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1" r:id="rId21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iros_01_task.pdf.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iros_13_execution.pdf.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iros_14_force_response.pdf.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ral_02_training.pdf.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ral_03_arrival.pdf.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iros_03_geometry.pdf.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ral_04_results.pdf.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iros_08_reliability.pdf.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iros_09_reorientation.pdf.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iros_10_rotation_tracking.pdf.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iros_11_hand_wrenches.pdf.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iros_15_grasp_failures.pdf.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iros_02_evaluated.pdf.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image" Target="../media/image30.png"/><Relationship Id="rId23" Type="http://schemas.openxmlformats.org/officeDocument/2006/relationships/image" Target="../media/image31.png"/><Relationship Id="rId24" Type="http://schemas.openxmlformats.org/officeDocument/2006/relationships/image" Target="../media/image32.png"/><Relationship Id="rId25" Type="http://schemas.openxmlformats.org/officeDocument/2006/relationships/image" Target="../media/image33.png"/><Relationship Id="rId26" Type="http://schemas.openxmlformats.org/officeDocument/2006/relationships/image" Target="../media/image34.png"/><Relationship Id="rId2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4" name="Editable path 2"/>
          <p:cNvSpPr/>
          <p:nvPr/>
        </p:nvSpPr>
        <p:spPr>
          <a:xfrm>
            <a:off x="2478598" y="3035532"/>
            <a:ext cx="7482083" cy="2472566"/>
          </a:xfrm>
          <a:custGeom>
            <a:avLst/>
            <a:gdLst/>
            <a:ahLst/>
            <a:cxnLst/>
            <a:rect l="l" t="t" r="r" b="b"/>
            <a:pathLst>
              <a:path w="7482083" h="2472566">
                <a:moveTo>
                  <a:pt x="624543" y="2472566"/>
                </a:moveTo>
                <a:lnTo>
                  <a:pt x="624266" y="2472182"/>
                </a:lnTo>
                <a:lnTo>
                  <a:pt x="556481" y="2446602"/>
                </a:lnTo>
                <a:lnTo>
                  <a:pt x="556728" y="2446654"/>
                </a:lnTo>
                <a:lnTo>
                  <a:pt x="537842" y="2394393"/>
                </a:lnTo>
                <a:lnTo>
                  <a:pt x="505876" y="2285902"/>
                </a:lnTo>
                <a:lnTo>
                  <a:pt x="494809" y="2238072"/>
                </a:lnTo>
                <a:lnTo>
                  <a:pt x="492356" y="2242947"/>
                </a:lnTo>
                <a:lnTo>
                  <a:pt x="455793" y="2264814"/>
                </a:lnTo>
                <a:lnTo>
                  <a:pt x="409368" y="2284878"/>
                </a:lnTo>
                <a:lnTo>
                  <a:pt x="361792" y="2297501"/>
                </a:lnTo>
                <a:lnTo>
                  <a:pt x="313963" y="2302552"/>
                </a:lnTo>
                <a:lnTo>
                  <a:pt x="269544" y="2299955"/>
                </a:lnTo>
                <a:lnTo>
                  <a:pt x="226547" y="2290364"/>
                </a:lnTo>
                <a:lnTo>
                  <a:pt x="185337" y="2273673"/>
                </a:lnTo>
                <a:lnTo>
                  <a:pt x="149310" y="2252036"/>
                </a:lnTo>
                <a:lnTo>
                  <a:pt x="115899" y="2224228"/>
                </a:lnTo>
                <a:lnTo>
                  <a:pt x="85725" y="2190427"/>
                </a:lnTo>
                <a:lnTo>
                  <a:pt x="57484" y="2147475"/>
                </a:lnTo>
                <a:lnTo>
                  <a:pt x="34128" y="2097601"/>
                </a:lnTo>
                <a:lnTo>
                  <a:pt x="15376" y="2036875"/>
                </a:lnTo>
                <a:lnTo>
                  <a:pt x="5376" y="1982862"/>
                </a:lnTo>
                <a:lnTo>
                  <a:pt x="0" y="1919296"/>
                </a:lnTo>
                <a:lnTo>
                  <a:pt x="1368" y="1844644"/>
                </a:lnTo>
                <a:lnTo>
                  <a:pt x="9902" y="1769533"/>
                </a:lnTo>
                <a:lnTo>
                  <a:pt x="25225" y="1694899"/>
                </a:lnTo>
                <a:lnTo>
                  <a:pt x="46925" y="1621099"/>
                </a:lnTo>
                <a:lnTo>
                  <a:pt x="78701" y="1539816"/>
                </a:lnTo>
                <a:lnTo>
                  <a:pt x="114614" y="1466182"/>
                </a:lnTo>
                <a:lnTo>
                  <a:pt x="162808" y="1383590"/>
                </a:lnTo>
                <a:lnTo>
                  <a:pt x="224912" y="1292556"/>
                </a:lnTo>
                <a:lnTo>
                  <a:pt x="288413" y="1211394"/>
                </a:lnTo>
                <a:lnTo>
                  <a:pt x="366729" y="1123446"/>
                </a:lnTo>
                <a:lnTo>
                  <a:pt x="441978" y="1049252"/>
                </a:lnTo>
                <a:lnTo>
                  <a:pt x="520959" y="979709"/>
                </a:lnTo>
                <a:lnTo>
                  <a:pt x="595377" y="921828"/>
                </a:lnTo>
                <a:lnTo>
                  <a:pt x="628057" y="897202"/>
                </a:lnTo>
                <a:lnTo>
                  <a:pt x="784220" y="811117"/>
                </a:lnTo>
                <a:lnTo>
                  <a:pt x="896794" y="756948"/>
                </a:lnTo>
                <a:lnTo>
                  <a:pt x="1022946" y="704507"/>
                </a:lnTo>
                <a:lnTo>
                  <a:pt x="1173237" y="649830"/>
                </a:lnTo>
                <a:lnTo>
                  <a:pt x="1370563" y="586037"/>
                </a:lnTo>
                <a:lnTo>
                  <a:pt x="1658669" y="500925"/>
                </a:lnTo>
                <a:lnTo>
                  <a:pt x="2277006" y="327517"/>
                </a:lnTo>
                <a:lnTo>
                  <a:pt x="2776996" y="192627"/>
                </a:lnTo>
                <a:lnTo>
                  <a:pt x="3160351" y="97468"/>
                </a:lnTo>
                <a:lnTo>
                  <a:pt x="3469219" y="28103"/>
                </a:lnTo>
                <a:lnTo>
                  <a:pt x="3576567" y="10627"/>
                </a:lnTo>
                <a:lnTo>
                  <a:pt x="3668684" y="1924"/>
                </a:lnTo>
                <a:lnTo>
                  <a:pt x="3756155" y="0"/>
                </a:lnTo>
                <a:lnTo>
                  <a:pt x="3860180" y="5106"/>
                </a:lnTo>
                <a:lnTo>
                  <a:pt x="3977611" y="18796"/>
                </a:lnTo>
                <a:lnTo>
                  <a:pt x="4133696" y="44415"/>
                </a:lnTo>
                <a:lnTo>
                  <a:pt x="4686377" y="140937"/>
                </a:lnTo>
                <a:lnTo>
                  <a:pt x="4929933" y="173136"/>
                </a:lnTo>
                <a:lnTo>
                  <a:pt x="5176516" y="197865"/>
                </a:lnTo>
                <a:lnTo>
                  <a:pt x="5424757" y="215088"/>
                </a:lnTo>
                <a:lnTo>
                  <a:pt x="5659513" y="224291"/>
                </a:lnTo>
                <a:lnTo>
                  <a:pt x="5893004" y="226728"/>
                </a:lnTo>
                <a:lnTo>
                  <a:pt x="6124897" y="222491"/>
                </a:lnTo>
                <a:lnTo>
                  <a:pt x="6366785" y="210947"/>
                </a:lnTo>
                <a:lnTo>
                  <a:pt x="6590860" y="193543"/>
                </a:lnTo>
                <a:lnTo>
                  <a:pt x="6822713" y="168192"/>
                </a:lnTo>
                <a:lnTo>
                  <a:pt x="7035746" y="137965"/>
                </a:lnTo>
                <a:lnTo>
                  <a:pt x="7241205" y="101739"/>
                </a:lnTo>
                <a:lnTo>
                  <a:pt x="7437664" y="60044"/>
                </a:lnTo>
                <a:lnTo>
                  <a:pt x="7482083" y="50225"/>
                </a:lnTo>
                <a:lnTo>
                  <a:pt x="7474913" y="48074"/>
                </a:lnTo>
                <a:lnTo>
                  <a:pt x="7472053" y="47664"/>
                </a:lnTo>
                <a:lnTo>
                  <a:pt x="7475779" y="47993"/>
                </a:lnTo>
                <a:lnTo>
                  <a:pt x="7472677" y="47473"/>
                </a:lnTo>
              </a:path>
            </a:pathLst>
          </a:custGeom>
          <a:noFill/>
          <a:ln w="92074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3"/>
          <p:cNvSpPr/>
          <p:nvPr/>
        </p:nvSpPr>
        <p:spPr>
          <a:xfrm>
            <a:off x="1980078" y="1531637"/>
            <a:ext cx="6619988" cy="1401367"/>
          </a:xfrm>
          <a:custGeom>
            <a:avLst/>
            <a:gdLst/>
            <a:ahLst/>
            <a:cxnLst/>
            <a:rect l="l" t="t" r="r" b="b"/>
            <a:pathLst>
              <a:path w="6619988" h="1401367">
                <a:moveTo>
                  <a:pt x="0" y="1388425"/>
                </a:moveTo>
                <a:lnTo>
                  <a:pt x="22158" y="1375776"/>
                </a:lnTo>
                <a:lnTo>
                  <a:pt x="84789" y="1326261"/>
                </a:lnTo>
                <a:lnTo>
                  <a:pt x="133906" y="1301062"/>
                </a:lnTo>
                <a:lnTo>
                  <a:pt x="222219" y="1269731"/>
                </a:lnTo>
                <a:lnTo>
                  <a:pt x="232906" y="1266328"/>
                </a:lnTo>
                <a:lnTo>
                  <a:pt x="237109" y="1268986"/>
                </a:lnTo>
                <a:lnTo>
                  <a:pt x="249264" y="1293843"/>
                </a:lnTo>
                <a:lnTo>
                  <a:pt x="285480" y="1376615"/>
                </a:lnTo>
                <a:lnTo>
                  <a:pt x="515406" y="1333032"/>
                </a:lnTo>
                <a:lnTo>
                  <a:pt x="782867" y="1289811"/>
                </a:lnTo>
                <a:lnTo>
                  <a:pt x="1035191" y="1256030"/>
                </a:lnTo>
                <a:lnTo>
                  <a:pt x="1284938" y="1229463"/>
                </a:lnTo>
                <a:lnTo>
                  <a:pt x="1533024" y="1210110"/>
                </a:lnTo>
                <a:lnTo>
                  <a:pt x="1778813" y="1197822"/>
                </a:lnTo>
                <a:lnTo>
                  <a:pt x="2023037" y="1192603"/>
                </a:lnTo>
                <a:lnTo>
                  <a:pt x="2252382" y="1194233"/>
                </a:lnTo>
                <a:lnTo>
                  <a:pt x="2492578" y="1203045"/>
                </a:lnTo>
                <a:lnTo>
                  <a:pt x="2731064" y="1219120"/>
                </a:lnTo>
                <a:lnTo>
                  <a:pt x="2967371" y="1242549"/>
                </a:lnTo>
                <a:lnTo>
                  <a:pt x="3189510" y="1271750"/>
                </a:lnTo>
                <a:lnTo>
                  <a:pt x="3422632" y="1309464"/>
                </a:lnTo>
                <a:lnTo>
                  <a:pt x="3906237" y="1390728"/>
                </a:lnTo>
                <a:lnTo>
                  <a:pt x="4022375" y="1400327"/>
                </a:lnTo>
                <a:lnTo>
                  <a:pt x="4121223" y="1401367"/>
                </a:lnTo>
                <a:lnTo>
                  <a:pt x="4212381" y="1395508"/>
                </a:lnTo>
                <a:lnTo>
                  <a:pt x="4309110" y="1382379"/>
                </a:lnTo>
                <a:lnTo>
                  <a:pt x="4432283" y="1357922"/>
                </a:lnTo>
                <a:lnTo>
                  <a:pt x="4563412" y="1322619"/>
                </a:lnTo>
                <a:lnTo>
                  <a:pt x="4604353" y="1315085"/>
                </a:lnTo>
                <a:lnTo>
                  <a:pt x="4825313" y="1256538"/>
                </a:lnTo>
                <a:lnTo>
                  <a:pt x="5889151" y="966591"/>
                </a:lnTo>
                <a:lnTo>
                  <a:pt x="6093846" y="904748"/>
                </a:lnTo>
                <a:lnTo>
                  <a:pt x="6222830" y="859386"/>
                </a:lnTo>
                <a:lnTo>
                  <a:pt x="6320205" y="818300"/>
                </a:lnTo>
                <a:lnTo>
                  <a:pt x="6410084" y="772690"/>
                </a:lnTo>
                <a:lnTo>
                  <a:pt x="6466307" y="738063"/>
                </a:lnTo>
                <a:lnTo>
                  <a:pt x="6502967" y="706757"/>
                </a:lnTo>
                <a:lnTo>
                  <a:pt x="6532197" y="671747"/>
                </a:lnTo>
                <a:lnTo>
                  <a:pt x="6550970" y="638840"/>
                </a:lnTo>
                <a:lnTo>
                  <a:pt x="6584845" y="559994"/>
                </a:lnTo>
                <a:lnTo>
                  <a:pt x="6606237" y="492729"/>
                </a:lnTo>
                <a:lnTo>
                  <a:pt x="6617198" y="436760"/>
                </a:lnTo>
                <a:lnTo>
                  <a:pt x="6619988" y="387517"/>
                </a:lnTo>
                <a:lnTo>
                  <a:pt x="6615306" y="340760"/>
                </a:lnTo>
                <a:lnTo>
                  <a:pt x="6604149" y="300332"/>
                </a:lnTo>
                <a:lnTo>
                  <a:pt x="6585034" y="258903"/>
                </a:lnTo>
                <a:lnTo>
                  <a:pt x="6557683" y="217243"/>
                </a:lnTo>
                <a:lnTo>
                  <a:pt x="6522284" y="175866"/>
                </a:lnTo>
                <a:lnTo>
                  <a:pt x="6476707" y="133446"/>
                </a:lnTo>
                <a:lnTo>
                  <a:pt x="6421202" y="92465"/>
                </a:lnTo>
                <a:lnTo>
                  <a:pt x="6363995" y="59476"/>
                </a:lnTo>
                <a:lnTo>
                  <a:pt x="6303892" y="33177"/>
                </a:lnTo>
                <a:lnTo>
                  <a:pt x="6244615" y="14724"/>
                </a:lnTo>
                <a:lnTo>
                  <a:pt x="6185241" y="3388"/>
                </a:lnTo>
                <a:lnTo>
                  <a:pt x="6129154" y="0"/>
                </a:lnTo>
                <a:lnTo>
                  <a:pt x="6080146" y="4081"/>
                </a:lnTo>
                <a:lnTo>
                  <a:pt x="6040149" y="14129"/>
                </a:lnTo>
                <a:lnTo>
                  <a:pt x="6013890" y="25238"/>
                </a:lnTo>
                <a:lnTo>
                  <a:pt x="6016258" y="25944"/>
                </a:lnTo>
                <a:lnTo>
                  <a:pt x="6017729" y="26911"/>
                </a:lnTo>
                <a:lnTo>
                  <a:pt x="6015297" y="26523"/>
                </a:lnTo>
                <a:lnTo>
                  <a:pt x="6017362" y="26838"/>
                </a:lnTo>
              </a:path>
            </a:pathLst>
          </a:custGeom>
          <a:noFill/>
          <a:ln w="92074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path 4"/>
          <p:cNvSpPr/>
          <p:nvPr/>
        </p:nvSpPr>
        <p:spPr>
          <a:xfrm>
            <a:off x="2478598" y="3035532"/>
            <a:ext cx="7482083" cy="2472566"/>
          </a:xfrm>
          <a:custGeom>
            <a:avLst/>
            <a:gdLst/>
            <a:ahLst/>
            <a:cxnLst/>
            <a:rect l="l" t="t" r="r" b="b"/>
            <a:pathLst>
              <a:path w="7482083" h="2472566">
                <a:moveTo>
                  <a:pt x="624543" y="2472566"/>
                </a:moveTo>
                <a:lnTo>
                  <a:pt x="624266" y="2472182"/>
                </a:lnTo>
                <a:lnTo>
                  <a:pt x="556481" y="2446602"/>
                </a:lnTo>
                <a:lnTo>
                  <a:pt x="556728" y="2446654"/>
                </a:lnTo>
                <a:lnTo>
                  <a:pt x="537842" y="2394393"/>
                </a:lnTo>
                <a:lnTo>
                  <a:pt x="505876" y="2285902"/>
                </a:lnTo>
                <a:lnTo>
                  <a:pt x="494809" y="2238072"/>
                </a:lnTo>
                <a:lnTo>
                  <a:pt x="492356" y="2242947"/>
                </a:lnTo>
                <a:lnTo>
                  <a:pt x="455793" y="2264814"/>
                </a:lnTo>
                <a:lnTo>
                  <a:pt x="409368" y="2284878"/>
                </a:lnTo>
                <a:lnTo>
                  <a:pt x="361792" y="2297501"/>
                </a:lnTo>
                <a:lnTo>
                  <a:pt x="313963" y="2302552"/>
                </a:lnTo>
                <a:lnTo>
                  <a:pt x="269544" y="2299955"/>
                </a:lnTo>
                <a:lnTo>
                  <a:pt x="226547" y="2290364"/>
                </a:lnTo>
                <a:lnTo>
                  <a:pt x="185337" y="2273673"/>
                </a:lnTo>
                <a:lnTo>
                  <a:pt x="149310" y="2252036"/>
                </a:lnTo>
                <a:lnTo>
                  <a:pt x="115899" y="2224228"/>
                </a:lnTo>
                <a:lnTo>
                  <a:pt x="85725" y="2190427"/>
                </a:lnTo>
                <a:lnTo>
                  <a:pt x="57484" y="2147475"/>
                </a:lnTo>
                <a:lnTo>
                  <a:pt x="34128" y="2097601"/>
                </a:lnTo>
                <a:lnTo>
                  <a:pt x="15376" y="2036875"/>
                </a:lnTo>
                <a:lnTo>
                  <a:pt x="5376" y="1982862"/>
                </a:lnTo>
                <a:lnTo>
                  <a:pt x="0" y="1919296"/>
                </a:lnTo>
                <a:lnTo>
                  <a:pt x="1368" y="1844644"/>
                </a:lnTo>
                <a:lnTo>
                  <a:pt x="9902" y="1769533"/>
                </a:lnTo>
                <a:lnTo>
                  <a:pt x="25225" y="1694899"/>
                </a:lnTo>
                <a:lnTo>
                  <a:pt x="46925" y="1621099"/>
                </a:lnTo>
                <a:lnTo>
                  <a:pt x="78701" y="1539816"/>
                </a:lnTo>
                <a:lnTo>
                  <a:pt x="114614" y="1466182"/>
                </a:lnTo>
                <a:lnTo>
                  <a:pt x="162808" y="1383590"/>
                </a:lnTo>
                <a:lnTo>
                  <a:pt x="224912" y="1292556"/>
                </a:lnTo>
                <a:lnTo>
                  <a:pt x="288413" y="1211394"/>
                </a:lnTo>
                <a:lnTo>
                  <a:pt x="366729" y="1123446"/>
                </a:lnTo>
                <a:lnTo>
                  <a:pt x="441978" y="1049252"/>
                </a:lnTo>
                <a:lnTo>
                  <a:pt x="520959" y="979709"/>
                </a:lnTo>
                <a:lnTo>
                  <a:pt x="595377" y="921828"/>
                </a:lnTo>
                <a:lnTo>
                  <a:pt x="628057" y="897202"/>
                </a:lnTo>
                <a:lnTo>
                  <a:pt x="784220" y="811117"/>
                </a:lnTo>
                <a:lnTo>
                  <a:pt x="896794" y="756948"/>
                </a:lnTo>
                <a:lnTo>
                  <a:pt x="1022946" y="704507"/>
                </a:lnTo>
                <a:lnTo>
                  <a:pt x="1173237" y="649830"/>
                </a:lnTo>
                <a:lnTo>
                  <a:pt x="1370563" y="586037"/>
                </a:lnTo>
                <a:lnTo>
                  <a:pt x="1658669" y="500925"/>
                </a:lnTo>
                <a:lnTo>
                  <a:pt x="2277006" y="327517"/>
                </a:lnTo>
                <a:lnTo>
                  <a:pt x="2776996" y="192627"/>
                </a:lnTo>
                <a:lnTo>
                  <a:pt x="3160351" y="97468"/>
                </a:lnTo>
                <a:lnTo>
                  <a:pt x="3469219" y="28103"/>
                </a:lnTo>
                <a:lnTo>
                  <a:pt x="3576567" y="10627"/>
                </a:lnTo>
                <a:lnTo>
                  <a:pt x="3668684" y="1924"/>
                </a:lnTo>
                <a:lnTo>
                  <a:pt x="3756155" y="0"/>
                </a:lnTo>
                <a:lnTo>
                  <a:pt x="3860180" y="5106"/>
                </a:lnTo>
                <a:lnTo>
                  <a:pt x="3977611" y="18796"/>
                </a:lnTo>
                <a:lnTo>
                  <a:pt x="4133696" y="44415"/>
                </a:lnTo>
                <a:lnTo>
                  <a:pt x="4686377" y="140937"/>
                </a:lnTo>
                <a:lnTo>
                  <a:pt x="4929933" y="173136"/>
                </a:lnTo>
                <a:lnTo>
                  <a:pt x="5176516" y="197865"/>
                </a:lnTo>
                <a:lnTo>
                  <a:pt x="5424757" y="215088"/>
                </a:lnTo>
                <a:lnTo>
                  <a:pt x="5659513" y="224291"/>
                </a:lnTo>
                <a:lnTo>
                  <a:pt x="5893004" y="226728"/>
                </a:lnTo>
                <a:lnTo>
                  <a:pt x="6124897" y="222491"/>
                </a:lnTo>
                <a:lnTo>
                  <a:pt x="6366785" y="210947"/>
                </a:lnTo>
                <a:lnTo>
                  <a:pt x="6590860" y="193543"/>
                </a:lnTo>
                <a:lnTo>
                  <a:pt x="6822713" y="168192"/>
                </a:lnTo>
                <a:lnTo>
                  <a:pt x="7035746" y="137965"/>
                </a:lnTo>
                <a:lnTo>
                  <a:pt x="7241205" y="101739"/>
                </a:lnTo>
                <a:lnTo>
                  <a:pt x="7437664" y="60044"/>
                </a:lnTo>
                <a:lnTo>
                  <a:pt x="7482083" y="50225"/>
                </a:lnTo>
                <a:lnTo>
                  <a:pt x="7474913" y="48074"/>
                </a:lnTo>
                <a:lnTo>
                  <a:pt x="7472053" y="47664"/>
                </a:lnTo>
                <a:lnTo>
                  <a:pt x="7475779" y="47993"/>
                </a:lnTo>
                <a:lnTo>
                  <a:pt x="7472677" y="47473"/>
                </a:lnTo>
              </a:path>
            </a:pathLst>
          </a:custGeom>
          <a:noFill/>
          <a:ln w="5714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path 5"/>
          <p:cNvSpPr/>
          <p:nvPr/>
        </p:nvSpPr>
        <p:spPr>
          <a:xfrm>
            <a:off x="1980078" y="1531637"/>
            <a:ext cx="6619988" cy="1401367"/>
          </a:xfrm>
          <a:custGeom>
            <a:avLst/>
            <a:gdLst/>
            <a:ahLst/>
            <a:cxnLst/>
            <a:rect l="l" t="t" r="r" b="b"/>
            <a:pathLst>
              <a:path w="6619988" h="1401367">
                <a:moveTo>
                  <a:pt x="0" y="1388425"/>
                </a:moveTo>
                <a:lnTo>
                  <a:pt x="22158" y="1375776"/>
                </a:lnTo>
                <a:lnTo>
                  <a:pt x="84789" y="1326261"/>
                </a:lnTo>
                <a:lnTo>
                  <a:pt x="133906" y="1301062"/>
                </a:lnTo>
                <a:lnTo>
                  <a:pt x="222219" y="1269731"/>
                </a:lnTo>
                <a:lnTo>
                  <a:pt x="232906" y="1266328"/>
                </a:lnTo>
                <a:lnTo>
                  <a:pt x="237109" y="1268986"/>
                </a:lnTo>
                <a:lnTo>
                  <a:pt x="249264" y="1293843"/>
                </a:lnTo>
                <a:lnTo>
                  <a:pt x="285480" y="1376615"/>
                </a:lnTo>
                <a:lnTo>
                  <a:pt x="515406" y="1333032"/>
                </a:lnTo>
                <a:lnTo>
                  <a:pt x="782867" y="1289811"/>
                </a:lnTo>
                <a:lnTo>
                  <a:pt x="1035191" y="1256030"/>
                </a:lnTo>
                <a:lnTo>
                  <a:pt x="1284938" y="1229463"/>
                </a:lnTo>
                <a:lnTo>
                  <a:pt x="1533024" y="1210110"/>
                </a:lnTo>
                <a:lnTo>
                  <a:pt x="1778813" y="1197822"/>
                </a:lnTo>
                <a:lnTo>
                  <a:pt x="2023037" y="1192603"/>
                </a:lnTo>
                <a:lnTo>
                  <a:pt x="2252382" y="1194233"/>
                </a:lnTo>
                <a:lnTo>
                  <a:pt x="2492578" y="1203045"/>
                </a:lnTo>
                <a:lnTo>
                  <a:pt x="2731064" y="1219120"/>
                </a:lnTo>
                <a:lnTo>
                  <a:pt x="2967371" y="1242549"/>
                </a:lnTo>
                <a:lnTo>
                  <a:pt x="3189510" y="1271750"/>
                </a:lnTo>
                <a:lnTo>
                  <a:pt x="3422632" y="1309464"/>
                </a:lnTo>
                <a:lnTo>
                  <a:pt x="3906237" y="1390728"/>
                </a:lnTo>
                <a:lnTo>
                  <a:pt x="4022375" y="1400327"/>
                </a:lnTo>
                <a:lnTo>
                  <a:pt x="4121223" y="1401367"/>
                </a:lnTo>
                <a:lnTo>
                  <a:pt x="4212381" y="1395508"/>
                </a:lnTo>
                <a:lnTo>
                  <a:pt x="4309110" y="1382379"/>
                </a:lnTo>
                <a:lnTo>
                  <a:pt x="4432283" y="1357922"/>
                </a:lnTo>
                <a:lnTo>
                  <a:pt x="4563412" y="1322619"/>
                </a:lnTo>
                <a:lnTo>
                  <a:pt x="4604353" y="1315085"/>
                </a:lnTo>
                <a:lnTo>
                  <a:pt x="4825313" y="1256538"/>
                </a:lnTo>
                <a:lnTo>
                  <a:pt x="5889151" y="966591"/>
                </a:lnTo>
                <a:lnTo>
                  <a:pt x="6093846" y="904748"/>
                </a:lnTo>
                <a:lnTo>
                  <a:pt x="6222830" y="859386"/>
                </a:lnTo>
                <a:lnTo>
                  <a:pt x="6320205" y="818300"/>
                </a:lnTo>
                <a:lnTo>
                  <a:pt x="6410084" y="772690"/>
                </a:lnTo>
                <a:lnTo>
                  <a:pt x="6466307" y="738063"/>
                </a:lnTo>
                <a:lnTo>
                  <a:pt x="6502967" y="706757"/>
                </a:lnTo>
                <a:lnTo>
                  <a:pt x="6532197" y="671747"/>
                </a:lnTo>
                <a:lnTo>
                  <a:pt x="6550970" y="638840"/>
                </a:lnTo>
                <a:lnTo>
                  <a:pt x="6584845" y="559994"/>
                </a:lnTo>
                <a:lnTo>
                  <a:pt x="6606237" y="492729"/>
                </a:lnTo>
                <a:lnTo>
                  <a:pt x="6617198" y="436760"/>
                </a:lnTo>
                <a:lnTo>
                  <a:pt x="6619988" y="387517"/>
                </a:lnTo>
                <a:lnTo>
                  <a:pt x="6615306" y="340760"/>
                </a:lnTo>
                <a:lnTo>
                  <a:pt x="6604149" y="300332"/>
                </a:lnTo>
                <a:lnTo>
                  <a:pt x="6585034" y="258903"/>
                </a:lnTo>
                <a:lnTo>
                  <a:pt x="6557683" y="217243"/>
                </a:lnTo>
                <a:lnTo>
                  <a:pt x="6522284" y="175866"/>
                </a:lnTo>
                <a:lnTo>
                  <a:pt x="6476707" y="133446"/>
                </a:lnTo>
                <a:lnTo>
                  <a:pt x="6421202" y="92465"/>
                </a:lnTo>
                <a:lnTo>
                  <a:pt x="6363995" y="59476"/>
                </a:lnTo>
                <a:lnTo>
                  <a:pt x="6303892" y="33177"/>
                </a:lnTo>
                <a:lnTo>
                  <a:pt x="6244615" y="14724"/>
                </a:lnTo>
                <a:lnTo>
                  <a:pt x="6185241" y="3388"/>
                </a:lnTo>
                <a:lnTo>
                  <a:pt x="6129154" y="0"/>
                </a:lnTo>
                <a:lnTo>
                  <a:pt x="6080146" y="4081"/>
                </a:lnTo>
                <a:lnTo>
                  <a:pt x="6040149" y="14129"/>
                </a:lnTo>
                <a:lnTo>
                  <a:pt x="6013890" y="25238"/>
                </a:lnTo>
                <a:lnTo>
                  <a:pt x="6016258" y="25944"/>
                </a:lnTo>
                <a:lnTo>
                  <a:pt x="6017729" y="26911"/>
                </a:lnTo>
                <a:lnTo>
                  <a:pt x="6015297" y="26523"/>
                </a:lnTo>
                <a:lnTo>
                  <a:pt x="6017362" y="26838"/>
                </a:lnTo>
              </a:path>
            </a:pathLst>
          </a:custGeom>
          <a:noFill/>
          <a:ln w="5714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6"/>
          <p:cNvSpPr/>
          <p:nvPr/>
        </p:nvSpPr>
        <p:spPr>
          <a:xfrm>
            <a:off x="2764796" y="5334557"/>
            <a:ext cx="37476" cy="28"/>
          </a:xfrm>
          <a:custGeom>
            <a:avLst/>
            <a:gdLst/>
            <a:ahLst/>
            <a:cxnLst/>
            <a:rect l="l" t="t" r="r" b="b"/>
            <a:pathLst>
              <a:path w="37476" h="28">
                <a:moveTo>
                  <a:pt x="2594" y="1"/>
                </a:moveTo>
                <a:lnTo>
                  <a:pt x="891" y="0"/>
                </a:lnTo>
                <a:lnTo>
                  <a:pt x="26" y="0"/>
                </a:lnTo>
                <a:lnTo>
                  <a:pt x="0" y="0"/>
                </a:lnTo>
                <a:lnTo>
                  <a:pt x="811" y="0"/>
                </a:lnTo>
                <a:lnTo>
                  <a:pt x="2461" y="1"/>
                </a:lnTo>
                <a:lnTo>
                  <a:pt x="4949" y="3"/>
                </a:lnTo>
                <a:lnTo>
                  <a:pt x="8275" y="6"/>
                </a:lnTo>
                <a:lnTo>
                  <a:pt x="12439" y="9"/>
                </a:lnTo>
                <a:lnTo>
                  <a:pt x="17441" y="13"/>
                </a:lnTo>
                <a:lnTo>
                  <a:pt x="23281" y="17"/>
                </a:lnTo>
                <a:lnTo>
                  <a:pt x="29960" y="22"/>
                </a:lnTo>
                <a:lnTo>
                  <a:pt x="37476" y="28"/>
                </a:lnTo>
              </a:path>
            </a:pathLst>
          </a:custGeom>
          <a:noFill/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path 7"/>
          <p:cNvSpPr/>
          <p:nvPr/>
        </p:nvSpPr>
        <p:spPr>
          <a:xfrm>
            <a:off x="2802272" y="5277520"/>
            <a:ext cx="114343" cy="114299"/>
          </a:xfrm>
          <a:custGeom>
            <a:avLst/>
            <a:gdLst/>
            <a:ahLst/>
            <a:cxnLst/>
            <a:rect l="l" t="t" r="r" b="b"/>
            <a:pathLst>
              <a:path w="114343" h="114299">
                <a:moveTo>
                  <a:pt x="114258" y="114299"/>
                </a:moveTo>
                <a:lnTo>
                  <a:pt x="0" y="57065"/>
                </a:lnTo>
                <a:lnTo>
                  <a:pt x="114343" y="0"/>
                </a:lnTo>
                <a:lnTo>
                  <a:pt x="114258" y="114299"/>
                </a:lnTo>
                <a:close/>
              </a:path>
            </a:pathLst>
          </a:custGeom>
          <a:solidFill>
            <a:srgbClr val="FF9500"/>
          </a:solidFill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path 8"/>
          <p:cNvSpPr/>
          <p:nvPr/>
        </p:nvSpPr>
        <p:spPr>
          <a:xfrm>
            <a:off x="4357953" y="3436386"/>
            <a:ext cx="134436" cy="37627"/>
          </a:xfrm>
          <a:custGeom>
            <a:avLst/>
            <a:gdLst/>
            <a:ahLst/>
            <a:cxnLst/>
            <a:rect l="l" t="t" r="r" b="b"/>
            <a:pathLst>
              <a:path w="134436" h="37627">
                <a:moveTo>
                  <a:pt x="0" y="37627"/>
                </a:moveTo>
                <a:lnTo>
                  <a:pt x="15642" y="33249"/>
                </a:lnTo>
                <a:lnTo>
                  <a:pt x="30477" y="29097"/>
                </a:lnTo>
                <a:lnTo>
                  <a:pt x="44505" y="25171"/>
                </a:lnTo>
                <a:lnTo>
                  <a:pt x="57726" y="21470"/>
                </a:lnTo>
                <a:lnTo>
                  <a:pt x="70139" y="17996"/>
                </a:lnTo>
                <a:lnTo>
                  <a:pt x="81746" y="14747"/>
                </a:lnTo>
                <a:lnTo>
                  <a:pt x="92546" y="11725"/>
                </a:lnTo>
                <a:lnTo>
                  <a:pt x="102538" y="8928"/>
                </a:lnTo>
                <a:lnTo>
                  <a:pt x="111723" y="6357"/>
                </a:lnTo>
                <a:lnTo>
                  <a:pt x="120101" y="4012"/>
                </a:lnTo>
                <a:lnTo>
                  <a:pt x="127672" y="1893"/>
                </a:lnTo>
                <a:lnTo>
                  <a:pt x="134436" y="0"/>
                </a:lnTo>
              </a:path>
            </a:pathLst>
          </a:custGeom>
          <a:noFill/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9"/>
          <p:cNvSpPr/>
          <p:nvPr/>
        </p:nvSpPr>
        <p:spPr>
          <a:xfrm>
            <a:off x="4366916" y="3412158"/>
            <a:ext cx="125473" cy="110070"/>
          </a:xfrm>
          <a:custGeom>
            <a:avLst/>
            <a:gdLst/>
            <a:ahLst/>
            <a:cxnLst/>
            <a:rect l="l" t="t" r="r" b="b"/>
            <a:pathLst>
              <a:path w="125473" h="110070">
                <a:moveTo>
                  <a:pt x="0" y="0"/>
                </a:moveTo>
                <a:lnTo>
                  <a:pt x="125473" y="24228"/>
                </a:lnTo>
                <a:lnTo>
                  <a:pt x="30806" y="110070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10"/>
          <p:cNvSpPr/>
          <p:nvPr/>
        </p:nvSpPr>
        <p:spPr>
          <a:xfrm>
            <a:off x="9452580" y="3155322"/>
            <a:ext cx="157122" cy="26235"/>
          </a:xfrm>
          <a:custGeom>
            <a:avLst/>
            <a:gdLst/>
            <a:ahLst/>
            <a:cxnLst/>
            <a:rect l="l" t="t" r="r" b="b"/>
            <a:pathLst>
              <a:path w="157122" h="26235">
                <a:moveTo>
                  <a:pt x="0" y="26235"/>
                </a:moveTo>
                <a:lnTo>
                  <a:pt x="17641" y="23290"/>
                </a:lnTo>
                <a:lnTo>
                  <a:pt x="34454" y="20482"/>
                </a:lnTo>
                <a:lnTo>
                  <a:pt x="50441" y="17813"/>
                </a:lnTo>
                <a:lnTo>
                  <a:pt x="65601" y="15282"/>
                </a:lnTo>
                <a:lnTo>
                  <a:pt x="79935" y="12888"/>
                </a:lnTo>
                <a:lnTo>
                  <a:pt x="93442" y="10633"/>
                </a:lnTo>
                <a:lnTo>
                  <a:pt x="106122" y="8516"/>
                </a:lnTo>
                <a:lnTo>
                  <a:pt x="117976" y="6537"/>
                </a:lnTo>
                <a:lnTo>
                  <a:pt x="129002" y="4696"/>
                </a:lnTo>
                <a:lnTo>
                  <a:pt x="139202" y="2993"/>
                </a:lnTo>
                <a:lnTo>
                  <a:pt x="148576" y="1427"/>
                </a:lnTo>
                <a:lnTo>
                  <a:pt x="157122" y="0"/>
                </a:lnTo>
              </a:path>
            </a:pathLst>
          </a:custGeom>
          <a:noFill/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path 11"/>
          <p:cNvSpPr/>
          <p:nvPr/>
        </p:nvSpPr>
        <p:spPr>
          <a:xfrm>
            <a:off x="9487551" y="3117777"/>
            <a:ext cx="122151" cy="112739"/>
          </a:xfrm>
          <a:custGeom>
            <a:avLst/>
            <a:gdLst/>
            <a:ahLst/>
            <a:cxnLst/>
            <a:rect l="l" t="t" r="r" b="b"/>
            <a:pathLst>
              <a:path w="122151" h="112739">
                <a:moveTo>
                  <a:pt x="0" y="0"/>
                </a:moveTo>
                <a:lnTo>
                  <a:pt x="122151" y="37545"/>
                </a:lnTo>
                <a:lnTo>
                  <a:pt x="18824" y="112739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12"/>
          <p:cNvSpPr/>
          <p:nvPr/>
        </p:nvSpPr>
        <p:spPr>
          <a:xfrm>
            <a:off x="9957084" y="3084693"/>
            <a:ext cx="47632" cy="36724"/>
          </a:xfrm>
          <a:custGeom>
            <a:avLst/>
            <a:gdLst/>
            <a:ahLst/>
            <a:cxnLst/>
            <a:rect l="l" t="t" r="r" b="b"/>
            <a:pathLst>
              <a:path w="47632" h="36724">
                <a:moveTo>
                  <a:pt x="0" y="0"/>
                </a:moveTo>
                <a:lnTo>
                  <a:pt x="319" y="245"/>
                </a:lnTo>
                <a:lnTo>
                  <a:pt x="1301" y="1003"/>
                </a:lnTo>
                <a:lnTo>
                  <a:pt x="2947" y="2272"/>
                </a:lnTo>
                <a:lnTo>
                  <a:pt x="5257" y="4053"/>
                </a:lnTo>
                <a:lnTo>
                  <a:pt x="8231" y="6346"/>
                </a:lnTo>
                <a:lnTo>
                  <a:pt x="11868" y="9150"/>
                </a:lnTo>
                <a:lnTo>
                  <a:pt x="16169" y="12466"/>
                </a:lnTo>
                <a:lnTo>
                  <a:pt x="21134" y="16294"/>
                </a:lnTo>
                <a:lnTo>
                  <a:pt x="26763" y="20634"/>
                </a:lnTo>
                <a:lnTo>
                  <a:pt x="33056" y="25486"/>
                </a:lnTo>
                <a:lnTo>
                  <a:pt x="40012" y="30849"/>
                </a:lnTo>
                <a:lnTo>
                  <a:pt x="47632" y="36724"/>
                </a:lnTo>
              </a:path>
            </a:pathLst>
          </a:custGeom>
          <a:noFill/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path 13"/>
          <p:cNvSpPr/>
          <p:nvPr/>
        </p:nvSpPr>
        <p:spPr>
          <a:xfrm>
            <a:off x="10004716" y="3121417"/>
            <a:ext cx="125414" cy="115050"/>
          </a:xfrm>
          <a:custGeom>
            <a:avLst/>
            <a:gdLst/>
            <a:ahLst/>
            <a:cxnLst/>
            <a:rect l="l" t="t" r="r" b="b"/>
            <a:pathLst>
              <a:path w="125414" h="115050">
                <a:moveTo>
                  <a:pt x="55624" y="115050"/>
                </a:moveTo>
                <a:lnTo>
                  <a:pt x="0" y="0"/>
                </a:lnTo>
                <a:lnTo>
                  <a:pt x="125414" y="24531"/>
                </a:lnTo>
                <a:lnTo>
                  <a:pt x="55624" y="115050"/>
                </a:lnTo>
                <a:close/>
              </a:path>
            </a:pathLst>
          </a:custGeom>
          <a:solidFill>
            <a:srgbClr val="FF9500"/>
          </a:solidFill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path 14"/>
          <p:cNvSpPr/>
          <p:nvPr/>
        </p:nvSpPr>
        <p:spPr>
          <a:xfrm>
            <a:off x="9952706" y="3083263"/>
            <a:ext cx="59551" cy="7966"/>
          </a:xfrm>
          <a:custGeom>
            <a:avLst/>
            <a:gdLst/>
            <a:ahLst/>
            <a:cxnLst/>
            <a:rect l="l" t="t" r="r" b="b"/>
            <a:pathLst>
              <a:path w="59551" h="7966">
                <a:moveTo>
                  <a:pt x="0" y="0"/>
                </a:moveTo>
                <a:lnTo>
                  <a:pt x="393" y="52"/>
                </a:lnTo>
                <a:lnTo>
                  <a:pt x="1618" y="216"/>
                </a:lnTo>
                <a:lnTo>
                  <a:pt x="3673" y="491"/>
                </a:lnTo>
                <a:lnTo>
                  <a:pt x="6558" y="877"/>
                </a:lnTo>
                <a:lnTo>
                  <a:pt x="10275" y="1374"/>
                </a:lnTo>
                <a:lnTo>
                  <a:pt x="14822" y="1983"/>
                </a:lnTo>
                <a:lnTo>
                  <a:pt x="20200" y="2702"/>
                </a:lnTo>
                <a:lnTo>
                  <a:pt x="26409" y="3533"/>
                </a:lnTo>
                <a:lnTo>
                  <a:pt x="33448" y="4474"/>
                </a:lnTo>
                <a:lnTo>
                  <a:pt x="41319" y="5527"/>
                </a:lnTo>
                <a:lnTo>
                  <a:pt x="50020" y="6691"/>
                </a:lnTo>
                <a:lnTo>
                  <a:pt x="59551" y="7966"/>
                </a:lnTo>
              </a:path>
            </a:pathLst>
          </a:custGeom>
          <a:noFill/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5"/>
          <p:cNvSpPr/>
          <p:nvPr/>
        </p:nvSpPr>
        <p:spPr>
          <a:xfrm>
            <a:off x="10012257" y="3049740"/>
            <a:ext cx="120870" cy="113291"/>
          </a:xfrm>
          <a:custGeom>
            <a:avLst/>
            <a:gdLst/>
            <a:ahLst/>
            <a:cxnLst/>
            <a:rect l="l" t="t" r="r" b="b"/>
            <a:pathLst>
              <a:path w="120870" h="113291">
                <a:moveTo>
                  <a:pt x="105714" y="113291"/>
                </a:moveTo>
                <a:lnTo>
                  <a:pt x="0" y="41489"/>
                </a:lnTo>
                <a:lnTo>
                  <a:pt x="120870" y="0"/>
                </a:lnTo>
                <a:lnTo>
                  <a:pt x="105714" y="113291"/>
                </a:lnTo>
                <a:close/>
              </a:path>
            </a:pathLst>
          </a:custGeom>
          <a:solidFill>
            <a:srgbClr val="FF9500"/>
          </a:solidFill>
          <a:ln w="539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6"/>
          <p:cNvSpPr/>
          <p:nvPr/>
        </p:nvSpPr>
        <p:spPr>
          <a:xfrm>
            <a:off x="2945744" y="2776333"/>
            <a:ext cx="183408" cy="20955"/>
          </a:xfrm>
          <a:custGeom>
            <a:avLst/>
            <a:gdLst/>
            <a:ahLst/>
            <a:cxnLst/>
            <a:rect l="l" t="t" r="r" b="b"/>
            <a:pathLst>
              <a:path w="183408" h="20955">
                <a:moveTo>
                  <a:pt x="0" y="20955"/>
                </a:moveTo>
                <a:lnTo>
                  <a:pt x="19864" y="18686"/>
                </a:lnTo>
                <a:lnTo>
                  <a:pt x="38895" y="16511"/>
                </a:lnTo>
                <a:lnTo>
                  <a:pt x="57094" y="14432"/>
                </a:lnTo>
                <a:lnTo>
                  <a:pt x="74460" y="12448"/>
                </a:lnTo>
                <a:lnTo>
                  <a:pt x="90993" y="10559"/>
                </a:lnTo>
                <a:lnTo>
                  <a:pt x="106693" y="8765"/>
                </a:lnTo>
                <a:lnTo>
                  <a:pt x="121561" y="7067"/>
                </a:lnTo>
                <a:lnTo>
                  <a:pt x="135595" y="5463"/>
                </a:lnTo>
                <a:lnTo>
                  <a:pt x="148798" y="3955"/>
                </a:lnTo>
                <a:lnTo>
                  <a:pt x="161167" y="2542"/>
                </a:lnTo>
                <a:lnTo>
                  <a:pt x="172704" y="1223"/>
                </a:lnTo>
                <a:lnTo>
                  <a:pt x="183408" y="0"/>
                </a:lnTo>
              </a:path>
            </a:pathLst>
          </a:custGeom>
          <a:noFill/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17"/>
          <p:cNvSpPr/>
          <p:nvPr/>
        </p:nvSpPr>
        <p:spPr>
          <a:xfrm>
            <a:off x="3009103" y="2732528"/>
            <a:ext cx="120049" cy="113561"/>
          </a:xfrm>
          <a:custGeom>
            <a:avLst/>
            <a:gdLst/>
            <a:ahLst/>
            <a:cxnLst/>
            <a:rect l="l" t="t" r="r" b="b"/>
            <a:pathLst>
              <a:path w="120049" h="113561">
                <a:moveTo>
                  <a:pt x="0" y="0"/>
                </a:moveTo>
                <a:lnTo>
                  <a:pt x="120049" y="43805"/>
                </a:lnTo>
                <a:lnTo>
                  <a:pt x="12975" y="113561"/>
                </a:lnTo>
                <a:lnTo>
                  <a:pt x="0" y="0"/>
                </a:lnTo>
                <a:close/>
              </a:path>
            </a:pathLst>
          </a:custGeom>
          <a:solidFill>
            <a:srgbClr val="0ABAB5"/>
          </a:solidFill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8"/>
          <p:cNvSpPr/>
          <p:nvPr/>
        </p:nvSpPr>
        <p:spPr>
          <a:xfrm>
            <a:off x="7546664" y="2568052"/>
            <a:ext cx="70914" cy="19394"/>
          </a:xfrm>
          <a:custGeom>
            <a:avLst/>
            <a:gdLst/>
            <a:ahLst/>
            <a:cxnLst/>
            <a:rect l="l" t="t" r="r" b="b"/>
            <a:pathLst>
              <a:path w="70914" h="19394">
                <a:moveTo>
                  <a:pt x="0" y="19394"/>
                </a:moveTo>
                <a:lnTo>
                  <a:pt x="10356" y="16562"/>
                </a:lnTo>
                <a:lnTo>
                  <a:pt x="19904" y="13950"/>
                </a:lnTo>
                <a:lnTo>
                  <a:pt x="28643" y="11560"/>
                </a:lnTo>
                <a:lnTo>
                  <a:pt x="36573" y="9392"/>
                </a:lnTo>
                <a:lnTo>
                  <a:pt x="43695" y="7444"/>
                </a:lnTo>
                <a:lnTo>
                  <a:pt x="50009" y="5717"/>
                </a:lnTo>
                <a:lnTo>
                  <a:pt x="55514" y="4211"/>
                </a:lnTo>
                <a:lnTo>
                  <a:pt x="60211" y="2927"/>
                </a:lnTo>
                <a:lnTo>
                  <a:pt x="64099" y="1863"/>
                </a:lnTo>
                <a:lnTo>
                  <a:pt x="67179" y="1021"/>
                </a:lnTo>
                <a:lnTo>
                  <a:pt x="69451" y="400"/>
                </a:lnTo>
                <a:lnTo>
                  <a:pt x="70914" y="0"/>
                </a:lnTo>
              </a:path>
            </a:pathLst>
          </a:custGeom>
          <a:noFill/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9"/>
          <p:cNvSpPr/>
          <p:nvPr/>
        </p:nvSpPr>
        <p:spPr>
          <a:xfrm>
            <a:off x="7492250" y="2543078"/>
            <a:ext cx="125328" cy="110252"/>
          </a:xfrm>
          <a:custGeom>
            <a:avLst/>
            <a:gdLst/>
            <a:ahLst/>
            <a:cxnLst/>
            <a:rect l="l" t="t" r="r" b="b"/>
            <a:pathLst>
              <a:path w="125328" h="110252">
                <a:moveTo>
                  <a:pt x="0" y="0"/>
                </a:moveTo>
                <a:lnTo>
                  <a:pt x="125328" y="24974"/>
                </a:lnTo>
                <a:lnTo>
                  <a:pt x="30153" y="110252"/>
                </a:lnTo>
                <a:lnTo>
                  <a:pt x="0" y="0"/>
                </a:lnTo>
                <a:close/>
              </a:path>
            </a:pathLst>
          </a:custGeom>
          <a:solidFill>
            <a:srgbClr val="0ABAB5"/>
          </a:solidFill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20"/>
          <p:cNvSpPr/>
          <p:nvPr/>
        </p:nvSpPr>
        <p:spPr>
          <a:xfrm>
            <a:off x="8070062" y="1532159"/>
            <a:ext cx="16664" cy="3145"/>
          </a:xfrm>
          <a:custGeom>
            <a:avLst/>
            <a:gdLst/>
            <a:ahLst/>
            <a:cxnLst/>
            <a:rect l="l" t="t" r="r" b="b"/>
            <a:pathLst>
              <a:path w="16664" h="3145">
                <a:moveTo>
                  <a:pt x="12986" y="694"/>
                </a:moveTo>
                <a:lnTo>
                  <a:pt x="8762" y="1491"/>
                </a:lnTo>
                <a:lnTo>
                  <a:pt x="5363" y="2133"/>
                </a:lnTo>
                <a:lnTo>
                  <a:pt x="2787" y="2619"/>
                </a:lnTo>
                <a:lnTo>
                  <a:pt x="1034" y="2950"/>
                </a:lnTo>
                <a:lnTo>
                  <a:pt x="105" y="3126"/>
                </a:lnTo>
                <a:lnTo>
                  <a:pt x="0" y="3145"/>
                </a:lnTo>
                <a:lnTo>
                  <a:pt x="718" y="3010"/>
                </a:lnTo>
                <a:lnTo>
                  <a:pt x="2260" y="2719"/>
                </a:lnTo>
                <a:lnTo>
                  <a:pt x="4626" y="2272"/>
                </a:lnTo>
                <a:lnTo>
                  <a:pt x="7815" y="1670"/>
                </a:lnTo>
                <a:lnTo>
                  <a:pt x="11827" y="913"/>
                </a:lnTo>
                <a:lnTo>
                  <a:pt x="16664" y="0"/>
                </a:lnTo>
              </a:path>
            </a:pathLst>
          </a:custGeom>
          <a:noFill/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21"/>
          <p:cNvSpPr/>
          <p:nvPr/>
        </p:nvSpPr>
        <p:spPr>
          <a:xfrm>
            <a:off x="8086726" y="1454798"/>
            <a:ext cx="122918" cy="112316"/>
          </a:xfrm>
          <a:custGeom>
            <a:avLst/>
            <a:gdLst/>
            <a:ahLst/>
            <a:cxnLst/>
            <a:rect l="l" t="t" r="r" b="b"/>
            <a:pathLst>
              <a:path w="122918" h="112316">
                <a:moveTo>
                  <a:pt x="122918" y="112316"/>
                </a:moveTo>
                <a:lnTo>
                  <a:pt x="0" y="77361"/>
                </a:lnTo>
                <a:lnTo>
                  <a:pt x="101714" y="0"/>
                </a:lnTo>
                <a:lnTo>
                  <a:pt x="122918" y="112316"/>
                </a:lnTo>
                <a:close/>
              </a:path>
            </a:pathLst>
          </a:custGeom>
          <a:solidFill>
            <a:srgbClr val="0ABAB5"/>
          </a:solidFill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22"/>
          <p:cNvSpPr/>
          <p:nvPr/>
        </p:nvSpPr>
        <p:spPr>
          <a:xfrm>
            <a:off x="7984310" y="1498604"/>
            <a:ext cx="12103" cy="59046"/>
          </a:xfrm>
          <a:custGeom>
            <a:avLst/>
            <a:gdLst/>
            <a:ahLst/>
            <a:cxnLst/>
            <a:rect l="l" t="t" r="r" b="b"/>
            <a:pathLst>
              <a:path w="12103" h="59046">
                <a:moveTo>
                  <a:pt x="12103" y="59046"/>
                </a:moveTo>
                <a:lnTo>
                  <a:pt x="12020" y="58642"/>
                </a:lnTo>
                <a:lnTo>
                  <a:pt x="11769" y="57416"/>
                </a:lnTo>
                <a:lnTo>
                  <a:pt x="11349" y="55369"/>
                </a:lnTo>
                <a:lnTo>
                  <a:pt x="10761" y="52501"/>
                </a:lnTo>
                <a:lnTo>
                  <a:pt x="10005" y="48812"/>
                </a:lnTo>
                <a:lnTo>
                  <a:pt x="9081" y="44302"/>
                </a:lnTo>
                <a:lnTo>
                  <a:pt x="7988" y="38971"/>
                </a:lnTo>
                <a:lnTo>
                  <a:pt x="6727" y="32819"/>
                </a:lnTo>
                <a:lnTo>
                  <a:pt x="5298" y="25846"/>
                </a:lnTo>
                <a:lnTo>
                  <a:pt x="3700" y="18052"/>
                </a:lnTo>
                <a:lnTo>
                  <a:pt x="1935" y="9436"/>
                </a:lnTo>
                <a:lnTo>
                  <a:pt x="0" y="0"/>
                </a:lnTo>
              </a:path>
            </a:pathLst>
          </a:custGeom>
          <a:noFill/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23"/>
          <p:cNvSpPr/>
          <p:nvPr/>
        </p:nvSpPr>
        <p:spPr>
          <a:xfrm>
            <a:off x="7905374" y="1375157"/>
            <a:ext cx="111972" cy="123447"/>
          </a:xfrm>
          <a:custGeom>
            <a:avLst/>
            <a:gdLst/>
            <a:ahLst/>
            <a:cxnLst/>
            <a:rect l="l" t="t" r="r" b="b"/>
            <a:pathLst>
              <a:path w="111972" h="123447">
                <a:moveTo>
                  <a:pt x="111972" y="0"/>
                </a:moveTo>
                <a:lnTo>
                  <a:pt x="78936" y="123447"/>
                </a:lnTo>
                <a:lnTo>
                  <a:pt x="0" y="22950"/>
                </a:lnTo>
                <a:lnTo>
                  <a:pt x="111972" y="0"/>
                </a:lnTo>
                <a:close/>
              </a:path>
            </a:pathLst>
          </a:custGeom>
          <a:solidFill>
            <a:srgbClr val="0ABAB5"/>
          </a:solidFill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24"/>
          <p:cNvSpPr/>
          <p:nvPr/>
        </p:nvSpPr>
        <p:spPr>
          <a:xfrm>
            <a:off x="7936639" y="1558026"/>
            <a:ext cx="59896" cy="1277"/>
          </a:xfrm>
          <a:custGeom>
            <a:avLst/>
            <a:gdLst/>
            <a:ahLst/>
            <a:cxnLst/>
            <a:rect l="l" t="t" r="r" b="b"/>
            <a:pathLst>
              <a:path w="59896" h="1277">
                <a:moveTo>
                  <a:pt x="59896" y="0"/>
                </a:moveTo>
                <a:lnTo>
                  <a:pt x="59513" y="8"/>
                </a:lnTo>
                <a:lnTo>
                  <a:pt x="58293" y="34"/>
                </a:lnTo>
                <a:lnTo>
                  <a:pt x="56234" y="78"/>
                </a:lnTo>
                <a:lnTo>
                  <a:pt x="53338" y="139"/>
                </a:lnTo>
                <a:lnTo>
                  <a:pt x="49604" y="219"/>
                </a:lnTo>
                <a:lnTo>
                  <a:pt x="45031" y="316"/>
                </a:lnTo>
                <a:lnTo>
                  <a:pt x="39621" y="432"/>
                </a:lnTo>
                <a:lnTo>
                  <a:pt x="33373" y="565"/>
                </a:lnTo>
                <a:lnTo>
                  <a:pt x="26287" y="716"/>
                </a:lnTo>
                <a:lnTo>
                  <a:pt x="18363" y="885"/>
                </a:lnTo>
                <a:lnTo>
                  <a:pt x="9600" y="1072"/>
                </a:lnTo>
                <a:lnTo>
                  <a:pt x="0" y="1277"/>
                </a:lnTo>
              </a:path>
            </a:pathLst>
          </a:custGeom>
          <a:noFill/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25"/>
          <p:cNvSpPr/>
          <p:nvPr/>
        </p:nvSpPr>
        <p:spPr>
          <a:xfrm>
            <a:off x="7821147" y="1504603"/>
            <a:ext cx="115492" cy="114274"/>
          </a:xfrm>
          <a:custGeom>
            <a:avLst/>
            <a:gdLst/>
            <a:ahLst/>
            <a:cxnLst/>
            <a:rect l="l" t="t" r="r" b="b"/>
            <a:pathLst>
              <a:path w="115492" h="114274">
                <a:moveTo>
                  <a:pt x="0" y="0"/>
                </a:moveTo>
                <a:lnTo>
                  <a:pt x="115492" y="54700"/>
                </a:lnTo>
                <a:lnTo>
                  <a:pt x="2437" y="114274"/>
                </a:lnTo>
                <a:lnTo>
                  <a:pt x="0" y="0"/>
                </a:lnTo>
                <a:close/>
              </a:path>
            </a:pathLst>
          </a:custGeom>
          <a:solidFill>
            <a:srgbClr val="0ABAB5"/>
          </a:solidFill>
          <a:ln w="539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26"/>
          <p:cNvSpPr/>
          <p:nvPr/>
        </p:nvSpPr>
        <p:spPr>
          <a:xfrm>
            <a:off x="2570663" y="2239042"/>
            <a:ext cx="6289104" cy="1694200"/>
          </a:xfrm>
          <a:custGeom>
            <a:avLst/>
            <a:gdLst/>
            <a:ahLst/>
            <a:cxnLst/>
            <a:rect l="l" t="t" r="r" b="b"/>
            <a:pathLst>
              <a:path w="6289104" h="1694200">
                <a:moveTo>
                  <a:pt x="0" y="1694200"/>
                </a:moveTo>
                <a:lnTo>
                  <a:pt x="1623207" y="1435135"/>
                </a:lnTo>
                <a:lnTo>
                  <a:pt x="1744932" y="1407401"/>
                </a:lnTo>
                <a:lnTo>
                  <a:pt x="1843764" y="1376502"/>
                </a:lnTo>
                <a:lnTo>
                  <a:pt x="1943602" y="1335666"/>
                </a:lnTo>
                <a:lnTo>
                  <a:pt x="2044549" y="1286020"/>
                </a:lnTo>
                <a:lnTo>
                  <a:pt x="2345469" y="1131763"/>
                </a:lnTo>
                <a:lnTo>
                  <a:pt x="2470071" y="1077989"/>
                </a:lnTo>
                <a:lnTo>
                  <a:pt x="2637086" y="1015593"/>
                </a:lnTo>
                <a:lnTo>
                  <a:pt x="2848241" y="946956"/>
                </a:lnTo>
                <a:lnTo>
                  <a:pt x="3137031" y="862305"/>
                </a:lnTo>
                <a:lnTo>
                  <a:pt x="4278571" y="535802"/>
                </a:lnTo>
                <a:lnTo>
                  <a:pt x="4455209" y="473947"/>
                </a:lnTo>
                <a:lnTo>
                  <a:pt x="4561823" y="430923"/>
                </a:lnTo>
                <a:lnTo>
                  <a:pt x="4630551" y="396365"/>
                </a:lnTo>
                <a:lnTo>
                  <a:pt x="4708107" y="347908"/>
                </a:lnTo>
                <a:lnTo>
                  <a:pt x="4870872" y="245662"/>
                </a:lnTo>
                <a:lnTo>
                  <a:pt x="4942723" y="208611"/>
                </a:lnTo>
                <a:lnTo>
                  <a:pt x="5015881" y="179827"/>
                </a:lnTo>
                <a:lnTo>
                  <a:pt x="5089976" y="159335"/>
                </a:lnTo>
                <a:lnTo>
                  <a:pt x="5182751" y="141891"/>
                </a:lnTo>
                <a:lnTo>
                  <a:pt x="5367233" y="116745"/>
                </a:lnTo>
                <a:lnTo>
                  <a:pt x="6289104" y="0"/>
                </a:lnTo>
              </a:path>
            </a:pathLst>
          </a:custGeom>
          <a:noFill/>
          <a:ln w="126999">
            <a:solidFill>
              <a:srgbClr val="FFFF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27"/>
          <p:cNvSpPr/>
          <p:nvPr/>
        </p:nvSpPr>
        <p:spPr>
          <a:xfrm>
            <a:off x="2570663" y="2239042"/>
            <a:ext cx="6289104" cy="1694200"/>
          </a:xfrm>
          <a:custGeom>
            <a:avLst/>
            <a:gdLst/>
            <a:ahLst/>
            <a:cxnLst/>
            <a:rect l="l" t="t" r="r" b="b"/>
            <a:pathLst>
              <a:path w="6289104" h="1694200">
                <a:moveTo>
                  <a:pt x="0" y="1694200"/>
                </a:moveTo>
                <a:lnTo>
                  <a:pt x="1623207" y="1435135"/>
                </a:lnTo>
                <a:lnTo>
                  <a:pt x="1744932" y="1407401"/>
                </a:lnTo>
                <a:lnTo>
                  <a:pt x="1843764" y="1376502"/>
                </a:lnTo>
                <a:lnTo>
                  <a:pt x="1943602" y="1335666"/>
                </a:lnTo>
                <a:lnTo>
                  <a:pt x="2044549" y="1286020"/>
                </a:lnTo>
                <a:lnTo>
                  <a:pt x="2345469" y="1131763"/>
                </a:lnTo>
                <a:lnTo>
                  <a:pt x="2470071" y="1077989"/>
                </a:lnTo>
                <a:lnTo>
                  <a:pt x="2637086" y="1015593"/>
                </a:lnTo>
                <a:lnTo>
                  <a:pt x="2848241" y="946956"/>
                </a:lnTo>
                <a:lnTo>
                  <a:pt x="3137031" y="862305"/>
                </a:lnTo>
                <a:lnTo>
                  <a:pt x="4278571" y="535802"/>
                </a:lnTo>
                <a:lnTo>
                  <a:pt x="4455209" y="473947"/>
                </a:lnTo>
                <a:lnTo>
                  <a:pt x="4561823" y="430923"/>
                </a:lnTo>
                <a:lnTo>
                  <a:pt x="4630551" y="396365"/>
                </a:lnTo>
                <a:lnTo>
                  <a:pt x="4708107" y="347908"/>
                </a:lnTo>
                <a:lnTo>
                  <a:pt x="4870872" y="245662"/>
                </a:lnTo>
                <a:lnTo>
                  <a:pt x="4942723" y="208611"/>
                </a:lnTo>
                <a:lnTo>
                  <a:pt x="5015881" y="179827"/>
                </a:lnTo>
                <a:lnTo>
                  <a:pt x="5089976" y="159335"/>
                </a:lnTo>
                <a:lnTo>
                  <a:pt x="5182751" y="141891"/>
                </a:lnTo>
                <a:lnTo>
                  <a:pt x="5367233" y="116745"/>
                </a:lnTo>
                <a:lnTo>
                  <a:pt x="6289104" y="0"/>
                </a:lnTo>
              </a:path>
            </a:pathLst>
          </a:custGeom>
          <a:noFill/>
          <a:ln w="8254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8"/>
          <p:cNvSpPr/>
          <p:nvPr/>
        </p:nvSpPr>
        <p:spPr>
          <a:xfrm>
            <a:off x="3868457" y="3725582"/>
            <a:ext cx="18809" cy="2984"/>
          </a:xfrm>
          <a:custGeom>
            <a:avLst/>
            <a:gdLst/>
            <a:ahLst/>
            <a:cxnLst/>
            <a:rect l="l" t="t" r="r" b="b"/>
            <a:pathLst>
              <a:path w="18809" h="2984">
                <a:moveTo>
                  <a:pt x="2558" y="2578"/>
                </a:moveTo>
                <a:lnTo>
                  <a:pt x="7701" y="1762"/>
                </a:lnTo>
                <a:lnTo>
                  <a:pt x="11870" y="1101"/>
                </a:lnTo>
                <a:lnTo>
                  <a:pt x="15066" y="594"/>
                </a:lnTo>
                <a:lnTo>
                  <a:pt x="17287" y="241"/>
                </a:lnTo>
                <a:lnTo>
                  <a:pt x="18535" y="43"/>
                </a:lnTo>
                <a:lnTo>
                  <a:pt x="18809" y="0"/>
                </a:lnTo>
                <a:lnTo>
                  <a:pt x="18108" y="111"/>
                </a:lnTo>
                <a:lnTo>
                  <a:pt x="16435" y="377"/>
                </a:lnTo>
                <a:lnTo>
                  <a:pt x="13787" y="797"/>
                </a:lnTo>
                <a:lnTo>
                  <a:pt x="10165" y="1372"/>
                </a:lnTo>
                <a:lnTo>
                  <a:pt x="5570" y="2101"/>
                </a:lnTo>
                <a:lnTo>
                  <a:pt x="0" y="2984"/>
                </a:lnTo>
              </a:path>
            </a:pathLst>
          </a:custGeom>
          <a:noFill/>
          <a:ln w="63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9"/>
          <p:cNvSpPr/>
          <p:nvPr/>
        </p:nvSpPr>
        <p:spPr>
          <a:xfrm>
            <a:off x="3733075" y="3685753"/>
            <a:ext cx="135382" cy="125431"/>
          </a:xfrm>
          <a:custGeom>
            <a:avLst/>
            <a:gdLst/>
            <a:ahLst/>
            <a:cxnLst/>
            <a:rect l="l" t="t" r="r" b="b"/>
            <a:pathLst>
              <a:path w="135382" h="125431">
                <a:moveTo>
                  <a:pt x="0" y="0"/>
                </a:moveTo>
                <a:lnTo>
                  <a:pt x="135382" y="42813"/>
                </a:lnTo>
                <a:lnTo>
                  <a:pt x="19902" y="125431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63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30"/>
          <p:cNvSpPr/>
          <p:nvPr/>
        </p:nvSpPr>
        <p:spPr>
          <a:xfrm>
            <a:off x="6128554" y="2958408"/>
            <a:ext cx="92011" cy="25551"/>
          </a:xfrm>
          <a:custGeom>
            <a:avLst/>
            <a:gdLst/>
            <a:ahLst/>
            <a:cxnLst/>
            <a:rect l="l" t="t" r="r" b="b"/>
            <a:pathLst>
              <a:path w="92011" h="25551">
                <a:moveTo>
                  <a:pt x="0" y="25551"/>
                </a:moveTo>
                <a:lnTo>
                  <a:pt x="12893" y="21970"/>
                </a:lnTo>
                <a:lnTo>
                  <a:pt x="24836" y="18654"/>
                </a:lnTo>
                <a:lnTo>
                  <a:pt x="35829" y="15601"/>
                </a:lnTo>
                <a:lnTo>
                  <a:pt x="45871" y="12812"/>
                </a:lnTo>
                <a:lnTo>
                  <a:pt x="54964" y="10287"/>
                </a:lnTo>
                <a:lnTo>
                  <a:pt x="63107" y="8026"/>
                </a:lnTo>
                <a:lnTo>
                  <a:pt x="70299" y="6029"/>
                </a:lnTo>
                <a:lnTo>
                  <a:pt x="76542" y="4295"/>
                </a:lnTo>
                <a:lnTo>
                  <a:pt x="81834" y="2826"/>
                </a:lnTo>
                <a:lnTo>
                  <a:pt x="86176" y="1620"/>
                </a:lnTo>
                <a:lnTo>
                  <a:pt x="89568" y="678"/>
                </a:lnTo>
                <a:lnTo>
                  <a:pt x="92011" y="0"/>
                </a:lnTo>
              </a:path>
            </a:pathLst>
          </a:custGeom>
          <a:noFill/>
          <a:ln w="63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31"/>
          <p:cNvSpPr/>
          <p:nvPr/>
        </p:nvSpPr>
        <p:spPr>
          <a:xfrm>
            <a:off x="6081204" y="2931205"/>
            <a:ext cx="139361" cy="122369"/>
          </a:xfrm>
          <a:custGeom>
            <a:avLst/>
            <a:gdLst/>
            <a:ahLst/>
            <a:cxnLst/>
            <a:rect l="l" t="t" r="r" b="b"/>
            <a:pathLst>
              <a:path w="139361" h="122369">
                <a:moveTo>
                  <a:pt x="0" y="0"/>
                </a:moveTo>
                <a:lnTo>
                  <a:pt x="139361" y="27203"/>
                </a:lnTo>
                <a:lnTo>
                  <a:pt x="33982" y="122369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63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32"/>
          <p:cNvSpPr/>
          <p:nvPr/>
        </p:nvSpPr>
        <p:spPr>
          <a:xfrm>
            <a:off x="7951203" y="2347617"/>
            <a:ext cx="51088" cy="6481"/>
          </a:xfrm>
          <a:custGeom>
            <a:avLst/>
            <a:gdLst/>
            <a:ahLst/>
            <a:cxnLst/>
            <a:rect l="l" t="t" r="r" b="b"/>
            <a:pathLst>
              <a:path w="51088" h="6481">
                <a:moveTo>
                  <a:pt x="49567" y="193"/>
                </a:moveTo>
                <a:lnTo>
                  <a:pt x="50816" y="34"/>
                </a:lnTo>
                <a:lnTo>
                  <a:pt x="51088" y="0"/>
                </a:lnTo>
                <a:lnTo>
                  <a:pt x="50381" y="90"/>
                </a:lnTo>
                <a:lnTo>
                  <a:pt x="48696" y="303"/>
                </a:lnTo>
                <a:lnTo>
                  <a:pt x="46032" y="641"/>
                </a:lnTo>
                <a:lnTo>
                  <a:pt x="42391" y="1103"/>
                </a:lnTo>
                <a:lnTo>
                  <a:pt x="37771" y="1689"/>
                </a:lnTo>
                <a:lnTo>
                  <a:pt x="32173" y="2400"/>
                </a:lnTo>
                <a:lnTo>
                  <a:pt x="25597" y="3234"/>
                </a:lnTo>
                <a:lnTo>
                  <a:pt x="18043" y="4192"/>
                </a:lnTo>
                <a:lnTo>
                  <a:pt x="9511" y="5275"/>
                </a:lnTo>
                <a:lnTo>
                  <a:pt x="0" y="6481"/>
                </a:lnTo>
              </a:path>
            </a:pathLst>
          </a:custGeom>
          <a:noFill/>
          <a:ln w="63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33"/>
          <p:cNvSpPr/>
          <p:nvPr/>
        </p:nvSpPr>
        <p:spPr>
          <a:xfrm>
            <a:off x="7817221" y="2307087"/>
            <a:ext cx="133982" cy="125990"/>
          </a:xfrm>
          <a:custGeom>
            <a:avLst/>
            <a:gdLst/>
            <a:ahLst/>
            <a:cxnLst/>
            <a:rect l="l" t="t" r="r" b="b"/>
            <a:pathLst>
              <a:path w="133982" h="125990">
                <a:moveTo>
                  <a:pt x="0" y="0"/>
                </a:moveTo>
                <a:lnTo>
                  <a:pt x="133982" y="47011"/>
                </a:lnTo>
                <a:lnTo>
                  <a:pt x="15984" y="125990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6349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path 34"/>
          <p:cNvSpPr/>
          <p:nvPr/>
        </p:nvSpPr>
        <p:spPr>
          <a:xfrm>
            <a:off x="1262971" y="752409"/>
            <a:ext cx="686012" cy="2072566"/>
          </a:xfrm>
          <a:custGeom>
            <a:avLst/>
            <a:gdLst/>
            <a:ahLst/>
            <a:cxnLst/>
            <a:rect l="l" t="t" r="r" b="b"/>
            <a:pathLst>
              <a:path w="686012" h="2072566">
                <a:moveTo>
                  <a:pt x="0" y="0"/>
                </a:moveTo>
                <a:lnTo>
                  <a:pt x="57892" y="174902"/>
                </a:lnTo>
                <a:lnTo>
                  <a:pt x="115653" y="349406"/>
                </a:lnTo>
                <a:lnTo>
                  <a:pt x="173281" y="523512"/>
                </a:lnTo>
                <a:lnTo>
                  <a:pt x="230778" y="697221"/>
                </a:lnTo>
                <a:lnTo>
                  <a:pt x="288143" y="870532"/>
                </a:lnTo>
                <a:lnTo>
                  <a:pt x="345377" y="1043444"/>
                </a:lnTo>
                <a:lnTo>
                  <a:pt x="402479" y="1215959"/>
                </a:lnTo>
                <a:lnTo>
                  <a:pt x="459449" y="1388076"/>
                </a:lnTo>
                <a:lnTo>
                  <a:pt x="516287" y="1559796"/>
                </a:lnTo>
                <a:lnTo>
                  <a:pt x="572994" y="1731117"/>
                </a:lnTo>
                <a:lnTo>
                  <a:pt x="629569" y="1902041"/>
                </a:lnTo>
                <a:lnTo>
                  <a:pt x="686012" y="2072566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path 35"/>
          <p:cNvSpPr/>
          <p:nvPr/>
        </p:nvSpPr>
        <p:spPr>
          <a:xfrm>
            <a:off x="1877848" y="2725206"/>
            <a:ext cx="85603" cy="99769"/>
          </a:xfrm>
          <a:custGeom>
            <a:avLst/>
            <a:gdLst/>
            <a:ahLst/>
            <a:cxnLst/>
            <a:rect l="l" t="t" r="r" b="b"/>
            <a:pathLst>
              <a:path w="85603" h="99769">
                <a:moveTo>
                  <a:pt x="85603" y="0"/>
                </a:moveTo>
                <a:lnTo>
                  <a:pt x="71135" y="99769"/>
                </a:lnTo>
                <a:lnTo>
                  <a:pt x="0" y="28334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36"/>
          <p:cNvSpPr/>
          <p:nvPr/>
        </p:nvSpPr>
        <p:spPr>
          <a:xfrm>
            <a:off x="576339" y="372683"/>
            <a:ext cx="1222387" cy="303621"/>
          </a:xfrm>
          <a:custGeom>
            <a:avLst/>
            <a:gdLst/>
            <a:ahLst/>
            <a:cxnLst/>
            <a:rect l="l" t="t" r="r" b="b"/>
            <a:pathLst>
              <a:path w="1222387" h="303621">
                <a:moveTo>
                  <a:pt x="51848" y="303621"/>
                </a:moveTo>
                <a:lnTo>
                  <a:pt x="1170539" y="303621"/>
                </a:lnTo>
                <a:lnTo>
                  <a:pt x="1178820" y="303261"/>
                </a:lnTo>
                <a:lnTo>
                  <a:pt x="1186381" y="302181"/>
                </a:lnTo>
                <a:lnTo>
                  <a:pt x="1193222" y="300381"/>
                </a:lnTo>
                <a:lnTo>
                  <a:pt x="1199343" y="297861"/>
                </a:lnTo>
                <a:lnTo>
                  <a:pt x="1204744" y="294620"/>
                </a:lnTo>
                <a:lnTo>
                  <a:pt x="1209425" y="290660"/>
                </a:lnTo>
                <a:lnTo>
                  <a:pt x="1213385" y="285979"/>
                </a:lnTo>
                <a:lnTo>
                  <a:pt x="1216626" y="280578"/>
                </a:lnTo>
                <a:lnTo>
                  <a:pt x="1219146" y="274457"/>
                </a:lnTo>
                <a:lnTo>
                  <a:pt x="1220947" y="267616"/>
                </a:lnTo>
                <a:lnTo>
                  <a:pt x="1222027" y="260055"/>
                </a:lnTo>
                <a:lnTo>
                  <a:pt x="1222387" y="251774"/>
                </a:lnTo>
                <a:lnTo>
                  <a:pt x="1222387" y="51848"/>
                </a:lnTo>
                <a:lnTo>
                  <a:pt x="1222027" y="43567"/>
                </a:lnTo>
                <a:lnTo>
                  <a:pt x="1220947" y="36006"/>
                </a:lnTo>
                <a:lnTo>
                  <a:pt x="1219146" y="29165"/>
                </a:lnTo>
                <a:lnTo>
                  <a:pt x="1216626" y="23044"/>
                </a:lnTo>
                <a:lnTo>
                  <a:pt x="1213385" y="17643"/>
                </a:lnTo>
                <a:lnTo>
                  <a:pt x="1209425" y="12962"/>
                </a:lnTo>
                <a:lnTo>
                  <a:pt x="1204744" y="9001"/>
                </a:lnTo>
                <a:lnTo>
                  <a:pt x="1199343" y="5761"/>
                </a:lnTo>
                <a:lnTo>
                  <a:pt x="1193222" y="3240"/>
                </a:lnTo>
                <a:lnTo>
                  <a:pt x="1186381" y="1440"/>
                </a:lnTo>
                <a:lnTo>
                  <a:pt x="1178820" y="360"/>
                </a:lnTo>
                <a:lnTo>
                  <a:pt x="1170539" y="0"/>
                </a:lnTo>
                <a:lnTo>
                  <a:pt x="51848" y="0"/>
                </a:lnTo>
                <a:lnTo>
                  <a:pt x="43566" y="360"/>
                </a:lnTo>
                <a:lnTo>
                  <a:pt x="36005" y="1440"/>
                </a:lnTo>
                <a:lnTo>
                  <a:pt x="29164" y="3240"/>
                </a:lnTo>
                <a:lnTo>
                  <a:pt x="23043" y="5761"/>
                </a:lnTo>
                <a:lnTo>
                  <a:pt x="17643" y="9001"/>
                </a:lnTo>
                <a:lnTo>
                  <a:pt x="12962" y="12962"/>
                </a:lnTo>
                <a:lnTo>
                  <a:pt x="9001" y="17643"/>
                </a:lnTo>
                <a:lnTo>
                  <a:pt x="5761" y="23044"/>
                </a:lnTo>
                <a:lnTo>
                  <a:pt x="3240" y="29165"/>
                </a:lnTo>
                <a:lnTo>
                  <a:pt x="1440" y="36006"/>
                </a:lnTo>
                <a:lnTo>
                  <a:pt x="360" y="43567"/>
                </a:lnTo>
                <a:lnTo>
                  <a:pt x="0" y="51848"/>
                </a:lnTo>
                <a:lnTo>
                  <a:pt x="0" y="251774"/>
                </a:lnTo>
                <a:lnTo>
                  <a:pt x="360" y="260055"/>
                </a:lnTo>
                <a:lnTo>
                  <a:pt x="1440" y="267616"/>
                </a:lnTo>
                <a:lnTo>
                  <a:pt x="3240" y="274457"/>
                </a:lnTo>
                <a:lnTo>
                  <a:pt x="5761" y="280578"/>
                </a:lnTo>
                <a:lnTo>
                  <a:pt x="9001" y="285979"/>
                </a:lnTo>
                <a:lnTo>
                  <a:pt x="12962" y="290660"/>
                </a:lnTo>
                <a:lnTo>
                  <a:pt x="17643" y="294620"/>
                </a:lnTo>
                <a:lnTo>
                  <a:pt x="23043" y="297861"/>
                </a:lnTo>
                <a:lnTo>
                  <a:pt x="29164" y="300381"/>
                </a:lnTo>
                <a:lnTo>
                  <a:pt x="36005" y="302181"/>
                </a:lnTo>
                <a:lnTo>
                  <a:pt x="43566" y="303261"/>
                </a:lnTo>
                <a:lnTo>
                  <a:pt x="51848" y="303621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31749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186" y="391785"/>
            <a:ext cx="1170631" cy="270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74" b="0" i="0">
                <a:solidFill>
                  <a:srgbClr val="2B2B2B"/>
                </a:solidFill>
                <a:latin typeface="Times New Roman"/>
              </a:rPr>
              <a:t>1  Approach</a:t>
            </a:r>
          </a:p>
        </p:txBody>
      </p:sp>
      <p:sp>
        <p:nvSpPr>
          <p:cNvPr id="40" name="Editable path 37"/>
          <p:cNvSpPr/>
          <p:nvPr/>
        </p:nvSpPr>
        <p:spPr>
          <a:xfrm>
            <a:off x="2496137" y="747273"/>
            <a:ext cx="1097325" cy="1917755"/>
          </a:xfrm>
          <a:custGeom>
            <a:avLst/>
            <a:gdLst/>
            <a:ahLst/>
            <a:cxnLst/>
            <a:rect l="l" t="t" r="r" b="b"/>
            <a:pathLst>
              <a:path w="1097325" h="1917755">
                <a:moveTo>
                  <a:pt x="1097325" y="0"/>
                </a:moveTo>
                <a:lnTo>
                  <a:pt x="1004737" y="161813"/>
                </a:lnTo>
                <a:lnTo>
                  <a:pt x="912356" y="323263"/>
                </a:lnTo>
                <a:lnTo>
                  <a:pt x="820184" y="484349"/>
                </a:lnTo>
                <a:lnTo>
                  <a:pt x="728220" y="645071"/>
                </a:lnTo>
                <a:lnTo>
                  <a:pt x="636464" y="805430"/>
                </a:lnTo>
                <a:lnTo>
                  <a:pt x="544916" y="965425"/>
                </a:lnTo>
                <a:lnTo>
                  <a:pt x="453577" y="1125056"/>
                </a:lnTo>
                <a:lnTo>
                  <a:pt x="362445" y="1284323"/>
                </a:lnTo>
                <a:lnTo>
                  <a:pt x="271522" y="1443227"/>
                </a:lnTo>
                <a:lnTo>
                  <a:pt x="180806" y="1601767"/>
                </a:lnTo>
                <a:lnTo>
                  <a:pt x="90299" y="1759943"/>
                </a:lnTo>
                <a:lnTo>
                  <a:pt x="0" y="1917755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path 38"/>
          <p:cNvSpPr/>
          <p:nvPr/>
        </p:nvSpPr>
        <p:spPr>
          <a:xfrm>
            <a:off x="2496137" y="2564374"/>
            <a:ext cx="83914" cy="100654"/>
          </a:xfrm>
          <a:custGeom>
            <a:avLst/>
            <a:gdLst/>
            <a:ahLst/>
            <a:cxnLst/>
            <a:rect l="l" t="t" r="r" b="b"/>
            <a:pathLst>
              <a:path w="83914" h="100654">
                <a:moveTo>
                  <a:pt x="83914" y="44782"/>
                </a:moveTo>
                <a:lnTo>
                  <a:pt x="0" y="100654"/>
                </a:lnTo>
                <a:lnTo>
                  <a:pt x="5650" y="0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39"/>
          <p:cNvSpPr/>
          <p:nvPr/>
        </p:nvSpPr>
        <p:spPr>
          <a:xfrm>
            <a:off x="3285855" y="372683"/>
            <a:ext cx="870160" cy="303621"/>
          </a:xfrm>
          <a:custGeom>
            <a:avLst/>
            <a:gdLst/>
            <a:ahLst/>
            <a:cxnLst/>
            <a:rect l="l" t="t" r="r" b="b"/>
            <a:pathLst>
              <a:path w="870160" h="303621">
                <a:moveTo>
                  <a:pt x="51847" y="303621"/>
                </a:moveTo>
                <a:lnTo>
                  <a:pt x="818312" y="303621"/>
                </a:lnTo>
                <a:lnTo>
                  <a:pt x="826594" y="303261"/>
                </a:lnTo>
                <a:lnTo>
                  <a:pt x="834155" y="302181"/>
                </a:lnTo>
                <a:lnTo>
                  <a:pt x="840996" y="300381"/>
                </a:lnTo>
                <a:lnTo>
                  <a:pt x="847117" y="297861"/>
                </a:lnTo>
                <a:lnTo>
                  <a:pt x="852517" y="294620"/>
                </a:lnTo>
                <a:lnTo>
                  <a:pt x="857198" y="290660"/>
                </a:lnTo>
                <a:lnTo>
                  <a:pt x="861159" y="285979"/>
                </a:lnTo>
                <a:lnTo>
                  <a:pt x="864399" y="280578"/>
                </a:lnTo>
                <a:lnTo>
                  <a:pt x="866919" y="274457"/>
                </a:lnTo>
                <a:lnTo>
                  <a:pt x="868720" y="267616"/>
                </a:lnTo>
                <a:lnTo>
                  <a:pt x="869800" y="260055"/>
                </a:lnTo>
                <a:lnTo>
                  <a:pt x="870160" y="251774"/>
                </a:lnTo>
                <a:lnTo>
                  <a:pt x="870160" y="51848"/>
                </a:lnTo>
                <a:lnTo>
                  <a:pt x="869800" y="43567"/>
                </a:lnTo>
                <a:lnTo>
                  <a:pt x="868720" y="36006"/>
                </a:lnTo>
                <a:lnTo>
                  <a:pt x="866919" y="29165"/>
                </a:lnTo>
                <a:lnTo>
                  <a:pt x="864399" y="23044"/>
                </a:lnTo>
                <a:lnTo>
                  <a:pt x="861159" y="17643"/>
                </a:lnTo>
                <a:lnTo>
                  <a:pt x="857198" y="12962"/>
                </a:lnTo>
                <a:lnTo>
                  <a:pt x="852517" y="9001"/>
                </a:lnTo>
                <a:lnTo>
                  <a:pt x="847117" y="5761"/>
                </a:lnTo>
                <a:lnTo>
                  <a:pt x="840996" y="3240"/>
                </a:lnTo>
                <a:lnTo>
                  <a:pt x="834155" y="1440"/>
                </a:lnTo>
                <a:lnTo>
                  <a:pt x="826594" y="360"/>
                </a:lnTo>
                <a:lnTo>
                  <a:pt x="818312" y="0"/>
                </a:lnTo>
                <a:lnTo>
                  <a:pt x="51847" y="0"/>
                </a:lnTo>
                <a:lnTo>
                  <a:pt x="43566" y="360"/>
                </a:lnTo>
                <a:lnTo>
                  <a:pt x="36005" y="1440"/>
                </a:lnTo>
                <a:lnTo>
                  <a:pt x="29164" y="3240"/>
                </a:lnTo>
                <a:lnTo>
                  <a:pt x="23043" y="5761"/>
                </a:lnTo>
                <a:lnTo>
                  <a:pt x="17642" y="9001"/>
                </a:lnTo>
                <a:lnTo>
                  <a:pt x="12962" y="12962"/>
                </a:lnTo>
                <a:lnTo>
                  <a:pt x="9001" y="17643"/>
                </a:lnTo>
                <a:lnTo>
                  <a:pt x="5761" y="23044"/>
                </a:lnTo>
                <a:lnTo>
                  <a:pt x="3240" y="29165"/>
                </a:lnTo>
                <a:lnTo>
                  <a:pt x="1440" y="36006"/>
                </a:lnTo>
                <a:lnTo>
                  <a:pt x="360" y="43567"/>
                </a:lnTo>
                <a:lnTo>
                  <a:pt x="0" y="51848"/>
                </a:lnTo>
                <a:lnTo>
                  <a:pt x="0" y="251774"/>
                </a:lnTo>
                <a:lnTo>
                  <a:pt x="360" y="260055"/>
                </a:lnTo>
                <a:lnTo>
                  <a:pt x="1440" y="267616"/>
                </a:lnTo>
                <a:lnTo>
                  <a:pt x="3240" y="274457"/>
                </a:lnTo>
                <a:lnTo>
                  <a:pt x="5761" y="280578"/>
                </a:lnTo>
                <a:lnTo>
                  <a:pt x="9001" y="285979"/>
                </a:lnTo>
                <a:lnTo>
                  <a:pt x="12962" y="290660"/>
                </a:lnTo>
                <a:lnTo>
                  <a:pt x="17642" y="294620"/>
                </a:lnTo>
                <a:lnTo>
                  <a:pt x="23043" y="297861"/>
                </a:lnTo>
                <a:lnTo>
                  <a:pt x="29164" y="300381"/>
                </a:lnTo>
                <a:lnTo>
                  <a:pt x="36005" y="302181"/>
                </a:lnTo>
                <a:lnTo>
                  <a:pt x="43566" y="303261"/>
                </a:lnTo>
                <a:lnTo>
                  <a:pt x="51847" y="303621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31749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702" y="391785"/>
            <a:ext cx="820096" cy="270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74" b="0" i="0">
                <a:solidFill>
                  <a:srgbClr val="2B2B2B"/>
                </a:solidFill>
                <a:latin typeface="Times New Roman"/>
              </a:rPr>
              <a:t>2  Grasp</a:t>
            </a:r>
          </a:p>
        </p:txBody>
      </p:sp>
      <p:sp>
        <p:nvSpPr>
          <p:cNvPr id="44" name="Editable path 40"/>
          <p:cNvSpPr/>
          <p:nvPr/>
        </p:nvSpPr>
        <p:spPr>
          <a:xfrm>
            <a:off x="883568" y="3528548"/>
            <a:ext cx="1490816" cy="500540"/>
          </a:xfrm>
          <a:custGeom>
            <a:avLst/>
            <a:gdLst/>
            <a:ahLst/>
            <a:cxnLst/>
            <a:rect l="l" t="t" r="r" b="b"/>
            <a:pathLst>
              <a:path w="1490816" h="500540">
                <a:moveTo>
                  <a:pt x="0" y="500540"/>
                </a:moveTo>
                <a:lnTo>
                  <a:pt x="126419" y="458095"/>
                </a:lnTo>
                <a:lnTo>
                  <a:pt x="252442" y="415783"/>
                </a:lnTo>
                <a:lnTo>
                  <a:pt x="378067" y="373604"/>
                </a:lnTo>
                <a:lnTo>
                  <a:pt x="503295" y="331559"/>
                </a:lnTo>
                <a:lnTo>
                  <a:pt x="628125" y="289647"/>
                </a:lnTo>
                <a:lnTo>
                  <a:pt x="752559" y="247869"/>
                </a:lnTo>
                <a:lnTo>
                  <a:pt x="876595" y="206224"/>
                </a:lnTo>
                <a:lnTo>
                  <a:pt x="1000233" y="164712"/>
                </a:lnTo>
                <a:lnTo>
                  <a:pt x="1123475" y="123334"/>
                </a:lnTo>
                <a:lnTo>
                  <a:pt x="1246319" y="82089"/>
                </a:lnTo>
                <a:lnTo>
                  <a:pt x="1368766" y="40978"/>
                </a:lnTo>
                <a:lnTo>
                  <a:pt x="1490816" y="0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41"/>
          <p:cNvSpPr/>
          <p:nvPr/>
        </p:nvSpPr>
        <p:spPr>
          <a:xfrm>
            <a:off x="2274553" y="3514507"/>
            <a:ext cx="99831" cy="85481"/>
          </a:xfrm>
          <a:custGeom>
            <a:avLst/>
            <a:gdLst/>
            <a:ahLst/>
            <a:cxnLst/>
            <a:rect l="l" t="t" r="r" b="b"/>
            <a:pathLst>
              <a:path w="99831" h="85481">
                <a:moveTo>
                  <a:pt x="0" y="0"/>
                </a:moveTo>
                <a:lnTo>
                  <a:pt x="99831" y="14041"/>
                </a:lnTo>
                <a:lnTo>
                  <a:pt x="28700" y="85481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path 42"/>
          <p:cNvSpPr/>
          <p:nvPr/>
        </p:nvSpPr>
        <p:spPr>
          <a:xfrm>
            <a:off x="140144" y="4014449"/>
            <a:ext cx="669738" cy="303622"/>
          </a:xfrm>
          <a:custGeom>
            <a:avLst/>
            <a:gdLst/>
            <a:ahLst/>
            <a:cxnLst/>
            <a:rect l="l" t="t" r="r" b="b"/>
            <a:pathLst>
              <a:path w="669738" h="303622">
                <a:moveTo>
                  <a:pt x="51847" y="303622"/>
                </a:moveTo>
                <a:lnTo>
                  <a:pt x="617890" y="303622"/>
                </a:lnTo>
                <a:lnTo>
                  <a:pt x="626172" y="303262"/>
                </a:lnTo>
                <a:lnTo>
                  <a:pt x="633733" y="302181"/>
                </a:lnTo>
                <a:lnTo>
                  <a:pt x="640574" y="300381"/>
                </a:lnTo>
                <a:lnTo>
                  <a:pt x="646695" y="297861"/>
                </a:lnTo>
                <a:lnTo>
                  <a:pt x="652096" y="294620"/>
                </a:lnTo>
                <a:lnTo>
                  <a:pt x="656776" y="290660"/>
                </a:lnTo>
                <a:lnTo>
                  <a:pt x="660737" y="285979"/>
                </a:lnTo>
                <a:lnTo>
                  <a:pt x="663977" y="280578"/>
                </a:lnTo>
                <a:lnTo>
                  <a:pt x="666498" y="274457"/>
                </a:lnTo>
                <a:lnTo>
                  <a:pt x="668298" y="267616"/>
                </a:lnTo>
                <a:lnTo>
                  <a:pt x="669378" y="260055"/>
                </a:lnTo>
                <a:lnTo>
                  <a:pt x="669738" y="251774"/>
                </a:lnTo>
                <a:lnTo>
                  <a:pt x="669738" y="51848"/>
                </a:lnTo>
                <a:lnTo>
                  <a:pt x="669378" y="43567"/>
                </a:lnTo>
                <a:lnTo>
                  <a:pt x="668298" y="36005"/>
                </a:lnTo>
                <a:lnTo>
                  <a:pt x="666498" y="29164"/>
                </a:lnTo>
                <a:lnTo>
                  <a:pt x="663977" y="23043"/>
                </a:lnTo>
                <a:lnTo>
                  <a:pt x="660737" y="17643"/>
                </a:lnTo>
                <a:lnTo>
                  <a:pt x="656776" y="12962"/>
                </a:lnTo>
                <a:lnTo>
                  <a:pt x="652096" y="9001"/>
                </a:lnTo>
                <a:lnTo>
                  <a:pt x="646695" y="5761"/>
                </a:lnTo>
                <a:lnTo>
                  <a:pt x="640574" y="3240"/>
                </a:lnTo>
                <a:lnTo>
                  <a:pt x="633733" y="1440"/>
                </a:lnTo>
                <a:lnTo>
                  <a:pt x="626172" y="360"/>
                </a:lnTo>
                <a:lnTo>
                  <a:pt x="617890" y="0"/>
                </a:lnTo>
                <a:lnTo>
                  <a:pt x="51847" y="0"/>
                </a:lnTo>
                <a:lnTo>
                  <a:pt x="43566" y="360"/>
                </a:lnTo>
                <a:lnTo>
                  <a:pt x="36005" y="1440"/>
                </a:lnTo>
                <a:lnTo>
                  <a:pt x="29164" y="3240"/>
                </a:lnTo>
                <a:lnTo>
                  <a:pt x="23043" y="5761"/>
                </a:lnTo>
                <a:lnTo>
                  <a:pt x="17642" y="9001"/>
                </a:lnTo>
                <a:lnTo>
                  <a:pt x="12962" y="12962"/>
                </a:lnTo>
                <a:lnTo>
                  <a:pt x="9001" y="17643"/>
                </a:lnTo>
                <a:lnTo>
                  <a:pt x="5761" y="23043"/>
                </a:lnTo>
                <a:lnTo>
                  <a:pt x="3240" y="29164"/>
                </a:lnTo>
                <a:lnTo>
                  <a:pt x="1440" y="36005"/>
                </a:lnTo>
                <a:lnTo>
                  <a:pt x="360" y="43567"/>
                </a:lnTo>
                <a:lnTo>
                  <a:pt x="0" y="51848"/>
                </a:lnTo>
                <a:lnTo>
                  <a:pt x="0" y="251774"/>
                </a:lnTo>
                <a:lnTo>
                  <a:pt x="360" y="260055"/>
                </a:lnTo>
                <a:lnTo>
                  <a:pt x="1440" y="267616"/>
                </a:lnTo>
                <a:lnTo>
                  <a:pt x="3240" y="274457"/>
                </a:lnTo>
                <a:lnTo>
                  <a:pt x="5761" y="280578"/>
                </a:lnTo>
                <a:lnTo>
                  <a:pt x="9001" y="285979"/>
                </a:lnTo>
                <a:lnTo>
                  <a:pt x="12962" y="290660"/>
                </a:lnTo>
                <a:lnTo>
                  <a:pt x="17642" y="294620"/>
                </a:lnTo>
                <a:lnTo>
                  <a:pt x="23043" y="297861"/>
                </a:lnTo>
                <a:lnTo>
                  <a:pt x="29164" y="300381"/>
                </a:lnTo>
                <a:lnTo>
                  <a:pt x="36005" y="302181"/>
                </a:lnTo>
                <a:lnTo>
                  <a:pt x="43566" y="303262"/>
                </a:lnTo>
                <a:lnTo>
                  <a:pt x="51847" y="303622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31749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1991" y="4033551"/>
            <a:ext cx="619918" cy="270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74" b="0" i="0">
                <a:solidFill>
                  <a:srgbClr val="2B2B2B"/>
                </a:solidFill>
                <a:latin typeface="Times New Roman"/>
              </a:rPr>
              <a:t>3  Lift</a:t>
            </a:r>
          </a:p>
        </p:txBody>
      </p:sp>
      <p:sp>
        <p:nvSpPr>
          <p:cNvPr id="48" name="Editable path 43"/>
          <p:cNvSpPr/>
          <p:nvPr/>
        </p:nvSpPr>
        <p:spPr>
          <a:xfrm>
            <a:off x="3468156" y="3436969"/>
            <a:ext cx="667969" cy="2558539"/>
          </a:xfrm>
          <a:custGeom>
            <a:avLst/>
            <a:gdLst/>
            <a:ahLst/>
            <a:cxnLst/>
            <a:rect l="l" t="t" r="r" b="b"/>
            <a:pathLst>
              <a:path w="667969" h="2558539">
                <a:moveTo>
                  <a:pt x="667969" y="2558539"/>
                </a:moveTo>
                <a:lnTo>
                  <a:pt x="611722" y="2343097"/>
                </a:lnTo>
                <a:lnTo>
                  <a:pt x="555582" y="2128061"/>
                </a:lnTo>
                <a:lnTo>
                  <a:pt x="499547" y="1913430"/>
                </a:lnTo>
                <a:lnTo>
                  <a:pt x="443618" y="1699205"/>
                </a:lnTo>
                <a:lnTo>
                  <a:pt x="387796" y="1485385"/>
                </a:lnTo>
                <a:lnTo>
                  <a:pt x="332079" y="1271971"/>
                </a:lnTo>
                <a:lnTo>
                  <a:pt x="276467" y="1058962"/>
                </a:lnTo>
                <a:lnTo>
                  <a:pt x="220962" y="846359"/>
                </a:lnTo>
                <a:lnTo>
                  <a:pt x="165563" y="634161"/>
                </a:lnTo>
                <a:lnTo>
                  <a:pt x="110269" y="422369"/>
                </a:lnTo>
                <a:lnTo>
                  <a:pt x="55081" y="210982"/>
                </a:lnTo>
                <a:lnTo>
                  <a:pt x="0" y="0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44"/>
          <p:cNvSpPr/>
          <p:nvPr/>
        </p:nvSpPr>
        <p:spPr>
          <a:xfrm>
            <a:off x="3447310" y="3436969"/>
            <a:ext cx="87246" cy="98635"/>
          </a:xfrm>
          <a:custGeom>
            <a:avLst/>
            <a:gdLst/>
            <a:ahLst/>
            <a:cxnLst/>
            <a:rect l="l" t="t" r="r" b="b"/>
            <a:pathLst>
              <a:path w="87246" h="98635">
                <a:moveTo>
                  <a:pt x="0" y="98635"/>
                </a:moveTo>
                <a:lnTo>
                  <a:pt x="20846" y="0"/>
                </a:lnTo>
                <a:lnTo>
                  <a:pt x="87246" y="75857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45"/>
          <p:cNvSpPr/>
          <p:nvPr/>
        </p:nvSpPr>
        <p:spPr>
          <a:xfrm>
            <a:off x="3694639" y="6072838"/>
            <a:ext cx="1002618" cy="303622"/>
          </a:xfrm>
          <a:custGeom>
            <a:avLst/>
            <a:gdLst/>
            <a:ahLst/>
            <a:cxnLst/>
            <a:rect l="l" t="t" r="r" b="b"/>
            <a:pathLst>
              <a:path w="1002618" h="303622">
                <a:moveTo>
                  <a:pt x="51848" y="303622"/>
                </a:moveTo>
                <a:lnTo>
                  <a:pt x="950769" y="303622"/>
                </a:lnTo>
                <a:lnTo>
                  <a:pt x="959051" y="303262"/>
                </a:lnTo>
                <a:lnTo>
                  <a:pt x="966612" y="302182"/>
                </a:lnTo>
                <a:lnTo>
                  <a:pt x="973453" y="300381"/>
                </a:lnTo>
                <a:lnTo>
                  <a:pt x="979574" y="297861"/>
                </a:lnTo>
                <a:lnTo>
                  <a:pt x="984975" y="294620"/>
                </a:lnTo>
                <a:lnTo>
                  <a:pt x="989655" y="290660"/>
                </a:lnTo>
                <a:lnTo>
                  <a:pt x="993616" y="285979"/>
                </a:lnTo>
                <a:lnTo>
                  <a:pt x="996857" y="280578"/>
                </a:lnTo>
                <a:lnTo>
                  <a:pt x="999377" y="274457"/>
                </a:lnTo>
                <a:lnTo>
                  <a:pt x="1001177" y="267616"/>
                </a:lnTo>
                <a:lnTo>
                  <a:pt x="1002257" y="260055"/>
                </a:lnTo>
                <a:lnTo>
                  <a:pt x="1002618" y="251774"/>
                </a:lnTo>
                <a:lnTo>
                  <a:pt x="1002618" y="51848"/>
                </a:lnTo>
                <a:lnTo>
                  <a:pt x="1002257" y="43567"/>
                </a:lnTo>
                <a:lnTo>
                  <a:pt x="1001177" y="36006"/>
                </a:lnTo>
                <a:lnTo>
                  <a:pt x="999377" y="29165"/>
                </a:lnTo>
                <a:lnTo>
                  <a:pt x="996857" y="23044"/>
                </a:lnTo>
                <a:lnTo>
                  <a:pt x="993616" y="17643"/>
                </a:lnTo>
                <a:lnTo>
                  <a:pt x="989655" y="12962"/>
                </a:lnTo>
                <a:lnTo>
                  <a:pt x="984975" y="9002"/>
                </a:lnTo>
                <a:lnTo>
                  <a:pt x="979574" y="5761"/>
                </a:lnTo>
                <a:lnTo>
                  <a:pt x="973453" y="3241"/>
                </a:lnTo>
                <a:lnTo>
                  <a:pt x="966612" y="1441"/>
                </a:lnTo>
                <a:lnTo>
                  <a:pt x="959051" y="360"/>
                </a:lnTo>
                <a:lnTo>
                  <a:pt x="950769" y="0"/>
                </a:lnTo>
                <a:lnTo>
                  <a:pt x="51848" y="0"/>
                </a:lnTo>
                <a:lnTo>
                  <a:pt x="43567" y="360"/>
                </a:lnTo>
                <a:lnTo>
                  <a:pt x="36005" y="1441"/>
                </a:lnTo>
                <a:lnTo>
                  <a:pt x="29164" y="3241"/>
                </a:lnTo>
                <a:lnTo>
                  <a:pt x="23043" y="5761"/>
                </a:lnTo>
                <a:lnTo>
                  <a:pt x="17643" y="9002"/>
                </a:lnTo>
                <a:lnTo>
                  <a:pt x="12962" y="12962"/>
                </a:lnTo>
                <a:lnTo>
                  <a:pt x="9001" y="17643"/>
                </a:lnTo>
                <a:lnTo>
                  <a:pt x="5761" y="23044"/>
                </a:lnTo>
                <a:lnTo>
                  <a:pt x="3240" y="29165"/>
                </a:lnTo>
                <a:lnTo>
                  <a:pt x="1440" y="36006"/>
                </a:lnTo>
                <a:lnTo>
                  <a:pt x="360" y="43567"/>
                </a:lnTo>
                <a:lnTo>
                  <a:pt x="0" y="51848"/>
                </a:lnTo>
                <a:lnTo>
                  <a:pt x="0" y="251774"/>
                </a:lnTo>
                <a:lnTo>
                  <a:pt x="360" y="260055"/>
                </a:lnTo>
                <a:lnTo>
                  <a:pt x="1440" y="267616"/>
                </a:lnTo>
                <a:lnTo>
                  <a:pt x="3240" y="274457"/>
                </a:lnTo>
                <a:lnTo>
                  <a:pt x="5761" y="280578"/>
                </a:lnTo>
                <a:lnTo>
                  <a:pt x="9001" y="285979"/>
                </a:lnTo>
                <a:lnTo>
                  <a:pt x="12962" y="290660"/>
                </a:lnTo>
                <a:lnTo>
                  <a:pt x="17643" y="294620"/>
                </a:lnTo>
                <a:lnTo>
                  <a:pt x="23043" y="297861"/>
                </a:lnTo>
                <a:lnTo>
                  <a:pt x="29164" y="300381"/>
                </a:lnTo>
                <a:lnTo>
                  <a:pt x="36005" y="302182"/>
                </a:lnTo>
                <a:lnTo>
                  <a:pt x="43567" y="303262"/>
                </a:lnTo>
                <a:lnTo>
                  <a:pt x="51848" y="303622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31749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6486" y="6091940"/>
            <a:ext cx="951744" cy="270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74" b="0" i="0">
                <a:solidFill>
                  <a:srgbClr val="2B2B2B"/>
                </a:solidFill>
                <a:latin typeface="Times New Roman"/>
              </a:rPr>
              <a:t>4  Turn in</a:t>
            </a:r>
          </a:p>
        </p:txBody>
      </p:sp>
      <p:sp>
        <p:nvSpPr>
          <p:cNvPr id="52" name="Editable path 46"/>
          <p:cNvSpPr/>
          <p:nvPr/>
        </p:nvSpPr>
        <p:spPr>
          <a:xfrm>
            <a:off x="6146587" y="834496"/>
            <a:ext cx="302689" cy="1641410"/>
          </a:xfrm>
          <a:custGeom>
            <a:avLst/>
            <a:gdLst/>
            <a:ahLst/>
            <a:cxnLst/>
            <a:rect l="l" t="t" r="r" b="b"/>
            <a:pathLst>
              <a:path w="302689" h="1641410">
                <a:moveTo>
                  <a:pt x="302689" y="0"/>
                </a:moveTo>
                <a:lnTo>
                  <a:pt x="277047" y="139051"/>
                </a:lnTo>
                <a:lnTo>
                  <a:pt x="251481" y="277689"/>
                </a:lnTo>
                <a:lnTo>
                  <a:pt x="225991" y="415916"/>
                </a:lnTo>
                <a:lnTo>
                  <a:pt x="200577" y="553730"/>
                </a:lnTo>
                <a:lnTo>
                  <a:pt x="175239" y="691133"/>
                </a:lnTo>
                <a:lnTo>
                  <a:pt x="149977" y="828123"/>
                </a:lnTo>
                <a:lnTo>
                  <a:pt x="124791" y="964701"/>
                </a:lnTo>
                <a:lnTo>
                  <a:pt x="99681" y="1100867"/>
                </a:lnTo>
                <a:lnTo>
                  <a:pt x="74647" y="1236621"/>
                </a:lnTo>
                <a:lnTo>
                  <a:pt x="49689" y="1371963"/>
                </a:lnTo>
                <a:lnTo>
                  <a:pt x="24807" y="1506893"/>
                </a:lnTo>
                <a:lnTo>
                  <a:pt x="0" y="1641410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47"/>
          <p:cNvSpPr/>
          <p:nvPr/>
        </p:nvSpPr>
        <p:spPr>
          <a:xfrm>
            <a:off x="6118602" y="2379055"/>
            <a:ext cx="88675" cy="96851"/>
          </a:xfrm>
          <a:custGeom>
            <a:avLst/>
            <a:gdLst/>
            <a:ahLst/>
            <a:cxnLst/>
            <a:rect l="l" t="t" r="r" b="b"/>
            <a:pathLst>
              <a:path w="88675" h="96851">
                <a:moveTo>
                  <a:pt x="88675" y="16352"/>
                </a:moveTo>
                <a:lnTo>
                  <a:pt x="27985" y="96851"/>
                </a:lnTo>
                <a:lnTo>
                  <a:pt x="0" y="0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48"/>
          <p:cNvSpPr/>
          <p:nvPr/>
        </p:nvSpPr>
        <p:spPr>
          <a:xfrm>
            <a:off x="5905951" y="451108"/>
            <a:ext cx="1171785" cy="305109"/>
          </a:xfrm>
          <a:custGeom>
            <a:avLst/>
            <a:gdLst/>
            <a:ahLst/>
            <a:cxnLst/>
            <a:rect l="l" t="t" r="r" b="b"/>
            <a:pathLst>
              <a:path w="1171785" h="305109">
                <a:moveTo>
                  <a:pt x="51848" y="305109"/>
                </a:moveTo>
                <a:lnTo>
                  <a:pt x="1119937" y="305109"/>
                </a:lnTo>
                <a:lnTo>
                  <a:pt x="1128219" y="304749"/>
                </a:lnTo>
                <a:lnTo>
                  <a:pt x="1135780" y="303669"/>
                </a:lnTo>
                <a:lnTo>
                  <a:pt x="1142621" y="301869"/>
                </a:lnTo>
                <a:lnTo>
                  <a:pt x="1148742" y="299348"/>
                </a:lnTo>
                <a:lnTo>
                  <a:pt x="1154142" y="296108"/>
                </a:lnTo>
                <a:lnTo>
                  <a:pt x="1158823" y="292147"/>
                </a:lnTo>
                <a:lnTo>
                  <a:pt x="1162784" y="287467"/>
                </a:lnTo>
                <a:lnTo>
                  <a:pt x="1166024" y="282066"/>
                </a:lnTo>
                <a:lnTo>
                  <a:pt x="1168545" y="275945"/>
                </a:lnTo>
                <a:lnTo>
                  <a:pt x="1170345" y="269104"/>
                </a:lnTo>
                <a:lnTo>
                  <a:pt x="1171425" y="261543"/>
                </a:lnTo>
                <a:lnTo>
                  <a:pt x="1171785" y="253262"/>
                </a:lnTo>
                <a:lnTo>
                  <a:pt x="1171785" y="51847"/>
                </a:lnTo>
                <a:lnTo>
                  <a:pt x="1171425" y="43566"/>
                </a:lnTo>
                <a:lnTo>
                  <a:pt x="1170345" y="36005"/>
                </a:lnTo>
                <a:lnTo>
                  <a:pt x="1168545" y="29164"/>
                </a:lnTo>
                <a:lnTo>
                  <a:pt x="1166024" y="23043"/>
                </a:lnTo>
                <a:lnTo>
                  <a:pt x="1162784" y="17642"/>
                </a:lnTo>
                <a:lnTo>
                  <a:pt x="1158823" y="12962"/>
                </a:lnTo>
                <a:lnTo>
                  <a:pt x="1154142" y="9001"/>
                </a:lnTo>
                <a:lnTo>
                  <a:pt x="1148742" y="5761"/>
                </a:lnTo>
                <a:lnTo>
                  <a:pt x="1142621" y="3240"/>
                </a:lnTo>
                <a:lnTo>
                  <a:pt x="1135780" y="1440"/>
                </a:lnTo>
                <a:lnTo>
                  <a:pt x="1128219" y="360"/>
                </a:lnTo>
                <a:lnTo>
                  <a:pt x="1119937" y="0"/>
                </a:lnTo>
                <a:lnTo>
                  <a:pt x="51848" y="0"/>
                </a:lnTo>
                <a:lnTo>
                  <a:pt x="43566" y="360"/>
                </a:lnTo>
                <a:lnTo>
                  <a:pt x="36005" y="1440"/>
                </a:lnTo>
                <a:lnTo>
                  <a:pt x="29164" y="3240"/>
                </a:lnTo>
                <a:lnTo>
                  <a:pt x="23043" y="5761"/>
                </a:lnTo>
                <a:lnTo>
                  <a:pt x="17643" y="9001"/>
                </a:lnTo>
                <a:lnTo>
                  <a:pt x="12962" y="12962"/>
                </a:lnTo>
                <a:lnTo>
                  <a:pt x="9001" y="17642"/>
                </a:lnTo>
                <a:lnTo>
                  <a:pt x="5761" y="23043"/>
                </a:lnTo>
                <a:lnTo>
                  <a:pt x="3240" y="29164"/>
                </a:lnTo>
                <a:lnTo>
                  <a:pt x="1440" y="36005"/>
                </a:lnTo>
                <a:lnTo>
                  <a:pt x="360" y="43566"/>
                </a:lnTo>
                <a:lnTo>
                  <a:pt x="0" y="51847"/>
                </a:lnTo>
                <a:lnTo>
                  <a:pt x="0" y="253262"/>
                </a:lnTo>
                <a:lnTo>
                  <a:pt x="360" y="261543"/>
                </a:lnTo>
                <a:lnTo>
                  <a:pt x="1440" y="269104"/>
                </a:lnTo>
                <a:lnTo>
                  <a:pt x="3240" y="275945"/>
                </a:lnTo>
                <a:lnTo>
                  <a:pt x="5761" y="282066"/>
                </a:lnTo>
                <a:lnTo>
                  <a:pt x="9001" y="287467"/>
                </a:lnTo>
                <a:lnTo>
                  <a:pt x="12962" y="292147"/>
                </a:lnTo>
                <a:lnTo>
                  <a:pt x="17643" y="296108"/>
                </a:lnTo>
                <a:lnTo>
                  <a:pt x="23043" y="299348"/>
                </a:lnTo>
                <a:lnTo>
                  <a:pt x="29164" y="301869"/>
                </a:lnTo>
                <a:lnTo>
                  <a:pt x="36005" y="303669"/>
                </a:lnTo>
                <a:lnTo>
                  <a:pt x="43566" y="304749"/>
                </a:lnTo>
                <a:lnTo>
                  <a:pt x="51848" y="305109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31749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57798" y="471202"/>
            <a:ext cx="1120587" cy="270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74" b="0" i="0">
                <a:solidFill>
                  <a:srgbClr val="2B2B2B"/>
                </a:solidFill>
                <a:latin typeface="Times New Roman"/>
              </a:rPr>
              <a:t>5  Doorway</a:t>
            </a:r>
          </a:p>
        </p:txBody>
      </p:sp>
      <p:sp>
        <p:nvSpPr>
          <p:cNvPr id="56" name="Editable path 49"/>
          <p:cNvSpPr/>
          <p:nvPr/>
        </p:nvSpPr>
        <p:spPr>
          <a:xfrm>
            <a:off x="8259709" y="2020441"/>
            <a:ext cx="718345" cy="3499305"/>
          </a:xfrm>
          <a:custGeom>
            <a:avLst/>
            <a:gdLst/>
            <a:ahLst/>
            <a:cxnLst/>
            <a:rect l="l" t="t" r="r" b="b"/>
            <a:pathLst>
              <a:path w="718345" h="3499305">
                <a:moveTo>
                  <a:pt x="718345" y="3499305"/>
                </a:moveTo>
                <a:lnTo>
                  <a:pt x="658019" y="3205439"/>
                </a:lnTo>
                <a:lnTo>
                  <a:pt x="597778" y="2911983"/>
                </a:lnTo>
                <a:lnTo>
                  <a:pt x="537621" y="2618937"/>
                </a:lnTo>
                <a:lnTo>
                  <a:pt x="477548" y="2326302"/>
                </a:lnTo>
                <a:lnTo>
                  <a:pt x="417560" y="2034077"/>
                </a:lnTo>
                <a:lnTo>
                  <a:pt x="357656" y="1742263"/>
                </a:lnTo>
                <a:lnTo>
                  <a:pt x="297836" y="1450860"/>
                </a:lnTo>
                <a:lnTo>
                  <a:pt x="238100" y="1159867"/>
                </a:lnTo>
                <a:lnTo>
                  <a:pt x="178449" y="869284"/>
                </a:lnTo>
                <a:lnTo>
                  <a:pt x="118882" y="579112"/>
                </a:lnTo>
                <a:lnTo>
                  <a:pt x="59399" y="289351"/>
                </a:lnTo>
                <a:lnTo>
                  <a:pt x="0" y="0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50"/>
          <p:cNvSpPr/>
          <p:nvPr/>
        </p:nvSpPr>
        <p:spPr>
          <a:xfrm>
            <a:off x="8233677" y="2020441"/>
            <a:ext cx="88328" cy="97394"/>
          </a:xfrm>
          <a:custGeom>
            <a:avLst/>
            <a:gdLst/>
            <a:ahLst/>
            <a:cxnLst/>
            <a:rect l="l" t="t" r="r" b="b"/>
            <a:pathLst>
              <a:path w="88328" h="97394">
                <a:moveTo>
                  <a:pt x="0" y="97394"/>
                </a:moveTo>
                <a:lnTo>
                  <a:pt x="26032" y="0"/>
                </a:lnTo>
                <a:lnTo>
                  <a:pt x="88328" y="79262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51"/>
          <p:cNvSpPr/>
          <p:nvPr/>
        </p:nvSpPr>
        <p:spPr>
          <a:xfrm>
            <a:off x="8398178" y="5597826"/>
            <a:ext cx="1254136" cy="303621"/>
          </a:xfrm>
          <a:custGeom>
            <a:avLst/>
            <a:gdLst/>
            <a:ahLst/>
            <a:cxnLst/>
            <a:rect l="l" t="t" r="r" b="b"/>
            <a:pathLst>
              <a:path w="1254136" h="303621">
                <a:moveTo>
                  <a:pt x="51847" y="303621"/>
                </a:moveTo>
                <a:lnTo>
                  <a:pt x="1202289" y="303621"/>
                </a:lnTo>
                <a:lnTo>
                  <a:pt x="1210570" y="303261"/>
                </a:lnTo>
                <a:lnTo>
                  <a:pt x="1218131" y="302181"/>
                </a:lnTo>
                <a:lnTo>
                  <a:pt x="1224972" y="300380"/>
                </a:lnTo>
                <a:lnTo>
                  <a:pt x="1231093" y="297860"/>
                </a:lnTo>
                <a:lnTo>
                  <a:pt x="1236494" y="294619"/>
                </a:lnTo>
                <a:lnTo>
                  <a:pt x="1241174" y="290659"/>
                </a:lnTo>
                <a:lnTo>
                  <a:pt x="1245135" y="285978"/>
                </a:lnTo>
                <a:lnTo>
                  <a:pt x="1248375" y="280577"/>
                </a:lnTo>
                <a:lnTo>
                  <a:pt x="1250896" y="274457"/>
                </a:lnTo>
                <a:lnTo>
                  <a:pt x="1252696" y="267616"/>
                </a:lnTo>
                <a:lnTo>
                  <a:pt x="1253776" y="260054"/>
                </a:lnTo>
                <a:lnTo>
                  <a:pt x="1254136" y="251773"/>
                </a:lnTo>
                <a:lnTo>
                  <a:pt x="1254136" y="51847"/>
                </a:lnTo>
                <a:lnTo>
                  <a:pt x="1253776" y="43566"/>
                </a:lnTo>
                <a:lnTo>
                  <a:pt x="1252696" y="36005"/>
                </a:lnTo>
                <a:lnTo>
                  <a:pt x="1250896" y="29164"/>
                </a:lnTo>
                <a:lnTo>
                  <a:pt x="1248375" y="23043"/>
                </a:lnTo>
                <a:lnTo>
                  <a:pt x="1245135" y="17642"/>
                </a:lnTo>
                <a:lnTo>
                  <a:pt x="1241174" y="12962"/>
                </a:lnTo>
                <a:lnTo>
                  <a:pt x="1236494" y="9001"/>
                </a:lnTo>
                <a:lnTo>
                  <a:pt x="1231093" y="5761"/>
                </a:lnTo>
                <a:lnTo>
                  <a:pt x="1224972" y="3240"/>
                </a:lnTo>
                <a:lnTo>
                  <a:pt x="1218131" y="1440"/>
                </a:lnTo>
                <a:lnTo>
                  <a:pt x="1210570" y="360"/>
                </a:lnTo>
                <a:lnTo>
                  <a:pt x="1202289" y="0"/>
                </a:lnTo>
                <a:lnTo>
                  <a:pt x="51847" y="0"/>
                </a:lnTo>
                <a:lnTo>
                  <a:pt x="43566" y="360"/>
                </a:lnTo>
                <a:lnTo>
                  <a:pt x="36005" y="1440"/>
                </a:lnTo>
                <a:lnTo>
                  <a:pt x="29164" y="3240"/>
                </a:lnTo>
                <a:lnTo>
                  <a:pt x="23043" y="5761"/>
                </a:lnTo>
                <a:lnTo>
                  <a:pt x="17642" y="9001"/>
                </a:lnTo>
                <a:lnTo>
                  <a:pt x="12962" y="12962"/>
                </a:lnTo>
                <a:lnTo>
                  <a:pt x="9001" y="17642"/>
                </a:lnTo>
                <a:lnTo>
                  <a:pt x="5761" y="23043"/>
                </a:lnTo>
                <a:lnTo>
                  <a:pt x="3240" y="29164"/>
                </a:lnTo>
                <a:lnTo>
                  <a:pt x="1440" y="36005"/>
                </a:lnTo>
                <a:lnTo>
                  <a:pt x="360" y="43566"/>
                </a:lnTo>
                <a:lnTo>
                  <a:pt x="0" y="51847"/>
                </a:lnTo>
                <a:lnTo>
                  <a:pt x="0" y="251773"/>
                </a:lnTo>
                <a:lnTo>
                  <a:pt x="360" y="260054"/>
                </a:lnTo>
                <a:lnTo>
                  <a:pt x="1440" y="267616"/>
                </a:lnTo>
                <a:lnTo>
                  <a:pt x="3240" y="274457"/>
                </a:lnTo>
                <a:lnTo>
                  <a:pt x="5761" y="280577"/>
                </a:lnTo>
                <a:lnTo>
                  <a:pt x="9001" y="285978"/>
                </a:lnTo>
                <a:lnTo>
                  <a:pt x="12962" y="290659"/>
                </a:lnTo>
                <a:lnTo>
                  <a:pt x="17642" y="294619"/>
                </a:lnTo>
                <a:lnTo>
                  <a:pt x="23043" y="297860"/>
                </a:lnTo>
                <a:lnTo>
                  <a:pt x="29164" y="300380"/>
                </a:lnTo>
                <a:lnTo>
                  <a:pt x="36005" y="302181"/>
                </a:lnTo>
                <a:lnTo>
                  <a:pt x="43566" y="303261"/>
                </a:lnTo>
                <a:lnTo>
                  <a:pt x="51847" y="303621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31749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50025" y="5616927"/>
            <a:ext cx="1201965" cy="270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74" b="0" i="0">
                <a:solidFill>
                  <a:srgbClr val="2B2B2B"/>
                </a:solidFill>
                <a:latin typeface="Times New Roman"/>
              </a:rPr>
              <a:t>6  Turn back</a:t>
            </a:r>
          </a:p>
        </p:txBody>
      </p:sp>
      <p:sp>
        <p:nvSpPr>
          <p:cNvPr id="60" name="Editable path 52"/>
          <p:cNvSpPr/>
          <p:nvPr/>
        </p:nvSpPr>
        <p:spPr>
          <a:xfrm>
            <a:off x="8937308" y="875646"/>
            <a:ext cx="1977534" cy="938462"/>
          </a:xfrm>
          <a:custGeom>
            <a:avLst/>
            <a:gdLst/>
            <a:ahLst/>
            <a:cxnLst/>
            <a:rect l="l" t="t" r="r" b="b"/>
            <a:pathLst>
              <a:path w="1977534" h="938462">
                <a:moveTo>
                  <a:pt x="1977534" y="0"/>
                </a:moveTo>
                <a:lnTo>
                  <a:pt x="1810657" y="79194"/>
                </a:lnTo>
                <a:lnTo>
                  <a:pt x="1644159" y="158207"/>
                </a:lnTo>
                <a:lnTo>
                  <a:pt x="1478039" y="237041"/>
                </a:lnTo>
                <a:lnTo>
                  <a:pt x="1312298" y="315696"/>
                </a:lnTo>
                <a:lnTo>
                  <a:pt x="1146936" y="394170"/>
                </a:lnTo>
                <a:lnTo>
                  <a:pt x="981952" y="472465"/>
                </a:lnTo>
                <a:lnTo>
                  <a:pt x="817347" y="550581"/>
                </a:lnTo>
                <a:lnTo>
                  <a:pt x="653120" y="628516"/>
                </a:lnTo>
                <a:lnTo>
                  <a:pt x="489272" y="706272"/>
                </a:lnTo>
                <a:lnTo>
                  <a:pt x="325803" y="783849"/>
                </a:lnTo>
                <a:lnTo>
                  <a:pt x="162712" y="861245"/>
                </a:lnTo>
                <a:lnTo>
                  <a:pt x="0" y="938462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53"/>
          <p:cNvSpPr/>
          <p:nvPr/>
        </p:nvSpPr>
        <p:spPr>
          <a:xfrm>
            <a:off x="8937308" y="1734718"/>
            <a:ext cx="100792" cy="81462"/>
          </a:xfrm>
          <a:custGeom>
            <a:avLst/>
            <a:gdLst/>
            <a:ahLst/>
            <a:cxnLst/>
            <a:rect l="l" t="t" r="r" b="b"/>
            <a:pathLst>
              <a:path w="100792" h="81462">
                <a:moveTo>
                  <a:pt x="100792" y="81462"/>
                </a:moveTo>
                <a:lnTo>
                  <a:pt x="0" y="79390"/>
                </a:lnTo>
                <a:lnTo>
                  <a:pt x="62133" y="0"/>
                </a:lnTo>
              </a:path>
            </a:pathLst>
          </a:custGeom>
          <a:noFill/>
          <a:ln w="26987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54"/>
          <p:cNvSpPr/>
          <p:nvPr/>
        </p:nvSpPr>
        <p:spPr>
          <a:xfrm>
            <a:off x="10936167" y="531021"/>
            <a:ext cx="769950" cy="303621"/>
          </a:xfrm>
          <a:custGeom>
            <a:avLst/>
            <a:gdLst/>
            <a:ahLst/>
            <a:cxnLst/>
            <a:rect l="l" t="t" r="r" b="b"/>
            <a:pathLst>
              <a:path w="769950" h="303621">
                <a:moveTo>
                  <a:pt x="51848" y="303621"/>
                </a:moveTo>
                <a:lnTo>
                  <a:pt x="718102" y="303621"/>
                </a:lnTo>
                <a:lnTo>
                  <a:pt x="726383" y="303261"/>
                </a:lnTo>
                <a:lnTo>
                  <a:pt x="733944" y="302181"/>
                </a:lnTo>
                <a:lnTo>
                  <a:pt x="740785" y="300381"/>
                </a:lnTo>
                <a:lnTo>
                  <a:pt x="746906" y="297860"/>
                </a:lnTo>
                <a:lnTo>
                  <a:pt x="752307" y="294620"/>
                </a:lnTo>
                <a:lnTo>
                  <a:pt x="756988" y="290659"/>
                </a:lnTo>
                <a:lnTo>
                  <a:pt x="760948" y="285978"/>
                </a:lnTo>
                <a:lnTo>
                  <a:pt x="764189" y="280578"/>
                </a:lnTo>
                <a:lnTo>
                  <a:pt x="766709" y="274457"/>
                </a:lnTo>
                <a:lnTo>
                  <a:pt x="768510" y="267616"/>
                </a:lnTo>
                <a:lnTo>
                  <a:pt x="769590" y="260055"/>
                </a:lnTo>
                <a:lnTo>
                  <a:pt x="769950" y="251773"/>
                </a:lnTo>
                <a:lnTo>
                  <a:pt x="769950" y="51848"/>
                </a:lnTo>
                <a:lnTo>
                  <a:pt x="769590" y="43566"/>
                </a:lnTo>
                <a:lnTo>
                  <a:pt x="768510" y="36005"/>
                </a:lnTo>
                <a:lnTo>
                  <a:pt x="766709" y="29164"/>
                </a:lnTo>
                <a:lnTo>
                  <a:pt x="764189" y="23043"/>
                </a:lnTo>
                <a:lnTo>
                  <a:pt x="760948" y="17642"/>
                </a:lnTo>
                <a:lnTo>
                  <a:pt x="756988" y="12962"/>
                </a:lnTo>
                <a:lnTo>
                  <a:pt x="752307" y="9001"/>
                </a:lnTo>
                <a:lnTo>
                  <a:pt x="746906" y="5761"/>
                </a:lnTo>
                <a:lnTo>
                  <a:pt x="740785" y="3240"/>
                </a:lnTo>
                <a:lnTo>
                  <a:pt x="733944" y="1440"/>
                </a:lnTo>
                <a:lnTo>
                  <a:pt x="726383" y="360"/>
                </a:lnTo>
                <a:lnTo>
                  <a:pt x="718102" y="0"/>
                </a:lnTo>
                <a:lnTo>
                  <a:pt x="51848" y="0"/>
                </a:lnTo>
                <a:lnTo>
                  <a:pt x="43567" y="360"/>
                </a:lnTo>
                <a:lnTo>
                  <a:pt x="36006" y="1440"/>
                </a:lnTo>
                <a:lnTo>
                  <a:pt x="29165" y="3240"/>
                </a:lnTo>
                <a:lnTo>
                  <a:pt x="23044" y="5761"/>
                </a:lnTo>
                <a:lnTo>
                  <a:pt x="17643" y="9001"/>
                </a:lnTo>
                <a:lnTo>
                  <a:pt x="12962" y="12962"/>
                </a:lnTo>
                <a:lnTo>
                  <a:pt x="9001" y="17642"/>
                </a:lnTo>
                <a:lnTo>
                  <a:pt x="5761" y="23043"/>
                </a:lnTo>
                <a:lnTo>
                  <a:pt x="3240" y="29164"/>
                </a:lnTo>
                <a:lnTo>
                  <a:pt x="1440" y="36005"/>
                </a:lnTo>
                <a:lnTo>
                  <a:pt x="360" y="43566"/>
                </a:lnTo>
                <a:lnTo>
                  <a:pt x="0" y="51848"/>
                </a:lnTo>
                <a:lnTo>
                  <a:pt x="0" y="251773"/>
                </a:lnTo>
                <a:lnTo>
                  <a:pt x="360" y="260055"/>
                </a:lnTo>
                <a:lnTo>
                  <a:pt x="1440" y="267616"/>
                </a:lnTo>
                <a:lnTo>
                  <a:pt x="3240" y="274457"/>
                </a:lnTo>
                <a:lnTo>
                  <a:pt x="5761" y="280578"/>
                </a:lnTo>
                <a:lnTo>
                  <a:pt x="9001" y="285978"/>
                </a:lnTo>
                <a:lnTo>
                  <a:pt x="12962" y="290659"/>
                </a:lnTo>
                <a:lnTo>
                  <a:pt x="17643" y="294620"/>
                </a:lnTo>
                <a:lnTo>
                  <a:pt x="23044" y="297860"/>
                </a:lnTo>
                <a:lnTo>
                  <a:pt x="29165" y="300381"/>
                </a:lnTo>
                <a:lnTo>
                  <a:pt x="36006" y="302181"/>
                </a:lnTo>
                <a:lnTo>
                  <a:pt x="43567" y="303261"/>
                </a:lnTo>
                <a:lnTo>
                  <a:pt x="51848" y="303621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31749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88015" y="550123"/>
            <a:ext cx="720006" cy="270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74" b="0" i="0">
                <a:solidFill>
                  <a:srgbClr val="2B2B2B"/>
                </a:solidFill>
                <a:latin typeface="Times New Roman"/>
              </a:rPr>
              <a:t>7  Goal</a:t>
            </a:r>
          </a:p>
        </p:txBody>
      </p:sp>
      <p:sp>
        <p:nvSpPr>
          <p:cNvPr id="64" name="Editable path 55"/>
          <p:cNvSpPr/>
          <p:nvPr/>
        </p:nvSpPr>
        <p:spPr>
          <a:xfrm>
            <a:off x="5702774" y="2666694"/>
            <a:ext cx="1023957" cy="228223"/>
          </a:xfrm>
          <a:custGeom>
            <a:avLst/>
            <a:gdLst/>
            <a:ahLst/>
            <a:cxnLst/>
            <a:rect l="l" t="t" r="r" b="b"/>
            <a:pathLst>
              <a:path w="1023957" h="228223">
                <a:moveTo>
                  <a:pt x="29528" y="228223"/>
                </a:moveTo>
                <a:lnTo>
                  <a:pt x="994430" y="228223"/>
                </a:lnTo>
                <a:lnTo>
                  <a:pt x="999146" y="228018"/>
                </a:lnTo>
                <a:lnTo>
                  <a:pt x="1003452" y="227402"/>
                </a:lnTo>
                <a:lnTo>
                  <a:pt x="1007348" y="226377"/>
                </a:lnTo>
                <a:lnTo>
                  <a:pt x="1010834" y="224942"/>
                </a:lnTo>
                <a:lnTo>
                  <a:pt x="1013910" y="223096"/>
                </a:lnTo>
                <a:lnTo>
                  <a:pt x="1016575" y="220841"/>
                </a:lnTo>
                <a:lnTo>
                  <a:pt x="1018831" y="218175"/>
                </a:lnTo>
                <a:lnTo>
                  <a:pt x="1020676" y="215099"/>
                </a:lnTo>
                <a:lnTo>
                  <a:pt x="1022112" y="211614"/>
                </a:lnTo>
                <a:lnTo>
                  <a:pt x="1023137" y="207718"/>
                </a:lnTo>
                <a:lnTo>
                  <a:pt x="1023752" y="203412"/>
                </a:lnTo>
                <a:lnTo>
                  <a:pt x="1023957" y="198695"/>
                </a:lnTo>
                <a:lnTo>
                  <a:pt x="1023957" y="29527"/>
                </a:lnTo>
                <a:lnTo>
                  <a:pt x="1023752" y="24811"/>
                </a:lnTo>
                <a:lnTo>
                  <a:pt x="1023137" y="20505"/>
                </a:lnTo>
                <a:lnTo>
                  <a:pt x="1022112" y="16609"/>
                </a:lnTo>
                <a:lnTo>
                  <a:pt x="1020676" y="13123"/>
                </a:lnTo>
                <a:lnTo>
                  <a:pt x="1018831" y="10047"/>
                </a:lnTo>
                <a:lnTo>
                  <a:pt x="1016575" y="7382"/>
                </a:lnTo>
                <a:lnTo>
                  <a:pt x="1013910" y="5126"/>
                </a:lnTo>
                <a:lnTo>
                  <a:pt x="1010834" y="3281"/>
                </a:lnTo>
                <a:lnTo>
                  <a:pt x="1007348" y="1845"/>
                </a:lnTo>
                <a:lnTo>
                  <a:pt x="1003452" y="820"/>
                </a:lnTo>
                <a:lnTo>
                  <a:pt x="999146" y="205"/>
                </a:lnTo>
                <a:lnTo>
                  <a:pt x="994430" y="0"/>
                </a:lnTo>
                <a:lnTo>
                  <a:pt x="29528" y="0"/>
                </a:lnTo>
                <a:lnTo>
                  <a:pt x="24811" y="205"/>
                </a:lnTo>
                <a:lnTo>
                  <a:pt x="20505" y="820"/>
                </a:lnTo>
                <a:lnTo>
                  <a:pt x="16609" y="1845"/>
                </a:lnTo>
                <a:lnTo>
                  <a:pt x="13123" y="3281"/>
                </a:lnTo>
                <a:lnTo>
                  <a:pt x="10048" y="5126"/>
                </a:lnTo>
                <a:lnTo>
                  <a:pt x="7382" y="7382"/>
                </a:lnTo>
                <a:lnTo>
                  <a:pt x="5126" y="10047"/>
                </a:lnTo>
                <a:lnTo>
                  <a:pt x="3281" y="13123"/>
                </a:lnTo>
                <a:lnTo>
                  <a:pt x="1845" y="16609"/>
                </a:lnTo>
                <a:lnTo>
                  <a:pt x="820" y="20505"/>
                </a:lnTo>
                <a:lnTo>
                  <a:pt x="205" y="24811"/>
                </a:lnTo>
                <a:lnTo>
                  <a:pt x="0" y="29527"/>
                </a:lnTo>
                <a:lnTo>
                  <a:pt x="0" y="198695"/>
                </a:lnTo>
                <a:lnTo>
                  <a:pt x="205" y="203412"/>
                </a:lnTo>
                <a:lnTo>
                  <a:pt x="820" y="207718"/>
                </a:lnTo>
                <a:lnTo>
                  <a:pt x="1845" y="211614"/>
                </a:lnTo>
                <a:lnTo>
                  <a:pt x="3281" y="215099"/>
                </a:lnTo>
                <a:lnTo>
                  <a:pt x="5126" y="218175"/>
                </a:lnTo>
                <a:lnTo>
                  <a:pt x="7382" y="220841"/>
                </a:lnTo>
                <a:lnTo>
                  <a:pt x="10048" y="223096"/>
                </a:lnTo>
                <a:lnTo>
                  <a:pt x="13123" y="224942"/>
                </a:lnTo>
                <a:lnTo>
                  <a:pt x="16609" y="226377"/>
                </a:lnTo>
                <a:lnTo>
                  <a:pt x="20505" y="227402"/>
                </a:lnTo>
                <a:lnTo>
                  <a:pt x="24811" y="228018"/>
                </a:lnTo>
                <a:lnTo>
                  <a:pt x="29528" y="22822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32301" y="2665041"/>
            <a:ext cx="1006494" cy="2362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9" b="0" i="1">
                <a:solidFill>
                  <a:srgbClr val="2B2B2B"/>
                </a:solidFill>
                <a:latin typeface="Times New Roman"/>
              </a:rPr>
              <a:t>Shared load</a:t>
            </a:r>
          </a:p>
        </p:txBody>
      </p:sp>
      <p:sp>
        <p:nvSpPr>
          <p:cNvPr id="66" name="Editable path 56"/>
          <p:cNvSpPr/>
          <p:nvPr/>
        </p:nvSpPr>
        <p:spPr>
          <a:xfrm>
            <a:off x="2476677" y="4687609"/>
            <a:ext cx="155542" cy="155542"/>
          </a:xfrm>
          <a:custGeom>
            <a:avLst/>
            <a:gdLst/>
            <a:ahLst/>
            <a:cxnLst/>
            <a:rect l="l" t="t" r="r" b="b"/>
            <a:pathLst>
              <a:path w="155542" h="155542">
                <a:moveTo>
                  <a:pt x="77771" y="155542"/>
                </a:moveTo>
                <a:lnTo>
                  <a:pt x="82907" y="155372"/>
                </a:lnTo>
                <a:lnTo>
                  <a:pt x="87993" y="154867"/>
                </a:lnTo>
                <a:lnTo>
                  <a:pt x="93014" y="154034"/>
                </a:lnTo>
                <a:lnTo>
                  <a:pt x="97954" y="152877"/>
                </a:lnTo>
                <a:lnTo>
                  <a:pt x="102799" y="151405"/>
                </a:lnTo>
                <a:lnTo>
                  <a:pt x="107532" y="149622"/>
                </a:lnTo>
                <a:lnTo>
                  <a:pt x="112141" y="147535"/>
                </a:lnTo>
                <a:lnTo>
                  <a:pt x="116608" y="145151"/>
                </a:lnTo>
                <a:lnTo>
                  <a:pt x="120919" y="142475"/>
                </a:lnTo>
                <a:lnTo>
                  <a:pt x="125058" y="139515"/>
                </a:lnTo>
                <a:lnTo>
                  <a:pt x="129012" y="136275"/>
                </a:lnTo>
                <a:lnTo>
                  <a:pt x="132764" y="132763"/>
                </a:lnTo>
                <a:lnTo>
                  <a:pt x="136275" y="129012"/>
                </a:lnTo>
                <a:lnTo>
                  <a:pt x="139515" y="125058"/>
                </a:lnTo>
                <a:lnTo>
                  <a:pt x="142475" y="120919"/>
                </a:lnTo>
                <a:lnTo>
                  <a:pt x="145151" y="116608"/>
                </a:lnTo>
                <a:lnTo>
                  <a:pt x="147535" y="112141"/>
                </a:lnTo>
                <a:lnTo>
                  <a:pt x="149622" y="107533"/>
                </a:lnTo>
                <a:lnTo>
                  <a:pt x="151405" y="102799"/>
                </a:lnTo>
                <a:lnTo>
                  <a:pt x="152878" y="97954"/>
                </a:lnTo>
                <a:lnTo>
                  <a:pt x="154034" y="93014"/>
                </a:lnTo>
                <a:lnTo>
                  <a:pt x="154868" y="87993"/>
                </a:lnTo>
                <a:lnTo>
                  <a:pt x="155373" y="82907"/>
                </a:lnTo>
                <a:lnTo>
                  <a:pt x="155542" y="77771"/>
                </a:lnTo>
                <a:lnTo>
                  <a:pt x="155373" y="72635"/>
                </a:lnTo>
                <a:lnTo>
                  <a:pt x="154868" y="67549"/>
                </a:lnTo>
                <a:lnTo>
                  <a:pt x="154034" y="62528"/>
                </a:lnTo>
                <a:lnTo>
                  <a:pt x="152878" y="57588"/>
                </a:lnTo>
                <a:lnTo>
                  <a:pt x="151405" y="52743"/>
                </a:lnTo>
                <a:lnTo>
                  <a:pt x="149622" y="48009"/>
                </a:lnTo>
                <a:lnTo>
                  <a:pt x="147535" y="43401"/>
                </a:lnTo>
                <a:lnTo>
                  <a:pt x="145151" y="38934"/>
                </a:lnTo>
                <a:lnTo>
                  <a:pt x="142475" y="34623"/>
                </a:lnTo>
                <a:lnTo>
                  <a:pt x="139515" y="30484"/>
                </a:lnTo>
                <a:lnTo>
                  <a:pt x="136275" y="26530"/>
                </a:lnTo>
                <a:lnTo>
                  <a:pt x="132764" y="22778"/>
                </a:lnTo>
                <a:lnTo>
                  <a:pt x="129012" y="19266"/>
                </a:lnTo>
                <a:lnTo>
                  <a:pt x="125058" y="16027"/>
                </a:lnTo>
                <a:lnTo>
                  <a:pt x="120919" y="13067"/>
                </a:lnTo>
                <a:lnTo>
                  <a:pt x="116608" y="10391"/>
                </a:lnTo>
                <a:lnTo>
                  <a:pt x="112141" y="8007"/>
                </a:lnTo>
                <a:lnTo>
                  <a:pt x="107532" y="5920"/>
                </a:lnTo>
                <a:lnTo>
                  <a:pt x="102799" y="4137"/>
                </a:lnTo>
                <a:lnTo>
                  <a:pt x="97954" y="2664"/>
                </a:lnTo>
                <a:lnTo>
                  <a:pt x="93014" y="1508"/>
                </a:lnTo>
                <a:lnTo>
                  <a:pt x="87993" y="674"/>
                </a:lnTo>
                <a:lnTo>
                  <a:pt x="82907" y="169"/>
                </a:lnTo>
                <a:lnTo>
                  <a:pt x="77771" y="0"/>
                </a:lnTo>
                <a:lnTo>
                  <a:pt x="72635" y="169"/>
                </a:lnTo>
                <a:lnTo>
                  <a:pt x="67549" y="674"/>
                </a:lnTo>
                <a:lnTo>
                  <a:pt x="62528" y="1508"/>
                </a:lnTo>
                <a:lnTo>
                  <a:pt x="57588" y="2664"/>
                </a:lnTo>
                <a:lnTo>
                  <a:pt x="52743" y="4137"/>
                </a:lnTo>
                <a:lnTo>
                  <a:pt x="48009" y="5920"/>
                </a:lnTo>
                <a:lnTo>
                  <a:pt x="43401" y="8007"/>
                </a:lnTo>
                <a:lnTo>
                  <a:pt x="38934" y="10391"/>
                </a:lnTo>
                <a:lnTo>
                  <a:pt x="34623" y="13067"/>
                </a:lnTo>
                <a:lnTo>
                  <a:pt x="30483" y="16027"/>
                </a:lnTo>
                <a:lnTo>
                  <a:pt x="26530" y="19266"/>
                </a:lnTo>
                <a:lnTo>
                  <a:pt x="22778" y="22778"/>
                </a:lnTo>
                <a:lnTo>
                  <a:pt x="19266" y="26530"/>
                </a:lnTo>
                <a:lnTo>
                  <a:pt x="16027" y="30484"/>
                </a:lnTo>
                <a:lnTo>
                  <a:pt x="13066" y="34623"/>
                </a:lnTo>
                <a:lnTo>
                  <a:pt x="10391" y="38934"/>
                </a:lnTo>
                <a:lnTo>
                  <a:pt x="8007" y="43401"/>
                </a:lnTo>
                <a:lnTo>
                  <a:pt x="5920" y="48009"/>
                </a:lnTo>
                <a:lnTo>
                  <a:pt x="4137" y="52743"/>
                </a:lnTo>
                <a:lnTo>
                  <a:pt x="2664" y="57588"/>
                </a:lnTo>
                <a:lnTo>
                  <a:pt x="1508" y="62528"/>
                </a:lnTo>
                <a:lnTo>
                  <a:pt x="674" y="67549"/>
                </a:lnTo>
                <a:lnTo>
                  <a:pt x="169" y="72635"/>
                </a:lnTo>
                <a:lnTo>
                  <a:pt x="0" y="77771"/>
                </a:lnTo>
                <a:lnTo>
                  <a:pt x="169" y="82907"/>
                </a:lnTo>
                <a:lnTo>
                  <a:pt x="674" y="87993"/>
                </a:lnTo>
                <a:lnTo>
                  <a:pt x="1508" y="93014"/>
                </a:lnTo>
                <a:lnTo>
                  <a:pt x="2664" y="97954"/>
                </a:lnTo>
                <a:lnTo>
                  <a:pt x="4137" y="102799"/>
                </a:lnTo>
                <a:lnTo>
                  <a:pt x="5920" y="107533"/>
                </a:lnTo>
                <a:lnTo>
                  <a:pt x="8007" y="112141"/>
                </a:lnTo>
                <a:lnTo>
                  <a:pt x="10391" y="116608"/>
                </a:lnTo>
                <a:lnTo>
                  <a:pt x="13066" y="120919"/>
                </a:lnTo>
                <a:lnTo>
                  <a:pt x="16027" y="125058"/>
                </a:lnTo>
                <a:lnTo>
                  <a:pt x="19266" y="129012"/>
                </a:lnTo>
                <a:lnTo>
                  <a:pt x="22778" y="132763"/>
                </a:lnTo>
                <a:lnTo>
                  <a:pt x="26530" y="136275"/>
                </a:lnTo>
                <a:lnTo>
                  <a:pt x="30483" y="139515"/>
                </a:lnTo>
                <a:lnTo>
                  <a:pt x="34623" y="142475"/>
                </a:lnTo>
                <a:lnTo>
                  <a:pt x="38934" y="145151"/>
                </a:lnTo>
                <a:lnTo>
                  <a:pt x="43401" y="147535"/>
                </a:lnTo>
                <a:lnTo>
                  <a:pt x="48009" y="149622"/>
                </a:lnTo>
                <a:lnTo>
                  <a:pt x="52743" y="151405"/>
                </a:lnTo>
                <a:lnTo>
                  <a:pt x="57588" y="152877"/>
                </a:lnTo>
                <a:lnTo>
                  <a:pt x="62528" y="154034"/>
                </a:lnTo>
                <a:lnTo>
                  <a:pt x="67549" y="154867"/>
                </a:lnTo>
                <a:lnTo>
                  <a:pt x="72635" y="155372"/>
                </a:lnTo>
                <a:lnTo>
                  <a:pt x="77771" y="155542"/>
                </a:lnTo>
              </a:path>
            </a:pathLst>
          </a:custGeom>
          <a:noFill/>
          <a:ln w="380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57"/>
          <p:cNvSpPr/>
          <p:nvPr/>
        </p:nvSpPr>
        <p:spPr>
          <a:xfrm>
            <a:off x="2988115" y="4527039"/>
            <a:ext cx="155543" cy="155542"/>
          </a:xfrm>
          <a:custGeom>
            <a:avLst/>
            <a:gdLst/>
            <a:ahLst/>
            <a:cxnLst/>
            <a:rect l="l" t="t" r="r" b="b"/>
            <a:pathLst>
              <a:path w="155543" h="155542">
                <a:moveTo>
                  <a:pt x="77771" y="155542"/>
                </a:moveTo>
                <a:lnTo>
                  <a:pt x="82908" y="155372"/>
                </a:lnTo>
                <a:lnTo>
                  <a:pt x="87994" y="154867"/>
                </a:lnTo>
                <a:lnTo>
                  <a:pt x="93014" y="154034"/>
                </a:lnTo>
                <a:lnTo>
                  <a:pt x="97955" y="152877"/>
                </a:lnTo>
                <a:lnTo>
                  <a:pt x="102799" y="151405"/>
                </a:lnTo>
                <a:lnTo>
                  <a:pt x="107533" y="149622"/>
                </a:lnTo>
                <a:lnTo>
                  <a:pt x="112141" y="147535"/>
                </a:lnTo>
                <a:lnTo>
                  <a:pt x="116608" y="145151"/>
                </a:lnTo>
                <a:lnTo>
                  <a:pt x="120919" y="142475"/>
                </a:lnTo>
                <a:lnTo>
                  <a:pt x="125059" y="139515"/>
                </a:lnTo>
                <a:lnTo>
                  <a:pt x="129012" y="136275"/>
                </a:lnTo>
                <a:lnTo>
                  <a:pt x="132764" y="132763"/>
                </a:lnTo>
                <a:lnTo>
                  <a:pt x="136276" y="129011"/>
                </a:lnTo>
                <a:lnTo>
                  <a:pt x="139516" y="125058"/>
                </a:lnTo>
                <a:lnTo>
                  <a:pt x="142476" y="120918"/>
                </a:lnTo>
                <a:lnTo>
                  <a:pt x="145152" y="116607"/>
                </a:lnTo>
                <a:lnTo>
                  <a:pt x="147536" y="112140"/>
                </a:lnTo>
                <a:lnTo>
                  <a:pt x="149623" y="107532"/>
                </a:lnTo>
                <a:lnTo>
                  <a:pt x="151405" y="102798"/>
                </a:lnTo>
                <a:lnTo>
                  <a:pt x="152878" y="97954"/>
                </a:lnTo>
                <a:lnTo>
                  <a:pt x="154035" y="93014"/>
                </a:lnTo>
                <a:lnTo>
                  <a:pt x="154868" y="87993"/>
                </a:lnTo>
                <a:lnTo>
                  <a:pt x="155373" y="82907"/>
                </a:lnTo>
                <a:lnTo>
                  <a:pt x="155543" y="77771"/>
                </a:lnTo>
                <a:lnTo>
                  <a:pt x="155373" y="72635"/>
                </a:lnTo>
                <a:lnTo>
                  <a:pt x="154868" y="67548"/>
                </a:lnTo>
                <a:lnTo>
                  <a:pt x="154035" y="62528"/>
                </a:lnTo>
                <a:lnTo>
                  <a:pt x="152878" y="57588"/>
                </a:lnTo>
                <a:lnTo>
                  <a:pt x="151405" y="52743"/>
                </a:lnTo>
                <a:lnTo>
                  <a:pt x="149623" y="48009"/>
                </a:lnTo>
                <a:lnTo>
                  <a:pt x="147536" y="43401"/>
                </a:lnTo>
                <a:lnTo>
                  <a:pt x="145152" y="38934"/>
                </a:lnTo>
                <a:lnTo>
                  <a:pt x="142476" y="34623"/>
                </a:lnTo>
                <a:lnTo>
                  <a:pt x="139516" y="30483"/>
                </a:lnTo>
                <a:lnTo>
                  <a:pt x="136276" y="26530"/>
                </a:lnTo>
                <a:lnTo>
                  <a:pt x="132764" y="22778"/>
                </a:lnTo>
                <a:lnTo>
                  <a:pt x="129012" y="19266"/>
                </a:lnTo>
                <a:lnTo>
                  <a:pt x="125059" y="16027"/>
                </a:lnTo>
                <a:lnTo>
                  <a:pt x="120919" y="13066"/>
                </a:lnTo>
                <a:lnTo>
                  <a:pt x="116608" y="10391"/>
                </a:lnTo>
                <a:lnTo>
                  <a:pt x="112141" y="8006"/>
                </a:lnTo>
                <a:lnTo>
                  <a:pt x="107533" y="5920"/>
                </a:lnTo>
                <a:lnTo>
                  <a:pt x="102799" y="4137"/>
                </a:lnTo>
                <a:lnTo>
                  <a:pt x="97955" y="2664"/>
                </a:lnTo>
                <a:lnTo>
                  <a:pt x="93014" y="1508"/>
                </a:lnTo>
                <a:lnTo>
                  <a:pt x="87994" y="674"/>
                </a:lnTo>
                <a:lnTo>
                  <a:pt x="82908" y="169"/>
                </a:lnTo>
                <a:lnTo>
                  <a:pt x="77771" y="0"/>
                </a:lnTo>
                <a:lnTo>
                  <a:pt x="72635" y="169"/>
                </a:lnTo>
                <a:lnTo>
                  <a:pt x="67549" y="674"/>
                </a:lnTo>
                <a:lnTo>
                  <a:pt x="62529" y="1508"/>
                </a:lnTo>
                <a:lnTo>
                  <a:pt x="57588" y="2664"/>
                </a:lnTo>
                <a:lnTo>
                  <a:pt x="52744" y="4137"/>
                </a:lnTo>
                <a:lnTo>
                  <a:pt x="48010" y="5920"/>
                </a:lnTo>
                <a:lnTo>
                  <a:pt x="43402" y="8006"/>
                </a:lnTo>
                <a:lnTo>
                  <a:pt x="38935" y="10391"/>
                </a:lnTo>
                <a:lnTo>
                  <a:pt x="34624" y="13066"/>
                </a:lnTo>
                <a:lnTo>
                  <a:pt x="30484" y="16027"/>
                </a:lnTo>
                <a:lnTo>
                  <a:pt x="26531" y="19266"/>
                </a:lnTo>
                <a:lnTo>
                  <a:pt x="22779" y="22778"/>
                </a:lnTo>
                <a:lnTo>
                  <a:pt x="19267" y="26530"/>
                </a:lnTo>
                <a:lnTo>
                  <a:pt x="16028" y="30483"/>
                </a:lnTo>
                <a:lnTo>
                  <a:pt x="13067" y="34623"/>
                </a:lnTo>
                <a:lnTo>
                  <a:pt x="10392" y="38934"/>
                </a:lnTo>
                <a:lnTo>
                  <a:pt x="8007" y="43401"/>
                </a:lnTo>
                <a:lnTo>
                  <a:pt x="5921" y="48009"/>
                </a:lnTo>
                <a:lnTo>
                  <a:pt x="4138" y="52743"/>
                </a:lnTo>
                <a:lnTo>
                  <a:pt x="2665" y="57588"/>
                </a:lnTo>
                <a:lnTo>
                  <a:pt x="1509" y="62528"/>
                </a:lnTo>
                <a:lnTo>
                  <a:pt x="675" y="67548"/>
                </a:lnTo>
                <a:lnTo>
                  <a:pt x="170" y="72635"/>
                </a:lnTo>
                <a:lnTo>
                  <a:pt x="0" y="77771"/>
                </a:lnTo>
                <a:lnTo>
                  <a:pt x="170" y="82907"/>
                </a:lnTo>
                <a:lnTo>
                  <a:pt x="675" y="87993"/>
                </a:lnTo>
                <a:lnTo>
                  <a:pt x="1509" y="93014"/>
                </a:lnTo>
                <a:lnTo>
                  <a:pt x="2665" y="97954"/>
                </a:lnTo>
                <a:lnTo>
                  <a:pt x="4138" y="102798"/>
                </a:lnTo>
                <a:lnTo>
                  <a:pt x="5921" y="107532"/>
                </a:lnTo>
                <a:lnTo>
                  <a:pt x="8007" y="112140"/>
                </a:lnTo>
                <a:lnTo>
                  <a:pt x="10392" y="116607"/>
                </a:lnTo>
                <a:lnTo>
                  <a:pt x="13067" y="120918"/>
                </a:lnTo>
                <a:lnTo>
                  <a:pt x="16028" y="125058"/>
                </a:lnTo>
                <a:lnTo>
                  <a:pt x="19267" y="129011"/>
                </a:lnTo>
                <a:lnTo>
                  <a:pt x="22779" y="132763"/>
                </a:lnTo>
                <a:lnTo>
                  <a:pt x="26531" y="136275"/>
                </a:lnTo>
                <a:lnTo>
                  <a:pt x="30484" y="139515"/>
                </a:lnTo>
                <a:lnTo>
                  <a:pt x="34624" y="142475"/>
                </a:lnTo>
                <a:lnTo>
                  <a:pt x="38935" y="145151"/>
                </a:lnTo>
                <a:lnTo>
                  <a:pt x="43402" y="147535"/>
                </a:lnTo>
                <a:lnTo>
                  <a:pt x="48010" y="149622"/>
                </a:lnTo>
                <a:lnTo>
                  <a:pt x="52744" y="151405"/>
                </a:lnTo>
                <a:lnTo>
                  <a:pt x="57588" y="152877"/>
                </a:lnTo>
                <a:lnTo>
                  <a:pt x="62529" y="154034"/>
                </a:lnTo>
                <a:lnTo>
                  <a:pt x="67549" y="154867"/>
                </a:lnTo>
                <a:lnTo>
                  <a:pt x="72635" y="155372"/>
                </a:lnTo>
                <a:lnTo>
                  <a:pt x="77771" y="155542"/>
                </a:lnTo>
              </a:path>
            </a:pathLst>
          </a:custGeom>
          <a:noFill/>
          <a:ln w="380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58"/>
          <p:cNvSpPr/>
          <p:nvPr/>
        </p:nvSpPr>
        <p:spPr>
          <a:xfrm>
            <a:off x="2371895" y="2668471"/>
            <a:ext cx="155543" cy="155543"/>
          </a:xfrm>
          <a:custGeom>
            <a:avLst/>
            <a:gdLst/>
            <a:ahLst/>
            <a:cxnLst/>
            <a:rect l="l" t="t" r="r" b="b"/>
            <a:pathLst>
              <a:path w="155543" h="155543">
                <a:moveTo>
                  <a:pt x="77772" y="155543"/>
                </a:moveTo>
                <a:lnTo>
                  <a:pt x="82908" y="155373"/>
                </a:lnTo>
                <a:lnTo>
                  <a:pt x="87994" y="154868"/>
                </a:lnTo>
                <a:lnTo>
                  <a:pt x="93015" y="154034"/>
                </a:lnTo>
                <a:lnTo>
                  <a:pt x="97955" y="152878"/>
                </a:lnTo>
                <a:lnTo>
                  <a:pt x="102800" y="151405"/>
                </a:lnTo>
                <a:lnTo>
                  <a:pt x="107534" y="149622"/>
                </a:lnTo>
                <a:lnTo>
                  <a:pt x="112142" y="147536"/>
                </a:lnTo>
                <a:lnTo>
                  <a:pt x="116609" y="145151"/>
                </a:lnTo>
                <a:lnTo>
                  <a:pt x="120920" y="142476"/>
                </a:lnTo>
                <a:lnTo>
                  <a:pt x="125059" y="139515"/>
                </a:lnTo>
                <a:lnTo>
                  <a:pt x="129013" y="136276"/>
                </a:lnTo>
                <a:lnTo>
                  <a:pt x="132764" y="132764"/>
                </a:lnTo>
                <a:lnTo>
                  <a:pt x="136276" y="129012"/>
                </a:lnTo>
                <a:lnTo>
                  <a:pt x="139516" y="125059"/>
                </a:lnTo>
                <a:lnTo>
                  <a:pt x="142476" y="120919"/>
                </a:lnTo>
                <a:lnTo>
                  <a:pt x="145152" y="116608"/>
                </a:lnTo>
                <a:lnTo>
                  <a:pt x="147536" y="112141"/>
                </a:lnTo>
                <a:lnTo>
                  <a:pt x="149623" y="107533"/>
                </a:lnTo>
                <a:lnTo>
                  <a:pt x="151406" y="102799"/>
                </a:lnTo>
                <a:lnTo>
                  <a:pt x="152878" y="97954"/>
                </a:lnTo>
                <a:lnTo>
                  <a:pt x="154035" y="93014"/>
                </a:lnTo>
                <a:lnTo>
                  <a:pt x="154869" y="87994"/>
                </a:lnTo>
                <a:lnTo>
                  <a:pt x="155373" y="82908"/>
                </a:lnTo>
                <a:lnTo>
                  <a:pt x="155543" y="77771"/>
                </a:lnTo>
                <a:lnTo>
                  <a:pt x="155373" y="72635"/>
                </a:lnTo>
                <a:lnTo>
                  <a:pt x="154869" y="67549"/>
                </a:lnTo>
                <a:lnTo>
                  <a:pt x="154035" y="62528"/>
                </a:lnTo>
                <a:lnTo>
                  <a:pt x="152878" y="57588"/>
                </a:lnTo>
                <a:lnTo>
                  <a:pt x="151406" y="52744"/>
                </a:lnTo>
                <a:lnTo>
                  <a:pt x="149623" y="48010"/>
                </a:lnTo>
                <a:lnTo>
                  <a:pt x="147536" y="43402"/>
                </a:lnTo>
                <a:lnTo>
                  <a:pt x="145152" y="38935"/>
                </a:lnTo>
                <a:lnTo>
                  <a:pt x="142476" y="34624"/>
                </a:lnTo>
                <a:lnTo>
                  <a:pt x="139516" y="30484"/>
                </a:lnTo>
                <a:lnTo>
                  <a:pt x="136276" y="26531"/>
                </a:lnTo>
                <a:lnTo>
                  <a:pt x="132764" y="22779"/>
                </a:lnTo>
                <a:lnTo>
                  <a:pt x="129013" y="19267"/>
                </a:lnTo>
                <a:lnTo>
                  <a:pt x="125059" y="16028"/>
                </a:lnTo>
                <a:lnTo>
                  <a:pt x="120920" y="13067"/>
                </a:lnTo>
                <a:lnTo>
                  <a:pt x="116609" y="10391"/>
                </a:lnTo>
                <a:lnTo>
                  <a:pt x="112142" y="8007"/>
                </a:lnTo>
                <a:lnTo>
                  <a:pt x="107534" y="5920"/>
                </a:lnTo>
                <a:lnTo>
                  <a:pt x="102800" y="4137"/>
                </a:lnTo>
                <a:lnTo>
                  <a:pt x="97955" y="2665"/>
                </a:lnTo>
                <a:lnTo>
                  <a:pt x="93015" y="1508"/>
                </a:lnTo>
                <a:lnTo>
                  <a:pt x="87994" y="674"/>
                </a:lnTo>
                <a:lnTo>
                  <a:pt x="82908" y="170"/>
                </a:lnTo>
                <a:lnTo>
                  <a:pt x="77772" y="0"/>
                </a:lnTo>
                <a:lnTo>
                  <a:pt x="72636" y="170"/>
                </a:lnTo>
                <a:lnTo>
                  <a:pt x="67550" y="674"/>
                </a:lnTo>
                <a:lnTo>
                  <a:pt x="62529" y="1508"/>
                </a:lnTo>
                <a:lnTo>
                  <a:pt x="57589" y="2665"/>
                </a:lnTo>
                <a:lnTo>
                  <a:pt x="52744" y="4137"/>
                </a:lnTo>
                <a:lnTo>
                  <a:pt x="48010" y="5920"/>
                </a:lnTo>
                <a:lnTo>
                  <a:pt x="43402" y="8007"/>
                </a:lnTo>
                <a:lnTo>
                  <a:pt x="38935" y="10391"/>
                </a:lnTo>
                <a:lnTo>
                  <a:pt x="34624" y="13067"/>
                </a:lnTo>
                <a:lnTo>
                  <a:pt x="30484" y="16028"/>
                </a:lnTo>
                <a:lnTo>
                  <a:pt x="26531" y="19267"/>
                </a:lnTo>
                <a:lnTo>
                  <a:pt x="22779" y="22779"/>
                </a:lnTo>
                <a:lnTo>
                  <a:pt x="19267" y="26531"/>
                </a:lnTo>
                <a:lnTo>
                  <a:pt x="16028" y="30484"/>
                </a:lnTo>
                <a:lnTo>
                  <a:pt x="13067" y="34624"/>
                </a:lnTo>
                <a:lnTo>
                  <a:pt x="10392" y="38935"/>
                </a:lnTo>
                <a:lnTo>
                  <a:pt x="8007" y="43402"/>
                </a:lnTo>
                <a:lnTo>
                  <a:pt x="5921" y="48010"/>
                </a:lnTo>
                <a:lnTo>
                  <a:pt x="4138" y="52744"/>
                </a:lnTo>
                <a:lnTo>
                  <a:pt x="2665" y="57588"/>
                </a:lnTo>
                <a:lnTo>
                  <a:pt x="1509" y="62528"/>
                </a:lnTo>
                <a:lnTo>
                  <a:pt x="675" y="67549"/>
                </a:lnTo>
                <a:lnTo>
                  <a:pt x="170" y="72635"/>
                </a:lnTo>
                <a:lnTo>
                  <a:pt x="0" y="77771"/>
                </a:lnTo>
                <a:lnTo>
                  <a:pt x="170" y="82908"/>
                </a:lnTo>
                <a:lnTo>
                  <a:pt x="675" y="87994"/>
                </a:lnTo>
                <a:lnTo>
                  <a:pt x="1509" y="93014"/>
                </a:lnTo>
                <a:lnTo>
                  <a:pt x="2665" y="97954"/>
                </a:lnTo>
                <a:lnTo>
                  <a:pt x="4138" y="102799"/>
                </a:lnTo>
                <a:lnTo>
                  <a:pt x="5921" y="107533"/>
                </a:lnTo>
                <a:lnTo>
                  <a:pt x="8007" y="112141"/>
                </a:lnTo>
                <a:lnTo>
                  <a:pt x="10392" y="116608"/>
                </a:lnTo>
                <a:lnTo>
                  <a:pt x="13067" y="120919"/>
                </a:lnTo>
                <a:lnTo>
                  <a:pt x="16028" y="125059"/>
                </a:lnTo>
                <a:lnTo>
                  <a:pt x="19267" y="129012"/>
                </a:lnTo>
                <a:lnTo>
                  <a:pt x="22779" y="132764"/>
                </a:lnTo>
                <a:lnTo>
                  <a:pt x="26531" y="136276"/>
                </a:lnTo>
                <a:lnTo>
                  <a:pt x="30484" y="139515"/>
                </a:lnTo>
                <a:lnTo>
                  <a:pt x="34624" y="142476"/>
                </a:lnTo>
                <a:lnTo>
                  <a:pt x="38935" y="145151"/>
                </a:lnTo>
                <a:lnTo>
                  <a:pt x="43402" y="147536"/>
                </a:lnTo>
                <a:lnTo>
                  <a:pt x="48010" y="149622"/>
                </a:lnTo>
                <a:lnTo>
                  <a:pt x="52744" y="151405"/>
                </a:lnTo>
                <a:lnTo>
                  <a:pt x="57589" y="152878"/>
                </a:lnTo>
                <a:lnTo>
                  <a:pt x="62529" y="154034"/>
                </a:lnTo>
                <a:lnTo>
                  <a:pt x="67550" y="154868"/>
                </a:lnTo>
                <a:lnTo>
                  <a:pt x="72636" y="155373"/>
                </a:lnTo>
                <a:lnTo>
                  <a:pt x="77772" y="155543"/>
                </a:lnTo>
              </a:path>
            </a:pathLst>
          </a:custGeom>
          <a:noFill/>
          <a:ln w="380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59"/>
          <p:cNvSpPr/>
          <p:nvPr/>
        </p:nvSpPr>
        <p:spPr>
          <a:xfrm>
            <a:off x="1952380" y="2769213"/>
            <a:ext cx="155542" cy="155542"/>
          </a:xfrm>
          <a:custGeom>
            <a:avLst/>
            <a:gdLst/>
            <a:ahLst/>
            <a:cxnLst/>
            <a:rect l="l" t="t" r="r" b="b"/>
            <a:pathLst>
              <a:path w="155542" h="155542">
                <a:moveTo>
                  <a:pt x="77771" y="155542"/>
                </a:moveTo>
                <a:lnTo>
                  <a:pt x="82907" y="155372"/>
                </a:lnTo>
                <a:lnTo>
                  <a:pt x="87993" y="154868"/>
                </a:lnTo>
                <a:lnTo>
                  <a:pt x="93014" y="154034"/>
                </a:lnTo>
                <a:lnTo>
                  <a:pt x="97954" y="152877"/>
                </a:lnTo>
                <a:lnTo>
                  <a:pt x="102799" y="151405"/>
                </a:lnTo>
                <a:lnTo>
                  <a:pt x="107533" y="149622"/>
                </a:lnTo>
                <a:lnTo>
                  <a:pt x="112141" y="147535"/>
                </a:lnTo>
                <a:lnTo>
                  <a:pt x="116608" y="145151"/>
                </a:lnTo>
                <a:lnTo>
                  <a:pt x="120919" y="142475"/>
                </a:lnTo>
                <a:lnTo>
                  <a:pt x="125058" y="139515"/>
                </a:lnTo>
                <a:lnTo>
                  <a:pt x="129012" y="136275"/>
                </a:lnTo>
                <a:lnTo>
                  <a:pt x="132764" y="132763"/>
                </a:lnTo>
                <a:lnTo>
                  <a:pt x="136276" y="129012"/>
                </a:lnTo>
                <a:lnTo>
                  <a:pt x="139515" y="125058"/>
                </a:lnTo>
                <a:lnTo>
                  <a:pt x="142476" y="120919"/>
                </a:lnTo>
                <a:lnTo>
                  <a:pt x="145151" y="116608"/>
                </a:lnTo>
                <a:lnTo>
                  <a:pt x="147535" y="112141"/>
                </a:lnTo>
                <a:lnTo>
                  <a:pt x="149622" y="107533"/>
                </a:lnTo>
                <a:lnTo>
                  <a:pt x="151405" y="102799"/>
                </a:lnTo>
                <a:lnTo>
                  <a:pt x="152878" y="97954"/>
                </a:lnTo>
                <a:lnTo>
                  <a:pt x="154034" y="93014"/>
                </a:lnTo>
                <a:lnTo>
                  <a:pt x="154868" y="87993"/>
                </a:lnTo>
                <a:lnTo>
                  <a:pt x="155373" y="82907"/>
                </a:lnTo>
                <a:lnTo>
                  <a:pt x="155542" y="77771"/>
                </a:lnTo>
                <a:lnTo>
                  <a:pt x="155373" y="72635"/>
                </a:lnTo>
                <a:lnTo>
                  <a:pt x="154868" y="67549"/>
                </a:lnTo>
                <a:lnTo>
                  <a:pt x="154034" y="62528"/>
                </a:lnTo>
                <a:lnTo>
                  <a:pt x="152878" y="57588"/>
                </a:lnTo>
                <a:lnTo>
                  <a:pt x="151405" y="52743"/>
                </a:lnTo>
                <a:lnTo>
                  <a:pt x="149622" y="48009"/>
                </a:lnTo>
                <a:lnTo>
                  <a:pt x="147535" y="43401"/>
                </a:lnTo>
                <a:lnTo>
                  <a:pt x="145151" y="38934"/>
                </a:lnTo>
                <a:lnTo>
                  <a:pt x="142476" y="34623"/>
                </a:lnTo>
                <a:lnTo>
                  <a:pt x="139515" y="30484"/>
                </a:lnTo>
                <a:lnTo>
                  <a:pt x="136276" y="26530"/>
                </a:lnTo>
                <a:lnTo>
                  <a:pt x="132764" y="22778"/>
                </a:lnTo>
                <a:lnTo>
                  <a:pt x="129012" y="19267"/>
                </a:lnTo>
                <a:lnTo>
                  <a:pt x="125058" y="16027"/>
                </a:lnTo>
                <a:lnTo>
                  <a:pt x="120919" y="13067"/>
                </a:lnTo>
                <a:lnTo>
                  <a:pt x="116608" y="10391"/>
                </a:lnTo>
                <a:lnTo>
                  <a:pt x="112141" y="8007"/>
                </a:lnTo>
                <a:lnTo>
                  <a:pt x="107533" y="5920"/>
                </a:lnTo>
                <a:lnTo>
                  <a:pt x="102799" y="4137"/>
                </a:lnTo>
                <a:lnTo>
                  <a:pt x="97954" y="2664"/>
                </a:lnTo>
                <a:lnTo>
                  <a:pt x="93014" y="1508"/>
                </a:lnTo>
                <a:lnTo>
                  <a:pt x="87993" y="674"/>
                </a:lnTo>
                <a:lnTo>
                  <a:pt x="82907" y="169"/>
                </a:lnTo>
                <a:lnTo>
                  <a:pt x="77771" y="0"/>
                </a:lnTo>
                <a:lnTo>
                  <a:pt x="72635" y="169"/>
                </a:lnTo>
                <a:lnTo>
                  <a:pt x="67549" y="674"/>
                </a:lnTo>
                <a:lnTo>
                  <a:pt x="62528" y="1508"/>
                </a:lnTo>
                <a:lnTo>
                  <a:pt x="57588" y="2664"/>
                </a:lnTo>
                <a:lnTo>
                  <a:pt x="52743" y="4137"/>
                </a:lnTo>
                <a:lnTo>
                  <a:pt x="48009" y="5920"/>
                </a:lnTo>
                <a:lnTo>
                  <a:pt x="43401" y="8007"/>
                </a:lnTo>
                <a:lnTo>
                  <a:pt x="38934" y="10391"/>
                </a:lnTo>
                <a:lnTo>
                  <a:pt x="34623" y="13067"/>
                </a:lnTo>
                <a:lnTo>
                  <a:pt x="30484" y="16027"/>
                </a:lnTo>
                <a:lnTo>
                  <a:pt x="26530" y="19267"/>
                </a:lnTo>
                <a:lnTo>
                  <a:pt x="22778" y="22778"/>
                </a:lnTo>
                <a:lnTo>
                  <a:pt x="19267" y="26530"/>
                </a:lnTo>
                <a:lnTo>
                  <a:pt x="16027" y="30484"/>
                </a:lnTo>
                <a:lnTo>
                  <a:pt x="13067" y="34623"/>
                </a:lnTo>
                <a:lnTo>
                  <a:pt x="10391" y="38934"/>
                </a:lnTo>
                <a:lnTo>
                  <a:pt x="8007" y="43401"/>
                </a:lnTo>
                <a:lnTo>
                  <a:pt x="5920" y="48009"/>
                </a:lnTo>
                <a:lnTo>
                  <a:pt x="4137" y="52743"/>
                </a:lnTo>
                <a:lnTo>
                  <a:pt x="2664" y="57588"/>
                </a:lnTo>
                <a:lnTo>
                  <a:pt x="1508" y="62528"/>
                </a:lnTo>
                <a:lnTo>
                  <a:pt x="674" y="67549"/>
                </a:lnTo>
                <a:lnTo>
                  <a:pt x="169" y="72635"/>
                </a:lnTo>
                <a:lnTo>
                  <a:pt x="0" y="77771"/>
                </a:lnTo>
                <a:lnTo>
                  <a:pt x="169" y="82907"/>
                </a:lnTo>
                <a:lnTo>
                  <a:pt x="674" y="87993"/>
                </a:lnTo>
                <a:lnTo>
                  <a:pt x="1508" y="93014"/>
                </a:lnTo>
                <a:lnTo>
                  <a:pt x="2664" y="97954"/>
                </a:lnTo>
                <a:lnTo>
                  <a:pt x="4137" y="102799"/>
                </a:lnTo>
                <a:lnTo>
                  <a:pt x="5920" y="107533"/>
                </a:lnTo>
                <a:lnTo>
                  <a:pt x="8007" y="112141"/>
                </a:lnTo>
                <a:lnTo>
                  <a:pt x="10391" y="116608"/>
                </a:lnTo>
                <a:lnTo>
                  <a:pt x="13067" y="120919"/>
                </a:lnTo>
                <a:lnTo>
                  <a:pt x="16027" y="125058"/>
                </a:lnTo>
                <a:lnTo>
                  <a:pt x="19267" y="129012"/>
                </a:lnTo>
                <a:lnTo>
                  <a:pt x="22778" y="132763"/>
                </a:lnTo>
                <a:lnTo>
                  <a:pt x="26530" y="136275"/>
                </a:lnTo>
                <a:lnTo>
                  <a:pt x="30484" y="139515"/>
                </a:lnTo>
                <a:lnTo>
                  <a:pt x="34623" y="142475"/>
                </a:lnTo>
                <a:lnTo>
                  <a:pt x="38934" y="145151"/>
                </a:lnTo>
                <a:lnTo>
                  <a:pt x="43401" y="147535"/>
                </a:lnTo>
                <a:lnTo>
                  <a:pt x="48009" y="149622"/>
                </a:lnTo>
                <a:lnTo>
                  <a:pt x="52743" y="151405"/>
                </a:lnTo>
                <a:lnTo>
                  <a:pt x="57588" y="152877"/>
                </a:lnTo>
                <a:lnTo>
                  <a:pt x="62528" y="154034"/>
                </a:lnTo>
                <a:lnTo>
                  <a:pt x="67549" y="154868"/>
                </a:lnTo>
                <a:lnTo>
                  <a:pt x="72635" y="155372"/>
                </a:lnTo>
                <a:lnTo>
                  <a:pt x="77771" y="155542"/>
                </a:lnTo>
              </a:path>
            </a:pathLst>
          </a:custGeom>
          <a:noFill/>
          <a:ln w="3809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60"/>
          <p:cNvSpPr/>
          <p:nvPr/>
        </p:nvSpPr>
        <p:spPr>
          <a:xfrm>
            <a:off x="2249267" y="5326386"/>
            <a:ext cx="647012" cy="492808"/>
          </a:xfrm>
          <a:custGeom>
            <a:avLst/>
            <a:gdLst/>
            <a:ahLst/>
            <a:cxnLst/>
            <a:rect l="l" t="t" r="r" b="b"/>
            <a:pathLst>
              <a:path w="647012" h="492808">
                <a:moveTo>
                  <a:pt x="0" y="492808"/>
                </a:moveTo>
                <a:lnTo>
                  <a:pt x="55859" y="450262"/>
                </a:lnTo>
                <a:lnTo>
                  <a:pt x="111365" y="407985"/>
                </a:lnTo>
                <a:lnTo>
                  <a:pt x="166518" y="365976"/>
                </a:lnTo>
                <a:lnTo>
                  <a:pt x="221318" y="324237"/>
                </a:lnTo>
                <a:lnTo>
                  <a:pt x="275765" y="282766"/>
                </a:lnTo>
                <a:lnTo>
                  <a:pt x="329860" y="241564"/>
                </a:lnTo>
                <a:lnTo>
                  <a:pt x="383601" y="200631"/>
                </a:lnTo>
                <a:lnTo>
                  <a:pt x="436989" y="159967"/>
                </a:lnTo>
                <a:lnTo>
                  <a:pt x="490024" y="119572"/>
                </a:lnTo>
                <a:lnTo>
                  <a:pt x="542706" y="79446"/>
                </a:lnTo>
                <a:lnTo>
                  <a:pt x="595035" y="39589"/>
                </a:lnTo>
                <a:lnTo>
                  <a:pt x="647012" y="0"/>
                </a:lnTo>
              </a:path>
            </a:pathLst>
          </a:custGeom>
          <a:noFill/>
          <a:ln w="285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61"/>
          <p:cNvSpPr/>
          <p:nvPr/>
        </p:nvSpPr>
        <p:spPr>
          <a:xfrm>
            <a:off x="2798623" y="5326386"/>
            <a:ext cx="97656" cy="89227"/>
          </a:xfrm>
          <a:custGeom>
            <a:avLst/>
            <a:gdLst/>
            <a:ahLst/>
            <a:cxnLst/>
            <a:rect l="l" t="t" r="r" b="b"/>
            <a:pathLst>
              <a:path w="97656" h="89227">
                <a:moveTo>
                  <a:pt x="0" y="18506"/>
                </a:moveTo>
                <a:lnTo>
                  <a:pt x="97656" y="0"/>
                </a:lnTo>
                <a:lnTo>
                  <a:pt x="53867" y="89227"/>
                </a:lnTo>
              </a:path>
            </a:pathLst>
          </a:custGeom>
          <a:noFill/>
          <a:ln w="285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62"/>
          <p:cNvSpPr/>
          <p:nvPr/>
        </p:nvSpPr>
        <p:spPr>
          <a:xfrm>
            <a:off x="1184613" y="5857716"/>
            <a:ext cx="1272540" cy="575528"/>
          </a:xfrm>
          <a:custGeom>
            <a:avLst/>
            <a:gdLst/>
            <a:ahLst/>
            <a:cxnLst/>
            <a:rect l="l" t="t" r="r" b="b"/>
            <a:pathLst>
              <a:path w="1272540" h="575528">
                <a:moveTo>
                  <a:pt x="48895" y="575528"/>
                </a:moveTo>
                <a:lnTo>
                  <a:pt x="1223645" y="575528"/>
                </a:lnTo>
                <a:lnTo>
                  <a:pt x="1231454" y="575189"/>
                </a:lnTo>
                <a:lnTo>
                  <a:pt x="1238585" y="574170"/>
                </a:lnTo>
                <a:lnTo>
                  <a:pt x="1245036" y="572472"/>
                </a:lnTo>
                <a:lnTo>
                  <a:pt x="1250809" y="570096"/>
                </a:lnTo>
                <a:lnTo>
                  <a:pt x="1255902" y="567040"/>
                </a:lnTo>
                <a:lnTo>
                  <a:pt x="1260316" y="563305"/>
                </a:lnTo>
                <a:lnTo>
                  <a:pt x="1264051" y="558891"/>
                </a:lnTo>
                <a:lnTo>
                  <a:pt x="1267107" y="553797"/>
                </a:lnTo>
                <a:lnTo>
                  <a:pt x="1269484" y="548025"/>
                </a:lnTo>
                <a:lnTo>
                  <a:pt x="1271182" y="541574"/>
                </a:lnTo>
                <a:lnTo>
                  <a:pt x="1272200" y="534443"/>
                </a:lnTo>
                <a:lnTo>
                  <a:pt x="1272540" y="526633"/>
                </a:lnTo>
                <a:lnTo>
                  <a:pt x="1272540" y="48895"/>
                </a:lnTo>
                <a:lnTo>
                  <a:pt x="1272200" y="41086"/>
                </a:lnTo>
                <a:lnTo>
                  <a:pt x="1271182" y="33955"/>
                </a:lnTo>
                <a:lnTo>
                  <a:pt x="1269484" y="27504"/>
                </a:lnTo>
                <a:lnTo>
                  <a:pt x="1267107" y="21731"/>
                </a:lnTo>
                <a:lnTo>
                  <a:pt x="1264051" y="16638"/>
                </a:lnTo>
                <a:lnTo>
                  <a:pt x="1260316" y="12224"/>
                </a:lnTo>
                <a:lnTo>
                  <a:pt x="1255902" y="8489"/>
                </a:lnTo>
                <a:lnTo>
                  <a:pt x="1250809" y="5433"/>
                </a:lnTo>
                <a:lnTo>
                  <a:pt x="1245036" y="3056"/>
                </a:lnTo>
                <a:lnTo>
                  <a:pt x="1238585" y="1359"/>
                </a:lnTo>
                <a:lnTo>
                  <a:pt x="1231454" y="340"/>
                </a:lnTo>
                <a:lnTo>
                  <a:pt x="1223645" y="0"/>
                </a:lnTo>
                <a:lnTo>
                  <a:pt x="48895" y="0"/>
                </a:lnTo>
                <a:lnTo>
                  <a:pt x="41085" y="340"/>
                </a:lnTo>
                <a:lnTo>
                  <a:pt x="33955" y="1359"/>
                </a:lnTo>
                <a:lnTo>
                  <a:pt x="27503" y="3056"/>
                </a:lnTo>
                <a:lnTo>
                  <a:pt x="21731" y="5433"/>
                </a:lnTo>
                <a:lnTo>
                  <a:pt x="16638" y="8489"/>
                </a:lnTo>
                <a:lnTo>
                  <a:pt x="12224" y="12224"/>
                </a:lnTo>
                <a:lnTo>
                  <a:pt x="8489" y="16638"/>
                </a:lnTo>
                <a:lnTo>
                  <a:pt x="5433" y="21731"/>
                </a:lnTo>
                <a:lnTo>
                  <a:pt x="3056" y="27504"/>
                </a:lnTo>
                <a:lnTo>
                  <a:pt x="1358" y="33955"/>
                </a:lnTo>
                <a:lnTo>
                  <a:pt x="340" y="41086"/>
                </a:lnTo>
                <a:lnTo>
                  <a:pt x="0" y="48895"/>
                </a:lnTo>
                <a:lnTo>
                  <a:pt x="0" y="526633"/>
                </a:lnTo>
                <a:lnTo>
                  <a:pt x="340" y="534443"/>
                </a:lnTo>
                <a:lnTo>
                  <a:pt x="1358" y="541574"/>
                </a:lnTo>
                <a:lnTo>
                  <a:pt x="3056" y="548025"/>
                </a:lnTo>
                <a:lnTo>
                  <a:pt x="5433" y="553797"/>
                </a:lnTo>
                <a:lnTo>
                  <a:pt x="8489" y="558891"/>
                </a:lnTo>
                <a:lnTo>
                  <a:pt x="12224" y="563305"/>
                </a:lnTo>
                <a:lnTo>
                  <a:pt x="16638" y="567040"/>
                </a:lnTo>
                <a:lnTo>
                  <a:pt x="21731" y="570096"/>
                </a:lnTo>
                <a:lnTo>
                  <a:pt x="27503" y="572472"/>
                </a:lnTo>
                <a:lnTo>
                  <a:pt x="33955" y="574170"/>
                </a:lnTo>
                <a:lnTo>
                  <a:pt x="41085" y="575189"/>
                </a:lnTo>
                <a:lnTo>
                  <a:pt x="48895" y="575528"/>
                </a:lnTo>
                <a:close/>
              </a:path>
            </a:pathLst>
          </a:custGeom>
          <a:solidFill>
            <a:srgbClr val="FFFFFF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93994" y="5883312"/>
            <a:ext cx="912733" cy="2857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74" b="1" i="0">
                <a:solidFill>
                  <a:srgbClr val="FF9500"/>
                </a:solidFill>
                <a:latin typeface="Times New Roman"/>
              </a:rPr>
              <a:t>Robot 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33508" y="6155228"/>
            <a:ext cx="1118978" cy="2362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9" b="0" i="1">
                <a:solidFill>
                  <a:srgbClr val="FF9500"/>
                </a:solidFill>
                <a:latin typeface="Times New Roman"/>
              </a:rPr>
              <a:t>Local actor 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04073" y="6228727"/>
            <a:ext cx="100590" cy="1653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4" b="0" i="1">
                <a:solidFill>
                  <a:srgbClr val="FF9500"/>
                </a:solidFill>
                <a:latin typeface="Times New Roman"/>
              </a:rPr>
              <a:t>θ</a:t>
            </a:r>
          </a:p>
        </p:txBody>
      </p:sp>
      <p:sp>
        <p:nvSpPr>
          <p:cNvPr id="76" name="Editable path 63"/>
          <p:cNvSpPr/>
          <p:nvPr/>
        </p:nvSpPr>
        <p:spPr>
          <a:xfrm>
            <a:off x="1867302" y="1821991"/>
            <a:ext cx="358383" cy="991556"/>
          </a:xfrm>
          <a:custGeom>
            <a:avLst/>
            <a:gdLst/>
            <a:ahLst/>
            <a:cxnLst/>
            <a:rect l="l" t="t" r="r" b="b"/>
            <a:pathLst>
              <a:path w="358383" h="991556">
                <a:moveTo>
                  <a:pt x="0" y="0"/>
                </a:moveTo>
                <a:lnTo>
                  <a:pt x="30695" y="84924"/>
                </a:lnTo>
                <a:lnTo>
                  <a:pt x="61239" y="169432"/>
                </a:lnTo>
                <a:lnTo>
                  <a:pt x="91632" y="253522"/>
                </a:lnTo>
                <a:lnTo>
                  <a:pt x="121874" y="337195"/>
                </a:lnTo>
                <a:lnTo>
                  <a:pt x="151966" y="420451"/>
                </a:lnTo>
                <a:lnTo>
                  <a:pt x="181906" y="503289"/>
                </a:lnTo>
                <a:lnTo>
                  <a:pt x="211696" y="585710"/>
                </a:lnTo>
                <a:lnTo>
                  <a:pt x="241335" y="667714"/>
                </a:lnTo>
                <a:lnTo>
                  <a:pt x="270823" y="749300"/>
                </a:lnTo>
                <a:lnTo>
                  <a:pt x="300161" y="830469"/>
                </a:lnTo>
                <a:lnTo>
                  <a:pt x="329347" y="911221"/>
                </a:lnTo>
                <a:lnTo>
                  <a:pt x="358383" y="991556"/>
                </a:lnTo>
              </a:path>
            </a:pathLst>
          </a:custGeom>
          <a:noFill/>
          <a:ln w="285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64"/>
          <p:cNvSpPr/>
          <p:nvPr/>
        </p:nvSpPr>
        <p:spPr>
          <a:xfrm>
            <a:off x="2153663" y="2714831"/>
            <a:ext cx="83607" cy="98716"/>
          </a:xfrm>
          <a:custGeom>
            <a:avLst/>
            <a:gdLst/>
            <a:ahLst/>
            <a:cxnLst/>
            <a:rect l="l" t="t" r="r" b="b"/>
            <a:pathLst>
              <a:path w="83607" h="98716">
                <a:moveTo>
                  <a:pt x="83607" y="0"/>
                </a:moveTo>
                <a:lnTo>
                  <a:pt x="72022" y="98716"/>
                </a:lnTo>
                <a:lnTo>
                  <a:pt x="0" y="30218"/>
                </a:lnTo>
              </a:path>
            </a:pathLst>
          </a:custGeom>
          <a:noFill/>
          <a:ln w="285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65"/>
          <p:cNvSpPr/>
          <p:nvPr/>
        </p:nvSpPr>
        <p:spPr>
          <a:xfrm>
            <a:off x="1105444" y="1186756"/>
            <a:ext cx="1272540" cy="575528"/>
          </a:xfrm>
          <a:custGeom>
            <a:avLst/>
            <a:gdLst/>
            <a:ahLst/>
            <a:cxnLst/>
            <a:rect l="l" t="t" r="r" b="b"/>
            <a:pathLst>
              <a:path w="1272540" h="575528">
                <a:moveTo>
                  <a:pt x="48895" y="575528"/>
                </a:moveTo>
                <a:lnTo>
                  <a:pt x="1223645" y="575528"/>
                </a:lnTo>
                <a:lnTo>
                  <a:pt x="1231455" y="575188"/>
                </a:lnTo>
                <a:lnTo>
                  <a:pt x="1238585" y="574169"/>
                </a:lnTo>
                <a:lnTo>
                  <a:pt x="1245037" y="572472"/>
                </a:lnTo>
                <a:lnTo>
                  <a:pt x="1250809" y="570095"/>
                </a:lnTo>
                <a:lnTo>
                  <a:pt x="1255902" y="567039"/>
                </a:lnTo>
                <a:lnTo>
                  <a:pt x="1260316" y="563304"/>
                </a:lnTo>
                <a:lnTo>
                  <a:pt x="1264051" y="558890"/>
                </a:lnTo>
                <a:lnTo>
                  <a:pt x="1267107" y="553797"/>
                </a:lnTo>
                <a:lnTo>
                  <a:pt x="1269484" y="548024"/>
                </a:lnTo>
                <a:lnTo>
                  <a:pt x="1271182" y="541573"/>
                </a:lnTo>
                <a:lnTo>
                  <a:pt x="1272200" y="534442"/>
                </a:lnTo>
                <a:lnTo>
                  <a:pt x="1272540" y="526633"/>
                </a:lnTo>
                <a:lnTo>
                  <a:pt x="1272540" y="48895"/>
                </a:lnTo>
                <a:lnTo>
                  <a:pt x="1272200" y="41085"/>
                </a:lnTo>
                <a:lnTo>
                  <a:pt x="1271182" y="33954"/>
                </a:lnTo>
                <a:lnTo>
                  <a:pt x="1269484" y="27503"/>
                </a:lnTo>
                <a:lnTo>
                  <a:pt x="1267107" y="21731"/>
                </a:lnTo>
                <a:lnTo>
                  <a:pt x="1264051" y="16637"/>
                </a:lnTo>
                <a:lnTo>
                  <a:pt x="1260316" y="12223"/>
                </a:lnTo>
                <a:lnTo>
                  <a:pt x="1255902" y="8488"/>
                </a:lnTo>
                <a:lnTo>
                  <a:pt x="1250809" y="5432"/>
                </a:lnTo>
                <a:lnTo>
                  <a:pt x="1245037" y="3056"/>
                </a:lnTo>
                <a:lnTo>
                  <a:pt x="1238585" y="1358"/>
                </a:lnTo>
                <a:lnTo>
                  <a:pt x="1231455" y="339"/>
                </a:lnTo>
                <a:lnTo>
                  <a:pt x="1223645" y="0"/>
                </a:lnTo>
                <a:lnTo>
                  <a:pt x="48895" y="0"/>
                </a:lnTo>
                <a:lnTo>
                  <a:pt x="41086" y="339"/>
                </a:lnTo>
                <a:lnTo>
                  <a:pt x="33955" y="1358"/>
                </a:lnTo>
                <a:lnTo>
                  <a:pt x="27504" y="3056"/>
                </a:lnTo>
                <a:lnTo>
                  <a:pt x="21731" y="5432"/>
                </a:lnTo>
                <a:lnTo>
                  <a:pt x="16638" y="8488"/>
                </a:lnTo>
                <a:lnTo>
                  <a:pt x="12224" y="12223"/>
                </a:lnTo>
                <a:lnTo>
                  <a:pt x="8489" y="16637"/>
                </a:lnTo>
                <a:lnTo>
                  <a:pt x="5433" y="21731"/>
                </a:lnTo>
                <a:lnTo>
                  <a:pt x="3056" y="27503"/>
                </a:lnTo>
                <a:lnTo>
                  <a:pt x="1358" y="33954"/>
                </a:lnTo>
                <a:lnTo>
                  <a:pt x="340" y="41085"/>
                </a:lnTo>
                <a:lnTo>
                  <a:pt x="0" y="48895"/>
                </a:lnTo>
                <a:lnTo>
                  <a:pt x="0" y="526633"/>
                </a:lnTo>
                <a:lnTo>
                  <a:pt x="340" y="534442"/>
                </a:lnTo>
                <a:lnTo>
                  <a:pt x="1358" y="541573"/>
                </a:lnTo>
                <a:lnTo>
                  <a:pt x="3056" y="548024"/>
                </a:lnTo>
                <a:lnTo>
                  <a:pt x="5433" y="553797"/>
                </a:lnTo>
                <a:lnTo>
                  <a:pt x="8489" y="558890"/>
                </a:lnTo>
                <a:lnTo>
                  <a:pt x="12224" y="563304"/>
                </a:lnTo>
                <a:lnTo>
                  <a:pt x="16638" y="567039"/>
                </a:lnTo>
                <a:lnTo>
                  <a:pt x="21731" y="570095"/>
                </a:lnTo>
                <a:lnTo>
                  <a:pt x="27504" y="572472"/>
                </a:lnTo>
                <a:lnTo>
                  <a:pt x="33955" y="574169"/>
                </a:lnTo>
                <a:lnTo>
                  <a:pt x="41086" y="575188"/>
                </a:lnTo>
                <a:lnTo>
                  <a:pt x="48895" y="575528"/>
                </a:lnTo>
                <a:close/>
              </a:path>
            </a:pathLst>
          </a:custGeom>
          <a:solidFill>
            <a:srgbClr val="FFFFFF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1522" y="1212351"/>
            <a:ext cx="899636" cy="2857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74" b="1" i="0">
                <a:solidFill>
                  <a:srgbClr val="0ABAB5"/>
                </a:solidFill>
                <a:latin typeface="Times New Roman"/>
              </a:rPr>
              <a:t>Robot 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4339" y="1484267"/>
            <a:ext cx="1118978" cy="2362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9" b="0" i="1">
                <a:solidFill>
                  <a:srgbClr val="0ABAB5"/>
                </a:solidFill>
                <a:latin typeface="Times New Roman"/>
              </a:rPr>
              <a:t>Local actor 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24905" y="1557766"/>
            <a:ext cx="100590" cy="1653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4" b="0" i="1">
                <a:solidFill>
                  <a:srgbClr val="0ABAB5"/>
                </a:solidFill>
                <a:latin typeface="Times New Roman"/>
              </a:rPr>
              <a:t>θ</a:t>
            </a:r>
          </a:p>
        </p:txBody>
      </p:sp>
      <p:sp>
        <p:nvSpPr>
          <p:cNvPr id="82" name="Editable path 66"/>
          <p:cNvSpPr/>
          <p:nvPr/>
        </p:nvSpPr>
        <p:spPr>
          <a:xfrm>
            <a:off x="9161063" y="3256229"/>
            <a:ext cx="1442969" cy="427724"/>
          </a:xfrm>
          <a:custGeom>
            <a:avLst/>
            <a:gdLst/>
            <a:ahLst/>
            <a:cxnLst/>
            <a:rect l="l" t="t" r="r" b="b"/>
            <a:pathLst>
              <a:path w="1442969" h="427724">
                <a:moveTo>
                  <a:pt x="1442969" y="427724"/>
                </a:moveTo>
                <a:lnTo>
                  <a:pt x="1320382" y="391387"/>
                </a:lnTo>
                <a:lnTo>
                  <a:pt x="1198220" y="355176"/>
                </a:lnTo>
                <a:lnTo>
                  <a:pt x="1076484" y="319091"/>
                </a:lnTo>
                <a:lnTo>
                  <a:pt x="955173" y="283132"/>
                </a:lnTo>
                <a:lnTo>
                  <a:pt x="834287" y="247299"/>
                </a:lnTo>
                <a:lnTo>
                  <a:pt x="713827" y="211592"/>
                </a:lnTo>
                <a:lnTo>
                  <a:pt x="593792" y="176011"/>
                </a:lnTo>
                <a:lnTo>
                  <a:pt x="474183" y="140557"/>
                </a:lnTo>
                <a:lnTo>
                  <a:pt x="354999" y="105228"/>
                </a:lnTo>
                <a:lnTo>
                  <a:pt x="236241" y="70026"/>
                </a:lnTo>
                <a:lnTo>
                  <a:pt x="117908" y="34950"/>
                </a:lnTo>
                <a:lnTo>
                  <a:pt x="0" y="0"/>
                </a:lnTo>
              </a:path>
            </a:pathLst>
          </a:custGeom>
          <a:noFill/>
          <a:ln w="285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67"/>
          <p:cNvSpPr/>
          <p:nvPr/>
        </p:nvSpPr>
        <p:spPr>
          <a:xfrm>
            <a:off x="9161063" y="3238876"/>
            <a:ext cx="97867" cy="85235"/>
          </a:xfrm>
          <a:custGeom>
            <a:avLst/>
            <a:gdLst/>
            <a:ahLst/>
            <a:cxnLst/>
            <a:rect l="l" t="t" r="r" b="b"/>
            <a:pathLst>
              <a:path w="97867" h="85235">
                <a:moveTo>
                  <a:pt x="72601" y="85235"/>
                </a:moveTo>
                <a:lnTo>
                  <a:pt x="0" y="17353"/>
                </a:lnTo>
                <a:lnTo>
                  <a:pt x="97867" y="0"/>
                </a:lnTo>
              </a:path>
            </a:pathLst>
          </a:custGeom>
          <a:noFill/>
          <a:ln w="2857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68"/>
          <p:cNvSpPr/>
          <p:nvPr/>
        </p:nvSpPr>
        <p:spPr>
          <a:xfrm>
            <a:off x="10568702" y="3701967"/>
            <a:ext cx="1188204" cy="295235"/>
          </a:xfrm>
          <a:custGeom>
            <a:avLst/>
            <a:gdLst/>
            <a:ahLst/>
            <a:cxnLst/>
            <a:rect l="l" t="t" r="r" b="b"/>
            <a:pathLst>
              <a:path w="1188204" h="295235">
                <a:moveTo>
                  <a:pt x="48895" y="295235"/>
                </a:moveTo>
                <a:lnTo>
                  <a:pt x="1139309" y="295235"/>
                </a:lnTo>
                <a:lnTo>
                  <a:pt x="1147119" y="294895"/>
                </a:lnTo>
                <a:lnTo>
                  <a:pt x="1154249" y="293877"/>
                </a:lnTo>
                <a:lnTo>
                  <a:pt x="1160701" y="292179"/>
                </a:lnTo>
                <a:lnTo>
                  <a:pt x="1166473" y="289802"/>
                </a:lnTo>
                <a:lnTo>
                  <a:pt x="1171566" y="286746"/>
                </a:lnTo>
                <a:lnTo>
                  <a:pt x="1175981" y="283011"/>
                </a:lnTo>
                <a:lnTo>
                  <a:pt x="1179716" y="278597"/>
                </a:lnTo>
                <a:lnTo>
                  <a:pt x="1182772" y="273504"/>
                </a:lnTo>
                <a:lnTo>
                  <a:pt x="1185148" y="267732"/>
                </a:lnTo>
                <a:lnTo>
                  <a:pt x="1186846" y="261280"/>
                </a:lnTo>
                <a:lnTo>
                  <a:pt x="1187865" y="254150"/>
                </a:lnTo>
                <a:lnTo>
                  <a:pt x="1188204" y="246340"/>
                </a:lnTo>
                <a:lnTo>
                  <a:pt x="1188204" y="48895"/>
                </a:lnTo>
                <a:lnTo>
                  <a:pt x="1187865" y="41085"/>
                </a:lnTo>
                <a:lnTo>
                  <a:pt x="1186846" y="33955"/>
                </a:lnTo>
                <a:lnTo>
                  <a:pt x="1185148" y="27503"/>
                </a:lnTo>
                <a:lnTo>
                  <a:pt x="1182772" y="21731"/>
                </a:lnTo>
                <a:lnTo>
                  <a:pt x="1179716" y="16638"/>
                </a:lnTo>
                <a:lnTo>
                  <a:pt x="1175981" y="12224"/>
                </a:lnTo>
                <a:lnTo>
                  <a:pt x="1171566" y="8488"/>
                </a:lnTo>
                <a:lnTo>
                  <a:pt x="1166473" y="5433"/>
                </a:lnTo>
                <a:lnTo>
                  <a:pt x="1160701" y="3056"/>
                </a:lnTo>
                <a:lnTo>
                  <a:pt x="1154249" y="1358"/>
                </a:lnTo>
                <a:lnTo>
                  <a:pt x="1147119" y="339"/>
                </a:lnTo>
                <a:lnTo>
                  <a:pt x="1139309" y="0"/>
                </a:lnTo>
                <a:lnTo>
                  <a:pt x="48895" y="0"/>
                </a:lnTo>
                <a:lnTo>
                  <a:pt x="41086" y="339"/>
                </a:lnTo>
                <a:lnTo>
                  <a:pt x="33955" y="1358"/>
                </a:lnTo>
                <a:lnTo>
                  <a:pt x="27503" y="3056"/>
                </a:lnTo>
                <a:lnTo>
                  <a:pt x="21731" y="5433"/>
                </a:lnTo>
                <a:lnTo>
                  <a:pt x="16638" y="8488"/>
                </a:lnTo>
                <a:lnTo>
                  <a:pt x="12224" y="12224"/>
                </a:lnTo>
                <a:lnTo>
                  <a:pt x="8489" y="16638"/>
                </a:lnTo>
                <a:lnTo>
                  <a:pt x="5433" y="21731"/>
                </a:lnTo>
                <a:lnTo>
                  <a:pt x="3056" y="27503"/>
                </a:lnTo>
                <a:lnTo>
                  <a:pt x="1358" y="33955"/>
                </a:lnTo>
                <a:lnTo>
                  <a:pt x="339" y="41085"/>
                </a:lnTo>
                <a:lnTo>
                  <a:pt x="0" y="48895"/>
                </a:lnTo>
                <a:lnTo>
                  <a:pt x="0" y="246340"/>
                </a:lnTo>
                <a:lnTo>
                  <a:pt x="339" y="254150"/>
                </a:lnTo>
                <a:lnTo>
                  <a:pt x="1358" y="261280"/>
                </a:lnTo>
                <a:lnTo>
                  <a:pt x="3056" y="267732"/>
                </a:lnTo>
                <a:lnTo>
                  <a:pt x="5433" y="273504"/>
                </a:lnTo>
                <a:lnTo>
                  <a:pt x="8489" y="278597"/>
                </a:lnTo>
                <a:lnTo>
                  <a:pt x="12224" y="283011"/>
                </a:lnTo>
                <a:lnTo>
                  <a:pt x="16638" y="286746"/>
                </a:lnTo>
                <a:lnTo>
                  <a:pt x="21731" y="289802"/>
                </a:lnTo>
                <a:lnTo>
                  <a:pt x="27503" y="292179"/>
                </a:lnTo>
                <a:lnTo>
                  <a:pt x="33955" y="293877"/>
                </a:lnTo>
                <a:lnTo>
                  <a:pt x="41086" y="294895"/>
                </a:lnTo>
                <a:lnTo>
                  <a:pt x="48895" y="295235"/>
                </a:lnTo>
                <a:close/>
              </a:path>
            </a:pathLst>
          </a:custGeom>
          <a:solidFill>
            <a:srgbClr val="FFFFFF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617597" y="3733712"/>
            <a:ext cx="1141873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24" b="0" i="1">
                <a:solidFill>
                  <a:srgbClr val="FF9500"/>
                </a:solidFill>
                <a:latin typeface="Times New Roman"/>
              </a:rPr>
              <a:t>Robot A path</a:t>
            </a:r>
          </a:p>
        </p:txBody>
      </p:sp>
      <p:sp>
        <p:nvSpPr>
          <p:cNvPr id="86" name="Editable path 69"/>
          <p:cNvSpPr/>
          <p:nvPr/>
        </p:nvSpPr>
        <p:spPr>
          <a:xfrm>
            <a:off x="4716453" y="1983211"/>
            <a:ext cx="708906" cy="695821"/>
          </a:xfrm>
          <a:custGeom>
            <a:avLst/>
            <a:gdLst/>
            <a:ahLst/>
            <a:cxnLst/>
            <a:rect l="l" t="t" r="r" b="b"/>
            <a:pathLst>
              <a:path w="708906" h="695821">
                <a:moveTo>
                  <a:pt x="708906" y="0"/>
                </a:moveTo>
                <a:lnTo>
                  <a:pt x="648089" y="59695"/>
                </a:lnTo>
                <a:lnTo>
                  <a:pt x="587589" y="119079"/>
                </a:lnTo>
                <a:lnTo>
                  <a:pt x="527405" y="178152"/>
                </a:lnTo>
                <a:lnTo>
                  <a:pt x="467538" y="236914"/>
                </a:lnTo>
                <a:lnTo>
                  <a:pt x="407987" y="295365"/>
                </a:lnTo>
                <a:lnTo>
                  <a:pt x="348753" y="353505"/>
                </a:lnTo>
                <a:lnTo>
                  <a:pt x="289836" y="411335"/>
                </a:lnTo>
                <a:lnTo>
                  <a:pt x="231236" y="468854"/>
                </a:lnTo>
                <a:lnTo>
                  <a:pt x="172952" y="526062"/>
                </a:lnTo>
                <a:lnTo>
                  <a:pt x="114985" y="582959"/>
                </a:lnTo>
                <a:lnTo>
                  <a:pt x="57334" y="639545"/>
                </a:lnTo>
                <a:lnTo>
                  <a:pt x="0" y="695821"/>
                </a:lnTo>
              </a:path>
            </a:pathLst>
          </a:custGeom>
          <a:noFill/>
          <a:ln w="285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70"/>
          <p:cNvSpPr/>
          <p:nvPr/>
        </p:nvSpPr>
        <p:spPr>
          <a:xfrm>
            <a:off x="4716453" y="2585036"/>
            <a:ext cx="94582" cy="93996"/>
          </a:xfrm>
          <a:custGeom>
            <a:avLst/>
            <a:gdLst/>
            <a:ahLst/>
            <a:cxnLst/>
            <a:rect l="l" t="t" r="r" b="b"/>
            <a:pathLst>
              <a:path w="94582" h="93996">
                <a:moveTo>
                  <a:pt x="94582" y="63444"/>
                </a:moveTo>
                <a:lnTo>
                  <a:pt x="0" y="93996"/>
                </a:lnTo>
                <a:lnTo>
                  <a:pt x="32309" y="0"/>
                </a:lnTo>
              </a:path>
            </a:pathLst>
          </a:custGeom>
          <a:noFill/>
          <a:ln w="2857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71"/>
          <p:cNvSpPr/>
          <p:nvPr/>
        </p:nvSpPr>
        <p:spPr>
          <a:xfrm>
            <a:off x="5026885" y="1643577"/>
            <a:ext cx="1188204" cy="295235"/>
          </a:xfrm>
          <a:custGeom>
            <a:avLst/>
            <a:gdLst/>
            <a:ahLst/>
            <a:cxnLst/>
            <a:rect l="l" t="t" r="r" b="b"/>
            <a:pathLst>
              <a:path w="1188204" h="295235">
                <a:moveTo>
                  <a:pt x="48894" y="295235"/>
                </a:moveTo>
                <a:lnTo>
                  <a:pt x="1139308" y="295235"/>
                </a:lnTo>
                <a:lnTo>
                  <a:pt x="1147118" y="294896"/>
                </a:lnTo>
                <a:lnTo>
                  <a:pt x="1154249" y="293877"/>
                </a:lnTo>
                <a:lnTo>
                  <a:pt x="1160700" y="292180"/>
                </a:lnTo>
                <a:lnTo>
                  <a:pt x="1166472" y="289803"/>
                </a:lnTo>
                <a:lnTo>
                  <a:pt x="1171566" y="286747"/>
                </a:lnTo>
                <a:lnTo>
                  <a:pt x="1175980" y="283012"/>
                </a:lnTo>
                <a:lnTo>
                  <a:pt x="1179715" y="278598"/>
                </a:lnTo>
                <a:lnTo>
                  <a:pt x="1182771" y="273504"/>
                </a:lnTo>
                <a:lnTo>
                  <a:pt x="1185148" y="267732"/>
                </a:lnTo>
                <a:lnTo>
                  <a:pt x="1186845" y="261281"/>
                </a:lnTo>
                <a:lnTo>
                  <a:pt x="1187864" y="254150"/>
                </a:lnTo>
                <a:lnTo>
                  <a:pt x="1188204" y="246341"/>
                </a:lnTo>
                <a:lnTo>
                  <a:pt x="1188204" y="48895"/>
                </a:lnTo>
                <a:lnTo>
                  <a:pt x="1187864" y="41086"/>
                </a:lnTo>
                <a:lnTo>
                  <a:pt x="1186845" y="33955"/>
                </a:lnTo>
                <a:lnTo>
                  <a:pt x="1185148" y="27504"/>
                </a:lnTo>
                <a:lnTo>
                  <a:pt x="1182771" y="21731"/>
                </a:lnTo>
                <a:lnTo>
                  <a:pt x="1179715" y="16638"/>
                </a:lnTo>
                <a:lnTo>
                  <a:pt x="1175980" y="12224"/>
                </a:lnTo>
                <a:lnTo>
                  <a:pt x="1171566" y="8489"/>
                </a:lnTo>
                <a:lnTo>
                  <a:pt x="1166472" y="5433"/>
                </a:lnTo>
                <a:lnTo>
                  <a:pt x="1160700" y="3056"/>
                </a:lnTo>
                <a:lnTo>
                  <a:pt x="1154249" y="1358"/>
                </a:lnTo>
                <a:lnTo>
                  <a:pt x="1147118" y="340"/>
                </a:lnTo>
                <a:lnTo>
                  <a:pt x="1139308" y="0"/>
                </a:lnTo>
                <a:lnTo>
                  <a:pt x="48894" y="0"/>
                </a:lnTo>
                <a:lnTo>
                  <a:pt x="41085" y="340"/>
                </a:lnTo>
                <a:lnTo>
                  <a:pt x="33954" y="1358"/>
                </a:lnTo>
                <a:lnTo>
                  <a:pt x="27503" y="3056"/>
                </a:lnTo>
                <a:lnTo>
                  <a:pt x="21731" y="5433"/>
                </a:lnTo>
                <a:lnTo>
                  <a:pt x="16637" y="8489"/>
                </a:lnTo>
                <a:lnTo>
                  <a:pt x="12223" y="12224"/>
                </a:lnTo>
                <a:lnTo>
                  <a:pt x="8488" y="16638"/>
                </a:lnTo>
                <a:lnTo>
                  <a:pt x="5432" y="21731"/>
                </a:lnTo>
                <a:lnTo>
                  <a:pt x="3056" y="27504"/>
                </a:lnTo>
                <a:lnTo>
                  <a:pt x="1358" y="33955"/>
                </a:lnTo>
                <a:lnTo>
                  <a:pt x="339" y="41086"/>
                </a:lnTo>
                <a:lnTo>
                  <a:pt x="0" y="48895"/>
                </a:lnTo>
                <a:lnTo>
                  <a:pt x="0" y="246341"/>
                </a:lnTo>
                <a:lnTo>
                  <a:pt x="339" y="254150"/>
                </a:lnTo>
                <a:lnTo>
                  <a:pt x="1358" y="261281"/>
                </a:lnTo>
                <a:lnTo>
                  <a:pt x="3056" y="267732"/>
                </a:lnTo>
                <a:lnTo>
                  <a:pt x="5432" y="273504"/>
                </a:lnTo>
                <a:lnTo>
                  <a:pt x="8488" y="278598"/>
                </a:lnTo>
                <a:lnTo>
                  <a:pt x="12223" y="283012"/>
                </a:lnTo>
                <a:lnTo>
                  <a:pt x="16637" y="286747"/>
                </a:lnTo>
                <a:lnTo>
                  <a:pt x="21731" y="289803"/>
                </a:lnTo>
                <a:lnTo>
                  <a:pt x="27503" y="292180"/>
                </a:lnTo>
                <a:lnTo>
                  <a:pt x="33954" y="293877"/>
                </a:lnTo>
                <a:lnTo>
                  <a:pt x="41085" y="294896"/>
                </a:lnTo>
                <a:lnTo>
                  <a:pt x="48894" y="295235"/>
                </a:lnTo>
                <a:close/>
              </a:path>
            </a:pathLst>
          </a:custGeom>
          <a:solidFill>
            <a:srgbClr val="FFFFFF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75779" y="1675322"/>
            <a:ext cx="1141872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24" b="0" i="1">
                <a:solidFill>
                  <a:srgbClr val="0ABAB5"/>
                </a:solidFill>
                <a:latin typeface="Times New Roman"/>
              </a:rPr>
              <a:t>Robot B path</a:t>
            </a:r>
          </a:p>
        </p:txBody>
      </p:sp>
      <p:sp>
        <p:nvSpPr>
          <p:cNvPr id="90" name="Editable path 72"/>
          <p:cNvSpPr/>
          <p:nvPr/>
        </p:nvSpPr>
        <p:spPr>
          <a:xfrm>
            <a:off x="4676411" y="3578428"/>
            <a:ext cx="1712057" cy="796510"/>
          </a:xfrm>
          <a:custGeom>
            <a:avLst/>
            <a:gdLst/>
            <a:ahLst/>
            <a:cxnLst/>
            <a:rect l="l" t="t" r="r" b="b"/>
            <a:pathLst>
              <a:path w="1712057" h="796510">
                <a:moveTo>
                  <a:pt x="1712057" y="796510"/>
                </a:moveTo>
                <a:lnTo>
                  <a:pt x="1567173" y="729105"/>
                </a:lnTo>
                <a:lnTo>
                  <a:pt x="1422691" y="661886"/>
                </a:lnTo>
                <a:lnTo>
                  <a:pt x="1278612" y="594855"/>
                </a:lnTo>
                <a:lnTo>
                  <a:pt x="1134935" y="528012"/>
                </a:lnTo>
                <a:lnTo>
                  <a:pt x="991660" y="461355"/>
                </a:lnTo>
                <a:lnTo>
                  <a:pt x="848787" y="394886"/>
                </a:lnTo>
                <a:lnTo>
                  <a:pt x="706317" y="328603"/>
                </a:lnTo>
                <a:lnTo>
                  <a:pt x="564249" y="262508"/>
                </a:lnTo>
                <a:lnTo>
                  <a:pt x="422583" y="196601"/>
                </a:lnTo>
                <a:lnTo>
                  <a:pt x="281320" y="130880"/>
                </a:lnTo>
                <a:lnTo>
                  <a:pt x="140459" y="65346"/>
                </a:lnTo>
                <a:lnTo>
                  <a:pt x="0" y="0"/>
                </a:lnTo>
              </a:path>
            </a:pathLst>
          </a:custGeom>
          <a:noFill/>
          <a:ln w="28574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73"/>
          <p:cNvSpPr/>
          <p:nvPr/>
        </p:nvSpPr>
        <p:spPr>
          <a:xfrm>
            <a:off x="4676411" y="3575626"/>
            <a:ext cx="99354" cy="80604"/>
          </a:xfrm>
          <a:custGeom>
            <a:avLst/>
            <a:gdLst/>
            <a:ahLst/>
            <a:cxnLst/>
            <a:rect l="l" t="t" r="r" b="b"/>
            <a:pathLst>
              <a:path w="99354" h="80604">
                <a:moveTo>
                  <a:pt x="61854" y="80604"/>
                </a:moveTo>
                <a:lnTo>
                  <a:pt x="0" y="2802"/>
                </a:lnTo>
                <a:lnTo>
                  <a:pt x="99354" y="0"/>
                </a:lnTo>
              </a:path>
            </a:pathLst>
          </a:custGeom>
          <a:noFill/>
          <a:ln w="28574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74"/>
          <p:cNvSpPr/>
          <p:nvPr/>
        </p:nvSpPr>
        <p:spPr>
          <a:xfrm>
            <a:off x="6206357" y="4401775"/>
            <a:ext cx="1679337" cy="558164"/>
          </a:xfrm>
          <a:custGeom>
            <a:avLst/>
            <a:gdLst/>
            <a:ahLst/>
            <a:cxnLst/>
            <a:rect l="l" t="t" r="r" b="b"/>
            <a:pathLst>
              <a:path w="1679337" h="558164">
                <a:moveTo>
                  <a:pt x="48895" y="558164"/>
                </a:moveTo>
                <a:lnTo>
                  <a:pt x="1630442" y="558164"/>
                </a:lnTo>
                <a:lnTo>
                  <a:pt x="1638251" y="557825"/>
                </a:lnTo>
                <a:lnTo>
                  <a:pt x="1645382" y="556806"/>
                </a:lnTo>
                <a:lnTo>
                  <a:pt x="1651833" y="555108"/>
                </a:lnTo>
                <a:lnTo>
                  <a:pt x="1657606" y="552732"/>
                </a:lnTo>
                <a:lnTo>
                  <a:pt x="1662699" y="549676"/>
                </a:lnTo>
                <a:lnTo>
                  <a:pt x="1667113" y="545941"/>
                </a:lnTo>
                <a:lnTo>
                  <a:pt x="1670848" y="541526"/>
                </a:lnTo>
                <a:lnTo>
                  <a:pt x="1673904" y="536433"/>
                </a:lnTo>
                <a:lnTo>
                  <a:pt x="1676281" y="530661"/>
                </a:lnTo>
                <a:lnTo>
                  <a:pt x="1677979" y="524210"/>
                </a:lnTo>
                <a:lnTo>
                  <a:pt x="1678997" y="517079"/>
                </a:lnTo>
                <a:lnTo>
                  <a:pt x="1679337" y="509270"/>
                </a:lnTo>
                <a:lnTo>
                  <a:pt x="1679337" y="48895"/>
                </a:lnTo>
                <a:lnTo>
                  <a:pt x="1678997" y="41085"/>
                </a:lnTo>
                <a:lnTo>
                  <a:pt x="1677979" y="33954"/>
                </a:lnTo>
                <a:lnTo>
                  <a:pt x="1676281" y="27503"/>
                </a:lnTo>
                <a:lnTo>
                  <a:pt x="1673904" y="21731"/>
                </a:lnTo>
                <a:lnTo>
                  <a:pt x="1670848" y="16638"/>
                </a:lnTo>
                <a:lnTo>
                  <a:pt x="1667113" y="12223"/>
                </a:lnTo>
                <a:lnTo>
                  <a:pt x="1662699" y="8488"/>
                </a:lnTo>
                <a:lnTo>
                  <a:pt x="1657606" y="5433"/>
                </a:lnTo>
                <a:lnTo>
                  <a:pt x="1651833" y="3056"/>
                </a:lnTo>
                <a:lnTo>
                  <a:pt x="1645382" y="1358"/>
                </a:lnTo>
                <a:lnTo>
                  <a:pt x="1638251" y="339"/>
                </a:lnTo>
                <a:lnTo>
                  <a:pt x="1630442" y="0"/>
                </a:lnTo>
                <a:lnTo>
                  <a:pt x="48895" y="0"/>
                </a:lnTo>
                <a:lnTo>
                  <a:pt x="41085" y="339"/>
                </a:lnTo>
                <a:lnTo>
                  <a:pt x="33955" y="1358"/>
                </a:lnTo>
                <a:lnTo>
                  <a:pt x="27503" y="3056"/>
                </a:lnTo>
                <a:lnTo>
                  <a:pt x="21731" y="5433"/>
                </a:lnTo>
                <a:lnTo>
                  <a:pt x="16638" y="8488"/>
                </a:lnTo>
                <a:lnTo>
                  <a:pt x="12224" y="12223"/>
                </a:lnTo>
                <a:lnTo>
                  <a:pt x="8489" y="16638"/>
                </a:lnTo>
                <a:lnTo>
                  <a:pt x="5433" y="21731"/>
                </a:lnTo>
                <a:lnTo>
                  <a:pt x="3056" y="27503"/>
                </a:lnTo>
                <a:lnTo>
                  <a:pt x="1358" y="33954"/>
                </a:lnTo>
                <a:lnTo>
                  <a:pt x="340" y="41085"/>
                </a:lnTo>
                <a:lnTo>
                  <a:pt x="0" y="48895"/>
                </a:lnTo>
                <a:lnTo>
                  <a:pt x="0" y="509270"/>
                </a:lnTo>
                <a:lnTo>
                  <a:pt x="340" y="517079"/>
                </a:lnTo>
                <a:lnTo>
                  <a:pt x="1358" y="524210"/>
                </a:lnTo>
                <a:lnTo>
                  <a:pt x="3056" y="530661"/>
                </a:lnTo>
                <a:lnTo>
                  <a:pt x="5433" y="536433"/>
                </a:lnTo>
                <a:lnTo>
                  <a:pt x="8489" y="541526"/>
                </a:lnTo>
                <a:lnTo>
                  <a:pt x="12224" y="545941"/>
                </a:lnTo>
                <a:lnTo>
                  <a:pt x="16638" y="549676"/>
                </a:lnTo>
                <a:lnTo>
                  <a:pt x="21731" y="552732"/>
                </a:lnTo>
                <a:lnTo>
                  <a:pt x="27503" y="555108"/>
                </a:lnTo>
                <a:lnTo>
                  <a:pt x="33955" y="556806"/>
                </a:lnTo>
                <a:lnTo>
                  <a:pt x="41085" y="557825"/>
                </a:lnTo>
                <a:lnTo>
                  <a:pt x="48895" y="558164"/>
                </a:lnTo>
                <a:close/>
              </a:path>
            </a:pathLst>
          </a:custGeom>
          <a:solidFill>
            <a:srgbClr val="FFFFFF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55251" y="4431339"/>
            <a:ext cx="1640681" cy="2857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74" b="1" i="0">
                <a:solidFill>
                  <a:srgbClr val="7C5AA6"/>
                </a:solidFill>
                <a:latin typeface="Times New Roman"/>
              </a:rPr>
              <a:t>Shared planner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81259" y="4710696"/>
            <a:ext cx="1366532" cy="2362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9" b="0" i="1">
                <a:solidFill>
                  <a:srgbClr val="7C5AA6"/>
                </a:solidFill>
                <a:latin typeface="Times New Roman"/>
              </a:rPr>
              <a:t>Object reference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1557042" y="0"/>
            <a:ext cx="9077915" cy="6858000"/>
          </a:xfrm>
          <a:custGeom>
            <a:avLst/>
            <a:gdLst/>
            <a:ahLst/>
            <a:cxnLst/>
            <a:rect l="l" t="t" r="r" b="b"/>
            <a:pathLst>
              <a:path w="9077915" h="6858000">
                <a:moveTo>
                  <a:pt x="0" y="0"/>
                </a:moveTo>
                <a:lnTo>
                  <a:pt x="9077915" y="0"/>
                </a:lnTo>
                <a:lnTo>
                  <a:pt x="907791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009" y="126967"/>
            <a:ext cx="1608542" cy="988104"/>
          </a:xfrm>
          <a:prstGeom prst="rect">
            <a:avLst/>
          </a:prstGeom>
        </p:spPr>
      </p:pic>
      <p:sp>
        <p:nvSpPr>
          <p:cNvPr id="4" name="Editable path 2"/>
          <p:cNvSpPr/>
          <p:nvPr/>
        </p:nvSpPr>
        <p:spPr>
          <a:xfrm>
            <a:off x="1715268" y="166154"/>
            <a:ext cx="786591" cy="161122"/>
          </a:xfrm>
          <a:custGeom>
            <a:avLst/>
            <a:gdLst/>
            <a:ahLst/>
            <a:cxnLst/>
            <a:rect l="l" t="t" r="r" b="b"/>
            <a:pathLst>
              <a:path w="786591" h="161122">
                <a:moveTo>
                  <a:pt x="25041" y="161122"/>
                </a:moveTo>
                <a:lnTo>
                  <a:pt x="761551" y="161122"/>
                </a:lnTo>
                <a:lnTo>
                  <a:pt x="765550" y="160948"/>
                </a:lnTo>
                <a:lnTo>
                  <a:pt x="769202" y="160427"/>
                </a:lnTo>
                <a:lnTo>
                  <a:pt x="772506" y="159557"/>
                </a:lnTo>
                <a:lnTo>
                  <a:pt x="775462" y="158340"/>
                </a:lnTo>
                <a:lnTo>
                  <a:pt x="778070" y="156775"/>
                </a:lnTo>
                <a:lnTo>
                  <a:pt x="780331" y="154862"/>
                </a:lnTo>
                <a:lnTo>
                  <a:pt x="782244" y="152601"/>
                </a:lnTo>
                <a:lnTo>
                  <a:pt x="783809" y="149993"/>
                </a:lnTo>
                <a:lnTo>
                  <a:pt x="785026" y="147037"/>
                </a:lnTo>
                <a:lnTo>
                  <a:pt x="785896" y="143733"/>
                </a:lnTo>
                <a:lnTo>
                  <a:pt x="786417" y="140081"/>
                </a:lnTo>
                <a:lnTo>
                  <a:pt x="786591" y="136081"/>
                </a:lnTo>
                <a:lnTo>
                  <a:pt x="786591" y="25040"/>
                </a:lnTo>
                <a:lnTo>
                  <a:pt x="786417" y="21040"/>
                </a:lnTo>
                <a:lnTo>
                  <a:pt x="785896" y="17389"/>
                </a:lnTo>
                <a:lnTo>
                  <a:pt x="785026" y="14085"/>
                </a:lnTo>
                <a:lnTo>
                  <a:pt x="783809" y="11129"/>
                </a:lnTo>
                <a:lnTo>
                  <a:pt x="782244" y="8520"/>
                </a:lnTo>
                <a:lnTo>
                  <a:pt x="780331" y="6260"/>
                </a:lnTo>
                <a:lnTo>
                  <a:pt x="778070" y="4347"/>
                </a:lnTo>
                <a:lnTo>
                  <a:pt x="775462" y="2782"/>
                </a:lnTo>
                <a:lnTo>
                  <a:pt x="772506" y="1565"/>
                </a:lnTo>
                <a:lnTo>
                  <a:pt x="769202" y="695"/>
                </a:lnTo>
                <a:lnTo>
                  <a:pt x="765550" y="173"/>
                </a:lnTo>
                <a:lnTo>
                  <a:pt x="761551" y="0"/>
                </a:lnTo>
                <a:lnTo>
                  <a:pt x="25041" y="0"/>
                </a:lnTo>
                <a:lnTo>
                  <a:pt x="21041" y="173"/>
                </a:lnTo>
                <a:lnTo>
                  <a:pt x="17389" y="695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0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0"/>
                </a:lnTo>
                <a:lnTo>
                  <a:pt x="0" y="25040"/>
                </a:lnTo>
                <a:lnTo>
                  <a:pt x="0" y="136081"/>
                </a:lnTo>
                <a:lnTo>
                  <a:pt x="174" y="140081"/>
                </a:lnTo>
                <a:lnTo>
                  <a:pt x="696" y="143733"/>
                </a:lnTo>
                <a:lnTo>
                  <a:pt x="1565" y="147037"/>
                </a:lnTo>
                <a:lnTo>
                  <a:pt x="2782" y="149993"/>
                </a:lnTo>
                <a:lnTo>
                  <a:pt x="4347" y="152601"/>
                </a:lnTo>
                <a:lnTo>
                  <a:pt x="6260" y="154862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5" y="159557"/>
                </a:lnTo>
                <a:lnTo>
                  <a:pt x="17389" y="160427"/>
                </a:lnTo>
                <a:lnTo>
                  <a:pt x="21041" y="160948"/>
                </a:lnTo>
                <a:lnTo>
                  <a:pt x="25041" y="161122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40308" y="173006"/>
            <a:ext cx="764995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Acquire · 3.7 s</a:t>
            </a:r>
          </a:p>
        </p:txBody>
      </p:sp>
      <p:sp>
        <p:nvSpPr>
          <p:cNvPr id="6" name="Editable path 3"/>
          <p:cNvSpPr/>
          <p:nvPr/>
        </p:nvSpPr>
        <p:spPr>
          <a:xfrm>
            <a:off x="2581588" y="829708"/>
            <a:ext cx="693885" cy="281958"/>
          </a:xfrm>
          <a:custGeom>
            <a:avLst/>
            <a:gdLst/>
            <a:ahLst/>
            <a:cxnLst/>
            <a:rect l="l" t="t" r="r" b="b"/>
            <a:pathLst>
              <a:path w="693885" h="281958">
                <a:moveTo>
                  <a:pt x="0" y="0"/>
                </a:moveTo>
                <a:lnTo>
                  <a:pt x="693885" y="0"/>
                </a:lnTo>
                <a:lnTo>
                  <a:pt x="693885" y="281958"/>
                </a:lnTo>
                <a:lnTo>
                  <a:pt x="0" y="281958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12765" y="848131"/>
            <a:ext cx="666240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Living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9296" y="956968"/>
            <a:ext cx="236469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sofa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846" y="126967"/>
            <a:ext cx="1608542" cy="988104"/>
          </a:xfrm>
          <a:prstGeom prst="rect">
            <a:avLst/>
          </a:prstGeom>
        </p:spPr>
      </p:pic>
      <p:sp>
        <p:nvSpPr>
          <p:cNvPr id="10" name="Editable path 4"/>
          <p:cNvSpPr/>
          <p:nvPr/>
        </p:nvSpPr>
        <p:spPr>
          <a:xfrm>
            <a:off x="3519105" y="166154"/>
            <a:ext cx="570295" cy="161122"/>
          </a:xfrm>
          <a:custGeom>
            <a:avLst/>
            <a:gdLst/>
            <a:ahLst/>
            <a:cxnLst/>
            <a:rect l="l" t="t" r="r" b="b"/>
            <a:pathLst>
              <a:path w="570295" h="161122">
                <a:moveTo>
                  <a:pt x="25041" y="161122"/>
                </a:moveTo>
                <a:lnTo>
                  <a:pt x="545254" y="161122"/>
                </a:lnTo>
                <a:lnTo>
                  <a:pt x="549254" y="160948"/>
                </a:lnTo>
                <a:lnTo>
                  <a:pt x="552906" y="160427"/>
                </a:lnTo>
                <a:lnTo>
                  <a:pt x="556210" y="159557"/>
                </a:lnTo>
                <a:lnTo>
                  <a:pt x="559166" y="158340"/>
                </a:lnTo>
                <a:lnTo>
                  <a:pt x="561774" y="156775"/>
                </a:lnTo>
                <a:lnTo>
                  <a:pt x="564035" y="154862"/>
                </a:lnTo>
                <a:lnTo>
                  <a:pt x="565948" y="152601"/>
                </a:lnTo>
                <a:lnTo>
                  <a:pt x="567513" y="149993"/>
                </a:lnTo>
                <a:lnTo>
                  <a:pt x="568730" y="147037"/>
                </a:lnTo>
                <a:lnTo>
                  <a:pt x="569599" y="143733"/>
                </a:lnTo>
                <a:lnTo>
                  <a:pt x="570121" y="140081"/>
                </a:lnTo>
                <a:lnTo>
                  <a:pt x="570295" y="136081"/>
                </a:lnTo>
                <a:lnTo>
                  <a:pt x="570295" y="25040"/>
                </a:lnTo>
                <a:lnTo>
                  <a:pt x="570121" y="21040"/>
                </a:lnTo>
                <a:lnTo>
                  <a:pt x="569599" y="17389"/>
                </a:lnTo>
                <a:lnTo>
                  <a:pt x="568730" y="14085"/>
                </a:lnTo>
                <a:lnTo>
                  <a:pt x="567513" y="11129"/>
                </a:lnTo>
                <a:lnTo>
                  <a:pt x="565948" y="8520"/>
                </a:lnTo>
                <a:lnTo>
                  <a:pt x="564035" y="6260"/>
                </a:lnTo>
                <a:lnTo>
                  <a:pt x="561774" y="4347"/>
                </a:lnTo>
                <a:lnTo>
                  <a:pt x="559166" y="2782"/>
                </a:lnTo>
                <a:lnTo>
                  <a:pt x="556210" y="1565"/>
                </a:lnTo>
                <a:lnTo>
                  <a:pt x="552906" y="695"/>
                </a:lnTo>
                <a:lnTo>
                  <a:pt x="549254" y="173"/>
                </a:lnTo>
                <a:lnTo>
                  <a:pt x="545254" y="0"/>
                </a:lnTo>
                <a:lnTo>
                  <a:pt x="25041" y="0"/>
                </a:lnTo>
                <a:lnTo>
                  <a:pt x="21041" y="173"/>
                </a:lnTo>
                <a:lnTo>
                  <a:pt x="17389" y="695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0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0"/>
                </a:lnTo>
                <a:lnTo>
                  <a:pt x="0" y="25040"/>
                </a:lnTo>
                <a:lnTo>
                  <a:pt x="0" y="136081"/>
                </a:lnTo>
                <a:lnTo>
                  <a:pt x="174" y="140081"/>
                </a:lnTo>
                <a:lnTo>
                  <a:pt x="696" y="143733"/>
                </a:lnTo>
                <a:lnTo>
                  <a:pt x="1565" y="147037"/>
                </a:lnTo>
                <a:lnTo>
                  <a:pt x="2782" y="149993"/>
                </a:lnTo>
                <a:lnTo>
                  <a:pt x="4347" y="152601"/>
                </a:lnTo>
                <a:lnTo>
                  <a:pt x="6260" y="154862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5" y="159557"/>
                </a:lnTo>
                <a:lnTo>
                  <a:pt x="17389" y="160427"/>
                </a:lnTo>
                <a:lnTo>
                  <a:pt x="21041" y="160948"/>
                </a:lnTo>
                <a:lnTo>
                  <a:pt x="25041" y="161122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4145" y="173006"/>
            <a:ext cx="549519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Lift · 8.6 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683" y="126967"/>
            <a:ext cx="1608542" cy="988104"/>
          </a:xfrm>
          <a:prstGeom prst="rect">
            <a:avLst/>
          </a:prstGeom>
        </p:spPr>
      </p:pic>
      <p:sp>
        <p:nvSpPr>
          <p:cNvPr id="13" name="Editable path 5"/>
          <p:cNvSpPr/>
          <p:nvPr/>
        </p:nvSpPr>
        <p:spPr>
          <a:xfrm>
            <a:off x="5322942" y="166154"/>
            <a:ext cx="911961" cy="161949"/>
          </a:xfrm>
          <a:custGeom>
            <a:avLst/>
            <a:gdLst/>
            <a:ahLst/>
            <a:cxnLst/>
            <a:rect l="l" t="t" r="r" b="b"/>
            <a:pathLst>
              <a:path w="911961" h="161949">
                <a:moveTo>
                  <a:pt x="25041" y="161949"/>
                </a:moveTo>
                <a:lnTo>
                  <a:pt x="886920" y="161949"/>
                </a:lnTo>
                <a:lnTo>
                  <a:pt x="890919" y="161775"/>
                </a:lnTo>
                <a:lnTo>
                  <a:pt x="894571" y="161253"/>
                </a:lnTo>
                <a:lnTo>
                  <a:pt x="897875" y="160384"/>
                </a:lnTo>
                <a:lnTo>
                  <a:pt x="900832" y="159167"/>
                </a:lnTo>
                <a:lnTo>
                  <a:pt x="903440" y="157601"/>
                </a:lnTo>
                <a:lnTo>
                  <a:pt x="905701" y="155689"/>
                </a:lnTo>
                <a:lnTo>
                  <a:pt x="907614" y="153428"/>
                </a:lnTo>
                <a:lnTo>
                  <a:pt x="909179" y="150819"/>
                </a:lnTo>
                <a:lnTo>
                  <a:pt x="910396" y="147863"/>
                </a:lnTo>
                <a:lnTo>
                  <a:pt x="911265" y="144559"/>
                </a:lnTo>
                <a:lnTo>
                  <a:pt x="911787" y="140907"/>
                </a:lnTo>
                <a:lnTo>
                  <a:pt x="911961" y="136908"/>
                </a:lnTo>
                <a:lnTo>
                  <a:pt x="911961" y="25040"/>
                </a:lnTo>
                <a:lnTo>
                  <a:pt x="911787" y="21040"/>
                </a:lnTo>
                <a:lnTo>
                  <a:pt x="911265" y="17389"/>
                </a:lnTo>
                <a:lnTo>
                  <a:pt x="910396" y="14085"/>
                </a:lnTo>
                <a:lnTo>
                  <a:pt x="909179" y="11129"/>
                </a:lnTo>
                <a:lnTo>
                  <a:pt x="907614" y="8520"/>
                </a:lnTo>
                <a:lnTo>
                  <a:pt x="905701" y="6260"/>
                </a:lnTo>
                <a:lnTo>
                  <a:pt x="903440" y="4347"/>
                </a:lnTo>
                <a:lnTo>
                  <a:pt x="900832" y="2782"/>
                </a:lnTo>
                <a:lnTo>
                  <a:pt x="897875" y="1565"/>
                </a:lnTo>
                <a:lnTo>
                  <a:pt x="894571" y="695"/>
                </a:lnTo>
                <a:lnTo>
                  <a:pt x="890919" y="173"/>
                </a:lnTo>
                <a:lnTo>
                  <a:pt x="886920" y="0"/>
                </a:lnTo>
                <a:lnTo>
                  <a:pt x="25041" y="0"/>
                </a:lnTo>
                <a:lnTo>
                  <a:pt x="21041" y="173"/>
                </a:lnTo>
                <a:lnTo>
                  <a:pt x="17389" y="695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0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0"/>
                </a:lnTo>
                <a:lnTo>
                  <a:pt x="0" y="25040"/>
                </a:lnTo>
                <a:lnTo>
                  <a:pt x="0" y="136908"/>
                </a:lnTo>
                <a:lnTo>
                  <a:pt x="174" y="140907"/>
                </a:lnTo>
                <a:lnTo>
                  <a:pt x="696" y="144559"/>
                </a:lnTo>
                <a:lnTo>
                  <a:pt x="1565" y="147863"/>
                </a:lnTo>
                <a:lnTo>
                  <a:pt x="2782" y="150819"/>
                </a:lnTo>
                <a:lnTo>
                  <a:pt x="4347" y="153428"/>
                </a:lnTo>
                <a:lnTo>
                  <a:pt x="6260" y="155689"/>
                </a:lnTo>
                <a:lnTo>
                  <a:pt x="8521" y="157601"/>
                </a:lnTo>
                <a:lnTo>
                  <a:pt x="11129" y="159167"/>
                </a:lnTo>
                <a:lnTo>
                  <a:pt x="14085" y="160384"/>
                </a:lnTo>
                <a:lnTo>
                  <a:pt x="17389" y="161253"/>
                </a:lnTo>
                <a:lnTo>
                  <a:pt x="21041" y="161775"/>
                </a:lnTo>
                <a:lnTo>
                  <a:pt x="25041" y="161949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7982" y="173557"/>
            <a:ext cx="890199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Doorway · 55.5 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520" y="126967"/>
            <a:ext cx="1608542" cy="988104"/>
          </a:xfrm>
          <a:prstGeom prst="rect">
            <a:avLst/>
          </a:prstGeom>
        </p:spPr>
      </p:pic>
      <p:sp>
        <p:nvSpPr>
          <p:cNvPr id="16" name="Editable path 6"/>
          <p:cNvSpPr/>
          <p:nvPr/>
        </p:nvSpPr>
        <p:spPr>
          <a:xfrm>
            <a:off x="7126779" y="166154"/>
            <a:ext cx="688776" cy="161122"/>
          </a:xfrm>
          <a:custGeom>
            <a:avLst/>
            <a:gdLst/>
            <a:ahLst/>
            <a:cxnLst/>
            <a:rect l="l" t="t" r="r" b="b"/>
            <a:pathLst>
              <a:path w="688776" h="161122">
                <a:moveTo>
                  <a:pt x="25041" y="161122"/>
                </a:moveTo>
                <a:lnTo>
                  <a:pt x="663735" y="161122"/>
                </a:lnTo>
                <a:lnTo>
                  <a:pt x="667735" y="160948"/>
                </a:lnTo>
                <a:lnTo>
                  <a:pt x="671387" y="160427"/>
                </a:lnTo>
                <a:lnTo>
                  <a:pt x="674691" y="159557"/>
                </a:lnTo>
                <a:lnTo>
                  <a:pt x="677647" y="158340"/>
                </a:lnTo>
                <a:lnTo>
                  <a:pt x="680255" y="156775"/>
                </a:lnTo>
                <a:lnTo>
                  <a:pt x="682516" y="154862"/>
                </a:lnTo>
                <a:lnTo>
                  <a:pt x="684429" y="152601"/>
                </a:lnTo>
                <a:lnTo>
                  <a:pt x="685994" y="149993"/>
                </a:lnTo>
                <a:lnTo>
                  <a:pt x="687211" y="147037"/>
                </a:lnTo>
                <a:lnTo>
                  <a:pt x="688081" y="143733"/>
                </a:lnTo>
                <a:lnTo>
                  <a:pt x="688602" y="140081"/>
                </a:lnTo>
                <a:lnTo>
                  <a:pt x="688776" y="136081"/>
                </a:lnTo>
                <a:lnTo>
                  <a:pt x="688776" y="25040"/>
                </a:lnTo>
                <a:lnTo>
                  <a:pt x="688602" y="21040"/>
                </a:lnTo>
                <a:lnTo>
                  <a:pt x="688081" y="17389"/>
                </a:lnTo>
                <a:lnTo>
                  <a:pt x="687211" y="14085"/>
                </a:lnTo>
                <a:lnTo>
                  <a:pt x="685994" y="11129"/>
                </a:lnTo>
                <a:lnTo>
                  <a:pt x="684429" y="8520"/>
                </a:lnTo>
                <a:lnTo>
                  <a:pt x="682516" y="6260"/>
                </a:lnTo>
                <a:lnTo>
                  <a:pt x="680255" y="4347"/>
                </a:lnTo>
                <a:lnTo>
                  <a:pt x="677647" y="2782"/>
                </a:lnTo>
                <a:lnTo>
                  <a:pt x="674691" y="1565"/>
                </a:lnTo>
                <a:lnTo>
                  <a:pt x="671387" y="695"/>
                </a:lnTo>
                <a:lnTo>
                  <a:pt x="667735" y="173"/>
                </a:lnTo>
                <a:lnTo>
                  <a:pt x="663735" y="0"/>
                </a:lnTo>
                <a:lnTo>
                  <a:pt x="25041" y="0"/>
                </a:lnTo>
                <a:lnTo>
                  <a:pt x="21041" y="173"/>
                </a:lnTo>
                <a:lnTo>
                  <a:pt x="17390" y="695"/>
                </a:lnTo>
                <a:lnTo>
                  <a:pt x="14086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8" y="8520"/>
                </a:lnTo>
                <a:lnTo>
                  <a:pt x="2783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0"/>
                </a:lnTo>
                <a:lnTo>
                  <a:pt x="0" y="25040"/>
                </a:lnTo>
                <a:lnTo>
                  <a:pt x="0" y="136081"/>
                </a:lnTo>
                <a:lnTo>
                  <a:pt x="174" y="140081"/>
                </a:lnTo>
                <a:lnTo>
                  <a:pt x="696" y="143733"/>
                </a:lnTo>
                <a:lnTo>
                  <a:pt x="1565" y="147037"/>
                </a:lnTo>
                <a:lnTo>
                  <a:pt x="2783" y="149993"/>
                </a:lnTo>
                <a:lnTo>
                  <a:pt x="4348" y="152601"/>
                </a:lnTo>
                <a:lnTo>
                  <a:pt x="6260" y="154862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6" y="159557"/>
                </a:lnTo>
                <a:lnTo>
                  <a:pt x="17390" y="160427"/>
                </a:lnTo>
                <a:lnTo>
                  <a:pt x="21041" y="160948"/>
                </a:lnTo>
                <a:lnTo>
                  <a:pt x="25041" y="161122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1819" y="173006"/>
            <a:ext cx="667712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Goal · 98.3 s</a:t>
            </a:r>
          </a:p>
        </p:txBody>
      </p:sp>
      <p:sp>
        <p:nvSpPr>
          <p:cNvPr id="18" name="Editable path 7"/>
          <p:cNvSpPr/>
          <p:nvPr/>
        </p:nvSpPr>
        <p:spPr>
          <a:xfrm>
            <a:off x="8956950" y="126967"/>
            <a:ext cx="1543914" cy="988105"/>
          </a:xfrm>
          <a:custGeom>
            <a:avLst/>
            <a:gdLst/>
            <a:ahLst/>
            <a:cxnLst/>
            <a:rect l="l" t="t" r="r" b="b"/>
            <a:pathLst>
              <a:path w="1543914" h="988105">
                <a:moveTo>
                  <a:pt x="0" y="0"/>
                </a:moveTo>
                <a:lnTo>
                  <a:pt x="1543914" y="0"/>
                </a:lnTo>
                <a:lnTo>
                  <a:pt x="1543914" y="988105"/>
                </a:lnTo>
                <a:lnTo>
                  <a:pt x="0" y="988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8"/>
          <p:cNvSpPr/>
          <p:nvPr/>
        </p:nvSpPr>
        <p:spPr>
          <a:xfrm>
            <a:off x="9719643" y="721374"/>
            <a:ext cx="18528" cy="440015"/>
          </a:xfrm>
          <a:custGeom>
            <a:avLst/>
            <a:gdLst/>
            <a:ahLst/>
            <a:cxnLst/>
            <a:rect l="l" t="t" r="r" b="b"/>
            <a:pathLst>
              <a:path w="18528" h="440015">
                <a:moveTo>
                  <a:pt x="0" y="0"/>
                </a:moveTo>
                <a:lnTo>
                  <a:pt x="18528" y="0"/>
                </a:lnTo>
                <a:lnTo>
                  <a:pt x="18528" y="440015"/>
                </a:lnTo>
                <a:lnTo>
                  <a:pt x="0" y="44001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9"/>
          <p:cNvSpPr/>
          <p:nvPr/>
        </p:nvSpPr>
        <p:spPr>
          <a:xfrm>
            <a:off x="9719643" y="80650"/>
            <a:ext cx="18528" cy="440015"/>
          </a:xfrm>
          <a:custGeom>
            <a:avLst/>
            <a:gdLst/>
            <a:ahLst/>
            <a:cxnLst/>
            <a:rect l="l" t="t" r="r" b="b"/>
            <a:pathLst>
              <a:path w="18528" h="440015">
                <a:moveTo>
                  <a:pt x="0" y="0"/>
                </a:moveTo>
                <a:lnTo>
                  <a:pt x="18528" y="0"/>
                </a:lnTo>
                <a:lnTo>
                  <a:pt x="18528" y="440015"/>
                </a:lnTo>
                <a:lnTo>
                  <a:pt x="0" y="44001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0"/>
          <p:cNvSpPr/>
          <p:nvPr/>
        </p:nvSpPr>
        <p:spPr>
          <a:xfrm>
            <a:off x="9719643" y="520665"/>
            <a:ext cx="18528" cy="200709"/>
          </a:xfrm>
          <a:custGeom>
            <a:avLst/>
            <a:gdLst/>
            <a:ahLst/>
            <a:cxnLst/>
            <a:rect l="l" t="t" r="r" b="b"/>
            <a:pathLst>
              <a:path w="18528" h="200709">
                <a:moveTo>
                  <a:pt x="0" y="0"/>
                </a:moveTo>
                <a:lnTo>
                  <a:pt x="18528" y="0"/>
                </a:lnTo>
                <a:lnTo>
                  <a:pt x="18528" y="200709"/>
                </a:lnTo>
                <a:lnTo>
                  <a:pt x="0" y="20070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11"/>
          <p:cNvSpPr/>
          <p:nvPr/>
        </p:nvSpPr>
        <p:spPr>
          <a:xfrm>
            <a:off x="9716555" y="715198"/>
            <a:ext cx="24703" cy="6176"/>
          </a:xfrm>
          <a:custGeom>
            <a:avLst/>
            <a:gdLst/>
            <a:ahLst/>
            <a:cxnLst/>
            <a:rect l="l" t="t" r="r" b="b"/>
            <a:pathLst>
              <a:path w="24703" h="6176">
                <a:moveTo>
                  <a:pt x="0" y="0"/>
                </a:moveTo>
                <a:lnTo>
                  <a:pt x="24703" y="0"/>
                </a:lnTo>
                <a:lnTo>
                  <a:pt x="24703" y="6176"/>
                </a:lnTo>
                <a:lnTo>
                  <a:pt x="0" y="617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2"/>
          <p:cNvSpPr/>
          <p:nvPr/>
        </p:nvSpPr>
        <p:spPr>
          <a:xfrm>
            <a:off x="9716555" y="520665"/>
            <a:ext cx="24703" cy="6176"/>
          </a:xfrm>
          <a:custGeom>
            <a:avLst/>
            <a:gdLst/>
            <a:ahLst/>
            <a:cxnLst/>
            <a:rect l="l" t="t" r="r" b="b"/>
            <a:pathLst>
              <a:path w="24703" h="6176">
                <a:moveTo>
                  <a:pt x="0" y="0"/>
                </a:moveTo>
                <a:lnTo>
                  <a:pt x="24703" y="0"/>
                </a:lnTo>
                <a:lnTo>
                  <a:pt x="24703" y="6176"/>
                </a:lnTo>
                <a:lnTo>
                  <a:pt x="0" y="617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3"/>
          <p:cNvSpPr/>
          <p:nvPr/>
        </p:nvSpPr>
        <p:spPr>
          <a:xfrm>
            <a:off x="8700660" y="80650"/>
            <a:ext cx="18527" cy="1080739"/>
          </a:xfrm>
          <a:custGeom>
            <a:avLst/>
            <a:gdLst/>
            <a:ahLst/>
            <a:cxnLst/>
            <a:rect l="l" t="t" r="r" b="b"/>
            <a:pathLst>
              <a:path w="18527" h="1080739">
                <a:moveTo>
                  <a:pt x="0" y="0"/>
                </a:moveTo>
                <a:lnTo>
                  <a:pt x="18527" y="0"/>
                </a:lnTo>
                <a:lnTo>
                  <a:pt x="18527" y="1080739"/>
                </a:lnTo>
                <a:lnTo>
                  <a:pt x="0" y="10807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14"/>
          <p:cNvSpPr/>
          <p:nvPr/>
        </p:nvSpPr>
        <p:spPr>
          <a:xfrm>
            <a:off x="8709924" y="1152126"/>
            <a:ext cx="1018983" cy="18527"/>
          </a:xfrm>
          <a:custGeom>
            <a:avLst/>
            <a:gdLst/>
            <a:ahLst/>
            <a:cxnLst/>
            <a:rect l="l" t="t" r="r" b="b"/>
            <a:pathLst>
              <a:path w="1018983" h="18527">
                <a:moveTo>
                  <a:pt x="0" y="0"/>
                </a:moveTo>
                <a:lnTo>
                  <a:pt x="1018983" y="0"/>
                </a:lnTo>
                <a:lnTo>
                  <a:pt x="1018983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5"/>
          <p:cNvSpPr/>
          <p:nvPr/>
        </p:nvSpPr>
        <p:spPr>
          <a:xfrm>
            <a:off x="8709924" y="71386"/>
            <a:ext cx="1018983" cy="18527"/>
          </a:xfrm>
          <a:custGeom>
            <a:avLst/>
            <a:gdLst/>
            <a:ahLst/>
            <a:cxnLst/>
            <a:rect l="l" t="t" r="r" b="b"/>
            <a:pathLst>
              <a:path w="1018983" h="18527">
                <a:moveTo>
                  <a:pt x="0" y="0"/>
                </a:moveTo>
                <a:lnTo>
                  <a:pt x="1018983" y="0"/>
                </a:lnTo>
                <a:lnTo>
                  <a:pt x="1018983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16"/>
          <p:cNvSpPr/>
          <p:nvPr/>
        </p:nvSpPr>
        <p:spPr>
          <a:xfrm>
            <a:off x="10738626" y="80650"/>
            <a:ext cx="18527" cy="1080739"/>
          </a:xfrm>
          <a:custGeom>
            <a:avLst/>
            <a:gdLst/>
            <a:ahLst/>
            <a:cxnLst/>
            <a:rect l="l" t="t" r="r" b="b"/>
            <a:pathLst>
              <a:path w="18527" h="1080739">
                <a:moveTo>
                  <a:pt x="0" y="0"/>
                </a:moveTo>
                <a:lnTo>
                  <a:pt x="18527" y="0"/>
                </a:lnTo>
                <a:lnTo>
                  <a:pt x="18527" y="1080739"/>
                </a:lnTo>
                <a:lnTo>
                  <a:pt x="0" y="10807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17"/>
          <p:cNvSpPr/>
          <p:nvPr/>
        </p:nvSpPr>
        <p:spPr>
          <a:xfrm>
            <a:off x="9728907" y="1152126"/>
            <a:ext cx="1018983" cy="18527"/>
          </a:xfrm>
          <a:custGeom>
            <a:avLst/>
            <a:gdLst/>
            <a:ahLst/>
            <a:cxnLst/>
            <a:rect l="l" t="t" r="r" b="b"/>
            <a:pathLst>
              <a:path w="1018983" h="18527">
                <a:moveTo>
                  <a:pt x="0" y="0"/>
                </a:moveTo>
                <a:lnTo>
                  <a:pt x="1018983" y="0"/>
                </a:lnTo>
                <a:lnTo>
                  <a:pt x="1018983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18"/>
          <p:cNvSpPr/>
          <p:nvPr/>
        </p:nvSpPr>
        <p:spPr>
          <a:xfrm>
            <a:off x="9728907" y="71386"/>
            <a:ext cx="1018983" cy="18527"/>
          </a:xfrm>
          <a:custGeom>
            <a:avLst/>
            <a:gdLst/>
            <a:ahLst/>
            <a:cxnLst/>
            <a:rect l="l" t="t" r="r" b="b"/>
            <a:pathLst>
              <a:path w="1018983" h="18527">
                <a:moveTo>
                  <a:pt x="0" y="0"/>
                </a:moveTo>
                <a:lnTo>
                  <a:pt x="1018983" y="0"/>
                </a:lnTo>
                <a:lnTo>
                  <a:pt x="1018983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19"/>
          <p:cNvSpPr/>
          <p:nvPr/>
        </p:nvSpPr>
        <p:spPr>
          <a:xfrm>
            <a:off x="9844700" y="137775"/>
            <a:ext cx="169831" cy="55581"/>
          </a:xfrm>
          <a:custGeom>
            <a:avLst/>
            <a:gdLst/>
            <a:ahLst/>
            <a:cxnLst/>
            <a:rect l="l" t="t" r="r" b="b"/>
            <a:pathLst>
              <a:path w="169831" h="55581">
                <a:moveTo>
                  <a:pt x="0" y="0"/>
                </a:moveTo>
                <a:lnTo>
                  <a:pt x="169831" y="0"/>
                </a:lnTo>
                <a:lnTo>
                  <a:pt x="169831" y="55581"/>
                </a:lnTo>
                <a:lnTo>
                  <a:pt x="0" y="55581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0"/>
          <p:cNvSpPr/>
          <p:nvPr/>
        </p:nvSpPr>
        <p:spPr>
          <a:xfrm>
            <a:off x="9111342" y="1115072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1"/>
          <p:cNvSpPr/>
          <p:nvPr/>
        </p:nvSpPr>
        <p:spPr>
          <a:xfrm>
            <a:off x="9728907" y="1115072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2"/>
          <p:cNvSpPr/>
          <p:nvPr/>
        </p:nvSpPr>
        <p:spPr>
          <a:xfrm>
            <a:off x="10346472" y="1115072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3"/>
          <p:cNvSpPr/>
          <p:nvPr/>
        </p:nvSpPr>
        <p:spPr>
          <a:xfrm>
            <a:off x="8956950" y="929802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24"/>
          <p:cNvSpPr/>
          <p:nvPr/>
        </p:nvSpPr>
        <p:spPr>
          <a:xfrm>
            <a:off x="8930499" y="929802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1789" y="875232"/>
            <a:ext cx="169545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37" name="Editable path 25"/>
          <p:cNvSpPr/>
          <p:nvPr/>
        </p:nvSpPr>
        <p:spPr>
          <a:xfrm>
            <a:off x="8956950" y="621020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6"/>
          <p:cNvSpPr/>
          <p:nvPr/>
        </p:nvSpPr>
        <p:spPr>
          <a:xfrm>
            <a:off x="8930499" y="621020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53348" y="566450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0" name="Editable path 27"/>
          <p:cNvSpPr/>
          <p:nvPr/>
        </p:nvSpPr>
        <p:spPr>
          <a:xfrm>
            <a:off x="8956950" y="312237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path 28"/>
          <p:cNvSpPr/>
          <p:nvPr/>
        </p:nvSpPr>
        <p:spPr>
          <a:xfrm>
            <a:off x="8930499" y="312237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53348" y="257667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43" name="Editable path 29"/>
          <p:cNvSpPr/>
          <p:nvPr/>
        </p:nvSpPr>
        <p:spPr>
          <a:xfrm>
            <a:off x="8956950" y="126967"/>
            <a:ext cx="0" cy="988105"/>
          </a:xfrm>
          <a:custGeom>
            <a:avLst/>
            <a:gdLst/>
            <a:ahLst/>
            <a:cxnLst/>
            <a:rect l="l" t="t" r="r" b="b"/>
            <a:pathLst>
              <a:path w="0" h="988105">
                <a:moveTo>
                  <a:pt x="0" y="988105"/>
                </a:moveTo>
                <a:lnTo>
                  <a:pt x="0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path 30"/>
          <p:cNvSpPr/>
          <p:nvPr/>
        </p:nvSpPr>
        <p:spPr>
          <a:xfrm>
            <a:off x="8956950" y="1115072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31"/>
          <p:cNvSpPr/>
          <p:nvPr/>
        </p:nvSpPr>
        <p:spPr>
          <a:xfrm>
            <a:off x="9136892" y="621739"/>
            <a:ext cx="1117437" cy="308802"/>
          </a:xfrm>
          <a:custGeom>
            <a:avLst/>
            <a:gdLst/>
            <a:ahLst/>
            <a:cxnLst/>
            <a:rect l="l" t="t" r="r" b="b"/>
            <a:pathLst>
              <a:path w="1117437" h="308802">
                <a:moveTo>
                  <a:pt x="52758" y="308802"/>
                </a:moveTo>
                <a:lnTo>
                  <a:pt x="51800" y="307700"/>
                </a:lnTo>
                <a:lnTo>
                  <a:pt x="46353" y="300520"/>
                </a:lnTo>
                <a:lnTo>
                  <a:pt x="46191" y="270296"/>
                </a:lnTo>
                <a:lnTo>
                  <a:pt x="46438" y="265685"/>
                </a:lnTo>
                <a:lnTo>
                  <a:pt x="44563" y="266953"/>
                </a:lnTo>
                <a:lnTo>
                  <a:pt x="34845" y="268817"/>
                </a:lnTo>
                <a:lnTo>
                  <a:pt x="25065" y="266937"/>
                </a:lnTo>
                <a:lnTo>
                  <a:pt x="16163" y="261003"/>
                </a:lnTo>
                <a:lnTo>
                  <a:pt x="8743" y="251203"/>
                </a:lnTo>
                <a:lnTo>
                  <a:pt x="3081" y="237072"/>
                </a:lnTo>
                <a:lnTo>
                  <a:pt x="0" y="218344"/>
                </a:lnTo>
                <a:lnTo>
                  <a:pt x="365" y="195666"/>
                </a:lnTo>
                <a:lnTo>
                  <a:pt x="4878" y="169087"/>
                </a:lnTo>
                <a:lnTo>
                  <a:pt x="13082" y="142956"/>
                </a:lnTo>
                <a:lnTo>
                  <a:pt x="25006" y="117554"/>
                </a:lnTo>
                <a:lnTo>
                  <a:pt x="40820" y="92959"/>
                </a:lnTo>
                <a:lnTo>
                  <a:pt x="61749" y="67776"/>
                </a:lnTo>
                <a:lnTo>
                  <a:pt x="84285" y="46636"/>
                </a:lnTo>
                <a:lnTo>
                  <a:pt x="110749" y="27645"/>
                </a:lnTo>
                <a:lnTo>
                  <a:pt x="121215" y="22822"/>
                </a:lnTo>
                <a:lnTo>
                  <a:pt x="160470" y="10166"/>
                </a:lnTo>
                <a:lnTo>
                  <a:pt x="193355" y="4871"/>
                </a:lnTo>
                <a:lnTo>
                  <a:pt x="240244" y="1701"/>
                </a:lnTo>
                <a:lnTo>
                  <a:pt x="342662" y="0"/>
                </a:lnTo>
                <a:lnTo>
                  <a:pt x="470998" y="942"/>
                </a:lnTo>
                <a:lnTo>
                  <a:pt x="555981" y="5910"/>
                </a:lnTo>
                <a:lnTo>
                  <a:pt x="581633" y="10712"/>
                </a:lnTo>
                <a:lnTo>
                  <a:pt x="601202" y="18232"/>
                </a:lnTo>
                <a:lnTo>
                  <a:pt x="620300" y="29725"/>
                </a:lnTo>
                <a:lnTo>
                  <a:pt x="644469" y="49309"/>
                </a:lnTo>
                <a:lnTo>
                  <a:pt x="733730" y="126645"/>
                </a:lnTo>
                <a:lnTo>
                  <a:pt x="776173" y="156415"/>
                </a:lnTo>
                <a:lnTo>
                  <a:pt x="822441" y="184020"/>
                </a:lnTo>
                <a:lnTo>
                  <a:pt x="868715" y="207223"/>
                </a:lnTo>
                <a:lnTo>
                  <a:pt x="918464" y="227917"/>
                </a:lnTo>
                <a:lnTo>
                  <a:pt x="971529" y="245645"/>
                </a:lnTo>
                <a:lnTo>
                  <a:pt x="1023734" y="259012"/>
                </a:lnTo>
                <a:lnTo>
                  <a:pt x="1076768" y="268618"/>
                </a:lnTo>
                <a:lnTo>
                  <a:pt x="1117437" y="273467"/>
                </a:lnTo>
                <a:lnTo>
                  <a:pt x="1116695" y="272349"/>
                </a:lnTo>
                <a:lnTo>
                  <a:pt x="1116704" y="272283"/>
                </a:lnTo>
                <a:lnTo>
                  <a:pt x="1116665" y="272455"/>
                </a:lnTo>
                <a:lnTo>
                  <a:pt x="1116597" y="272327"/>
                </a:lnTo>
              </a:path>
            </a:pathLst>
          </a:custGeom>
          <a:noFill/>
          <a:ln w="2027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path 32"/>
          <p:cNvSpPr/>
          <p:nvPr/>
        </p:nvSpPr>
        <p:spPr>
          <a:xfrm>
            <a:off x="9142523" y="309794"/>
            <a:ext cx="1167021" cy="308097"/>
          </a:xfrm>
          <a:custGeom>
            <a:avLst/>
            <a:gdLst/>
            <a:ahLst/>
            <a:cxnLst/>
            <a:rect l="l" t="t" r="r" b="b"/>
            <a:pathLst>
              <a:path w="1167021" h="308097">
                <a:moveTo>
                  <a:pt x="0" y="18265"/>
                </a:moveTo>
                <a:lnTo>
                  <a:pt x="6473" y="13491"/>
                </a:lnTo>
                <a:lnTo>
                  <a:pt x="17299" y="4625"/>
                </a:lnTo>
                <a:lnTo>
                  <a:pt x="30361" y="403"/>
                </a:lnTo>
                <a:lnTo>
                  <a:pt x="39054" y="0"/>
                </a:lnTo>
                <a:lnTo>
                  <a:pt x="40353" y="24273"/>
                </a:lnTo>
                <a:lnTo>
                  <a:pt x="40475" y="34130"/>
                </a:lnTo>
                <a:lnTo>
                  <a:pt x="42071" y="34036"/>
                </a:lnTo>
                <a:lnTo>
                  <a:pt x="88707" y="38636"/>
                </a:lnTo>
                <a:lnTo>
                  <a:pt x="143693" y="47822"/>
                </a:lnTo>
                <a:lnTo>
                  <a:pt x="193957" y="59905"/>
                </a:lnTo>
                <a:lnTo>
                  <a:pt x="245250" y="76053"/>
                </a:lnTo>
                <a:lnTo>
                  <a:pt x="295286" y="95756"/>
                </a:lnTo>
                <a:lnTo>
                  <a:pt x="343825" y="118976"/>
                </a:lnTo>
                <a:lnTo>
                  <a:pt x="390582" y="145663"/>
                </a:lnTo>
                <a:lnTo>
                  <a:pt x="433632" y="174460"/>
                </a:lnTo>
                <a:lnTo>
                  <a:pt x="476096" y="207535"/>
                </a:lnTo>
                <a:lnTo>
                  <a:pt x="524057" y="250170"/>
                </a:lnTo>
                <a:lnTo>
                  <a:pt x="560534" y="280777"/>
                </a:lnTo>
                <a:lnTo>
                  <a:pt x="581415" y="293396"/>
                </a:lnTo>
                <a:lnTo>
                  <a:pt x="602083" y="301149"/>
                </a:lnTo>
                <a:lnTo>
                  <a:pt x="626098" y="305534"/>
                </a:lnTo>
                <a:lnTo>
                  <a:pt x="646947" y="306054"/>
                </a:lnTo>
                <a:lnTo>
                  <a:pt x="654254" y="306033"/>
                </a:lnTo>
                <a:lnTo>
                  <a:pt x="733836" y="308097"/>
                </a:lnTo>
                <a:lnTo>
                  <a:pt x="945671" y="306722"/>
                </a:lnTo>
                <a:lnTo>
                  <a:pt x="987293" y="302430"/>
                </a:lnTo>
                <a:lnTo>
                  <a:pt x="1020090" y="295117"/>
                </a:lnTo>
                <a:lnTo>
                  <a:pt x="1043919" y="286613"/>
                </a:lnTo>
                <a:lnTo>
                  <a:pt x="1062009" y="275645"/>
                </a:lnTo>
                <a:lnTo>
                  <a:pt x="1082215" y="258229"/>
                </a:lnTo>
                <a:lnTo>
                  <a:pt x="1114172" y="226098"/>
                </a:lnTo>
                <a:lnTo>
                  <a:pt x="1135575" y="199311"/>
                </a:lnTo>
                <a:lnTo>
                  <a:pt x="1149002" y="177038"/>
                </a:lnTo>
                <a:lnTo>
                  <a:pt x="1158770" y="153379"/>
                </a:lnTo>
                <a:lnTo>
                  <a:pt x="1164909" y="127858"/>
                </a:lnTo>
                <a:lnTo>
                  <a:pt x="1167021" y="103009"/>
                </a:lnTo>
                <a:lnTo>
                  <a:pt x="1165189" y="81193"/>
                </a:lnTo>
                <a:lnTo>
                  <a:pt x="1159775" y="62942"/>
                </a:lnTo>
                <a:lnTo>
                  <a:pt x="1151810" y="49585"/>
                </a:lnTo>
                <a:lnTo>
                  <a:pt x="1142164" y="40705"/>
                </a:lnTo>
                <a:lnTo>
                  <a:pt x="1131434" y="36046"/>
                </a:lnTo>
                <a:lnTo>
                  <a:pt x="1119711" y="35369"/>
                </a:lnTo>
                <a:lnTo>
                  <a:pt x="1111235" y="37779"/>
                </a:lnTo>
                <a:lnTo>
                  <a:pt x="1111524" y="38054"/>
                </a:lnTo>
              </a:path>
            </a:pathLst>
          </a:custGeom>
          <a:noFill/>
          <a:ln w="2027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path 33"/>
          <p:cNvSpPr/>
          <p:nvPr/>
        </p:nvSpPr>
        <p:spPr>
          <a:xfrm>
            <a:off x="8980422" y="139323"/>
            <a:ext cx="491767" cy="125854"/>
          </a:xfrm>
          <a:custGeom>
            <a:avLst/>
            <a:gdLst/>
            <a:ahLst/>
            <a:cxnLst/>
            <a:rect l="l" t="t" r="r" b="b"/>
            <a:pathLst>
              <a:path w="491767" h="125854">
                <a:moveTo>
                  <a:pt x="0" y="0"/>
                </a:moveTo>
                <a:lnTo>
                  <a:pt x="491767" y="0"/>
                </a:lnTo>
                <a:lnTo>
                  <a:pt x="491767" y="125854"/>
                </a:lnTo>
                <a:lnTo>
                  <a:pt x="0" y="1258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7828" y="129985"/>
            <a:ext cx="507587" cy="148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2B2B2B"/>
                </a:solidFill>
                <a:latin typeface="Times New Roman"/>
              </a:rPr>
              <a:t>Paths (m)</a:t>
            </a:r>
          </a:p>
        </p:txBody>
      </p:sp>
      <p:sp>
        <p:nvSpPr>
          <p:cNvPr id="49" name="Editable path 34"/>
          <p:cNvSpPr/>
          <p:nvPr/>
        </p:nvSpPr>
        <p:spPr>
          <a:xfrm>
            <a:off x="9183299" y="576842"/>
            <a:ext cx="1070813" cy="80930"/>
          </a:xfrm>
          <a:custGeom>
            <a:avLst/>
            <a:gdLst/>
            <a:ahLst/>
            <a:cxnLst/>
            <a:rect l="l" t="t" r="r" b="b"/>
            <a:pathLst>
              <a:path w="1070813" h="80930">
                <a:moveTo>
                  <a:pt x="18" y="39136"/>
                </a:moveTo>
                <a:lnTo>
                  <a:pt x="0" y="39663"/>
                </a:lnTo>
                <a:lnTo>
                  <a:pt x="1949" y="39414"/>
                </a:lnTo>
                <a:lnTo>
                  <a:pt x="172921" y="71385"/>
                </a:lnTo>
                <a:lnTo>
                  <a:pt x="234789" y="80930"/>
                </a:lnTo>
                <a:lnTo>
                  <a:pt x="256862" y="80029"/>
                </a:lnTo>
                <a:lnTo>
                  <a:pt x="280809" y="74738"/>
                </a:lnTo>
                <a:lnTo>
                  <a:pt x="366078" y="51393"/>
                </a:lnTo>
                <a:lnTo>
                  <a:pt x="407495" y="46754"/>
                </a:lnTo>
                <a:lnTo>
                  <a:pt x="469971" y="44398"/>
                </a:lnTo>
                <a:lnTo>
                  <a:pt x="697353" y="38584"/>
                </a:lnTo>
                <a:lnTo>
                  <a:pt x="735072" y="32723"/>
                </a:lnTo>
                <a:lnTo>
                  <a:pt x="759775" y="24733"/>
                </a:lnTo>
                <a:lnTo>
                  <a:pt x="816548" y="4020"/>
                </a:lnTo>
                <a:lnTo>
                  <a:pt x="839210" y="0"/>
                </a:lnTo>
                <a:lnTo>
                  <a:pt x="860505" y="439"/>
                </a:lnTo>
                <a:lnTo>
                  <a:pt x="891868" y="5890"/>
                </a:lnTo>
                <a:lnTo>
                  <a:pt x="1070813" y="44243"/>
                </a:lnTo>
                <a:lnTo>
                  <a:pt x="1070508" y="44216"/>
                </a:lnTo>
              </a:path>
            </a:pathLst>
          </a:custGeom>
          <a:noFill/>
          <a:ln w="2909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35"/>
          <p:cNvSpPr/>
          <p:nvPr/>
        </p:nvSpPr>
        <p:spPr>
          <a:xfrm>
            <a:off x="9183405" y="576641"/>
            <a:ext cx="1070433" cy="81176"/>
          </a:xfrm>
          <a:custGeom>
            <a:avLst/>
            <a:gdLst/>
            <a:ahLst/>
            <a:cxnLst/>
            <a:rect l="l" t="t" r="r" b="b"/>
            <a:pathLst>
              <a:path w="1070433" h="81176">
                <a:moveTo>
                  <a:pt x="0" y="39257"/>
                </a:moveTo>
                <a:lnTo>
                  <a:pt x="233836" y="81176"/>
                </a:lnTo>
                <a:lnTo>
                  <a:pt x="256285" y="80388"/>
                </a:lnTo>
                <a:lnTo>
                  <a:pt x="279805" y="75255"/>
                </a:lnTo>
                <a:lnTo>
                  <a:pt x="373799" y="50373"/>
                </a:lnTo>
                <a:lnTo>
                  <a:pt x="413054" y="46565"/>
                </a:lnTo>
                <a:lnTo>
                  <a:pt x="475080" y="44506"/>
                </a:lnTo>
                <a:lnTo>
                  <a:pt x="691101" y="39437"/>
                </a:lnTo>
                <a:lnTo>
                  <a:pt x="732695" y="33504"/>
                </a:lnTo>
                <a:lnTo>
                  <a:pt x="756140" y="26325"/>
                </a:lnTo>
                <a:lnTo>
                  <a:pt x="819425" y="3343"/>
                </a:lnTo>
                <a:lnTo>
                  <a:pt x="840288" y="0"/>
                </a:lnTo>
                <a:lnTo>
                  <a:pt x="860155" y="510"/>
                </a:lnTo>
                <a:lnTo>
                  <a:pt x="890937" y="5834"/>
                </a:lnTo>
                <a:lnTo>
                  <a:pt x="1070433" y="44379"/>
                </a:lnTo>
              </a:path>
            </a:pathLst>
          </a:custGeom>
          <a:noFill/>
          <a:ln w="28214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6"/>
          <p:cNvSpPr/>
          <p:nvPr/>
        </p:nvSpPr>
        <p:spPr>
          <a:xfrm>
            <a:off x="9151527" y="584187"/>
            <a:ext cx="63582" cy="63582"/>
          </a:xfrm>
          <a:custGeom>
            <a:avLst/>
            <a:gdLst/>
            <a:ahLst/>
            <a:cxnLst/>
            <a:rect l="l" t="t" r="r" b="b"/>
            <a:pathLst>
              <a:path w="63582" h="63582">
                <a:moveTo>
                  <a:pt x="31790" y="63582"/>
                </a:moveTo>
                <a:lnTo>
                  <a:pt x="33890" y="63513"/>
                </a:lnTo>
                <a:lnTo>
                  <a:pt x="35969" y="63306"/>
                </a:lnTo>
                <a:lnTo>
                  <a:pt x="38022" y="62966"/>
                </a:lnTo>
                <a:lnTo>
                  <a:pt x="40041" y="62493"/>
                </a:lnTo>
                <a:lnTo>
                  <a:pt x="42021" y="61891"/>
                </a:lnTo>
                <a:lnTo>
                  <a:pt x="43957" y="61162"/>
                </a:lnTo>
                <a:lnTo>
                  <a:pt x="45840" y="60309"/>
                </a:lnTo>
                <a:lnTo>
                  <a:pt x="47666" y="59334"/>
                </a:lnTo>
                <a:lnTo>
                  <a:pt x="49428" y="58241"/>
                </a:lnTo>
                <a:lnTo>
                  <a:pt x="51121" y="57031"/>
                </a:lnTo>
                <a:lnTo>
                  <a:pt x="52737" y="55706"/>
                </a:lnTo>
                <a:lnTo>
                  <a:pt x="54270" y="54271"/>
                </a:lnTo>
                <a:lnTo>
                  <a:pt x="55706" y="52737"/>
                </a:lnTo>
                <a:lnTo>
                  <a:pt x="57030" y="51121"/>
                </a:lnTo>
                <a:lnTo>
                  <a:pt x="58240" y="49429"/>
                </a:lnTo>
                <a:lnTo>
                  <a:pt x="59334" y="47667"/>
                </a:lnTo>
                <a:lnTo>
                  <a:pt x="60308" y="45841"/>
                </a:lnTo>
                <a:lnTo>
                  <a:pt x="61161" y="43957"/>
                </a:lnTo>
                <a:lnTo>
                  <a:pt x="61890" y="42022"/>
                </a:lnTo>
                <a:lnTo>
                  <a:pt x="62492" y="40042"/>
                </a:lnTo>
                <a:lnTo>
                  <a:pt x="62965" y="38022"/>
                </a:lnTo>
                <a:lnTo>
                  <a:pt x="63306" y="35970"/>
                </a:lnTo>
                <a:lnTo>
                  <a:pt x="63512" y="33891"/>
                </a:lnTo>
                <a:lnTo>
                  <a:pt x="63582" y="31791"/>
                </a:lnTo>
                <a:lnTo>
                  <a:pt x="63512" y="29692"/>
                </a:lnTo>
                <a:lnTo>
                  <a:pt x="63306" y="27613"/>
                </a:lnTo>
                <a:lnTo>
                  <a:pt x="62965" y="25560"/>
                </a:lnTo>
                <a:lnTo>
                  <a:pt x="62492" y="23541"/>
                </a:lnTo>
                <a:lnTo>
                  <a:pt x="61890" y="21561"/>
                </a:lnTo>
                <a:lnTo>
                  <a:pt x="61161" y="19625"/>
                </a:lnTo>
                <a:lnTo>
                  <a:pt x="60308" y="17742"/>
                </a:lnTo>
                <a:lnTo>
                  <a:pt x="59334" y="15916"/>
                </a:lnTo>
                <a:lnTo>
                  <a:pt x="58240" y="14154"/>
                </a:lnTo>
                <a:lnTo>
                  <a:pt x="57030" y="12461"/>
                </a:lnTo>
                <a:lnTo>
                  <a:pt x="55706" y="10845"/>
                </a:lnTo>
                <a:lnTo>
                  <a:pt x="54270" y="9312"/>
                </a:lnTo>
                <a:lnTo>
                  <a:pt x="52737" y="7876"/>
                </a:lnTo>
                <a:lnTo>
                  <a:pt x="51121" y="6552"/>
                </a:lnTo>
                <a:lnTo>
                  <a:pt x="49428" y="5342"/>
                </a:lnTo>
                <a:lnTo>
                  <a:pt x="47666" y="4248"/>
                </a:lnTo>
                <a:lnTo>
                  <a:pt x="45840" y="3273"/>
                </a:lnTo>
                <a:lnTo>
                  <a:pt x="43957" y="2420"/>
                </a:lnTo>
                <a:lnTo>
                  <a:pt x="42021" y="1692"/>
                </a:lnTo>
                <a:lnTo>
                  <a:pt x="40041" y="1090"/>
                </a:lnTo>
                <a:lnTo>
                  <a:pt x="38022" y="617"/>
                </a:lnTo>
                <a:lnTo>
                  <a:pt x="35969" y="276"/>
                </a:lnTo>
                <a:lnTo>
                  <a:pt x="33890" y="70"/>
                </a:lnTo>
                <a:lnTo>
                  <a:pt x="31790" y="0"/>
                </a:lnTo>
                <a:lnTo>
                  <a:pt x="29691" y="70"/>
                </a:lnTo>
                <a:lnTo>
                  <a:pt x="27612" y="276"/>
                </a:lnTo>
                <a:lnTo>
                  <a:pt x="25560" y="617"/>
                </a:lnTo>
                <a:lnTo>
                  <a:pt x="23540" y="1090"/>
                </a:lnTo>
                <a:lnTo>
                  <a:pt x="21560" y="1692"/>
                </a:lnTo>
                <a:lnTo>
                  <a:pt x="19625" y="2420"/>
                </a:lnTo>
                <a:lnTo>
                  <a:pt x="17741" y="3273"/>
                </a:lnTo>
                <a:lnTo>
                  <a:pt x="15915" y="4248"/>
                </a:lnTo>
                <a:lnTo>
                  <a:pt x="14153" y="5342"/>
                </a:lnTo>
                <a:lnTo>
                  <a:pt x="12461" y="6552"/>
                </a:lnTo>
                <a:lnTo>
                  <a:pt x="10845" y="7876"/>
                </a:lnTo>
                <a:lnTo>
                  <a:pt x="9311" y="9312"/>
                </a:lnTo>
                <a:lnTo>
                  <a:pt x="7876" y="10845"/>
                </a:lnTo>
                <a:lnTo>
                  <a:pt x="6551" y="12461"/>
                </a:lnTo>
                <a:lnTo>
                  <a:pt x="5341" y="14154"/>
                </a:lnTo>
                <a:lnTo>
                  <a:pt x="4247" y="15916"/>
                </a:lnTo>
                <a:lnTo>
                  <a:pt x="3273" y="17742"/>
                </a:lnTo>
                <a:lnTo>
                  <a:pt x="2420" y="19625"/>
                </a:lnTo>
                <a:lnTo>
                  <a:pt x="1691" y="21561"/>
                </a:lnTo>
                <a:lnTo>
                  <a:pt x="1089" y="23541"/>
                </a:lnTo>
                <a:lnTo>
                  <a:pt x="616" y="25560"/>
                </a:lnTo>
                <a:lnTo>
                  <a:pt x="276" y="27613"/>
                </a:lnTo>
                <a:lnTo>
                  <a:pt x="69" y="29692"/>
                </a:lnTo>
                <a:lnTo>
                  <a:pt x="0" y="31791"/>
                </a:lnTo>
                <a:lnTo>
                  <a:pt x="69" y="33891"/>
                </a:lnTo>
                <a:lnTo>
                  <a:pt x="276" y="35970"/>
                </a:lnTo>
                <a:lnTo>
                  <a:pt x="616" y="38022"/>
                </a:lnTo>
                <a:lnTo>
                  <a:pt x="1089" y="40042"/>
                </a:lnTo>
                <a:lnTo>
                  <a:pt x="1691" y="42022"/>
                </a:lnTo>
                <a:lnTo>
                  <a:pt x="2420" y="43957"/>
                </a:lnTo>
                <a:lnTo>
                  <a:pt x="3273" y="45841"/>
                </a:lnTo>
                <a:lnTo>
                  <a:pt x="4247" y="47667"/>
                </a:lnTo>
                <a:lnTo>
                  <a:pt x="5341" y="49429"/>
                </a:lnTo>
                <a:lnTo>
                  <a:pt x="6551" y="51121"/>
                </a:lnTo>
                <a:lnTo>
                  <a:pt x="7876" y="52737"/>
                </a:lnTo>
                <a:lnTo>
                  <a:pt x="9311" y="54271"/>
                </a:lnTo>
                <a:lnTo>
                  <a:pt x="10845" y="55706"/>
                </a:lnTo>
                <a:lnTo>
                  <a:pt x="12461" y="57031"/>
                </a:lnTo>
                <a:lnTo>
                  <a:pt x="14153" y="58241"/>
                </a:lnTo>
                <a:lnTo>
                  <a:pt x="15915" y="59334"/>
                </a:lnTo>
                <a:lnTo>
                  <a:pt x="17741" y="60309"/>
                </a:lnTo>
                <a:lnTo>
                  <a:pt x="19625" y="61162"/>
                </a:lnTo>
                <a:lnTo>
                  <a:pt x="21560" y="61891"/>
                </a:lnTo>
                <a:lnTo>
                  <a:pt x="23540" y="62493"/>
                </a:lnTo>
                <a:lnTo>
                  <a:pt x="25560" y="62966"/>
                </a:lnTo>
                <a:lnTo>
                  <a:pt x="27612" y="63306"/>
                </a:lnTo>
                <a:lnTo>
                  <a:pt x="29691" y="63513"/>
                </a:lnTo>
                <a:lnTo>
                  <a:pt x="31790" y="63582"/>
                </a:lnTo>
                <a:close/>
              </a:path>
            </a:pathLst>
          </a:custGeom>
          <a:solidFill>
            <a:srgbClr val="FFFFFF"/>
          </a:solidFill>
          <a:ln w="141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7"/>
          <p:cNvSpPr/>
          <p:nvPr/>
        </p:nvSpPr>
        <p:spPr>
          <a:xfrm>
            <a:off x="10216305" y="581626"/>
            <a:ext cx="75004" cy="71333"/>
          </a:xfrm>
          <a:custGeom>
            <a:avLst/>
            <a:gdLst/>
            <a:ahLst/>
            <a:cxnLst/>
            <a:rect l="l" t="t" r="r" b="b"/>
            <a:pathLst>
              <a:path w="75004" h="71333">
                <a:moveTo>
                  <a:pt x="37502" y="0"/>
                </a:moveTo>
                <a:lnTo>
                  <a:pt x="28649" y="27247"/>
                </a:lnTo>
                <a:lnTo>
                  <a:pt x="0" y="27247"/>
                </a:lnTo>
                <a:lnTo>
                  <a:pt x="23178" y="44086"/>
                </a:lnTo>
                <a:lnTo>
                  <a:pt x="14325" y="71333"/>
                </a:lnTo>
                <a:lnTo>
                  <a:pt x="37502" y="54494"/>
                </a:lnTo>
                <a:lnTo>
                  <a:pt x="60679" y="71333"/>
                </a:lnTo>
                <a:lnTo>
                  <a:pt x="51827" y="44086"/>
                </a:lnTo>
                <a:lnTo>
                  <a:pt x="75004" y="27247"/>
                </a:lnTo>
                <a:lnTo>
                  <a:pt x="46355" y="27247"/>
                </a:lnTo>
                <a:lnTo>
                  <a:pt x="37502" y="0"/>
                </a:lnTo>
                <a:close/>
              </a:path>
            </a:pathLst>
          </a:custGeom>
          <a:solidFill>
            <a:srgbClr val="FF9500"/>
          </a:solidFill>
          <a:ln w="1763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38"/>
          <p:cNvSpPr/>
          <p:nvPr/>
        </p:nvSpPr>
        <p:spPr>
          <a:xfrm>
            <a:off x="9207344" y="656178"/>
            <a:ext cx="33908" cy="24524"/>
          </a:xfrm>
          <a:custGeom>
            <a:avLst/>
            <a:gdLst/>
            <a:ahLst/>
            <a:cxnLst/>
            <a:rect l="l" t="t" r="r" b="b"/>
            <a:pathLst>
              <a:path w="33908" h="24524">
                <a:moveTo>
                  <a:pt x="0" y="24524"/>
                </a:moveTo>
                <a:lnTo>
                  <a:pt x="3985" y="21642"/>
                </a:lnTo>
                <a:lnTo>
                  <a:pt x="7759" y="18912"/>
                </a:lnTo>
                <a:lnTo>
                  <a:pt x="11322" y="16335"/>
                </a:lnTo>
                <a:lnTo>
                  <a:pt x="14675" y="13910"/>
                </a:lnTo>
                <a:lnTo>
                  <a:pt x="17817" y="11638"/>
                </a:lnTo>
                <a:lnTo>
                  <a:pt x="20748" y="9518"/>
                </a:lnTo>
                <a:lnTo>
                  <a:pt x="23468" y="7551"/>
                </a:lnTo>
                <a:lnTo>
                  <a:pt x="25978" y="5736"/>
                </a:lnTo>
                <a:lnTo>
                  <a:pt x="28277" y="4073"/>
                </a:lnTo>
                <a:lnTo>
                  <a:pt x="30365" y="2563"/>
                </a:lnTo>
                <a:lnTo>
                  <a:pt x="32242" y="1206"/>
                </a:lnTo>
                <a:lnTo>
                  <a:pt x="33908" y="0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9"/>
          <p:cNvSpPr/>
          <p:nvPr/>
        </p:nvSpPr>
        <p:spPr>
          <a:xfrm>
            <a:off x="9193001" y="656178"/>
            <a:ext cx="48251" cy="43347"/>
          </a:xfrm>
          <a:custGeom>
            <a:avLst/>
            <a:gdLst/>
            <a:ahLst/>
            <a:cxnLst/>
            <a:rect l="l" t="t" r="r" b="b"/>
            <a:pathLst>
              <a:path w="48251" h="43347">
                <a:moveTo>
                  <a:pt x="0" y="7911"/>
                </a:moveTo>
                <a:lnTo>
                  <a:pt x="48251" y="0"/>
                </a:lnTo>
                <a:lnTo>
                  <a:pt x="25629" y="43347"/>
                </a:lnTo>
                <a:lnTo>
                  <a:pt x="0" y="7911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40"/>
          <p:cNvSpPr/>
          <p:nvPr/>
        </p:nvSpPr>
        <p:spPr>
          <a:xfrm>
            <a:off x="9864055" y="743342"/>
            <a:ext cx="35436" cy="25093"/>
          </a:xfrm>
          <a:custGeom>
            <a:avLst/>
            <a:gdLst/>
            <a:ahLst/>
            <a:cxnLst/>
            <a:rect l="l" t="t" r="r" b="b"/>
            <a:pathLst>
              <a:path w="35436" h="25093">
                <a:moveTo>
                  <a:pt x="0" y="0"/>
                </a:moveTo>
                <a:lnTo>
                  <a:pt x="4121" y="2918"/>
                </a:lnTo>
                <a:lnTo>
                  <a:pt x="8029" y="5685"/>
                </a:lnTo>
                <a:lnTo>
                  <a:pt x="11725" y="8303"/>
                </a:lnTo>
                <a:lnTo>
                  <a:pt x="15209" y="10770"/>
                </a:lnTo>
                <a:lnTo>
                  <a:pt x="18480" y="13087"/>
                </a:lnTo>
                <a:lnTo>
                  <a:pt x="21539" y="15253"/>
                </a:lnTo>
                <a:lnTo>
                  <a:pt x="24386" y="17269"/>
                </a:lnTo>
                <a:lnTo>
                  <a:pt x="27021" y="19134"/>
                </a:lnTo>
                <a:lnTo>
                  <a:pt x="29443" y="20850"/>
                </a:lnTo>
                <a:lnTo>
                  <a:pt x="31653" y="22415"/>
                </a:lnTo>
                <a:lnTo>
                  <a:pt x="33651" y="23829"/>
                </a:lnTo>
                <a:lnTo>
                  <a:pt x="35436" y="25093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41"/>
          <p:cNvSpPr/>
          <p:nvPr/>
        </p:nvSpPr>
        <p:spPr>
          <a:xfrm>
            <a:off x="9851163" y="725316"/>
            <a:ext cx="48328" cy="43119"/>
          </a:xfrm>
          <a:custGeom>
            <a:avLst/>
            <a:gdLst/>
            <a:ahLst/>
            <a:cxnLst/>
            <a:rect l="l" t="t" r="r" b="b"/>
            <a:pathLst>
              <a:path w="48328" h="43119">
                <a:moveTo>
                  <a:pt x="25275" y="0"/>
                </a:moveTo>
                <a:lnTo>
                  <a:pt x="48328" y="43119"/>
                </a:lnTo>
                <a:lnTo>
                  <a:pt x="0" y="35690"/>
                </a:lnTo>
                <a:lnTo>
                  <a:pt x="25275" y="0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42"/>
          <p:cNvSpPr/>
          <p:nvPr/>
        </p:nvSpPr>
        <p:spPr>
          <a:xfrm>
            <a:off x="9412986" y="395268"/>
            <a:ext cx="39642" cy="17511"/>
          </a:xfrm>
          <a:custGeom>
            <a:avLst/>
            <a:gdLst/>
            <a:ahLst/>
            <a:cxnLst/>
            <a:rect l="l" t="t" r="r" b="b"/>
            <a:pathLst>
              <a:path w="39642" h="17511">
                <a:moveTo>
                  <a:pt x="0" y="0"/>
                </a:moveTo>
                <a:lnTo>
                  <a:pt x="4612" y="2037"/>
                </a:lnTo>
                <a:lnTo>
                  <a:pt x="8987" y="3969"/>
                </a:lnTo>
                <a:lnTo>
                  <a:pt x="13123" y="5797"/>
                </a:lnTo>
                <a:lnTo>
                  <a:pt x="17021" y="7519"/>
                </a:lnTo>
                <a:lnTo>
                  <a:pt x="20682" y="9135"/>
                </a:lnTo>
                <a:lnTo>
                  <a:pt x="24104" y="10647"/>
                </a:lnTo>
                <a:lnTo>
                  <a:pt x="27289" y="12054"/>
                </a:lnTo>
                <a:lnTo>
                  <a:pt x="30235" y="13356"/>
                </a:lnTo>
                <a:lnTo>
                  <a:pt x="32944" y="14552"/>
                </a:lnTo>
                <a:lnTo>
                  <a:pt x="35414" y="15643"/>
                </a:lnTo>
                <a:lnTo>
                  <a:pt x="37647" y="16630"/>
                </a:lnTo>
                <a:lnTo>
                  <a:pt x="39642" y="17511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43"/>
          <p:cNvSpPr/>
          <p:nvPr/>
        </p:nvSpPr>
        <p:spPr>
          <a:xfrm>
            <a:off x="9403788" y="375106"/>
            <a:ext cx="48840" cy="40004"/>
          </a:xfrm>
          <a:custGeom>
            <a:avLst/>
            <a:gdLst/>
            <a:ahLst/>
            <a:cxnLst/>
            <a:rect l="l" t="t" r="r" b="b"/>
            <a:pathLst>
              <a:path w="48840" h="40004">
                <a:moveTo>
                  <a:pt x="17671" y="0"/>
                </a:moveTo>
                <a:lnTo>
                  <a:pt x="48840" y="37673"/>
                </a:lnTo>
                <a:lnTo>
                  <a:pt x="0" y="40004"/>
                </a:lnTo>
                <a:lnTo>
                  <a:pt x="17671" y="0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44"/>
          <p:cNvSpPr/>
          <p:nvPr/>
        </p:nvSpPr>
        <p:spPr>
          <a:xfrm>
            <a:off x="10081249" y="612096"/>
            <a:ext cx="42075" cy="4786"/>
          </a:xfrm>
          <a:custGeom>
            <a:avLst/>
            <a:gdLst/>
            <a:ahLst/>
            <a:cxnLst/>
            <a:rect l="l" t="t" r="r" b="b"/>
            <a:pathLst>
              <a:path w="42075" h="4786">
                <a:moveTo>
                  <a:pt x="0" y="4786"/>
                </a:moveTo>
                <a:lnTo>
                  <a:pt x="4928" y="4225"/>
                </a:lnTo>
                <a:lnTo>
                  <a:pt x="9597" y="3694"/>
                </a:lnTo>
                <a:lnTo>
                  <a:pt x="14008" y="3192"/>
                </a:lnTo>
                <a:lnTo>
                  <a:pt x="18160" y="2720"/>
                </a:lnTo>
                <a:lnTo>
                  <a:pt x="22054" y="2277"/>
                </a:lnTo>
                <a:lnTo>
                  <a:pt x="25690" y="1864"/>
                </a:lnTo>
                <a:lnTo>
                  <a:pt x="29067" y="1480"/>
                </a:lnTo>
                <a:lnTo>
                  <a:pt x="32186" y="1125"/>
                </a:lnTo>
                <a:lnTo>
                  <a:pt x="35046" y="800"/>
                </a:lnTo>
                <a:lnTo>
                  <a:pt x="37647" y="504"/>
                </a:lnTo>
                <a:lnTo>
                  <a:pt x="39990" y="237"/>
                </a:lnTo>
                <a:lnTo>
                  <a:pt x="42075" y="0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45"/>
          <p:cNvSpPr/>
          <p:nvPr/>
        </p:nvSpPr>
        <p:spPr>
          <a:xfrm>
            <a:off x="10077400" y="595312"/>
            <a:ext cx="45924" cy="43453"/>
          </a:xfrm>
          <a:custGeom>
            <a:avLst/>
            <a:gdLst/>
            <a:ahLst/>
            <a:cxnLst/>
            <a:rect l="l" t="t" r="r" b="b"/>
            <a:pathLst>
              <a:path w="45924" h="43453">
                <a:moveTo>
                  <a:pt x="0" y="0"/>
                </a:moveTo>
                <a:lnTo>
                  <a:pt x="45924" y="16784"/>
                </a:lnTo>
                <a:lnTo>
                  <a:pt x="4942" y="43453"/>
                </a:lnTo>
                <a:lnTo>
                  <a:pt x="0" y="0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46"/>
          <p:cNvSpPr/>
          <p:nvPr/>
        </p:nvSpPr>
        <p:spPr>
          <a:xfrm>
            <a:off x="9530641" y="625930"/>
            <a:ext cx="41569" cy="5220"/>
          </a:xfrm>
          <a:custGeom>
            <a:avLst/>
            <a:gdLst/>
            <a:ahLst/>
            <a:cxnLst/>
            <a:rect l="l" t="t" r="r" b="b"/>
            <a:pathLst>
              <a:path w="41569" h="5220">
                <a:moveTo>
                  <a:pt x="0" y="5220"/>
                </a:moveTo>
                <a:lnTo>
                  <a:pt x="4884" y="4607"/>
                </a:lnTo>
                <a:lnTo>
                  <a:pt x="9509" y="4026"/>
                </a:lnTo>
                <a:lnTo>
                  <a:pt x="13877" y="3478"/>
                </a:lnTo>
                <a:lnTo>
                  <a:pt x="17986" y="2962"/>
                </a:lnTo>
                <a:lnTo>
                  <a:pt x="21837" y="2478"/>
                </a:lnTo>
                <a:lnTo>
                  <a:pt x="25431" y="2027"/>
                </a:lnTo>
                <a:lnTo>
                  <a:pt x="28766" y="1608"/>
                </a:lnTo>
                <a:lnTo>
                  <a:pt x="31843" y="1221"/>
                </a:lnTo>
                <a:lnTo>
                  <a:pt x="34661" y="867"/>
                </a:lnTo>
                <a:lnTo>
                  <a:pt x="37222" y="546"/>
                </a:lnTo>
                <a:lnTo>
                  <a:pt x="39525" y="256"/>
                </a:lnTo>
                <a:lnTo>
                  <a:pt x="41569" y="0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47"/>
          <p:cNvSpPr/>
          <p:nvPr/>
        </p:nvSpPr>
        <p:spPr>
          <a:xfrm>
            <a:off x="9526093" y="609683"/>
            <a:ext cx="46117" cy="43392"/>
          </a:xfrm>
          <a:custGeom>
            <a:avLst/>
            <a:gdLst/>
            <a:ahLst/>
            <a:cxnLst/>
            <a:rect l="l" t="t" r="r" b="b"/>
            <a:pathLst>
              <a:path w="46117" h="43392">
                <a:moveTo>
                  <a:pt x="0" y="0"/>
                </a:moveTo>
                <a:lnTo>
                  <a:pt x="46117" y="16247"/>
                </a:lnTo>
                <a:lnTo>
                  <a:pt x="5450" y="43392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48"/>
          <p:cNvSpPr/>
          <p:nvPr/>
        </p:nvSpPr>
        <p:spPr>
          <a:xfrm>
            <a:off x="10051629" y="578309"/>
            <a:ext cx="42761" cy="8704"/>
          </a:xfrm>
          <a:custGeom>
            <a:avLst/>
            <a:gdLst/>
            <a:ahLst/>
            <a:cxnLst/>
            <a:rect l="l" t="t" r="r" b="b"/>
            <a:pathLst>
              <a:path w="42761" h="8704">
                <a:moveTo>
                  <a:pt x="0" y="0"/>
                </a:moveTo>
                <a:lnTo>
                  <a:pt x="4965" y="1011"/>
                </a:lnTo>
                <a:lnTo>
                  <a:pt x="9675" y="1970"/>
                </a:lnTo>
                <a:lnTo>
                  <a:pt x="14131" y="2877"/>
                </a:lnTo>
                <a:lnTo>
                  <a:pt x="18332" y="3732"/>
                </a:lnTo>
                <a:lnTo>
                  <a:pt x="22278" y="4535"/>
                </a:lnTo>
                <a:lnTo>
                  <a:pt x="25968" y="5286"/>
                </a:lnTo>
                <a:lnTo>
                  <a:pt x="29404" y="5985"/>
                </a:lnTo>
                <a:lnTo>
                  <a:pt x="32585" y="6633"/>
                </a:lnTo>
                <a:lnTo>
                  <a:pt x="35512" y="7229"/>
                </a:lnTo>
                <a:lnTo>
                  <a:pt x="38183" y="7772"/>
                </a:lnTo>
                <a:lnTo>
                  <a:pt x="40599" y="8264"/>
                </a:lnTo>
                <a:lnTo>
                  <a:pt x="42761" y="8704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9"/>
          <p:cNvSpPr/>
          <p:nvPr/>
        </p:nvSpPr>
        <p:spPr>
          <a:xfrm>
            <a:off x="10047174" y="556863"/>
            <a:ext cx="47216" cy="42854"/>
          </a:xfrm>
          <a:custGeom>
            <a:avLst/>
            <a:gdLst/>
            <a:ahLst/>
            <a:cxnLst/>
            <a:rect l="l" t="t" r="r" b="b"/>
            <a:pathLst>
              <a:path w="47216" h="42854">
                <a:moveTo>
                  <a:pt x="8723" y="0"/>
                </a:moveTo>
                <a:lnTo>
                  <a:pt x="47216" y="30150"/>
                </a:lnTo>
                <a:lnTo>
                  <a:pt x="0" y="42854"/>
                </a:lnTo>
                <a:lnTo>
                  <a:pt x="8723" y="0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50"/>
          <p:cNvSpPr/>
          <p:nvPr/>
        </p:nvSpPr>
        <p:spPr>
          <a:xfrm>
            <a:off x="9744553" y="619967"/>
            <a:ext cx="42833" cy="513"/>
          </a:xfrm>
          <a:custGeom>
            <a:avLst/>
            <a:gdLst/>
            <a:ahLst/>
            <a:cxnLst/>
            <a:rect l="l" t="t" r="r" b="b"/>
            <a:pathLst>
              <a:path w="42833" h="513">
                <a:moveTo>
                  <a:pt x="0" y="513"/>
                </a:moveTo>
                <a:lnTo>
                  <a:pt x="5000" y="453"/>
                </a:lnTo>
                <a:lnTo>
                  <a:pt x="9740" y="397"/>
                </a:lnTo>
                <a:lnTo>
                  <a:pt x="14220" y="343"/>
                </a:lnTo>
                <a:lnTo>
                  <a:pt x="18440" y="292"/>
                </a:lnTo>
                <a:lnTo>
                  <a:pt x="22399" y="245"/>
                </a:lnTo>
                <a:lnTo>
                  <a:pt x="26098" y="200"/>
                </a:lnTo>
                <a:lnTo>
                  <a:pt x="29538" y="159"/>
                </a:lnTo>
                <a:lnTo>
                  <a:pt x="32717" y="121"/>
                </a:lnTo>
                <a:lnTo>
                  <a:pt x="35636" y="86"/>
                </a:lnTo>
                <a:lnTo>
                  <a:pt x="38295" y="54"/>
                </a:lnTo>
                <a:lnTo>
                  <a:pt x="40694" y="26"/>
                </a:lnTo>
                <a:lnTo>
                  <a:pt x="42833" y="0"/>
                </a:lnTo>
              </a:path>
            </a:pathLst>
          </a:custGeom>
          <a:noFill/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51"/>
          <p:cNvSpPr/>
          <p:nvPr/>
        </p:nvSpPr>
        <p:spPr>
          <a:xfrm>
            <a:off x="9743393" y="598626"/>
            <a:ext cx="43993" cy="43730"/>
          </a:xfrm>
          <a:custGeom>
            <a:avLst/>
            <a:gdLst/>
            <a:ahLst/>
            <a:cxnLst/>
            <a:rect l="l" t="t" r="r" b="b"/>
            <a:pathLst>
              <a:path w="43993" h="43730">
                <a:moveTo>
                  <a:pt x="0" y="0"/>
                </a:moveTo>
                <a:lnTo>
                  <a:pt x="43993" y="21341"/>
                </a:lnTo>
                <a:lnTo>
                  <a:pt x="525" y="43730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009" y="1189180"/>
            <a:ext cx="1608542" cy="988104"/>
          </a:xfrm>
          <a:prstGeom prst="rect">
            <a:avLst/>
          </a:prstGeom>
        </p:spPr>
      </p:pic>
      <p:sp>
        <p:nvSpPr>
          <p:cNvPr id="68" name="Editable path 52"/>
          <p:cNvSpPr/>
          <p:nvPr/>
        </p:nvSpPr>
        <p:spPr>
          <a:xfrm>
            <a:off x="1715268" y="1228366"/>
            <a:ext cx="786591" cy="161674"/>
          </a:xfrm>
          <a:custGeom>
            <a:avLst/>
            <a:gdLst/>
            <a:ahLst/>
            <a:cxnLst/>
            <a:rect l="l" t="t" r="r" b="b"/>
            <a:pathLst>
              <a:path w="786591" h="161674">
                <a:moveTo>
                  <a:pt x="25041" y="161674"/>
                </a:moveTo>
                <a:lnTo>
                  <a:pt x="761551" y="161674"/>
                </a:lnTo>
                <a:lnTo>
                  <a:pt x="765550" y="161500"/>
                </a:lnTo>
                <a:lnTo>
                  <a:pt x="769202" y="160978"/>
                </a:lnTo>
                <a:lnTo>
                  <a:pt x="772506" y="160109"/>
                </a:lnTo>
                <a:lnTo>
                  <a:pt x="775462" y="158892"/>
                </a:lnTo>
                <a:lnTo>
                  <a:pt x="778070" y="157326"/>
                </a:lnTo>
                <a:lnTo>
                  <a:pt x="780331" y="155414"/>
                </a:lnTo>
                <a:lnTo>
                  <a:pt x="782244" y="153153"/>
                </a:lnTo>
                <a:lnTo>
                  <a:pt x="783809" y="150544"/>
                </a:lnTo>
                <a:lnTo>
                  <a:pt x="785026" y="147588"/>
                </a:lnTo>
                <a:lnTo>
                  <a:pt x="785896" y="144284"/>
                </a:lnTo>
                <a:lnTo>
                  <a:pt x="786417" y="140632"/>
                </a:lnTo>
                <a:lnTo>
                  <a:pt x="786591" y="136633"/>
                </a:lnTo>
                <a:lnTo>
                  <a:pt x="786591" y="25041"/>
                </a:lnTo>
                <a:lnTo>
                  <a:pt x="786417" y="21041"/>
                </a:lnTo>
                <a:lnTo>
                  <a:pt x="785896" y="17389"/>
                </a:lnTo>
                <a:lnTo>
                  <a:pt x="785026" y="14085"/>
                </a:lnTo>
                <a:lnTo>
                  <a:pt x="783809" y="11129"/>
                </a:lnTo>
                <a:lnTo>
                  <a:pt x="782244" y="8521"/>
                </a:lnTo>
                <a:lnTo>
                  <a:pt x="780331" y="6260"/>
                </a:lnTo>
                <a:lnTo>
                  <a:pt x="778070" y="4347"/>
                </a:lnTo>
                <a:lnTo>
                  <a:pt x="775462" y="2782"/>
                </a:lnTo>
                <a:lnTo>
                  <a:pt x="772506" y="1565"/>
                </a:lnTo>
                <a:lnTo>
                  <a:pt x="769202" y="695"/>
                </a:lnTo>
                <a:lnTo>
                  <a:pt x="765550" y="173"/>
                </a:lnTo>
                <a:lnTo>
                  <a:pt x="761551" y="0"/>
                </a:lnTo>
                <a:lnTo>
                  <a:pt x="25041" y="0"/>
                </a:lnTo>
                <a:lnTo>
                  <a:pt x="21041" y="173"/>
                </a:lnTo>
                <a:lnTo>
                  <a:pt x="17389" y="695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1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1"/>
                </a:lnTo>
                <a:lnTo>
                  <a:pt x="0" y="136633"/>
                </a:lnTo>
                <a:lnTo>
                  <a:pt x="174" y="140632"/>
                </a:lnTo>
                <a:lnTo>
                  <a:pt x="696" y="144284"/>
                </a:lnTo>
                <a:lnTo>
                  <a:pt x="1565" y="147588"/>
                </a:lnTo>
                <a:lnTo>
                  <a:pt x="2782" y="150544"/>
                </a:lnTo>
                <a:lnTo>
                  <a:pt x="4347" y="153153"/>
                </a:lnTo>
                <a:lnTo>
                  <a:pt x="6260" y="155414"/>
                </a:lnTo>
                <a:lnTo>
                  <a:pt x="8521" y="157326"/>
                </a:lnTo>
                <a:lnTo>
                  <a:pt x="11129" y="158892"/>
                </a:lnTo>
                <a:lnTo>
                  <a:pt x="14085" y="160109"/>
                </a:lnTo>
                <a:lnTo>
                  <a:pt x="17389" y="160978"/>
                </a:lnTo>
                <a:lnTo>
                  <a:pt x="21041" y="161500"/>
                </a:lnTo>
                <a:lnTo>
                  <a:pt x="25041" y="161674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40308" y="1235770"/>
            <a:ext cx="764995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Acquire · 5.0 s</a:t>
            </a:r>
          </a:p>
        </p:txBody>
      </p:sp>
      <p:sp>
        <p:nvSpPr>
          <p:cNvPr id="70" name="Editable path 53"/>
          <p:cNvSpPr/>
          <p:nvPr/>
        </p:nvSpPr>
        <p:spPr>
          <a:xfrm>
            <a:off x="2717152" y="1893849"/>
            <a:ext cx="558321" cy="280030"/>
          </a:xfrm>
          <a:custGeom>
            <a:avLst/>
            <a:gdLst/>
            <a:ahLst/>
            <a:cxnLst/>
            <a:rect l="l" t="t" r="r" b="b"/>
            <a:pathLst>
              <a:path w="558321" h="280030">
                <a:moveTo>
                  <a:pt x="0" y="0"/>
                </a:moveTo>
                <a:lnTo>
                  <a:pt x="558321" y="0"/>
                </a:lnTo>
                <a:lnTo>
                  <a:pt x="558321" y="280030"/>
                </a:lnTo>
                <a:lnTo>
                  <a:pt x="0" y="2800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74781" y="1910344"/>
            <a:ext cx="502917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Bedroom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8329" y="2019181"/>
            <a:ext cx="529538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wardrobe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7846" y="1189180"/>
            <a:ext cx="1608542" cy="988104"/>
          </a:xfrm>
          <a:prstGeom prst="rect">
            <a:avLst/>
          </a:prstGeom>
        </p:spPr>
      </p:pic>
      <p:sp>
        <p:nvSpPr>
          <p:cNvPr id="74" name="Editable path 54"/>
          <p:cNvSpPr/>
          <p:nvPr/>
        </p:nvSpPr>
        <p:spPr>
          <a:xfrm>
            <a:off x="3519105" y="1228366"/>
            <a:ext cx="633117" cy="161123"/>
          </a:xfrm>
          <a:custGeom>
            <a:avLst/>
            <a:gdLst/>
            <a:ahLst/>
            <a:cxnLst/>
            <a:rect l="l" t="t" r="r" b="b"/>
            <a:pathLst>
              <a:path w="633117" h="161123">
                <a:moveTo>
                  <a:pt x="25041" y="161123"/>
                </a:moveTo>
                <a:lnTo>
                  <a:pt x="608077" y="161123"/>
                </a:lnTo>
                <a:lnTo>
                  <a:pt x="612076" y="160949"/>
                </a:lnTo>
                <a:lnTo>
                  <a:pt x="615728" y="160427"/>
                </a:lnTo>
                <a:lnTo>
                  <a:pt x="619032" y="159558"/>
                </a:lnTo>
                <a:lnTo>
                  <a:pt x="621988" y="158340"/>
                </a:lnTo>
                <a:lnTo>
                  <a:pt x="624597" y="156775"/>
                </a:lnTo>
                <a:lnTo>
                  <a:pt x="626857" y="154863"/>
                </a:lnTo>
                <a:lnTo>
                  <a:pt x="628770" y="152602"/>
                </a:lnTo>
                <a:lnTo>
                  <a:pt x="630335" y="149993"/>
                </a:lnTo>
                <a:lnTo>
                  <a:pt x="631552" y="147037"/>
                </a:lnTo>
                <a:lnTo>
                  <a:pt x="632422" y="143733"/>
                </a:lnTo>
                <a:lnTo>
                  <a:pt x="632943" y="140081"/>
                </a:lnTo>
                <a:lnTo>
                  <a:pt x="633117" y="136082"/>
                </a:lnTo>
                <a:lnTo>
                  <a:pt x="633117" y="25041"/>
                </a:lnTo>
                <a:lnTo>
                  <a:pt x="632943" y="21041"/>
                </a:lnTo>
                <a:lnTo>
                  <a:pt x="632422" y="17389"/>
                </a:lnTo>
                <a:lnTo>
                  <a:pt x="631552" y="14085"/>
                </a:lnTo>
                <a:lnTo>
                  <a:pt x="630335" y="11129"/>
                </a:lnTo>
                <a:lnTo>
                  <a:pt x="628770" y="8521"/>
                </a:lnTo>
                <a:lnTo>
                  <a:pt x="626857" y="6260"/>
                </a:lnTo>
                <a:lnTo>
                  <a:pt x="624597" y="4347"/>
                </a:lnTo>
                <a:lnTo>
                  <a:pt x="621988" y="2782"/>
                </a:lnTo>
                <a:lnTo>
                  <a:pt x="619032" y="1565"/>
                </a:lnTo>
                <a:lnTo>
                  <a:pt x="615728" y="695"/>
                </a:lnTo>
                <a:lnTo>
                  <a:pt x="612076" y="173"/>
                </a:lnTo>
                <a:lnTo>
                  <a:pt x="608077" y="0"/>
                </a:lnTo>
                <a:lnTo>
                  <a:pt x="25041" y="0"/>
                </a:lnTo>
                <a:lnTo>
                  <a:pt x="21041" y="173"/>
                </a:lnTo>
                <a:lnTo>
                  <a:pt x="17389" y="695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1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1"/>
                </a:lnTo>
                <a:lnTo>
                  <a:pt x="0" y="136082"/>
                </a:lnTo>
                <a:lnTo>
                  <a:pt x="174" y="140081"/>
                </a:lnTo>
                <a:lnTo>
                  <a:pt x="696" y="143733"/>
                </a:lnTo>
                <a:lnTo>
                  <a:pt x="1565" y="147037"/>
                </a:lnTo>
                <a:lnTo>
                  <a:pt x="2782" y="149993"/>
                </a:lnTo>
                <a:lnTo>
                  <a:pt x="4347" y="152602"/>
                </a:lnTo>
                <a:lnTo>
                  <a:pt x="6260" y="154863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5" y="159558"/>
                </a:lnTo>
                <a:lnTo>
                  <a:pt x="17389" y="160427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44145" y="1235219"/>
            <a:ext cx="612121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Lift · 12.6 s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683" y="1189180"/>
            <a:ext cx="1608542" cy="988104"/>
          </a:xfrm>
          <a:prstGeom prst="rect">
            <a:avLst/>
          </a:prstGeom>
        </p:spPr>
      </p:pic>
      <p:sp>
        <p:nvSpPr>
          <p:cNvPr id="77" name="Editable path 55"/>
          <p:cNvSpPr/>
          <p:nvPr/>
        </p:nvSpPr>
        <p:spPr>
          <a:xfrm>
            <a:off x="5322942" y="1228366"/>
            <a:ext cx="911961" cy="161950"/>
          </a:xfrm>
          <a:custGeom>
            <a:avLst/>
            <a:gdLst/>
            <a:ahLst/>
            <a:cxnLst/>
            <a:rect l="l" t="t" r="r" b="b"/>
            <a:pathLst>
              <a:path w="911961" h="161950">
                <a:moveTo>
                  <a:pt x="25041" y="161950"/>
                </a:moveTo>
                <a:lnTo>
                  <a:pt x="886920" y="161950"/>
                </a:lnTo>
                <a:lnTo>
                  <a:pt x="890919" y="161776"/>
                </a:lnTo>
                <a:lnTo>
                  <a:pt x="894571" y="161254"/>
                </a:lnTo>
                <a:lnTo>
                  <a:pt x="897875" y="160384"/>
                </a:lnTo>
                <a:lnTo>
                  <a:pt x="900832" y="159167"/>
                </a:lnTo>
                <a:lnTo>
                  <a:pt x="903440" y="157602"/>
                </a:lnTo>
                <a:lnTo>
                  <a:pt x="905701" y="155689"/>
                </a:lnTo>
                <a:lnTo>
                  <a:pt x="907614" y="153428"/>
                </a:lnTo>
                <a:lnTo>
                  <a:pt x="909179" y="150820"/>
                </a:lnTo>
                <a:lnTo>
                  <a:pt x="910396" y="147864"/>
                </a:lnTo>
                <a:lnTo>
                  <a:pt x="911265" y="144560"/>
                </a:lnTo>
                <a:lnTo>
                  <a:pt x="911787" y="140908"/>
                </a:lnTo>
                <a:lnTo>
                  <a:pt x="911961" y="136908"/>
                </a:lnTo>
                <a:lnTo>
                  <a:pt x="911961" y="25041"/>
                </a:lnTo>
                <a:lnTo>
                  <a:pt x="911787" y="21041"/>
                </a:lnTo>
                <a:lnTo>
                  <a:pt x="911265" y="17389"/>
                </a:lnTo>
                <a:lnTo>
                  <a:pt x="910396" y="14085"/>
                </a:lnTo>
                <a:lnTo>
                  <a:pt x="909179" y="11129"/>
                </a:lnTo>
                <a:lnTo>
                  <a:pt x="907614" y="8521"/>
                </a:lnTo>
                <a:lnTo>
                  <a:pt x="905701" y="6260"/>
                </a:lnTo>
                <a:lnTo>
                  <a:pt x="903440" y="4347"/>
                </a:lnTo>
                <a:lnTo>
                  <a:pt x="900832" y="2782"/>
                </a:lnTo>
                <a:lnTo>
                  <a:pt x="897875" y="1565"/>
                </a:lnTo>
                <a:lnTo>
                  <a:pt x="894571" y="695"/>
                </a:lnTo>
                <a:lnTo>
                  <a:pt x="890919" y="173"/>
                </a:lnTo>
                <a:lnTo>
                  <a:pt x="886920" y="0"/>
                </a:lnTo>
                <a:lnTo>
                  <a:pt x="25041" y="0"/>
                </a:lnTo>
                <a:lnTo>
                  <a:pt x="21041" y="173"/>
                </a:lnTo>
                <a:lnTo>
                  <a:pt x="17389" y="695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1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1"/>
                </a:lnTo>
                <a:lnTo>
                  <a:pt x="0" y="136908"/>
                </a:lnTo>
                <a:lnTo>
                  <a:pt x="174" y="140908"/>
                </a:lnTo>
                <a:lnTo>
                  <a:pt x="696" y="144560"/>
                </a:lnTo>
                <a:lnTo>
                  <a:pt x="1565" y="147864"/>
                </a:lnTo>
                <a:lnTo>
                  <a:pt x="2782" y="150820"/>
                </a:lnTo>
                <a:lnTo>
                  <a:pt x="4347" y="153428"/>
                </a:lnTo>
                <a:lnTo>
                  <a:pt x="6260" y="155689"/>
                </a:lnTo>
                <a:lnTo>
                  <a:pt x="8521" y="157602"/>
                </a:lnTo>
                <a:lnTo>
                  <a:pt x="11129" y="159167"/>
                </a:lnTo>
                <a:lnTo>
                  <a:pt x="14085" y="160384"/>
                </a:lnTo>
                <a:lnTo>
                  <a:pt x="17389" y="161254"/>
                </a:lnTo>
                <a:lnTo>
                  <a:pt x="21041" y="161776"/>
                </a:lnTo>
                <a:lnTo>
                  <a:pt x="25041" y="161950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47982" y="1235770"/>
            <a:ext cx="890199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Doorway · 52.6 s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5520" y="1189180"/>
            <a:ext cx="1608542" cy="988104"/>
          </a:xfrm>
          <a:prstGeom prst="rect">
            <a:avLst/>
          </a:prstGeom>
        </p:spPr>
      </p:pic>
      <p:sp>
        <p:nvSpPr>
          <p:cNvPr id="80" name="Editable path 56"/>
          <p:cNvSpPr/>
          <p:nvPr/>
        </p:nvSpPr>
        <p:spPr>
          <a:xfrm>
            <a:off x="7126779" y="1228366"/>
            <a:ext cx="688776" cy="161123"/>
          </a:xfrm>
          <a:custGeom>
            <a:avLst/>
            <a:gdLst/>
            <a:ahLst/>
            <a:cxnLst/>
            <a:rect l="l" t="t" r="r" b="b"/>
            <a:pathLst>
              <a:path w="688776" h="161123">
                <a:moveTo>
                  <a:pt x="25041" y="161123"/>
                </a:moveTo>
                <a:lnTo>
                  <a:pt x="663735" y="161123"/>
                </a:lnTo>
                <a:lnTo>
                  <a:pt x="667735" y="160949"/>
                </a:lnTo>
                <a:lnTo>
                  <a:pt x="671387" y="160427"/>
                </a:lnTo>
                <a:lnTo>
                  <a:pt x="674691" y="159558"/>
                </a:lnTo>
                <a:lnTo>
                  <a:pt x="677647" y="158340"/>
                </a:lnTo>
                <a:lnTo>
                  <a:pt x="680255" y="156775"/>
                </a:lnTo>
                <a:lnTo>
                  <a:pt x="682516" y="154863"/>
                </a:lnTo>
                <a:lnTo>
                  <a:pt x="684429" y="152602"/>
                </a:lnTo>
                <a:lnTo>
                  <a:pt x="685994" y="149993"/>
                </a:lnTo>
                <a:lnTo>
                  <a:pt x="687211" y="147037"/>
                </a:lnTo>
                <a:lnTo>
                  <a:pt x="688081" y="143733"/>
                </a:lnTo>
                <a:lnTo>
                  <a:pt x="688602" y="140081"/>
                </a:lnTo>
                <a:lnTo>
                  <a:pt x="688776" y="136082"/>
                </a:lnTo>
                <a:lnTo>
                  <a:pt x="688776" y="25041"/>
                </a:lnTo>
                <a:lnTo>
                  <a:pt x="688602" y="21041"/>
                </a:lnTo>
                <a:lnTo>
                  <a:pt x="688081" y="17389"/>
                </a:lnTo>
                <a:lnTo>
                  <a:pt x="687211" y="14085"/>
                </a:lnTo>
                <a:lnTo>
                  <a:pt x="685994" y="11129"/>
                </a:lnTo>
                <a:lnTo>
                  <a:pt x="684429" y="8521"/>
                </a:lnTo>
                <a:lnTo>
                  <a:pt x="682516" y="6260"/>
                </a:lnTo>
                <a:lnTo>
                  <a:pt x="680255" y="4347"/>
                </a:lnTo>
                <a:lnTo>
                  <a:pt x="677647" y="2782"/>
                </a:lnTo>
                <a:lnTo>
                  <a:pt x="674691" y="1565"/>
                </a:lnTo>
                <a:lnTo>
                  <a:pt x="671387" y="695"/>
                </a:lnTo>
                <a:lnTo>
                  <a:pt x="667735" y="173"/>
                </a:lnTo>
                <a:lnTo>
                  <a:pt x="663735" y="0"/>
                </a:lnTo>
                <a:lnTo>
                  <a:pt x="25041" y="0"/>
                </a:lnTo>
                <a:lnTo>
                  <a:pt x="21041" y="173"/>
                </a:lnTo>
                <a:lnTo>
                  <a:pt x="17390" y="695"/>
                </a:lnTo>
                <a:lnTo>
                  <a:pt x="14086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8" y="8521"/>
                </a:lnTo>
                <a:lnTo>
                  <a:pt x="2783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1"/>
                </a:lnTo>
                <a:lnTo>
                  <a:pt x="0" y="136082"/>
                </a:lnTo>
                <a:lnTo>
                  <a:pt x="174" y="140081"/>
                </a:lnTo>
                <a:lnTo>
                  <a:pt x="696" y="143733"/>
                </a:lnTo>
                <a:lnTo>
                  <a:pt x="1565" y="147037"/>
                </a:lnTo>
                <a:lnTo>
                  <a:pt x="2783" y="149993"/>
                </a:lnTo>
                <a:lnTo>
                  <a:pt x="4348" y="152602"/>
                </a:lnTo>
                <a:lnTo>
                  <a:pt x="6260" y="154863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6" y="159558"/>
                </a:lnTo>
                <a:lnTo>
                  <a:pt x="17390" y="160427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51819" y="1235219"/>
            <a:ext cx="667712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Goal · 91.1 s</a:t>
            </a:r>
          </a:p>
        </p:txBody>
      </p:sp>
      <p:sp>
        <p:nvSpPr>
          <p:cNvPr id="82" name="Editable path 57"/>
          <p:cNvSpPr/>
          <p:nvPr/>
        </p:nvSpPr>
        <p:spPr>
          <a:xfrm>
            <a:off x="8956950" y="1189180"/>
            <a:ext cx="1543914" cy="988105"/>
          </a:xfrm>
          <a:custGeom>
            <a:avLst/>
            <a:gdLst/>
            <a:ahLst/>
            <a:cxnLst/>
            <a:rect l="l" t="t" r="r" b="b"/>
            <a:pathLst>
              <a:path w="1543914" h="988105">
                <a:moveTo>
                  <a:pt x="0" y="0"/>
                </a:moveTo>
                <a:lnTo>
                  <a:pt x="1543914" y="0"/>
                </a:lnTo>
                <a:lnTo>
                  <a:pt x="1543914" y="988105"/>
                </a:lnTo>
                <a:lnTo>
                  <a:pt x="0" y="988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58"/>
          <p:cNvSpPr/>
          <p:nvPr/>
        </p:nvSpPr>
        <p:spPr>
          <a:xfrm>
            <a:off x="9719643" y="1756568"/>
            <a:ext cx="18528" cy="420717"/>
          </a:xfrm>
          <a:custGeom>
            <a:avLst/>
            <a:gdLst/>
            <a:ahLst/>
            <a:cxnLst/>
            <a:rect l="l" t="t" r="r" b="b"/>
            <a:pathLst>
              <a:path w="18528" h="420717">
                <a:moveTo>
                  <a:pt x="0" y="0"/>
                </a:moveTo>
                <a:lnTo>
                  <a:pt x="18528" y="0"/>
                </a:lnTo>
                <a:lnTo>
                  <a:pt x="18528" y="420717"/>
                </a:lnTo>
                <a:lnTo>
                  <a:pt x="0" y="42071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59"/>
          <p:cNvSpPr/>
          <p:nvPr/>
        </p:nvSpPr>
        <p:spPr>
          <a:xfrm>
            <a:off x="9719643" y="1189180"/>
            <a:ext cx="18528" cy="420716"/>
          </a:xfrm>
          <a:custGeom>
            <a:avLst/>
            <a:gdLst/>
            <a:ahLst/>
            <a:cxnLst/>
            <a:rect l="l" t="t" r="r" b="b"/>
            <a:pathLst>
              <a:path w="18528" h="420716">
                <a:moveTo>
                  <a:pt x="0" y="0"/>
                </a:moveTo>
                <a:lnTo>
                  <a:pt x="18528" y="0"/>
                </a:lnTo>
                <a:lnTo>
                  <a:pt x="18528" y="420716"/>
                </a:lnTo>
                <a:lnTo>
                  <a:pt x="0" y="42071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60"/>
          <p:cNvSpPr/>
          <p:nvPr/>
        </p:nvSpPr>
        <p:spPr>
          <a:xfrm>
            <a:off x="9719643" y="1609896"/>
            <a:ext cx="18528" cy="146672"/>
          </a:xfrm>
          <a:custGeom>
            <a:avLst/>
            <a:gdLst/>
            <a:ahLst/>
            <a:cxnLst/>
            <a:rect l="l" t="t" r="r" b="b"/>
            <a:pathLst>
              <a:path w="18528" h="146672">
                <a:moveTo>
                  <a:pt x="0" y="0"/>
                </a:moveTo>
                <a:lnTo>
                  <a:pt x="18528" y="0"/>
                </a:lnTo>
                <a:lnTo>
                  <a:pt x="18528" y="146672"/>
                </a:lnTo>
                <a:lnTo>
                  <a:pt x="0" y="14667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61"/>
          <p:cNvSpPr/>
          <p:nvPr/>
        </p:nvSpPr>
        <p:spPr>
          <a:xfrm>
            <a:off x="9716555" y="1750393"/>
            <a:ext cx="24703" cy="6175"/>
          </a:xfrm>
          <a:custGeom>
            <a:avLst/>
            <a:gdLst/>
            <a:ahLst/>
            <a:cxnLst/>
            <a:rect l="l" t="t" r="r" b="b"/>
            <a:pathLst>
              <a:path w="24703" h="6175">
                <a:moveTo>
                  <a:pt x="0" y="0"/>
                </a:moveTo>
                <a:lnTo>
                  <a:pt x="24703" y="0"/>
                </a:lnTo>
                <a:lnTo>
                  <a:pt x="24703" y="6175"/>
                </a:lnTo>
                <a:lnTo>
                  <a:pt x="0" y="617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2"/>
          <p:cNvSpPr/>
          <p:nvPr/>
        </p:nvSpPr>
        <p:spPr>
          <a:xfrm>
            <a:off x="9716555" y="1609896"/>
            <a:ext cx="24703" cy="6176"/>
          </a:xfrm>
          <a:custGeom>
            <a:avLst/>
            <a:gdLst/>
            <a:ahLst/>
            <a:cxnLst/>
            <a:rect l="l" t="t" r="r" b="b"/>
            <a:pathLst>
              <a:path w="24703" h="6176">
                <a:moveTo>
                  <a:pt x="0" y="0"/>
                </a:moveTo>
                <a:lnTo>
                  <a:pt x="24703" y="0"/>
                </a:lnTo>
                <a:lnTo>
                  <a:pt x="24703" y="6176"/>
                </a:lnTo>
                <a:lnTo>
                  <a:pt x="0" y="617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63"/>
          <p:cNvSpPr/>
          <p:nvPr/>
        </p:nvSpPr>
        <p:spPr>
          <a:xfrm>
            <a:off x="8762417" y="1189180"/>
            <a:ext cx="18527" cy="988105"/>
          </a:xfrm>
          <a:custGeom>
            <a:avLst/>
            <a:gdLst/>
            <a:ahLst/>
            <a:cxnLst/>
            <a:rect l="l" t="t" r="r" b="b"/>
            <a:pathLst>
              <a:path w="18527" h="988105">
                <a:moveTo>
                  <a:pt x="0" y="0"/>
                </a:moveTo>
                <a:lnTo>
                  <a:pt x="18527" y="0"/>
                </a:lnTo>
                <a:lnTo>
                  <a:pt x="18527" y="988105"/>
                </a:lnTo>
                <a:lnTo>
                  <a:pt x="0" y="98810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64"/>
          <p:cNvSpPr/>
          <p:nvPr/>
        </p:nvSpPr>
        <p:spPr>
          <a:xfrm>
            <a:off x="8771681" y="2168021"/>
            <a:ext cx="957226" cy="18527"/>
          </a:xfrm>
          <a:custGeom>
            <a:avLst/>
            <a:gdLst/>
            <a:ahLst/>
            <a:cxnLst/>
            <a:rect l="l" t="t" r="r" b="b"/>
            <a:pathLst>
              <a:path w="957226" h="18527">
                <a:moveTo>
                  <a:pt x="0" y="0"/>
                </a:moveTo>
                <a:lnTo>
                  <a:pt x="957226" y="0"/>
                </a:lnTo>
                <a:lnTo>
                  <a:pt x="957226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65"/>
          <p:cNvSpPr/>
          <p:nvPr/>
        </p:nvSpPr>
        <p:spPr>
          <a:xfrm>
            <a:off x="8771681" y="1179916"/>
            <a:ext cx="957226" cy="18527"/>
          </a:xfrm>
          <a:custGeom>
            <a:avLst/>
            <a:gdLst/>
            <a:ahLst/>
            <a:cxnLst/>
            <a:rect l="l" t="t" r="r" b="b"/>
            <a:pathLst>
              <a:path w="957226" h="18527">
                <a:moveTo>
                  <a:pt x="0" y="0"/>
                </a:moveTo>
                <a:lnTo>
                  <a:pt x="957226" y="0"/>
                </a:lnTo>
                <a:lnTo>
                  <a:pt x="957226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66"/>
          <p:cNvSpPr/>
          <p:nvPr/>
        </p:nvSpPr>
        <p:spPr>
          <a:xfrm>
            <a:off x="10676869" y="1189180"/>
            <a:ext cx="18528" cy="988105"/>
          </a:xfrm>
          <a:custGeom>
            <a:avLst/>
            <a:gdLst/>
            <a:ahLst/>
            <a:cxnLst/>
            <a:rect l="l" t="t" r="r" b="b"/>
            <a:pathLst>
              <a:path w="18528" h="988105">
                <a:moveTo>
                  <a:pt x="0" y="0"/>
                </a:moveTo>
                <a:lnTo>
                  <a:pt x="18528" y="0"/>
                </a:lnTo>
                <a:lnTo>
                  <a:pt x="18528" y="988105"/>
                </a:lnTo>
                <a:lnTo>
                  <a:pt x="0" y="98810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67"/>
          <p:cNvSpPr/>
          <p:nvPr/>
        </p:nvSpPr>
        <p:spPr>
          <a:xfrm>
            <a:off x="9728907" y="2168021"/>
            <a:ext cx="957226" cy="18527"/>
          </a:xfrm>
          <a:custGeom>
            <a:avLst/>
            <a:gdLst/>
            <a:ahLst/>
            <a:cxnLst/>
            <a:rect l="l" t="t" r="r" b="b"/>
            <a:pathLst>
              <a:path w="957226" h="18527">
                <a:moveTo>
                  <a:pt x="0" y="0"/>
                </a:moveTo>
                <a:lnTo>
                  <a:pt x="957226" y="0"/>
                </a:lnTo>
                <a:lnTo>
                  <a:pt x="957226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path 68"/>
          <p:cNvSpPr/>
          <p:nvPr/>
        </p:nvSpPr>
        <p:spPr>
          <a:xfrm>
            <a:off x="9728907" y="1179916"/>
            <a:ext cx="957226" cy="18527"/>
          </a:xfrm>
          <a:custGeom>
            <a:avLst/>
            <a:gdLst/>
            <a:ahLst/>
            <a:cxnLst/>
            <a:rect l="l" t="t" r="r" b="b"/>
            <a:pathLst>
              <a:path w="957226" h="18527">
                <a:moveTo>
                  <a:pt x="0" y="0"/>
                </a:moveTo>
                <a:lnTo>
                  <a:pt x="957226" y="0"/>
                </a:lnTo>
                <a:lnTo>
                  <a:pt x="957226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path 69"/>
          <p:cNvSpPr/>
          <p:nvPr/>
        </p:nvSpPr>
        <p:spPr>
          <a:xfrm>
            <a:off x="8926072" y="1243217"/>
            <a:ext cx="74108" cy="61756"/>
          </a:xfrm>
          <a:custGeom>
            <a:avLst/>
            <a:gdLst/>
            <a:ahLst/>
            <a:cxnLst/>
            <a:rect l="l" t="t" r="r" b="b"/>
            <a:pathLst>
              <a:path w="74108" h="61756">
                <a:moveTo>
                  <a:pt x="0" y="0"/>
                </a:moveTo>
                <a:lnTo>
                  <a:pt x="74108" y="0"/>
                </a:lnTo>
                <a:lnTo>
                  <a:pt x="74108" y="61756"/>
                </a:lnTo>
                <a:lnTo>
                  <a:pt x="0" y="6175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70"/>
          <p:cNvSpPr/>
          <p:nvPr/>
        </p:nvSpPr>
        <p:spPr>
          <a:xfrm>
            <a:off x="8955406" y="1266376"/>
            <a:ext cx="15439" cy="15439"/>
          </a:xfrm>
          <a:custGeom>
            <a:avLst/>
            <a:gdLst/>
            <a:ahLst/>
            <a:cxnLst/>
            <a:rect l="l" t="t" r="r" b="b"/>
            <a:pathLst>
              <a:path w="15439" h="15439">
                <a:moveTo>
                  <a:pt x="0" y="0"/>
                </a:moveTo>
                <a:lnTo>
                  <a:pt x="15439" y="0"/>
                </a:lnTo>
                <a:lnTo>
                  <a:pt x="15439" y="15439"/>
                </a:lnTo>
                <a:lnTo>
                  <a:pt x="0" y="154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path 71"/>
          <p:cNvSpPr/>
          <p:nvPr/>
        </p:nvSpPr>
        <p:spPr>
          <a:xfrm>
            <a:off x="9481263" y="1243217"/>
            <a:ext cx="74108" cy="61756"/>
          </a:xfrm>
          <a:custGeom>
            <a:avLst/>
            <a:gdLst/>
            <a:ahLst/>
            <a:cxnLst/>
            <a:rect l="l" t="t" r="r" b="b"/>
            <a:pathLst>
              <a:path w="74108" h="61756">
                <a:moveTo>
                  <a:pt x="0" y="0"/>
                </a:moveTo>
                <a:lnTo>
                  <a:pt x="74108" y="0"/>
                </a:lnTo>
                <a:lnTo>
                  <a:pt x="74108" y="61756"/>
                </a:lnTo>
                <a:lnTo>
                  <a:pt x="0" y="6175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path 72"/>
          <p:cNvSpPr/>
          <p:nvPr/>
        </p:nvSpPr>
        <p:spPr>
          <a:xfrm>
            <a:off x="9510598" y="1266376"/>
            <a:ext cx="15439" cy="15439"/>
          </a:xfrm>
          <a:custGeom>
            <a:avLst/>
            <a:gdLst/>
            <a:ahLst/>
            <a:cxnLst/>
            <a:rect l="l" t="t" r="r" b="b"/>
            <a:pathLst>
              <a:path w="15439" h="15439">
                <a:moveTo>
                  <a:pt x="0" y="0"/>
                </a:moveTo>
                <a:lnTo>
                  <a:pt x="15439" y="0"/>
                </a:lnTo>
                <a:lnTo>
                  <a:pt x="15439" y="15439"/>
                </a:lnTo>
                <a:lnTo>
                  <a:pt x="0" y="154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path 73"/>
          <p:cNvSpPr/>
          <p:nvPr/>
        </p:nvSpPr>
        <p:spPr>
          <a:xfrm>
            <a:off x="9111342" y="2177285"/>
            <a:ext cx="0" cy="26451"/>
          </a:xfrm>
          <a:custGeom>
            <a:avLst/>
            <a:gdLst/>
            <a:ahLst/>
            <a:cxnLst/>
            <a:rect l="l" t="t" r="r" b="b"/>
            <a:pathLst>
              <a:path w="0" h="26451">
                <a:moveTo>
                  <a:pt x="0" y="0"/>
                </a:moveTo>
                <a:lnTo>
                  <a:pt x="0" y="26451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74"/>
          <p:cNvSpPr/>
          <p:nvPr/>
        </p:nvSpPr>
        <p:spPr>
          <a:xfrm>
            <a:off x="9728907" y="2177285"/>
            <a:ext cx="0" cy="26451"/>
          </a:xfrm>
          <a:custGeom>
            <a:avLst/>
            <a:gdLst/>
            <a:ahLst/>
            <a:cxnLst/>
            <a:rect l="l" t="t" r="r" b="b"/>
            <a:pathLst>
              <a:path w="0" h="26451">
                <a:moveTo>
                  <a:pt x="0" y="0"/>
                </a:moveTo>
                <a:lnTo>
                  <a:pt x="0" y="26451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75"/>
          <p:cNvSpPr/>
          <p:nvPr/>
        </p:nvSpPr>
        <p:spPr>
          <a:xfrm>
            <a:off x="10346472" y="2177285"/>
            <a:ext cx="0" cy="26451"/>
          </a:xfrm>
          <a:custGeom>
            <a:avLst/>
            <a:gdLst/>
            <a:ahLst/>
            <a:cxnLst/>
            <a:rect l="l" t="t" r="r" b="b"/>
            <a:pathLst>
              <a:path w="0" h="26451">
                <a:moveTo>
                  <a:pt x="0" y="0"/>
                </a:moveTo>
                <a:lnTo>
                  <a:pt x="0" y="26451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path 76"/>
          <p:cNvSpPr/>
          <p:nvPr/>
        </p:nvSpPr>
        <p:spPr>
          <a:xfrm>
            <a:off x="8956950" y="1992015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77"/>
          <p:cNvSpPr/>
          <p:nvPr/>
        </p:nvSpPr>
        <p:spPr>
          <a:xfrm>
            <a:off x="8930499" y="1992015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771789" y="1937445"/>
            <a:ext cx="169545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104" name="Editable path 78"/>
          <p:cNvSpPr/>
          <p:nvPr/>
        </p:nvSpPr>
        <p:spPr>
          <a:xfrm>
            <a:off x="8956950" y="1683232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path 79"/>
          <p:cNvSpPr/>
          <p:nvPr/>
        </p:nvSpPr>
        <p:spPr>
          <a:xfrm>
            <a:off x="8930499" y="1683232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853348" y="1628662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07" name="Editable path 80"/>
          <p:cNvSpPr/>
          <p:nvPr/>
        </p:nvSpPr>
        <p:spPr>
          <a:xfrm>
            <a:off x="8956950" y="1374450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path 81"/>
          <p:cNvSpPr/>
          <p:nvPr/>
        </p:nvSpPr>
        <p:spPr>
          <a:xfrm>
            <a:off x="8930499" y="1374450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853348" y="1319880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10" name="Editable path 82"/>
          <p:cNvSpPr/>
          <p:nvPr/>
        </p:nvSpPr>
        <p:spPr>
          <a:xfrm>
            <a:off x="8956950" y="1189180"/>
            <a:ext cx="0" cy="988105"/>
          </a:xfrm>
          <a:custGeom>
            <a:avLst/>
            <a:gdLst/>
            <a:ahLst/>
            <a:cxnLst/>
            <a:rect l="l" t="t" r="r" b="b"/>
            <a:pathLst>
              <a:path w="0" h="988105">
                <a:moveTo>
                  <a:pt x="0" y="988105"/>
                </a:moveTo>
                <a:lnTo>
                  <a:pt x="0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path 83"/>
          <p:cNvSpPr/>
          <p:nvPr/>
        </p:nvSpPr>
        <p:spPr>
          <a:xfrm>
            <a:off x="8956950" y="2177285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path 84"/>
          <p:cNvSpPr/>
          <p:nvPr/>
        </p:nvSpPr>
        <p:spPr>
          <a:xfrm>
            <a:off x="9180630" y="1673744"/>
            <a:ext cx="1028555" cy="263655"/>
          </a:xfrm>
          <a:custGeom>
            <a:avLst/>
            <a:gdLst/>
            <a:ahLst/>
            <a:cxnLst/>
            <a:rect l="l" t="t" r="r" b="b"/>
            <a:pathLst>
              <a:path w="1028555" h="263655">
                <a:moveTo>
                  <a:pt x="47030" y="238219"/>
                </a:moveTo>
                <a:lnTo>
                  <a:pt x="47032" y="238216"/>
                </a:lnTo>
                <a:lnTo>
                  <a:pt x="45646" y="238898"/>
                </a:lnTo>
                <a:lnTo>
                  <a:pt x="37408" y="246116"/>
                </a:lnTo>
                <a:lnTo>
                  <a:pt x="30032" y="256475"/>
                </a:lnTo>
                <a:lnTo>
                  <a:pt x="26995" y="263655"/>
                </a:lnTo>
                <a:lnTo>
                  <a:pt x="27149" y="259435"/>
                </a:lnTo>
                <a:lnTo>
                  <a:pt x="27117" y="232194"/>
                </a:lnTo>
                <a:lnTo>
                  <a:pt x="18578" y="226624"/>
                </a:lnTo>
                <a:lnTo>
                  <a:pt x="10898" y="216794"/>
                </a:lnTo>
                <a:lnTo>
                  <a:pt x="4597" y="202225"/>
                </a:lnTo>
                <a:lnTo>
                  <a:pt x="725" y="183248"/>
                </a:lnTo>
                <a:lnTo>
                  <a:pt x="0" y="159937"/>
                </a:lnTo>
                <a:lnTo>
                  <a:pt x="3137" y="133464"/>
                </a:lnTo>
                <a:lnTo>
                  <a:pt x="10356" y="105831"/>
                </a:lnTo>
                <a:lnTo>
                  <a:pt x="21155" y="79607"/>
                </a:lnTo>
                <a:lnTo>
                  <a:pt x="37084" y="51720"/>
                </a:lnTo>
                <a:lnTo>
                  <a:pt x="50143" y="34899"/>
                </a:lnTo>
                <a:lnTo>
                  <a:pt x="61061" y="27787"/>
                </a:lnTo>
                <a:lnTo>
                  <a:pt x="76507" y="23094"/>
                </a:lnTo>
                <a:lnTo>
                  <a:pt x="149400" y="12402"/>
                </a:lnTo>
                <a:lnTo>
                  <a:pt x="210294" y="6590"/>
                </a:lnTo>
                <a:lnTo>
                  <a:pt x="309696" y="946"/>
                </a:lnTo>
                <a:lnTo>
                  <a:pt x="393423" y="0"/>
                </a:lnTo>
                <a:lnTo>
                  <a:pt x="466535" y="2836"/>
                </a:lnTo>
                <a:lnTo>
                  <a:pt x="527092" y="8642"/>
                </a:lnTo>
                <a:lnTo>
                  <a:pt x="566506" y="16049"/>
                </a:lnTo>
                <a:lnTo>
                  <a:pt x="588495" y="23166"/>
                </a:lnTo>
                <a:lnTo>
                  <a:pt x="611978" y="36464"/>
                </a:lnTo>
                <a:lnTo>
                  <a:pt x="630412" y="51472"/>
                </a:lnTo>
                <a:lnTo>
                  <a:pt x="652562" y="75453"/>
                </a:lnTo>
                <a:lnTo>
                  <a:pt x="695539" y="122758"/>
                </a:lnTo>
                <a:lnTo>
                  <a:pt x="723497" y="147280"/>
                </a:lnTo>
                <a:lnTo>
                  <a:pt x="755555" y="170036"/>
                </a:lnTo>
                <a:lnTo>
                  <a:pt x="789716" y="189434"/>
                </a:lnTo>
                <a:lnTo>
                  <a:pt x="827560" y="206215"/>
                </a:lnTo>
                <a:lnTo>
                  <a:pt x="866843" y="219271"/>
                </a:lnTo>
                <a:lnTo>
                  <a:pt x="909230" y="229010"/>
                </a:lnTo>
                <a:lnTo>
                  <a:pt x="952310" y="234728"/>
                </a:lnTo>
                <a:lnTo>
                  <a:pt x="995744" y="236512"/>
                </a:lnTo>
                <a:lnTo>
                  <a:pt x="1028555" y="235152"/>
                </a:lnTo>
                <a:lnTo>
                  <a:pt x="1026984" y="234919"/>
                </a:lnTo>
              </a:path>
            </a:pathLst>
          </a:custGeom>
          <a:noFill/>
          <a:ln w="2027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path 85"/>
          <p:cNvSpPr/>
          <p:nvPr/>
        </p:nvSpPr>
        <p:spPr>
          <a:xfrm>
            <a:off x="9197528" y="1420637"/>
            <a:ext cx="1095637" cy="318819"/>
          </a:xfrm>
          <a:custGeom>
            <a:avLst/>
            <a:gdLst/>
            <a:ahLst/>
            <a:cxnLst/>
            <a:rect l="l" t="t" r="r" b="b"/>
            <a:pathLst>
              <a:path w="1095637" h="318819">
                <a:moveTo>
                  <a:pt x="0" y="16371"/>
                </a:moveTo>
                <a:lnTo>
                  <a:pt x="7019" y="12540"/>
                </a:lnTo>
                <a:lnTo>
                  <a:pt x="21966" y="2639"/>
                </a:lnTo>
                <a:lnTo>
                  <a:pt x="36027" y="0"/>
                </a:lnTo>
                <a:lnTo>
                  <a:pt x="60780" y="1266"/>
                </a:lnTo>
                <a:lnTo>
                  <a:pt x="63827" y="2124"/>
                </a:lnTo>
                <a:lnTo>
                  <a:pt x="62730" y="21065"/>
                </a:lnTo>
                <a:lnTo>
                  <a:pt x="61220" y="38469"/>
                </a:lnTo>
                <a:lnTo>
                  <a:pt x="63016" y="38428"/>
                </a:lnTo>
                <a:lnTo>
                  <a:pt x="109009" y="43416"/>
                </a:lnTo>
                <a:lnTo>
                  <a:pt x="157680" y="52507"/>
                </a:lnTo>
                <a:lnTo>
                  <a:pt x="205477" y="65389"/>
                </a:lnTo>
                <a:lnTo>
                  <a:pt x="252109" y="82030"/>
                </a:lnTo>
                <a:lnTo>
                  <a:pt x="297240" y="102403"/>
                </a:lnTo>
                <a:lnTo>
                  <a:pt x="338729" y="125384"/>
                </a:lnTo>
                <a:lnTo>
                  <a:pt x="378252" y="151695"/>
                </a:lnTo>
                <a:lnTo>
                  <a:pt x="417165" y="182377"/>
                </a:lnTo>
                <a:lnTo>
                  <a:pt x="458280" y="220009"/>
                </a:lnTo>
                <a:lnTo>
                  <a:pt x="488767" y="247604"/>
                </a:lnTo>
                <a:lnTo>
                  <a:pt x="502801" y="253566"/>
                </a:lnTo>
                <a:lnTo>
                  <a:pt x="523715" y="257755"/>
                </a:lnTo>
                <a:lnTo>
                  <a:pt x="598383" y="268805"/>
                </a:lnTo>
                <a:lnTo>
                  <a:pt x="702232" y="279105"/>
                </a:lnTo>
                <a:lnTo>
                  <a:pt x="795408" y="290172"/>
                </a:lnTo>
                <a:lnTo>
                  <a:pt x="881126" y="304778"/>
                </a:lnTo>
                <a:lnTo>
                  <a:pt x="958271" y="317184"/>
                </a:lnTo>
                <a:lnTo>
                  <a:pt x="994712" y="318819"/>
                </a:lnTo>
                <a:lnTo>
                  <a:pt x="1015832" y="316832"/>
                </a:lnTo>
                <a:lnTo>
                  <a:pt x="1035480" y="309485"/>
                </a:lnTo>
                <a:lnTo>
                  <a:pt x="1050922" y="300196"/>
                </a:lnTo>
                <a:lnTo>
                  <a:pt x="1063947" y="287983"/>
                </a:lnTo>
                <a:lnTo>
                  <a:pt x="1075608" y="271305"/>
                </a:lnTo>
                <a:lnTo>
                  <a:pt x="1084814" y="251109"/>
                </a:lnTo>
                <a:lnTo>
                  <a:pt x="1091995" y="224855"/>
                </a:lnTo>
                <a:lnTo>
                  <a:pt x="1095637" y="195958"/>
                </a:lnTo>
                <a:lnTo>
                  <a:pt x="1095502" y="166017"/>
                </a:lnTo>
                <a:lnTo>
                  <a:pt x="1091342" y="136400"/>
                </a:lnTo>
                <a:lnTo>
                  <a:pt x="1083447" y="109552"/>
                </a:lnTo>
                <a:lnTo>
                  <a:pt x="1072738" y="86923"/>
                </a:lnTo>
                <a:lnTo>
                  <a:pt x="1059272" y="67740"/>
                </a:lnTo>
                <a:lnTo>
                  <a:pt x="1044124" y="53050"/>
                </a:lnTo>
                <a:lnTo>
                  <a:pt x="1027903" y="42774"/>
                </a:lnTo>
                <a:lnTo>
                  <a:pt x="1010741" y="36712"/>
                </a:lnTo>
                <a:lnTo>
                  <a:pt x="1009796" y="36481"/>
                </a:lnTo>
                <a:lnTo>
                  <a:pt x="1009813" y="37126"/>
                </a:lnTo>
              </a:path>
            </a:pathLst>
          </a:custGeom>
          <a:noFill/>
          <a:ln w="2027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path 86"/>
          <p:cNvSpPr/>
          <p:nvPr/>
        </p:nvSpPr>
        <p:spPr>
          <a:xfrm>
            <a:off x="9234007" y="1682788"/>
            <a:ext cx="973733" cy="34596"/>
          </a:xfrm>
          <a:custGeom>
            <a:avLst/>
            <a:gdLst/>
            <a:ahLst/>
            <a:cxnLst/>
            <a:rect l="l" t="t" r="r" b="b"/>
            <a:pathLst>
              <a:path w="973733" h="34596">
                <a:moveTo>
                  <a:pt x="49" y="0"/>
                </a:moveTo>
                <a:lnTo>
                  <a:pt x="0" y="342"/>
                </a:lnTo>
                <a:lnTo>
                  <a:pt x="3639" y="52"/>
                </a:lnTo>
                <a:lnTo>
                  <a:pt x="340218" y="4396"/>
                </a:lnTo>
                <a:lnTo>
                  <a:pt x="493031" y="7336"/>
                </a:lnTo>
                <a:lnTo>
                  <a:pt x="574446" y="13081"/>
                </a:lnTo>
                <a:lnTo>
                  <a:pt x="662459" y="23182"/>
                </a:lnTo>
                <a:lnTo>
                  <a:pt x="764296" y="34352"/>
                </a:lnTo>
                <a:lnTo>
                  <a:pt x="809732" y="34596"/>
                </a:lnTo>
                <a:lnTo>
                  <a:pt x="840940" y="30148"/>
                </a:lnTo>
                <a:lnTo>
                  <a:pt x="940197" y="8046"/>
                </a:lnTo>
                <a:lnTo>
                  <a:pt x="973733" y="643"/>
                </a:lnTo>
                <a:lnTo>
                  <a:pt x="973551" y="437"/>
                </a:lnTo>
              </a:path>
            </a:pathLst>
          </a:custGeom>
          <a:noFill/>
          <a:ln w="2909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path 87"/>
          <p:cNvSpPr/>
          <p:nvPr/>
        </p:nvSpPr>
        <p:spPr>
          <a:xfrm>
            <a:off x="9234014" y="1682757"/>
            <a:ext cx="973506" cy="35009"/>
          </a:xfrm>
          <a:custGeom>
            <a:avLst/>
            <a:gdLst/>
            <a:ahLst/>
            <a:cxnLst/>
            <a:rect l="l" t="t" r="r" b="b"/>
            <a:pathLst>
              <a:path w="973506" h="35009">
                <a:moveTo>
                  <a:pt x="0" y="0"/>
                </a:moveTo>
                <a:lnTo>
                  <a:pt x="551099" y="11026"/>
                </a:lnTo>
                <a:lnTo>
                  <a:pt x="631619" y="19405"/>
                </a:lnTo>
                <a:lnTo>
                  <a:pt x="777183" y="35009"/>
                </a:lnTo>
                <a:lnTo>
                  <a:pt x="812648" y="34388"/>
                </a:lnTo>
                <a:lnTo>
                  <a:pt x="844140" y="29479"/>
                </a:lnTo>
                <a:lnTo>
                  <a:pt x="973506" y="475"/>
                </a:lnTo>
              </a:path>
            </a:pathLst>
          </a:custGeom>
          <a:noFill/>
          <a:ln w="28214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path 88"/>
          <p:cNvSpPr/>
          <p:nvPr/>
        </p:nvSpPr>
        <p:spPr>
          <a:xfrm>
            <a:off x="9202264" y="1650998"/>
            <a:ext cx="63582" cy="63581"/>
          </a:xfrm>
          <a:custGeom>
            <a:avLst/>
            <a:gdLst/>
            <a:ahLst/>
            <a:cxnLst/>
            <a:rect l="l" t="t" r="r" b="b"/>
            <a:pathLst>
              <a:path w="63582" h="63581">
                <a:moveTo>
                  <a:pt x="31792" y="63581"/>
                </a:moveTo>
                <a:lnTo>
                  <a:pt x="33891" y="63512"/>
                </a:lnTo>
                <a:lnTo>
                  <a:pt x="35970" y="63305"/>
                </a:lnTo>
                <a:lnTo>
                  <a:pt x="38022" y="62965"/>
                </a:lnTo>
                <a:lnTo>
                  <a:pt x="40042" y="62492"/>
                </a:lnTo>
                <a:lnTo>
                  <a:pt x="42022" y="61890"/>
                </a:lnTo>
                <a:lnTo>
                  <a:pt x="43957" y="61161"/>
                </a:lnTo>
                <a:lnTo>
                  <a:pt x="45841" y="60308"/>
                </a:lnTo>
                <a:lnTo>
                  <a:pt x="47667" y="59333"/>
                </a:lnTo>
                <a:lnTo>
                  <a:pt x="49429" y="58240"/>
                </a:lnTo>
                <a:lnTo>
                  <a:pt x="51121" y="57029"/>
                </a:lnTo>
                <a:lnTo>
                  <a:pt x="52737" y="55705"/>
                </a:lnTo>
                <a:lnTo>
                  <a:pt x="54271" y="54269"/>
                </a:lnTo>
                <a:lnTo>
                  <a:pt x="55707" y="52736"/>
                </a:lnTo>
                <a:lnTo>
                  <a:pt x="57031" y="51120"/>
                </a:lnTo>
                <a:lnTo>
                  <a:pt x="58241" y="49428"/>
                </a:lnTo>
                <a:lnTo>
                  <a:pt x="59335" y="47665"/>
                </a:lnTo>
                <a:lnTo>
                  <a:pt x="60309" y="45840"/>
                </a:lnTo>
                <a:lnTo>
                  <a:pt x="61162" y="43956"/>
                </a:lnTo>
                <a:lnTo>
                  <a:pt x="61891" y="42021"/>
                </a:lnTo>
                <a:lnTo>
                  <a:pt x="62493" y="40041"/>
                </a:lnTo>
                <a:lnTo>
                  <a:pt x="62966" y="38021"/>
                </a:lnTo>
                <a:lnTo>
                  <a:pt x="63306" y="35969"/>
                </a:lnTo>
                <a:lnTo>
                  <a:pt x="63513" y="33890"/>
                </a:lnTo>
                <a:lnTo>
                  <a:pt x="63582" y="31790"/>
                </a:lnTo>
                <a:lnTo>
                  <a:pt x="63513" y="29691"/>
                </a:lnTo>
                <a:lnTo>
                  <a:pt x="63306" y="27612"/>
                </a:lnTo>
                <a:lnTo>
                  <a:pt x="62966" y="25559"/>
                </a:lnTo>
                <a:lnTo>
                  <a:pt x="62493" y="23540"/>
                </a:lnTo>
                <a:lnTo>
                  <a:pt x="61891" y="21560"/>
                </a:lnTo>
                <a:lnTo>
                  <a:pt x="61162" y="19625"/>
                </a:lnTo>
                <a:lnTo>
                  <a:pt x="60309" y="17741"/>
                </a:lnTo>
                <a:lnTo>
                  <a:pt x="59335" y="15915"/>
                </a:lnTo>
                <a:lnTo>
                  <a:pt x="58241" y="14153"/>
                </a:lnTo>
                <a:lnTo>
                  <a:pt x="57031" y="12460"/>
                </a:lnTo>
                <a:lnTo>
                  <a:pt x="55707" y="10844"/>
                </a:lnTo>
                <a:lnTo>
                  <a:pt x="54271" y="9311"/>
                </a:lnTo>
                <a:lnTo>
                  <a:pt x="52737" y="7875"/>
                </a:lnTo>
                <a:lnTo>
                  <a:pt x="51121" y="6551"/>
                </a:lnTo>
                <a:lnTo>
                  <a:pt x="49429" y="5341"/>
                </a:lnTo>
                <a:lnTo>
                  <a:pt x="47667" y="4247"/>
                </a:lnTo>
                <a:lnTo>
                  <a:pt x="45841" y="3272"/>
                </a:lnTo>
                <a:lnTo>
                  <a:pt x="43957" y="2419"/>
                </a:lnTo>
                <a:lnTo>
                  <a:pt x="42022" y="1691"/>
                </a:lnTo>
                <a:lnTo>
                  <a:pt x="40042" y="1089"/>
                </a:lnTo>
                <a:lnTo>
                  <a:pt x="38022" y="616"/>
                </a:lnTo>
                <a:lnTo>
                  <a:pt x="35970" y="275"/>
                </a:lnTo>
                <a:lnTo>
                  <a:pt x="33891" y="69"/>
                </a:lnTo>
                <a:lnTo>
                  <a:pt x="31792" y="0"/>
                </a:lnTo>
                <a:lnTo>
                  <a:pt x="29692" y="69"/>
                </a:lnTo>
                <a:lnTo>
                  <a:pt x="27613" y="275"/>
                </a:lnTo>
                <a:lnTo>
                  <a:pt x="25561" y="616"/>
                </a:lnTo>
                <a:lnTo>
                  <a:pt x="23541" y="1089"/>
                </a:lnTo>
                <a:lnTo>
                  <a:pt x="21561" y="1691"/>
                </a:lnTo>
                <a:lnTo>
                  <a:pt x="19626" y="2419"/>
                </a:lnTo>
                <a:lnTo>
                  <a:pt x="17742" y="3272"/>
                </a:lnTo>
                <a:lnTo>
                  <a:pt x="15916" y="4247"/>
                </a:lnTo>
                <a:lnTo>
                  <a:pt x="14154" y="5341"/>
                </a:lnTo>
                <a:lnTo>
                  <a:pt x="12462" y="6551"/>
                </a:lnTo>
                <a:lnTo>
                  <a:pt x="10846" y="7875"/>
                </a:lnTo>
                <a:lnTo>
                  <a:pt x="9312" y="9311"/>
                </a:lnTo>
                <a:lnTo>
                  <a:pt x="7877" y="10844"/>
                </a:lnTo>
                <a:lnTo>
                  <a:pt x="6552" y="12460"/>
                </a:lnTo>
                <a:lnTo>
                  <a:pt x="5342" y="14153"/>
                </a:lnTo>
                <a:lnTo>
                  <a:pt x="4248" y="15915"/>
                </a:lnTo>
                <a:lnTo>
                  <a:pt x="3274" y="17741"/>
                </a:lnTo>
                <a:lnTo>
                  <a:pt x="2421" y="19625"/>
                </a:lnTo>
                <a:lnTo>
                  <a:pt x="1692" y="21560"/>
                </a:lnTo>
                <a:lnTo>
                  <a:pt x="1090" y="23540"/>
                </a:lnTo>
                <a:lnTo>
                  <a:pt x="617" y="25559"/>
                </a:lnTo>
                <a:lnTo>
                  <a:pt x="276" y="27612"/>
                </a:lnTo>
                <a:lnTo>
                  <a:pt x="70" y="29691"/>
                </a:lnTo>
                <a:lnTo>
                  <a:pt x="0" y="31790"/>
                </a:lnTo>
                <a:lnTo>
                  <a:pt x="70" y="33890"/>
                </a:lnTo>
                <a:lnTo>
                  <a:pt x="276" y="35969"/>
                </a:lnTo>
                <a:lnTo>
                  <a:pt x="617" y="38021"/>
                </a:lnTo>
                <a:lnTo>
                  <a:pt x="1090" y="40041"/>
                </a:lnTo>
                <a:lnTo>
                  <a:pt x="1692" y="42021"/>
                </a:lnTo>
                <a:lnTo>
                  <a:pt x="2421" y="43956"/>
                </a:lnTo>
                <a:lnTo>
                  <a:pt x="3274" y="45840"/>
                </a:lnTo>
                <a:lnTo>
                  <a:pt x="4248" y="47665"/>
                </a:lnTo>
                <a:lnTo>
                  <a:pt x="5342" y="49428"/>
                </a:lnTo>
                <a:lnTo>
                  <a:pt x="6552" y="51120"/>
                </a:lnTo>
                <a:lnTo>
                  <a:pt x="7877" y="52736"/>
                </a:lnTo>
                <a:lnTo>
                  <a:pt x="9312" y="54269"/>
                </a:lnTo>
                <a:lnTo>
                  <a:pt x="10846" y="55705"/>
                </a:lnTo>
                <a:lnTo>
                  <a:pt x="12462" y="57029"/>
                </a:lnTo>
                <a:lnTo>
                  <a:pt x="14154" y="58240"/>
                </a:lnTo>
                <a:lnTo>
                  <a:pt x="15916" y="59333"/>
                </a:lnTo>
                <a:lnTo>
                  <a:pt x="17742" y="60308"/>
                </a:lnTo>
                <a:lnTo>
                  <a:pt x="19626" y="61161"/>
                </a:lnTo>
                <a:lnTo>
                  <a:pt x="21561" y="61890"/>
                </a:lnTo>
                <a:lnTo>
                  <a:pt x="23541" y="62492"/>
                </a:lnTo>
                <a:lnTo>
                  <a:pt x="25561" y="62965"/>
                </a:lnTo>
                <a:lnTo>
                  <a:pt x="27613" y="63305"/>
                </a:lnTo>
                <a:lnTo>
                  <a:pt x="29692" y="63512"/>
                </a:lnTo>
                <a:lnTo>
                  <a:pt x="31792" y="63581"/>
                </a:lnTo>
                <a:close/>
              </a:path>
            </a:pathLst>
          </a:custGeom>
          <a:solidFill>
            <a:srgbClr val="FFFFFF"/>
          </a:solidFill>
          <a:ln w="141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path 89"/>
          <p:cNvSpPr/>
          <p:nvPr/>
        </p:nvSpPr>
        <p:spPr>
          <a:xfrm>
            <a:off x="10170056" y="1643794"/>
            <a:ext cx="75004" cy="71332"/>
          </a:xfrm>
          <a:custGeom>
            <a:avLst/>
            <a:gdLst/>
            <a:ahLst/>
            <a:cxnLst/>
            <a:rect l="l" t="t" r="r" b="b"/>
            <a:pathLst>
              <a:path w="75004" h="71332">
                <a:moveTo>
                  <a:pt x="37502" y="0"/>
                </a:moveTo>
                <a:lnTo>
                  <a:pt x="28649" y="27246"/>
                </a:lnTo>
                <a:lnTo>
                  <a:pt x="0" y="27246"/>
                </a:lnTo>
                <a:lnTo>
                  <a:pt x="23177" y="44086"/>
                </a:lnTo>
                <a:lnTo>
                  <a:pt x="14325" y="71332"/>
                </a:lnTo>
                <a:lnTo>
                  <a:pt x="37502" y="54493"/>
                </a:lnTo>
                <a:lnTo>
                  <a:pt x="60679" y="71332"/>
                </a:lnTo>
                <a:lnTo>
                  <a:pt x="51826" y="44086"/>
                </a:lnTo>
                <a:lnTo>
                  <a:pt x="75004" y="27246"/>
                </a:lnTo>
                <a:lnTo>
                  <a:pt x="46355" y="27246"/>
                </a:lnTo>
                <a:lnTo>
                  <a:pt x="37502" y="0"/>
                </a:lnTo>
                <a:close/>
              </a:path>
            </a:pathLst>
          </a:custGeom>
          <a:solidFill>
            <a:srgbClr val="FF9500"/>
          </a:solidFill>
          <a:ln w="1763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90"/>
          <p:cNvSpPr/>
          <p:nvPr/>
        </p:nvSpPr>
        <p:spPr>
          <a:xfrm>
            <a:off x="9229361" y="1697638"/>
            <a:ext cx="39363" cy="12364"/>
          </a:xfrm>
          <a:custGeom>
            <a:avLst/>
            <a:gdLst/>
            <a:ahLst/>
            <a:cxnLst/>
            <a:rect l="l" t="t" r="r" b="b"/>
            <a:pathLst>
              <a:path w="39363" h="12364">
                <a:moveTo>
                  <a:pt x="0" y="12364"/>
                </a:moveTo>
                <a:lnTo>
                  <a:pt x="4645" y="10905"/>
                </a:lnTo>
                <a:lnTo>
                  <a:pt x="9042" y="9524"/>
                </a:lnTo>
                <a:lnTo>
                  <a:pt x="13191" y="8221"/>
                </a:lnTo>
                <a:lnTo>
                  <a:pt x="17092" y="6995"/>
                </a:lnTo>
                <a:lnTo>
                  <a:pt x="20744" y="5848"/>
                </a:lnTo>
                <a:lnTo>
                  <a:pt x="24149" y="4779"/>
                </a:lnTo>
                <a:lnTo>
                  <a:pt x="27305" y="3788"/>
                </a:lnTo>
                <a:lnTo>
                  <a:pt x="30213" y="2874"/>
                </a:lnTo>
                <a:lnTo>
                  <a:pt x="32872" y="2039"/>
                </a:lnTo>
                <a:lnTo>
                  <a:pt x="35284" y="1281"/>
                </a:lnTo>
                <a:lnTo>
                  <a:pt x="37447" y="602"/>
                </a:lnTo>
                <a:lnTo>
                  <a:pt x="39363" y="0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path 91"/>
          <p:cNvSpPr/>
          <p:nvPr/>
        </p:nvSpPr>
        <p:spPr>
          <a:xfrm>
            <a:off x="9220447" y="1689882"/>
            <a:ext cx="48277" cy="41723"/>
          </a:xfrm>
          <a:custGeom>
            <a:avLst/>
            <a:gdLst/>
            <a:ahLst/>
            <a:cxnLst/>
            <a:rect l="l" t="t" r="r" b="b"/>
            <a:pathLst>
              <a:path w="48277" h="41723">
                <a:moveTo>
                  <a:pt x="0" y="0"/>
                </a:moveTo>
                <a:lnTo>
                  <a:pt x="48277" y="7756"/>
                </a:lnTo>
                <a:lnTo>
                  <a:pt x="13106" y="41723"/>
                </a:lnTo>
                <a:lnTo>
                  <a:pt x="0" y="0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path 92"/>
          <p:cNvSpPr/>
          <p:nvPr/>
        </p:nvSpPr>
        <p:spPr>
          <a:xfrm>
            <a:off x="9857539" y="1777238"/>
            <a:ext cx="29787" cy="28302"/>
          </a:xfrm>
          <a:custGeom>
            <a:avLst/>
            <a:gdLst/>
            <a:ahLst/>
            <a:cxnLst/>
            <a:rect l="l" t="t" r="r" b="b"/>
            <a:pathLst>
              <a:path w="29787" h="28302">
                <a:moveTo>
                  <a:pt x="0" y="0"/>
                </a:moveTo>
                <a:lnTo>
                  <a:pt x="3519" y="3344"/>
                </a:lnTo>
                <a:lnTo>
                  <a:pt x="6850" y="6509"/>
                </a:lnTo>
                <a:lnTo>
                  <a:pt x="9992" y="9494"/>
                </a:lnTo>
                <a:lnTo>
                  <a:pt x="12946" y="12301"/>
                </a:lnTo>
                <a:lnTo>
                  <a:pt x="15711" y="14928"/>
                </a:lnTo>
                <a:lnTo>
                  <a:pt x="18288" y="17376"/>
                </a:lnTo>
                <a:lnTo>
                  <a:pt x="20676" y="19645"/>
                </a:lnTo>
                <a:lnTo>
                  <a:pt x="22875" y="21735"/>
                </a:lnTo>
                <a:lnTo>
                  <a:pt x="24886" y="23645"/>
                </a:lnTo>
                <a:lnTo>
                  <a:pt x="26708" y="25377"/>
                </a:lnTo>
                <a:lnTo>
                  <a:pt x="28342" y="26929"/>
                </a:lnTo>
                <a:lnTo>
                  <a:pt x="29787" y="28302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path 93"/>
          <p:cNvSpPr/>
          <p:nvPr/>
        </p:nvSpPr>
        <p:spPr>
          <a:xfrm>
            <a:off x="9840559" y="1759564"/>
            <a:ext cx="46767" cy="45976"/>
          </a:xfrm>
          <a:custGeom>
            <a:avLst/>
            <a:gdLst/>
            <a:ahLst/>
            <a:cxnLst/>
            <a:rect l="l" t="t" r="r" b="b"/>
            <a:pathLst>
              <a:path w="46767" h="45976">
                <a:moveTo>
                  <a:pt x="30124" y="0"/>
                </a:moveTo>
                <a:lnTo>
                  <a:pt x="46767" y="45976"/>
                </a:lnTo>
                <a:lnTo>
                  <a:pt x="0" y="31704"/>
                </a:lnTo>
                <a:lnTo>
                  <a:pt x="30124" y="0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path 94"/>
          <p:cNvSpPr/>
          <p:nvPr/>
        </p:nvSpPr>
        <p:spPr>
          <a:xfrm>
            <a:off x="9461075" y="1507404"/>
            <a:ext cx="38757" cy="18975"/>
          </a:xfrm>
          <a:custGeom>
            <a:avLst/>
            <a:gdLst/>
            <a:ahLst/>
            <a:cxnLst/>
            <a:rect l="l" t="t" r="r" b="b"/>
            <a:pathLst>
              <a:path w="38757" h="18975">
                <a:moveTo>
                  <a:pt x="0" y="0"/>
                </a:moveTo>
                <a:lnTo>
                  <a:pt x="4515" y="2210"/>
                </a:lnTo>
                <a:lnTo>
                  <a:pt x="8796" y="4306"/>
                </a:lnTo>
                <a:lnTo>
                  <a:pt x="12843" y="6288"/>
                </a:lnTo>
                <a:lnTo>
                  <a:pt x="16657" y="8155"/>
                </a:lnTo>
                <a:lnTo>
                  <a:pt x="20237" y="9908"/>
                </a:lnTo>
                <a:lnTo>
                  <a:pt x="23584" y="11546"/>
                </a:lnTo>
                <a:lnTo>
                  <a:pt x="26697" y="13070"/>
                </a:lnTo>
                <a:lnTo>
                  <a:pt x="29576" y="14480"/>
                </a:lnTo>
                <a:lnTo>
                  <a:pt x="32222" y="15775"/>
                </a:lnTo>
                <a:lnTo>
                  <a:pt x="34634" y="16956"/>
                </a:lnTo>
                <a:lnTo>
                  <a:pt x="36812" y="18023"/>
                </a:lnTo>
                <a:lnTo>
                  <a:pt x="38757" y="18975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path 95"/>
          <p:cNvSpPr/>
          <p:nvPr/>
        </p:nvSpPr>
        <p:spPr>
          <a:xfrm>
            <a:off x="9450938" y="1487509"/>
            <a:ext cx="48894" cy="39279"/>
          </a:xfrm>
          <a:custGeom>
            <a:avLst/>
            <a:gdLst/>
            <a:ahLst/>
            <a:cxnLst/>
            <a:rect l="l" t="t" r="r" b="b"/>
            <a:pathLst>
              <a:path w="48894" h="39279">
                <a:moveTo>
                  <a:pt x="19230" y="0"/>
                </a:moveTo>
                <a:lnTo>
                  <a:pt x="48894" y="38870"/>
                </a:lnTo>
                <a:lnTo>
                  <a:pt x="0" y="39279"/>
                </a:lnTo>
                <a:lnTo>
                  <a:pt x="19230" y="0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96"/>
          <p:cNvSpPr/>
          <p:nvPr/>
        </p:nvSpPr>
        <p:spPr>
          <a:xfrm>
            <a:off x="10133399" y="1735029"/>
            <a:ext cx="43648" cy="3060"/>
          </a:xfrm>
          <a:custGeom>
            <a:avLst/>
            <a:gdLst/>
            <a:ahLst/>
            <a:cxnLst/>
            <a:rect l="l" t="t" r="r" b="b"/>
            <a:pathLst>
              <a:path w="43648" h="3060">
                <a:moveTo>
                  <a:pt x="0" y="0"/>
                </a:moveTo>
                <a:lnTo>
                  <a:pt x="5065" y="355"/>
                </a:lnTo>
                <a:lnTo>
                  <a:pt x="9870" y="692"/>
                </a:lnTo>
                <a:lnTo>
                  <a:pt x="14416" y="1010"/>
                </a:lnTo>
                <a:lnTo>
                  <a:pt x="18702" y="1311"/>
                </a:lnTo>
                <a:lnTo>
                  <a:pt x="22728" y="1593"/>
                </a:lnTo>
                <a:lnTo>
                  <a:pt x="26495" y="1857"/>
                </a:lnTo>
                <a:lnTo>
                  <a:pt x="30003" y="2103"/>
                </a:lnTo>
                <a:lnTo>
                  <a:pt x="33251" y="2331"/>
                </a:lnTo>
                <a:lnTo>
                  <a:pt x="36239" y="2541"/>
                </a:lnTo>
                <a:lnTo>
                  <a:pt x="38968" y="2732"/>
                </a:lnTo>
                <a:lnTo>
                  <a:pt x="41438" y="2905"/>
                </a:lnTo>
                <a:lnTo>
                  <a:pt x="43648" y="3060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path 97"/>
          <p:cNvSpPr/>
          <p:nvPr/>
        </p:nvSpPr>
        <p:spPr>
          <a:xfrm>
            <a:off x="10131891" y="1713217"/>
            <a:ext cx="45156" cy="43626"/>
          </a:xfrm>
          <a:custGeom>
            <a:avLst/>
            <a:gdLst/>
            <a:ahLst/>
            <a:cxnLst/>
            <a:rect l="l" t="t" r="r" b="b"/>
            <a:pathLst>
              <a:path w="45156" h="43626">
                <a:moveTo>
                  <a:pt x="3059" y="0"/>
                </a:moveTo>
                <a:lnTo>
                  <a:pt x="45156" y="24872"/>
                </a:lnTo>
                <a:lnTo>
                  <a:pt x="0" y="43626"/>
                </a:lnTo>
                <a:lnTo>
                  <a:pt x="3059" y="0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path 98"/>
          <p:cNvSpPr/>
          <p:nvPr/>
        </p:nvSpPr>
        <p:spPr>
          <a:xfrm>
            <a:off x="9551665" y="1687117"/>
            <a:ext cx="43777" cy="282"/>
          </a:xfrm>
          <a:custGeom>
            <a:avLst/>
            <a:gdLst/>
            <a:ahLst/>
            <a:cxnLst/>
            <a:rect l="l" t="t" r="r" b="b"/>
            <a:pathLst>
              <a:path w="43777" h="282">
                <a:moveTo>
                  <a:pt x="0" y="0"/>
                </a:moveTo>
                <a:lnTo>
                  <a:pt x="5079" y="32"/>
                </a:lnTo>
                <a:lnTo>
                  <a:pt x="9898" y="63"/>
                </a:lnTo>
                <a:lnTo>
                  <a:pt x="14456" y="93"/>
                </a:lnTo>
                <a:lnTo>
                  <a:pt x="18755" y="120"/>
                </a:lnTo>
                <a:lnTo>
                  <a:pt x="22793" y="146"/>
                </a:lnTo>
                <a:lnTo>
                  <a:pt x="26571" y="171"/>
                </a:lnTo>
                <a:lnTo>
                  <a:pt x="30089" y="193"/>
                </a:lnTo>
                <a:lnTo>
                  <a:pt x="33347" y="214"/>
                </a:lnTo>
                <a:lnTo>
                  <a:pt x="36345" y="234"/>
                </a:lnTo>
                <a:lnTo>
                  <a:pt x="39083" y="251"/>
                </a:lnTo>
                <a:lnTo>
                  <a:pt x="41560" y="267"/>
                </a:lnTo>
                <a:lnTo>
                  <a:pt x="43777" y="282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path 99"/>
          <p:cNvSpPr/>
          <p:nvPr/>
        </p:nvSpPr>
        <p:spPr>
          <a:xfrm>
            <a:off x="9551569" y="1665251"/>
            <a:ext cx="43873" cy="43732"/>
          </a:xfrm>
          <a:custGeom>
            <a:avLst/>
            <a:gdLst/>
            <a:ahLst/>
            <a:cxnLst/>
            <a:rect l="l" t="t" r="r" b="b"/>
            <a:pathLst>
              <a:path w="43873" h="43732">
                <a:moveTo>
                  <a:pt x="282" y="0"/>
                </a:moveTo>
                <a:lnTo>
                  <a:pt x="43873" y="22148"/>
                </a:lnTo>
                <a:lnTo>
                  <a:pt x="0" y="43732"/>
                </a:lnTo>
                <a:lnTo>
                  <a:pt x="282" y="0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path 100"/>
          <p:cNvSpPr/>
          <p:nvPr/>
        </p:nvSpPr>
        <p:spPr>
          <a:xfrm>
            <a:off x="10028487" y="1712399"/>
            <a:ext cx="42167" cy="5610"/>
          </a:xfrm>
          <a:custGeom>
            <a:avLst/>
            <a:gdLst/>
            <a:ahLst/>
            <a:cxnLst/>
            <a:rect l="l" t="t" r="r" b="b"/>
            <a:pathLst>
              <a:path w="42167" h="5610">
                <a:moveTo>
                  <a:pt x="0" y="5610"/>
                </a:moveTo>
                <a:lnTo>
                  <a:pt x="4932" y="4954"/>
                </a:lnTo>
                <a:lnTo>
                  <a:pt x="9606" y="4332"/>
                </a:lnTo>
                <a:lnTo>
                  <a:pt x="14023" y="3744"/>
                </a:lnTo>
                <a:lnTo>
                  <a:pt x="18181" y="3191"/>
                </a:lnTo>
                <a:lnTo>
                  <a:pt x="22082" y="2672"/>
                </a:lnTo>
                <a:lnTo>
                  <a:pt x="25725" y="2188"/>
                </a:lnTo>
                <a:lnTo>
                  <a:pt x="29110" y="1737"/>
                </a:lnTo>
                <a:lnTo>
                  <a:pt x="32237" y="1321"/>
                </a:lnTo>
                <a:lnTo>
                  <a:pt x="35106" y="940"/>
                </a:lnTo>
                <a:lnTo>
                  <a:pt x="37718" y="592"/>
                </a:lnTo>
                <a:lnTo>
                  <a:pt x="40071" y="279"/>
                </a:lnTo>
                <a:lnTo>
                  <a:pt x="42167" y="0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path 101"/>
          <p:cNvSpPr/>
          <p:nvPr/>
        </p:nvSpPr>
        <p:spPr>
          <a:xfrm>
            <a:off x="10024419" y="1696491"/>
            <a:ext cx="46235" cy="43351"/>
          </a:xfrm>
          <a:custGeom>
            <a:avLst/>
            <a:gdLst/>
            <a:ahLst/>
            <a:cxnLst/>
            <a:rect l="l" t="t" r="r" b="b"/>
            <a:pathLst>
              <a:path w="46235" h="43351">
                <a:moveTo>
                  <a:pt x="0" y="0"/>
                </a:moveTo>
                <a:lnTo>
                  <a:pt x="46235" y="15908"/>
                </a:lnTo>
                <a:lnTo>
                  <a:pt x="5767" y="43351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102"/>
          <p:cNvSpPr/>
          <p:nvPr/>
        </p:nvSpPr>
        <p:spPr>
          <a:xfrm>
            <a:off x="9742642" y="1690892"/>
            <a:ext cx="42807" cy="3174"/>
          </a:xfrm>
          <a:custGeom>
            <a:avLst/>
            <a:gdLst/>
            <a:ahLst/>
            <a:cxnLst/>
            <a:rect l="l" t="t" r="r" b="b"/>
            <a:pathLst>
              <a:path w="42807" h="3174">
                <a:moveTo>
                  <a:pt x="0" y="0"/>
                </a:moveTo>
                <a:lnTo>
                  <a:pt x="4994" y="370"/>
                </a:lnTo>
                <a:lnTo>
                  <a:pt x="9728" y="721"/>
                </a:lnTo>
                <a:lnTo>
                  <a:pt x="14204" y="1053"/>
                </a:lnTo>
                <a:lnTo>
                  <a:pt x="18419" y="1366"/>
                </a:lnTo>
                <a:lnTo>
                  <a:pt x="22376" y="1659"/>
                </a:lnTo>
                <a:lnTo>
                  <a:pt x="26073" y="1933"/>
                </a:lnTo>
                <a:lnTo>
                  <a:pt x="29510" y="2188"/>
                </a:lnTo>
                <a:lnTo>
                  <a:pt x="32689" y="2424"/>
                </a:lnTo>
                <a:lnTo>
                  <a:pt x="35607" y="2640"/>
                </a:lnTo>
                <a:lnTo>
                  <a:pt x="38266" y="2837"/>
                </a:lnTo>
                <a:lnTo>
                  <a:pt x="40666" y="3015"/>
                </a:lnTo>
                <a:lnTo>
                  <a:pt x="42807" y="3174"/>
                </a:lnTo>
              </a:path>
            </a:pathLst>
          </a:custGeom>
          <a:noFill/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path 103"/>
          <p:cNvSpPr/>
          <p:nvPr/>
        </p:nvSpPr>
        <p:spPr>
          <a:xfrm>
            <a:off x="9740219" y="1669026"/>
            <a:ext cx="45230" cy="43614"/>
          </a:xfrm>
          <a:custGeom>
            <a:avLst/>
            <a:gdLst/>
            <a:ahLst/>
            <a:cxnLst/>
            <a:rect l="l" t="t" r="r" b="b"/>
            <a:pathLst>
              <a:path w="45230" h="43614">
                <a:moveTo>
                  <a:pt x="3232" y="0"/>
                </a:moveTo>
                <a:lnTo>
                  <a:pt x="45230" y="25040"/>
                </a:lnTo>
                <a:lnTo>
                  <a:pt x="0" y="43614"/>
                </a:lnTo>
                <a:lnTo>
                  <a:pt x="3232" y="0"/>
                </a:lnTo>
                <a:close/>
              </a:path>
            </a:pathLst>
          </a:custGeom>
          <a:solidFill>
            <a:srgbClr val="7C5AA6"/>
          </a:solidFill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2" name="Picture 1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4009" y="2251392"/>
            <a:ext cx="1608542" cy="988104"/>
          </a:xfrm>
          <a:prstGeom prst="rect">
            <a:avLst/>
          </a:prstGeom>
        </p:spPr>
      </p:pic>
      <p:sp>
        <p:nvSpPr>
          <p:cNvPr id="133" name="Editable path 104"/>
          <p:cNvSpPr/>
          <p:nvPr/>
        </p:nvSpPr>
        <p:spPr>
          <a:xfrm>
            <a:off x="1715268" y="2290578"/>
            <a:ext cx="786591" cy="161674"/>
          </a:xfrm>
          <a:custGeom>
            <a:avLst/>
            <a:gdLst/>
            <a:ahLst/>
            <a:cxnLst/>
            <a:rect l="l" t="t" r="r" b="b"/>
            <a:pathLst>
              <a:path w="786591" h="161674">
                <a:moveTo>
                  <a:pt x="25041" y="161674"/>
                </a:moveTo>
                <a:lnTo>
                  <a:pt x="761551" y="161674"/>
                </a:lnTo>
                <a:lnTo>
                  <a:pt x="765550" y="161500"/>
                </a:lnTo>
                <a:lnTo>
                  <a:pt x="769202" y="160979"/>
                </a:lnTo>
                <a:lnTo>
                  <a:pt x="772506" y="160109"/>
                </a:lnTo>
                <a:lnTo>
                  <a:pt x="775462" y="158892"/>
                </a:lnTo>
                <a:lnTo>
                  <a:pt x="778070" y="157327"/>
                </a:lnTo>
                <a:lnTo>
                  <a:pt x="780331" y="155414"/>
                </a:lnTo>
                <a:lnTo>
                  <a:pt x="782244" y="153153"/>
                </a:lnTo>
                <a:lnTo>
                  <a:pt x="783809" y="150545"/>
                </a:lnTo>
                <a:lnTo>
                  <a:pt x="785026" y="147589"/>
                </a:lnTo>
                <a:lnTo>
                  <a:pt x="785896" y="144285"/>
                </a:lnTo>
                <a:lnTo>
                  <a:pt x="786417" y="140633"/>
                </a:lnTo>
                <a:lnTo>
                  <a:pt x="786591" y="136634"/>
                </a:lnTo>
                <a:lnTo>
                  <a:pt x="786591" y="25041"/>
                </a:lnTo>
                <a:lnTo>
                  <a:pt x="786417" y="21042"/>
                </a:lnTo>
                <a:lnTo>
                  <a:pt x="785896" y="17390"/>
                </a:lnTo>
                <a:lnTo>
                  <a:pt x="785026" y="14086"/>
                </a:lnTo>
                <a:lnTo>
                  <a:pt x="783809" y="11130"/>
                </a:lnTo>
                <a:lnTo>
                  <a:pt x="782244" y="8521"/>
                </a:lnTo>
                <a:lnTo>
                  <a:pt x="780331" y="6260"/>
                </a:lnTo>
                <a:lnTo>
                  <a:pt x="778070" y="4348"/>
                </a:lnTo>
                <a:lnTo>
                  <a:pt x="775462" y="2783"/>
                </a:lnTo>
                <a:lnTo>
                  <a:pt x="772506" y="1565"/>
                </a:lnTo>
                <a:lnTo>
                  <a:pt x="769202" y="696"/>
                </a:lnTo>
                <a:lnTo>
                  <a:pt x="765550" y="174"/>
                </a:lnTo>
                <a:lnTo>
                  <a:pt x="761551" y="0"/>
                </a:lnTo>
                <a:lnTo>
                  <a:pt x="25041" y="0"/>
                </a:lnTo>
                <a:lnTo>
                  <a:pt x="21041" y="174"/>
                </a:lnTo>
                <a:lnTo>
                  <a:pt x="17389" y="696"/>
                </a:lnTo>
                <a:lnTo>
                  <a:pt x="14085" y="1565"/>
                </a:lnTo>
                <a:lnTo>
                  <a:pt x="11129" y="2783"/>
                </a:lnTo>
                <a:lnTo>
                  <a:pt x="8521" y="4348"/>
                </a:lnTo>
                <a:lnTo>
                  <a:pt x="6260" y="6260"/>
                </a:lnTo>
                <a:lnTo>
                  <a:pt x="4347" y="8521"/>
                </a:lnTo>
                <a:lnTo>
                  <a:pt x="2782" y="11130"/>
                </a:lnTo>
                <a:lnTo>
                  <a:pt x="1565" y="14086"/>
                </a:lnTo>
                <a:lnTo>
                  <a:pt x="696" y="17390"/>
                </a:lnTo>
                <a:lnTo>
                  <a:pt x="174" y="21042"/>
                </a:lnTo>
                <a:lnTo>
                  <a:pt x="0" y="25041"/>
                </a:lnTo>
                <a:lnTo>
                  <a:pt x="0" y="136634"/>
                </a:lnTo>
                <a:lnTo>
                  <a:pt x="174" y="140633"/>
                </a:lnTo>
                <a:lnTo>
                  <a:pt x="696" y="144285"/>
                </a:lnTo>
                <a:lnTo>
                  <a:pt x="1565" y="147589"/>
                </a:lnTo>
                <a:lnTo>
                  <a:pt x="2782" y="150545"/>
                </a:lnTo>
                <a:lnTo>
                  <a:pt x="4347" y="153153"/>
                </a:lnTo>
                <a:lnTo>
                  <a:pt x="6260" y="155414"/>
                </a:lnTo>
                <a:lnTo>
                  <a:pt x="8521" y="157327"/>
                </a:lnTo>
                <a:lnTo>
                  <a:pt x="11129" y="158892"/>
                </a:lnTo>
                <a:lnTo>
                  <a:pt x="14085" y="160109"/>
                </a:lnTo>
                <a:lnTo>
                  <a:pt x="17389" y="160979"/>
                </a:lnTo>
                <a:lnTo>
                  <a:pt x="21041" y="161500"/>
                </a:lnTo>
                <a:lnTo>
                  <a:pt x="25041" y="161674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740308" y="2297982"/>
            <a:ext cx="764995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Acquire · 4.5 s</a:t>
            </a:r>
          </a:p>
        </p:txBody>
      </p:sp>
      <p:sp>
        <p:nvSpPr>
          <p:cNvPr id="135" name="Editable path 105"/>
          <p:cNvSpPr/>
          <p:nvPr/>
        </p:nvSpPr>
        <p:spPr>
          <a:xfrm>
            <a:off x="2869249" y="2954133"/>
            <a:ext cx="406224" cy="281958"/>
          </a:xfrm>
          <a:custGeom>
            <a:avLst/>
            <a:gdLst/>
            <a:ahLst/>
            <a:cxnLst/>
            <a:rect l="l" t="t" r="r" b="b"/>
            <a:pathLst>
              <a:path w="406224" h="281958">
                <a:moveTo>
                  <a:pt x="0" y="0"/>
                </a:moveTo>
                <a:lnTo>
                  <a:pt x="406224" y="0"/>
                </a:lnTo>
                <a:lnTo>
                  <a:pt x="406224" y="281958"/>
                </a:lnTo>
                <a:lnTo>
                  <a:pt x="0" y="281958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900426" y="2972556"/>
            <a:ext cx="376528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Dining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993006" y="3081393"/>
            <a:ext cx="283116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table</a:t>
            </a:r>
          </a:p>
        </p:txBody>
      </p:sp>
      <p:pic>
        <p:nvPicPr>
          <p:cNvPr id="138" name="Picture 1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7846" y="2251392"/>
            <a:ext cx="1608542" cy="988104"/>
          </a:xfrm>
          <a:prstGeom prst="rect">
            <a:avLst/>
          </a:prstGeom>
        </p:spPr>
      </p:pic>
      <p:sp>
        <p:nvSpPr>
          <p:cNvPr id="139" name="Editable path 106"/>
          <p:cNvSpPr/>
          <p:nvPr/>
        </p:nvSpPr>
        <p:spPr>
          <a:xfrm>
            <a:off x="3519105" y="2290578"/>
            <a:ext cx="570295" cy="161123"/>
          </a:xfrm>
          <a:custGeom>
            <a:avLst/>
            <a:gdLst/>
            <a:ahLst/>
            <a:cxnLst/>
            <a:rect l="l" t="t" r="r" b="b"/>
            <a:pathLst>
              <a:path w="570295" h="161123">
                <a:moveTo>
                  <a:pt x="25041" y="161123"/>
                </a:moveTo>
                <a:lnTo>
                  <a:pt x="545254" y="161123"/>
                </a:lnTo>
                <a:lnTo>
                  <a:pt x="549254" y="160949"/>
                </a:lnTo>
                <a:lnTo>
                  <a:pt x="552906" y="160428"/>
                </a:lnTo>
                <a:lnTo>
                  <a:pt x="556210" y="159558"/>
                </a:lnTo>
                <a:lnTo>
                  <a:pt x="559166" y="158341"/>
                </a:lnTo>
                <a:lnTo>
                  <a:pt x="561774" y="156776"/>
                </a:lnTo>
                <a:lnTo>
                  <a:pt x="564035" y="154863"/>
                </a:lnTo>
                <a:lnTo>
                  <a:pt x="565948" y="152602"/>
                </a:lnTo>
                <a:lnTo>
                  <a:pt x="567513" y="149994"/>
                </a:lnTo>
                <a:lnTo>
                  <a:pt x="568730" y="147038"/>
                </a:lnTo>
                <a:lnTo>
                  <a:pt x="569599" y="143734"/>
                </a:lnTo>
                <a:lnTo>
                  <a:pt x="570121" y="140082"/>
                </a:lnTo>
                <a:lnTo>
                  <a:pt x="570295" y="136082"/>
                </a:lnTo>
                <a:lnTo>
                  <a:pt x="570295" y="25041"/>
                </a:lnTo>
                <a:lnTo>
                  <a:pt x="570121" y="21042"/>
                </a:lnTo>
                <a:lnTo>
                  <a:pt x="569599" y="17390"/>
                </a:lnTo>
                <a:lnTo>
                  <a:pt x="568730" y="14086"/>
                </a:lnTo>
                <a:lnTo>
                  <a:pt x="567513" y="11130"/>
                </a:lnTo>
                <a:lnTo>
                  <a:pt x="565948" y="8521"/>
                </a:lnTo>
                <a:lnTo>
                  <a:pt x="564035" y="6260"/>
                </a:lnTo>
                <a:lnTo>
                  <a:pt x="561774" y="4348"/>
                </a:lnTo>
                <a:lnTo>
                  <a:pt x="559166" y="2783"/>
                </a:lnTo>
                <a:lnTo>
                  <a:pt x="556210" y="1565"/>
                </a:lnTo>
                <a:lnTo>
                  <a:pt x="552906" y="696"/>
                </a:lnTo>
                <a:lnTo>
                  <a:pt x="549254" y="174"/>
                </a:lnTo>
                <a:lnTo>
                  <a:pt x="545254" y="0"/>
                </a:lnTo>
                <a:lnTo>
                  <a:pt x="25041" y="0"/>
                </a:lnTo>
                <a:lnTo>
                  <a:pt x="21041" y="174"/>
                </a:lnTo>
                <a:lnTo>
                  <a:pt x="17389" y="696"/>
                </a:lnTo>
                <a:lnTo>
                  <a:pt x="14085" y="1565"/>
                </a:lnTo>
                <a:lnTo>
                  <a:pt x="11129" y="2783"/>
                </a:lnTo>
                <a:lnTo>
                  <a:pt x="8521" y="4348"/>
                </a:lnTo>
                <a:lnTo>
                  <a:pt x="6260" y="6260"/>
                </a:lnTo>
                <a:lnTo>
                  <a:pt x="4347" y="8521"/>
                </a:lnTo>
                <a:lnTo>
                  <a:pt x="2782" y="11130"/>
                </a:lnTo>
                <a:lnTo>
                  <a:pt x="1565" y="14086"/>
                </a:lnTo>
                <a:lnTo>
                  <a:pt x="696" y="17390"/>
                </a:lnTo>
                <a:lnTo>
                  <a:pt x="174" y="21042"/>
                </a:lnTo>
                <a:lnTo>
                  <a:pt x="0" y="25041"/>
                </a:lnTo>
                <a:lnTo>
                  <a:pt x="0" y="136082"/>
                </a:lnTo>
                <a:lnTo>
                  <a:pt x="174" y="140082"/>
                </a:lnTo>
                <a:lnTo>
                  <a:pt x="696" y="143734"/>
                </a:lnTo>
                <a:lnTo>
                  <a:pt x="1565" y="147038"/>
                </a:lnTo>
                <a:lnTo>
                  <a:pt x="2782" y="149994"/>
                </a:lnTo>
                <a:lnTo>
                  <a:pt x="4347" y="152602"/>
                </a:lnTo>
                <a:lnTo>
                  <a:pt x="6260" y="154863"/>
                </a:lnTo>
                <a:lnTo>
                  <a:pt x="8521" y="156776"/>
                </a:lnTo>
                <a:lnTo>
                  <a:pt x="11129" y="158341"/>
                </a:lnTo>
                <a:lnTo>
                  <a:pt x="14085" y="159558"/>
                </a:lnTo>
                <a:lnTo>
                  <a:pt x="17389" y="160428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544145" y="2297431"/>
            <a:ext cx="549519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Lift · 8.9 s</a:t>
            </a:r>
          </a:p>
        </p:txBody>
      </p:sp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1683" y="2251392"/>
            <a:ext cx="1608542" cy="988104"/>
          </a:xfrm>
          <a:prstGeom prst="rect">
            <a:avLst/>
          </a:prstGeom>
        </p:spPr>
      </p:pic>
      <p:sp>
        <p:nvSpPr>
          <p:cNvPr id="142" name="Editable path 107"/>
          <p:cNvSpPr/>
          <p:nvPr/>
        </p:nvSpPr>
        <p:spPr>
          <a:xfrm>
            <a:off x="5322942" y="2290578"/>
            <a:ext cx="911961" cy="161950"/>
          </a:xfrm>
          <a:custGeom>
            <a:avLst/>
            <a:gdLst/>
            <a:ahLst/>
            <a:cxnLst/>
            <a:rect l="l" t="t" r="r" b="b"/>
            <a:pathLst>
              <a:path w="911961" h="161950">
                <a:moveTo>
                  <a:pt x="25041" y="161950"/>
                </a:moveTo>
                <a:lnTo>
                  <a:pt x="886920" y="161950"/>
                </a:lnTo>
                <a:lnTo>
                  <a:pt x="890919" y="161776"/>
                </a:lnTo>
                <a:lnTo>
                  <a:pt x="894571" y="161254"/>
                </a:lnTo>
                <a:lnTo>
                  <a:pt x="897875" y="160385"/>
                </a:lnTo>
                <a:lnTo>
                  <a:pt x="900832" y="159168"/>
                </a:lnTo>
                <a:lnTo>
                  <a:pt x="903440" y="157602"/>
                </a:lnTo>
                <a:lnTo>
                  <a:pt x="905701" y="155690"/>
                </a:lnTo>
                <a:lnTo>
                  <a:pt x="907614" y="153429"/>
                </a:lnTo>
                <a:lnTo>
                  <a:pt x="909179" y="150821"/>
                </a:lnTo>
                <a:lnTo>
                  <a:pt x="910396" y="147864"/>
                </a:lnTo>
                <a:lnTo>
                  <a:pt x="911265" y="144560"/>
                </a:lnTo>
                <a:lnTo>
                  <a:pt x="911787" y="140909"/>
                </a:lnTo>
                <a:lnTo>
                  <a:pt x="911961" y="136909"/>
                </a:lnTo>
                <a:lnTo>
                  <a:pt x="911961" y="25041"/>
                </a:lnTo>
                <a:lnTo>
                  <a:pt x="911787" y="21042"/>
                </a:lnTo>
                <a:lnTo>
                  <a:pt x="911265" y="17390"/>
                </a:lnTo>
                <a:lnTo>
                  <a:pt x="910396" y="14086"/>
                </a:lnTo>
                <a:lnTo>
                  <a:pt x="909179" y="11130"/>
                </a:lnTo>
                <a:lnTo>
                  <a:pt x="907614" y="8521"/>
                </a:lnTo>
                <a:lnTo>
                  <a:pt x="905701" y="6260"/>
                </a:lnTo>
                <a:lnTo>
                  <a:pt x="903440" y="4348"/>
                </a:lnTo>
                <a:lnTo>
                  <a:pt x="900832" y="2783"/>
                </a:lnTo>
                <a:lnTo>
                  <a:pt x="897875" y="1565"/>
                </a:lnTo>
                <a:lnTo>
                  <a:pt x="894571" y="696"/>
                </a:lnTo>
                <a:lnTo>
                  <a:pt x="890919" y="174"/>
                </a:lnTo>
                <a:lnTo>
                  <a:pt x="886920" y="0"/>
                </a:lnTo>
                <a:lnTo>
                  <a:pt x="25041" y="0"/>
                </a:lnTo>
                <a:lnTo>
                  <a:pt x="21041" y="174"/>
                </a:lnTo>
                <a:lnTo>
                  <a:pt x="17389" y="696"/>
                </a:lnTo>
                <a:lnTo>
                  <a:pt x="14085" y="1565"/>
                </a:lnTo>
                <a:lnTo>
                  <a:pt x="11129" y="2783"/>
                </a:lnTo>
                <a:lnTo>
                  <a:pt x="8521" y="4348"/>
                </a:lnTo>
                <a:lnTo>
                  <a:pt x="6260" y="6260"/>
                </a:lnTo>
                <a:lnTo>
                  <a:pt x="4347" y="8521"/>
                </a:lnTo>
                <a:lnTo>
                  <a:pt x="2782" y="11130"/>
                </a:lnTo>
                <a:lnTo>
                  <a:pt x="1565" y="14086"/>
                </a:lnTo>
                <a:lnTo>
                  <a:pt x="696" y="17390"/>
                </a:lnTo>
                <a:lnTo>
                  <a:pt x="174" y="21042"/>
                </a:lnTo>
                <a:lnTo>
                  <a:pt x="0" y="25041"/>
                </a:lnTo>
                <a:lnTo>
                  <a:pt x="0" y="136909"/>
                </a:lnTo>
                <a:lnTo>
                  <a:pt x="174" y="140909"/>
                </a:lnTo>
                <a:lnTo>
                  <a:pt x="696" y="144560"/>
                </a:lnTo>
                <a:lnTo>
                  <a:pt x="1565" y="147864"/>
                </a:lnTo>
                <a:lnTo>
                  <a:pt x="2782" y="150821"/>
                </a:lnTo>
                <a:lnTo>
                  <a:pt x="4347" y="153429"/>
                </a:lnTo>
                <a:lnTo>
                  <a:pt x="6260" y="155690"/>
                </a:lnTo>
                <a:lnTo>
                  <a:pt x="8521" y="157602"/>
                </a:lnTo>
                <a:lnTo>
                  <a:pt x="11129" y="159168"/>
                </a:lnTo>
                <a:lnTo>
                  <a:pt x="14085" y="160385"/>
                </a:lnTo>
                <a:lnTo>
                  <a:pt x="17389" y="161254"/>
                </a:lnTo>
                <a:lnTo>
                  <a:pt x="21041" y="161776"/>
                </a:lnTo>
                <a:lnTo>
                  <a:pt x="25041" y="161950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347982" y="2297982"/>
            <a:ext cx="890199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Doorway · 54.2 s</a:t>
            </a:r>
          </a:p>
        </p:txBody>
      </p:sp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95520" y="2251392"/>
            <a:ext cx="1608542" cy="988104"/>
          </a:xfrm>
          <a:prstGeom prst="rect">
            <a:avLst/>
          </a:prstGeom>
        </p:spPr>
      </p:pic>
      <p:sp>
        <p:nvSpPr>
          <p:cNvPr id="145" name="Editable path 108"/>
          <p:cNvSpPr/>
          <p:nvPr/>
        </p:nvSpPr>
        <p:spPr>
          <a:xfrm>
            <a:off x="7126779" y="2290578"/>
            <a:ext cx="688776" cy="161123"/>
          </a:xfrm>
          <a:custGeom>
            <a:avLst/>
            <a:gdLst/>
            <a:ahLst/>
            <a:cxnLst/>
            <a:rect l="l" t="t" r="r" b="b"/>
            <a:pathLst>
              <a:path w="688776" h="161123">
                <a:moveTo>
                  <a:pt x="25041" y="161123"/>
                </a:moveTo>
                <a:lnTo>
                  <a:pt x="663735" y="161123"/>
                </a:lnTo>
                <a:lnTo>
                  <a:pt x="667735" y="160949"/>
                </a:lnTo>
                <a:lnTo>
                  <a:pt x="671387" y="160428"/>
                </a:lnTo>
                <a:lnTo>
                  <a:pt x="674691" y="159558"/>
                </a:lnTo>
                <a:lnTo>
                  <a:pt x="677647" y="158341"/>
                </a:lnTo>
                <a:lnTo>
                  <a:pt x="680255" y="156776"/>
                </a:lnTo>
                <a:lnTo>
                  <a:pt x="682516" y="154863"/>
                </a:lnTo>
                <a:lnTo>
                  <a:pt x="684429" y="152602"/>
                </a:lnTo>
                <a:lnTo>
                  <a:pt x="685994" y="149994"/>
                </a:lnTo>
                <a:lnTo>
                  <a:pt x="687211" y="147038"/>
                </a:lnTo>
                <a:lnTo>
                  <a:pt x="688081" y="143734"/>
                </a:lnTo>
                <a:lnTo>
                  <a:pt x="688602" y="140082"/>
                </a:lnTo>
                <a:lnTo>
                  <a:pt x="688776" y="136082"/>
                </a:lnTo>
                <a:lnTo>
                  <a:pt x="688776" y="25041"/>
                </a:lnTo>
                <a:lnTo>
                  <a:pt x="688602" y="21042"/>
                </a:lnTo>
                <a:lnTo>
                  <a:pt x="688081" y="17390"/>
                </a:lnTo>
                <a:lnTo>
                  <a:pt x="687211" y="14086"/>
                </a:lnTo>
                <a:lnTo>
                  <a:pt x="685994" y="11130"/>
                </a:lnTo>
                <a:lnTo>
                  <a:pt x="684429" y="8521"/>
                </a:lnTo>
                <a:lnTo>
                  <a:pt x="682516" y="6260"/>
                </a:lnTo>
                <a:lnTo>
                  <a:pt x="680255" y="4348"/>
                </a:lnTo>
                <a:lnTo>
                  <a:pt x="677647" y="2783"/>
                </a:lnTo>
                <a:lnTo>
                  <a:pt x="674691" y="1565"/>
                </a:lnTo>
                <a:lnTo>
                  <a:pt x="671387" y="696"/>
                </a:lnTo>
                <a:lnTo>
                  <a:pt x="667735" y="174"/>
                </a:lnTo>
                <a:lnTo>
                  <a:pt x="663735" y="0"/>
                </a:lnTo>
                <a:lnTo>
                  <a:pt x="25041" y="0"/>
                </a:lnTo>
                <a:lnTo>
                  <a:pt x="21041" y="174"/>
                </a:lnTo>
                <a:lnTo>
                  <a:pt x="17390" y="696"/>
                </a:lnTo>
                <a:lnTo>
                  <a:pt x="14086" y="1565"/>
                </a:lnTo>
                <a:lnTo>
                  <a:pt x="11129" y="2783"/>
                </a:lnTo>
                <a:lnTo>
                  <a:pt x="8521" y="4348"/>
                </a:lnTo>
                <a:lnTo>
                  <a:pt x="6260" y="6260"/>
                </a:lnTo>
                <a:lnTo>
                  <a:pt x="4348" y="8521"/>
                </a:lnTo>
                <a:lnTo>
                  <a:pt x="2783" y="11130"/>
                </a:lnTo>
                <a:lnTo>
                  <a:pt x="1565" y="14086"/>
                </a:lnTo>
                <a:lnTo>
                  <a:pt x="696" y="17390"/>
                </a:lnTo>
                <a:lnTo>
                  <a:pt x="174" y="21042"/>
                </a:lnTo>
                <a:lnTo>
                  <a:pt x="0" y="25041"/>
                </a:lnTo>
                <a:lnTo>
                  <a:pt x="0" y="136082"/>
                </a:lnTo>
                <a:lnTo>
                  <a:pt x="174" y="140082"/>
                </a:lnTo>
                <a:lnTo>
                  <a:pt x="696" y="143734"/>
                </a:lnTo>
                <a:lnTo>
                  <a:pt x="1565" y="147038"/>
                </a:lnTo>
                <a:lnTo>
                  <a:pt x="2783" y="149994"/>
                </a:lnTo>
                <a:lnTo>
                  <a:pt x="4348" y="152602"/>
                </a:lnTo>
                <a:lnTo>
                  <a:pt x="6260" y="154863"/>
                </a:lnTo>
                <a:lnTo>
                  <a:pt x="8521" y="156776"/>
                </a:lnTo>
                <a:lnTo>
                  <a:pt x="11129" y="158341"/>
                </a:lnTo>
                <a:lnTo>
                  <a:pt x="14086" y="159558"/>
                </a:lnTo>
                <a:lnTo>
                  <a:pt x="17390" y="160428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151819" y="2297431"/>
            <a:ext cx="667712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Goal · 96.1 s</a:t>
            </a:r>
          </a:p>
        </p:txBody>
      </p:sp>
      <p:sp>
        <p:nvSpPr>
          <p:cNvPr id="147" name="Editable path 109"/>
          <p:cNvSpPr/>
          <p:nvPr/>
        </p:nvSpPr>
        <p:spPr>
          <a:xfrm>
            <a:off x="8956950" y="2251392"/>
            <a:ext cx="1543914" cy="988105"/>
          </a:xfrm>
          <a:custGeom>
            <a:avLst/>
            <a:gdLst/>
            <a:ahLst/>
            <a:cxnLst/>
            <a:rect l="l" t="t" r="r" b="b"/>
            <a:pathLst>
              <a:path w="1543914" h="988105">
                <a:moveTo>
                  <a:pt x="0" y="0"/>
                </a:moveTo>
                <a:lnTo>
                  <a:pt x="1543914" y="0"/>
                </a:lnTo>
                <a:lnTo>
                  <a:pt x="1543914" y="988105"/>
                </a:lnTo>
                <a:lnTo>
                  <a:pt x="0" y="988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path 110"/>
          <p:cNvSpPr/>
          <p:nvPr/>
        </p:nvSpPr>
        <p:spPr>
          <a:xfrm>
            <a:off x="9719643" y="2834220"/>
            <a:ext cx="18528" cy="575108"/>
          </a:xfrm>
          <a:custGeom>
            <a:avLst/>
            <a:gdLst/>
            <a:ahLst/>
            <a:cxnLst/>
            <a:rect l="l" t="t" r="r" b="b"/>
            <a:pathLst>
              <a:path w="18528" h="575108">
                <a:moveTo>
                  <a:pt x="0" y="0"/>
                </a:moveTo>
                <a:lnTo>
                  <a:pt x="18528" y="0"/>
                </a:lnTo>
                <a:lnTo>
                  <a:pt x="18528" y="575108"/>
                </a:lnTo>
                <a:lnTo>
                  <a:pt x="0" y="575108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path 111"/>
          <p:cNvSpPr/>
          <p:nvPr/>
        </p:nvSpPr>
        <p:spPr>
          <a:xfrm>
            <a:off x="9719643" y="2081562"/>
            <a:ext cx="18528" cy="575108"/>
          </a:xfrm>
          <a:custGeom>
            <a:avLst/>
            <a:gdLst/>
            <a:ahLst/>
            <a:cxnLst/>
            <a:rect l="l" t="t" r="r" b="b"/>
            <a:pathLst>
              <a:path w="18528" h="575108">
                <a:moveTo>
                  <a:pt x="0" y="0"/>
                </a:moveTo>
                <a:lnTo>
                  <a:pt x="18528" y="0"/>
                </a:lnTo>
                <a:lnTo>
                  <a:pt x="18528" y="575108"/>
                </a:lnTo>
                <a:lnTo>
                  <a:pt x="0" y="575108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path 112"/>
          <p:cNvSpPr/>
          <p:nvPr/>
        </p:nvSpPr>
        <p:spPr>
          <a:xfrm>
            <a:off x="9719643" y="2656670"/>
            <a:ext cx="18528" cy="177550"/>
          </a:xfrm>
          <a:custGeom>
            <a:avLst/>
            <a:gdLst/>
            <a:ahLst/>
            <a:cxnLst/>
            <a:rect l="l" t="t" r="r" b="b"/>
            <a:pathLst>
              <a:path w="18528" h="177550">
                <a:moveTo>
                  <a:pt x="0" y="0"/>
                </a:moveTo>
                <a:lnTo>
                  <a:pt x="18528" y="0"/>
                </a:lnTo>
                <a:lnTo>
                  <a:pt x="18528" y="177550"/>
                </a:lnTo>
                <a:lnTo>
                  <a:pt x="0" y="17755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path 113"/>
          <p:cNvSpPr/>
          <p:nvPr/>
        </p:nvSpPr>
        <p:spPr>
          <a:xfrm>
            <a:off x="9716555" y="2828044"/>
            <a:ext cx="24703" cy="6176"/>
          </a:xfrm>
          <a:custGeom>
            <a:avLst/>
            <a:gdLst/>
            <a:ahLst/>
            <a:cxnLst/>
            <a:rect l="l" t="t" r="r" b="b"/>
            <a:pathLst>
              <a:path w="24703" h="6176">
                <a:moveTo>
                  <a:pt x="0" y="0"/>
                </a:moveTo>
                <a:lnTo>
                  <a:pt x="24703" y="0"/>
                </a:lnTo>
                <a:lnTo>
                  <a:pt x="24703" y="6176"/>
                </a:lnTo>
                <a:lnTo>
                  <a:pt x="0" y="617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path 114"/>
          <p:cNvSpPr/>
          <p:nvPr/>
        </p:nvSpPr>
        <p:spPr>
          <a:xfrm>
            <a:off x="9716555" y="2656670"/>
            <a:ext cx="24703" cy="6175"/>
          </a:xfrm>
          <a:custGeom>
            <a:avLst/>
            <a:gdLst/>
            <a:ahLst/>
            <a:cxnLst/>
            <a:rect l="l" t="t" r="r" b="b"/>
            <a:pathLst>
              <a:path w="24703" h="6175">
                <a:moveTo>
                  <a:pt x="0" y="0"/>
                </a:moveTo>
                <a:lnTo>
                  <a:pt x="24703" y="0"/>
                </a:lnTo>
                <a:lnTo>
                  <a:pt x="24703" y="6175"/>
                </a:lnTo>
                <a:lnTo>
                  <a:pt x="0" y="617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path 115"/>
          <p:cNvSpPr/>
          <p:nvPr/>
        </p:nvSpPr>
        <p:spPr>
          <a:xfrm>
            <a:off x="8669782" y="2081562"/>
            <a:ext cx="18527" cy="1327766"/>
          </a:xfrm>
          <a:custGeom>
            <a:avLst/>
            <a:gdLst/>
            <a:ahLst/>
            <a:cxnLst/>
            <a:rect l="l" t="t" r="r" b="b"/>
            <a:pathLst>
              <a:path w="18527" h="1327766">
                <a:moveTo>
                  <a:pt x="0" y="0"/>
                </a:moveTo>
                <a:lnTo>
                  <a:pt x="18527" y="0"/>
                </a:lnTo>
                <a:lnTo>
                  <a:pt x="18527" y="1327766"/>
                </a:lnTo>
                <a:lnTo>
                  <a:pt x="0" y="132776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path 116"/>
          <p:cNvSpPr/>
          <p:nvPr/>
        </p:nvSpPr>
        <p:spPr>
          <a:xfrm>
            <a:off x="8679045" y="3400064"/>
            <a:ext cx="1049862" cy="18527"/>
          </a:xfrm>
          <a:custGeom>
            <a:avLst/>
            <a:gdLst/>
            <a:ahLst/>
            <a:cxnLst/>
            <a:rect l="l" t="t" r="r" b="b"/>
            <a:pathLst>
              <a:path w="1049862" h="18527">
                <a:moveTo>
                  <a:pt x="0" y="0"/>
                </a:moveTo>
                <a:lnTo>
                  <a:pt x="1049862" y="0"/>
                </a:lnTo>
                <a:lnTo>
                  <a:pt x="1049862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path 117"/>
          <p:cNvSpPr/>
          <p:nvPr/>
        </p:nvSpPr>
        <p:spPr>
          <a:xfrm>
            <a:off x="8679045" y="2072299"/>
            <a:ext cx="1049862" cy="18526"/>
          </a:xfrm>
          <a:custGeom>
            <a:avLst/>
            <a:gdLst/>
            <a:ahLst/>
            <a:cxnLst/>
            <a:rect l="l" t="t" r="r" b="b"/>
            <a:pathLst>
              <a:path w="1049862" h="18526">
                <a:moveTo>
                  <a:pt x="0" y="0"/>
                </a:moveTo>
                <a:lnTo>
                  <a:pt x="1049862" y="0"/>
                </a:lnTo>
                <a:lnTo>
                  <a:pt x="1049862" y="18526"/>
                </a:lnTo>
                <a:lnTo>
                  <a:pt x="0" y="1852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path 118"/>
          <p:cNvSpPr/>
          <p:nvPr/>
        </p:nvSpPr>
        <p:spPr>
          <a:xfrm>
            <a:off x="10769505" y="2081562"/>
            <a:ext cx="18526" cy="1327766"/>
          </a:xfrm>
          <a:custGeom>
            <a:avLst/>
            <a:gdLst/>
            <a:ahLst/>
            <a:cxnLst/>
            <a:rect l="l" t="t" r="r" b="b"/>
            <a:pathLst>
              <a:path w="18526" h="1327766">
                <a:moveTo>
                  <a:pt x="0" y="0"/>
                </a:moveTo>
                <a:lnTo>
                  <a:pt x="18526" y="0"/>
                </a:lnTo>
                <a:lnTo>
                  <a:pt x="18526" y="1327766"/>
                </a:lnTo>
                <a:lnTo>
                  <a:pt x="0" y="132776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path 119"/>
          <p:cNvSpPr/>
          <p:nvPr/>
        </p:nvSpPr>
        <p:spPr>
          <a:xfrm>
            <a:off x="9728907" y="3400064"/>
            <a:ext cx="1049862" cy="18527"/>
          </a:xfrm>
          <a:custGeom>
            <a:avLst/>
            <a:gdLst/>
            <a:ahLst/>
            <a:cxnLst/>
            <a:rect l="l" t="t" r="r" b="b"/>
            <a:pathLst>
              <a:path w="1049862" h="18527">
                <a:moveTo>
                  <a:pt x="0" y="0"/>
                </a:moveTo>
                <a:lnTo>
                  <a:pt x="1049862" y="0"/>
                </a:lnTo>
                <a:lnTo>
                  <a:pt x="1049862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path 120"/>
          <p:cNvSpPr/>
          <p:nvPr/>
        </p:nvSpPr>
        <p:spPr>
          <a:xfrm>
            <a:off x="9728907" y="2072299"/>
            <a:ext cx="1049862" cy="18526"/>
          </a:xfrm>
          <a:custGeom>
            <a:avLst/>
            <a:gdLst/>
            <a:ahLst/>
            <a:cxnLst/>
            <a:rect l="l" t="t" r="r" b="b"/>
            <a:pathLst>
              <a:path w="1049862" h="18526">
                <a:moveTo>
                  <a:pt x="0" y="0"/>
                </a:moveTo>
                <a:lnTo>
                  <a:pt x="1049862" y="0"/>
                </a:lnTo>
                <a:lnTo>
                  <a:pt x="1049862" y="18526"/>
                </a:lnTo>
                <a:lnTo>
                  <a:pt x="0" y="1852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path 121"/>
          <p:cNvSpPr/>
          <p:nvPr/>
        </p:nvSpPr>
        <p:spPr>
          <a:xfrm>
            <a:off x="8763035" y="3308973"/>
            <a:ext cx="881883" cy="92635"/>
          </a:xfrm>
          <a:custGeom>
            <a:avLst/>
            <a:gdLst/>
            <a:ahLst/>
            <a:cxnLst/>
            <a:rect l="l" t="t" r="r" b="b"/>
            <a:pathLst>
              <a:path w="881883" h="92635">
                <a:moveTo>
                  <a:pt x="0" y="0"/>
                </a:moveTo>
                <a:lnTo>
                  <a:pt x="881883" y="0"/>
                </a:lnTo>
                <a:lnTo>
                  <a:pt x="881883" y="92635"/>
                </a:lnTo>
                <a:lnTo>
                  <a:pt x="0" y="926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path 122"/>
          <p:cNvSpPr/>
          <p:nvPr/>
        </p:nvSpPr>
        <p:spPr>
          <a:xfrm>
            <a:off x="8902295" y="3254936"/>
            <a:ext cx="15439" cy="15439"/>
          </a:xfrm>
          <a:custGeom>
            <a:avLst/>
            <a:gdLst/>
            <a:ahLst/>
            <a:cxnLst/>
            <a:rect l="l" t="t" r="r" b="b"/>
            <a:pathLst>
              <a:path w="15439" h="15439">
                <a:moveTo>
                  <a:pt x="0" y="0"/>
                </a:moveTo>
                <a:lnTo>
                  <a:pt x="15439" y="0"/>
                </a:lnTo>
                <a:lnTo>
                  <a:pt x="15439" y="15439"/>
                </a:lnTo>
                <a:lnTo>
                  <a:pt x="0" y="154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path 123"/>
          <p:cNvSpPr/>
          <p:nvPr/>
        </p:nvSpPr>
        <p:spPr>
          <a:xfrm>
            <a:off x="8876049" y="3148406"/>
            <a:ext cx="67932" cy="67932"/>
          </a:xfrm>
          <a:custGeom>
            <a:avLst/>
            <a:gdLst/>
            <a:ahLst/>
            <a:cxnLst/>
            <a:rect l="l" t="t" r="r" b="b"/>
            <a:pathLst>
              <a:path w="67932" h="67932">
                <a:moveTo>
                  <a:pt x="0" y="0"/>
                </a:moveTo>
                <a:lnTo>
                  <a:pt x="67932" y="0"/>
                </a:lnTo>
                <a:lnTo>
                  <a:pt x="67932" y="67932"/>
                </a:lnTo>
                <a:lnTo>
                  <a:pt x="0" y="6793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path 124"/>
          <p:cNvSpPr/>
          <p:nvPr/>
        </p:nvSpPr>
        <p:spPr>
          <a:xfrm>
            <a:off x="9196256" y="3254936"/>
            <a:ext cx="15440" cy="15439"/>
          </a:xfrm>
          <a:custGeom>
            <a:avLst/>
            <a:gdLst/>
            <a:ahLst/>
            <a:cxnLst/>
            <a:rect l="l" t="t" r="r" b="b"/>
            <a:pathLst>
              <a:path w="15440" h="15439">
                <a:moveTo>
                  <a:pt x="0" y="0"/>
                </a:moveTo>
                <a:lnTo>
                  <a:pt x="15440" y="0"/>
                </a:lnTo>
                <a:lnTo>
                  <a:pt x="15440" y="15439"/>
                </a:lnTo>
                <a:lnTo>
                  <a:pt x="0" y="154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path 125"/>
          <p:cNvSpPr/>
          <p:nvPr/>
        </p:nvSpPr>
        <p:spPr>
          <a:xfrm>
            <a:off x="9170010" y="3148406"/>
            <a:ext cx="67932" cy="67932"/>
          </a:xfrm>
          <a:custGeom>
            <a:avLst/>
            <a:gdLst/>
            <a:ahLst/>
            <a:cxnLst/>
            <a:rect l="l" t="t" r="r" b="b"/>
            <a:pathLst>
              <a:path w="67932" h="67932">
                <a:moveTo>
                  <a:pt x="0" y="0"/>
                </a:moveTo>
                <a:lnTo>
                  <a:pt x="67932" y="0"/>
                </a:lnTo>
                <a:lnTo>
                  <a:pt x="67932" y="67932"/>
                </a:lnTo>
                <a:lnTo>
                  <a:pt x="0" y="6793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path 126"/>
          <p:cNvSpPr/>
          <p:nvPr/>
        </p:nvSpPr>
        <p:spPr>
          <a:xfrm>
            <a:off x="9490218" y="3254936"/>
            <a:ext cx="15439" cy="15439"/>
          </a:xfrm>
          <a:custGeom>
            <a:avLst/>
            <a:gdLst/>
            <a:ahLst/>
            <a:cxnLst/>
            <a:rect l="l" t="t" r="r" b="b"/>
            <a:pathLst>
              <a:path w="15439" h="15439">
                <a:moveTo>
                  <a:pt x="0" y="0"/>
                </a:moveTo>
                <a:lnTo>
                  <a:pt x="15439" y="0"/>
                </a:lnTo>
                <a:lnTo>
                  <a:pt x="15439" y="15439"/>
                </a:lnTo>
                <a:lnTo>
                  <a:pt x="0" y="154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path 127"/>
          <p:cNvSpPr/>
          <p:nvPr/>
        </p:nvSpPr>
        <p:spPr>
          <a:xfrm>
            <a:off x="9463971" y="3148406"/>
            <a:ext cx="67932" cy="67932"/>
          </a:xfrm>
          <a:custGeom>
            <a:avLst/>
            <a:gdLst/>
            <a:ahLst/>
            <a:cxnLst/>
            <a:rect l="l" t="t" r="r" b="b"/>
            <a:pathLst>
              <a:path w="67932" h="67932">
                <a:moveTo>
                  <a:pt x="0" y="0"/>
                </a:moveTo>
                <a:lnTo>
                  <a:pt x="67932" y="0"/>
                </a:lnTo>
                <a:lnTo>
                  <a:pt x="67932" y="67932"/>
                </a:lnTo>
                <a:lnTo>
                  <a:pt x="0" y="6793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path 128"/>
          <p:cNvSpPr/>
          <p:nvPr/>
        </p:nvSpPr>
        <p:spPr>
          <a:xfrm>
            <a:off x="8763035" y="2089281"/>
            <a:ext cx="881883" cy="92635"/>
          </a:xfrm>
          <a:custGeom>
            <a:avLst/>
            <a:gdLst/>
            <a:ahLst/>
            <a:cxnLst/>
            <a:rect l="l" t="t" r="r" b="b"/>
            <a:pathLst>
              <a:path w="881883" h="92635">
                <a:moveTo>
                  <a:pt x="0" y="0"/>
                </a:moveTo>
                <a:lnTo>
                  <a:pt x="881883" y="0"/>
                </a:lnTo>
                <a:lnTo>
                  <a:pt x="881883" y="92635"/>
                </a:lnTo>
                <a:lnTo>
                  <a:pt x="0" y="926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path 129"/>
          <p:cNvSpPr/>
          <p:nvPr/>
        </p:nvSpPr>
        <p:spPr>
          <a:xfrm>
            <a:off x="8902295" y="2220514"/>
            <a:ext cx="15439" cy="15439"/>
          </a:xfrm>
          <a:custGeom>
            <a:avLst/>
            <a:gdLst/>
            <a:ahLst/>
            <a:cxnLst/>
            <a:rect l="l" t="t" r="r" b="b"/>
            <a:pathLst>
              <a:path w="15439" h="15439">
                <a:moveTo>
                  <a:pt x="0" y="0"/>
                </a:moveTo>
                <a:lnTo>
                  <a:pt x="15439" y="0"/>
                </a:lnTo>
                <a:lnTo>
                  <a:pt x="15439" y="15439"/>
                </a:lnTo>
                <a:lnTo>
                  <a:pt x="0" y="154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path 130"/>
          <p:cNvSpPr/>
          <p:nvPr/>
        </p:nvSpPr>
        <p:spPr>
          <a:xfrm>
            <a:off x="8876049" y="2274551"/>
            <a:ext cx="67932" cy="67932"/>
          </a:xfrm>
          <a:custGeom>
            <a:avLst/>
            <a:gdLst/>
            <a:ahLst/>
            <a:cxnLst/>
            <a:rect l="l" t="t" r="r" b="b"/>
            <a:pathLst>
              <a:path w="67932" h="67932">
                <a:moveTo>
                  <a:pt x="0" y="0"/>
                </a:moveTo>
                <a:lnTo>
                  <a:pt x="67932" y="0"/>
                </a:lnTo>
                <a:lnTo>
                  <a:pt x="67932" y="67932"/>
                </a:lnTo>
                <a:lnTo>
                  <a:pt x="0" y="6793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path 131"/>
          <p:cNvSpPr/>
          <p:nvPr/>
        </p:nvSpPr>
        <p:spPr>
          <a:xfrm>
            <a:off x="9196256" y="2220514"/>
            <a:ext cx="15440" cy="15439"/>
          </a:xfrm>
          <a:custGeom>
            <a:avLst/>
            <a:gdLst/>
            <a:ahLst/>
            <a:cxnLst/>
            <a:rect l="l" t="t" r="r" b="b"/>
            <a:pathLst>
              <a:path w="15440" h="15439">
                <a:moveTo>
                  <a:pt x="0" y="0"/>
                </a:moveTo>
                <a:lnTo>
                  <a:pt x="15440" y="0"/>
                </a:lnTo>
                <a:lnTo>
                  <a:pt x="15440" y="15439"/>
                </a:lnTo>
                <a:lnTo>
                  <a:pt x="0" y="154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path 132"/>
          <p:cNvSpPr/>
          <p:nvPr/>
        </p:nvSpPr>
        <p:spPr>
          <a:xfrm>
            <a:off x="9170010" y="2274551"/>
            <a:ext cx="67932" cy="67932"/>
          </a:xfrm>
          <a:custGeom>
            <a:avLst/>
            <a:gdLst/>
            <a:ahLst/>
            <a:cxnLst/>
            <a:rect l="l" t="t" r="r" b="b"/>
            <a:pathLst>
              <a:path w="67932" h="67932">
                <a:moveTo>
                  <a:pt x="0" y="0"/>
                </a:moveTo>
                <a:lnTo>
                  <a:pt x="67932" y="0"/>
                </a:lnTo>
                <a:lnTo>
                  <a:pt x="67932" y="67932"/>
                </a:lnTo>
                <a:lnTo>
                  <a:pt x="0" y="6793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path 133"/>
          <p:cNvSpPr/>
          <p:nvPr/>
        </p:nvSpPr>
        <p:spPr>
          <a:xfrm>
            <a:off x="9490218" y="2220514"/>
            <a:ext cx="15439" cy="15439"/>
          </a:xfrm>
          <a:custGeom>
            <a:avLst/>
            <a:gdLst/>
            <a:ahLst/>
            <a:cxnLst/>
            <a:rect l="l" t="t" r="r" b="b"/>
            <a:pathLst>
              <a:path w="15439" h="15439">
                <a:moveTo>
                  <a:pt x="0" y="0"/>
                </a:moveTo>
                <a:lnTo>
                  <a:pt x="15439" y="0"/>
                </a:lnTo>
                <a:lnTo>
                  <a:pt x="15439" y="15439"/>
                </a:lnTo>
                <a:lnTo>
                  <a:pt x="0" y="1543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path 134"/>
          <p:cNvSpPr/>
          <p:nvPr/>
        </p:nvSpPr>
        <p:spPr>
          <a:xfrm>
            <a:off x="9463971" y="2274551"/>
            <a:ext cx="67932" cy="67932"/>
          </a:xfrm>
          <a:custGeom>
            <a:avLst/>
            <a:gdLst/>
            <a:ahLst/>
            <a:cxnLst/>
            <a:rect l="l" t="t" r="r" b="b"/>
            <a:pathLst>
              <a:path w="67932" h="67932">
                <a:moveTo>
                  <a:pt x="0" y="0"/>
                </a:moveTo>
                <a:lnTo>
                  <a:pt x="67932" y="0"/>
                </a:lnTo>
                <a:lnTo>
                  <a:pt x="67932" y="67932"/>
                </a:lnTo>
                <a:lnTo>
                  <a:pt x="0" y="67932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path 135"/>
          <p:cNvSpPr/>
          <p:nvPr/>
        </p:nvSpPr>
        <p:spPr>
          <a:xfrm>
            <a:off x="8703748" y="2347115"/>
            <a:ext cx="104986" cy="796660"/>
          </a:xfrm>
          <a:custGeom>
            <a:avLst/>
            <a:gdLst/>
            <a:ahLst/>
            <a:cxnLst/>
            <a:rect l="l" t="t" r="r" b="b"/>
            <a:pathLst>
              <a:path w="104986" h="796660">
                <a:moveTo>
                  <a:pt x="0" y="0"/>
                </a:moveTo>
                <a:lnTo>
                  <a:pt x="104986" y="0"/>
                </a:lnTo>
                <a:lnTo>
                  <a:pt x="104986" y="796660"/>
                </a:lnTo>
                <a:lnTo>
                  <a:pt x="0" y="79666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path 136"/>
          <p:cNvSpPr/>
          <p:nvPr/>
        </p:nvSpPr>
        <p:spPr>
          <a:xfrm>
            <a:off x="8691397" y="2333837"/>
            <a:ext cx="129689" cy="823215"/>
          </a:xfrm>
          <a:custGeom>
            <a:avLst/>
            <a:gdLst/>
            <a:ahLst/>
            <a:cxnLst/>
            <a:rect l="l" t="t" r="r" b="b"/>
            <a:pathLst>
              <a:path w="129689" h="823215">
                <a:moveTo>
                  <a:pt x="0" y="0"/>
                </a:moveTo>
                <a:lnTo>
                  <a:pt x="129689" y="0"/>
                </a:lnTo>
                <a:lnTo>
                  <a:pt x="129689" y="823215"/>
                </a:lnTo>
                <a:lnTo>
                  <a:pt x="0" y="82321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path 137"/>
          <p:cNvSpPr/>
          <p:nvPr/>
        </p:nvSpPr>
        <p:spPr>
          <a:xfrm>
            <a:off x="9111342" y="3239497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path 138"/>
          <p:cNvSpPr/>
          <p:nvPr/>
        </p:nvSpPr>
        <p:spPr>
          <a:xfrm>
            <a:off x="9728907" y="3239497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path 139"/>
          <p:cNvSpPr/>
          <p:nvPr/>
        </p:nvSpPr>
        <p:spPr>
          <a:xfrm>
            <a:off x="10346472" y="3239497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path 140"/>
          <p:cNvSpPr/>
          <p:nvPr/>
        </p:nvSpPr>
        <p:spPr>
          <a:xfrm>
            <a:off x="8956950" y="3054227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path 141"/>
          <p:cNvSpPr/>
          <p:nvPr/>
        </p:nvSpPr>
        <p:spPr>
          <a:xfrm>
            <a:off x="8930499" y="3054227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771789" y="2999658"/>
            <a:ext cx="169545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181" name="Editable path 142"/>
          <p:cNvSpPr/>
          <p:nvPr/>
        </p:nvSpPr>
        <p:spPr>
          <a:xfrm>
            <a:off x="8956950" y="2745445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path 143"/>
          <p:cNvSpPr/>
          <p:nvPr/>
        </p:nvSpPr>
        <p:spPr>
          <a:xfrm>
            <a:off x="8930499" y="2745445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853348" y="2690875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84" name="Editable path 144"/>
          <p:cNvSpPr/>
          <p:nvPr/>
        </p:nvSpPr>
        <p:spPr>
          <a:xfrm>
            <a:off x="8956950" y="2436662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path 145"/>
          <p:cNvSpPr/>
          <p:nvPr/>
        </p:nvSpPr>
        <p:spPr>
          <a:xfrm>
            <a:off x="8930499" y="2436662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853348" y="2382092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87" name="Editable path 146"/>
          <p:cNvSpPr/>
          <p:nvPr/>
        </p:nvSpPr>
        <p:spPr>
          <a:xfrm>
            <a:off x="8956950" y="2251392"/>
            <a:ext cx="0" cy="988105"/>
          </a:xfrm>
          <a:custGeom>
            <a:avLst/>
            <a:gdLst/>
            <a:ahLst/>
            <a:cxnLst/>
            <a:rect l="l" t="t" r="r" b="b"/>
            <a:pathLst>
              <a:path w="0" h="988105">
                <a:moveTo>
                  <a:pt x="0" y="988105"/>
                </a:moveTo>
                <a:lnTo>
                  <a:pt x="0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path 147"/>
          <p:cNvSpPr/>
          <p:nvPr/>
        </p:nvSpPr>
        <p:spPr>
          <a:xfrm>
            <a:off x="8956950" y="3239497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path 148"/>
          <p:cNvSpPr/>
          <p:nvPr/>
        </p:nvSpPr>
        <p:spPr>
          <a:xfrm>
            <a:off x="9132500" y="2698313"/>
            <a:ext cx="1202055" cy="344904"/>
          </a:xfrm>
          <a:custGeom>
            <a:avLst/>
            <a:gdLst/>
            <a:ahLst/>
            <a:cxnLst/>
            <a:rect l="l" t="t" r="r" b="b"/>
            <a:pathLst>
              <a:path w="1202055" h="344904">
                <a:moveTo>
                  <a:pt x="0" y="344904"/>
                </a:moveTo>
                <a:lnTo>
                  <a:pt x="3039" y="341838"/>
                </a:lnTo>
                <a:lnTo>
                  <a:pt x="12607" y="332192"/>
                </a:lnTo>
                <a:lnTo>
                  <a:pt x="20640" y="315819"/>
                </a:lnTo>
                <a:lnTo>
                  <a:pt x="25696" y="291752"/>
                </a:lnTo>
                <a:lnTo>
                  <a:pt x="29355" y="281302"/>
                </a:lnTo>
                <a:lnTo>
                  <a:pt x="62512" y="279834"/>
                </a:lnTo>
                <a:lnTo>
                  <a:pt x="118107" y="274079"/>
                </a:lnTo>
                <a:lnTo>
                  <a:pt x="175276" y="264397"/>
                </a:lnTo>
                <a:lnTo>
                  <a:pt x="233650" y="250485"/>
                </a:lnTo>
                <a:lnTo>
                  <a:pt x="289108" y="233336"/>
                </a:lnTo>
                <a:lnTo>
                  <a:pt x="339565" y="214265"/>
                </a:lnTo>
                <a:lnTo>
                  <a:pt x="392425" y="190142"/>
                </a:lnTo>
                <a:lnTo>
                  <a:pt x="443534" y="162509"/>
                </a:lnTo>
                <a:lnTo>
                  <a:pt x="492650" y="131440"/>
                </a:lnTo>
                <a:lnTo>
                  <a:pt x="535607" y="99762"/>
                </a:lnTo>
                <a:lnTo>
                  <a:pt x="549507" y="84856"/>
                </a:lnTo>
                <a:lnTo>
                  <a:pt x="607744" y="63637"/>
                </a:lnTo>
                <a:lnTo>
                  <a:pt x="678460" y="57190"/>
                </a:lnTo>
                <a:lnTo>
                  <a:pt x="795061" y="56481"/>
                </a:lnTo>
                <a:lnTo>
                  <a:pt x="840890" y="50233"/>
                </a:lnTo>
                <a:lnTo>
                  <a:pt x="903862" y="37345"/>
                </a:lnTo>
                <a:lnTo>
                  <a:pt x="1072837" y="1206"/>
                </a:lnTo>
                <a:lnTo>
                  <a:pt x="1100495" y="0"/>
                </a:lnTo>
                <a:lnTo>
                  <a:pt x="1121478" y="2646"/>
                </a:lnTo>
                <a:lnTo>
                  <a:pt x="1139047" y="8753"/>
                </a:lnTo>
                <a:lnTo>
                  <a:pt x="1154274" y="18590"/>
                </a:lnTo>
                <a:lnTo>
                  <a:pt x="1166817" y="31447"/>
                </a:lnTo>
                <a:lnTo>
                  <a:pt x="1177720" y="48165"/>
                </a:lnTo>
                <a:lnTo>
                  <a:pt x="1188080" y="71822"/>
                </a:lnTo>
                <a:lnTo>
                  <a:pt x="1196128" y="100564"/>
                </a:lnTo>
                <a:lnTo>
                  <a:pt x="1201025" y="132626"/>
                </a:lnTo>
                <a:lnTo>
                  <a:pt x="1202055" y="164953"/>
                </a:lnTo>
                <a:lnTo>
                  <a:pt x="1199190" y="195012"/>
                </a:lnTo>
                <a:lnTo>
                  <a:pt x="1193049" y="221231"/>
                </a:lnTo>
                <a:lnTo>
                  <a:pt x="1183844" y="244534"/>
                </a:lnTo>
                <a:lnTo>
                  <a:pt x="1171261" y="265275"/>
                </a:lnTo>
                <a:lnTo>
                  <a:pt x="1157971" y="280061"/>
                </a:lnTo>
                <a:lnTo>
                  <a:pt x="1142846" y="291246"/>
                </a:lnTo>
                <a:lnTo>
                  <a:pt x="1126035" y="298366"/>
                </a:lnTo>
                <a:lnTo>
                  <a:pt x="1121478" y="299082"/>
                </a:lnTo>
                <a:lnTo>
                  <a:pt x="1121208" y="297740"/>
                </a:lnTo>
                <a:lnTo>
                  <a:pt x="1121132" y="297553"/>
                </a:lnTo>
                <a:lnTo>
                  <a:pt x="1121193" y="297544"/>
                </a:lnTo>
              </a:path>
            </a:pathLst>
          </a:custGeom>
          <a:noFill/>
          <a:ln w="2027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path 149"/>
          <p:cNvSpPr/>
          <p:nvPr/>
        </p:nvSpPr>
        <p:spPr>
          <a:xfrm>
            <a:off x="9223307" y="2457704"/>
            <a:ext cx="1030312" cy="278576"/>
          </a:xfrm>
          <a:custGeom>
            <a:avLst/>
            <a:gdLst/>
            <a:ahLst/>
            <a:cxnLst/>
            <a:rect l="l" t="t" r="r" b="b"/>
            <a:pathLst>
              <a:path w="1030312" h="278576">
                <a:moveTo>
                  <a:pt x="77368" y="12046"/>
                </a:moveTo>
                <a:lnTo>
                  <a:pt x="71271" y="11611"/>
                </a:lnTo>
                <a:lnTo>
                  <a:pt x="24443" y="0"/>
                </a:lnTo>
                <a:lnTo>
                  <a:pt x="17899" y="33321"/>
                </a:lnTo>
                <a:lnTo>
                  <a:pt x="15929" y="26286"/>
                </a:lnTo>
                <a:lnTo>
                  <a:pt x="7906" y="13276"/>
                </a:lnTo>
                <a:lnTo>
                  <a:pt x="3239" y="12684"/>
                </a:lnTo>
                <a:lnTo>
                  <a:pt x="802" y="16201"/>
                </a:lnTo>
                <a:lnTo>
                  <a:pt x="0" y="26578"/>
                </a:lnTo>
                <a:lnTo>
                  <a:pt x="2924" y="42985"/>
                </a:lnTo>
                <a:lnTo>
                  <a:pt x="11458" y="66394"/>
                </a:lnTo>
                <a:lnTo>
                  <a:pt x="23995" y="90602"/>
                </a:lnTo>
                <a:lnTo>
                  <a:pt x="32873" y="100498"/>
                </a:lnTo>
                <a:lnTo>
                  <a:pt x="69961" y="139847"/>
                </a:lnTo>
                <a:lnTo>
                  <a:pt x="118580" y="185445"/>
                </a:lnTo>
                <a:lnTo>
                  <a:pt x="156235" y="216034"/>
                </a:lnTo>
                <a:lnTo>
                  <a:pt x="186350" y="235488"/>
                </a:lnTo>
                <a:lnTo>
                  <a:pt x="212794" y="248205"/>
                </a:lnTo>
                <a:lnTo>
                  <a:pt x="243305" y="258287"/>
                </a:lnTo>
                <a:lnTo>
                  <a:pt x="277651" y="265344"/>
                </a:lnTo>
                <a:lnTo>
                  <a:pt x="326028" y="270992"/>
                </a:lnTo>
                <a:lnTo>
                  <a:pt x="414693" y="277034"/>
                </a:lnTo>
                <a:lnTo>
                  <a:pt x="481079" y="278576"/>
                </a:lnTo>
                <a:lnTo>
                  <a:pt x="515716" y="275529"/>
                </a:lnTo>
                <a:lnTo>
                  <a:pt x="538042" y="269974"/>
                </a:lnTo>
                <a:lnTo>
                  <a:pt x="556947" y="261227"/>
                </a:lnTo>
                <a:lnTo>
                  <a:pt x="572944" y="249713"/>
                </a:lnTo>
                <a:lnTo>
                  <a:pt x="592865" y="229788"/>
                </a:lnTo>
                <a:lnTo>
                  <a:pt x="654771" y="163760"/>
                </a:lnTo>
                <a:lnTo>
                  <a:pt x="686596" y="137534"/>
                </a:lnTo>
                <a:lnTo>
                  <a:pt x="722374" y="113263"/>
                </a:lnTo>
                <a:lnTo>
                  <a:pt x="760339" y="92230"/>
                </a:lnTo>
                <a:lnTo>
                  <a:pt x="799897" y="74611"/>
                </a:lnTo>
                <a:lnTo>
                  <a:pt x="842851" y="59693"/>
                </a:lnTo>
                <a:lnTo>
                  <a:pt x="886977" y="48423"/>
                </a:lnTo>
                <a:lnTo>
                  <a:pt x="934023" y="40516"/>
                </a:lnTo>
                <a:lnTo>
                  <a:pt x="981494" y="36562"/>
                </a:lnTo>
                <a:lnTo>
                  <a:pt x="1029293" y="36495"/>
                </a:lnTo>
                <a:lnTo>
                  <a:pt x="1030264" y="38120"/>
                </a:lnTo>
                <a:lnTo>
                  <a:pt x="1030312" y="38070"/>
                </a:lnTo>
              </a:path>
            </a:pathLst>
          </a:custGeom>
          <a:noFill/>
          <a:ln w="2027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path 150"/>
          <p:cNvSpPr/>
          <p:nvPr/>
        </p:nvSpPr>
        <p:spPr>
          <a:xfrm>
            <a:off x="9200611" y="2662506"/>
            <a:ext cx="1053526" cy="83026"/>
          </a:xfrm>
          <a:custGeom>
            <a:avLst/>
            <a:gdLst/>
            <a:ahLst/>
            <a:cxnLst/>
            <a:rect l="l" t="t" r="r" b="b"/>
            <a:pathLst>
              <a:path w="1053526" h="83026">
                <a:moveTo>
                  <a:pt x="52" y="72276"/>
                </a:moveTo>
                <a:lnTo>
                  <a:pt x="0" y="72583"/>
                </a:lnTo>
                <a:lnTo>
                  <a:pt x="3260" y="71293"/>
                </a:lnTo>
                <a:lnTo>
                  <a:pt x="100489" y="45398"/>
                </a:lnTo>
                <a:lnTo>
                  <a:pt x="271456" y="0"/>
                </a:lnTo>
                <a:lnTo>
                  <a:pt x="341435" y="19409"/>
                </a:lnTo>
                <a:lnTo>
                  <a:pt x="463773" y="63753"/>
                </a:lnTo>
                <a:lnTo>
                  <a:pt x="496310" y="68817"/>
                </a:lnTo>
                <a:lnTo>
                  <a:pt x="534469" y="70602"/>
                </a:lnTo>
                <a:lnTo>
                  <a:pt x="586525" y="68673"/>
                </a:lnTo>
                <a:lnTo>
                  <a:pt x="719881" y="57900"/>
                </a:lnTo>
                <a:lnTo>
                  <a:pt x="815176" y="51926"/>
                </a:lnTo>
                <a:lnTo>
                  <a:pt x="857949" y="52988"/>
                </a:lnTo>
                <a:lnTo>
                  <a:pt x="900904" y="58714"/>
                </a:lnTo>
                <a:lnTo>
                  <a:pt x="1053526" y="83026"/>
                </a:lnTo>
                <a:lnTo>
                  <a:pt x="1053081" y="82935"/>
                </a:lnTo>
              </a:path>
            </a:pathLst>
          </a:custGeom>
          <a:noFill/>
          <a:ln w="2909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path 151"/>
          <p:cNvSpPr/>
          <p:nvPr/>
        </p:nvSpPr>
        <p:spPr>
          <a:xfrm>
            <a:off x="9200678" y="2663473"/>
            <a:ext cx="1053160" cy="81972"/>
          </a:xfrm>
          <a:custGeom>
            <a:avLst/>
            <a:gdLst/>
            <a:ahLst/>
            <a:cxnLst/>
            <a:rect l="l" t="t" r="r" b="b"/>
            <a:pathLst>
              <a:path w="1053160" h="81972">
                <a:moveTo>
                  <a:pt x="0" y="71190"/>
                </a:moveTo>
                <a:lnTo>
                  <a:pt x="273582" y="0"/>
                </a:lnTo>
                <a:lnTo>
                  <a:pt x="314815" y="9401"/>
                </a:lnTo>
                <a:lnTo>
                  <a:pt x="354197" y="23418"/>
                </a:lnTo>
                <a:lnTo>
                  <a:pt x="446718" y="58654"/>
                </a:lnTo>
                <a:lnTo>
                  <a:pt x="480267" y="65903"/>
                </a:lnTo>
                <a:lnTo>
                  <a:pt x="518037" y="69363"/>
                </a:lnTo>
                <a:lnTo>
                  <a:pt x="560988" y="69097"/>
                </a:lnTo>
                <a:lnTo>
                  <a:pt x="635384" y="64037"/>
                </a:lnTo>
                <a:lnTo>
                  <a:pt x="816701" y="50918"/>
                </a:lnTo>
                <a:lnTo>
                  <a:pt x="857751" y="52046"/>
                </a:lnTo>
                <a:lnTo>
                  <a:pt x="901811" y="57929"/>
                </a:lnTo>
                <a:lnTo>
                  <a:pt x="1053160" y="81972"/>
                </a:lnTo>
              </a:path>
            </a:pathLst>
          </a:custGeom>
          <a:noFill/>
          <a:ln w="28214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path 152"/>
          <p:cNvSpPr/>
          <p:nvPr/>
        </p:nvSpPr>
        <p:spPr>
          <a:xfrm>
            <a:off x="9168872" y="2702991"/>
            <a:ext cx="63581" cy="63581"/>
          </a:xfrm>
          <a:custGeom>
            <a:avLst/>
            <a:gdLst/>
            <a:ahLst/>
            <a:cxnLst/>
            <a:rect l="l" t="t" r="r" b="b"/>
            <a:pathLst>
              <a:path w="63581" h="63581">
                <a:moveTo>
                  <a:pt x="31791" y="63581"/>
                </a:moveTo>
                <a:lnTo>
                  <a:pt x="33890" y="63512"/>
                </a:lnTo>
                <a:lnTo>
                  <a:pt x="35969" y="63305"/>
                </a:lnTo>
                <a:lnTo>
                  <a:pt x="38022" y="62965"/>
                </a:lnTo>
                <a:lnTo>
                  <a:pt x="40041" y="62492"/>
                </a:lnTo>
                <a:lnTo>
                  <a:pt x="42021" y="61890"/>
                </a:lnTo>
                <a:lnTo>
                  <a:pt x="43956" y="61161"/>
                </a:lnTo>
                <a:lnTo>
                  <a:pt x="45840" y="60308"/>
                </a:lnTo>
                <a:lnTo>
                  <a:pt x="47666" y="59334"/>
                </a:lnTo>
                <a:lnTo>
                  <a:pt x="49428" y="58240"/>
                </a:lnTo>
                <a:lnTo>
                  <a:pt x="51121" y="57030"/>
                </a:lnTo>
                <a:lnTo>
                  <a:pt x="52737" y="55706"/>
                </a:lnTo>
                <a:lnTo>
                  <a:pt x="54270" y="54270"/>
                </a:lnTo>
                <a:lnTo>
                  <a:pt x="55706" y="52736"/>
                </a:lnTo>
                <a:lnTo>
                  <a:pt x="57030" y="51120"/>
                </a:lnTo>
                <a:lnTo>
                  <a:pt x="58240" y="49428"/>
                </a:lnTo>
                <a:lnTo>
                  <a:pt x="59334" y="47666"/>
                </a:lnTo>
                <a:lnTo>
                  <a:pt x="60309" y="45840"/>
                </a:lnTo>
                <a:lnTo>
                  <a:pt x="61161" y="43956"/>
                </a:lnTo>
                <a:lnTo>
                  <a:pt x="61890" y="42021"/>
                </a:lnTo>
                <a:lnTo>
                  <a:pt x="62492" y="40041"/>
                </a:lnTo>
                <a:lnTo>
                  <a:pt x="62965" y="38021"/>
                </a:lnTo>
                <a:lnTo>
                  <a:pt x="63306" y="35969"/>
                </a:lnTo>
                <a:lnTo>
                  <a:pt x="63512" y="33890"/>
                </a:lnTo>
                <a:lnTo>
                  <a:pt x="63581" y="31791"/>
                </a:lnTo>
                <a:lnTo>
                  <a:pt x="63512" y="29691"/>
                </a:lnTo>
                <a:lnTo>
                  <a:pt x="63306" y="27612"/>
                </a:lnTo>
                <a:lnTo>
                  <a:pt x="62965" y="25560"/>
                </a:lnTo>
                <a:lnTo>
                  <a:pt x="62492" y="23540"/>
                </a:lnTo>
                <a:lnTo>
                  <a:pt x="61890" y="21560"/>
                </a:lnTo>
                <a:lnTo>
                  <a:pt x="61161" y="19625"/>
                </a:lnTo>
                <a:lnTo>
                  <a:pt x="60309" y="17741"/>
                </a:lnTo>
                <a:lnTo>
                  <a:pt x="59334" y="15915"/>
                </a:lnTo>
                <a:lnTo>
                  <a:pt x="58240" y="14153"/>
                </a:lnTo>
                <a:lnTo>
                  <a:pt x="57030" y="12461"/>
                </a:lnTo>
                <a:lnTo>
                  <a:pt x="55706" y="10845"/>
                </a:lnTo>
                <a:lnTo>
                  <a:pt x="54270" y="9311"/>
                </a:lnTo>
                <a:lnTo>
                  <a:pt x="52737" y="7875"/>
                </a:lnTo>
                <a:lnTo>
                  <a:pt x="51121" y="6551"/>
                </a:lnTo>
                <a:lnTo>
                  <a:pt x="49428" y="5341"/>
                </a:lnTo>
                <a:lnTo>
                  <a:pt x="47666" y="4247"/>
                </a:lnTo>
                <a:lnTo>
                  <a:pt x="45840" y="3273"/>
                </a:lnTo>
                <a:lnTo>
                  <a:pt x="43956" y="2420"/>
                </a:lnTo>
                <a:lnTo>
                  <a:pt x="42021" y="1691"/>
                </a:lnTo>
                <a:lnTo>
                  <a:pt x="40041" y="1089"/>
                </a:lnTo>
                <a:lnTo>
                  <a:pt x="38022" y="616"/>
                </a:lnTo>
                <a:lnTo>
                  <a:pt x="35969" y="275"/>
                </a:lnTo>
                <a:lnTo>
                  <a:pt x="33890" y="69"/>
                </a:lnTo>
                <a:lnTo>
                  <a:pt x="31791" y="0"/>
                </a:lnTo>
                <a:lnTo>
                  <a:pt x="29691" y="69"/>
                </a:lnTo>
                <a:lnTo>
                  <a:pt x="27612" y="275"/>
                </a:lnTo>
                <a:lnTo>
                  <a:pt x="25560" y="616"/>
                </a:lnTo>
                <a:lnTo>
                  <a:pt x="23541" y="1089"/>
                </a:lnTo>
                <a:lnTo>
                  <a:pt x="21560" y="1691"/>
                </a:lnTo>
                <a:lnTo>
                  <a:pt x="19625" y="2420"/>
                </a:lnTo>
                <a:lnTo>
                  <a:pt x="17742" y="3273"/>
                </a:lnTo>
                <a:lnTo>
                  <a:pt x="15916" y="4247"/>
                </a:lnTo>
                <a:lnTo>
                  <a:pt x="14153" y="5341"/>
                </a:lnTo>
                <a:lnTo>
                  <a:pt x="12461" y="6551"/>
                </a:lnTo>
                <a:lnTo>
                  <a:pt x="10845" y="7875"/>
                </a:lnTo>
                <a:lnTo>
                  <a:pt x="9311" y="9311"/>
                </a:lnTo>
                <a:lnTo>
                  <a:pt x="7876" y="10845"/>
                </a:lnTo>
                <a:lnTo>
                  <a:pt x="6552" y="12461"/>
                </a:lnTo>
                <a:lnTo>
                  <a:pt x="5341" y="14153"/>
                </a:lnTo>
                <a:lnTo>
                  <a:pt x="4248" y="15915"/>
                </a:lnTo>
                <a:lnTo>
                  <a:pt x="3273" y="17741"/>
                </a:lnTo>
                <a:lnTo>
                  <a:pt x="2420" y="19625"/>
                </a:lnTo>
                <a:lnTo>
                  <a:pt x="1691" y="21560"/>
                </a:lnTo>
                <a:lnTo>
                  <a:pt x="1089" y="23540"/>
                </a:lnTo>
                <a:lnTo>
                  <a:pt x="617" y="25560"/>
                </a:lnTo>
                <a:lnTo>
                  <a:pt x="276" y="27612"/>
                </a:lnTo>
                <a:lnTo>
                  <a:pt x="70" y="29691"/>
                </a:lnTo>
                <a:lnTo>
                  <a:pt x="0" y="31791"/>
                </a:lnTo>
                <a:lnTo>
                  <a:pt x="70" y="33890"/>
                </a:lnTo>
                <a:lnTo>
                  <a:pt x="276" y="35969"/>
                </a:lnTo>
                <a:lnTo>
                  <a:pt x="617" y="38021"/>
                </a:lnTo>
                <a:lnTo>
                  <a:pt x="1089" y="40041"/>
                </a:lnTo>
                <a:lnTo>
                  <a:pt x="1691" y="42021"/>
                </a:lnTo>
                <a:lnTo>
                  <a:pt x="2420" y="43956"/>
                </a:lnTo>
                <a:lnTo>
                  <a:pt x="3273" y="45840"/>
                </a:lnTo>
                <a:lnTo>
                  <a:pt x="4248" y="47666"/>
                </a:lnTo>
                <a:lnTo>
                  <a:pt x="5341" y="49428"/>
                </a:lnTo>
                <a:lnTo>
                  <a:pt x="6552" y="51120"/>
                </a:lnTo>
                <a:lnTo>
                  <a:pt x="7876" y="52736"/>
                </a:lnTo>
                <a:lnTo>
                  <a:pt x="9311" y="54270"/>
                </a:lnTo>
                <a:lnTo>
                  <a:pt x="10845" y="55706"/>
                </a:lnTo>
                <a:lnTo>
                  <a:pt x="12461" y="57030"/>
                </a:lnTo>
                <a:lnTo>
                  <a:pt x="14153" y="58240"/>
                </a:lnTo>
                <a:lnTo>
                  <a:pt x="15916" y="59334"/>
                </a:lnTo>
                <a:lnTo>
                  <a:pt x="17742" y="60308"/>
                </a:lnTo>
                <a:lnTo>
                  <a:pt x="19625" y="61161"/>
                </a:lnTo>
                <a:lnTo>
                  <a:pt x="21560" y="61890"/>
                </a:lnTo>
                <a:lnTo>
                  <a:pt x="23541" y="62492"/>
                </a:lnTo>
                <a:lnTo>
                  <a:pt x="25560" y="62965"/>
                </a:lnTo>
                <a:lnTo>
                  <a:pt x="27612" y="63305"/>
                </a:lnTo>
                <a:lnTo>
                  <a:pt x="29691" y="63512"/>
                </a:lnTo>
                <a:lnTo>
                  <a:pt x="31791" y="63581"/>
                </a:lnTo>
                <a:close/>
              </a:path>
            </a:pathLst>
          </a:custGeom>
          <a:solidFill>
            <a:srgbClr val="FFFFFF"/>
          </a:solidFill>
          <a:ln w="141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path 153"/>
          <p:cNvSpPr/>
          <p:nvPr/>
        </p:nvSpPr>
        <p:spPr>
          <a:xfrm>
            <a:off x="10216190" y="2706009"/>
            <a:ext cx="75004" cy="71333"/>
          </a:xfrm>
          <a:custGeom>
            <a:avLst/>
            <a:gdLst/>
            <a:ahLst/>
            <a:cxnLst/>
            <a:rect l="l" t="t" r="r" b="b"/>
            <a:pathLst>
              <a:path w="75004" h="71333">
                <a:moveTo>
                  <a:pt x="37502" y="0"/>
                </a:moveTo>
                <a:lnTo>
                  <a:pt x="28649" y="27247"/>
                </a:lnTo>
                <a:lnTo>
                  <a:pt x="0" y="27247"/>
                </a:lnTo>
                <a:lnTo>
                  <a:pt x="23178" y="44086"/>
                </a:lnTo>
                <a:lnTo>
                  <a:pt x="14325" y="71333"/>
                </a:lnTo>
                <a:lnTo>
                  <a:pt x="37502" y="54494"/>
                </a:lnTo>
                <a:lnTo>
                  <a:pt x="60679" y="71333"/>
                </a:lnTo>
                <a:lnTo>
                  <a:pt x="51826" y="44086"/>
                </a:lnTo>
                <a:lnTo>
                  <a:pt x="75004" y="27247"/>
                </a:lnTo>
                <a:lnTo>
                  <a:pt x="46355" y="27247"/>
                </a:lnTo>
                <a:lnTo>
                  <a:pt x="37502" y="0"/>
                </a:lnTo>
                <a:close/>
              </a:path>
            </a:pathLst>
          </a:custGeom>
          <a:solidFill>
            <a:srgbClr val="FF9500"/>
          </a:solidFill>
          <a:ln w="1763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path 154"/>
          <p:cNvSpPr/>
          <p:nvPr/>
        </p:nvSpPr>
        <p:spPr>
          <a:xfrm>
            <a:off x="9419694" y="2916805"/>
            <a:ext cx="40672" cy="15501"/>
          </a:xfrm>
          <a:custGeom>
            <a:avLst/>
            <a:gdLst/>
            <a:ahLst/>
            <a:cxnLst/>
            <a:rect l="l" t="t" r="r" b="b"/>
            <a:pathLst>
              <a:path w="40672" h="15501">
                <a:moveTo>
                  <a:pt x="0" y="15501"/>
                </a:moveTo>
                <a:lnTo>
                  <a:pt x="4726" y="13700"/>
                </a:lnTo>
                <a:lnTo>
                  <a:pt x="9209" y="11991"/>
                </a:lnTo>
                <a:lnTo>
                  <a:pt x="13449" y="10375"/>
                </a:lnTo>
                <a:lnTo>
                  <a:pt x="17446" y="8852"/>
                </a:lnTo>
                <a:lnTo>
                  <a:pt x="21200" y="7421"/>
                </a:lnTo>
                <a:lnTo>
                  <a:pt x="24711" y="6083"/>
                </a:lnTo>
                <a:lnTo>
                  <a:pt x="27979" y="4837"/>
                </a:lnTo>
                <a:lnTo>
                  <a:pt x="31004" y="3684"/>
                </a:lnTo>
                <a:lnTo>
                  <a:pt x="33785" y="2624"/>
                </a:lnTo>
                <a:lnTo>
                  <a:pt x="36324" y="1657"/>
                </a:lnTo>
                <a:lnTo>
                  <a:pt x="38620" y="782"/>
                </a:lnTo>
                <a:lnTo>
                  <a:pt x="40672" y="0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path 155"/>
          <p:cNvSpPr/>
          <p:nvPr/>
        </p:nvSpPr>
        <p:spPr>
          <a:xfrm>
            <a:off x="9411713" y="2911947"/>
            <a:ext cx="48653" cy="40866"/>
          </a:xfrm>
          <a:custGeom>
            <a:avLst/>
            <a:gdLst/>
            <a:ahLst/>
            <a:cxnLst/>
            <a:rect l="l" t="t" r="r" b="b"/>
            <a:pathLst>
              <a:path w="48653" h="40866">
                <a:moveTo>
                  <a:pt x="0" y="0"/>
                </a:moveTo>
                <a:lnTo>
                  <a:pt x="48653" y="4858"/>
                </a:lnTo>
                <a:lnTo>
                  <a:pt x="15575" y="40866"/>
                </a:lnTo>
                <a:lnTo>
                  <a:pt x="0" y="0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path 156"/>
          <p:cNvSpPr/>
          <p:nvPr/>
        </p:nvSpPr>
        <p:spPr>
          <a:xfrm>
            <a:off x="10152068" y="2701926"/>
            <a:ext cx="41655" cy="6905"/>
          </a:xfrm>
          <a:custGeom>
            <a:avLst/>
            <a:gdLst/>
            <a:ahLst/>
            <a:cxnLst/>
            <a:rect l="l" t="t" r="r" b="b"/>
            <a:pathLst>
              <a:path w="41655" h="6905">
                <a:moveTo>
                  <a:pt x="0" y="6905"/>
                </a:moveTo>
                <a:lnTo>
                  <a:pt x="4883" y="6095"/>
                </a:lnTo>
                <a:lnTo>
                  <a:pt x="9509" y="5328"/>
                </a:lnTo>
                <a:lnTo>
                  <a:pt x="13878" y="4604"/>
                </a:lnTo>
                <a:lnTo>
                  <a:pt x="17991" y="3922"/>
                </a:lnTo>
                <a:lnTo>
                  <a:pt x="21847" y="3283"/>
                </a:lnTo>
                <a:lnTo>
                  <a:pt x="25447" y="2687"/>
                </a:lnTo>
                <a:lnTo>
                  <a:pt x="28790" y="2132"/>
                </a:lnTo>
                <a:lnTo>
                  <a:pt x="31876" y="1621"/>
                </a:lnTo>
                <a:lnTo>
                  <a:pt x="34706" y="1152"/>
                </a:lnTo>
                <a:lnTo>
                  <a:pt x="37279" y="725"/>
                </a:lnTo>
                <a:lnTo>
                  <a:pt x="39595" y="341"/>
                </a:lnTo>
                <a:lnTo>
                  <a:pt x="41655" y="0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path 157"/>
          <p:cNvSpPr/>
          <p:nvPr/>
        </p:nvSpPr>
        <p:spPr>
          <a:xfrm>
            <a:off x="10147003" y="2687505"/>
            <a:ext cx="46720" cy="43145"/>
          </a:xfrm>
          <a:custGeom>
            <a:avLst/>
            <a:gdLst/>
            <a:ahLst/>
            <a:cxnLst/>
            <a:rect l="l" t="t" r="r" b="b"/>
            <a:pathLst>
              <a:path w="46720" h="43145">
                <a:moveTo>
                  <a:pt x="0" y="0"/>
                </a:moveTo>
                <a:lnTo>
                  <a:pt x="46720" y="14421"/>
                </a:lnTo>
                <a:lnTo>
                  <a:pt x="7152" y="43145"/>
                </a:lnTo>
                <a:lnTo>
                  <a:pt x="0" y="0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path 158"/>
          <p:cNvSpPr/>
          <p:nvPr/>
        </p:nvSpPr>
        <p:spPr>
          <a:xfrm>
            <a:off x="9301641" y="2605789"/>
            <a:ext cx="32355" cy="29799"/>
          </a:xfrm>
          <a:custGeom>
            <a:avLst/>
            <a:gdLst/>
            <a:ahLst/>
            <a:cxnLst/>
            <a:rect l="l" t="t" r="r" b="b"/>
            <a:pathLst>
              <a:path w="32355" h="29799">
                <a:moveTo>
                  <a:pt x="0" y="0"/>
                </a:moveTo>
                <a:lnTo>
                  <a:pt x="3749" y="3453"/>
                </a:lnTo>
                <a:lnTo>
                  <a:pt x="7306" y="6729"/>
                </a:lnTo>
                <a:lnTo>
                  <a:pt x="10672" y="9829"/>
                </a:lnTo>
                <a:lnTo>
                  <a:pt x="13847" y="12753"/>
                </a:lnTo>
                <a:lnTo>
                  <a:pt x="16830" y="15500"/>
                </a:lnTo>
                <a:lnTo>
                  <a:pt x="19622" y="18072"/>
                </a:lnTo>
                <a:lnTo>
                  <a:pt x="22223" y="20467"/>
                </a:lnTo>
                <a:lnTo>
                  <a:pt x="24632" y="22686"/>
                </a:lnTo>
                <a:lnTo>
                  <a:pt x="26850" y="24728"/>
                </a:lnTo>
                <a:lnTo>
                  <a:pt x="28876" y="26595"/>
                </a:lnTo>
                <a:lnTo>
                  <a:pt x="30711" y="28285"/>
                </a:lnTo>
                <a:lnTo>
                  <a:pt x="32355" y="29799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path 159"/>
          <p:cNvSpPr/>
          <p:nvPr/>
        </p:nvSpPr>
        <p:spPr>
          <a:xfrm>
            <a:off x="9287013" y="2589876"/>
            <a:ext cx="46983" cy="45712"/>
          </a:xfrm>
          <a:custGeom>
            <a:avLst/>
            <a:gdLst/>
            <a:ahLst/>
            <a:cxnLst/>
            <a:rect l="l" t="t" r="r" b="b"/>
            <a:pathLst>
              <a:path w="46983" h="45712">
                <a:moveTo>
                  <a:pt x="29628" y="0"/>
                </a:moveTo>
                <a:lnTo>
                  <a:pt x="46983" y="45712"/>
                </a:lnTo>
                <a:lnTo>
                  <a:pt x="0" y="32169"/>
                </a:lnTo>
                <a:lnTo>
                  <a:pt x="29628" y="0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path 160"/>
          <p:cNvSpPr/>
          <p:nvPr/>
        </p:nvSpPr>
        <p:spPr>
          <a:xfrm>
            <a:off x="9884250" y="2589973"/>
            <a:ext cx="34361" cy="26005"/>
          </a:xfrm>
          <a:custGeom>
            <a:avLst/>
            <a:gdLst/>
            <a:ahLst/>
            <a:cxnLst/>
            <a:rect l="l" t="t" r="r" b="b"/>
            <a:pathLst>
              <a:path w="34361" h="26005">
                <a:moveTo>
                  <a:pt x="0" y="26005"/>
                </a:moveTo>
                <a:lnTo>
                  <a:pt x="4004" y="22975"/>
                </a:lnTo>
                <a:lnTo>
                  <a:pt x="7801" y="20101"/>
                </a:lnTo>
                <a:lnTo>
                  <a:pt x="11391" y="17385"/>
                </a:lnTo>
                <a:lnTo>
                  <a:pt x="14772" y="14825"/>
                </a:lnTo>
                <a:lnTo>
                  <a:pt x="17947" y="12422"/>
                </a:lnTo>
                <a:lnTo>
                  <a:pt x="20914" y="10177"/>
                </a:lnTo>
                <a:lnTo>
                  <a:pt x="23674" y="8088"/>
                </a:lnTo>
                <a:lnTo>
                  <a:pt x="26226" y="6157"/>
                </a:lnTo>
                <a:lnTo>
                  <a:pt x="28571" y="4382"/>
                </a:lnTo>
                <a:lnTo>
                  <a:pt x="30708" y="2765"/>
                </a:lnTo>
                <a:lnTo>
                  <a:pt x="32638" y="1304"/>
                </a:lnTo>
                <a:lnTo>
                  <a:pt x="34361" y="0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path 161"/>
          <p:cNvSpPr/>
          <p:nvPr/>
        </p:nvSpPr>
        <p:spPr>
          <a:xfrm>
            <a:off x="9870543" y="2589973"/>
            <a:ext cx="48068" cy="43828"/>
          </a:xfrm>
          <a:custGeom>
            <a:avLst/>
            <a:gdLst/>
            <a:ahLst/>
            <a:cxnLst/>
            <a:rect l="l" t="t" r="r" b="b"/>
            <a:pathLst>
              <a:path w="48068" h="43828">
                <a:moveTo>
                  <a:pt x="0" y="8956"/>
                </a:moveTo>
                <a:lnTo>
                  <a:pt x="48068" y="0"/>
                </a:lnTo>
                <a:lnTo>
                  <a:pt x="26392" y="43828"/>
                </a:lnTo>
                <a:lnTo>
                  <a:pt x="0" y="8956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path 162"/>
          <p:cNvSpPr/>
          <p:nvPr/>
        </p:nvSpPr>
        <p:spPr>
          <a:xfrm>
            <a:off x="9537211" y="2680130"/>
            <a:ext cx="40590" cy="16425"/>
          </a:xfrm>
          <a:custGeom>
            <a:avLst/>
            <a:gdLst/>
            <a:ahLst/>
            <a:cxnLst/>
            <a:rect l="l" t="t" r="r" b="b"/>
            <a:pathLst>
              <a:path w="40590" h="16425">
                <a:moveTo>
                  <a:pt x="0" y="0"/>
                </a:moveTo>
                <a:lnTo>
                  <a:pt x="4708" y="1905"/>
                </a:lnTo>
                <a:lnTo>
                  <a:pt x="9176" y="3713"/>
                </a:lnTo>
                <a:lnTo>
                  <a:pt x="13403" y="5424"/>
                </a:lnTo>
                <a:lnTo>
                  <a:pt x="17388" y="7036"/>
                </a:lnTo>
                <a:lnTo>
                  <a:pt x="21132" y="8551"/>
                </a:lnTo>
                <a:lnTo>
                  <a:pt x="24636" y="9969"/>
                </a:lnTo>
                <a:lnTo>
                  <a:pt x="27898" y="11289"/>
                </a:lnTo>
                <a:lnTo>
                  <a:pt x="30918" y="12511"/>
                </a:lnTo>
                <a:lnTo>
                  <a:pt x="33698" y="13636"/>
                </a:lnTo>
                <a:lnTo>
                  <a:pt x="36237" y="14663"/>
                </a:lnTo>
                <a:lnTo>
                  <a:pt x="38534" y="15593"/>
                </a:lnTo>
                <a:lnTo>
                  <a:pt x="40590" y="16425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path 163"/>
          <p:cNvSpPr/>
          <p:nvPr/>
        </p:nvSpPr>
        <p:spPr>
          <a:xfrm>
            <a:off x="9529059" y="2659881"/>
            <a:ext cx="48742" cy="40539"/>
          </a:xfrm>
          <a:custGeom>
            <a:avLst/>
            <a:gdLst/>
            <a:ahLst/>
            <a:cxnLst/>
            <a:rect l="l" t="t" r="r" b="b"/>
            <a:pathLst>
              <a:path w="48742" h="40539">
                <a:moveTo>
                  <a:pt x="16404" y="0"/>
                </a:moveTo>
                <a:lnTo>
                  <a:pt x="48742" y="36674"/>
                </a:lnTo>
                <a:lnTo>
                  <a:pt x="0" y="40539"/>
                </a:lnTo>
                <a:lnTo>
                  <a:pt x="16404" y="0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path 164"/>
          <p:cNvSpPr/>
          <p:nvPr/>
        </p:nvSpPr>
        <p:spPr>
          <a:xfrm>
            <a:off x="10050991" y="2714943"/>
            <a:ext cx="43140" cy="5623"/>
          </a:xfrm>
          <a:custGeom>
            <a:avLst/>
            <a:gdLst/>
            <a:ahLst/>
            <a:cxnLst/>
            <a:rect l="l" t="t" r="r" b="b"/>
            <a:pathLst>
              <a:path w="43140" h="5623">
                <a:moveTo>
                  <a:pt x="0" y="0"/>
                </a:moveTo>
                <a:lnTo>
                  <a:pt x="5014" y="653"/>
                </a:lnTo>
                <a:lnTo>
                  <a:pt x="9769" y="1273"/>
                </a:lnTo>
                <a:lnTo>
                  <a:pt x="14267" y="1859"/>
                </a:lnTo>
                <a:lnTo>
                  <a:pt x="18507" y="2412"/>
                </a:lnTo>
                <a:lnTo>
                  <a:pt x="22489" y="2931"/>
                </a:lnTo>
                <a:lnTo>
                  <a:pt x="26213" y="3416"/>
                </a:lnTo>
                <a:lnTo>
                  <a:pt x="29679" y="3868"/>
                </a:lnTo>
                <a:lnTo>
                  <a:pt x="32887" y="4286"/>
                </a:lnTo>
                <a:lnTo>
                  <a:pt x="35837" y="4671"/>
                </a:lnTo>
                <a:lnTo>
                  <a:pt x="38529" y="5022"/>
                </a:lnTo>
                <a:lnTo>
                  <a:pt x="40963" y="5339"/>
                </a:lnTo>
                <a:lnTo>
                  <a:pt x="43140" y="5623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path 165"/>
          <p:cNvSpPr/>
          <p:nvPr/>
        </p:nvSpPr>
        <p:spPr>
          <a:xfrm>
            <a:off x="10047938" y="2693230"/>
            <a:ext cx="46193" cy="43366"/>
          </a:xfrm>
          <a:custGeom>
            <a:avLst/>
            <a:gdLst/>
            <a:ahLst/>
            <a:cxnLst/>
            <a:rect l="l" t="t" r="r" b="b"/>
            <a:pathLst>
              <a:path w="46193" h="43366">
                <a:moveTo>
                  <a:pt x="5653" y="0"/>
                </a:moveTo>
                <a:lnTo>
                  <a:pt x="46193" y="27336"/>
                </a:lnTo>
                <a:lnTo>
                  <a:pt x="0" y="43366"/>
                </a:lnTo>
                <a:lnTo>
                  <a:pt x="5653" y="0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path 166"/>
          <p:cNvSpPr/>
          <p:nvPr/>
        </p:nvSpPr>
        <p:spPr>
          <a:xfrm>
            <a:off x="9742174" y="2730983"/>
            <a:ext cx="42826" cy="2119"/>
          </a:xfrm>
          <a:custGeom>
            <a:avLst/>
            <a:gdLst/>
            <a:ahLst/>
            <a:cxnLst/>
            <a:rect l="l" t="t" r="r" b="b"/>
            <a:pathLst>
              <a:path w="42826" h="2119">
                <a:moveTo>
                  <a:pt x="0" y="2119"/>
                </a:moveTo>
                <a:lnTo>
                  <a:pt x="4998" y="1872"/>
                </a:lnTo>
                <a:lnTo>
                  <a:pt x="9736" y="1637"/>
                </a:lnTo>
                <a:lnTo>
                  <a:pt x="14214" y="1416"/>
                </a:lnTo>
                <a:lnTo>
                  <a:pt x="18433" y="1207"/>
                </a:lnTo>
                <a:lnTo>
                  <a:pt x="22391" y="1011"/>
                </a:lnTo>
                <a:lnTo>
                  <a:pt x="26090" y="828"/>
                </a:lnTo>
                <a:lnTo>
                  <a:pt x="29529" y="658"/>
                </a:lnTo>
                <a:lnTo>
                  <a:pt x="32708" y="501"/>
                </a:lnTo>
                <a:lnTo>
                  <a:pt x="35627" y="356"/>
                </a:lnTo>
                <a:lnTo>
                  <a:pt x="38287" y="225"/>
                </a:lnTo>
                <a:lnTo>
                  <a:pt x="40687" y="106"/>
                </a:lnTo>
                <a:lnTo>
                  <a:pt x="42826" y="0"/>
                </a:lnTo>
              </a:path>
            </a:pathLst>
          </a:custGeom>
          <a:noFill/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path 167"/>
          <p:cNvSpPr/>
          <p:nvPr/>
        </p:nvSpPr>
        <p:spPr>
          <a:xfrm>
            <a:off x="9740240" y="2711304"/>
            <a:ext cx="44760" cy="43680"/>
          </a:xfrm>
          <a:custGeom>
            <a:avLst/>
            <a:gdLst/>
            <a:ahLst/>
            <a:cxnLst/>
            <a:rect l="l" t="t" r="r" b="b"/>
            <a:pathLst>
              <a:path w="44760" h="43680">
                <a:moveTo>
                  <a:pt x="0" y="0"/>
                </a:moveTo>
                <a:lnTo>
                  <a:pt x="44760" y="19679"/>
                </a:lnTo>
                <a:lnTo>
                  <a:pt x="2161" y="43680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4009" y="3313604"/>
            <a:ext cx="1608542" cy="988104"/>
          </a:xfrm>
          <a:prstGeom prst="rect">
            <a:avLst/>
          </a:prstGeom>
        </p:spPr>
      </p:pic>
      <p:sp>
        <p:nvSpPr>
          <p:cNvPr id="210" name="Editable path 168"/>
          <p:cNvSpPr/>
          <p:nvPr/>
        </p:nvSpPr>
        <p:spPr>
          <a:xfrm>
            <a:off x="1715268" y="3352791"/>
            <a:ext cx="786591" cy="161123"/>
          </a:xfrm>
          <a:custGeom>
            <a:avLst/>
            <a:gdLst/>
            <a:ahLst/>
            <a:cxnLst/>
            <a:rect l="l" t="t" r="r" b="b"/>
            <a:pathLst>
              <a:path w="786591" h="161123">
                <a:moveTo>
                  <a:pt x="25041" y="161123"/>
                </a:moveTo>
                <a:lnTo>
                  <a:pt x="761551" y="161123"/>
                </a:lnTo>
                <a:lnTo>
                  <a:pt x="765550" y="160949"/>
                </a:lnTo>
                <a:lnTo>
                  <a:pt x="769202" y="160427"/>
                </a:lnTo>
                <a:lnTo>
                  <a:pt x="772506" y="159558"/>
                </a:lnTo>
                <a:lnTo>
                  <a:pt x="775462" y="158340"/>
                </a:lnTo>
                <a:lnTo>
                  <a:pt x="778070" y="156775"/>
                </a:lnTo>
                <a:lnTo>
                  <a:pt x="780331" y="154863"/>
                </a:lnTo>
                <a:lnTo>
                  <a:pt x="782244" y="152602"/>
                </a:lnTo>
                <a:lnTo>
                  <a:pt x="783809" y="149994"/>
                </a:lnTo>
                <a:lnTo>
                  <a:pt x="785026" y="147037"/>
                </a:lnTo>
                <a:lnTo>
                  <a:pt x="785896" y="143733"/>
                </a:lnTo>
                <a:lnTo>
                  <a:pt x="786417" y="140082"/>
                </a:lnTo>
                <a:lnTo>
                  <a:pt x="786591" y="136082"/>
                </a:lnTo>
                <a:lnTo>
                  <a:pt x="786591" y="25041"/>
                </a:lnTo>
                <a:lnTo>
                  <a:pt x="786417" y="21041"/>
                </a:lnTo>
                <a:lnTo>
                  <a:pt x="785896" y="17389"/>
                </a:lnTo>
                <a:lnTo>
                  <a:pt x="785026" y="14085"/>
                </a:lnTo>
                <a:lnTo>
                  <a:pt x="783809" y="11129"/>
                </a:lnTo>
                <a:lnTo>
                  <a:pt x="782244" y="8521"/>
                </a:lnTo>
                <a:lnTo>
                  <a:pt x="780331" y="6260"/>
                </a:lnTo>
                <a:lnTo>
                  <a:pt x="778070" y="4347"/>
                </a:lnTo>
                <a:lnTo>
                  <a:pt x="775462" y="2782"/>
                </a:lnTo>
                <a:lnTo>
                  <a:pt x="772506" y="1565"/>
                </a:lnTo>
                <a:lnTo>
                  <a:pt x="769202" y="696"/>
                </a:lnTo>
                <a:lnTo>
                  <a:pt x="765550" y="174"/>
                </a:lnTo>
                <a:lnTo>
                  <a:pt x="761551" y="0"/>
                </a:lnTo>
                <a:lnTo>
                  <a:pt x="25041" y="0"/>
                </a:lnTo>
                <a:lnTo>
                  <a:pt x="21041" y="174"/>
                </a:lnTo>
                <a:lnTo>
                  <a:pt x="17389" y="696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1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1"/>
                </a:lnTo>
                <a:lnTo>
                  <a:pt x="0" y="136082"/>
                </a:lnTo>
                <a:lnTo>
                  <a:pt x="174" y="140082"/>
                </a:lnTo>
                <a:lnTo>
                  <a:pt x="696" y="143733"/>
                </a:lnTo>
                <a:lnTo>
                  <a:pt x="1565" y="147037"/>
                </a:lnTo>
                <a:lnTo>
                  <a:pt x="2782" y="149994"/>
                </a:lnTo>
                <a:lnTo>
                  <a:pt x="4347" y="152602"/>
                </a:lnTo>
                <a:lnTo>
                  <a:pt x="6260" y="154863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5" y="159558"/>
                </a:lnTo>
                <a:lnTo>
                  <a:pt x="17389" y="160427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740308" y="3359644"/>
            <a:ext cx="764995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Acquire · 3.6 s</a:t>
            </a:r>
          </a:p>
        </p:txBody>
      </p:sp>
      <p:sp>
        <p:nvSpPr>
          <p:cNvPr id="212" name="Editable path 169"/>
          <p:cNvSpPr/>
          <p:nvPr/>
        </p:nvSpPr>
        <p:spPr>
          <a:xfrm>
            <a:off x="2637798" y="4018274"/>
            <a:ext cx="637675" cy="280029"/>
          </a:xfrm>
          <a:custGeom>
            <a:avLst/>
            <a:gdLst/>
            <a:ahLst/>
            <a:cxnLst/>
            <a:rect l="l" t="t" r="r" b="b"/>
            <a:pathLst>
              <a:path w="637675" h="280029">
                <a:moveTo>
                  <a:pt x="0" y="0"/>
                </a:moveTo>
                <a:lnTo>
                  <a:pt x="637675" y="0"/>
                </a:lnTo>
                <a:lnTo>
                  <a:pt x="637675" y="280029"/>
                </a:lnTo>
                <a:lnTo>
                  <a:pt x="0" y="280029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668975" y="4034769"/>
            <a:ext cx="609520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Warehouse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986393" y="4143606"/>
            <a:ext cx="289591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crate</a:t>
            </a:r>
          </a:p>
        </p:txBody>
      </p:sp>
      <p:pic>
        <p:nvPicPr>
          <p:cNvPr id="215" name="Picture 2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87846" y="3313604"/>
            <a:ext cx="1608542" cy="988104"/>
          </a:xfrm>
          <a:prstGeom prst="rect">
            <a:avLst/>
          </a:prstGeom>
        </p:spPr>
      </p:pic>
      <p:sp>
        <p:nvSpPr>
          <p:cNvPr id="216" name="Editable path 170"/>
          <p:cNvSpPr/>
          <p:nvPr/>
        </p:nvSpPr>
        <p:spPr>
          <a:xfrm>
            <a:off x="3519105" y="3352791"/>
            <a:ext cx="570295" cy="161123"/>
          </a:xfrm>
          <a:custGeom>
            <a:avLst/>
            <a:gdLst/>
            <a:ahLst/>
            <a:cxnLst/>
            <a:rect l="l" t="t" r="r" b="b"/>
            <a:pathLst>
              <a:path w="570295" h="161123">
                <a:moveTo>
                  <a:pt x="25041" y="161123"/>
                </a:moveTo>
                <a:lnTo>
                  <a:pt x="545254" y="161123"/>
                </a:lnTo>
                <a:lnTo>
                  <a:pt x="549254" y="160949"/>
                </a:lnTo>
                <a:lnTo>
                  <a:pt x="552906" y="160427"/>
                </a:lnTo>
                <a:lnTo>
                  <a:pt x="556210" y="159558"/>
                </a:lnTo>
                <a:lnTo>
                  <a:pt x="559166" y="158340"/>
                </a:lnTo>
                <a:lnTo>
                  <a:pt x="561774" y="156775"/>
                </a:lnTo>
                <a:lnTo>
                  <a:pt x="564035" y="154863"/>
                </a:lnTo>
                <a:lnTo>
                  <a:pt x="565948" y="152602"/>
                </a:lnTo>
                <a:lnTo>
                  <a:pt x="567513" y="149994"/>
                </a:lnTo>
                <a:lnTo>
                  <a:pt x="568730" y="147037"/>
                </a:lnTo>
                <a:lnTo>
                  <a:pt x="569599" y="143733"/>
                </a:lnTo>
                <a:lnTo>
                  <a:pt x="570121" y="140082"/>
                </a:lnTo>
                <a:lnTo>
                  <a:pt x="570295" y="136082"/>
                </a:lnTo>
                <a:lnTo>
                  <a:pt x="570295" y="25041"/>
                </a:lnTo>
                <a:lnTo>
                  <a:pt x="570121" y="21041"/>
                </a:lnTo>
                <a:lnTo>
                  <a:pt x="569599" y="17389"/>
                </a:lnTo>
                <a:lnTo>
                  <a:pt x="568730" y="14085"/>
                </a:lnTo>
                <a:lnTo>
                  <a:pt x="567513" y="11129"/>
                </a:lnTo>
                <a:lnTo>
                  <a:pt x="565948" y="8521"/>
                </a:lnTo>
                <a:lnTo>
                  <a:pt x="564035" y="6260"/>
                </a:lnTo>
                <a:lnTo>
                  <a:pt x="561774" y="4347"/>
                </a:lnTo>
                <a:lnTo>
                  <a:pt x="559166" y="2782"/>
                </a:lnTo>
                <a:lnTo>
                  <a:pt x="556210" y="1565"/>
                </a:lnTo>
                <a:lnTo>
                  <a:pt x="552906" y="696"/>
                </a:lnTo>
                <a:lnTo>
                  <a:pt x="549254" y="174"/>
                </a:lnTo>
                <a:lnTo>
                  <a:pt x="545254" y="0"/>
                </a:lnTo>
                <a:lnTo>
                  <a:pt x="25041" y="0"/>
                </a:lnTo>
                <a:lnTo>
                  <a:pt x="21041" y="174"/>
                </a:lnTo>
                <a:lnTo>
                  <a:pt x="17389" y="696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1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1"/>
                </a:lnTo>
                <a:lnTo>
                  <a:pt x="0" y="136082"/>
                </a:lnTo>
                <a:lnTo>
                  <a:pt x="174" y="140082"/>
                </a:lnTo>
                <a:lnTo>
                  <a:pt x="696" y="143733"/>
                </a:lnTo>
                <a:lnTo>
                  <a:pt x="1565" y="147037"/>
                </a:lnTo>
                <a:lnTo>
                  <a:pt x="2782" y="149994"/>
                </a:lnTo>
                <a:lnTo>
                  <a:pt x="4347" y="152602"/>
                </a:lnTo>
                <a:lnTo>
                  <a:pt x="6260" y="154863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5" y="159558"/>
                </a:lnTo>
                <a:lnTo>
                  <a:pt x="17389" y="160427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544145" y="3359644"/>
            <a:ext cx="549519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Lift · 9.9 s</a:t>
            </a:r>
          </a:p>
        </p:txBody>
      </p:sp>
      <p:pic>
        <p:nvPicPr>
          <p:cNvPr id="218" name="Picture 2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91683" y="3313604"/>
            <a:ext cx="1608542" cy="988104"/>
          </a:xfrm>
          <a:prstGeom prst="rect">
            <a:avLst/>
          </a:prstGeom>
        </p:spPr>
      </p:pic>
      <p:sp>
        <p:nvSpPr>
          <p:cNvPr id="219" name="Editable path 171"/>
          <p:cNvSpPr/>
          <p:nvPr/>
        </p:nvSpPr>
        <p:spPr>
          <a:xfrm>
            <a:off x="5322942" y="3352791"/>
            <a:ext cx="911961" cy="161949"/>
          </a:xfrm>
          <a:custGeom>
            <a:avLst/>
            <a:gdLst/>
            <a:ahLst/>
            <a:cxnLst/>
            <a:rect l="l" t="t" r="r" b="b"/>
            <a:pathLst>
              <a:path w="911961" h="161949">
                <a:moveTo>
                  <a:pt x="25041" y="161949"/>
                </a:moveTo>
                <a:lnTo>
                  <a:pt x="886920" y="161949"/>
                </a:lnTo>
                <a:lnTo>
                  <a:pt x="890919" y="161775"/>
                </a:lnTo>
                <a:lnTo>
                  <a:pt x="894571" y="161254"/>
                </a:lnTo>
                <a:lnTo>
                  <a:pt x="897875" y="160384"/>
                </a:lnTo>
                <a:lnTo>
                  <a:pt x="900832" y="159167"/>
                </a:lnTo>
                <a:lnTo>
                  <a:pt x="903440" y="157602"/>
                </a:lnTo>
                <a:lnTo>
                  <a:pt x="905701" y="155689"/>
                </a:lnTo>
                <a:lnTo>
                  <a:pt x="907614" y="153429"/>
                </a:lnTo>
                <a:lnTo>
                  <a:pt x="909179" y="150820"/>
                </a:lnTo>
                <a:lnTo>
                  <a:pt x="910396" y="147864"/>
                </a:lnTo>
                <a:lnTo>
                  <a:pt x="911265" y="144560"/>
                </a:lnTo>
                <a:lnTo>
                  <a:pt x="911787" y="140908"/>
                </a:lnTo>
                <a:lnTo>
                  <a:pt x="911961" y="136909"/>
                </a:lnTo>
                <a:lnTo>
                  <a:pt x="911961" y="25041"/>
                </a:lnTo>
                <a:lnTo>
                  <a:pt x="911787" y="21041"/>
                </a:lnTo>
                <a:lnTo>
                  <a:pt x="911265" y="17389"/>
                </a:lnTo>
                <a:lnTo>
                  <a:pt x="910396" y="14085"/>
                </a:lnTo>
                <a:lnTo>
                  <a:pt x="909179" y="11129"/>
                </a:lnTo>
                <a:lnTo>
                  <a:pt x="907614" y="8521"/>
                </a:lnTo>
                <a:lnTo>
                  <a:pt x="905701" y="6260"/>
                </a:lnTo>
                <a:lnTo>
                  <a:pt x="903440" y="4347"/>
                </a:lnTo>
                <a:lnTo>
                  <a:pt x="900832" y="2782"/>
                </a:lnTo>
                <a:lnTo>
                  <a:pt x="897875" y="1565"/>
                </a:lnTo>
                <a:lnTo>
                  <a:pt x="894571" y="696"/>
                </a:lnTo>
                <a:lnTo>
                  <a:pt x="890919" y="174"/>
                </a:lnTo>
                <a:lnTo>
                  <a:pt x="886920" y="0"/>
                </a:lnTo>
                <a:lnTo>
                  <a:pt x="25041" y="0"/>
                </a:lnTo>
                <a:lnTo>
                  <a:pt x="21041" y="174"/>
                </a:lnTo>
                <a:lnTo>
                  <a:pt x="17389" y="696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1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1"/>
                </a:lnTo>
                <a:lnTo>
                  <a:pt x="0" y="136909"/>
                </a:lnTo>
                <a:lnTo>
                  <a:pt x="174" y="140908"/>
                </a:lnTo>
                <a:lnTo>
                  <a:pt x="696" y="144560"/>
                </a:lnTo>
                <a:lnTo>
                  <a:pt x="1565" y="147864"/>
                </a:lnTo>
                <a:lnTo>
                  <a:pt x="2782" y="150820"/>
                </a:lnTo>
                <a:lnTo>
                  <a:pt x="4347" y="153429"/>
                </a:lnTo>
                <a:lnTo>
                  <a:pt x="6260" y="155689"/>
                </a:lnTo>
                <a:lnTo>
                  <a:pt x="8521" y="157602"/>
                </a:lnTo>
                <a:lnTo>
                  <a:pt x="11129" y="159167"/>
                </a:lnTo>
                <a:lnTo>
                  <a:pt x="14085" y="160384"/>
                </a:lnTo>
                <a:lnTo>
                  <a:pt x="17389" y="161254"/>
                </a:lnTo>
                <a:lnTo>
                  <a:pt x="21041" y="161775"/>
                </a:lnTo>
                <a:lnTo>
                  <a:pt x="25041" y="161949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347982" y="3360195"/>
            <a:ext cx="890199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Doorway · 55.2 s</a:t>
            </a:r>
          </a:p>
        </p:txBody>
      </p:sp>
      <p:pic>
        <p:nvPicPr>
          <p:cNvPr id="221" name="Picture 2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520" y="3313604"/>
            <a:ext cx="1608542" cy="988104"/>
          </a:xfrm>
          <a:prstGeom prst="rect">
            <a:avLst/>
          </a:prstGeom>
        </p:spPr>
      </p:pic>
      <p:sp>
        <p:nvSpPr>
          <p:cNvPr id="222" name="Editable path 172"/>
          <p:cNvSpPr/>
          <p:nvPr/>
        </p:nvSpPr>
        <p:spPr>
          <a:xfrm>
            <a:off x="7126779" y="3352791"/>
            <a:ext cx="688776" cy="161123"/>
          </a:xfrm>
          <a:custGeom>
            <a:avLst/>
            <a:gdLst/>
            <a:ahLst/>
            <a:cxnLst/>
            <a:rect l="l" t="t" r="r" b="b"/>
            <a:pathLst>
              <a:path w="688776" h="161123">
                <a:moveTo>
                  <a:pt x="25041" y="161123"/>
                </a:moveTo>
                <a:lnTo>
                  <a:pt x="663735" y="161123"/>
                </a:lnTo>
                <a:lnTo>
                  <a:pt x="667735" y="160949"/>
                </a:lnTo>
                <a:lnTo>
                  <a:pt x="671387" y="160427"/>
                </a:lnTo>
                <a:lnTo>
                  <a:pt x="674691" y="159558"/>
                </a:lnTo>
                <a:lnTo>
                  <a:pt x="677647" y="158340"/>
                </a:lnTo>
                <a:lnTo>
                  <a:pt x="680255" y="156775"/>
                </a:lnTo>
                <a:lnTo>
                  <a:pt x="682516" y="154863"/>
                </a:lnTo>
                <a:lnTo>
                  <a:pt x="684429" y="152602"/>
                </a:lnTo>
                <a:lnTo>
                  <a:pt x="685994" y="149994"/>
                </a:lnTo>
                <a:lnTo>
                  <a:pt x="687211" y="147037"/>
                </a:lnTo>
                <a:lnTo>
                  <a:pt x="688081" y="143733"/>
                </a:lnTo>
                <a:lnTo>
                  <a:pt x="688602" y="140082"/>
                </a:lnTo>
                <a:lnTo>
                  <a:pt x="688776" y="136082"/>
                </a:lnTo>
                <a:lnTo>
                  <a:pt x="688776" y="25041"/>
                </a:lnTo>
                <a:lnTo>
                  <a:pt x="688602" y="21041"/>
                </a:lnTo>
                <a:lnTo>
                  <a:pt x="688081" y="17389"/>
                </a:lnTo>
                <a:lnTo>
                  <a:pt x="687211" y="14085"/>
                </a:lnTo>
                <a:lnTo>
                  <a:pt x="685994" y="11129"/>
                </a:lnTo>
                <a:lnTo>
                  <a:pt x="684429" y="8521"/>
                </a:lnTo>
                <a:lnTo>
                  <a:pt x="682516" y="6260"/>
                </a:lnTo>
                <a:lnTo>
                  <a:pt x="680255" y="4347"/>
                </a:lnTo>
                <a:lnTo>
                  <a:pt x="677647" y="2782"/>
                </a:lnTo>
                <a:lnTo>
                  <a:pt x="674691" y="1565"/>
                </a:lnTo>
                <a:lnTo>
                  <a:pt x="671387" y="696"/>
                </a:lnTo>
                <a:lnTo>
                  <a:pt x="667735" y="174"/>
                </a:lnTo>
                <a:lnTo>
                  <a:pt x="663735" y="0"/>
                </a:lnTo>
                <a:lnTo>
                  <a:pt x="25041" y="0"/>
                </a:lnTo>
                <a:lnTo>
                  <a:pt x="21041" y="174"/>
                </a:lnTo>
                <a:lnTo>
                  <a:pt x="17390" y="696"/>
                </a:lnTo>
                <a:lnTo>
                  <a:pt x="14086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8" y="8521"/>
                </a:lnTo>
                <a:lnTo>
                  <a:pt x="2783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1"/>
                </a:lnTo>
                <a:lnTo>
                  <a:pt x="0" y="136082"/>
                </a:lnTo>
                <a:lnTo>
                  <a:pt x="174" y="140082"/>
                </a:lnTo>
                <a:lnTo>
                  <a:pt x="696" y="143733"/>
                </a:lnTo>
                <a:lnTo>
                  <a:pt x="1565" y="147037"/>
                </a:lnTo>
                <a:lnTo>
                  <a:pt x="2783" y="149994"/>
                </a:lnTo>
                <a:lnTo>
                  <a:pt x="4348" y="152602"/>
                </a:lnTo>
                <a:lnTo>
                  <a:pt x="6260" y="154863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6" y="159558"/>
                </a:lnTo>
                <a:lnTo>
                  <a:pt x="17390" y="160427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7151819" y="3359644"/>
            <a:ext cx="667712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Goal · 96.1 s</a:t>
            </a:r>
          </a:p>
        </p:txBody>
      </p:sp>
      <p:sp>
        <p:nvSpPr>
          <p:cNvPr id="224" name="Editable path 173"/>
          <p:cNvSpPr/>
          <p:nvPr/>
        </p:nvSpPr>
        <p:spPr>
          <a:xfrm>
            <a:off x="8956950" y="3313605"/>
            <a:ext cx="1543914" cy="988104"/>
          </a:xfrm>
          <a:custGeom>
            <a:avLst/>
            <a:gdLst/>
            <a:ahLst/>
            <a:cxnLst/>
            <a:rect l="l" t="t" r="r" b="b"/>
            <a:pathLst>
              <a:path w="1543914" h="988104">
                <a:moveTo>
                  <a:pt x="0" y="0"/>
                </a:moveTo>
                <a:lnTo>
                  <a:pt x="1543914" y="0"/>
                </a:lnTo>
                <a:lnTo>
                  <a:pt x="1543914" y="988104"/>
                </a:lnTo>
                <a:lnTo>
                  <a:pt x="0" y="988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path 174"/>
          <p:cNvSpPr/>
          <p:nvPr/>
        </p:nvSpPr>
        <p:spPr>
          <a:xfrm>
            <a:off x="9719643" y="3900292"/>
            <a:ext cx="18528" cy="524931"/>
          </a:xfrm>
          <a:custGeom>
            <a:avLst/>
            <a:gdLst/>
            <a:ahLst/>
            <a:cxnLst/>
            <a:rect l="l" t="t" r="r" b="b"/>
            <a:pathLst>
              <a:path w="18528" h="524931">
                <a:moveTo>
                  <a:pt x="0" y="0"/>
                </a:moveTo>
                <a:lnTo>
                  <a:pt x="18528" y="0"/>
                </a:lnTo>
                <a:lnTo>
                  <a:pt x="18528" y="524931"/>
                </a:lnTo>
                <a:lnTo>
                  <a:pt x="0" y="524931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path 175"/>
          <p:cNvSpPr/>
          <p:nvPr/>
        </p:nvSpPr>
        <p:spPr>
          <a:xfrm>
            <a:off x="9719643" y="3190092"/>
            <a:ext cx="18528" cy="524931"/>
          </a:xfrm>
          <a:custGeom>
            <a:avLst/>
            <a:gdLst/>
            <a:ahLst/>
            <a:cxnLst/>
            <a:rect l="l" t="t" r="r" b="b"/>
            <a:pathLst>
              <a:path w="18528" h="524931">
                <a:moveTo>
                  <a:pt x="0" y="0"/>
                </a:moveTo>
                <a:lnTo>
                  <a:pt x="18528" y="0"/>
                </a:lnTo>
                <a:lnTo>
                  <a:pt x="18528" y="524931"/>
                </a:lnTo>
                <a:lnTo>
                  <a:pt x="0" y="524931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path 176"/>
          <p:cNvSpPr/>
          <p:nvPr/>
        </p:nvSpPr>
        <p:spPr>
          <a:xfrm>
            <a:off x="9719643" y="3715023"/>
            <a:ext cx="18528" cy="185269"/>
          </a:xfrm>
          <a:custGeom>
            <a:avLst/>
            <a:gdLst/>
            <a:ahLst/>
            <a:cxnLst/>
            <a:rect l="l" t="t" r="r" b="b"/>
            <a:pathLst>
              <a:path w="18528" h="185269">
                <a:moveTo>
                  <a:pt x="0" y="0"/>
                </a:moveTo>
                <a:lnTo>
                  <a:pt x="18528" y="0"/>
                </a:lnTo>
                <a:lnTo>
                  <a:pt x="18528" y="185269"/>
                </a:lnTo>
                <a:lnTo>
                  <a:pt x="0" y="185269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path 177"/>
          <p:cNvSpPr/>
          <p:nvPr/>
        </p:nvSpPr>
        <p:spPr>
          <a:xfrm>
            <a:off x="9716555" y="3894116"/>
            <a:ext cx="24703" cy="6176"/>
          </a:xfrm>
          <a:custGeom>
            <a:avLst/>
            <a:gdLst/>
            <a:ahLst/>
            <a:cxnLst/>
            <a:rect l="l" t="t" r="r" b="b"/>
            <a:pathLst>
              <a:path w="24703" h="6176">
                <a:moveTo>
                  <a:pt x="0" y="0"/>
                </a:moveTo>
                <a:lnTo>
                  <a:pt x="24703" y="0"/>
                </a:lnTo>
                <a:lnTo>
                  <a:pt x="24703" y="6176"/>
                </a:lnTo>
                <a:lnTo>
                  <a:pt x="0" y="617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path 178"/>
          <p:cNvSpPr/>
          <p:nvPr/>
        </p:nvSpPr>
        <p:spPr>
          <a:xfrm>
            <a:off x="9716555" y="3715023"/>
            <a:ext cx="24703" cy="6175"/>
          </a:xfrm>
          <a:custGeom>
            <a:avLst/>
            <a:gdLst/>
            <a:ahLst/>
            <a:cxnLst/>
            <a:rect l="l" t="t" r="r" b="b"/>
            <a:pathLst>
              <a:path w="24703" h="6175">
                <a:moveTo>
                  <a:pt x="0" y="0"/>
                </a:moveTo>
                <a:lnTo>
                  <a:pt x="24703" y="0"/>
                </a:lnTo>
                <a:lnTo>
                  <a:pt x="24703" y="6175"/>
                </a:lnTo>
                <a:lnTo>
                  <a:pt x="0" y="617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path 179"/>
          <p:cNvSpPr/>
          <p:nvPr/>
        </p:nvSpPr>
        <p:spPr>
          <a:xfrm>
            <a:off x="8638904" y="3190092"/>
            <a:ext cx="18527" cy="1235131"/>
          </a:xfrm>
          <a:custGeom>
            <a:avLst/>
            <a:gdLst/>
            <a:ahLst/>
            <a:cxnLst/>
            <a:rect l="l" t="t" r="r" b="b"/>
            <a:pathLst>
              <a:path w="18527" h="1235131">
                <a:moveTo>
                  <a:pt x="0" y="0"/>
                </a:moveTo>
                <a:lnTo>
                  <a:pt x="18527" y="0"/>
                </a:lnTo>
                <a:lnTo>
                  <a:pt x="18527" y="1235131"/>
                </a:lnTo>
                <a:lnTo>
                  <a:pt x="0" y="1235131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path 180"/>
          <p:cNvSpPr/>
          <p:nvPr/>
        </p:nvSpPr>
        <p:spPr>
          <a:xfrm>
            <a:off x="8648167" y="4415959"/>
            <a:ext cx="1080740" cy="18527"/>
          </a:xfrm>
          <a:custGeom>
            <a:avLst/>
            <a:gdLst/>
            <a:ahLst/>
            <a:cxnLst/>
            <a:rect l="l" t="t" r="r" b="b"/>
            <a:pathLst>
              <a:path w="1080740" h="18527">
                <a:moveTo>
                  <a:pt x="0" y="0"/>
                </a:moveTo>
                <a:lnTo>
                  <a:pt x="1080740" y="0"/>
                </a:lnTo>
                <a:lnTo>
                  <a:pt x="1080740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path 181"/>
          <p:cNvSpPr/>
          <p:nvPr/>
        </p:nvSpPr>
        <p:spPr>
          <a:xfrm>
            <a:off x="8648167" y="3180828"/>
            <a:ext cx="1080740" cy="18527"/>
          </a:xfrm>
          <a:custGeom>
            <a:avLst/>
            <a:gdLst/>
            <a:ahLst/>
            <a:cxnLst/>
            <a:rect l="l" t="t" r="r" b="b"/>
            <a:pathLst>
              <a:path w="1080740" h="18527">
                <a:moveTo>
                  <a:pt x="0" y="0"/>
                </a:moveTo>
                <a:lnTo>
                  <a:pt x="1080740" y="0"/>
                </a:lnTo>
                <a:lnTo>
                  <a:pt x="1080740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path 182"/>
          <p:cNvSpPr/>
          <p:nvPr/>
        </p:nvSpPr>
        <p:spPr>
          <a:xfrm>
            <a:off x="10800383" y="3190092"/>
            <a:ext cx="18527" cy="1235131"/>
          </a:xfrm>
          <a:custGeom>
            <a:avLst/>
            <a:gdLst/>
            <a:ahLst/>
            <a:cxnLst/>
            <a:rect l="l" t="t" r="r" b="b"/>
            <a:pathLst>
              <a:path w="18527" h="1235131">
                <a:moveTo>
                  <a:pt x="0" y="0"/>
                </a:moveTo>
                <a:lnTo>
                  <a:pt x="18527" y="0"/>
                </a:lnTo>
                <a:lnTo>
                  <a:pt x="18527" y="1235131"/>
                </a:lnTo>
                <a:lnTo>
                  <a:pt x="0" y="1235131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path 183"/>
          <p:cNvSpPr/>
          <p:nvPr/>
        </p:nvSpPr>
        <p:spPr>
          <a:xfrm>
            <a:off x="9728907" y="4415959"/>
            <a:ext cx="1080739" cy="18527"/>
          </a:xfrm>
          <a:custGeom>
            <a:avLst/>
            <a:gdLst/>
            <a:ahLst/>
            <a:cxnLst/>
            <a:rect l="l" t="t" r="r" b="b"/>
            <a:pathLst>
              <a:path w="1080739" h="18527">
                <a:moveTo>
                  <a:pt x="0" y="0"/>
                </a:moveTo>
                <a:lnTo>
                  <a:pt x="1080739" y="0"/>
                </a:lnTo>
                <a:lnTo>
                  <a:pt x="1080739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path 184"/>
          <p:cNvSpPr/>
          <p:nvPr/>
        </p:nvSpPr>
        <p:spPr>
          <a:xfrm>
            <a:off x="9728907" y="3180828"/>
            <a:ext cx="1080739" cy="18527"/>
          </a:xfrm>
          <a:custGeom>
            <a:avLst/>
            <a:gdLst/>
            <a:ahLst/>
            <a:cxnLst/>
            <a:rect l="l" t="t" r="r" b="b"/>
            <a:pathLst>
              <a:path w="1080739" h="18527">
                <a:moveTo>
                  <a:pt x="0" y="0"/>
                </a:moveTo>
                <a:lnTo>
                  <a:pt x="1080739" y="0"/>
                </a:lnTo>
                <a:lnTo>
                  <a:pt x="1080739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path 185"/>
          <p:cNvSpPr/>
          <p:nvPr/>
        </p:nvSpPr>
        <p:spPr>
          <a:xfrm>
            <a:off x="8733082" y="4224514"/>
            <a:ext cx="262466" cy="169830"/>
          </a:xfrm>
          <a:custGeom>
            <a:avLst/>
            <a:gdLst/>
            <a:ahLst/>
            <a:cxnLst/>
            <a:rect l="l" t="t" r="r" b="b"/>
            <a:pathLst>
              <a:path w="262466" h="169830">
                <a:moveTo>
                  <a:pt x="0" y="0"/>
                </a:moveTo>
                <a:lnTo>
                  <a:pt x="262466" y="0"/>
                </a:lnTo>
                <a:lnTo>
                  <a:pt x="262466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path 186"/>
          <p:cNvSpPr/>
          <p:nvPr/>
        </p:nvSpPr>
        <p:spPr>
          <a:xfrm>
            <a:off x="8733082" y="4224514"/>
            <a:ext cx="262466" cy="169830"/>
          </a:xfrm>
          <a:custGeom>
            <a:avLst/>
            <a:gdLst/>
            <a:ahLst/>
            <a:cxnLst/>
            <a:rect l="l" t="t" r="r" b="b"/>
            <a:pathLst>
              <a:path w="262466" h="169830">
                <a:moveTo>
                  <a:pt x="0" y="0"/>
                </a:moveTo>
                <a:lnTo>
                  <a:pt x="262466" y="0"/>
                </a:lnTo>
                <a:lnTo>
                  <a:pt x="262466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path 187"/>
          <p:cNvSpPr/>
          <p:nvPr/>
        </p:nvSpPr>
        <p:spPr>
          <a:xfrm>
            <a:off x="8733082" y="4224514"/>
            <a:ext cx="262466" cy="169830"/>
          </a:xfrm>
          <a:custGeom>
            <a:avLst/>
            <a:gdLst/>
            <a:ahLst/>
            <a:cxnLst/>
            <a:rect l="l" t="t" r="r" b="b"/>
            <a:pathLst>
              <a:path w="262466" h="169830">
                <a:moveTo>
                  <a:pt x="0" y="0"/>
                </a:moveTo>
                <a:lnTo>
                  <a:pt x="262466" y="0"/>
                </a:lnTo>
                <a:lnTo>
                  <a:pt x="262466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path 188"/>
          <p:cNvSpPr/>
          <p:nvPr/>
        </p:nvSpPr>
        <p:spPr>
          <a:xfrm>
            <a:off x="8729995" y="4224514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path 189"/>
          <p:cNvSpPr/>
          <p:nvPr/>
        </p:nvSpPr>
        <p:spPr>
          <a:xfrm>
            <a:off x="8983197" y="4224514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path 190"/>
          <p:cNvSpPr/>
          <p:nvPr/>
        </p:nvSpPr>
        <p:spPr>
          <a:xfrm>
            <a:off x="8811822" y="4263112"/>
            <a:ext cx="104986" cy="92635"/>
          </a:xfrm>
          <a:custGeom>
            <a:avLst/>
            <a:gdLst/>
            <a:ahLst/>
            <a:cxnLst/>
            <a:rect l="l" t="t" r="r" b="b"/>
            <a:pathLst>
              <a:path w="104986" h="92635">
                <a:moveTo>
                  <a:pt x="0" y="0"/>
                </a:moveTo>
                <a:lnTo>
                  <a:pt x="104986" y="0"/>
                </a:lnTo>
                <a:lnTo>
                  <a:pt x="104986" y="92635"/>
                </a:lnTo>
                <a:lnTo>
                  <a:pt x="0" y="926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path 191"/>
          <p:cNvSpPr/>
          <p:nvPr/>
        </p:nvSpPr>
        <p:spPr>
          <a:xfrm>
            <a:off x="9035690" y="4224514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path 192"/>
          <p:cNvSpPr/>
          <p:nvPr/>
        </p:nvSpPr>
        <p:spPr>
          <a:xfrm>
            <a:off x="9035690" y="4224514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path 193"/>
          <p:cNvSpPr/>
          <p:nvPr/>
        </p:nvSpPr>
        <p:spPr>
          <a:xfrm>
            <a:off x="9035690" y="4224514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path 194"/>
          <p:cNvSpPr/>
          <p:nvPr/>
        </p:nvSpPr>
        <p:spPr>
          <a:xfrm>
            <a:off x="9032602" y="4224514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path 195"/>
          <p:cNvSpPr/>
          <p:nvPr/>
        </p:nvSpPr>
        <p:spPr>
          <a:xfrm>
            <a:off x="9285804" y="4224514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path 196"/>
          <p:cNvSpPr/>
          <p:nvPr/>
        </p:nvSpPr>
        <p:spPr>
          <a:xfrm>
            <a:off x="9114429" y="4263112"/>
            <a:ext cx="104986" cy="92635"/>
          </a:xfrm>
          <a:custGeom>
            <a:avLst/>
            <a:gdLst/>
            <a:ahLst/>
            <a:cxnLst/>
            <a:rect l="l" t="t" r="r" b="b"/>
            <a:pathLst>
              <a:path w="104986" h="92635">
                <a:moveTo>
                  <a:pt x="0" y="0"/>
                </a:moveTo>
                <a:lnTo>
                  <a:pt x="104986" y="0"/>
                </a:lnTo>
                <a:lnTo>
                  <a:pt x="104986" y="92635"/>
                </a:lnTo>
                <a:lnTo>
                  <a:pt x="0" y="926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path 197"/>
          <p:cNvSpPr/>
          <p:nvPr/>
        </p:nvSpPr>
        <p:spPr>
          <a:xfrm>
            <a:off x="9338297" y="4224514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path 198"/>
          <p:cNvSpPr/>
          <p:nvPr/>
        </p:nvSpPr>
        <p:spPr>
          <a:xfrm>
            <a:off x="9338297" y="4224514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path 199"/>
          <p:cNvSpPr/>
          <p:nvPr/>
        </p:nvSpPr>
        <p:spPr>
          <a:xfrm>
            <a:off x="9338297" y="4224514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path 200"/>
          <p:cNvSpPr/>
          <p:nvPr/>
        </p:nvSpPr>
        <p:spPr>
          <a:xfrm>
            <a:off x="9335209" y="4224514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path 201"/>
          <p:cNvSpPr/>
          <p:nvPr/>
        </p:nvSpPr>
        <p:spPr>
          <a:xfrm>
            <a:off x="9588411" y="4224514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path 202"/>
          <p:cNvSpPr/>
          <p:nvPr/>
        </p:nvSpPr>
        <p:spPr>
          <a:xfrm>
            <a:off x="9417036" y="4263112"/>
            <a:ext cx="104986" cy="92635"/>
          </a:xfrm>
          <a:custGeom>
            <a:avLst/>
            <a:gdLst/>
            <a:ahLst/>
            <a:cxnLst/>
            <a:rect l="l" t="t" r="r" b="b"/>
            <a:pathLst>
              <a:path w="104986" h="92635">
                <a:moveTo>
                  <a:pt x="0" y="0"/>
                </a:moveTo>
                <a:lnTo>
                  <a:pt x="104986" y="0"/>
                </a:lnTo>
                <a:lnTo>
                  <a:pt x="104986" y="92635"/>
                </a:lnTo>
                <a:lnTo>
                  <a:pt x="0" y="926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path 203"/>
          <p:cNvSpPr/>
          <p:nvPr/>
        </p:nvSpPr>
        <p:spPr>
          <a:xfrm>
            <a:off x="8733082" y="3220970"/>
            <a:ext cx="262466" cy="169830"/>
          </a:xfrm>
          <a:custGeom>
            <a:avLst/>
            <a:gdLst/>
            <a:ahLst/>
            <a:cxnLst/>
            <a:rect l="l" t="t" r="r" b="b"/>
            <a:pathLst>
              <a:path w="262466" h="169830">
                <a:moveTo>
                  <a:pt x="0" y="0"/>
                </a:moveTo>
                <a:lnTo>
                  <a:pt x="262466" y="0"/>
                </a:lnTo>
                <a:lnTo>
                  <a:pt x="262466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path 204"/>
          <p:cNvSpPr/>
          <p:nvPr/>
        </p:nvSpPr>
        <p:spPr>
          <a:xfrm>
            <a:off x="8733082" y="3220970"/>
            <a:ext cx="262466" cy="169830"/>
          </a:xfrm>
          <a:custGeom>
            <a:avLst/>
            <a:gdLst/>
            <a:ahLst/>
            <a:cxnLst/>
            <a:rect l="l" t="t" r="r" b="b"/>
            <a:pathLst>
              <a:path w="262466" h="169830">
                <a:moveTo>
                  <a:pt x="0" y="0"/>
                </a:moveTo>
                <a:lnTo>
                  <a:pt x="262466" y="0"/>
                </a:lnTo>
                <a:lnTo>
                  <a:pt x="262466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path 205"/>
          <p:cNvSpPr/>
          <p:nvPr/>
        </p:nvSpPr>
        <p:spPr>
          <a:xfrm>
            <a:off x="8733082" y="3220970"/>
            <a:ext cx="262466" cy="169830"/>
          </a:xfrm>
          <a:custGeom>
            <a:avLst/>
            <a:gdLst/>
            <a:ahLst/>
            <a:cxnLst/>
            <a:rect l="l" t="t" r="r" b="b"/>
            <a:pathLst>
              <a:path w="262466" h="169830">
                <a:moveTo>
                  <a:pt x="0" y="0"/>
                </a:moveTo>
                <a:lnTo>
                  <a:pt x="262466" y="0"/>
                </a:lnTo>
                <a:lnTo>
                  <a:pt x="262466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path 206"/>
          <p:cNvSpPr/>
          <p:nvPr/>
        </p:nvSpPr>
        <p:spPr>
          <a:xfrm>
            <a:off x="8729995" y="3220970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path 207"/>
          <p:cNvSpPr/>
          <p:nvPr/>
        </p:nvSpPr>
        <p:spPr>
          <a:xfrm>
            <a:off x="8983197" y="3220970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path 208"/>
          <p:cNvSpPr/>
          <p:nvPr/>
        </p:nvSpPr>
        <p:spPr>
          <a:xfrm>
            <a:off x="8811822" y="3259568"/>
            <a:ext cx="104986" cy="92635"/>
          </a:xfrm>
          <a:custGeom>
            <a:avLst/>
            <a:gdLst/>
            <a:ahLst/>
            <a:cxnLst/>
            <a:rect l="l" t="t" r="r" b="b"/>
            <a:pathLst>
              <a:path w="104986" h="92635">
                <a:moveTo>
                  <a:pt x="0" y="0"/>
                </a:moveTo>
                <a:lnTo>
                  <a:pt x="104986" y="0"/>
                </a:lnTo>
                <a:lnTo>
                  <a:pt x="104986" y="92635"/>
                </a:lnTo>
                <a:lnTo>
                  <a:pt x="0" y="926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path 209"/>
          <p:cNvSpPr/>
          <p:nvPr/>
        </p:nvSpPr>
        <p:spPr>
          <a:xfrm>
            <a:off x="9035690" y="3220970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path 210"/>
          <p:cNvSpPr/>
          <p:nvPr/>
        </p:nvSpPr>
        <p:spPr>
          <a:xfrm>
            <a:off x="9035690" y="3220970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path 211"/>
          <p:cNvSpPr/>
          <p:nvPr/>
        </p:nvSpPr>
        <p:spPr>
          <a:xfrm>
            <a:off x="9035690" y="3220970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path 212"/>
          <p:cNvSpPr/>
          <p:nvPr/>
        </p:nvSpPr>
        <p:spPr>
          <a:xfrm>
            <a:off x="9032602" y="3220970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path 213"/>
          <p:cNvSpPr/>
          <p:nvPr/>
        </p:nvSpPr>
        <p:spPr>
          <a:xfrm>
            <a:off x="9285804" y="3220970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path 214"/>
          <p:cNvSpPr/>
          <p:nvPr/>
        </p:nvSpPr>
        <p:spPr>
          <a:xfrm>
            <a:off x="9114429" y="3259568"/>
            <a:ext cx="104986" cy="92635"/>
          </a:xfrm>
          <a:custGeom>
            <a:avLst/>
            <a:gdLst/>
            <a:ahLst/>
            <a:cxnLst/>
            <a:rect l="l" t="t" r="r" b="b"/>
            <a:pathLst>
              <a:path w="104986" h="92635">
                <a:moveTo>
                  <a:pt x="0" y="0"/>
                </a:moveTo>
                <a:lnTo>
                  <a:pt x="104986" y="0"/>
                </a:lnTo>
                <a:lnTo>
                  <a:pt x="104986" y="92635"/>
                </a:lnTo>
                <a:lnTo>
                  <a:pt x="0" y="926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path 215"/>
          <p:cNvSpPr/>
          <p:nvPr/>
        </p:nvSpPr>
        <p:spPr>
          <a:xfrm>
            <a:off x="9338297" y="3220970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path 216"/>
          <p:cNvSpPr/>
          <p:nvPr/>
        </p:nvSpPr>
        <p:spPr>
          <a:xfrm>
            <a:off x="9338297" y="3220970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path 217"/>
          <p:cNvSpPr/>
          <p:nvPr/>
        </p:nvSpPr>
        <p:spPr>
          <a:xfrm>
            <a:off x="9338297" y="3220970"/>
            <a:ext cx="262465" cy="169830"/>
          </a:xfrm>
          <a:custGeom>
            <a:avLst/>
            <a:gdLst/>
            <a:ahLst/>
            <a:cxnLst/>
            <a:rect l="l" t="t" r="r" b="b"/>
            <a:pathLst>
              <a:path w="262465" h="169830">
                <a:moveTo>
                  <a:pt x="0" y="0"/>
                </a:moveTo>
                <a:lnTo>
                  <a:pt x="262465" y="0"/>
                </a:lnTo>
                <a:lnTo>
                  <a:pt x="262465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path 218"/>
          <p:cNvSpPr/>
          <p:nvPr/>
        </p:nvSpPr>
        <p:spPr>
          <a:xfrm>
            <a:off x="9335209" y="3220970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path 219"/>
          <p:cNvSpPr/>
          <p:nvPr/>
        </p:nvSpPr>
        <p:spPr>
          <a:xfrm>
            <a:off x="9588411" y="3220970"/>
            <a:ext cx="15439" cy="169830"/>
          </a:xfrm>
          <a:custGeom>
            <a:avLst/>
            <a:gdLst/>
            <a:ahLst/>
            <a:cxnLst/>
            <a:rect l="l" t="t" r="r" b="b"/>
            <a:pathLst>
              <a:path w="15439" h="169830">
                <a:moveTo>
                  <a:pt x="0" y="0"/>
                </a:moveTo>
                <a:lnTo>
                  <a:pt x="15439" y="0"/>
                </a:lnTo>
                <a:lnTo>
                  <a:pt x="15439" y="169830"/>
                </a:lnTo>
                <a:lnTo>
                  <a:pt x="0" y="169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path 220"/>
          <p:cNvSpPr/>
          <p:nvPr/>
        </p:nvSpPr>
        <p:spPr>
          <a:xfrm>
            <a:off x="9417036" y="3259568"/>
            <a:ext cx="104986" cy="92635"/>
          </a:xfrm>
          <a:custGeom>
            <a:avLst/>
            <a:gdLst/>
            <a:ahLst/>
            <a:cxnLst/>
            <a:rect l="l" t="t" r="r" b="b"/>
            <a:pathLst>
              <a:path w="104986" h="92635">
                <a:moveTo>
                  <a:pt x="0" y="0"/>
                </a:moveTo>
                <a:lnTo>
                  <a:pt x="104986" y="0"/>
                </a:lnTo>
                <a:lnTo>
                  <a:pt x="104986" y="92635"/>
                </a:lnTo>
                <a:lnTo>
                  <a:pt x="0" y="9263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path 221"/>
          <p:cNvSpPr/>
          <p:nvPr/>
        </p:nvSpPr>
        <p:spPr>
          <a:xfrm>
            <a:off x="9111342" y="4301709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path 222"/>
          <p:cNvSpPr/>
          <p:nvPr/>
        </p:nvSpPr>
        <p:spPr>
          <a:xfrm>
            <a:off x="9728907" y="4301709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path 223"/>
          <p:cNvSpPr/>
          <p:nvPr/>
        </p:nvSpPr>
        <p:spPr>
          <a:xfrm>
            <a:off x="10346472" y="4301709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path 224"/>
          <p:cNvSpPr/>
          <p:nvPr/>
        </p:nvSpPr>
        <p:spPr>
          <a:xfrm>
            <a:off x="8956950" y="4116440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path 225"/>
          <p:cNvSpPr/>
          <p:nvPr/>
        </p:nvSpPr>
        <p:spPr>
          <a:xfrm>
            <a:off x="8930499" y="4116440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771789" y="4061870"/>
            <a:ext cx="169545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278" name="Editable path 226"/>
          <p:cNvSpPr/>
          <p:nvPr/>
        </p:nvSpPr>
        <p:spPr>
          <a:xfrm>
            <a:off x="8956950" y="3807657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path 227"/>
          <p:cNvSpPr/>
          <p:nvPr/>
        </p:nvSpPr>
        <p:spPr>
          <a:xfrm>
            <a:off x="8930499" y="3807657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8853348" y="3753087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81" name="Editable path 228"/>
          <p:cNvSpPr/>
          <p:nvPr/>
        </p:nvSpPr>
        <p:spPr>
          <a:xfrm>
            <a:off x="8956950" y="3498874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path 229"/>
          <p:cNvSpPr/>
          <p:nvPr/>
        </p:nvSpPr>
        <p:spPr>
          <a:xfrm>
            <a:off x="8930499" y="3498874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8853348" y="3444304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284" name="Editable path 230"/>
          <p:cNvSpPr/>
          <p:nvPr/>
        </p:nvSpPr>
        <p:spPr>
          <a:xfrm>
            <a:off x="8956950" y="3313605"/>
            <a:ext cx="0" cy="988104"/>
          </a:xfrm>
          <a:custGeom>
            <a:avLst/>
            <a:gdLst/>
            <a:ahLst/>
            <a:cxnLst/>
            <a:rect l="l" t="t" r="r" b="b"/>
            <a:pathLst>
              <a:path w="0" h="988104">
                <a:moveTo>
                  <a:pt x="0" y="988104"/>
                </a:moveTo>
                <a:lnTo>
                  <a:pt x="0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path 231"/>
          <p:cNvSpPr/>
          <p:nvPr/>
        </p:nvSpPr>
        <p:spPr>
          <a:xfrm>
            <a:off x="8956950" y="4301709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path 232"/>
          <p:cNvSpPr/>
          <p:nvPr/>
        </p:nvSpPr>
        <p:spPr>
          <a:xfrm>
            <a:off x="9174914" y="3809584"/>
            <a:ext cx="1111355" cy="269657"/>
          </a:xfrm>
          <a:custGeom>
            <a:avLst/>
            <a:gdLst/>
            <a:ahLst/>
            <a:cxnLst/>
            <a:rect l="l" t="t" r="r" b="b"/>
            <a:pathLst>
              <a:path w="1111355" h="269657">
                <a:moveTo>
                  <a:pt x="88574" y="217562"/>
                </a:moveTo>
                <a:lnTo>
                  <a:pt x="88574" y="217561"/>
                </a:lnTo>
                <a:lnTo>
                  <a:pt x="87592" y="218844"/>
                </a:lnTo>
                <a:lnTo>
                  <a:pt x="66910" y="252791"/>
                </a:lnTo>
                <a:lnTo>
                  <a:pt x="57059" y="259720"/>
                </a:lnTo>
                <a:lnTo>
                  <a:pt x="41282" y="265433"/>
                </a:lnTo>
                <a:lnTo>
                  <a:pt x="21410" y="269657"/>
                </a:lnTo>
                <a:lnTo>
                  <a:pt x="18627" y="256721"/>
                </a:lnTo>
                <a:lnTo>
                  <a:pt x="15277" y="233340"/>
                </a:lnTo>
                <a:lnTo>
                  <a:pt x="13268" y="234442"/>
                </a:lnTo>
                <a:lnTo>
                  <a:pt x="8828" y="233463"/>
                </a:lnTo>
                <a:lnTo>
                  <a:pt x="4882" y="228384"/>
                </a:lnTo>
                <a:lnTo>
                  <a:pt x="1011" y="214924"/>
                </a:lnTo>
                <a:lnTo>
                  <a:pt x="0" y="196645"/>
                </a:lnTo>
                <a:lnTo>
                  <a:pt x="3174" y="168197"/>
                </a:lnTo>
                <a:lnTo>
                  <a:pt x="11167" y="137079"/>
                </a:lnTo>
                <a:lnTo>
                  <a:pt x="23096" y="105943"/>
                </a:lnTo>
                <a:lnTo>
                  <a:pt x="38950" y="74544"/>
                </a:lnTo>
                <a:lnTo>
                  <a:pt x="59173" y="43149"/>
                </a:lnTo>
                <a:lnTo>
                  <a:pt x="68725" y="35167"/>
                </a:lnTo>
                <a:lnTo>
                  <a:pt x="86656" y="27022"/>
                </a:lnTo>
                <a:lnTo>
                  <a:pt x="121960" y="14986"/>
                </a:lnTo>
                <a:lnTo>
                  <a:pt x="154620" y="8161"/>
                </a:lnTo>
                <a:lnTo>
                  <a:pt x="199602" y="3352"/>
                </a:lnTo>
                <a:lnTo>
                  <a:pt x="267224" y="784"/>
                </a:lnTo>
                <a:lnTo>
                  <a:pt x="423493" y="0"/>
                </a:lnTo>
                <a:lnTo>
                  <a:pt x="493072" y="2673"/>
                </a:lnTo>
                <a:lnTo>
                  <a:pt x="535065" y="7983"/>
                </a:lnTo>
                <a:lnTo>
                  <a:pt x="567047" y="16003"/>
                </a:lnTo>
                <a:lnTo>
                  <a:pt x="594532" y="27110"/>
                </a:lnTo>
                <a:lnTo>
                  <a:pt x="614655" y="36047"/>
                </a:lnTo>
                <a:lnTo>
                  <a:pt x="628557" y="47197"/>
                </a:lnTo>
                <a:lnTo>
                  <a:pt x="677052" y="82435"/>
                </a:lnTo>
                <a:lnTo>
                  <a:pt x="724893" y="115126"/>
                </a:lnTo>
                <a:lnTo>
                  <a:pt x="769697" y="141062"/>
                </a:lnTo>
                <a:lnTo>
                  <a:pt x="818173" y="164340"/>
                </a:lnTo>
                <a:lnTo>
                  <a:pt x="868283" y="183867"/>
                </a:lnTo>
                <a:lnTo>
                  <a:pt x="921634" y="200122"/>
                </a:lnTo>
                <a:lnTo>
                  <a:pt x="974073" y="211988"/>
                </a:lnTo>
                <a:lnTo>
                  <a:pt x="1029213" y="220417"/>
                </a:lnTo>
                <a:lnTo>
                  <a:pt x="1084408" y="224864"/>
                </a:lnTo>
                <a:lnTo>
                  <a:pt x="1111355" y="225955"/>
                </a:lnTo>
                <a:lnTo>
                  <a:pt x="1110461" y="225736"/>
                </a:lnTo>
              </a:path>
            </a:pathLst>
          </a:custGeom>
          <a:noFill/>
          <a:ln w="2027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path 233"/>
          <p:cNvSpPr/>
          <p:nvPr/>
        </p:nvSpPr>
        <p:spPr>
          <a:xfrm>
            <a:off x="9132694" y="3521662"/>
            <a:ext cx="1165997" cy="279282"/>
          </a:xfrm>
          <a:custGeom>
            <a:avLst/>
            <a:gdLst/>
            <a:ahLst/>
            <a:cxnLst/>
            <a:rect l="l" t="t" r="r" b="b"/>
            <a:pathLst>
              <a:path w="1165997" h="279282">
                <a:moveTo>
                  <a:pt x="11602" y="0"/>
                </a:moveTo>
                <a:lnTo>
                  <a:pt x="4589" y="10608"/>
                </a:lnTo>
                <a:lnTo>
                  <a:pt x="768" y="23343"/>
                </a:lnTo>
                <a:lnTo>
                  <a:pt x="0" y="37713"/>
                </a:lnTo>
                <a:lnTo>
                  <a:pt x="2737" y="69891"/>
                </a:lnTo>
                <a:lnTo>
                  <a:pt x="4662" y="69658"/>
                </a:lnTo>
                <a:lnTo>
                  <a:pt x="72581" y="67394"/>
                </a:lnTo>
                <a:lnTo>
                  <a:pt x="128188" y="69949"/>
                </a:lnTo>
                <a:lnTo>
                  <a:pt x="181491" y="76236"/>
                </a:lnTo>
                <a:lnTo>
                  <a:pt x="236290" y="86640"/>
                </a:lnTo>
                <a:lnTo>
                  <a:pt x="288200" y="100383"/>
                </a:lnTo>
                <a:lnTo>
                  <a:pt x="338997" y="117807"/>
                </a:lnTo>
                <a:lnTo>
                  <a:pt x="386508" y="138015"/>
                </a:lnTo>
                <a:lnTo>
                  <a:pt x="434265" y="162673"/>
                </a:lnTo>
                <a:lnTo>
                  <a:pt x="479983" y="191004"/>
                </a:lnTo>
                <a:lnTo>
                  <a:pt x="523350" y="222859"/>
                </a:lnTo>
                <a:lnTo>
                  <a:pt x="561135" y="251312"/>
                </a:lnTo>
                <a:lnTo>
                  <a:pt x="586626" y="260517"/>
                </a:lnTo>
                <a:lnTo>
                  <a:pt x="624140" y="270652"/>
                </a:lnTo>
                <a:lnTo>
                  <a:pt x="660933" y="276237"/>
                </a:lnTo>
                <a:lnTo>
                  <a:pt x="706223" y="279016"/>
                </a:lnTo>
                <a:lnTo>
                  <a:pt x="775764" y="279282"/>
                </a:lnTo>
                <a:lnTo>
                  <a:pt x="930373" y="275526"/>
                </a:lnTo>
                <a:lnTo>
                  <a:pt x="1001388" y="270296"/>
                </a:lnTo>
                <a:lnTo>
                  <a:pt x="1040954" y="263384"/>
                </a:lnTo>
                <a:lnTo>
                  <a:pt x="1067939" y="255023"/>
                </a:lnTo>
                <a:lnTo>
                  <a:pt x="1089126" y="244822"/>
                </a:lnTo>
                <a:lnTo>
                  <a:pt x="1106490" y="233205"/>
                </a:lnTo>
                <a:lnTo>
                  <a:pt x="1139393" y="191000"/>
                </a:lnTo>
                <a:lnTo>
                  <a:pt x="1151337" y="165197"/>
                </a:lnTo>
                <a:lnTo>
                  <a:pt x="1161290" y="133625"/>
                </a:lnTo>
                <a:lnTo>
                  <a:pt x="1165997" y="104782"/>
                </a:lnTo>
                <a:lnTo>
                  <a:pt x="1165680" y="82598"/>
                </a:lnTo>
                <a:lnTo>
                  <a:pt x="1161628" y="67300"/>
                </a:lnTo>
                <a:lnTo>
                  <a:pt x="1156083" y="60387"/>
                </a:lnTo>
                <a:lnTo>
                  <a:pt x="1151903" y="58374"/>
                </a:lnTo>
                <a:lnTo>
                  <a:pt x="1151867" y="58688"/>
                </a:lnTo>
              </a:path>
            </a:pathLst>
          </a:custGeom>
          <a:noFill/>
          <a:ln w="2027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path 234"/>
          <p:cNvSpPr/>
          <p:nvPr/>
        </p:nvSpPr>
        <p:spPr>
          <a:xfrm>
            <a:off x="9162701" y="3802232"/>
            <a:ext cx="1122138" cy="14788"/>
          </a:xfrm>
          <a:custGeom>
            <a:avLst/>
            <a:gdLst/>
            <a:ahLst/>
            <a:cxnLst/>
            <a:rect l="l" t="t" r="r" b="b"/>
            <a:pathLst>
              <a:path w="1122138" h="14788">
                <a:moveTo>
                  <a:pt x="0" y="14751"/>
                </a:moveTo>
                <a:lnTo>
                  <a:pt x="1916" y="14788"/>
                </a:lnTo>
                <a:lnTo>
                  <a:pt x="828666" y="0"/>
                </a:lnTo>
                <a:lnTo>
                  <a:pt x="941762" y="1636"/>
                </a:lnTo>
                <a:lnTo>
                  <a:pt x="1122138" y="5401"/>
                </a:lnTo>
                <a:lnTo>
                  <a:pt x="1122101" y="5391"/>
                </a:lnTo>
              </a:path>
            </a:pathLst>
          </a:custGeom>
          <a:noFill/>
          <a:ln w="2909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path 235"/>
          <p:cNvSpPr/>
          <p:nvPr/>
        </p:nvSpPr>
        <p:spPr>
          <a:xfrm>
            <a:off x="9162653" y="3802601"/>
            <a:ext cx="1122062" cy="14469"/>
          </a:xfrm>
          <a:custGeom>
            <a:avLst/>
            <a:gdLst/>
            <a:ahLst/>
            <a:cxnLst/>
            <a:rect l="l" t="t" r="r" b="b"/>
            <a:pathLst>
              <a:path w="1122062" h="14469">
                <a:moveTo>
                  <a:pt x="0" y="14469"/>
                </a:moveTo>
                <a:lnTo>
                  <a:pt x="478661" y="3657"/>
                </a:lnTo>
                <a:lnTo>
                  <a:pt x="879065" y="0"/>
                </a:lnTo>
                <a:lnTo>
                  <a:pt x="1122062" y="5056"/>
                </a:lnTo>
              </a:path>
            </a:pathLst>
          </a:custGeom>
          <a:noFill/>
          <a:ln w="28214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path 236"/>
          <p:cNvSpPr/>
          <p:nvPr/>
        </p:nvSpPr>
        <p:spPr>
          <a:xfrm>
            <a:off x="9130910" y="3785193"/>
            <a:ext cx="63582" cy="63581"/>
          </a:xfrm>
          <a:custGeom>
            <a:avLst/>
            <a:gdLst/>
            <a:ahLst/>
            <a:cxnLst/>
            <a:rect l="l" t="t" r="r" b="b"/>
            <a:pathLst>
              <a:path w="63582" h="63581">
                <a:moveTo>
                  <a:pt x="31791" y="63581"/>
                </a:moveTo>
                <a:lnTo>
                  <a:pt x="33890" y="63512"/>
                </a:lnTo>
                <a:lnTo>
                  <a:pt x="35969" y="63306"/>
                </a:lnTo>
                <a:lnTo>
                  <a:pt x="38022" y="62965"/>
                </a:lnTo>
                <a:lnTo>
                  <a:pt x="40041" y="62492"/>
                </a:lnTo>
                <a:lnTo>
                  <a:pt x="42021" y="61890"/>
                </a:lnTo>
                <a:lnTo>
                  <a:pt x="43956" y="61161"/>
                </a:lnTo>
                <a:lnTo>
                  <a:pt x="45840" y="60308"/>
                </a:lnTo>
                <a:lnTo>
                  <a:pt x="47666" y="59334"/>
                </a:lnTo>
                <a:lnTo>
                  <a:pt x="49428" y="58240"/>
                </a:lnTo>
                <a:lnTo>
                  <a:pt x="51120" y="57030"/>
                </a:lnTo>
                <a:lnTo>
                  <a:pt x="52736" y="55705"/>
                </a:lnTo>
                <a:lnTo>
                  <a:pt x="54270" y="54270"/>
                </a:lnTo>
                <a:lnTo>
                  <a:pt x="55706" y="52736"/>
                </a:lnTo>
                <a:lnTo>
                  <a:pt x="57030" y="51120"/>
                </a:lnTo>
                <a:lnTo>
                  <a:pt x="58240" y="49428"/>
                </a:lnTo>
                <a:lnTo>
                  <a:pt x="59334" y="47666"/>
                </a:lnTo>
                <a:lnTo>
                  <a:pt x="60309" y="45840"/>
                </a:lnTo>
                <a:lnTo>
                  <a:pt x="61162" y="43956"/>
                </a:lnTo>
                <a:lnTo>
                  <a:pt x="61890" y="42021"/>
                </a:lnTo>
                <a:lnTo>
                  <a:pt x="62492" y="40041"/>
                </a:lnTo>
                <a:lnTo>
                  <a:pt x="62965" y="38021"/>
                </a:lnTo>
                <a:lnTo>
                  <a:pt x="63306" y="35969"/>
                </a:lnTo>
                <a:lnTo>
                  <a:pt x="63512" y="33890"/>
                </a:lnTo>
                <a:lnTo>
                  <a:pt x="63582" y="31790"/>
                </a:lnTo>
                <a:lnTo>
                  <a:pt x="63512" y="29691"/>
                </a:lnTo>
                <a:lnTo>
                  <a:pt x="63306" y="27612"/>
                </a:lnTo>
                <a:lnTo>
                  <a:pt x="62965" y="25560"/>
                </a:lnTo>
                <a:lnTo>
                  <a:pt x="62492" y="23540"/>
                </a:lnTo>
                <a:lnTo>
                  <a:pt x="61890" y="21560"/>
                </a:lnTo>
                <a:lnTo>
                  <a:pt x="61162" y="19625"/>
                </a:lnTo>
                <a:lnTo>
                  <a:pt x="60309" y="17741"/>
                </a:lnTo>
                <a:lnTo>
                  <a:pt x="59334" y="15915"/>
                </a:lnTo>
                <a:lnTo>
                  <a:pt x="58240" y="14153"/>
                </a:lnTo>
                <a:lnTo>
                  <a:pt x="57030" y="12461"/>
                </a:lnTo>
                <a:lnTo>
                  <a:pt x="55706" y="10845"/>
                </a:lnTo>
                <a:lnTo>
                  <a:pt x="54270" y="9311"/>
                </a:lnTo>
                <a:lnTo>
                  <a:pt x="52736" y="7876"/>
                </a:lnTo>
                <a:lnTo>
                  <a:pt x="51120" y="6551"/>
                </a:lnTo>
                <a:lnTo>
                  <a:pt x="49428" y="5341"/>
                </a:lnTo>
                <a:lnTo>
                  <a:pt x="47666" y="4247"/>
                </a:lnTo>
                <a:lnTo>
                  <a:pt x="45840" y="3273"/>
                </a:lnTo>
                <a:lnTo>
                  <a:pt x="43956" y="2420"/>
                </a:lnTo>
                <a:lnTo>
                  <a:pt x="42021" y="1691"/>
                </a:lnTo>
                <a:lnTo>
                  <a:pt x="40041" y="1089"/>
                </a:lnTo>
                <a:lnTo>
                  <a:pt x="38022" y="616"/>
                </a:lnTo>
                <a:lnTo>
                  <a:pt x="35969" y="275"/>
                </a:lnTo>
                <a:lnTo>
                  <a:pt x="33890" y="69"/>
                </a:lnTo>
                <a:lnTo>
                  <a:pt x="31791" y="0"/>
                </a:lnTo>
                <a:lnTo>
                  <a:pt x="29691" y="69"/>
                </a:lnTo>
                <a:lnTo>
                  <a:pt x="27612" y="275"/>
                </a:lnTo>
                <a:lnTo>
                  <a:pt x="25560" y="616"/>
                </a:lnTo>
                <a:lnTo>
                  <a:pt x="23540" y="1089"/>
                </a:lnTo>
                <a:lnTo>
                  <a:pt x="21560" y="1691"/>
                </a:lnTo>
                <a:lnTo>
                  <a:pt x="19625" y="2420"/>
                </a:lnTo>
                <a:lnTo>
                  <a:pt x="17741" y="3273"/>
                </a:lnTo>
                <a:lnTo>
                  <a:pt x="15915" y="4247"/>
                </a:lnTo>
                <a:lnTo>
                  <a:pt x="14153" y="5341"/>
                </a:lnTo>
                <a:lnTo>
                  <a:pt x="12461" y="6551"/>
                </a:lnTo>
                <a:lnTo>
                  <a:pt x="10845" y="7876"/>
                </a:lnTo>
                <a:lnTo>
                  <a:pt x="9311" y="9311"/>
                </a:lnTo>
                <a:lnTo>
                  <a:pt x="7876" y="10845"/>
                </a:lnTo>
                <a:lnTo>
                  <a:pt x="6552" y="12461"/>
                </a:lnTo>
                <a:lnTo>
                  <a:pt x="5341" y="14153"/>
                </a:lnTo>
                <a:lnTo>
                  <a:pt x="4248" y="15915"/>
                </a:lnTo>
                <a:lnTo>
                  <a:pt x="3273" y="17741"/>
                </a:lnTo>
                <a:lnTo>
                  <a:pt x="2420" y="19625"/>
                </a:lnTo>
                <a:lnTo>
                  <a:pt x="1691" y="21560"/>
                </a:lnTo>
                <a:lnTo>
                  <a:pt x="1089" y="23540"/>
                </a:lnTo>
                <a:lnTo>
                  <a:pt x="617" y="25560"/>
                </a:lnTo>
                <a:lnTo>
                  <a:pt x="276" y="27612"/>
                </a:lnTo>
                <a:lnTo>
                  <a:pt x="69" y="29691"/>
                </a:lnTo>
                <a:lnTo>
                  <a:pt x="0" y="31790"/>
                </a:lnTo>
                <a:lnTo>
                  <a:pt x="69" y="33890"/>
                </a:lnTo>
                <a:lnTo>
                  <a:pt x="276" y="35969"/>
                </a:lnTo>
                <a:lnTo>
                  <a:pt x="617" y="38021"/>
                </a:lnTo>
                <a:lnTo>
                  <a:pt x="1089" y="40041"/>
                </a:lnTo>
                <a:lnTo>
                  <a:pt x="1691" y="42021"/>
                </a:lnTo>
                <a:lnTo>
                  <a:pt x="2420" y="43956"/>
                </a:lnTo>
                <a:lnTo>
                  <a:pt x="3273" y="45840"/>
                </a:lnTo>
                <a:lnTo>
                  <a:pt x="4248" y="47666"/>
                </a:lnTo>
                <a:lnTo>
                  <a:pt x="5341" y="49428"/>
                </a:lnTo>
                <a:lnTo>
                  <a:pt x="6552" y="51120"/>
                </a:lnTo>
                <a:lnTo>
                  <a:pt x="7876" y="52736"/>
                </a:lnTo>
                <a:lnTo>
                  <a:pt x="9311" y="54270"/>
                </a:lnTo>
                <a:lnTo>
                  <a:pt x="10845" y="55705"/>
                </a:lnTo>
                <a:lnTo>
                  <a:pt x="12461" y="57030"/>
                </a:lnTo>
                <a:lnTo>
                  <a:pt x="14153" y="58240"/>
                </a:lnTo>
                <a:lnTo>
                  <a:pt x="15915" y="59334"/>
                </a:lnTo>
                <a:lnTo>
                  <a:pt x="17741" y="60308"/>
                </a:lnTo>
                <a:lnTo>
                  <a:pt x="19625" y="61161"/>
                </a:lnTo>
                <a:lnTo>
                  <a:pt x="21560" y="61890"/>
                </a:lnTo>
                <a:lnTo>
                  <a:pt x="23540" y="62492"/>
                </a:lnTo>
                <a:lnTo>
                  <a:pt x="25560" y="62965"/>
                </a:lnTo>
                <a:lnTo>
                  <a:pt x="27612" y="63306"/>
                </a:lnTo>
                <a:lnTo>
                  <a:pt x="29691" y="63512"/>
                </a:lnTo>
                <a:lnTo>
                  <a:pt x="31791" y="63581"/>
                </a:lnTo>
                <a:close/>
              </a:path>
            </a:pathLst>
          </a:custGeom>
          <a:solidFill>
            <a:srgbClr val="FFFFFF"/>
          </a:solidFill>
          <a:ln w="141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path 237"/>
          <p:cNvSpPr/>
          <p:nvPr/>
        </p:nvSpPr>
        <p:spPr>
          <a:xfrm>
            <a:off x="10247300" y="3768191"/>
            <a:ext cx="75004" cy="71333"/>
          </a:xfrm>
          <a:custGeom>
            <a:avLst/>
            <a:gdLst/>
            <a:ahLst/>
            <a:cxnLst/>
            <a:rect l="l" t="t" r="r" b="b"/>
            <a:pathLst>
              <a:path w="75004" h="71333">
                <a:moveTo>
                  <a:pt x="37502" y="0"/>
                </a:moveTo>
                <a:lnTo>
                  <a:pt x="28649" y="27247"/>
                </a:lnTo>
                <a:lnTo>
                  <a:pt x="0" y="27247"/>
                </a:lnTo>
                <a:lnTo>
                  <a:pt x="23177" y="44086"/>
                </a:lnTo>
                <a:lnTo>
                  <a:pt x="14325" y="71333"/>
                </a:lnTo>
                <a:lnTo>
                  <a:pt x="37502" y="54493"/>
                </a:lnTo>
                <a:lnTo>
                  <a:pt x="60679" y="71333"/>
                </a:lnTo>
                <a:lnTo>
                  <a:pt x="51826" y="44086"/>
                </a:lnTo>
                <a:lnTo>
                  <a:pt x="75004" y="27247"/>
                </a:lnTo>
                <a:lnTo>
                  <a:pt x="46355" y="27247"/>
                </a:lnTo>
                <a:lnTo>
                  <a:pt x="37502" y="0"/>
                </a:lnTo>
                <a:close/>
              </a:path>
            </a:pathLst>
          </a:custGeom>
          <a:solidFill>
            <a:srgbClr val="FF9500"/>
          </a:solidFill>
          <a:ln w="1763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path 238"/>
          <p:cNvSpPr/>
          <p:nvPr/>
        </p:nvSpPr>
        <p:spPr>
          <a:xfrm>
            <a:off x="9215375" y="3851306"/>
            <a:ext cx="29734" cy="30174"/>
          </a:xfrm>
          <a:custGeom>
            <a:avLst/>
            <a:gdLst/>
            <a:ahLst/>
            <a:cxnLst/>
            <a:rect l="l" t="t" r="r" b="b"/>
            <a:pathLst>
              <a:path w="29734" h="30174">
                <a:moveTo>
                  <a:pt x="0" y="30174"/>
                </a:moveTo>
                <a:lnTo>
                  <a:pt x="3482" y="26640"/>
                </a:lnTo>
                <a:lnTo>
                  <a:pt x="6782" y="23292"/>
                </a:lnTo>
                <a:lnTo>
                  <a:pt x="9898" y="20129"/>
                </a:lnTo>
                <a:lnTo>
                  <a:pt x="12833" y="17151"/>
                </a:lnTo>
                <a:lnTo>
                  <a:pt x="15584" y="14359"/>
                </a:lnTo>
                <a:lnTo>
                  <a:pt x="18154" y="11751"/>
                </a:lnTo>
                <a:lnTo>
                  <a:pt x="20540" y="9330"/>
                </a:lnTo>
                <a:lnTo>
                  <a:pt x="22744" y="7093"/>
                </a:lnTo>
                <a:lnTo>
                  <a:pt x="24766" y="5042"/>
                </a:lnTo>
                <a:lnTo>
                  <a:pt x="26604" y="3176"/>
                </a:lnTo>
                <a:lnTo>
                  <a:pt x="28261" y="1495"/>
                </a:lnTo>
                <a:lnTo>
                  <a:pt x="29734" y="0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path 239"/>
          <p:cNvSpPr/>
          <p:nvPr/>
        </p:nvSpPr>
        <p:spPr>
          <a:xfrm>
            <a:off x="9198838" y="3851306"/>
            <a:ext cx="46271" cy="46498"/>
          </a:xfrm>
          <a:custGeom>
            <a:avLst/>
            <a:gdLst/>
            <a:ahLst/>
            <a:cxnLst/>
            <a:rect l="l" t="t" r="r" b="b"/>
            <a:pathLst>
              <a:path w="46271" h="46498">
                <a:moveTo>
                  <a:pt x="0" y="15802"/>
                </a:moveTo>
                <a:lnTo>
                  <a:pt x="46271" y="0"/>
                </a:lnTo>
                <a:lnTo>
                  <a:pt x="31150" y="46498"/>
                </a:lnTo>
                <a:lnTo>
                  <a:pt x="0" y="15802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path 240"/>
          <p:cNvSpPr/>
          <p:nvPr/>
        </p:nvSpPr>
        <p:spPr>
          <a:xfrm>
            <a:off x="9882458" y="3913426"/>
            <a:ext cx="37018" cy="22544"/>
          </a:xfrm>
          <a:custGeom>
            <a:avLst/>
            <a:gdLst/>
            <a:ahLst/>
            <a:cxnLst/>
            <a:rect l="l" t="t" r="r" b="b"/>
            <a:pathLst>
              <a:path w="37018" h="22544">
                <a:moveTo>
                  <a:pt x="0" y="0"/>
                </a:moveTo>
                <a:lnTo>
                  <a:pt x="4307" y="2623"/>
                </a:lnTo>
                <a:lnTo>
                  <a:pt x="8391" y="5110"/>
                </a:lnTo>
                <a:lnTo>
                  <a:pt x="12254" y="7463"/>
                </a:lnTo>
                <a:lnTo>
                  <a:pt x="15894" y="9680"/>
                </a:lnTo>
                <a:lnTo>
                  <a:pt x="19312" y="11761"/>
                </a:lnTo>
                <a:lnTo>
                  <a:pt x="22508" y="13708"/>
                </a:lnTo>
                <a:lnTo>
                  <a:pt x="25482" y="15519"/>
                </a:lnTo>
                <a:lnTo>
                  <a:pt x="28234" y="17194"/>
                </a:lnTo>
                <a:lnTo>
                  <a:pt x="30763" y="18735"/>
                </a:lnTo>
                <a:lnTo>
                  <a:pt x="33070" y="20140"/>
                </a:lnTo>
                <a:lnTo>
                  <a:pt x="35155" y="21410"/>
                </a:lnTo>
                <a:lnTo>
                  <a:pt x="37018" y="22544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path 241"/>
          <p:cNvSpPr/>
          <p:nvPr/>
        </p:nvSpPr>
        <p:spPr>
          <a:xfrm>
            <a:off x="9870751" y="3894547"/>
            <a:ext cx="48725" cy="41423"/>
          </a:xfrm>
          <a:custGeom>
            <a:avLst/>
            <a:gdLst/>
            <a:ahLst/>
            <a:cxnLst/>
            <a:rect l="l" t="t" r="r" b="b"/>
            <a:pathLst>
              <a:path w="48725" h="41423">
                <a:moveTo>
                  <a:pt x="22747" y="0"/>
                </a:moveTo>
                <a:lnTo>
                  <a:pt x="48725" y="41423"/>
                </a:lnTo>
                <a:lnTo>
                  <a:pt x="0" y="37352"/>
                </a:lnTo>
                <a:lnTo>
                  <a:pt x="22747" y="0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path 242"/>
          <p:cNvSpPr/>
          <p:nvPr/>
        </p:nvSpPr>
        <p:spPr>
          <a:xfrm>
            <a:off x="9362896" y="3606941"/>
            <a:ext cx="41817" cy="10949"/>
          </a:xfrm>
          <a:custGeom>
            <a:avLst/>
            <a:gdLst/>
            <a:ahLst/>
            <a:cxnLst/>
            <a:rect l="l" t="t" r="r" b="b"/>
            <a:pathLst>
              <a:path w="41817" h="10949">
                <a:moveTo>
                  <a:pt x="0" y="0"/>
                </a:moveTo>
                <a:lnTo>
                  <a:pt x="4869" y="1275"/>
                </a:lnTo>
                <a:lnTo>
                  <a:pt x="9486" y="2484"/>
                </a:lnTo>
                <a:lnTo>
                  <a:pt x="13852" y="3627"/>
                </a:lnTo>
                <a:lnTo>
                  <a:pt x="17966" y="4704"/>
                </a:lnTo>
                <a:lnTo>
                  <a:pt x="21828" y="5715"/>
                </a:lnTo>
                <a:lnTo>
                  <a:pt x="25438" y="6661"/>
                </a:lnTo>
                <a:lnTo>
                  <a:pt x="28797" y="7540"/>
                </a:lnTo>
                <a:lnTo>
                  <a:pt x="31905" y="8354"/>
                </a:lnTo>
                <a:lnTo>
                  <a:pt x="34760" y="9101"/>
                </a:lnTo>
                <a:lnTo>
                  <a:pt x="37364" y="9783"/>
                </a:lnTo>
                <a:lnTo>
                  <a:pt x="39716" y="10399"/>
                </a:lnTo>
                <a:lnTo>
                  <a:pt x="41817" y="10949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path 243"/>
          <p:cNvSpPr/>
          <p:nvPr/>
        </p:nvSpPr>
        <p:spPr>
          <a:xfrm>
            <a:off x="9356867" y="3585659"/>
            <a:ext cx="47846" cy="42307"/>
          </a:xfrm>
          <a:custGeom>
            <a:avLst/>
            <a:gdLst/>
            <a:ahLst/>
            <a:cxnLst/>
            <a:rect l="l" t="t" r="r" b="b"/>
            <a:pathLst>
              <a:path w="47846" h="42307">
                <a:moveTo>
                  <a:pt x="11077" y="0"/>
                </a:moveTo>
                <a:lnTo>
                  <a:pt x="47846" y="32231"/>
                </a:lnTo>
                <a:lnTo>
                  <a:pt x="0" y="42307"/>
                </a:lnTo>
                <a:lnTo>
                  <a:pt x="11077" y="0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path 244"/>
          <p:cNvSpPr/>
          <p:nvPr/>
        </p:nvSpPr>
        <p:spPr>
          <a:xfrm>
            <a:off x="10024874" y="3796727"/>
            <a:ext cx="43777" cy="1781"/>
          </a:xfrm>
          <a:custGeom>
            <a:avLst/>
            <a:gdLst/>
            <a:ahLst/>
            <a:cxnLst/>
            <a:rect l="l" t="t" r="r" b="b"/>
            <a:pathLst>
              <a:path w="43777" h="1781">
                <a:moveTo>
                  <a:pt x="0" y="1781"/>
                </a:moveTo>
                <a:lnTo>
                  <a:pt x="5077" y="1574"/>
                </a:lnTo>
                <a:lnTo>
                  <a:pt x="9895" y="1378"/>
                </a:lnTo>
                <a:lnTo>
                  <a:pt x="14453" y="1193"/>
                </a:lnTo>
                <a:lnTo>
                  <a:pt x="18751" y="1018"/>
                </a:lnTo>
                <a:lnTo>
                  <a:pt x="22789" y="854"/>
                </a:lnTo>
                <a:lnTo>
                  <a:pt x="26567" y="700"/>
                </a:lnTo>
                <a:lnTo>
                  <a:pt x="30085" y="557"/>
                </a:lnTo>
                <a:lnTo>
                  <a:pt x="33343" y="424"/>
                </a:lnTo>
                <a:lnTo>
                  <a:pt x="36342" y="302"/>
                </a:lnTo>
                <a:lnTo>
                  <a:pt x="39080" y="191"/>
                </a:lnTo>
                <a:lnTo>
                  <a:pt x="41559" y="90"/>
                </a:lnTo>
                <a:lnTo>
                  <a:pt x="43777" y="0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path 245"/>
          <p:cNvSpPr/>
          <p:nvPr/>
        </p:nvSpPr>
        <p:spPr>
          <a:xfrm>
            <a:off x="10024065" y="3776656"/>
            <a:ext cx="44586" cy="43697"/>
          </a:xfrm>
          <a:custGeom>
            <a:avLst/>
            <a:gdLst/>
            <a:ahLst/>
            <a:cxnLst/>
            <a:rect l="l" t="t" r="r" b="b"/>
            <a:pathLst>
              <a:path w="44586" h="43697">
                <a:moveTo>
                  <a:pt x="0" y="0"/>
                </a:moveTo>
                <a:lnTo>
                  <a:pt x="44586" y="20071"/>
                </a:lnTo>
                <a:lnTo>
                  <a:pt x="1778" y="43697"/>
                </a:lnTo>
                <a:lnTo>
                  <a:pt x="0" y="0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path 246"/>
          <p:cNvSpPr/>
          <p:nvPr/>
        </p:nvSpPr>
        <p:spPr>
          <a:xfrm>
            <a:off x="9529407" y="3807254"/>
            <a:ext cx="43798" cy="669"/>
          </a:xfrm>
          <a:custGeom>
            <a:avLst/>
            <a:gdLst/>
            <a:ahLst/>
            <a:cxnLst/>
            <a:rect l="l" t="t" r="r" b="b"/>
            <a:pathLst>
              <a:path w="43798" h="669">
                <a:moveTo>
                  <a:pt x="0" y="669"/>
                </a:moveTo>
                <a:lnTo>
                  <a:pt x="5081" y="591"/>
                </a:lnTo>
                <a:lnTo>
                  <a:pt x="9901" y="518"/>
                </a:lnTo>
                <a:lnTo>
                  <a:pt x="14461" y="448"/>
                </a:lnTo>
                <a:lnTo>
                  <a:pt x="18761" y="382"/>
                </a:lnTo>
                <a:lnTo>
                  <a:pt x="22801" y="321"/>
                </a:lnTo>
                <a:lnTo>
                  <a:pt x="26581" y="263"/>
                </a:lnTo>
                <a:lnTo>
                  <a:pt x="30101" y="209"/>
                </a:lnTo>
                <a:lnTo>
                  <a:pt x="33361" y="159"/>
                </a:lnTo>
                <a:lnTo>
                  <a:pt x="36360" y="113"/>
                </a:lnTo>
                <a:lnTo>
                  <a:pt x="39100" y="71"/>
                </a:lnTo>
                <a:lnTo>
                  <a:pt x="41579" y="34"/>
                </a:lnTo>
                <a:lnTo>
                  <a:pt x="43798" y="0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path 247"/>
          <p:cNvSpPr/>
          <p:nvPr/>
        </p:nvSpPr>
        <p:spPr>
          <a:xfrm>
            <a:off x="9529143" y="3786058"/>
            <a:ext cx="44062" cy="43728"/>
          </a:xfrm>
          <a:custGeom>
            <a:avLst/>
            <a:gdLst/>
            <a:ahLst/>
            <a:cxnLst/>
            <a:rect l="l" t="t" r="r" b="b"/>
            <a:pathLst>
              <a:path w="44062" h="43728">
                <a:moveTo>
                  <a:pt x="0" y="0"/>
                </a:moveTo>
                <a:lnTo>
                  <a:pt x="44062" y="21196"/>
                </a:lnTo>
                <a:lnTo>
                  <a:pt x="668" y="43728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path 248"/>
          <p:cNvSpPr/>
          <p:nvPr/>
        </p:nvSpPr>
        <p:spPr>
          <a:xfrm>
            <a:off x="10075370" y="3803260"/>
            <a:ext cx="42192" cy="892"/>
          </a:xfrm>
          <a:custGeom>
            <a:avLst/>
            <a:gdLst/>
            <a:ahLst/>
            <a:cxnLst/>
            <a:rect l="l" t="t" r="r" b="b"/>
            <a:pathLst>
              <a:path w="42192" h="892">
                <a:moveTo>
                  <a:pt x="0" y="0"/>
                </a:moveTo>
                <a:lnTo>
                  <a:pt x="4946" y="104"/>
                </a:lnTo>
                <a:lnTo>
                  <a:pt x="9633" y="203"/>
                </a:lnTo>
                <a:lnTo>
                  <a:pt x="14059" y="297"/>
                </a:lnTo>
                <a:lnTo>
                  <a:pt x="18225" y="385"/>
                </a:lnTo>
                <a:lnTo>
                  <a:pt x="22131" y="468"/>
                </a:lnTo>
                <a:lnTo>
                  <a:pt x="25777" y="545"/>
                </a:lnTo>
                <a:lnTo>
                  <a:pt x="29163" y="616"/>
                </a:lnTo>
                <a:lnTo>
                  <a:pt x="32289" y="682"/>
                </a:lnTo>
                <a:lnTo>
                  <a:pt x="35155" y="743"/>
                </a:lnTo>
                <a:lnTo>
                  <a:pt x="37761" y="798"/>
                </a:lnTo>
                <a:lnTo>
                  <a:pt x="40106" y="848"/>
                </a:lnTo>
                <a:lnTo>
                  <a:pt x="42192" y="892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path 249"/>
          <p:cNvSpPr/>
          <p:nvPr/>
        </p:nvSpPr>
        <p:spPr>
          <a:xfrm>
            <a:off x="10073377" y="3781366"/>
            <a:ext cx="44185" cy="43723"/>
          </a:xfrm>
          <a:custGeom>
            <a:avLst/>
            <a:gdLst/>
            <a:ahLst/>
            <a:cxnLst/>
            <a:rect l="l" t="t" r="r" b="b"/>
            <a:pathLst>
              <a:path w="44185" h="43723">
                <a:moveTo>
                  <a:pt x="924" y="0"/>
                </a:moveTo>
                <a:lnTo>
                  <a:pt x="44185" y="22786"/>
                </a:lnTo>
                <a:lnTo>
                  <a:pt x="0" y="43723"/>
                </a:lnTo>
                <a:lnTo>
                  <a:pt x="924" y="0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path 250"/>
          <p:cNvSpPr/>
          <p:nvPr/>
        </p:nvSpPr>
        <p:spPr>
          <a:xfrm>
            <a:off x="9749014" y="3804174"/>
            <a:ext cx="44107" cy="598"/>
          </a:xfrm>
          <a:custGeom>
            <a:avLst/>
            <a:gdLst/>
            <a:ahLst/>
            <a:cxnLst/>
            <a:rect l="l" t="t" r="r" b="b"/>
            <a:pathLst>
              <a:path w="44107" h="598">
                <a:moveTo>
                  <a:pt x="0" y="598"/>
                </a:moveTo>
                <a:lnTo>
                  <a:pt x="5106" y="529"/>
                </a:lnTo>
                <a:lnTo>
                  <a:pt x="9952" y="463"/>
                </a:lnTo>
                <a:lnTo>
                  <a:pt x="14538" y="401"/>
                </a:lnTo>
                <a:lnTo>
                  <a:pt x="18864" y="342"/>
                </a:lnTo>
                <a:lnTo>
                  <a:pt x="22930" y="287"/>
                </a:lnTo>
                <a:lnTo>
                  <a:pt x="26735" y="236"/>
                </a:lnTo>
                <a:lnTo>
                  <a:pt x="30281" y="188"/>
                </a:lnTo>
                <a:lnTo>
                  <a:pt x="33566" y="143"/>
                </a:lnTo>
                <a:lnTo>
                  <a:pt x="36591" y="102"/>
                </a:lnTo>
                <a:lnTo>
                  <a:pt x="39357" y="65"/>
                </a:lnTo>
                <a:lnTo>
                  <a:pt x="41862" y="31"/>
                </a:lnTo>
                <a:lnTo>
                  <a:pt x="44107" y="0"/>
                </a:lnTo>
              </a:path>
            </a:pathLst>
          </a:custGeom>
          <a:noFill/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path 251"/>
          <p:cNvSpPr/>
          <p:nvPr/>
        </p:nvSpPr>
        <p:spPr>
          <a:xfrm>
            <a:off x="9749095" y="3782903"/>
            <a:ext cx="44026" cy="43729"/>
          </a:xfrm>
          <a:custGeom>
            <a:avLst/>
            <a:gdLst/>
            <a:ahLst/>
            <a:cxnLst/>
            <a:rect l="l" t="t" r="r" b="b"/>
            <a:pathLst>
              <a:path w="44026" h="43729">
                <a:moveTo>
                  <a:pt x="0" y="0"/>
                </a:moveTo>
                <a:lnTo>
                  <a:pt x="44026" y="21271"/>
                </a:lnTo>
                <a:lnTo>
                  <a:pt x="593" y="43729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6" name="Picture 30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84009" y="4375817"/>
            <a:ext cx="1608542" cy="988104"/>
          </a:xfrm>
          <a:prstGeom prst="rect">
            <a:avLst/>
          </a:prstGeom>
        </p:spPr>
      </p:pic>
      <p:sp>
        <p:nvSpPr>
          <p:cNvPr id="307" name="Editable path 252"/>
          <p:cNvSpPr/>
          <p:nvPr/>
        </p:nvSpPr>
        <p:spPr>
          <a:xfrm>
            <a:off x="1715268" y="4415004"/>
            <a:ext cx="786591" cy="161123"/>
          </a:xfrm>
          <a:custGeom>
            <a:avLst/>
            <a:gdLst/>
            <a:ahLst/>
            <a:cxnLst/>
            <a:rect l="l" t="t" r="r" b="b"/>
            <a:pathLst>
              <a:path w="786591" h="161123">
                <a:moveTo>
                  <a:pt x="25041" y="161123"/>
                </a:moveTo>
                <a:lnTo>
                  <a:pt x="761551" y="161123"/>
                </a:lnTo>
                <a:lnTo>
                  <a:pt x="765550" y="160949"/>
                </a:lnTo>
                <a:lnTo>
                  <a:pt x="769202" y="160427"/>
                </a:lnTo>
                <a:lnTo>
                  <a:pt x="772506" y="159558"/>
                </a:lnTo>
                <a:lnTo>
                  <a:pt x="775462" y="158340"/>
                </a:lnTo>
                <a:lnTo>
                  <a:pt x="778070" y="156775"/>
                </a:lnTo>
                <a:lnTo>
                  <a:pt x="780331" y="154862"/>
                </a:lnTo>
                <a:lnTo>
                  <a:pt x="782244" y="152602"/>
                </a:lnTo>
                <a:lnTo>
                  <a:pt x="783809" y="149993"/>
                </a:lnTo>
                <a:lnTo>
                  <a:pt x="785026" y="147037"/>
                </a:lnTo>
                <a:lnTo>
                  <a:pt x="785896" y="143733"/>
                </a:lnTo>
                <a:lnTo>
                  <a:pt x="786417" y="140081"/>
                </a:lnTo>
                <a:lnTo>
                  <a:pt x="786591" y="136082"/>
                </a:lnTo>
                <a:lnTo>
                  <a:pt x="786591" y="25040"/>
                </a:lnTo>
                <a:lnTo>
                  <a:pt x="786417" y="21041"/>
                </a:lnTo>
                <a:lnTo>
                  <a:pt x="785896" y="17389"/>
                </a:lnTo>
                <a:lnTo>
                  <a:pt x="785026" y="14085"/>
                </a:lnTo>
                <a:lnTo>
                  <a:pt x="783809" y="11129"/>
                </a:lnTo>
                <a:lnTo>
                  <a:pt x="782244" y="8520"/>
                </a:lnTo>
                <a:lnTo>
                  <a:pt x="780331" y="6260"/>
                </a:lnTo>
                <a:lnTo>
                  <a:pt x="778070" y="4347"/>
                </a:lnTo>
                <a:lnTo>
                  <a:pt x="775462" y="2782"/>
                </a:lnTo>
                <a:lnTo>
                  <a:pt x="772506" y="1565"/>
                </a:lnTo>
                <a:lnTo>
                  <a:pt x="769202" y="695"/>
                </a:lnTo>
                <a:lnTo>
                  <a:pt x="765550" y="173"/>
                </a:lnTo>
                <a:lnTo>
                  <a:pt x="761551" y="0"/>
                </a:lnTo>
                <a:lnTo>
                  <a:pt x="25041" y="0"/>
                </a:lnTo>
                <a:lnTo>
                  <a:pt x="21041" y="173"/>
                </a:lnTo>
                <a:lnTo>
                  <a:pt x="17389" y="695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0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0"/>
                </a:lnTo>
                <a:lnTo>
                  <a:pt x="0" y="136082"/>
                </a:lnTo>
                <a:lnTo>
                  <a:pt x="174" y="140081"/>
                </a:lnTo>
                <a:lnTo>
                  <a:pt x="696" y="143733"/>
                </a:lnTo>
                <a:lnTo>
                  <a:pt x="1565" y="147037"/>
                </a:lnTo>
                <a:lnTo>
                  <a:pt x="2782" y="149993"/>
                </a:lnTo>
                <a:lnTo>
                  <a:pt x="4347" y="152602"/>
                </a:lnTo>
                <a:lnTo>
                  <a:pt x="6260" y="154862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5" y="159558"/>
                </a:lnTo>
                <a:lnTo>
                  <a:pt x="17389" y="160427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740308" y="4421857"/>
            <a:ext cx="764995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Acquire · 8.0 s</a:t>
            </a:r>
          </a:p>
        </p:txBody>
      </p:sp>
      <p:sp>
        <p:nvSpPr>
          <p:cNvPr id="309" name="Editable path 253"/>
          <p:cNvSpPr/>
          <p:nvPr/>
        </p:nvSpPr>
        <p:spPr>
          <a:xfrm>
            <a:off x="2677475" y="5080487"/>
            <a:ext cx="597998" cy="280029"/>
          </a:xfrm>
          <a:custGeom>
            <a:avLst/>
            <a:gdLst/>
            <a:ahLst/>
            <a:cxnLst/>
            <a:rect l="l" t="t" r="r" b="b"/>
            <a:pathLst>
              <a:path w="597998" h="280029">
                <a:moveTo>
                  <a:pt x="0" y="0"/>
                </a:moveTo>
                <a:lnTo>
                  <a:pt x="597998" y="0"/>
                </a:lnTo>
                <a:lnTo>
                  <a:pt x="597998" y="280029"/>
                </a:lnTo>
                <a:lnTo>
                  <a:pt x="0" y="280029"/>
                </a:lnTo>
                <a:lnTo>
                  <a:pt x="0" y="0"/>
                </a:lnTo>
                <a:close/>
              </a:path>
            </a:pathLst>
          </a:custGeom>
          <a:solidFill>
            <a:srgbClr val="EEF0F3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2708652" y="5096981"/>
            <a:ext cx="569709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Workshop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966554" y="5205818"/>
            <a:ext cx="309736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1" i="0">
                <a:solidFill>
                  <a:srgbClr val="2B2B2B"/>
                </a:solidFill>
                <a:latin typeface="Times New Roman"/>
              </a:rPr>
              <a:t>beam</a:t>
            </a:r>
          </a:p>
        </p:txBody>
      </p:sp>
      <p:pic>
        <p:nvPicPr>
          <p:cNvPr id="312" name="Picture 31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87846" y="4375817"/>
            <a:ext cx="1608542" cy="988104"/>
          </a:xfrm>
          <a:prstGeom prst="rect">
            <a:avLst/>
          </a:prstGeom>
        </p:spPr>
      </p:pic>
      <p:sp>
        <p:nvSpPr>
          <p:cNvPr id="313" name="Editable path 254"/>
          <p:cNvSpPr/>
          <p:nvPr/>
        </p:nvSpPr>
        <p:spPr>
          <a:xfrm>
            <a:off x="3519105" y="4415004"/>
            <a:ext cx="633117" cy="161123"/>
          </a:xfrm>
          <a:custGeom>
            <a:avLst/>
            <a:gdLst/>
            <a:ahLst/>
            <a:cxnLst/>
            <a:rect l="l" t="t" r="r" b="b"/>
            <a:pathLst>
              <a:path w="633117" h="161123">
                <a:moveTo>
                  <a:pt x="25041" y="161123"/>
                </a:moveTo>
                <a:lnTo>
                  <a:pt x="608077" y="161123"/>
                </a:lnTo>
                <a:lnTo>
                  <a:pt x="612076" y="160949"/>
                </a:lnTo>
                <a:lnTo>
                  <a:pt x="615728" y="160427"/>
                </a:lnTo>
                <a:lnTo>
                  <a:pt x="619032" y="159558"/>
                </a:lnTo>
                <a:lnTo>
                  <a:pt x="621988" y="158340"/>
                </a:lnTo>
                <a:lnTo>
                  <a:pt x="624597" y="156775"/>
                </a:lnTo>
                <a:lnTo>
                  <a:pt x="626857" y="154862"/>
                </a:lnTo>
                <a:lnTo>
                  <a:pt x="628770" y="152602"/>
                </a:lnTo>
                <a:lnTo>
                  <a:pt x="630335" y="149993"/>
                </a:lnTo>
                <a:lnTo>
                  <a:pt x="631552" y="147037"/>
                </a:lnTo>
                <a:lnTo>
                  <a:pt x="632422" y="143733"/>
                </a:lnTo>
                <a:lnTo>
                  <a:pt x="632943" y="140081"/>
                </a:lnTo>
                <a:lnTo>
                  <a:pt x="633117" y="136082"/>
                </a:lnTo>
                <a:lnTo>
                  <a:pt x="633117" y="25040"/>
                </a:lnTo>
                <a:lnTo>
                  <a:pt x="632943" y="21041"/>
                </a:lnTo>
                <a:lnTo>
                  <a:pt x="632422" y="17389"/>
                </a:lnTo>
                <a:lnTo>
                  <a:pt x="631552" y="14085"/>
                </a:lnTo>
                <a:lnTo>
                  <a:pt x="630335" y="11129"/>
                </a:lnTo>
                <a:lnTo>
                  <a:pt x="628770" y="8520"/>
                </a:lnTo>
                <a:lnTo>
                  <a:pt x="626857" y="6260"/>
                </a:lnTo>
                <a:lnTo>
                  <a:pt x="624597" y="4347"/>
                </a:lnTo>
                <a:lnTo>
                  <a:pt x="621988" y="2782"/>
                </a:lnTo>
                <a:lnTo>
                  <a:pt x="619032" y="1565"/>
                </a:lnTo>
                <a:lnTo>
                  <a:pt x="615728" y="695"/>
                </a:lnTo>
                <a:lnTo>
                  <a:pt x="612076" y="173"/>
                </a:lnTo>
                <a:lnTo>
                  <a:pt x="608077" y="0"/>
                </a:lnTo>
                <a:lnTo>
                  <a:pt x="25041" y="0"/>
                </a:lnTo>
                <a:lnTo>
                  <a:pt x="21041" y="173"/>
                </a:lnTo>
                <a:lnTo>
                  <a:pt x="17389" y="695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0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0"/>
                </a:lnTo>
                <a:lnTo>
                  <a:pt x="0" y="136082"/>
                </a:lnTo>
                <a:lnTo>
                  <a:pt x="174" y="140081"/>
                </a:lnTo>
                <a:lnTo>
                  <a:pt x="696" y="143733"/>
                </a:lnTo>
                <a:lnTo>
                  <a:pt x="1565" y="147037"/>
                </a:lnTo>
                <a:lnTo>
                  <a:pt x="2782" y="149993"/>
                </a:lnTo>
                <a:lnTo>
                  <a:pt x="4347" y="152602"/>
                </a:lnTo>
                <a:lnTo>
                  <a:pt x="6260" y="154862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5" y="159558"/>
                </a:lnTo>
                <a:lnTo>
                  <a:pt x="17389" y="160427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3544145" y="4421857"/>
            <a:ext cx="612121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Lift · 17.8 s</a:t>
            </a:r>
          </a:p>
        </p:txBody>
      </p:sp>
      <p:pic>
        <p:nvPicPr>
          <p:cNvPr id="315" name="Picture 31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91683" y="4375817"/>
            <a:ext cx="1608542" cy="988104"/>
          </a:xfrm>
          <a:prstGeom prst="rect">
            <a:avLst/>
          </a:prstGeom>
        </p:spPr>
      </p:pic>
      <p:sp>
        <p:nvSpPr>
          <p:cNvPr id="316" name="Editable path 255"/>
          <p:cNvSpPr/>
          <p:nvPr/>
        </p:nvSpPr>
        <p:spPr>
          <a:xfrm>
            <a:off x="5322942" y="4415004"/>
            <a:ext cx="911961" cy="161398"/>
          </a:xfrm>
          <a:custGeom>
            <a:avLst/>
            <a:gdLst/>
            <a:ahLst/>
            <a:cxnLst/>
            <a:rect l="l" t="t" r="r" b="b"/>
            <a:pathLst>
              <a:path w="911961" h="161398">
                <a:moveTo>
                  <a:pt x="25041" y="161398"/>
                </a:moveTo>
                <a:lnTo>
                  <a:pt x="886920" y="161398"/>
                </a:lnTo>
                <a:lnTo>
                  <a:pt x="890919" y="161224"/>
                </a:lnTo>
                <a:lnTo>
                  <a:pt x="894571" y="160703"/>
                </a:lnTo>
                <a:lnTo>
                  <a:pt x="897875" y="159833"/>
                </a:lnTo>
                <a:lnTo>
                  <a:pt x="900832" y="158616"/>
                </a:lnTo>
                <a:lnTo>
                  <a:pt x="903440" y="157051"/>
                </a:lnTo>
                <a:lnTo>
                  <a:pt x="905701" y="155138"/>
                </a:lnTo>
                <a:lnTo>
                  <a:pt x="907614" y="152877"/>
                </a:lnTo>
                <a:lnTo>
                  <a:pt x="909179" y="150269"/>
                </a:lnTo>
                <a:lnTo>
                  <a:pt x="910396" y="147313"/>
                </a:lnTo>
                <a:lnTo>
                  <a:pt x="911265" y="144009"/>
                </a:lnTo>
                <a:lnTo>
                  <a:pt x="911787" y="140357"/>
                </a:lnTo>
                <a:lnTo>
                  <a:pt x="911961" y="136357"/>
                </a:lnTo>
                <a:lnTo>
                  <a:pt x="911961" y="25040"/>
                </a:lnTo>
                <a:lnTo>
                  <a:pt x="911787" y="21041"/>
                </a:lnTo>
                <a:lnTo>
                  <a:pt x="911265" y="17389"/>
                </a:lnTo>
                <a:lnTo>
                  <a:pt x="910396" y="14085"/>
                </a:lnTo>
                <a:lnTo>
                  <a:pt x="909179" y="11129"/>
                </a:lnTo>
                <a:lnTo>
                  <a:pt x="907614" y="8520"/>
                </a:lnTo>
                <a:lnTo>
                  <a:pt x="905701" y="6260"/>
                </a:lnTo>
                <a:lnTo>
                  <a:pt x="903440" y="4347"/>
                </a:lnTo>
                <a:lnTo>
                  <a:pt x="900832" y="2782"/>
                </a:lnTo>
                <a:lnTo>
                  <a:pt x="897875" y="1565"/>
                </a:lnTo>
                <a:lnTo>
                  <a:pt x="894571" y="695"/>
                </a:lnTo>
                <a:lnTo>
                  <a:pt x="890919" y="173"/>
                </a:lnTo>
                <a:lnTo>
                  <a:pt x="886920" y="0"/>
                </a:lnTo>
                <a:lnTo>
                  <a:pt x="25041" y="0"/>
                </a:lnTo>
                <a:lnTo>
                  <a:pt x="21041" y="173"/>
                </a:lnTo>
                <a:lnTo>
                  <a:pt x="17389" y="695"/>
                </a:lnTo>
                <a:lnTo>
                  <a:pt x="14085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7" y="8520"/>
                </a:lnTo>
                <a:lnTo>
                  <a:pt x="2782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0"/>
                </a:lnTo>
                <a:lnTo>
                  <a:pt x="0" y="136357"/>
                </a:lnTo>
                <a:lnTo>
                  <a:pt x="174" y="140357"/>
                </a:lnTo>
                <a:lnTo>
                  <a:pt x="696" y="144009"/>
                </a:lnTo>
                <a:lnTo>
                  <a:pt x="1565" y="147313"/>
                </a:lnTo>
                <a:lnTo>
                  <a:pt x="2782" y="150269"/>
                </a:lnTo>
                <a:lnTo>
                  <a:pt x="4347" y="152877"/>
                </a:lnTo>
                <a:lnTo>
                  <a:pt x="6260" y="155138"/>
                </a:lnTo>
                <a:lnTo>
                  <a:pt x="8521" y="157051"/>
                </a:lnTo>
                <a:lnTo>
                  <a:pt x="11129" y="158616"/>
                </a:lnTo>
                <a:lnTo>
                  <a:pt x="14085" y="159833"/>
                </a:lnTo>
                <a:lnTo>
                  <a:pt x="17389" y="160703"/>
                </a:lnTo>
                <a:lnTo>
                  <a:pt x="21041" y="161224"/>
                </a:lnTo>
                <a:lnTo>
                  <a:pt x="25041" y="161398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5347982" y="4421857"/>
            <a:ext cx="890199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Doorway · 78.6 s</a:t>
            </a:r>
          </a:p>
        </p:txBody>
      </p:sp>
      <p:pic>
        <p:nvPicPr>
          <p:cNvPr id="318" name="Picture 31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95520" y="4375817"/>
            <a:ext cx="1608542" cy="988104"/>
          </a:xfrm>
          <a:prstGeom prst="rect">
            <a:avLst/>
          </a:prstGeom>
        </p:spPr>
      </p:pic>
      <p:sp>
        <p:nvSpPr>
          <p:cNvPr id="319" name="Editable path 256"/>
          <p:cNvSpPr/>
          <p:nvPr/>
        </p:nvSpPr>
        <p:spPr>
          <a:xfrm>
            <a:off x="7126779" y="4415004"/>
            <a:ext cx="751598" cy="161123"/>
          </a:xfrm>
          <a:custGeom>
            <a:avLst/>
            <a:gdLst/>
            <a:ahLst/>
            <a:cxnLst/>
            <a:rect l="l" t="t" r="r" b="b"/>
            <a:pathLst>
              <a:path w="751598" h="161123">
                <a:moveTo>
                  <a:pt x="25041" y="161123"/>
                </a:moveTo>
                <a:lnTo>
                  <a:pt x="726557" y="161123"/>
                </a:lnTo>
                <a:lnTo>
                  <a:pt x="730557" y="160949"/>
                </a:lnTo>
                <a:lnTo>
                  <a:pt x="734209" y="160427"/>
                </a:lnTo>
                <a:lnTo>
                  <a:pt x="737513" y="159558"/>
                </a:lnTo>
                <a:lnTo>
                  <a:pt x="740469" y="158340"/>
                </a:lnTo>
                <a:lnTo>
                  <a:pt x="743078" y="156775"/>
                </a:lnTo>
                <a:lnTo>
                  <a:pt x="745338" y="154862"/>
                </a:lnTo>
                <a:lnTo>
                  <a:pt x="747251" y="152602"/>
                </a:lnTo>
                <a:lnTo>
                  <a:pt x="748816" y="149993"/>
                </a:lnTo>
                <a:lnTo>
                  <a:pt x="750033" y="147037"/>
                </a:lnTo>
                <a:lnTo>
                  <a:pt x="750903" y="143733"/>
                </a:lnTo>
                <a:lnTo>
                  <a:pt x="751425" y="140081"/>
                </a:lnTo>
                <a:lnTo>
                  <a:pt x="751598" y="136082"/>
                </a:lnTo>
                <a:lnTo>
                  <a:pt x="751598" y="25040"/>
                </a:lnTo>
                <a:lnTo>
                  <a:pt x="751425" y="21041"/>
                </a:lnTo>
                <a:lnTo>
                  <a:pt x="750903" y="17389"/>
                </a:lnTo>
                <a:lnTo>
                  <a:pt x="750033" y="14085"/>
                </a:lnTo>
                <a:lnTo>
                  <a:pt x="748816" y="11129"/>
                </a:lnTo>
                <a:lnTo>
                  <a:pt x="747251" y="8520"/>
                </a:lnTo>
                <a:lnTo>
                  <a:pt x="745338" y="6260"/>
                </a:lnTo>
                <a:lnTo>
                  <a:pt x="743078" y="4347"/>
                </a:lnTo>
                <a:lnTo>
                  <a:pt x="740469" y="2782"/>
                </a:lnTo>
                <a:lnTo>
                  <a:pt x="737513" y="1565"/>
                </a:lnTo>
                <a:lnTo>
                  <a:pt x="734209" y="695"/>
                </a:lnTo>
                <a:lnTo>
                  <a:pt x="730557" y="173"/>
                </a:lnTo>
                <a:lnTo>
                  <a:pt x="726557" y="0"/>
                </a:lnTo>
                <a:lnTo>
                  <a:pt x="25041" y="0"/>
                </a:lnTo>
                <a:lnTo>
                  <a:pt x="21041" y="173"/>
                </a:lnTo>
                <a:lnTo>
                  <a:pt x="17390" y="695"/>
                </a:lnTo>
                <a:lnTo>
                  <a:pt x="14086" y="1565"/>
                </a:lnTo>
                <a:lnTo>
                  <a:pt x="11129" y="2782"/>
                </a:lnTo>
                <a:lnTo>
                  <a:pt x="8521" y="4347"/>
                </a:lnTo>
                <a:lnTo>
                  <a:pt x="6260" y="6260"/>
                </a:lnTo>
                <a:lnTo>
                  <a:pt x="4348" y="8520"/>
                </a:lnTo>
                <a:lnTo>
                  <a:pt x="2783" y="11129"/>
                </a:lnTo>
                <a:lnTo>
                  <a:pt x="1565" y="14085"/>
                </a:lnTo>
                <a:lnTo>
                  <a:pt x="696" y="17389"/>
                </a:lnTo>
                <a:lnTo>
                  <a:pt x="174" y="21041"/>
                </a:lnTo>
                <a:lnTo>
                  <a:pt x="0" y="25040"/>
                </a:lnTo>
                <a:lnTo>
                  <a:pt x="0" y="136082"/>
                </a:lnTo>
                <a:lnTo>
                  <a:pt x="174" y="140081"/>
                </a:lnTo>
                <a:lnTo>
                  <a:pt x="696" y="143733"/>
                </a:lnTo>
                <a:lnTo>
                  <a:pt x="1565" y="147037"/>
                </a:lnTo>
                <a:lnTo>
                  <a:pt x="2783" y="149993"/>
                </a:lnTo>
                <a:lnTo>
                  <a:pt x="4348" y="152602"/>
                </a:lnTo>
                <a:lnTo>
                  <a:pt x="6260" y="154862"/>
                </a:lnTo>
                <a:lnTo>
                  <a:pt x="8521" y="156775"/>
                </a:lnTo>
                <a:lnTo>
                  <a:pt x="11129" y="158340"/>
                </a:lnTo>
                <a:lnTo>
                  <a:pt x="14086" y="159558"/>
                </a:lnTo>
                <a:lnTo>
                  <a:pt x="17390" y="160427"/>
                </a:lnTo>
                <a:lnTo>
                  <a:pt x="21041" y="160949"/>
                </a:lnTo>
                <a:lnTo>
                  <a:pt x="25041" y="161123"/>
                </a:lnTo>
                <a:close/>
              </a:path>
            </a:pathLst>
          </a:custGeom>
          <a:solidFill>
            <a:srgbClr val="FFF5C8">
              <a:alpha val="96000"/>
            </a:srgbClr>
          </a:solidFill>
          <a:ln w="11462">
            <a:solidFill>
              <a:srgbClr val="FF9500">
                <a:alpha val="9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7151819" y="4421857"/>
            <a:ext cx="730314" cy="1502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2B2B2B"/>
                </a:solidFill>
                <a:latin typeface="Times New Roman"/>
              </a:rPr>
              <a:t>Goal · 123.6 s</a:t>
            </a:r>
          </a:p>
        </p:txBody>
      </p:sp>
      <p:sp>
        <p:nvSpPr>
          <p:cNvPr id="321" name="Editable path 257"/>
          <p:cNvSpPr/>
          <p:nvPr/>
        </p:nvSpPr>
        <p:spPr>
          <a:xfrm>
            <a:off x="8956950" y="4375818"/>
            <a:ext cx="1543914" cy="988104"/>
          </a:xfrm>
          <a:custGeom>
            <a:avLst/>
            <a:gdLst/>
            <a:ahLst/>
            <a:cxnLst/>
            <a:rect l="l" t="t" r="r" b="b"/>
            <a:pathLst>
              <a:path w="1543914" h="988104">
                <a:moveTo>
                  <a:pt x="0" y="0"/>
                </a:moveTo>
                <a:lnTo>
                  <a:pt x="1543914" y="0"/>
                </a:lnTo>
                <a:lnTo>
                  <a:pt x="1543914" y="988104"/>
                </a:lnTo>
                <a:lnTo>
                  <a:pt x="0" y="988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path 258"/>
          <p:cNvSpPr/>
          <p:nvPr/>
        </p:nvSpPr>
        <p:spPr>
          <a:xfrm>
            <a:off x="9719643" y="4947065"/>
            <a:ext cx="18528" cy="424577"/>
          </a:xfrm>
          <a:custGeom>
            <a:avLst/>
            <a:gdLst/>
            <a:ahLst/>
            <a:cxnLst/>
            <a:rect l="l" t="t" r="r" b="b"/>
            <a:pathLst>
              <a:path w="18528" h="424577">
                <a:moveTo>
                  <a:pt x="0" y="0"/>
                </a:moveTo>
                <a:lnTo>
                  <a:pt x="18528" y="0"/>
                </a:lnTo>
                <a:lnTo>
                  <a:pt x="18528" y="424577"/>
                </a:lnTo>
                <a:lnTo>
                  <a:pt x="0" y="42457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path 259"/>
          <p:cNvSpPr/>
          <p:nvPr/>
        </p:nvSpPr>
        <p:spPr>
          <a:xfrm>
            <a:off x="9719643" y="4368098"/>
            <a:ext cx="18528" cy="424576"/>
          </a:xfrm>
          <a:custGeom>
            <a:avLst/>
            <a:gdLst/>
            <a:ahLst/>
            <a:cxnLst/>
            <a:rect l="l" t="t" r="r" b="b"/>
            <a:pathLst>
              <a:path w="18528" h="424576">
                <a:moveTo>
                  <a:pt x="0" y="0"/>
                </a:moveTo>
                <a:lnTo>
                  <a:pt x="18528" y="0"/>
                </a:lnTo>
                <a:lnTo>
                  <a:pt x="18528" y="424576"/>
                </a:lnTo>
                <a:lnTo>
                  <a:pt x="0" y="42457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path 260"/>
          <p:cNvSpPr/>
          <p:nvPr/>
        </p:nvSpPr>
        <p:spPr>
          <a:xfrm>
            <a:off x="9719643" y="4792674"/>
            <a:ext cx="18528" cy="154391"/>
          </a:xfrm>
          <a:custGeom>
            <a:avLst/>
            <a:gdLst/>
            <a:ahLst/>
            <a:cxnLst/>
            <a:rect l="l" t="t" r="r" b="b"/>
            <a:pathLst>
              <a:path w="18528" h="154391">
                <a:moveTo>
                  <a:pt x="0" y="0"/>
                </a:moveTo>
                <a:lnTo>
                  <a:pt x="18528" y="0"/>
                </a:lnTo>
                <a:lnTo>
                  <a:pt x="18528" y="154391"/>
                </a:lnTo>
                <a:lnTo>
                  <a:pt x="0" y="154391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path 261"/>
          <p:cNvSpPr/>
          <p:nvPr/>
        </p:nvSpPr>
        <p:spPr>
          <a:xfrm>
            <a:off x="9716555" y="4940890"/>
            <a:ext cx="24703" cy="6175"/>
          </a:xfrm>
          <a:custGeom>
            <a:avLst/>
            <a:gdLst/>
            <a:ahLst/>
            <a:cxnLst/>
            <a:rect l="l" t="t" r="r" b="b"/>
            <a:pathLst>
              <a:path w="24703" h="6175">
                <a:moveTo>
                  <a:pt x="0" y="0"/>
                </a:moveTo>
                <a:lnTo>
                  <a:pt x="24703" y="0"/>
                </a:lnTo>
                <a:lnTo>
                  <a:pt x="24703" y="6175"/>
                </a:lnTo>
                <a:lnTo>
                  <a:pt x="0" y="6175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path 262"/>
          <p:cNvSpPr/>
          <p:nvPr/>
        </p:nvSpPr>
        <p:spPr>
          <a:xfrm>
            <a:off x="9716555" y="4792674"/>
            <a:ext cx="24703" cy="6176"/>
          </a:xfrm>
          <a:custGeom>
            <a:avLst/>
            <a:gdLst/>
            <a:ahLst/>
            <a:cxnLst/>
            <a:rect l="l" t="t" r="r" b="b"/>
            <a:pathLst>
              <a:path w="24703" h="6176">
                <a:moveTo>
                  <a:pt x="0" y="0"/>
                </a:moveTo>
                <a:lnTo>
                  <a:pt x="24703" y="0"/>
                </a:lnTo>
                <a:lnTo>
                  <a:pt x="24703" y="6176"/>
                </a:lnTo>
                <a:lnTo>
                  <a:pt x="0" y="6176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path 263"/>
          <p:cNvSpPr/>
          <p:nvPr/>
        </p:nvSpPr>
        <p:spPr>
          <a:xfrm>
            <a:off x="8716100" y="4368098"/>
            <a:ext cx="18526" cy="1003544"/>
          </a:xfrm>
          <a:custGeom>
            <a:avLst/>
            <a:gdLst/>
            <a:ahLst/>
            <a:cxnLst/>
            <a:rect l="l" t="t" r="r" b="b"/>
            <a:pathLst>
              <a:path w="18526" h="1003544">
                <a:moveTo>
                  <a:pt x="0" y="0"/>
                </a:moveTo>
                <a:lnTo>
                  <a:pt x="18526" y="0"/>
                </a:lnTo>
                <a:lnTo>
                  <a:pt x="18526" y="1003544"/>
                </a:lnTo>
                <a:lnTo>
                  <a:pt x="0" y="100354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path 264"/>
          <p:cNvSpPr/>
          <p:nvPr/>
        </p:nvSpPr>
        <p:spPr>
          <a:xfrm>
            <a:off x="8725363" y="5362378"/>
            <a:ext cx="1003544" cy="18527"/>
          </a:xfrm>
          <a:custGeom>
            <a:avLst/>
            <a:gdLst/>
            <a:ahLst/>
            <a:cxnLst/>
            <a:rect l="l" t="t" r="r" b="b"/>
            <a:pathLst>
              <a:path w="1003544" h="18527">
                <a:moveTo>
                  <a:pt x="0" y="0"/>
                </a:moveTo>
                <a:lnTo>
                  <a:pt x="1003544" y="0"/>
                </a:lnTo>
                <a:lnTo>
                  <a:pt x="1003544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path 265"/>
          <p:cNvSpPr/>
          <p:nvPr/>
        </p:nvSpPr>
        <p:spPr>
          <a:xfrm>
            <a:off x="8725363" y="4358834"/>
            <a:ext cx="1003544" cy="18527"/>
          </a:xfrm>
          <a:custGeom>
            <a:avLst/>
            <a:gdLst/>
            <a:ahLst/>
            <a:cxnLst/>
            <a:rect l="l" t="t" r="r" b="b"/>
            <a:pathLst>
              <a:path w="1003544" h="18527">
                <a:moveTo>
                  <a:pt x="0" y="0"/>
                </a:moveTo>
                <a:lnTo>
                  <a:pt x="1003544" y="0"/>
                </a:lnTo>
                <a:lnTo>
                  <a:pt x="1003544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path 266"/>
          <p:cNvSpPr/>
          <p:nvPr/>
        </p:nvSpPr>
        <p:spPr>
          <a:xfrm>
            <a:off x="10723188" y="4368098"/>
            <a:ext cx="18526" cy="1003544"/>
          </a:xfrm>
          <a:custGeom>
            <a:avLst/>
            <a:gdLst/>
            <a:ahLst/>
            <a:cxnLst/>
            <a:rect l="l" t="t" r="r" b="b"/>
            <a:pathLst>
              <a:path w="18526" h="1003544">
                <a:moveTo>
                  <a:pt x="0" y="0"/>
                </a:moveTo>
                <a:lnTo>
                  <a:pt x="18526" y="0"/>
                </a:lnTo>
                <a:lnTo>
                  <a:pt x="18526" y="1003544"/>
                </a:lnTo>
                <a:lnTo>
                  <a:pt x="0" y="1003544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path 267"/>
          <p:cNvSpPr/>
          <p:nvPr/>
        </p:nvSpPr>
        <p:spPr>
          <a:xfrm>
            <a:off x="9728907" y="5362378"/>
            <a:ext cx="1003543" cy="18527"/>
          </a:xfrm>
          <a:custGeom>
            <a:avLst/>
            <a:gdLst/>
            <a:ahLst/>
            <a:cxnLst/>
            <a:rect l="l" t="t" r="r" b="b"/>
            <a:pathLst>
              <a:path w="1003543" h="18527">
                <a:moveTo>
                  <a:pt x="0" y="0"/>
                </a:moveTo>
                <a:lnTo>
                  <a:pt x="1003543" y="0"/>
                </a:lnTo>
                <a:lnTo>
                  <a:pt x="1003543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path 268"/>
          <p:cNvSpPr/>
          <p:nvPr/>
        </p:nvSpPr>
        <p:spPr>
          <a:xfrm>
            <a:off x="9728907" y="4358834"/>
            <a:ext cx="1003543" cy="18527"/>
          </a:xfrm>
          <a:custGeom>
            <a:avLst/>
            <a:gdLst/>
            <a:ahLst/>
            <a:cxnLst/>
            <a:rect l="l" t="t" r="r" b="b"/>
            <a:pathLst>
              <a:path w="1003543" h="18527">
                <a:moveTo>
                  <a:pt x="0" y="0"/>
                </a:moveTo>
                <a:lnTo>
                  <a:pt x="1003543" y="0"/>
                </a:lnTo>
                <a:lnTo>
                  <a:pt x="1003543" y="18527"/>
                </a:lnTo>
                <a:lnTo>
                  <a:pt x="0" y="18527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path 269"/>
          <p:cNvSpPr/>
          <p:nvPr/>
        </p:nvSpPr>
        <p:spPr>
          <a:xfrm>
            <a:off x="9239212" y="4991125"/>
            <a:ext cx="14216" cy="14216"/>
          </a:xfrm>
          <a:custGeom>
            <a:avLst/>
            <a:gdLst/>
            <a:ahLst/>
            <a:cxnLst/>
            <a:rect l="l" t="t" r="r" b="b"/>
            <a:pathLst>
              <a:path w="14216" h="14216">
                <a:moveTo>
                  <a:pt x="14216" y="12183"/>
                </a:moveTo>
                <a:lnTo>
                  <a:pt x="12183" y="0"/>
                </a:lnTo>
                <a:lnTo>
                  <a:pt x="0" y="2033"/>
                </a:lnTo>
                <a:lnTo>
                  <a:pt x="2034" y="14216"/>
                </a:lnTo>
                <a:lnTo>
                  <a:pt x="14216" y="12183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path 270"/>
          <p:cNvSpPr/>
          <p:nvPr/>
        </p:nvSpPr>
        <p:spPr>
          <a:xfrm>
            <a:off x="9172207" y="5002310"/>
            <a:ext cx="14216" cy="14216"/>
          </a:xfrm>
          <a:custGeom>
            <a:avLst/>
            <a:gdLst/>
            <a:ahLst/>
            <a:cxnLst/>
            <a:rect l="l" t="t" r="r" b="b"/>
            <a:pathLst>
              <a:path w="14216" h="14216">
                <a:moveTo>
                  <a:pt x="14216" y="12183"/>
                </a:moveTo>
                <a:lnTo>
                  <a:pt x="12182" y="0"/>
                </a:lnTo>
                <a:lnTo>
                  <a:pt x="0" y="2033"/>
                </a:lnTo>
                <a:lnTo>
                  <a:pt x="2033" y="14216"/>
                </a:lnTo>
                <a:lnTo>
                  <a:pt x="14216" y="12183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path 271"/>
          <p:cNvSpPr/>
          <p:nvPr/>
        </p:nvSpPr>
        <p:spPr>
          <a:xfrm>
            <a:off x="9165353" y="4985539"/>
            <a:ext cx="94929" cy="36572"/>
          </a:xfrm>
          <a:custGeom>
            <a:avLst/>
            <a:gdLst/>
            <a:ahLst/>
            <a:cxnLst/>
            <a:rect l="l" t="t" r="r" b="b"/>
            <a:pathLst>
              <a:path w="94929" h="36572">
                <a:moveTo>
                  <a:pt x="94929" y="21320"/>
                </a:moveTo>
                <a:lnTo>
                  <a:pt x="91370" y="0"/>
                </a:lnTo>
                <a:lnTo>
                  <a:pt x="0" y="15252"/>
                </a:lnTo>
                <a:lnTo>
                  <a:pt x="3559" y="36572"/>
                </a:lnTo>
                <a:lnTo>
                  <a:pt x="94929" y="2132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path 272"/>
          <p:cNvSpPr/>
          <p:nvPr/>
        </p:nvSpPr>
        <p:spPr>
          <a:xfrm>
            <a:off x="9195998" y="4732241"/>
            <a:ext cx="14216" cy="14217"/>
          </a:xfrm>
          <a:custGeom>
            <a:avLst/>
            <a:gdLst/>
            <a:ahLst/>
            <a:cxnLst/>
            <a:rect l="l" t="t" r="r" b="b"/>
            <a:pathLst>
              <a:path w="14216" h="14217">
                <a:moveTo>
                  <a:pt x="14216" y="12183"/>
                </a:moveTo>
                <a:lnTo>
                  <a:pt x="12182" y="0"/>
                </a:lnTo>
                <a:lnTo>
                  <a:pt x="0" y="2034"/>
                </a:lnTo>
                <a:lnTo>
                  <a:pt x="2033" y="14217"/>
                </a:lnTo>
                <a:lnTo>
                  <a:pt x="14216" y="12183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path 273"/>
          <p:cNvSpPr/>
          <p:nvPr/>
        </p:nvSpPr>
        <p:spPr>
          <a:xfrm>
            <a:off x="9128993" y="4743426"/>
            <a:ext cx="14216" cy="14217"/>
          </a:xfrm>
          <a:custGeom>
            <a:avLst/>
            <a:gdLst/>
            <a:ahLst/>
            <a:cxnLst/>
            <a:rect l="l" t="t" r="r" b="b"/>
            <a:pathLst>
              <a:path w="14216" h="14217">
                <a:moveTo>
                  <a:pt x="14216" y="12183"/>
                </a:moveTo>
                <a:lnTo>
                  <a:pt x="12182" y="0"/>
                </a:lnTo>
                <a:lnTo>
                  <a:pt x="0" y="2034"/>
                </a:lnTo>
                <a:lnTo>
                  <a:pt x="2033" y="14217"/>
                </a:lnTo>
                <a:lnTo>
                  <a:pt x="14216" y="12183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path 274"/>
          <p:cNvSpPr/>
          <p:nvPr/>
        </p:nvSpPr>
        <p:spPr>
          <a:xfrm>
            <a:off x="9122139" y="4726656"/>
            <a:ext cx="94929" cy="36572"/>
          </a:xfrm>
          <a:custGeom>
            <a:avLst/>
            <a:gdLst/>
            <a:ahLst/>
            <a:cxnLst/>
            <a:rect l="l" t="t" r="r" b="b"/>
            <a:pathLst>
              <a:path w="94929" h="36572">
                <a:moveTo>
                  <a:pt x="94929" y="21320"/>
                </a:moveTo>
                <a:lnTo>
                  <a:pt x="91370" y="0"/>
                </a:lnTo>
                <a:lnTo>
                  <a:pt x="0" y="15252"/>
                </a:lnTo>
                <a:lnTo>
                  <a:pt x="3558" y="36572"/>
                </a:lnTo>
                <a:lnTo>
                  <a:pt x="94929" y="21320"/>
                </a:lnTo>
                <a:close/>
              </a:path>
            </a:pathLst>
          </a:custGeom>
          <a:solidFill>
            <a:srgbClr val="EEF0F3"/>
          </a:solidFill>
          <a:ln w="705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path 275"/>
          <p:cNvSpPr/>
          <p:nvPr/>
        </p:nvSpPr>
        <p:spPr>
          <a:xfrm>
            <a:off x="9111342" y="5363922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9040804" y="5236886"/>
            <a:ext cx="169545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−4</a:t>
            </a:r>
          </a:p>
        </p:txBody>
      </p:sp>
      <p:sp>
        <p:nvSpPr>
          <p:cNvPr id="341" name="Editable path 276"/>
          <p:cNvSpPr/>
          <p:nvPr/>
        </p:nvSpPr>
        <p:spPr>
          <a:xfrm>
            <a:off x="9728907" y="5363922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9699148" y="5236886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43" name="Editable path 277"/>
          <p:cNvSpPr/>
          <p:nvPr/>
        </p:nvSpPr>
        <p:spPr>
          <a:xfrm>
            <a:off x="10346472" y="5363922"/>
            <a:ext cx="0" cy="26452"/>
          </a:xfrm>
          <a:custGeom>
            <a:avLst/>
            <a:gdLst/>
            <a:ahLst/>
            <a:cxnLst/>
            <a:rect l="l" t="t" r="r" b="b"/>
            <a:pathLst>
              <a:path w="0" h="26452">
                <a:moveTo>
                  <a:pt x="0" y="0"/>
                </a:moveTo>
                <a:lnTo>
                  <a:pt x="0" y="26452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10316714" y="5236886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345" name="Editable path 278"/>
          <p:cNvSpPr/>
          <p:nvPr/>
        </p:nvSpPr>
        <p:spPr>
          <a:xfrm>
            <a:off x="8956950" y="5178652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path 279"/>
          <p:cNvSpPr/>
          <p:nvPr/>
        </p:nvSpPr>
        <p:spPr>
          <a:xfrm>
            <a:off x="8930499" y="5178652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8771789" y="5124082"/>
            <a:ext cx="169545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−2</a:t>
            </a:r>
          </a:p>
        </p:txBody>
      </p:sp>
      <p:sp>
        <p:nvSpPr>
          <p:cNvPr id="348" name="Editable path 280"/>
          <p:cNvSpPr/>
          <p:nvPr/>
        </p:nvSpPr>
        <p:spPr>
          <a:xfrm>
            <a:off x="8956950" y="4869870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path 281"/>
          <p:cNvSpPr/>
          <p:nvPr/>
        </p:nvSpPr>
        <p:spPr>
          <a:xfrm>
            <a:off x="8930499" y="4869870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8853348" y="4815300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51" name="Editable path 282"/>
          <p:cNvSpPr/>
          <p:nvPr/>
        </p:nvSpPr>
        <p:spPr>
          <a:xfrm>
            <a:off x="8956950" y="4561087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path 283"/>
          <p:cNvSpPr/>
          <p:nvPr/>
        </p:nvSpPr>
        <p:spPr>
          <a:xfrm>
            <a:off x="8930499" y="4561087"/>
            <a:ext cx="26451" cy="0"/>
          </a:xfrm>
          <a:custGeom>
            <a:avLst/>
            <a:gdLst/>
            <a:ahLst/>
            <a:cxnLst/>
            <a:rect l="l" t="t" r="r" b="b"/>
            <a:pathLst>
              <a:path w="26451" h="0">
                <a:moveTo>
                  <a:pt x="2645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41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8853348" y="4506517"/>
            <a:ext cx="88612" cy="141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354" name="Editable path 284"/>
          <p:cNvSpPr/>
          <p:nvPr/>
        </p:nvSpPr>
        <p:spPr>
          <a:xfrm>
            <a:off x="8956950" y="4375818"/>
            <a:ext cx="0" cy="988104"/>
          </a:xfrm>
          <a:custGeom>
            <a:avLst/>
            <a:gdLst/>
            <a:ahLst/>
            <a:cxnLst/>
            <a:rect l="l" t="t" r="r" b="b"/>
            <a:pathLst>
              <a:path w="0" h="988104">
                <a:moveTo>
                  <a:pt x="0" y="988104"/>
                </a:moveTo>
                <a:lnTo>
                  <a:pt x="0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path 285"/>
          <p:cNvSpPr/>
          <p:nvPr/>
        </p:nvSpPr>
        <p:spPr>
          <a:xfrm>
            <a:off x="8956950" y="5363922"/>
            <a:ext cx="1543914" cy="0"/>
          </a:xfrm>
          <a:custGeom>
            <a:avLst/>
            <a:gdLst/>
            <a:ahLst/>
            <a:cxnLst/>
            <a:rect l="l" t="t" r="r" b="b"/>
            <a:pathLst>
              <a:path w="1543914" h="0">
                <a:moveTo>
                  <a:pt x="0" y="0"/>
                </a:moveTo>
                <a:lnTo>
                  <a:pt x="1543914" y="0"/>
                </a:lnTo>
              </a:path>
            </a:pathLst>
          </a:custGeom>
          <a:noFill/>
          <a:ln w="105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path 286"/>
          <p:cNvSpPr/>
          <p:nvPr/>
        </p:nvSpPr>
        <p:spPr>
          <a:xfrm>
            <a:off x="9240946" y="4792168"/>
            <a:ext cx="1144410" cy="412865"/>
          </a:xfrm>
          <a:custGeom>
            <a:avLst/>
            <a:gdLst/>
            <a:ahLst/>
            <a:cxnLst/>
            <a:rect l="l" t="t" r="r" b="b"/>
            <a:pathLst>
              <a:path w="1144410" h="412865">
                <a:moveTo>
                  <a:pt x="55645" y="395162"/>
                </a:moveTo>
                <a:lnTo>
                  <a:pt x="55036" y="404630"/>
                </a:lnTo>
                <a:lnTo>
                  <a:pt x="44828" y="407646"/>
                </a:lnTo>
                <a:lnTo>
                  <a:pt x="6351" y="412865"/>
                </a:lnTo>
                <a:lnTo>
                  <a:pt x="3088" y="399726"/>
                </a:lnTo>
                <a:lnTo>
                  <a:pt x="0" y="379126"/>
                </a:lnTo>
                <a:lnTo>
                  <a:pt x="1286" y="379409"/>
                </a:lnTo>
                <a:lnTo>
                  <a:pt x="31395" y="383173"/>
                </a:lnTo>
                <a:lnTo>
                  <a:pt x="78906" y="385372"/>
                </a:lnTo>
                <a:lnTo>
                  <a:pt x="122246" y="383362"/>
                </a:lnTo>
                <a:lnTo>
                  <a:pt x="165286" y="377303"/>
                </a:lnTo>
                <a:lnTo>
                  <a:pt x="203372" y="368179"/>
                </a:lnTo>
                <a:lnTo>
                  <a:pt x="241864" y="354777"/>
                </a:lnTo>
                <a:lnTo>
                  <a:pt x="275317" y="338999"/>
                </a:lnTo>
                <a:lnTo>
                  <a:pt x="306686" y="319656"/>
                </a:lnTo>
                <a:lnTo>
                  <a:pt x="332844" y="298894"/>
                </a:lnTo>
                <a:lnTo>
                  <a:pt x="354992" y="276272"/>
                </a:lnTo>
                <a:lnTo>
                  <a:pt x="372205" y="253258"/>
                </a:lnTo>
                <a:lnTo>
                  <a:pt x="385665" y="228369"/>
                </a:lnTo>
                <a:lnTo>
                  <a:pt x="394280" y="203994"/>
                </a:lnTo>
                <a:lnTo>
                  <a:pt x="399506" y="176721"/>
                </a:lnTo>
                <a:lnTo>
                  <a:pt x="405390" y="146034"/>
                </a:lnTo>
                <a:lnTo>
                  <a:pt x="412616" y="130997"/>
                </a:lnTo>
                <a:lnTo>
                  <a:pt x="417980" y="124632"/>
                </a:lnTo>
                <a:lnTo>
                  <a:pt x="433700" y="109764"/>
                </a:lnTo>
                <a:lnTo>
                  <a:pt x="450949" y="97642"/>
                </a:lnTo>
                <a:lnTo>
                  <a:pt x="510476" y="66671"/>
                </a:lnTo>
                <a:lnTo>
                  <a:pt x="518426" y="64395"/>
                </a:lnTo>
                <a:lnTo>
                  <a:pt x="594328" y="26136"/>
                </a:lnTo>
                <a:lnTo>
                  <a:pt x="636763" y="9728"/>
                </a:lnTo>
                <a:lnTo>
                  <a:pt x="667939" y="2048"/>
                </a:lnTo>
                <a:lnTo>
                  <a:pt x="693941" y="0"/>
                </a:lnTo>
                <a:lnTo>
                  <a:pt x="717685" y="2303"/>
                </a:lnTo>
                <a:lnTo>
                  <a:pt x="741466" y="8794"/>
                </a:lnTo>
                <a:lnTo>
                  <a:pt x="767798" y="20550"/>
                </a:lnTo>
                <a:lnTo>
                  <a:pt x="799608" y="39742"/>
                </a:lnTo>
                <a:lnTo>
                  <a:pt x="890976" y="98459"/>
                </a:lnTo>
                <a:lnTo>
                  <a:pt x="928836" y="115896"/>
                </a:lnTo>
                <a:lnTo>
                  <a:pt x="981474" y="135174"/>
                </a:lnTo>
                <a:lnTo>
                  <a:pt x="1072022" y="167672"/>
                </a:lnTo>
                <a:lnTo>
                  <a:pt x="1100904" y="182786"/>
                </a:lnTo>
                <a:lnTo>
                  <a:pt x="1118999" y="196452"/>
                </a:lnTo>
                <a:lnTo>
                  <a:pt x="1131390" y="210533"/>
                </a:lnTo>
                <a:lnTo>
                  <a:pt x="1139402" y="225337"/>
                </a:lnTo>
                <a:lnTo>
                  <a:pt x="1143749" y="241518"/>
                </a:lnTo>
                <a:lnTo>
                  <a:pt x="1144410" y="259886"/>
                </a:lnTo>
                <a:lnTo>
                  <a:pt x="1141144" y="279729"/>
                </a:lnTo>
                <a:lnTo>
                  <a:pt x="1133448" y="301416"/>
                </a:lnTo>
                <a:lnTo>
                  <a:pt x="1121486" y="322805"/>
                </a:lnTo>
                <a:lnTo>
                  <a:pt x="1106663" y="341330"/>
                </a:lnTo>
                <a:lnTo>
                  <a:pt x="1088593" y="357429"/>
                </a:lnTo>
                <a:lnTo>
                  <a:pt x="1069446" y="369367"/>
                </a:lnTo>
                <a:lnTo>
                  <a:pt x="1047369" y="378325"/>
                </a:lnTo>
                <a:lnTo>
                  <a:pt x="1024496" y="383170"/>
                </a:lnTo>
                <a:lnTo>
                  <a:pt x="1001779" y="384083"/>
                </a:lnTo>
                <a:lnTo>
                  <a:pt x="982639" y="381950"/>
                </a:lnTo>
                <a:lnTo>
                  <a:pt x="982911" y="381614"/>
                </a:lnTo>
              </a:path>
            </a:pathLst>
          </a:custGeom>
          <a:noFill/>
          <a:ln w="20279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path 287"/>
          <p:cNvSpPr/>
          <p:nvPr/>
        </p:nvSpPr>
        <p:spPr>
          <a:xfrm>
            <a:off x="9004241" y="4541887"/>
            <a:ext cx="1217690" cy="694567"/>
          </a:xfrm>
          <a:custGeom>
            <a:avLst/>
            <a:gdLst/>
            <a:ahLst/>
            <a:cxnLst/>
            <a:rect l="l" t="t" r="r" b="b"/>
            <a:pathLst>
              <a:path w="1217690" h="694567">
                <a:moveTo>
                  <a:pt x="73250" y="48308"/>
                </a:moveTo>
                <a:lnTo>
                  <a:pt x="73251" y="48309"/>
                </a:lnTo>
                <a:lnTo>
                  <a:pt x="74026" y="46209"/>
                </a:lnTo>
                <a:lnTo>
                  <a:pt x="73166" y="29896"/>
                </a:lnTo>
                <a:lnTo>
                  <a:pt x="71898" y="16774"/>
                </a:lnTo>
                <a:lnTo>
                  <a:pt x="81867" y="13081"/>
                </a:lnTo>
                <a:lnTo>
                  <a:pt x="100433" y="6392"/>
                </a:lnTo>
                <a:lnTo>
                  <a:pt x="130903" y="0"/>
                </a:lnTo>
                <a:lnTo>
                  <a:pt x="131735" y="1684"/>
                </a:lnTo>
                <a:lnTo>
                  <a:pt x="133384" y="17686"/>
                </a:lnTo>
                <a:lnTo>
                  <a:pt x="135366" y="33356"/>
                </a:lnTo>
                <a:lnTo>
                  <a:pt x="134331" y="35886"/>
                </a:lnTo>
                <a:lnTo>
                  <a:pt x="112931" y="54255"/>
                </a:lnTo>
                <a:lnTo>
                  <a:pt x="90767" y="78083"/>
                </a:lnTo>
                <a:lnTo>
                  <a:pt x="68503" y="108198"/>
                </a:lnTo>
                <a:lnTo>
                  <a:pt x="48725" y="142183"/>
                </a:lnTo>
                <a:lnTo>
                  <a:pt x="32673" y="177472"/>
                </a:lnTo>
                <a:lnTo>
                  <a:pt x="18686" y="218563"/>
                </a:lnTo>
                <a:lnTo>
                  <a:pt x="9082" y="258828"/>
                </a:lnTo>
                <a:lnTo>
                  <a:pt x="2722" y="301853"/>
                </a:lnTo>
                <a:lnTo>
                  <a:pt x="0" y="347290"/>
                </a:lnTo>
                <a:lnTo>
                  <a:pt x="1267" y="394829"/>
                </a:lnTo>
                <a:lnTo>
                  <a:pt x="6519" y="442169"/>
                </a:lnTo>
                <a:lnTo>
                  <a:pt x="16099" y="490886"/>
                </a:lnTo>
                <a:lnTo>
                  <a:pt x="29095" y="536624"/>
                </a:lnTo>
                <a:lnTo>
                  <a:pt x="45199" y="579213"/>
                </a:lnTo>
                <a:lnTo>
                  <a:pt x="62613" y="614501"/>
                </a:lnTo>
                <a:lnTo>
                  <a:pt x="80706" y="642224"/>
                </a:lnTo>
                <a:lnTo>
                  <a:pt x="98539" y="662287"/>
                </a:lnTo>
                <a:lnTo>
                  <a:pt x="116370" y="676424"/>
                </a:lnTo>
                <a:lnTo>
                  <a:pt x="133511" y="685394"/>
                </a:lnTo>
                <a:lnTo>
                  <a:pt x="153108" y="691364"/>
                </a:lnTo>
                <a:lnTo>
                  <a:pt x="177603" y="694567"/>
                </a:lnTo>
                <a:lnTo>
                  <a:pt x="188880" y="693385"/>
                </a:lnTo>
                <a:lnTo>
                  <a:pt x="210160" y="684686"/>
                </a:lnTo>
                <a:lnTo>
                  <a:pt x="237416" y="670010"/>
                </a:lnTo>
                <a:lnTo>
                  <a:pt x="261608" y="652508"/>
                </a:lnTo>
                <a:lnTo>
                  <a:pt x="286083" y="629700"/>
                </a:lnTo>
                <a:lnTo>
                  <a:pt x="327696" y="582341"/>
                </a:lnTo>
                <a:lnTo>
                  <a:pt x="372311" y="524015"/>
                </a:lnTo>
                <a:lnTo>
                  <a:pt x="419776" y="455886"/>
                </a:lnTo>
                <a:lnTo>
                  <a:pt x="453049" y="411417"/>
                </a:lnTo>
                <a:lnTo>
                  <a:pt x="475071" y="388561"/>
                </a:lnTo>
                <a:lnTo>
                  <a:pt x="496145" y="372148"/>
                </a:lnTo>
                <a:lnTo>
                  <a:pt x="517915" y="359866"/>
                </a:lnTo>
                <a:lnTo>
                  <a:pt x="543838" y="349904"/>
                </a:lnTo>
                <a:lnTo>
                  <a:pt x="573582" y="342677"/>
                </a:lnTo>
                <a:lnTo>
                  <a:pt x="617412" y="336602"/>
                </a:lnTo>
                <a:lnTo>
                  <a:pt x="715064" y="324352"/>
                </a:lnTo>
                <a:lnTo>
                  <a:pt x="742777" y="316179"/>
                </a:lnTo>
                <a:lnTo>
                  <a:pt x="766770" y="304933"/>
                </a:lnTo>
                <a:lnTo>
                  <a:pt x="788614" y="289798"/>
                </a:lnTo>
                <a:lnTo>
                  <a:pt x="811235" y="268824"/>
                </a:lnTo>
                <a:lnTo>
                  <a:pt x="842733" y="233475"/>
                </a:lnTo>
                <a:lnTo>
                  <a:pt x="889854" y="181435"/>
                </a:lnTo>
                <a:lnTo>
                  <a:pt x="924668" y="148965"/>
                </a:lnTo>
                <a:lnTo>
                  <a:pt x="960456" y="120805"/>
                </a:lnTo>
                <a:lnTo>
                  <a:pt x="998519" y="95734"/>
                </a:lnTo>
                <a:lnTo>
                  <a:pt x="1038601" y="73915"/>
                </a:lnTo>
                <a:lnTo>
                  <a:pt x="1080790" y="55374"/>
                </a:lnTo>
                <a:lnTo>
                  <a:pt x="1124986" y="40338"/>
                </a:lnTo>
                <a:lnTo>
                  <a:pt x="1170236" y="29260"/>
                </a:lnTo>
                <a:lnTo>
                  <a:pt x="1217149" y="21966"/>
                </a:lnTo>
                <a:lnTo>
                  <a:pt x="1217084" y="22118"/>
                </a:lnTo>
                <a:lnTo>
                  <a:pt x="1217690" y="23035"/>
                </a:lnTo>
                <a:lnTo>
                  <a:pt x="1217636" y="23039"/>
                </a:lnTo>
              </a:path>
            </a:pathLst>
          </a:custGeom>
          <a:noFill/>
          <a:ln w="20279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path 288"/>
          <p:cNvSpPr/>
          <p:nvPr/>
        </p:nvSpPr>
        <p:spPr>
          <a:xfrm>
            <a:off x="9191211" y="4869959"/>
            <a:ext cx="1031958" cy="202134"/>
          </a:xfrm>
          <a:custGeom>
            <a:avLst/>
            <a:gdLst/>
            <a:ahLst/>
            <a:cxnLst/>
            <a:rect l="l" t="t" r="r" b="b"/>
            <a:pathLst>
              <a:path w="1031958" h="202134">
                <a:moveTo>
                  <a:pt x="0" y="4425"/>
                </a:moveTo>
                <a:lnTo>
                  <a:pt x="10" y="4504"/>
                </a:lnTo>
                <a:lnTo>
                  <a:pt x="1057" y="5755"/>
                </a:lnTo>
                <a:lnTo>
                  <a:pt x="126182" y="150329"/>
                </a:lnTo>
                <a:lnTo>
                  <a:pt x="159170" y="186161"/>
                </a:lnTo>
                <a:lnTo>
                  <a:pt x="173750" y="196427"/>
                </a:lnTo>
                <a:lnTo>
                  <a:pt x="187183" y="201055"/>
                </a:lnTo>
                <a:lnTo>
                  <a:pt x="203567" y="202134"/>
                </a:lnTo>
                <a:lnTo>
                  <a:pt x="223805" y="199513"/>
                </a:lnTo>
                <a:lnTo>
                  <a:pt x="249685" y="192441"/>
                </a:lnTo>
                <a:lnTo>
                  <a:pt x="283987" y="175646"/>
                </a:lnTo>
                <a:lnTo>
                  <a:pt x="315317" y="158397"/>
                </a:lnTo>
                <a:lnTo>
                  <a:pt x="324821" y="152482"/>
                </a:lnTo>
                <a:lnTo>
                  <a:pt x="337342" y="143068"/>
                </a:lnTo>
                <a:lnTo>
                  <a:pt x="390562" y="104045"/>
                </a:lnTo>
                <a:lnTo>
                  <a:pt x="445580" y="64473"/>
                </a:lnTo>
                <a:lnTo>
                  <a:pt x="477200" y="46439"/>
                </a:lnTo>
                <a:lnTo>
                  <a:pt x="503949" y="35628"/>
                </a:lnTo>
                <a:lnTo>
                  <a:pt x="532156" y="28700"/>
                </a:lnTo>
                <a:lnTo>
                  <a:pt x="568299" y="24481"/>
                </a:lnTo>
                <a:lnTo>
                  <a:pt x="617278" y="23416"/>
                </a:lnTo>
                <a:lnTo>
                  <a:pt x="669229" y="26304"/>
                </a:lnTo>
                <a:lnTo>
                  <a:pt x="762492" y="36246"/>
                </a:lnTo>
                <a:lnTo>
                  <a:pt x="865835" y="46258"/>
                </a:lnTo>
                <a:lnTo>
                  <a:pt x="902954" y="45952"/>
                </a:lnTo>
                <a:lnTo>
                  <a:pt x="927039" y="41757"/>
                </a:lnTo>
                <a:lnTo>
                  <a:pt x="954070" y="32069"/>
                </a:lnTo>
                <a:lnTo>
                  <a:pt x="1031958" y="0"/>
                </a:lnTo>
                <a:lnTo>
                  <a:pt x="1031941" y="2"/>
                </a:lnTo>
              </a:path>
            </a:pathLst>
          </a:custGeom>
          <a:noFill/>
          <a:ln w="2909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path 289"/>
          <p:cNvSpPr/>
          <p:nvPr/>
        </p:nvSpPr>
        <p:spPr>
          <a:xfrm>
            <a:off x="9191240" y="4869870"/>
            <a:ext cx="1031719" cy="202030"/>
          </a:xfrm>
          <a:custGeom>
            <a:avLst/>
            <a:gdLst/>
            <a:ahLst/>
            <a:cxnLst/>
            <a:rect l="l" t="t" r="r" b="b"/>
            <a:pathLst>
              <a:path w="1031719" h="202030">
                <a:moveTo>
                  <a:pt x="0" y="4588"/>
                </a:moveTo>
                <a:lnTo>
                  <a:pt x="161225" y="188025"/>
                </a:lnTo>
                <a:lnTo>
                  <a:pt x="175102" y="197161"/>
                </a:lnTo>
                <a:lnTo>
                  <a:pt x="189525" y="201560"/>
                </a:lnTo>
                <a:lnTo>
                  <a:pt x="207130" y="202030"/>
                </a:lnTo>
                <a:lnTo>
                  <a:pt x="229437" y="198405"/>
                </a:lnTo>
                <a:lnTo>
                  <a:pt x="252232" y="191457"/>
                </a:lnTo>
                <a:lnTo>
                  <a:pt x="300802" y="166392"/>
                </a:lnTo>
                <a:lnTo>
                  <a:pt x="339059" y="141967"/>
                </a:lnTo>
                <a:lnTo>
                  <a:pt x="389903" y="104598"/>
                </a:lnTo>
                <a:lnTo>
                  <a:pt x="448491" y="62632"/>
                </a:lnTo>
                <a:lnTo>
                  <a:pt x="477683" y="46214"/>
                </a:lnTo>
                <a:lnTo>
                  <a:pt x="502379" y="36162"/>
                </a:lnTo>
                <a:lnTo>
                  <a:pt x="530893" y="28982"/>
                </a:lnTo>
                <a:lnTo>
                  <a:pt x="563352" y="24927"/>
                </a:lnTo>
                <a:lnTo>
                  <a:pt x="608383" y="23367"/>
                </a:lnTo>
                <a:lnTo>
                  <a:pt x="659853" y="25634"/>
                </a:lnTo>
                <a:lnTo>
                  <a:pt x="745015" y="34301"/>
                </a:lnTo>
                <a:lnTo>
                  <a:pt x="865698" y="46357"/>
                </a:lnTo>
                <a:lnTo>
                  <a:pt x="900607" y="46237"/>
                </a:lnTo>
                <a:lnTo>
                  <a:pt x="924047" y="42601"/>
                </a:lnTo>
                <a:lnTo>
                  <a:pt x="947182" y="34866"/>
                </a:lnTo>
                <a:lnTo>
                  <a:pt x="1031719" y="0"/>
                </a:lnTo>
              </a:path>
            </a:pathLst>
          </a:custGeom>
          <a:noFill/>
          <a:ln w="28214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path 290"/>
          <p:cNvSpPr/>
          <p:nvPr/>
        </p:nvSpPr>
        <p:spPr>
          <a:xfrm>
            <a:off x="9159420" y="4842593"/>
            <a:ext cx="63581" cy="63581"/>
          </a:xfrm>
          <a:custGeom>
            <a:avLst/>
            <a:gdLst/>
            <a:ahLst/>
            <a:cxnLst/>
            <a:rect l="l" t="t" r="r" b="b"/>
            <a:pathLst>
              <a:path w="63581" h="63581">
                <a:moveTo>
                  <a:pt x="31791" y="63581"/>
                </a:moveTo>
                <a:lnTo>
                  <a:pt x="33890" y="63512"/>
                </a:lnTo>
                <a:lnTo>
                  <a:pt x="35969" y="63306"/>
                </a:lnTo>
                <a:lnTo>
                  <a:pt x="38021" y="62965"/>
                </a:lnTo>
                <a:lnTo>
                  <a:pt x="40041" y="62492"/>
                </a:lnTo>
                <a:lnTo>
                  <a:pt x="42021" y="61890"/>
                </a:lnTo>
                <a:lnTo>
                  <a:pt x="43956" y="61161"/>
                </a:lnTo>
                <a:lnTo>
                  <a:pt x="45840" y="60309"/>
                </a:lnTo>
                <a:lnTo>
                  <a:pt x="47666" y="59334"/>
                </a:lnTo>
                <a:lnTo>
                  <a:pt x="49428" y="58240"/>
                </a:lnTo>
                <a:lnTo>
                  <a:pt x="51120" y="57030"/>
                </a:lnTo>
                <a:lnTo>
                  <a:pt x="52736" y="55706"/>
                </a:lnTo>
                <a:lnTo>
                  <a:pt x="54270" y="54270"/>
                </a:lnTo>
                <a:lnTo>
                  <a:pt x="55706" y="52737"/>
                </a:lnTo>
                <a:lnTo>
                  <a:pt x="57030" y="51121"/>
                </a:lnTo>
                <a:lnTo>
                  <a:pt x="58240" y="49428"/>
                </a:lnTo>
                <a:lnTo>
                  <a:pt x="59334" y="47666"/>
                </a:lnTo>
                <a:lnTo>
                  <a:pt x="60308" y="45840"/>
                </a:lnTo>
                <a:lnTo>
                  <a:pt x="61161" y="43956"/>
                </a:lnTo>
                <a:lnTo>
                  <a:pt x="61890" y="42021"/>
                </a:lnTo>
                <a:lnTo>
                  <a:pt x="62492" y="40041"/>
                </a:lnTo>
                <a:lnTo>
                  <a:pt x="62965" y="38022"/>
                </a:lnTo>
                <a:lnTo>
                  <a:pt x="63306" y="35969"/>
                </a:lnTo>
                <a:lnTo>
                  <a:pt x="63512" y="33890"/>
                </a:lnTo>
                <a:lnTo>
                  <a:pt x="63581" y="31791"/>
                </a:lnTo>
                <a:lnTo>
                  <a:pt x="63512" y="29691"/>
                </a:lnTo>
                <a:lnTo>
                  <a:pt x="63306" y="27612"/>
                </a:lnTo>
                <a:lnTo>
                  <a:pt x="62965" y="25560"/>
                </a:lnTo>
                <a:lnTo>
                  <a:pt x="62492" y="23540"/>
                </a:lnTo>
                <a:lnTo>
                  <a:pt x="61890" y="21560"/>
                </a:lnTo>
                <a:lnTo>
                  <a:pt x="61161" y="19625"/>
                </a:lnTo>
                <a:lnTo>
                  <a:pt x="60308" y="17741"/>
                </a:lnTo>
                <a:lnTo>
                  <a:pt x="59334" y="15915"/>
                </a:lnTo>
                <a:lnTo>
                  <a:pt x="58240" y="14153"/>
                </a:lnTo>
                <a:lnTo>
                  <a:pt x="57030" y="12461"/>
                </a:lnTo>
                <a:lnTo>
                  <a:pt x="55706" y="10845"/>
                </a:lnTo>
                <a:lnTo>
                  <a:pt x="54270" y="9311"/>
                </a:lnTo>
                <a:lnTo>
                  <a:pt x="52736" y="7876"/>
                </a:lnTo>
                <a:lnTo>
                  <a:pt x="51120" y="6552"/>
                </a:lnTo>
                <a:lnTo>
                  <a:pt x="49428" y="5341"/>
                </a:lnTo>
                <a:lnTo>
                  <a:pt x="47666" y="4248"/>
                </a:lnTo>
                <a:lnTo>
                  <a:pt x="45840" y="3273"/>
                </a:lnTo>
                <a:lnTo>
                  <a:pt x="43956" y="2420"/>
                </a:lnTo>
                <a:lnTo>
                  <a:pt x="42021" y="1691"/>
                </a:lnTo>
                <a:lnTo>
                  <a:pt x="40041" y="1089"/>
                </a:lnTo>
                <a:lnTo>
                  <a:pt x="38021" y="616"/>
                </a:lnTo>
                <a:lnTo>
                  <a:pt x="35969" y="275"/>
                </a:lnTo>
                <a:lnTo>
                  <a:pt x="33890" y="69"/>
                </a:lnTo>
                <a:lnTo>
                  <a:pt x="31791" y="0"/>
                </a:lnTo>
                <a:lnTo>
                  <a:pt x="29691" y="69"/>
                </a:lnTo>
                <a:lnTo>
                  <a:pt x="27612" y="275"/>
                </a:lnTo>
                <a:lnTo>
                  <a:pt x="25560" y="616"/>
                </a:lnTo>
                <a:lnTo>
                  <a:pt x="23540" y="1089"/>
                </a:lnTo>
                <a:lnTo>
                  <a:pt x="21560" y="1691"/>
                </a:lnTo>
                <a:lnTo>
                  <a:pt x="19625" y="2420"/>
                </a:lnTo>
                <a:lnTo>
                  <a:pt x="17741" y="3273"/>
                </a:lnTo>
                <a:lnTo>
                  <a:pt x="15915" y="4248"/>
                </a:lnTo>
                <a:lnTo>
                  <a:pt x="14153" y="5341"/>
                </a:lnTo>
                <a:lnTo>
                  <a:pt x="12461" y="6552"/>
                </a:lnTo>
                <a:lnTo>
                  <a:pt x="10845" y="7876"/>
                </a:lnTo>
                <a:lnTo>
                  <a:pt x="9311" y="9311"/>
                </a:lnTo>
                <a:lnTo>
                  <a:pt x="7876" y="10845"/>
                </a:lnTo>
                <a:lnTo>
                  <a:pt x="6551" y="12461"/>
                </a:lnTo>
                <a:lnTo>
                  <a:pt x="5341" y="14153"/>
                </a:lnTo>
                <a:lnTo>
                  <a:pt x="4247" y="15915"/>
                </a:lnTo>
                <a:lnTo>
                  <a:pt x="3273" y="17741"/>
                </a:lnTo>
                <a:lnTo>
                  <a:pt x="2420" y="19625"/>
                </a:lnTo>
                <a:lnTo>
                  <a:pt x="1691" y="21560"/>
                </a:lnTo>
                <a:lnTo>
                  <a:pt x="1089" y="23540"/>
                </a:lnTo>
                <a:lnTo>
                  <a:pt x="616" y="25560"/>
                </a:lnTo>
                <a:lnTo>
                  <a:pt x="275" y="27612"/>
                </a:lnTo>
                <a:lnTo>
                  <a:pt x="69" y="29691"/>
                </a:lnTo>
                <a:lnTo>
                  <a:pt x="0" y="31791"/>
                </a:lnTo>
                <a:lnTo>
                  <a:pt x="69" y="33890"/>
                </a:lnTo>
                <a:lnTo>
                  <a:pt x="275" y="35969"/>
                </a:lnTo>
                <a:lnTo>
                  <a:pt x="616" y="38022"/>
                </a:lnTo>
                <a:lnTo>
                  <a:pt x="1089" y="40041"/>
                </a:lnTo>
                <a:lnTo>
                  <a:pt x="1691" y="42021"/>
                </a:lnTo>
                <a:lnTo>
                  <a:pt x="2420" y="43956"/>
                </a:lnTo>
                <a:lnTo>
                  <a:pt x="3273" y="45840"/>
                </a:lnTo>
                <a:lnTo>
                  <a:pt x="4247" y="47666"/>
                </a:lnTo>
                <a:lnTo>
                  <a:pt x="5341" y="49428"/>
                </a:lnTo>
                <a:lnTo>
                  <a:pt x="6551" y="51121"/>
                </a:lnTo>
                <a:lnTo>
                  <a:pt x="7876" y="52737"/>
                </a:lnTo>
                <a:lnTo>
                  <a:pt x="9311" y="54270"/>
                </a:lnTo>
                <a:lnTo>
                  <a:pt x="10845" y="55706"/>
                </a:lnTo>
                <a:lnTo>
                  <a:pt x="12461" y="57030"/>
                </a:lnTo>
                <a:lnTo>
                  <a:pt x="14153" y="58240"/>
                </a:lnTo>
                <a:lnTo>
                  <a:pt x="15915" y="59334"/>
                </a:lnTo>
                <a:lnTo>
                  <a:pt x="17741" y="60309"/>
                </a:lnTo>
                <a:lnTo>
                  <a:pt x="19625" y="61161"/>
                </a:lnTo>
                <a:lnTo>
                  <a:pt x="21560" y="61890"/>
                </a:lnTo>
                <a:lnTo>
                  <a:pt x="23540" y="62492"/>
                </a:lnTo>
                <a:lnTo>
                  <a:pt x="25560" y="62965"/>
                </a:lnTo>
                <a:lnTo>
                  <a:pt x="27612" y="63306"/>
                </a:lnTo>
                <a:lnTo>
                  <a:pt x="29691" y="63512"/>
                </a:lnTo>
                <a:lnTo>
                  <a:pt x="31791" y="63581"/>
                </a:lnTo>
                <a:close/>
              </a:path>
            </a:pathLst>
          </a:custGeom>
          <a:solidFill>
            <a:srgbClr val="FFFFFF"/>
          </a:solidFill>
          <a:ln w="141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path 291"/>
          <p:cNvSpPr/>
          <p:nvPr/>
        </p:nvSpPr>
        <p:spPr>
          <a:xfrm>
            <a:off x="10185650" y="4830530"/>
            <a:ext cx="75003" cy="71332"/>
          </a:xfrm>
          <a:custGeom>
            <a:avLst/>
            <a:gdLst/>
            <a:ahLst/>
            <a:cxnLst/>
            <a:rect l="l" t="t" r="r" b="b"/>
            <a:pathLst>
              <a:path w="75003" h="71332">
                <a:moveTo>
                  <a:pt x="37502" y="0"/>
                </a:moveTo>
                <a:lnTo>
                  <a:pt x="28649" y="27246"/>
                </a:lnTo>
                <a:lnTo>
                  <a:pt x="0" y="27246"/>
                </a:lnTo>
                <a:lnTo>
                  <a:pt x="23177" y="44086"/>
                </a:lnTo>
                <a:lnTo>
                  <a:pt x="14324" y="71332"/>
                </a:lnTo>
                <a:lnTo>
                  <a:pt x="37502" y="54493"/>
                </a:lnTo>
                <a:lnTo>
                  <a:pt x="60679" y="71332"/>
                </a:lnTo>
                <a:lnTo>
                  <a:pt x="51826" y="44086"/>
                </a:lnTo>
                <a:lnTo>
                  <a:pt x="75003" y="27246"/>
                </a:lnTo>
                <a:lnTo>
                  <a:pt x="46355" y="27246"/>
                </a:lnTo>
                <a:lnTo>
                  <a:pt x="37502" y="0"/>
                </a:lnTo>
                <a:close/>
              </a:path>
            </a:pathLst>
          </a:custGeom>
          <a:solidFill>
            <a:srgbClr val="FF9500"/>
          </a:solidFill>
          <a:ln w="1763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path 292"/>
          <p:cNvSpPr/>
          <p:nvPr/>
        </p:nvSpPr>
        <p:spPr>
          <a:xfrm>
            <a:off x="9505662" y="5114573"/>
            <a:ext cx="35712" cy="22070"/>
          </a:xfrm>
          <a:custGeom>
            <a:avLst/>
            <a:gdLst/>
            <a:ahLst/>
            <a:cxnLst/>
            <a:rect l="l" t="t" r="r" b="b"/>
            <a:pathLst>
              <a:path w="35712" h="22070">
                <a:moveTo>
                  <a:pt x="0" y="22070"/>
                </a:moveTo>
                <a:lnTo>
                  <a:pt x="4193" y="19478"/>
                </a:lnTo>
                <a:lnTo>
                  <a:pt x="8165" y="17024"/>
                </a:lnTo>
                <a:lnTo>
                  <a:pt x="11915" y="14706"/>
                </a:lnTo>
                <a:lnTo>
                  <a:pt x="15444" y="12525"/>
                </a:lnTo>
                <a:lnTo>
                  <a:pt x="18752" y="10481"/>
                </a:lnTo>
                <a:lnTo>
                  <a:pt x="21839" y="8573"/>
                </a:lnTo>
                <a:lnTo>
                  <a:pt x="24704" y="6802"/>
                </a:lnTo>
                <a:lnTo>
                  <a:pt x="27348" y="5168"/>
                </a:lnTo>
                <a:lnTo>
                  <a:pt x="29771" y="3671"/>
                </a:lnTo>
                <a:lnTo>
                  <a:pt x="31973" y="2311"/>
                </a:lnTo>
                <a:lnTo>
                  <a:pt x="33953" y="1087"/>
                </a:lnTo>
                <a:lnTo>
                  <a:pt x="35712" y="0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path 293"/>
          <p:cNvSpPr/>
          <p:nvPr/>
        </p:nvSpPr>
        <p:spPr>
          <a:xfrm>
            <a:off x="9492676" y="5114573"/>
            <a:ext cx="48698" cy="41592"/>
          </a:xfrm>
          <a:custGeom>
            <a:avLst/>
            <a:gdLst/>
            <a:ahLst/>
            <a:cxnLst/>
            <a:rect l="l" t="t" r="r" b="b"/>
            <a:pathLst>
              <a:path w="48698" h="41592">
                <a:moveTo>
                  <a:pt x="0" y="4390"/>
                </a:moveTo>
                <a:lnTo>
                  <a:pt x="48698" y="0"/>
                </a:lnTo>
                <a:lnTo>
                  <a:pt x="22991" y="41592"/>
                </a:lnTo>
                <a:lnTo>
                  <a:pt x="0" y="4390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path 294"/>
          <p:cNvSpPr/>
          <p:nvPr/>
        </p:nvSpPr>
        <p:spPr>
          <a:xfrm>
            <a:off x="10166364" y="4906656"/>
            <a:ext cx="40206" cy="14798"/>
          </a:xfrm>
          <a:custGeom>
            <a:avLst/>
            <a:gdLst/>
            <a:ahLst/>
            <a:cxnLst/>
            <a:rect l="l" t="t" r="r" b="b"/>
            <a:pathLst>
              <a:path w="40206" h="14798">
                <a:moveTo>
                  <a:pt x="0" y="0"/>
                </a:moveTo>
                <a:lnTo>
                  <a:pt x="4693" y="1727"/>
                </a:lnTo>
                <a:lnTo>
                  <a:pt x="9142" y="3365"/>
                </a:lnTo>
                <a:lnTo>
                  <a:pt x="13347" y="4912"/>
                </a:lnTo>
                <a:lnTo>
                  <a:pt x="17308" y="6370"/>
                </a:lnTo>
                <a:lnTo>
                  <a:pt x="21025" y="7738"/>
                </a:lnTo>
                <a:lnTo>
                  <a:pt x="24497" y="9016"/>
                </a:lnTo>
                <a:lnTo>
                  <a:pt x="27725" y="10205"/>
                </a:lnTo>
                <a:lnTo>
                  <a:pt x="30710" y="11303"/>
                </a:lnTo>
                <a:lnTo>
                  <a:pt x="33450" y="12312"/>
                </a:lnTo>
                <a:lnTo>
                  <a:pt x="35946" y="13230"/>
                </a:lnTo>
                <a:lnTo>
                  <a:pt x="38198" y="14059"/>
                </a:lnTo>
                <a:lnTo>
                  <a:pt x="40206" y="14798"/>
                </a:lnTo>
              </a:path>
            </a:pathLst>
          </a:custGeom>
          <a:noFill/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path 295"/>
          <p:cNvSpPr/>
          <p:nvPr/>
        </p:nvSpPr>
        <p:spPr>
          <a:xfrm>
            <a:off x="10157975" y="4885827"/>
            <a:ext cx="48595" cy="41041"/>
          </a:xfrm>
          <a:custGeom>
            <a:avLst/>
            <a:gdLst/>
            <a:ahLst/>
            <a:cxnLst/>
            <a:rect l="l" t="t" r="r" b="b"/>
            <a:pathLst>
              <a:path w="48595" h="41041">
                <a:moveTo>
                  <a:pt x="15107" y="0"/>
                </a:moveTo>
                <a:lnTo>
                  <a:pt x="48595" y="35627"/>
                </a:lnTo>
                <a:lnTo>
                  <a:pt x="0" y="41041"/>
                </a:lnTo>
                <a:lnTo>
                  <a:pt x="15107" y="0"/>
                </a:lnTo>
                <a:close/>
              </a:path>
            </a:pathLst>
          </a:custGeom>
          <a:solidFill>
            <a:srgbClr val="3B6CA8"/>
          </a:solidFill>
          <a:ln w="16752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path 296"/>
          <p:cNvSpPr/>
          <p:nvPr/>
        </p:nvSpPr>
        <p:spPr>
          <a:xfrm>
            <a:off x="9004386" y="4882931"/>
            <a:ext cx="1227" cy="43322"/>
          </a:xfrm>
          <a:custGeom>
            <a:avLst/>
            <a:gdLst/>
            <a:ahLst/>
            <a:cxnLst/>
            <a:rect l="l" t="t" r="r" b="b"/>
            <a:pathLst>
              <a:path w="1227" h="43322">
                <a:moveTo>
                  <a:pt x="0" y="0"/>
                </a:moveTo>
                <a:lnTo>
                  <a:pt x="143" y="5041"/>
                </a:lnTo>
                <a:lnTo>
                  <a:pt x="278" y="9821"/>
                </a:lnTo>
                <a:lnTo>
                  <a:pt x="406" y="14341"/>
                </a:lnTo>
                <a:lnTo>
                  <a:pt x="527" y="18601"/>
                </a:lnTo>
                <a:lnTo>
                  <a:pt x="640" y="22601"/>
                </a:lnTo>
                <a:lnTo>
                  <a:pt x="746" y="26342"/>
                </a:lnTo>
                <a:lnTo>
                  <a:pt x="845" y="29822"/>
                </a:lnTo>
                <a:lnTo>
                  <a:pt x="936" y="33042"/>
                </a:lnTo>
                <a:lnTo>
                  <a:pt x="1020" y="36002"/>
                </a:lnTo>
                <a:lnTo>
                  <a:pt x="1096" y="38702"/>
                </a:lnTo>
                <a:lnTo>
                  <a:pt x="1165" y="41142"/>
                </a:lnTo>
                <a:lnTo>
                  <a:pt x="1227" y="43322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path 297"/>
          <p:cNvSpPr/>
          <p:nvPr/>
        </p:nvSpPr>
        <p:spPr>
          <a:xfrm>
            <a:off x="8982517" y="4881918"/>
            <a:ext cx="43716" cy="44335"/>
          </a:xfrm>
          <a:custGeom>
            <a:avLst/>
            <a:gdLst/>
            <a:ahLst/>
            <a:cxnLst/>
            <a:rect l="l" t="t" r="r" b="b"/>
            <a:pathLst>
              <a:path w="43716" h="44335">
                <a:moveTo>
                  <a:pt x="43716" y="0"/>
                </a:moveTo>
                <a:lnTo>
                  <a:pt x="23096" y="44335"/>
                </a:lnTo>
                <a:lnTo>
                  <a:pt x="0" y="1238"/>
                </a:lnTo>
                <a:lnTo>
                  <a:pt x="43716" y="0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path 298"/>
          <p:cNvSpPr/>
          <p:nvPr/>
        </p:nvSpPr>
        <p:spPr>
          <a:xfrm>
            <a:off x="9679864" y="4863826"/>
            <a:ext cx="43208" cy="8864"/>
          </a:xfrm>
          <a:custGeom>
            <a:avLst/>
            <a:gdLst/>
            <a:ahLst/>
            <a:cxnLst/>
            <a:rect l="l" t="t" r="r" b="b"/>
            <a:pathLst>
              <a:path w="43208" h="8864">
                <a:moveTo>
                  <a:pt x="0" y="8864"/>
                </a:moveTo>
                <a:lnTo>
                  <a:pt x="5003" y="7838"/>
                </a:lnTo>
                <a:lnTo>
                  <a:pt x="9750" y="6864"/>
                </a:lnTo>
                <a:lnTo>
                  <a:pt x="14242" y="5942"/>
                </a:lnTo>
                <a:lnTo>
                  <a:pt x="18480" y="5073"/>
                </a:lnTo>
                <a:lnTo>
                  <a:pt x="22463" y="4256"/>
                </a:lnTo>
                <a:lnTo>
                  <a:pt x="26191" y="3491"/>
                </a:lnTo>
                <a:lnTo>
                  <a:pt x="29664" y="2779"/>
                </a:lnTo>
                <a:lnTo>
                  <a:pt x="32883" y="2118"/>
                </a:lnTo>
                <a:lnTo>
                  <a:pt x="35846" y="1511"/>
                </a:lnTo>
                <a:lnTo>
                  <a:pt x="38555" y="955"/>
                </a:lnTo>
                <a:lnTo>
                  <a:pt x="41009" y="451"/>
                </a:lnTo>
                <a:lnTo>
                  <a:pt x="43208" y="0"/>
                </a:lnTo>
              </a:path>
            </a:pathLst>
          </a:custGeom>
          <a:noFill/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path 299"/>
          <p:cNvSpPr/>
          <p:nvPr/>
        </p:nvSpPr>
        <p:spPr>
          <a:xfrm>
            <a:off x="9675837" y="4851194"/>
            <a:ext cx="47235" cy="42841"/>
          </a:xfrm>
          <a:custGeom>
            <a:avLst/>
            <a:gdLst/>
            <a:ahLst/>
            <a:cxnLst/>
            <a:rect l="l" t="t" r="r" b="b"/>
            <a:pathLst>
              <a:path w="47235" h="42841">
                <a:moveTo>
                  <a:pt x="0" y="0"/>
                </a:moveTo>
                <a:lnTo>
                  <a:pt x="47235" y="12632"/>
                </a:lnTo>
                <a:lnTo>
                  <a:pt x="8788" y="42841"/>
                </a:lnTo>
                <a:lnTo>
                  <a:pt x="0" y="0"/>
                </a:lnTo>
                <a:close/>
              </a:path>
            </a:pathLst>
          </a:custGeom>
          <a:solidFill>
            <a:srgbClr val="3A9A94"/>
          </a:solidFill>
          <a:ln w="16752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path 300"/>
          <p:cNvSpPr/>
          <p:nvPr/>
        </p:nvSpPr>
        <p:spPr>
          <a:xfrm>
            <a:off x="9480853" y="5018936"/>
            <a:ext cx="37481" cy="23205"/>
          </a:xfrm>
          <a:custGeom>
            <a:avLst/>
            <a:gdLst/>
            <a:ahLst/>
            <a:cxnLst/>
            <a:rect l="l" t="t" r="r" b="b"/>
            <a:pathLst>
              <a:path w="37481" h="23205">
                <a:moveTo>
                  <a:pt x="0" y="23205"/>
                </a:moveTo>
                <a:lnTo>
                  <a:pt x="4340" y="20518"/>
                </a:lnTo>
                <a:lnTo>
                  <a:pt x="8458" y="17968"/>
                </a:lnTo>
                <a:lnTo>
                  <a:pt x="12356" y="15555"/>
                </a:lnTo>
                <a:lnTo>
                  <a:pt x="16032" y="13279"/>
                </a:lnTo>
                <a:lnTo>
                  <a:pt x="19488" y="11140"/>
                </a:lnTo>
                <a:lnTo>
                  <a:pt x="22722" y="9137"/>
                </a:lnTo>
                <a:lnTo>
                  <a:pt x="25735" y="7272"/>
                </a:lnTo>
                <a:lnTo>
                  <a:pt x="28526" y="5544"/>
                </a:lnTo>
                <a:lnTo>
                  <a:pt x="31097" y="3952"/>
                </a:lnTo>
                <a:lnTo>
                  <a:pt x="33446" y="2498"/>
                </a:lnTo>
                <a:lnTo>
                  <a:pt x="35574" y="1180"/>
                </a:lnTo>
                <a:lnTo>
                  <a:pt x="37481" y="0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path 301"/>
          <p:cNvSpPr/>
          <p:nvPr/>
        </p:nvSpPr>
        <p:spPr>
          <a:xfrm>
            <a:off x="9469640" y="5018936"/>
            <a:ext cx="48694" cy="41612"/>
          </a:xfrm>
          <a:custGeom>
            <a:avLst/>
            <a:gdLst/>
            <a:ahLst/>
            <a:cxnLst/>
            <a:rect l="l" t="t" r="r" b="b"/>
            <a:pathLst>
              <a:path w="48694" h="41612">
                <a:moveTo>
                  <a:pt x="0" y="4429"/>
                </a:moveTo>
                <a:lnTo>
                  <a:pt x="48694" y="0"/>
                </a:lnTo>
                <a:lnTo>
                  <a:pt x="23021" y="41612"/>
                </a:lnTo>
                <a:lnTo>
                  <a:pt x="0" y="4429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path 302"/>
          <p:cNvSpPr/>
          <p:nvPr/>
        </p:nvSpPr>
        <p:spPr>
          <a:xfrm>
            <a:off x="10005488" y="4912023"/>
            <a:ext cx="43746" cy="3198"/>
          </a:xfrm>
          <a:custGeom>
            <a:avLst/>
            <a:gdLst/>
            <a:ahLst/>
            <a:cxnLst/>
            <a:rect l="l" t="t" r="r" b="b"/>
            <a:pathLst>
              <a:path w="43746" h="3198">
                <a:moveTo>
                  <a:pt x="0" y="0"/>
                </a:moveTo>
                <a:lnTo>
                  <a:pt x="5073" y="371"/>
                </a:lnTo>
                <a:lnTo>
                  <a:pt x="9886" y="723"/>
                </a:lnTo>
                <a:lnTo>
                  <a:pt x="14439" y="1055"/>
                </a:lnTo>
                <a:lnTo>
                  <a:pt x="18733" y="1369"/>
                </a:lnTo>
                <a:lnTo>
                  <a:pt x="22768" y="1664"/>
                </a:lnTo>
                <a:lnTo>
                  <a:pt x="26543" y="1940"/>
                </a:lnTo>
                <a:lnTo>
                  <a:pt x="30059" y="2197"/>
                </a:lnTo>
                <a:lnTo>
                  <a:pt x="33315" y="2435"/>
                </a:lnTo>
                <a:lnTo>
                  <a:pt x="36312" y="2654"/>
                </a:lnTo>
                <a:lnTo>
                  <a:pt x="39050" y="2854"/>
                </a:lnTo>
                <a:lnTo>
                  <a:pt x="41528" y="3036"/>
                </a:lnTo>
                <a:lnTo>
                  <a:pt x="43746" y="3198"/>
                </a:lnTo>
              </a:path>
            </a:pathLst>
          </a:custGeom>
          <a:noFill/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path 303"/>
          <p:cNvSpPr/>
          <p:nvPr/>
        </p:nvSpPr>
        <p:spPr>
          <a:xfrm>
            <a:off x="10004023" y="4890224"/>
            <a:ext cx="45211" cy="43617"/>
          </a:xfrm>
          <a:custGeom>
            <a:avLst/>
            <a:gdLst/>
            <a:ahLst/>
            <a:cxnLst/>
            <a:rect l="l" t="t" r="r" b="b"/>
            <a:pathLst>
              <a:path w="45211" h="43617">
                <a:moveTo>
                  <a:pt x="3189" y="0"/>
                </a:moveTo>
                <a:lnTo>
                  <a:pt x="45211" y="24997"/>
                </a:lnTo>
                <a:lnTo>
                  <a:pt x="0" y="43617"/>
                </a:lnTo>
                <a:lnTo>
                  <a:pt x="3189" y="0"/>
                </a:lnTo>
                <a:close/>
              </a:path>
            </a:pathLst>
          </a:custGeom>
          <a:solidFill>
            <a:srgbClr val="FF9500"/>
          </a:solidFill>
          <a:ln w="1675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path 304"/>
          <p:cNvSpPr/>
          <p:nvPr/>
        </p:nvSpPr>
        <p:spPr>
          <a:xfrm>
            <a:off x="9675392" y="4901828"/>
            <a:ext cx="41215" cy="11264"/>
          </a:xfrm>
          <a:custGeom>
            <a:avLst/>
            <a:gdLst/>
            <a:ahLst/>
            <a:cxnLst/>
            <a:rect l="l" t="t" r="r" b="b"/>
            <a:pathLst>
              <a:path w="41215" h="11264">
                <a:moveTo>
                  <a:pt x="0" y="11264"/>
                </a:moveTo>
                <a:lnTo>
                  <a:pt x="4815" y="9948"/>
                </a:lnTo>
                <a:lnTo>
                  <a:pt x="9378" y="8701"/>
                </a:lnTo>
                <a:lnTo>
                  <a:pt x="13691" y="7522"/>
                </a:lnTo>
                <a:lnTo>
                  <a:pt x="17753" y="6412"/>
                </a:lnTo>
                <a:lnTo>
                  <a:pt x="21564" y="5370"/>
                </a:lnTo>
                <a:lnTo>
                  <a:pt x="25124" y="4397"/>
                </a:lnTo>
                <a:lnTo>
                  <a:pt x="28433" y="3493"/>
                </a:lnTo>
                <a:lnTo>
                  <a:pt x="31492" y="2657"/>
                </a:lnTo>
                <a:lnTo>
                  <a:pt x="34299" y="1890"/>
                </a:lnTo>
                <a:lnTo>
                  <a:pt x="36855" y="1191"/>
                </a:lnTo>
                <a:lnTo>
                  <a:pt x="39161" y="561"/>
                </a:lnTo>
                <a:lnTo>
                  <a:pt x="41215" y="0"/>
                </a:lnTo>
              </a:path>
            </a:pathLst>
          </a:custGeom>
          <a:noFill/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path 305"/>
          <p:cNvSpPr/>
          <p:nvPr/>
        </p:nvSpPr>
        <p:spPr>
          <a:xfrm>
            <a:off x="9668656" y="4892264"/>
            <a:ext cx="47951" cy="42186"/>
          </a:xfrm>
          <a:custGeom>
            <a:avLst/>
            <a:gdLst/>
            <a:ahLst/>
            <a:cxnLst/>
            <a:rect l="l" t="t" r="r" b="b"/>
            <a:pathLst>
              <a:path w="47951" h="42186">
                <a:moveTo>
                  <a:pt x="0" y="0"/>
                </a:moveTo>
                <a:lnTo>
                  <a:pt x="47951" y="9564"/>
                </a:lnTo>
                <a:lnTo>
                  <a:pt x="11530" y="42186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1675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6" name="Picture 37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09198" y="5438029"/>
            <a:ext cx="1558165" cy="988105"/>
          </a:xfrm>
          <a:prstGeom prst="rect">
            <a:avLst/>
          </a:prstGeom>
        </p:spPr>
      </p:pic>
      <p:sp>
        <p:nvSpPr>
          <p:cNvPr id="377" name="Editable path 306"/>
          <p:cNvSpPr/>
          <p:nvPr/>
        </p:nvSpPr>
        <p:spPr>
          <a:xfrm>
            <a:off x="2477606" y="5745970"/>
            <a:ext cx="124558" cy="190223"/>
          </a:xfrm>
          <a:custGeom>
            <a:avLst/>
            <a:gdLst/>
            <a:ahLst/>
            <a:cxnLst/>
            <a:rect l="l" t="t" r="r" b="b"/>
            <a:pathLst>
              <a:path w="124558" h="190223">
                <a:moveTo>
                  <a:pt x="89" y="41526"/>
                </a:moveTo>
                <a:lnTo>
                  <a:pt x="0" y="41578"/>
                </a:lnTo>
                <a:lnTo>
                  <a:pt x="717" y="39354"/>
                </a:lnTo>
                <a:lnTo>
                  <a:pt x="1203" y="1488"/>
                </a:lnTo>
                <a:lnTo>
                  <a:pt x="4552" y="0"/>
                </a:lnTo>
                <a:lnTo>
                  <a:pt x="13143" y="2813"/>
                </a:lnTo>
                <a:lnTo>
                  <a:pt x="25880" y="8950"/>
                </a:lnTo>
                <a:lnTo>
                  <a:pt x="50832" y="27507"/>
                </a:lnTo>
                <a:lnTo>
                  <a:pt x="52172" y="28673"/>
                </a:lnTo>
                <a:lnTo>
                  <a:pt x="76170" y="54684"/>
                </a:lnTo>
                <a:lnTo>
                  <a:pt x="98049" y="86545"/>
                </a:lnTo>
                <a:lnTo>
                  <a:pt x="103623" y="98248"/>
                </a:lnTo>
                <a:lnTo>
                  <a:pt x="112741" y="119672"/>
                </a:lnTo>
                <a:lnTo>
                  <a:pt x="114308" y="124899"/>
                </a:lnTo>
                <a:lnTo>
                  <a:pt x="124558" y="168178"/>
                </a:lnTo>
                <a:lnTo>
                  <a:pt x="123048" y="172890"/>
                </a:lnTo>
                <a:lnTo>
                  <a:pt x="122319" y="172370"/>
                </a:lnTo>
                <a:lnTo>
                  <a:pt x="121467" y="172959"/>
                </a:lnTo>
                <a:lnTo>
                  <a:pt x="122358" y="174284"/>
                </a:lnTo>
                <a:lnTo>
                  <a:pt x="124093" y="183983"/>
                </a:lnTo>
                <a:lnTo>
                  <a:pt x="123563" y="185658"/>
                </a:lnTo>
                <a:lnTo>
                  <a:pt x="123347" y="190223"/>
                </a:lnTo>
                <a:lnTo>
                  <a:pt x="122657" y="188289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path 307"/>
          <p:cNvSpPr/>
          <p:nvPr/>
        </p:nvSpPr>
        <p:spPr>
          <a:xfrm>
            <a:off x="2477606" y="5745970"/>
            <a:ext cx="124558" cy="190223"/>
          </a:xfrm>
          <a:custGeom>
            <a:avLst/>
            <a:gdLst/>
            <a:ahLst/>
            <a:cxnLst/>
            <a:rect l="l" t="t" r="r" b="b"/>
            <a:pathLst>
              <a:path w="124558" h="190223">
                <a:moveTo>
                  <a:pt x="89" y="41526"/>
                </a:moveTo>
                <a:lnTo>
                  <a:pt x="0" y="41578"/>
                </a:lnTo>
                <a:lnTo>
                  <a:pt x="717" y="39354"/>
                </a:lnTo>
                <a:lnTo>
                  <a:pt x="1203" y="1488"/>
                </a:lnTo>
                <a:lnTo>
                  <a:pt x="4552" y="0"/>
                </a:lnTo>
                <a:lnTo>
                  <a:pt x="13143" y="2813"/>
                </a:lnTo>
                <a:lnTo>
                  <a:pt x="25880" y="8950"/>
                </a:lnTo>
                <a:lnTo>
                  <a:pt x="50832" y="27507"/>
                </a:lnTo>
                <a:lnTo>
                  <a:pt x="52172" y="28673"/>
                </a:lnTo>
                <a:lnTo>
                  <a:pt x="76170" y="54684"/>
                </a:lnTo>
                <a:lnTo>
                  <a:pt x="98049" y="86545"/>
                </a:lnTo>
                <a:lnTo>
                  <a:pt x="103623" y="98248"/>
                </a:lnTo>
                <a:lnTo>
                  <a:pt x="112741" y="119672"/>
                </a:lnTo>
                <a:lnTo>
                  <a:pt x="114308" y="124899"/>
                </a:lnTo>
                <a:lnTo>
                  <a:pt x="124558" y="168178"/>
                </a:lnTo>
                <a:lnTo>
                  <a:pt x="123048" y="172890"/>
                </a:lnTo>
                <a:lnTo>
                  <a:pt x="122319" y="172370"/>
                </a:lnTo>
                <a:lnTo>
                  <a:pt x="121467" y="172959"/>
                </a:lnTo>
                <a:lnTo>
                  <a:pt x="122358" y="174284"/>
                </a:lnTo>
                <a:lnTo>
                  <a:pt x="124093" y="183983"/>
                </a:lnTo>
                <a:lnTo>
                  <a:pt x="123563" y="185658"/>
                </a:lnTo>
                <a:lnTo>
                  <a:pt x="123347" y="190223"/>
                </a:lnTo>
                <a:lnTo>
                  <a:pt x="122657" y="188289"/>
                </a:lnTo>
              </a:path>
            </a:pathLst>
          </a:custGeom>
          <a:noFill/>
          <a:ln w="1939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path 308"/>
          <p:cNvSpPr/>
          <p:nvPr/>
        </p:nvSpPr>
        <p:spPr>
          <a:xfrm>
            <a:off x="2478845" y="5745418"/>
            <a:ext cx="122787" cy="194825"/>
          </a:xfrm>
          <a:custGeom>
            <a:avLst/>
            <a:gdLst/>
            <a:ahLst/>
            <a:cxnLst/>
            <a:rect l="l" t="t" r="r" b="b"/>
            <a:pathLst>
              <a:path w="122787" h="194825">
                <a:moveTo>
                  <a:pt x="137" y="41703"/>
                </a:moveTo>
                <a:lnTo>
                  <a:pt x="0" y="0"/>
                </a:lnTo>
                <a:lnTo>
                  <a:pt x="1835" y="549"/>
                </a:lnTo>
                <a:lnTo>
                  <a:pt x="20323" y="8269"/>
                </a:lnTo>
                <a:lnTo>
                  <a:pt x="39358" y="20406"/>
                </a:lnTo>
                <a:lnTo>
                  <a:pt x="58434" y="37223"/>
                </a:lnTo>
                <a:lnTo>
                  <a:pt x="76695" y="58640"/>
                </a:lnTo>
                <a:lnTo>
                  <a:pt x="93177" y="84251"/>
                </a:lnTo>
                <a:lnTo>
                  <a:pt x="106165" y="111521"/>
                </a:lnTo>
                <a:lnTo>
                  <a:pt x="115857" y="140895"/>
                </a:lnTo>
                <a:lnTo>
                  <a:pt x="121362" y="169780"/>
                </a:lnTo>
                <a:lnTo>
                  <a:pt x="122787" y="194825"/>
                </a:lnTo>
              </a:path>
            </a:pathLst>
          </a:custGeom>
          <a:noFill/>
          <a:ln w="45849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path 309"/>
          <p:cNvSpPr/>
          <p:nvPr/>
        </p:nvSpPr>
        <p:spPr>
          <a:xfrm>
            <a:off x="2478845" y="5745418"/>
            <a:ext cx="122787" cy="194825"/>
          </a:xfrm>
          <a:custGeom>
            <a:avLst/>
            <a:gdLst/>
            <a:ahLst/>
            <a:cxnLst/>
            <a:rect l="l" t="t" r="r" b="b"/>
            <a:pathLst>
              <a:path w="122787" h="194825">
                <a:moveTo>
                  <a:pt x="137" y="41703"/>
                </a:moveTo>
                <a:lnTo>
                  <a:pt x="0" y="0"/>
                </a:lnTo>
                <a:lnTo>
                  <a:pt x="1835" y="549"/>
                </a:lnTo>
                <a:lnTo>
                  <a:pt x="20323" y="8269"/>
                </a:lnTo>
                <a:lnTo>
                  <a:pt x="39358" y="20406"/>
                </a:lnTo>
                <a:lnTo>
                  <a:pt x="58434" y="37223"/>
                </a:lnTo>
                <a:lnTo>
                  <a:pt x="76695" y="58640"/>
                </a:lnTo>
                <a:lnTo>
                  <a:pt x="93177" y="84251"/>
                </a:lnTo>
                <a:lnTo>
                  <a:pt x="106165" y="111521"/>
                </a:lnTo>
                <a:lnTo>
                  <a:pt x="115857" y="140895"/>
                </a:lnTo>
                <a:lnTo>
                  <a:pt x="121362" y="169780"/>
                </a:lnTo>
                <a:lnTo>
                  <a:pt x="122787" y="194825"/>
                </a:lnTo>
              </a:path>
            </a:pathLst>
          </a:custGeom>
          <a:noFill/>
          <a:ln w="19397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path 310"/>
          <p:cNvSpPr/>
          <p:nvPr/>
        </p:nvSpPr>
        <p:spPr>
          <a:xfrm>
            <a:off x="2483946" y="5847874"/>
            <a:ext cx="112" cy="71791"/>
          </a:xfrm>
          <a:custGeom>
            <a:avLst/>
            <a:gdLst/>
            <a:ahLst/>
            <a:cxnLst/>
            <a:rect l="l" t="t" r="r" b="b"/>
            <a:pathLst>
              <a:path w="112" h="71791">
                <a:moveTo>
                  <a:pt x="112" y="71791"/>
                </a:moveTo>
                <a:lnTo>
                  <a:pt x="0" y="0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path 311"/>
          <p:cNvSpPr/>
          <p:nvPr/>
        </p:nvSpPr>
        <p:spPr>
          <a:xfrm>
            <a:off x="2483946" y="5847874"/>
            <a:ext cx="112" cy="71791"/>
          </a:xfrm>
          <a:custGeom>
            <a:avLst/>
            <a:gdLst/>
            <a:ahLst/>
            <a:cxnLst/>
            <a:rect l="l" t="t" r="r" b="b"/>
            <a:pathLst>
              <a:path w="112" h="71791">
                <a:moveTo>
                  <a:pt x="112" y="71791"/>
                </a:moveTo>
                <a:lnTo>
                  <a:pt x="0" y="0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path 312"/>
          <p:cNvSpPr/>
          <p:nvPr/>
        </p:nvSpPr>
        <p:spPr>
          <a:xfrm>
            <a:off x="2484003" y="5884400"/>
            <a:ext cx="41" cy="26390"/>
          </a:xfrm>
          <a:custGeom>
            <a:avLst/>
            <a:gdLst/>
            <a:ahLst/>
            <a:cxnLst/>
            <a:rect l="l" t="t" r="r" b="b"/>
            <a:pathLst>
              <a:path w="41" h="26390">
                <a:moveTo>
                  <a:pt x="0" y="0"/>
                </a:moveTo>
                <a:lnTo>
                  <a:pt x="0" y="91"/>
                </a:lnTo>
                <a:lnTo>
                  <a:pt x="1" y="565"/>
                </a:lnTo>
                <a:lnTo>
                  <a:pt x="2" y="1423"/>
                </a:lnTo>
                <a:lnTo>
                  <a:pt x="4" y="2663"/>
                </a:lnTo>
                <a:lnTo>
                  <a:pt x="7" y="4287"/>
                </a:lnTo>
                <a:lnTo>
                  <a:pt x="10" y="6295"/>
                </a:lnTo>
                <a:lnTo>
                  <a:pt x="14" y="8686"/>
                </a:lnTo>
                <a:lnTo>
                  <a:pt x="18" y="11460"/>
                </a:lnTo>
                <a:lnTo>
                  <a:pt x="23" y="14617"/>
                </a:lnTo>
                <a:lnTo>
                  <a:pt x="28" y="18158"/>
                </a:lnTo>
                <a:lnTo>
                  <a:pt x="35" y="22083"/>
                </a:lnTo>
                <a:lnTo>
                  <a:pt x="41" y="26390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path 313"/>
          <p:cNvSpPr/>
          <p:nvPr/>
        </p:nvSpPr>
        <p:spPr>
          <a:xfrm>
            <a:off x="2484003" y="5884400"/>
            <a:ext cx="41" cy="26390"/>
          </a:xfrm>
          <a:custGeom>
            <a:avLst/>
            <a:gdLst/>
            <a:ahLst/>
            <a:cxnLst/>
            <a:rect l="l" t="t" r="r" b="b"/>
            <a:pathLst>
              <a:path w="41" h="26390">
                <a:moveTo>
                  <a:pt x="0" y="0"/>
                </a:moveTo>
                <a:lnTo>
                  <a:pt x="0" y="91"/>
                </a:lnTo>
                <a:lnTo>
                  <a:pt x="1" y="565"/>
                </a:lnTo>
                <a:lnTo>
                  <a:pt x="2" y="1423"/>
                </a:lnTo>
                <a:lnTo>
                  <a:pt x="4" y="2663"/>
                </a:lnTo>
                <a:lnTo>
                  <a:pt x="7" y="4287"/>
                </a:lnTo>
                <a:lnTo>
                  <a:pt x="10" y="6295"/>
                </a:lnTo>
                <a:lnTo>
                  <a:pt x="14" y="8686"/>
                </a:lnTo>
                <a:lnTo>
                  <a:pt x="18" y="11460"/>
                </a:lnTo>
                <a:lnTo>
                  <a:pt x="23" y="14617"/>
                </a:lnTo>
                <a:lnTo>
                  <a:pt x="28" y="18158"/>
                </a:lnTo>
                <a:lnTo>
                  <a:pt x="35" y="22083"/>
                </a:lnTo>
                <a:lnTo>
                  <a:pt x="41" y="26390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path 314"/>
          <p:cNvSpPr/>
          <p:nvPr/>
        </p:nvSpPr>
        <p:spPr>
          <a:xfrm>
            <a:off x="2455918" y="5910790"/>
            <a:ext cx="56429" cy="56474"/>
          </a:xfrm>
          <a:custGeom>
            <a:avLst/>
            <a:gdLst/>
            <a:ahLst/>
            <a:cxnLst/>
            <a:rect l="l" t="t" r="r" b="b"/>
            <a:pathLst>
              <a:path w="56429" h="56474">
                <a:moveTo>
                  <a:pt x="0" y="56474"/>
                </a:moveTo>
                <a:lnTo>
                  <a:pt x="28126" y="0"/>
                </a:lnTo>
                <a:lnTo>
                  <a:pt x="56429" y="56386"/>
                </a:lnTo>
                <a:lnTo>
                  <a:pt x="0" y="56474"/>
                </a:lnTo>
                <a:close/>
              </a:path>
            </a:pathLst>
          </a:custGeom>
          <a:solidFill>
            <a:srgbClr val="FF9500"/>
          </a:solidFill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path 315"/>
          <p:cNvSpPr/>
          <p:nvPr/>
        </p:nvSpPr>
        <p:spPr>
          <a:xfrm>
            <a:off x="2455918" y="5910790"/>
            <a:ext cx="56429" cy="56474"/>
          </a:xfrm>
          <a:custGeom>
            <a:avLst/>
            <a:gdLst/>
            <a:ahLst/>
            <a:cxnLst/>
            <a:rect l="l" t="t" r="r" b="b"/>
            <a:pathLst>
              <a:path w="56429" h="56474">
                <a:moveTo>
                  <a:pt x="0" y="56474"/>
                </a:moveTo>
                <a:lnTo>
                  <a:pt x="28126" y="0"/>
                </a:lnTo>
                <a:lnTo>
                  <a:pt x="56429" y="56386"/>
                </a:lnTo>
                <a:lnTo>
                  <a:pt x="0" y="56474"/>
                </a:lnTo>
                <a:close/>
              </a:path>
            </a:pathLst>
          </a:custGeom>
          <a:solidFill>
            <a:srgbClr val="FF9500"/>
          </a:solidFill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path 316"/>
          <p:cNvSpPr/>
          <p:nvPr/>
        </p:nvSpPr>
        <p:spPr>
          <a:xfrm>
            <a:off x="1730166" y="5469448"/>
            <a:ext cx="528909" cy="147016"/>
          </a:xfrm>
          <a:custGeom>
            <a:avLst/>
            <a:gdLst/>
            <a:ahLst/>
            <a:cxnLst/>
            <a:rect l="l" t="t" r="r" b="b"/>
            <a:pathLst>
              <a:path w="528909" h="147016">
                <a:moveTo>
                  <a:pt x="17987" y="147016"/>
                </a:moveTo>
                <a:lnTo>
                  <a:pt x="510922" y="147016"/>
                </a:lnTo>
                <a:lnTo>
                  <a:pt x="513795" y="146891"/>
                </a:lnTo>
                <a:lnTo>
                  <a:pt x="516418" y="146516"/>
                </a:lnTo>
                <a:lnTo>
                  <a:pt x="518791" y="145891"/>
                </a:lnTo>
                <a:lnTo>
                  <a:pt x="520915" y="145017"/>
                </a:lnTo>
                <a:lnTo>
                  <a:pt x="522788" y="143893"/>
                </a:lnTo>
                <a:lnTo>
                  <a:pt x="524412" y="142519"/>
                </a:lnTo>
                <a:lnTo>
                  <a:pt x="525786" y="140895"/>
                </a:lnTo>
                <a:lnTo>
                  <a:pt x="526910" y="139021"/>
                </a:lnTo>
                <a:lnTo>
                  <a:pt x="527785" y="136898"/>
                </a:lnTo>
                <a:lnTo>
                  <a:pt x="528409" y="134525"/>
                </a:lnTo>
                <a:lnTo>
                  <a:pt x="528784" y="131902"/>
                </a:lnTo>
                <a:lnTo>
                  <a:pt x="528909" y="129029"/>
                </a:lnTo>
                <a:lnTo>
                  <a:pt x="528909" y="17987"/>
                </a:lnTo>
                <a:lnTo>
                  <a:pt x="528784" y="15115"/>
                </a:lnTo>
                <a:lnTo>
                  <a:pt x="528409" y="12491"/>
                </a:lnTo>
                <a:lnTo>
                  <a:pt x="527785" y="10118"/>
                </a:lnTo>
                <a:lnTo>
                  <a:pt x="526910" y="7995"/>
                </a:lnTo>
                <a:lnTo>
                  <a:pt x="525786" y="6121"/>
                </a:lnTo>
                <a:lnTo>
                  <a:pt x="524412" y="4497"/>
                </a:lnTo>
                <a:lnTo>
                  <a:pt x="522788" y="3123"/>
                </a:lnTo>
                <a:lnTo>
                  <a:pt x="520915" y="1999"/>
                </a:lnTo>
                <a:lnTo>
                  <a:pt x="518791" y="1124"/>
                </a:lnTo>
                <a:lnTo>
                  <a:pt x="516418" y="500"/>
                </a:lnTo>
                <a:lnTo>
                  <a:pt x="513795" y="125"/>
                </a:lnTo>
                <a:lnTo>
                  <a:pt x="510922" y="0"/>
                </a:lnTo>
                <a:lnTo>
                  <a:pt x="17987" y="0"/>
                </a:lnTo>
                <a:lnTo>
                  <a:pt x="15114" y="125"/>
                </a:lnTo>
                <a:lnTo>
                  <a:pt x="12491" y="500"/>
                </a:lnTo>
                <a:lnTo>
                  <a:pt x="10117" y="1124"/>
                </a:lnTo>
                <a:lnTo>
                  <a:pt x="7994" y="1999"/>
                </a:lnTo>
                <a:lnTo>
                  <a:pt x="6120" y="3123"/>
                </a:lnTo>
                <a:lnTo>
                  <a:pt x="4496" y="4497"/>
                </a:lnTo>
                <a:lnTo>
                  <a:pt x="3122" y="6121"/>
                </a:lnTo>
                <a:lnTo>
                  <a:pt x="1998" y="7995"/>
                </a:lnTo>
                <a:lnTo>
                  <a:pt x="1124" y="10118"/>
                </a:lnTo>
                <a:lnTo>
                  <a:pt x="499" y="12491"/>
                </a:lnTo>
                <a:lnTo>
                  <a:pt x="124" y="15115"/>
                </a:lnTo>
                <a:lnTo>
                  <a:pt x="0" y="17987"/>
                </a:lnTo>
                <a:lnTo>
                  <a:pt x="0" y="129029"/>
                </a:lnTo>
                <a:lnTo>
                  <a:pt x="124" y="131902"/>
                </a:lnTo>
                <a:lnTo>
                  <a:pt x="499" y="134525"/>
                </a:lnTo>
                <a:lnTo>
                  <a:pt x="1124" y="136898"/>
                </a:lnTo>
                <a:lnTo>
                  <a:pt x="1998" y="139021"/>
                </a:lnTo>
                <a:lnTo>
                  <a:pt x="3122" y="140895"/>
                </a:lnTo>
                <a:lnTo>
                  <a:pt x="4496" y="142519"/>
                </a:lnTo>
                <a:lnTo>
                  <a:pt x="6120" y="143893"/>
                </a:lnTo>
                <a:lnTo>
                  <a:pt x="7994" y="145017"/>
                </a:lnTo>
                <a:lnTo>
                  <a:pt x="10117" y="145891"/>
                </a:lnTo>
                <a:lnTo>
                  <a:pt x="12491" y="146516"/>
                </a:lnTo>
                <a:lnTo>
                  <a:pt x="15114" y="146891"/>
                </a:lnTo>
                <a:lnTo>
                  <a:pt x="17987" y="147016"/>
                </a:lnTo>
                <a:close/>
              </a:path>
            </a:pathLst>
          </a:custGeom>
          <a:solidFill>
            <a:srgbClr val="FFF5C8"/>
          </a:solidFill>
          <a:ln w="1058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1748152" y="5473579"/>
            <a:ext cx="526420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2B2B2B"/>
                </a:solidFill>
                <a:latin typeface="Times New Roman"/>
              </a:rPr>
              <a:t>Panel · lift</a:t>
            </a:r>
          </a:p>
        </p:txBody>
      </p:sp>
      <p:sp>
        <p:nvSpPr>
          <p:cNvPr id="389" name="Editable path 317"/>
          <p:cNvSpPr/>
          <p:nvPr/>
        </p:nvSpPr>
        <p:spPr>
          <a:xfrm>
            <a:off x="2575176" y="6310331"/>
            <a:ext cx="662262" cy="113118"/>
          </a:xfrm>
          <a:custGeom>
            <a:avLst/>
            <a:gdLst/>
            <a:ahLst/>
            <a:cxnLst/>
            <a:rect l="l" t="t" r="r" b="b"/>
            <a:pathLst>
              <a:path w="662262" h="113118">
                <a:moveTo>
                  <a:pt x="0" y="0"/>
                </a:moveTo>
                <a:lnTo>
                  <a:pt x="662262" y="0"/>
                </a:lnTo>
                <a:lnTo>
                  <a:pt x="662262" y="113118"/>
                </a:lnTo>
                <a:lnTo>
                  <a:pt x="0" y="1131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2584204" y="6299155"/>
            <a:ext cx="675127" cy="1354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8" b="0" i="0">
                <a:solidFill>
                  <a:srgbClr val="2B2B2B"/>
                </a:solidFill>
                <a:latin typeface="Times New Roman"/>
              </a:rPr>
              <a:t>0.1° measured</a:t>
            </a:r>
          </a:p>
        </p:txBody>
      </p:sp>
      <p:pic>
        <p:nvPicPr>
          <p:cNvPr id="391" name="Picture 39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13035" y="5438029"/>
            <a:ext cx="1558165" cy="988105"/>
          </a:xfrm>
          <a:prstGeom prst="rect">
            <a:avLst/>
          </a:prstGeom>
        </p:spPr>
      </p:pic>
      <p:sp>
        <p:nvSpPr>
          <p:cNvPr id="392" name="Editable path 318"/>
          <p:cNvSpPr/>
          <p:nvPr/>
        </p:nvSpPr>
        <p:spPr>
          <a:xfrm>
            <a:off x="4281443" y="5745970"/>
            <a:ext cx="124558" cy="190223"/>
          </a:xfrm>
          <a:custGeom>
            <a:avLst/>
            <a:gdLst/>
            <a:ahLst/>
            <a:cxnLst/>
            <a:rect l="l" t="t" r="r" b="b"/>
            <a:pathLst>
              <a:path w="124558" h="190223">
                <a:moveTo>
                  <a:pt x="89" y="41526"/>
                </a:moveTo>
                <a:lnTo>
                  <a:pt x="0" y="41578"/>
                </a:lnTo>
                <a:lnTo>
                  <a:pt x="717" y="39354"/>
                </a:lnTo>
                <a:lnTo>
                  <a:pt x="1203" y="1488"/>
                </a:lnTo>
                <a:lnTo>
                  <a:pt x="4552" y="0"/>
                </a:lnTo>
                <a:lnTo>
                  <a:pt x="13143" y="2813"/>
                </a:lnTo>
                <a:lnTo>
                  <a:pt x="25880" y="8950"/>
                </a:lnTo>
                <a:lnTo>
                  <a:pt x="50832" y="27507"/>
                </a:lnTo>
                <a:lnTo>
                  <a:pt x="52173" y="28673"/>
                </a:lnTo>
                <a:lnTo>
                  <a:pt x="76170" y="54684"/>
                </a:lnTo>
                <a:lnTo>
                  <a:pt x="98049" y="86545"/>
                </a:lnTo>
                <a:lnTo>
                  <a:pt x="103623" y="98248"/>
                </a:lnTo>
                <a:lnTo>
                  <a:pt x="112741" y="119672"/>
                </a:lnTo>
                <a:lnTo>
                  <a:pt x="114308" y="124899"/>
                </a:lnTo>
                <a:lnTo>
                  <a:pt x="124558" y="168178"/>
                </a:lnTo>
                <a:lnTo>
                  <a:pt x="123048" y="172890"/>
                </a:lnTo>
                <a:lnTo>
                  <a:pt x="122319" y="172370"/>
                </a:lnTo>
                <a:lnTo>
                  <a:pt x="121467" y="172959"/>
                </a:lnTo>
                <a:lnTo>
                  <a:pt x="122358" y="174284"/>
                </a:lnTo>
                <a:lnTo>
                  <a:pt x="124093" y="183983"/>
                </a:lnTo>
                <a:lnTo>
                  <a:pt x="123563" y="185658"/>
                </a:lnTo>
                <a:lnTo>
                  <a:pt x="123347" y="190223"/>
                </a:lnTo>
                <a:lnTo>
                  <a:pt x="122657" y="188289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path 319"/>
          <p:cNvSpPr/>
          <p:nvPr/>
        </p:nvSpPr>
        <p:spPr>
          <a:xfrm>
            <a:off x="4281443" y="5745970"/>
            <a:ext cx="124558" cy="190223"/>
          </a:xfrm>
          <a:custGeom>
            <a:avLst/>
            <a:gdLst/>
            <a:ahLst/>
            <a:cxnLst/>
            <a:rect l="l" t="t" r="r" b="b"/>
            <a:pathLst>
              <a:path w="124558" h="190223">
                <a:moveTo>
                  <a:pt x="89" y="41526"/>
                </a:moveTo>
                <a:lnTo>
                  <a:pt x="0" y="41578"/>
                </a:lnTo>
                <a:lnTo>
                  <a:pt x="717" y="39354"/>
                </a:lnTo>
                <a:lnTo>
                  <a:pt x="1203" y="1488"/>
                </a:lnTo>
                <a:lnTo>
                  <a:pt x="4552" y="0"/>
                </a:lnTo>
                <a:lnTo>
                  <a:pt x="13143" y="2813"/>
                </a:lnTo>
                <a:lnTo>
                  <a:pt x="25880" y="8950"/>
                </a:lnTo>
                <a:lnTo>
                  <a:pt x="50832" y="27507"/>
                </a:lnTo>
                <a:lnTo>
                  <a:pt x="52173" y="28673"/>
                </a:lnTo>
                <a:lnTo>
                  <a:pt x="76170" y="54684"/>
                </a:lnTo>
                <a:lnTo>
                  <a:pt x="98049" y="86545"/>
                </a:lnTo>
                <a:lnTo>
                  <a:pt x="103623" y="98248"/>
                </a:lnTo>
                <a:lnTo>
                  <a:pt x="112741" y="119672"/>
                </a:lnTo>
                <a:lnTo>
                  <a:pt x="114308" y="124899"/>
                </a:lnTo>
                <a:lnTo>
                  <a:pt x="124558" y="168178"/>
                </a:lnTo>
                <a:lnTo>
                  <a:pt x="123048" y="172890"/>
                </a:lnTo>
                <a:lnTo>
                  <a:pt x="122319" y="172370"/>
                </a:lnTo>
                <a:lnTo>
                  <a:pt x="121467" y="172959"/>
                </a:lnTo>
                <a:lnTo>
                  <a:pt x="122358" y="174284"/>
                </a:lnTo>
                <a:lnTo>
                  <a:pt x="124093" y="183983"/>
                </a:lnTo>
                <a:lnTo>
                  <a:pt x="123563" y="185658"/>
                </a:lnTo>
                <a:lnTo>
                  <a:pt x="123347" y="190223"/>
                </a:lnTo>
                <a:lnTo>
                  <a:pt x="122657" y="188289"/>
                </a:lnTo>
              </a:path>
            </a:pathLst>
          </a:custGeom>
          <a:noFill/>
          <a:ln w="1939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path 320"/>
          <p:cNvSpPr/>
          <p:nvPr/>
        </p:nvSpPr>
        <p:spPr>
          <a:xfrm>
            <a:off x="4282682" y="5745418"/>
            <a:ext cx="122787" cy="194825"/>
          </a:xfrm>
          <a:custGeom>
            <a:avLst/>
            <a:gdLst/>
            <a:ahLst/>
            <a:cxnLst/>
            <a:rect l="l" t="t" r="r" b="b"/>
            <a:pathLst>
              <a:path w="122787" h="194825">
                <a:moveTo>
                  <a:pt x="137" y="41703"/>
                </a:moveTo>
                <a:lnTo>
                  <a:pt x="0" y="0"/>
                </a:lnTo>
                <a:lnTo>
                  <a:pt x="1835" y="549"/>
                </a:lnTo>
                <a:lnTo>
                  <a:pt x="20324" y="8269"/>
                </a:lnTo>
                <a:lnTo>
                  <a:pt x="39358" y="20406"/>
                </a:lnTo>
                <a:lnTo>
                  <a:pt x="58434" y="37223"/>
                </a:lnTo>
                <a:lnTo>
                  <a:pt x="76695" y="58640"/>
                </a:lnTo>
                <a:lnTo>
                  <a:pt x="93177" y="84251"/>
                </a:lnTo>
                <a:lnTo>
                  <a:pt x="106165" y="111521"/>
                </a:lnTo>
                <a:lnTo>
                  <a:pt x="115857" y="140895"/>
                </a:lnTo>
                <a:lnTo>
                  <a:pt x="121362" y="169780"/>
                </a:lnTo>
                <a:lnTo>
                  <a:pt x="122787" y="194825"/>
                </a:lnTo>
              </a:path>
            </a:pathLst>
          </a:custGeom>
          <a:noFill/>
          <a:ln w="45849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path 321"/>
          <p:cNvSpPr/>
          <p:nvPr/>
        </p:nvSpPr>
        <p:spPr>
          <a:xfrm>
            <a:off x="4282682" y="5745418"/>
            <a:ext cx="122787" cy="194825"/>
          </a:xfrm>
          <a:custGeom>
            <a:avLst/>
            <a:gdLst/>
            <a:ahLst/>
            <a:cxnLst/>
            <a:rect l="l" t="t" r="r" b="b"/>
            <a:pathLst>
              <a:path w="122787" h="194825">
                <a:moveTo>
                  <a:pt x="137" y="41703"/>
                </a:moveTo>
                <a:lnTo>
                  <a:pt x="0" y="0"/>
                </a:lnTo>
                <a:lnTo>
                  <a:pt x="1835" y="549"/>
                </a:lnTo>
                <a:lnTo>
                  <a:pt x="20324" y="8269"/>
                </a:lnTo>
                <a:lnTo>
                  <a:pt x="39358" y="20406"/>
                </a:lnTo>
                <a:lnTo>
                  <a:pt x="58434" y="37223"/>
                </a:lnTo>
                <a:lnTo>
                  <a:pt x="76695" y="58640"/>
                </a:lnTo>
                <a:lnTo>
                  <a:pt x="93177" y="84251"/>
                </a:lnTo>
                <a:lnTo>
                  <a:pt x="106165" y="111521"/>
                </a:lnTo>
                <a:lnTo>
                  <a:pt x="115857" y="140895"/>
                </a:lnTo>
                <a:lnTo>
                  <a:pt x="121362" y="169780"/>
                </a:lnTo>
                <a:lnTo>
                  <a:pt x="122787" y="194825"/>
                </a:lnTo>
              </a:path>
            </a:pathLst>
          </a:custGeom>
          <a:noFill/>
          <a:ln w="19397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path 322"/>
          <p:cNvSpPr/>
          <p:nvPr/>
        </p:nvSpPr>
        <p:spPr>
          <a:xfrm>
            <a:off x="4370032" y="5817276"/>
            <a:ext cx="33925" cy="87128"/>
          </a:xfrm>
          <a:custGeom>
            <a:avLst/>
            <a:gdLst/>
            <a:ahLst/>
            <a:cxnLst/>
            <a:rect l="l" t="t" r="r" b="b"/>
            <a:pathLst>
              <a:path w="33925" h="87128">
                <a:moveTo>
                  <a:pt x="0" y="0"/>
                </a:moveTo>
                <a:lnTo>
                  <a:pt x="2605" y="4181"/>
                </a:lnTo>
                <a:lnTo>
                  <a:pt x="5132" y="8435"/>
                </a:lnTo>
                <a:lnTo>
                  <a:pt x="7580" y="12757"/>
                </a:lnTo>
                <a:lnTo>
                  <a:pt x="9944" y="17143"/>
                </a:lnTo>
                <a:lnTo>
                  <a:pt x="12223" y="21588"/>
                </a:lnTo>
                <a:lnTo>
                  <a:pt x="14414" y="26086"/>
                </a:lnTo>
                <a:lnTo>
                  <a:pt x="16514" y="30634"/>
                </a:lnTo>
                <a:lnTo>
                  <a:pt x="18522" y="35225"/>
                </a:lnTo>
                <a:lnTo>
                  <a:pt x="20434" y="39854"/>
                </a:lnTo>
                <a:lnTo>
                  <a:pt x="22248" y="44518"/>
                </a:lnTo>
                <a:lnTo>
                  <a:pt x="23964" y="49209"/>
                </a:lnTo>
                <a:lnTo>
                  <a:pt x="25578" y="53923"/>
                </a:lnTo>
                <a:lnTo>
                  <a:pt x="27089" y="58656"/>
                </a:lnTo>
                <a:lnTo>
                  <a:pt x="28497" y="63400"/>
                </a:lnTo>
                <a:lnTo>
                  <a:pt x="29798" y="68152"/>
                </a:lnTo>
                <a:lnTo>
                  <a:pt x="30993" y="72906"/>
                </a:lnTo>
                <a:lnTo>
                  <a:pt x="32080" y="77657"/>
                </a:lnTo>
                <a:lnTo>
                  <a:pt x="33057" y="82400"/>
                </a:lnTo>
                <a:lnTo>
                  <a:pt x="33925" y="87128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path 323"/>
          <p:cNvSpPr/>
          <p:nvPr/>
        </p:nvSpPr>
        <p:spPr>
          <a:xfrm>
            <a:off x="4370032" y="5817276"/>
            <a:ext cx="33925" cy="87128"/>
          </a:xfrm>
          <a:custGeom>
            <a:avLst/>
            <a:gdLst/>
            <a:ahLst/>
            <a:cxnLst/>
            <a:rect l="l" t="t" r="r" b="b"/>
            <a:pathLst>
              <a:path w="33925" h="87128">
                <a:moveTo>
                  <a:pt x="0" y="0"/>
                </a:moveTo>
                <a:lnTo>
                  <a:pt x="2605" y="4181"/>
                </a:lnTo>
                <a:lnTo>
                  <a:pt x="5132" y="8435"/>
                </a:lnTo>
                <a:lnTo>
                  <a:pt x="7580" y="12757"/>
                </a:lnTo>
                <a:lnTo>
                  <a:pt x="9944" y="17143"/>
                </a:lnTo>
                <a:lnTo>
                  <a:pt x="12223" y="21588"/>
                </a:lnTo>
                <a:lnTo>
                  <a:pt x="14414" y="26086"/>
                </a:lnTo>
                <a:lnTo>
                  <a:pt x="16514" y="30634"/>
                </a:lnTo>
                <a:lnTo>
                  <a:pt x="18522" y="35225"/>
                </a:lnTo>
                <a:lnTo>
                  <a:pt x="20434" y="39854"/>
                </a:lnTo>
                <a:lnTo>
                  <a:pt x="22248" y="44518"/>
                </a:lnTo>
                <a:lnTo>
                  <a:pt x="23964" y="49209"/>
                </a:lnTo>
                <a:lnTo>
                  <a:pt x="25578" y="53923"/>
                </a:lnTo>
                <a:lnTo>
                  <a:pt x="27089" y="58656"/>
                </a:lnTo>
                <a:lnTo>
                  <a:pt x="28497" y="63400"/>
                </a:lnTo>
                <a:lnTo>
                  <a:pt x="29798" y="68152"/>
                </a:lnTo>
                <a:lnTo>
                  <a:pt x="30993" y="72906"/>
                </a:lnTo>
                <a:lnTo>
                  <a:pt x="32080" y="77657"/>
                </a:lnTo>
                <a:lnTo>
                  <a:pt x="33057" y="82400"/>
                </a:lnTo>
                <a:lnTo>
                  <a:pt x="33925" y="87128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path 324"/>
          <p:cNvSpPr/>
          <p:nvPr/>
        </p:nvSpPr>
        <p:spPr>
          <a:xfrm>
            <a:off x="4398677" y="5877312"/>
            <a:ext cx="3596" cy="18447"/>
          </a:xfrm>
          <a:custGeom>
            <a:avLst/>
            <a:gdLst/>
            <a:ahLst/>
            <a:cxnLst/>
            <a:rect l="l" t="t" r="r" b="b"/>
            <a:pathLst>
              <a:path w="3596" h="18447">
                <a:moveTo>
                  <a:pt x="3435" y="17621"/>
                </a:moveTo>
                <a:lnTo>
                  <a:pt x="3552" y="18222"/>
                </a:lnTo>
                <a:lnTo>
                  <a:pt x="3596" y="18447"/>
                </a:lnTo>
                <a:lnTo>
                  <a:pt x="3566" y="18296"/>
                </a:lnTo>
                <a:lnTo>
                  <a:pt x="3463" y="17768"/>
                </a:lnTo>
                <a:lnTo>
                  <a:pt x="3287" y="16864"/>
                </a:lnTo>
                <a:lnTo>
                  <a:pt x="3038" y="15584"/>
                </a:lnTo>
                <a:lnTo>
                  <a:pt x="2715" y="13927"/>
                </a:lnTo>
                <a:lnTo>
                  <a:pt x="2318" y="11894"/>
                </a:lnTo>
                <a:lnTo>
                  <a:pt x="1849" y="9485"/>
                </a:lnTo>
                <a:lnTo>
                  <a:pt x="1306" y="6700"/>
                </a:lnTo>
                <a:lnTo>
                  <a:pt x="690" y="3538"/>
                </a:lnTo>
                <a:lnTo>
                  <a:pt x="0" y="0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path 325"/>
          <p:cNvSpPr/>
          <p:nvPr/>
        </p:nvSpPr>
        <p:spPr>
          <a:xfrm>
            <a:off x="4398677" y="5877312"/>
            <a:ext cx="3596" cy="18447"/>
          </a:xfrm>
          <a:custGeom>
            <a:avLst/>
            <a:gdLst/>
            <a:ahLst/>
            <a:cxnLst/>
            <a:rect l="l" t="t" r="r" b="b"/>
            <a:pathLst>
              <a:path w="3596" h="18447">
                <a:moveTo>
                  <a:pt x="3435" y="17621"/>
                </a:moveTo>
                <a:lnTo>
                  <a:pt x="3552" y="18222"/>
                </a:lnTo>
                <a:lnTo>
                  <a:pt x="3596" y="18447"/>
                </a:lnTo>
                <a:lnTo>
                  <a:pt x="3566" y="18296"/>
                </a:lnTo>
                <a:lnTo>
                  <a:pt x="3463" y="17768"/>
                </a:lnTo>
                <a:lnTo>
                  <a:pt x="3287" y="16864"/>
                </a:lnTo>
                <a:lnTo>
                  <a:pt x="3038" y="15584"/>
                </a:lnTo>
                <a:lnTo>
                  <a:pt x="2715" y="13927"/>
                </a:lnTo>
                <a:lnTo>
                  <a:pt x="2318" y="11894"/>
                </a:lnTo>
                <a:lnTo>
                  <a:pt x="1849" y="9485"/>
                </a:lnTo>
                <a:lnTo>
                  <a:pt x="1306" y="6700"/>
                </a:lnTo>
                <a:lnTo>
                  <a:pt x="690" y="3538"/>
                </a:lnTo>
                <a:lnTo>
                  <a:pt x="0" y="0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path 326"/>
          <p:cNvSpPr/>
          <p:nvPr/>
        </p:nvSpPr>
        <p:spPr>
          <a:xfrm>
            <a:off x="4360189" y="5816526"/>
            <a:ext cx="55387" cy="60786"/>
          </a:xfrm>
          <a:custGeom>
            <a:avLst/>
            <a:gdLst/>
            <a:ahLst/>
            <a:cxnLst/>
            <a:rect l="l" t="t" r="r" b="b"/>
            <a:pathLst>
              <a:path w="55387" h="60786">
                <a:moveTo>
                  <a:pt x="55387" y="0"/>
                </a:moveTo>
                <a:lnTo>
                  <a:pt x="38488" y="60786"/>
                </a:lnTo>
                <a:lnTo>
                  <a:pt x="0" y="10795"/>
                </a:lnTo>
                <a:lnTo>
                  <a:pt x="55387" y="0"/>
                </a:lnTo>
                <a:close/>
              </a:path>
            </a:pathLst>
          </a:custGeom>
          <a:solidFill>
            <a:srgbClr val="FF9500"/>
          </a:solidFill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path 327"/>
          <p:cNvSpPr/>
          <p:nvPr/>
        </p:nvSpPr>
        <p:spPr>
          <a:xfrm>
            <a:off x="4360189" y="5816526"/>
            <a:ext cx="55387" cy="60786"/>
          </a:xfrm>
          <a:custGeom>
            <a:avLst/>
            <a:gdLst/>
            <a:ahLst/>
            <a:cxnLst/>
            <a:rect l="l" t="t" r="r" b="b"/>
            <a:pathLst>
              <a:path w="55387" h="60786">
                <a:moveTo>
                  <a:pt x="55387" y="0"/>
                </a:moveTo>
                <a:lnTo>
                  <a:pt x="38488" y="60786"/>
                </a:lnTo>
                <a:lnTo>
                  <a:pt x="0" y="10795"/>
                </a:lnTo>
                <a:lnTo>
                  <a:pt x="55387" y="0"/>
                </a:lnTo>
                <a:close/>
              </a:path>
            </a:pathLst>
          </a:custGeom>
          <a:solidFill>
            <a:srgbClr val="FF9500"/>
          </a:solidFill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path 328"/>
          <p:cNvSpPr/>
          <p:nvPr/>
        </p:nvSpPr>
        <p:spPr>
          <a:xfrm>
            <a:off x="3534003" y="5469448"/>
            <a:ext cx="661167" cy="147016"/>
          </a:xfrm>
          <a:custGeom>
            <a:avLst/>
            <a:gdLst/>
            <a:ahLst/>
            <a:cxnLst/>
            <a:rect l="l" t="t" r="r" b="b"/>
            <a:pathLst>
              <a:path w="661167" h="147016">
                <a:moveTo>
                  <a:pt x="17987" y="147016"/>
                </a:moveTo>
                <a:lnTo>
                  <a:pt x="643180" y="147016"/>
                </a:lnTo>
                <a:lnTo>
                  <a:pt x="646053" y="146891"/>
                </a:lnTo>
                <a:lnTo>
                  <a:pt x="648676" y="146516"/>
                </a:lnTo>
                <a:lnTo>
                  <a:pt x="651049" y="145891"/>
                </a:lnTo>
                <a:lnTo>
                  <a:pt x="653172" y="145017"/>
                </a:lnTo>
                <a:lnTo>
                  <a:pt x="655046" y="143893"/>
                </a:lnTo>
                <a:lnTo>
                  <a:pt x="656670" y="142519"/>
                </a:lnTo>
                <a:lnTo>
                  <a:pt x="658044" y="140895"/>
                </a:lnTo>
                <a:lnTo>
                  <a:pt x="659168" y="139021"/>
                </a:lnTo>
                <a:lnTo>
                  <a:pt x="660042" y="136898"/>
                </a:lnTo>
                <a:lnTo>
                  <a:pt x="660667" y="134525"/>
                </a:lnTo>
                <a:lnTo>
                  <a:pt x="661042" y="131902"/>
                </a:lnTo>
                <a:lnTo>
                  <a:pt x="661167" y="129029"/>
                </a:lnTo>
                <a:lnTo>
                  <a:pt x="661167" y="17987"/>
                </a:lnTo>
                <a:lnTo>
                  <a:pt x="661042" y="15115"/>
                </a:lnTo>
                <a:lnTo>
                  <a:pt x="660667" y="12491"/>
                </a:lnTo>
                <a:lnTo>
                  <a:pt x="660042" y="10118"/>
                </a:lnTo>
                <a:lnTo>
                  <a:pt x="659168" y="7995"/>
                </a:lnTo>
                <a:lnTo>
                  <a:pt x="658044" y="6121"/>
                </a:lnTo>
                <a:lnTo>
                  <a:pt x="656670" y="4497"/>
                </a:lnTo>
                <a:lnTo>
                  <a:pt x="655046" y="3123"/>
                </a:lnTo>
                <a:lnTo>
                  <a:pt x="653172" y="1999"/>
                </a:lnTo>
                <a:lnTo>
                  <a:pt x="651049" y="1124"/>
                </a:lnTo>
                <a:lnTo>
                  <a:pt x="648676" y="500"/>
                </a:lnTo>
                <a:lnTo>
                  <a:pt x="646053" y="125"/>
                </a:lnTo>
                <a:lnTo>
                  <a:pt x="643180" y="0"/>
                </a:lnTo>
                <a:lnTo>
                  <a:pt x="17987" y="0"/>
                </a:lnTo>
                <a:lnTo>
                  <a:pt x="15114" y="125"/>
                </a:lnTo>
                <a:lnTo>
                  <a:pt x="12491" y="500"/>
                </a:lnTo>
                <a:lnTo>
                  <a:pt x="10117" y="1124"/>
                </a:lnTo>
                <a:lnTo>
                  <a:pt x="7994" y="1999"/>
                </a:lnTo>
                <a:lnTo>
                  <a:pt x="6120" y="3123"/>
                </a:lnTo>
                <a:lnTo>
                  <a:pt x="4496" y="4497"/>
                </a:lnTo>
                <a:lnTo>
                  <a:pt x="3122" y="6121"/>
                </a:lnTo>
                <a:lnTo>
                  <a:pt x="1998" y="7995"/>
                </a:lnTo>
                <a:lnTo>
                  <a:pt x="1124" y="10118"/>
                </a:lnTo>
                <a:lnTo>
                  <a:pt x="499" y="12491"/>
                </a:lnTo>
                <a:lnTo>
                  <a:pt x="125" y="15115"/>
                </a:lnTo>
                <a:lnTo>
                  <a:pt x="0" y="17987"/>
                </a:lnTo>
                <a:lnTo>
                  <a:pt x="0" y="129029"/>
                </a:lnTo>
                <a:lnTo>
                  <a:pt x="125" y="131902"/>
                </a:lnTo>
                <a:lnTo>
                  <a:pt x="499" y="134525"/>
                </a:lnTo>
                <a:lnTo>
                  <a:pt x="1124" y="136898"/>
                </a:lnTo>
                <a:lnTo>
                  <a:pt x="1998" y="139021"/>
                </a:lnTo>
                <a:lnTo>
                  <a:pt x="3122" y="140895"/>
                </a:lnTo>
                <a:lnTo>
                  <a:pt x="4496" y="142519"/>
                </a:lnTo>
                <a:lnTo>
                  <a:pt x="6120" y="143893"/>
                </a:lnTo>
                <a:lnTo>
                  <a:pt x="7994" y="145017"/>
                </a:lnTo>
                <a:lnTo>
                  <a:pt x="10117" y="145891"/>
                </a:lnTo>
                <a:lnTo>
                  <a:pt x="12491" y="146516"/>
                </a:lnTo>
                <a:lnTo>
                  <a:pt x="15114" y="146891"/>
                </a:lnTo>
                <a:lnTo>
                  <a:pt x="17987" y="147016"/>
                </a:lnTo>
                <a:close/>
              </a:path>
            </a:pathLst>
          </a:custGeom>
          <a:solidFill>
            <a:srgbClr val="FFF5C8"/>
          </a:solidFill>
          <a:ln w="1058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3551989" y="5473579"/>
            <a:ext cx="659524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2B2B2B"/>
                </a:solidFill>
                <a:latin typeface="Times New Roman"/>
              </a:rPr>
              <a:t>Panel · rotate</a:t>
            </a:r>
          </a:p>
        </p:txBody>
      </p:sp>
      <p:sp>
        <p:nvSpPr>
          <p:cNvPr id="404" name="Editable path 329"/>
          <p:cNvSpPr/>
          <p:nvPr/>
        </p:nvSpPr>
        <p:spPr>
          <a:xfrm>
            <a:off x="4322803" y="6310331"/>
            <a:ext cx="718472" cy="113118"/>
          </a:xfrm>
          <a:custGeom>
            <a:avLst/>
            <a:gdLst/>
            <a:ahLst/>
            <a:cxnLst/>
            <a:rect l="l" t="t" r="r" b="b"/>
            <a:pathLst>
              <a:path w="718472" h="113118">
                <a:moveTo>
                  <a:pt x="0" y="0"/>
                </a:moveTo>
                <a:lnTo>
                  <a:pt x="718472" y="0"/>
                </a:lnTo>
                <a:lnTo>
                  <a:pt x="718472" y="113118"/>
                </a:lnTo>
                <a:lnTo>
                  <a:pt x="0" y="1131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4331831" y="6299155"/>
            <a:ext cx="731557" cy="1354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8" b="0" i="0">
                <a:solidFill>
                  <a:srgbClr val="2B2B2B"/>
                </a:solidFill>
                <a:latin typeface="Times New Roman"/>
              </a:rPr>
              <a:t>45.0° measured</a:t>
            </a:r>
          </a:p>
        </p:txBody>
      </p:sp>
      <p:pic>
        <p:nvPicPr>
          <p:cNvPr id="406" name="Picture 40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16872" y="5438029"/>
            <a:ext cx="1558165" cy="988105"/>
          </a:xfrm>
          <a:prstGeom prst="rect">
            <a:avLst/>
          </a:prstGeom>
        </p:spPr>
      </p:pic>
      <p:sp>
        <p:nvSpPr>
          <p:cNvPr id="407" name="Editable path 330"/>
          <p:cNvSpPr/>
          <p:nvPr/>
        </p:nvSpPr>
        <p:spPr>
          <a:xfrm>
            <a:off x="6085280" y="5745970"/>
            <a:ext cx="124558" cy="190223"/>
          </a:xfrm>
          <a:custGeom>
            <a:avLst/>
            <a:gdLst/>
            <a:ahLst/>
            <a:cxnLst/>
            <a:rect l="l" t="t" r="r" b="b"/>
            <a:pathLst>
              <a:path w="124558" h="190223">
                <a:moveTo>
                  <a:pt x="89" y="41526"/>
                </a:moveTo>
                <a:lnTo>
                  <a:pt x="0" y="41578"/>
                </a:lnTo>
                <a:lnTo>
                  <a:pt x="717" y="39354"/>
                </a:lnTo>
                <a:lnTo>
                  <a:pt x="1203" y="1488"/>
                </a:lnTo>
                <a:lnTo>
                  <a:pt x="4552" y="0"/>
                </a:lnTo>
                <a:lnTo>
                  <a:pt x="13143" y="2813"/>
                </a:lnTo>
                <a:lnTo>
                  <a:pt x="25880" y="8950"/>
                </a:lnTo>
                <a:lnTo>
                  <a:pt x="50833" y="27507"/>
                </a:lnTo>
                <a:lnTo>
                  <a:pt x="52173" y="28673"/>
                </a:lnTo>
                <a:lnTo>
                  <a:pt x="76170" y="54684"/>
                </a:lnTo>
                <a:lnTo>
                  <a:pt x="98049" y="86545"/>
                </a:lnTo>
                <a:lnTo>
                  <a:pt x="103623" y="98248"/>
                </a:lnTo>
                <a:lnTo>
                  <a:pt x="112741" y="119672"/>
                </a:lnTo>
                <a:lnTo>
                  <a:pt x="114308" y="124899"/>
                </a:lnTo>
                <a:lnTo>
                  <a:pt x="124558" y="168178"/>
                </a:lnTo>
                <a:lnTo>
                  <a:pt x="123048" y="172890"/>
                </a:lnTo>
                <a:lnTo>
                  <a:pt x="122319" y="172370"/>
                </a:lnTo>
                <a:lnTo>
                  <a:pt x="121467" y="172959"/>
                </a:lnTo>
                <a:lnTo>
                  <a:pt x="122358" y="174284"/>
                </a:lnTo>
                <a:lnTo>
                  <a:pt x="124093" y="183983"/>
                </a:lnTo>
                <a:lnTo>
                  <a:pt x="123563" y="185658"/>
                </a:lnTo>
                <a:lnTo>
                  <a:pt x="123347" y="190223"/>
                </a:lnTo>
                <a:lnTo>
                  <a:pt x="122657" y="188289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path 331"/>
          <p:cNvSpPr/>
          <p:nvPr/>
        </p:nvSpPr>
        <p:spPr>
          <a:xfrm>
            <a:off x="6085280" y="5745970"/>
            <a:ext cx="124558" cy="190223"/>
          </a:xfrm>
          <a:custGeom>
            <a:avLst/>
            <a:gdLst/>
            <a:ahLst/>
            <a:cxnLst/>
            <a:rect l="l" t="t" r="r" b="b"/>
            <a:pathLst>
              <a:path w="124558" h="190223">
                <a:moveTo>
                  <a:pt x="89" y="41526"/>
                </a:moveTo>
                <a:lnTo>
                  <a:pt x="0" y="41578"/>
                </a:lnTo>
                <a:lnTo>
                  <a:pt x="717" y="39354"/>
                </a:lnTo>
                <a:lnTo>
                  <a:pt x="1203" y="1488"/>
                </a:lnTo>
                <a:lnTo>
                  <a:pt x="4552" y="0"/>
                </a:lnTo>
                <a:lnTo>
                  <a:pt x="13143" y="2813"/>
                </a:lnTo>
                <a:lnTo>
                  <a:pt x="25880" y="8950"/>
                </a:lnTo>
                <a:lnTo>
                  <a:pt x="50833" y="27507"/>
                </a:lnTo>
                <a:lnTo>
                  <a:pt x="52173" y="28673"/>
                </a:lnTo>
                <a:lnTo>
                  <a:pt x="76170" y="54684"/>
                </a:lnTo>
                <a:lnTo>
                  <a:pt x="98049" y="86545"/>
                </a:lnTo>
                <a:lnTo>
                  <a:pt x="103623" y="98248"/>
                </a:lnTo>
                <a:lnTo>
                  <a:pt x="112741" y="119672"/>
                </a:lnTo>
                <a:lnTo>
                  <a:pt x="114308" y="124899"/>
                </a:lnTo>
                <a:lnTo>
                  <a:pt x="124558" y="168178"/>
                </a:lnTo>
                <a:lnTo>
                  <a:pt x="123048" y="172890"/>
                </a:lnTo>
                <a:lnTo>
                  <a:pt x="122319" y="172370"/>
                </a:lnTo>
                <a:lnTo>
                  <a:pt x="121467" y="172959"/>
                </a:lnTo>
                <a:lnTo>
                  <a:pt x="122358" y="174284"/>
                </a:lnTo>
                <a:lnTo>
                  <a:pt x="124093" y="183983"/>
                </a:lnTo>
                <a:lnTo>
                  <a:pt x="123563" y="185658"/>
                </a:lnTo>
                <a:lnTo>
                  <a:pt x="123347" y="190223"/>
                </a:lnTo>
                <a:lnTo>
                  <a:pt x="122657" y="188289"/>
                </a:lnTo>
              </a:path>
            </a:pathLst>
          </a:custGeom>
          <a:noFill/>
          <a:ln w="1939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path 332"/>
          <p:cNvSpPr/>
          <p:nvPr/>
        </p:nvSpPr>
        <p:spPr>
          <a:xfrm>
            <a:off x="6086519" y="5745418"/>
            <a:ext cx="122787" cy="194825"/>
          </a:xfrm>
          <a:custGeom>
            <a:avLst/>
            <a:gdLst/>
            <a:ahLst/>
            <a:cxnLst/>
            <a:rect l="l" t="t" r="r" b="b"/>
            <a:pathLst>
              <a:path w="122787" h="194825">
                <a:moveTo>
                  <a:pt x="137" y="41703"/>
                </a:moveTo>
                <a:lnTo>
                  <a:pt x="0" y="0"/>
                </a:lnTo>
                <a:lnTo>
                  <a:pt x="1835" y="549"/>
                </a:lnTo>
                <a:lnTo>
                  <a:pt x="20323" y="8269"/>
                </a:lnTo>
                <a:lnTo>
                  <a:pt x="39358" y="20406"/>
                </a:lnTo>
                <a:lnTo>
                  <a:pt x="58435" y="37223"/>
                </a:lnTo>
                <a:lnTo>
                  <a:pt x="76695" y="58640"/>
                </a:lnTo>
                <a:lnTo>
                  <a:pt x="93177" y="84251"/>
                </a:lnTo>
                <a:lnTo>
                  <a:pt x="106165" y="111521"/>
                </a:lnTo>
                <a:lnTo>
                  <a:pt x="115857" y="140895"/>
                </a:lnTo>
                <a:lnTo>
                  <a:pt x="121362" y="169780"/>
                </a:lnTo>
                <a:lnTo>
                  <a:pt x="122787" y="194825"/>
                </a:lnTo>
              </a:path>
            </a:pathLst>
          </a:custGeom>
          <a:noFill/>
          <a:ln w="45849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path 333"/>
          <p:cNvSpPr/>
          <p:nvPr/>
        </p:nvSpPr>
        <p:spPr>
          <a:xfrm>
            <a:off x="6086519" y="5745418"/>
            <a:ext cx="122787" cy="194825"/>
          </a:xfrm>
          <a:custGeom>
            <a:avLst/>
            <a:gdLst/>
            <a:ahLst/>
            <a:cxnLst/>
            <a:rect l="l" t="t" r="r" b="b"/>
            <a:pathLst>
              <a:path w="122787" h="194825">
                <a:moveTo>
                  <a:pt x="137" y="41703"/>
                </a:moveTo>
                <a:lnTo>
                  <a:pt x="0" y="0"/>
                </a:lnTo>
                <a:lnTo>
                  <a:pt x="1835" y="549"/>
                </a:lnTo>
                <a:lnTo>
                  <a:pt x="20323" y="8269"/>
                </a:lnTo>
                <a:lnTo>
                  <a:pt x="39358" y="20406"/>
                </a:lnTo>
                <a:lnTo>
                  <a:pt x="58435" y="37223"/>
                </a:lnTo>
                <a:lnTo>
                  <a:pt x="76695" y="58640"/>
                </a:lnTo>
                <a:lnTo>
                  <a:pt x="93177" y="84251"/>
                </a:lnTo>
                <a:lnTo>
                  <a:pt x="106165" y="111521"/>
                </a:lnTo>
                <a:lnTo>
                  <a:pt x="115857" y="140895"/>
                </a:lnTo>
                <a:lnTo>
                  <a:pt x="121362" y="169780"/>
                </a:lnTo>
                <a:lnTo>
                  <a:pt x="122787" y="194825"/>
                </a:lnTo>
              </a:path>
            </a:pathLst>
          </a:custGeom>
          <a:noFill/>
          <a:ln w="19397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path 334"/>
          <p:cNvSpPr/>
          <p:nvPr/>
        </p:nvSpPr>
        <p:spPr>
          <a:xfrm>
            <a:off x="6186895" y="5845457"/>
            <a:ext cx="21021" cy="88816"/>
          </a:xfrm>
          <a:custGeom>
            <a:avLst/>
            <a:gdLst/>
            <a:ahLst/>
            <a:cxnLst/>
            <a:rect l="l" t="t" r="r" b="b"/>
            <a:pathLst>
              <a:path w="21021" h="88816">
                <a:moveTo>
                  <a:pt x="0" y="0"/>
                </a:moveTo>
                <a:lnTo>
                  <a:pt x="2036" y="4579"/>
                </a:lnTo>
                <a:lnTo>
                  <a:pt x="3977" y="9198"/>
                </a:lnTo>
                <a:lnTo>
                  <a:pt x="5822" y="13852"/>
                </a:lnTo>
                <a:lnTo>
                  <a:pt x="7569" y="18535"/>
                </a:lnTo>
                <a:lnTo>
                  <a:pt x="9215" y="23244"/>
                </a:lnTo>
                <a:lnTo>
                  <a:pt x="10759" y="27972"/>
                </a:lnTo>
                <a:lnTo>
                  <a:pt x="12199" y="32713"/>
                </a:lnTo>
                <a:lnTo>
                  <a:pt x="13534" y="37464"/>
                </a:lnTo>
                <a:lnTo>
                  <a:pt x="14763" y="42218"/>
                </a:lnTo>
                <a:lnTo>
                  <a:pt x="15884" y="46970"/>
                </a:lnTo>
                <a:lnTo>
                  <a:pt x="16896" y="51716"/>
                </a:lnTo>
                <a:lnTo>
                  <a:pt x="17800" y="56449"/>
                </a:lnTo>
                <a:lnTo>
                  <a:pt x="18593" y="61165"/>
                </a:lnTo>
                <a:lnTo>
                  <a:pt x="19276" y="65858"/>
                </a:lnTo>
                <a:lnTo>
                  <a:pt x="19847" y="70524"/>
                </a:lnTo>
                <a:lnTo>
                  <a:pt x="20308" y="75158"/>
                </a:lnTo>
                <a:lnTo>
                  <a:pt x="20657" y="79754"/>
                </a:lnTo>
                <a:lnTo>
                  <a:pt x="20895" y="84308"/>
                </a:lnTo>
                <a:lnTo>
                  <a:pt x="21021" y="88816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path 335"/>
          <p:cNvSpPr/>
          <p:nvPr/>
        </p:nvSpPr>
        <p:spPr>
          <a:xfrm>
            <a:off x="6186895" y="5845457"/>
            <a:ext cx="21021" cy="88816"/>
          </a:xfrm>
          <a:custGeom>
            <a:avLst/>
            <a:gdLst/>
            <a:ahLst/>
            <a:cxnLst/>
            <a:rect l="l" t="t" r="r" b="b"/>
            <a:pathLst>
              <a:path w="21021" h="88816">
                <a:moveTo>
                  <a:pt x="0" y="0"/>
                </a:moveTo>
                <a:lnTo>
                  <a:pt x="2036" y="4579"/>
                </a:lnTo>
                <a:lnTo>
                  <a:pt x="3977" y="9198"/>
                </a:lnTo>
                <a:lnTo>
                  <a:pt x="5822" y="13852"/>
                </a:lnTo>
                <a:lnTo>
                  <a:pt x="7569" y="18535"/>
                </a:lnTo>
                <a:lnTo>
                  <a:pt x="9215" y="23244"/>
                </a:lnTo>
                <a:lnTo>
                  <a:pt x="10759" y="27972"/>
                </a:lnTo>
                <a:lnTo>
                  <a:pt x="12199" y="32713"/>
                </a:lnTo>
                <a:lnTo>
                  <a:pt x="13534" y="37464"/>
                </a:lnTo>
                <a:lnTo>
                  <a:pt x="14763" y="42218"/>
                </a:lnTo>
                <a:lnTo>
                  <a:pt x="15884" y="46970"/>
                </a:lnTo>
                <a:lnTo>
                  <a:pt x="16896" y="51716"/>
                </a:lnTo>
                <a:lnTo>
                  <a:pt x="17800" y="56449"/>
                </a:lnTo>
                <a:lnTo>
                  <a:pt x="18593" y="61165"/>
                </a:lnTo>
                <a:lnTo>
                  <a:pt x="19276" y="65858"/>
                </a:lnTo>
                <a:lnTo>
                  <a:pt x="19847" y="70524"/>
                </a:lnTo>
                <a:lnTo>
                  <a:pt x="20308" y="75158"/>
                </a:lnTo>
                <a:lnTo>
                  <a:pt x="20657" y="79754"/>
                </a:lnTo>
                <a:lnTo>
                  <a:pt x="20895" y="84308"/>
                </a:lnTo>
                <a:lnTo>
                  <a:pt x="21021" y="88816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path 336"/>
          <p:cNvSpPr/>
          <p:nvPr/>
        </p:nvSpPr>
        <p:spPr>
          <a:xfrm>
            <a:off x="6206807" y="5906693"/>
            <a:ext cx="775" cy="19262"/>
          </a:xfrm>
          <a:custGeom>
            <a:avLst/>
            <a:gdLst/>
            <a:ahLst/>
            <a:cxnLst/>
            <a:rect l="l" t="t" r="r" b="b"/>
            <a:pathLst>
              <a:path w="775" h="19262">
                <a:moveTo>
                  <a:pt x="745" y="18518"/>
                </a:moveTo>
                <a:lnTo>
                  <a:pt x="768" y="19082"/>
                </a:lnTo>
                <a:lnTo>
                  <a:pt x="775" y="19262"/>
                </a:lnTo>
                <a:lnTo>
                  <a:pt x="767" y="19060"/>
                </a:lnTo>
                <a:lnTo>
                  <a:pt x="743" y="18474"/>
                </a:lnTo>
                <a:lnTo>
                  <a:pt x="704" y="17505"/>
                </a:lnTo>
                <a:lnTo>
                  <a:pt x="650" y="16154"/>
                </a:lnTo>
                <a:lnTo>
                  <a:pt x="580" y="14419"/>
                </a:lnTo>
                <a:lnTo>
                  <a:pt x="495" y="12301"/>
                </a:lnTo>
                <a:lnTo>
                  <a:pt x="394" y="9800"/>
                </a:lnTo>
                <a:lnTo>
                  <a:pt x="278" y="6917"/>
                </a:lnTo>
                <a:lnTo>
                  <a:pt x="147" y="3650"/>
                </a:lnTo>
                <a:lnTo>
                  <a:pt x="0" y="0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path 337"/>
          <p:cNvSpPr/>
          <p:nvPr/>
        </p:nvSpPr>
        <p:spPr>
          <a:xfrm>
            <a:off x="6206807" y="5906693"/>
            <a:ext cx="775" cy="19262"/>
          </a:xfrm>
          <a:custGeom>
            <a:avLst/>
            <a:gdLst/>
            <a:ahLst/>
            <a:cxnLst/>
            <a:rect l="l" t="t" r="r" b="b"/>
            <a:pathLst>
              <a:path w="775" h="19262">
                <a:moveTo>
                  <a:pt x="745" y="18518"/>
                </a:moveTo>
                <a:lnTo>
                  <a:pt x="768" y="19082"/>
                </a:lnTo>
                <a:lnTo>
                  <a:pt x="775" y="19262"/>
                </a:lnTo>
                <a:lnTo>
                  <a:pt x="767" y="19060"/>
                </a:lnTo>
                <a:lnTo>
                  <a:pt x="743" y="18474"/>
                </a:lnTo>
                <a:lnTo>
                  <a:pt x="704" y="17505"/>
                </a:lnTo>
                <a:lnTo>
                  <a:pt x="650" y="16154"/>
                </a:lnTo>
                <a:lnTo>
                  <a:pt x="580" y="14419"/>
                </a:lnTo>
                <a:lnTo>
                  <a:pt x="495" y="12301"/>
                </a:lnTo>
                <a:lnTo>
                  <a:pt x="394" y="9800"/>
                </a:lnTo>
                <a:lnTo>
                  <a:pt x="278" y="6917"/>
                </a:lnTo>
                <a:lnTo>
                  <a:pt x="147" y="3650"/>
                </a:lnTo>
                <a:lnTo>
                  <a:pt x="0" y="0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path 338"/>
          <p:cNvSpPr/>
          <p:nvPr/>
        </p:nvSpPr>
        <p:spPr>
          <a:xfrm>
            <a:off x="6176345" y="5849174"/>
            <a:ext cx="56384" cy="57519"/>
          </a:xfrm>
          <a:custGeom>
            <a:avLst/>
            <a:gdLst/>
            <a:ahLst/>
            <a:cxnLst/>
            <a:rect l="l" t="t" r="r" b="b"/>
            <a:pathLst>
              <a:path w="56384" h="57519">
                <a:moveTo>
                  <a:pt x="56384" y="0"/>
                </a:moveTo>
                <a:lnTo>
                  <a:pt x="30462" y="57519"/>
                </a:lnTo>
                <a:lnTo>
                  <a:pt x="0" y="2269"/>
                </a:lnTo>
                <a:lnTo>
                  <a:pt x="56384" y="0"/>
                </a:lnTo>
                <a:close/>
              </a:path>
            </a:pathLst>
          </a:custGeom>
          <a:solidFill>
            <a:srgbClr val="FF9500"/>
          </a:solidFill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path 339"/>
          <p:cNvSpPr/>
          <p:nvPr/>
        </p:nvSpPr>
        <p:spPr>
          <a:xfrm>
            <a:off x="6176345" y="5849174"/>
            <a:ext cx="56384" cy="57519"/>
          </a:xfrm>
          <a:custGeom>
            <a:avLst/>
            <a:gdLst/>
            <a:ahLst/>
            <a:cxnLst/>
            <a:rect l="l" t="t" r="r" b="b"/>
            <a:pathLst>
              <a:path w="56384" h="57519">
                <a:moveTo>
                  <a:pt x="56384" y="0"/>
                </a:moveTo>
                <a:lnTo>
                  <a:pt x="30462" y="57519"/>
                </a:lnTo>
                <a:lnTo>
                  <a:pt x="0" y="2269"/>
                </a:lnTo>
                <a:lnTo>
                  <a:pt x="56384" y="0"/>
                </a:lnTo>
                <a:close/>
              </a:path>
            </a:pathLst>
          </a:custGeom>
          <a:solidFill>
            <a:srgbClr val="FF9500"/>
          </a:solidFill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path 340"/>
          <p:cNvSpPr/>
          <p:nvPr/>
        </p:nvSpPr>
        <p:spPr>
          <a:xfrm>
            <a:off x="5337840" y="5469448"/>
            <a:ext cx="601651" cy="147016"/>
          </a:xfrm>
          <a:custGeom>
            <a:avLst/>
            <a:gdLst/>
            <a:ahLst/>
            <a:cxnLst/>
            <a:rect l="l" t="t" r="r" b="b"/>
            <a:pathLst>
              <a:path w="601651" h="147016">
                <a:moveTo>
                  <a:pt x="17987" y="147016"/>
                </a:moveTo>
                <a:lnTo>
                  <a:pt x="583664" y="147016"/>
                </a:lnTo>
                <a:lnTo>
                  <a:pt x="586537" y="146891"/>
                </a:lnTo>
                <a:lnTo>
                  <a:pt x="589160" y="146516"/>
                </a:lnTo>
                <a:lnTo>
                  <a:pt x="591533" y="145891"/>
                </a:lnTo>
                <a:lnTo>
                  <a:pt x="593656" y="145017"/>
                </a:lnTo>
                <a:lnTo>
                  <a:pt x="595530" y="143893"/>
                </a:lnTo>
                <a:lnTo>
                  <a:pt x="597154" y="142519"/>
                </a:lnTo>
                <a:lnTo>
                  <a:pt x="598528" y="140895"/>
                </a:lnTo>
                <a:lnTo>
                  <a:pt x="599652" y="139021"/>
                </a:lnTo>
                <a:lnTo>
                  <a:pt x="600527" y="136898"/>
                </a:lnTo>
                <a:lnTo>
                  <a:pt x="601151" y="134525"/>
                </a:lnTo>
                <a:lnTo>
                  <a:pt x="601526" y="131902"/>
                </a:lnTo>
                <a:lnTo>
                  <a:pt x="601651" y="129029"/>
                </a:lnTo>
                <a:lnTo>
                  <a:pt x="601651" y="17987"/>
                </a:lnTo>
                <a:lnTo>
                  <a:pt x="601526" y="15115"/>
                </a:lnTo>
                <a:lnTo>
                  <a:pt x="601151" y="12491"/>
                </a:lnTo>
                <a:lnTo>
                  <a:pt x="600527" y="10118"/>
                </a:lnTo>
                <a:lnTo>
                  <a:pt x="599652" y="7995"/>
                </a:lnTo>
                <a:lnTo>
                  <a:pt x="598528" y="6121"/>
                </a:lnTo>
                <a:lnTo>
                  <a:pt x="597154" y="4497"/>
                </a:lnTo>
                <a:lnTo>
                  <a:pt x="595530" y="3123"/>
                </a:lnTo>
                <a:lnTo>
                  <a:pt x="593656" y="1999"/>
                </a:lnTo>
                <a:lnTo>
                  <a:pt x="591533" y="1124"/>
                </a:lnTo>
                <a:lnTo>
                  <a:pt x="589160" y="500"/>
                </a:lnTo>
                <a:lnTo>
                  <a:pt x="586537" y="125"/>
                </a:lnTo>
                <a:lnTo>
                  <a:pt x="583664" y="0"/>
                </a:lnTo>
                <a:lnTo>
                  <a:pt x="17987" y="0"/>
                </a:lnTo>
                <a:lnTo>
                  <a:pt x="15114" y="125"/>
                </a:lnTo>
                <a:lnTo>
                  <a:pt x="12491" y="500"/>
                </a:lnTo>
                <a:lnTo>
                  <a:pt x="10117" y="1124"/>
                </a:lnTo>
                <a:lnTo>
                  <a:pt x="7994" y="1999"/>
                </a:lnTo>
                <a:lnTo>
                  <a:pt x="6120" y="3123"/>
                </a:lnTo>
                <a:lnTo>
                  <a:pt x="4496" y="4497"/>
                </a:lnTo>
                <a:lnTo>
                  <a:pt x="3122" y="6121"/>
                </a:lnTo>
                <a:lnTo>
                  <a:pt x="1998" y="7995"/>
                </a:lnTo>
                <a:lnTo>
                  <a:pt x="1124" y="10118"/>
                </a:lnTo>
                <a:lnTo>
                  <a:pt x="499" y="12491"/>
                </a:lnTo>
                <a:lnTo>
                  <a:pt x="125" y="15115"/>
                </a:lnTo>
                <a:lnTo>
                  <a:pt x="0" y="17987"/>
                </a:lnTo>
                <a:lnTo>
                  <a:pt x="0" y="129029"/>
                </a:lnTo>
                <a:lnTo>
                  <a:pt x="125" y="131902"/>
                </a:lnTo>
                <a:lnTo>
                  <a:pt x="499" y="134525"/>
                </a:lnTo>
                <a:lnTo>
                  <a:pt x="1124" y="136898"/>
                </a:lnTo>
                <a:lnTo>
                  <a:pt x="1998" y="139021"/>
                </a:lnTo>
                <a:lnTo>
                  <a:pt x="3122" y="140895"/>
                </a:lnTo>
                <a:lnTo>
                  <a:pt x="4496" y="142519"/>
                </a:lnTo>
                <a:lnTo>
                  <a:pt x="6120" y="143893"/>
                </a:lnTo>
                <a:lnTo>
                  <a:pt x="7994" y="145017"/>
                </a:lnTo>
                <a:lnTo>
                  <a:pt x="10117" y="145891"/>
                </a:lnTo>
                <a:lnTo>
                  <a:pt x="12491" y="146516"/>
                </a:lnTo>
                <a:lnTo>
                  <a:pt x="15114" y="146891"/>
                </a:lnTo>
                <a:lnTo>
                  <a:pt x="17987" y="147016"/>
                </a:lnTo>
                <a:close/>
              </a:path>
            </a:pathLst>
          </a:custGeom>
          <a:solidFill>
            <a:srgbClr val="FFF5C8"/>
          </a:solidFill>
          <a:ln w="1058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5355826" y="5473579"/>
            <a:ext cx="599687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2B2B2B"/>
                </a:solidFill>
                <a:latin typeface="Times New Roman"/>
              </a:rPr>
              <a:t>Panel · hold</a:t>
            </a:r>
          </a:p>
        </p:txBody>
      </p:sp>
      <p:sp>
        <p:nvSpPr>
          <p:cNvPr id="419" name="Editable path 341"/>
          <p:cNvSpPr/>
          <p:nvPr/>
        </p:nvSpPr>
        <p:spPr>
          <a:xfrm>
            <a:off x="6126640" y="6310331"/>
            <a:ext cx="718472" cy="113118"/>
          </a:xfrm>
          <a:custGeom>
            <a:avLst/>
            <a:gdLst/>
            <a:ahLst/>
            <a:cxnLst/>
            <a:rect l="l" t="t" r="r" b="b"/>
            <a:pathLst>
              <a:path w="718472" h="113118">
                <a:moveTo>
                  <a:pt x="0" y="0"/>
                </a:moveTo>
                <a:lnTo>
                  <a:pt x="718472" y="0"/>
                </a:lnTo>
                <a:lnTo>
                  <a:pt x="718472" y="113118"/>
                </a:lnTo>
                <a:lnTo>
                  <a:pt x="0" y="1131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6135669" y="6299155"/>
            <a:ext cx="731558" cy="1354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8" b="0" i="0">
                <a:solidFill>
                  <a:srgbClr val="2B2B2B"/>
                </a:solidFill>
                <a:latin typeface="Times New Roman"/>
              </a:rPr>
              <a:t>88.3° measured</a:t>
            </a:r>
          </a:p>
        </p:txBody>
      </p:sp>
      <p:pic>
        <p:nvPicPr>
          <p:cNvPr id="421" name="Picture 42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20709" y="5438029"/>
            <a:ext cx="1558165" cy="988105"/>
          </a:xfrm>
          <a:prstGeom prst="rect">
            <a:avLst/>
          </a:prstGeom>
        </p:spPr>
      </p:pic>
      <p:sp>
        <p:nvSpPr>
          <p:cNvPr id="422" name="Editable path 342"/>
          <p:cNvSpPr/>
          <p:nvPr/>
        </p:nvSpPr>
        <p:spPr>
          <a:xfrm>
            <a:off x="7899453" y="5770414"/>
            <a:ext cx="18029" cy="41595"/>
          </a:xfrm>
          <a:custGeom>
            <a:avLst/>
            <a:gdLst/>
            <a:ahLst/>
            <a:cxnLst/>
            <a:rect l="l" t="t" r="r" b="b"/>
            <a:pathLst>
              <a:path w="18029" h="41595">
                <a:moveTo>
                  <a:pt x="501" y="41595"/>
                </a:moveTo>
                <a:lnTo>
                  <a:pt x="0" y="40576"/>
                </a:lnTo>
                <a:lnTo>
                  <a:pt x="155" y="40069"/>
                </a:lnTo>
                <a:lnTo>
                  <a:pt x="509" y="11676"/>
                </a:lnTo>
                <a:lnTo>
                  <a:pt x="56" y="0"/>
                </a:lnTo>
                <a:lnTo>
                  <a:pt x="1510" y="619"/>
                </a:lnTo>
                <a:lnTo>
                  <a:pt x="12070" y="5677"/>
                </a:lnTo>
                <a:lnTo>
                  <a:pt x="18029" y="9553"/>
                </a:lnTo>
                <a:lnTo>
                  <a:pt x="17807" y="9561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path 343"/>
          <p:cNvSpPr/>
          <p:nvPr/>
        </p:nvSpPr>
        <p:spPr>
          <a:xfrm>
            <a:off x="7899453" y="5770414"/>
            <a:ext cx="18029" cy="41595"/>
          </a:xfrm>
          <a:custGeom>
            <a:avLst/>
            <a:gdLst/>
            <a:ahLst/>
            <a:cxnLst/>
            <a:rect l="l" t="t" r="r" b="b"/>
            <a:pathLst>
              <a:path w="18029" h="41595">
                <a:moveTo>
                  <a:pt x="501" y="41595"/>
                </a:moveTo>
                <a:lnTo>
                  <a:pt x="0" y="40576"/>
                </a:lnTo>
                <a:lnTo>
                  <a:pt x="155" y="40069"/>
                </a:lnTo>
                <a:lnTo>
                  <a:pt x="509" y="11676"/>
                </a:lnTo>
                <a:lnTo>
                  <a:pt x="56" y="0"/>
                </a:lnTo>
                <a:lnTo>
                  <a:pt x="1510" y="619"/>
                </a:lnTo>
                <a:lnTo>
                  <a:pt x="12070" y="5677"/>
                </a:lnTo>
                <a:lnTo>
                  <a:pt x="18029" y="9553"/>
                </a:lnTo>
                <a:lnTo>
                  <a:pt x="17807" y="9561"/>
                </a:lnTo>
              </a:path>
            </a:pathLst>
          </a:custGeom>
          <a:noFill/>
          <a:ln w="1939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path 344"/>
          <p:cNvSpPr/>
          <p:nvPr/>
        </p:nvSpPr>
        <p:spPr>
          <a:xfrm>
            <a:off x="7899783" y="5770586"/>
            <a:ext cx="17830" cy="41275"/>
          </a:xfrm>
          <a:custGeom>
            <a:avLst/>
            <a:gdLst/>
            <a:ahLst/>
            <a:cxnLst/>
            <a:rect l="l" t="t" r="r" b="b"/>
            <a:pathLst>
              <a:path w="17830" h="41275">
                <a:moveTo>
                  <a:pt x="0" y="41275"/>
                </a:moveTo>
                <a:lnTo>
                  <a:pt x="0" y="0"/>
                </a:lnTo>
                <a:lnTo>
                  <a:pt x="1888" y="705"/>
                </a:lnTo>
                <a:lnTo>
                  <a:pt x="16601" y="8604"/>
                </a:lnTo>
                <a:lnTo>
                  <a:pt x="17830" y="9461"/>
                </a:lnTo>
              </a:path>
            </a:pathLst>
          </a:custGeom>
          <a:noFill/>
          <a:ln w="45849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path 345"/>
          <p:cNvSpPr/>
          <p:nvPr/>
        </p:nvSpPr>
        <p:spPr>
          <a:xfrm>
            <a:off x="7899783" y="5770586"/>
            <a:ext cx="17830" cy="41275"/>
          </a:xfrm>
          <a:custGeom>
            <a:avLst/>
            <a:gdLst/>
            <a:ahLst/>
            <a:cxnLst/>
            <a:rect l="l" t="t" r="r" b="b"/>
            <a:pathLst>
              <a:path w="17830" h="41275">
                <a:moveTo>
                  <a:pt x="0" y="41275"/>
                </a:moveTo>
                <a:lnTo>
                  <a:pt x="0" y="0"/>
                </a:lnTo>
                <a:lnTo>
                  <a:pt x="1888" y="705"/>
                </a:lnTo>
                <a:lnTo>
                  <a:pt x="16601" y="8604"/>
                </a:lnTo>
                <a:lnTo>
                  <a:pt x="17830" y="9461"/>
                </a:lnTo>
              </a:path>
            </a:pathLst>
          </a:custGeom>
          <a:noFill/>
          <a:ln w="19397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path 346"/>
          <p:cNvSpPr/>
          <p:nvPr/>
        </p:nvSpPr>
        <p:spPr>
          <a:xfrm>
            <a:off x="7871071" y="5764529"/>
            <a:ext cx="46128" cy="15418"/>
          </a:xfrm>
          <a:custGeom>
            <a:avLst/>
            <a:gdLst/>
            <a:ahLst/>
            <a:cxnLst/>
            <a:rect l="l" t="t" r="r" b="b"/>
            <a:pathLst>
              <a:path w="46128" h="15418">
                <a:moveTo>
                  <a:pt x="0" y="81"/>
                </a:moveTo>
                <a:lnTo>
                  <a:pt x="2302" y="0"/>
                </a:lnTo>
                <a:lnTo>
                  <a:pt x="4630" y="17"/>
                </a:lnTo>
                <a:lnTo>
                  <a:pt x="6983" y="134"/>
                </a:lnTo>
                <a:lnTo>
                  <a:pt x="9357" y="349"/>
                </a:lnTo>
                <a:lnTo>
                  <a:pt x="11752" y="664"/>
                </a:lnTo>
                <a:lnTo>
                  <a:pt x="14164" y="1079"/>
                </a:lnTo>
                <a:lnTo>
                  <a:pt x="16592" y="1594"/>
                </a:lnTo>
                <a:lnTo>
                  <a:pt x="19033" y="2208"/>
                </a:lnTo>
                <a:lnTo>
                  <a:pt x="21486" y="2921"/>
                </a:lnTo>
                <a:lnTo>
                  <a:pt x="23948" y="3734"/>
                </a:lnTo>
                <a:lnTo>
                  <a:pt x="26418" y="4646"/>
                </a:lnTo>
                <a:lnTo>
                  <a:pt x="28890" y="5656"/>
                </a:lnTo>
                <a:lnTo>
                  <a:pt x="31366" y="6764"/>
                </a:lnTo>
                <a:lnTo>
                  <a:pt x="33841" y="7969"/>
                </a:lnTo>
                <a:lnTo>
                  <a:pt x="36313" y="9270"/>
                </a:lnTo>
                <a:lnTo>
                  <a:pt x="38781" y="10667"/>
                </a:lnTo>
                <a:lnTo>
                  <a:pt x="41241" y="12158"/>
                </a:lnTo>
                <a:lnTo>
                  <a:pt x="43690" y="13742"/>
                </a:lnTo>
                <a:lnTo>
                  <a:pt x="46128" y="15418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path 347"/>
          <p:cNvSpPr/>
          <p:nvPr/>
        </p:nvSpPr>
        <p:spPr>
          <a:xfrm>
            <a:off x="7871071" y="5764529"/>
            <a:ext cx="46128" cy="15418"/>
          </a:xfrm>
          <a:custGeom>
            <a:avLst/>
            <a:gdLst/>
            <a:ahLst/>
            <a:cxnLst/>
            <a:rect l="l" t="t" r="r" b="b"/>
            <a:pathLst>
              <a:path w="46128" h="15418">
                <a:moveTo>
                  <a:pt x="0" y="81"/>
                </a:moveTo>
                <a:lnTo>
                  <a:pt x="2302" y="0"/>
                </a:lnTo>
                <a:lnTo>
                  <a:pt x="4630" y="17"/>
                </a:lnTo>
                <a:lnTo>
                  <a:pt x="6983" y="134"/>
                </a:lnTo>
                <a:lnTo>
                  <a:pt x="9357" y="349"/>
                </a:lnTo>
                <a:lnTo>
                  <a:pt x="11752" y="664"/>
                </a:lnTo>
                <a:lnTo>
                  <a:pt x="14164" y="1079"/>
                </a:lnTo>
                <a:lnTo>
                  <a:pt x="16592" y="1594"/>
                </a:lnTo>
                <a:lnTo>
                  <a:pt x="19033" y="2208"/>
                </a:lnTo>
                <a:lnTo>
                  <a:pt x="21486" y="2921"/>
                </a:lnTo>
                <a:lnTo>
                  <a:pt x="23948" y="3734"/>
                </a:lnTo>
                <a:lnTo>
                  <a:pt x="26418" y="4646"/>
                </a:lnTo>
                <a:lnTo>
                  <a:pt x="28890" y="5656"/>
                </a:lnTo>
                <a:lnTo>
                  <a:pt x="31366" y="6764"/>
                </a:lnTo>
                <a:lnTo>
                  <a:pt x="33841" y="7969"/>
                </a:lnTo>
                <a:lnTo>
                  <a:pt x="36313" y="9270"/>
                </a:lnTo>
                <a:lnTo>
                  <a:pt x="38781" y="10667"/>
                </a:lnTo>
                <a:lnTo>
                  <a:pt x="41241" y="12158"/>
                </a:lnTo>
                <a:lnTo>
                  <a:pt x="43690" y="13742"/>
                </a:lnTo>
                <a:lnTo>
                  <a:pt x="46128" y="15418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path 348"/>
          <p:cNvSpPr/>
          <p:nvPr/>
        </p:nvSpPr>
        <p:spPr>
          <a:xfrm>
            <a:off x="7894236" y="5764630"/>
            <a:ext cx="18323" cy="12222"/>
          </a:xfrm>
          <a:custGeom>
            <a:avLst/>
            <a:gdLst/>
            <a:ahLst/>
            <a:cxnLst/>
            <a:rect l="l" t="t" r="r" b="b"/>
            <a:pathLst>
              <a:path w="18323" h="12222">
                <a:moveTo>
                  <a:pt x="18076" y="12057"/>
                </a:moveTo>
                <a:lnTo>
                  <a:pt x="18323" y="12222"/>
                </a:lnTo>
                <a:lnTo>
                  <a:pt x="18252" y="12175"/>
                </a:lnTo>
                <a:lnTo>
                  <a:pt x="17862" y="11915"/>
                </a:lnTo>
                <a:lnTo>
                  <a:pt x="17153" y="11442"/>
                </a:lnTo>
                <a:lnTo>
                  <a:pt x="16125" y="10756"/>
                </a:lnTo>
                <a:lnTo>
                  <a:pt x="14779" y="9858"/>
                </a:lnTo>
                <a:lnTo>
                  <a:pt x="13113" y="8747"/>
                </a:lnTo>
                <a:lnTo>
                  <a:pt x="11128" y="7423"/>
                </a:lnTo>
                <a:lnTo>
                  <a:pt x="8825" y="5886"/>
                </a:lnTo>
                <a:lnTo>
                  <a:pt x="6202" y="4137"/>
                </a:lnTo>
                <a:lnTo>
                  <a:pt x="3261" y="2175"/>
                </a:lnTo>
                <a:lnTo>
                  <a:pt x="0" y="0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path 349"/>
          <p:cNvSpPr/>
          <p:nvPr/>
        </p:nvSpPr>
        <p:spPr>
          <a:xfrm>
            <a:off x="7894236" y="5764630"/>
            <a:ext cx="18323" cy="12222"/>
          </a:xfrm>
          <a:custGeom>
            <a:avLst/>
            <a:gdLst/>
            <a:ahLst/>
            <a:cxnLst/>
            <a:rect l="l" t="t" r="r" b="b"/>
            <a:pathLst>
              <a:path w="18323" h="12222">
                <a:moveTo>
                  <a:pt x="18076" y="12057"/>
                </a:moveTo>
                <a:lnTo>
                  <a:pt x="18323" y="12222"/>
                </a:lnTo>
                <a:lnTo>
                  <a:pt x="18252" y="12175"/>
                </a:lnTo>
                <a:lnTo>
                  <a:pt x="17862" y="11915"/>
                </a:lnTo>
                <a:lnTo>
                  <a:pt x="17153" y="11442"/>
                </a:lnTo>
                <a:lnTo>
                  <a:pt x="16125" y="10756"/>
                </a:lnTo>
                <a:lnTo>
                  <a:pt x="14779" y="9858"/>
                </a:lnTo>
                <a:lnTo>
                  <a:pt x="13113" y="8747"/>
                </a:lnTo>
                <a:lnTo>
                  <a:pt x="11128" y="7423"/>
                </a:lnTo>
                <a:lnTo>
                  <a:pt x="8825" y="5886"/>
                </a:lnTo>
                <a:lnTo>
                  <a:pt x="6202" y="4137"/>
                </a:lnTo>
                <a:lnTo>
                  <a:pt x="3261" y="2175"/>
                </a:lnTo>
                <a:lnTo>
                  <a:pt x="0" y="0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path 350"/>
          <p:cNvSpPr/>
          <p:nvPr/>
        </p:nvSpPr>
        <p:spPr>
          <a:xfrm>
            <a:off x="7831635" y="5709845"/>
            <a:ext cx="62601" cy="54785"/>
          </a:xfrm>
          <a:custGeom>
            <a:avLst/>
            <a:gdLst/>
            <a:ahLst/>
            <a:cxnLst/>
            <a:rect l="l" t="t" r="r" b="b"/>
            <a:pathLst>
              <a:path w="62601" h="54785">
                <a:moveTo>
                  <a:pt x="31313" y="0"/>
                </a:moveTo>
                <a:lnTo>
                  <a:pt x="62601" y="54785"/>
                </a:lnTo>
                <a:lnTo>
                  <a:pt x="0" y="46945"/>
                </a:lnTo>
                <a:lnTo>
                  <a:pt x="31313" y="0"/>
                </a:lnTo>
                <a:close/>
              </a:path>
            </a:pathLst>
          </a:custGeom>
          <a:solidFill>
            <a:srgbClr val="FF9500"/>
          </a:solidFill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path 351"/>
          <p:cNvSpPr/>
          <p:nvPr/>
        </p:nvSpPr>
        <p:spPr>
          <a:xfrm>
            <a:off x="7831635" y="5709845"/>
            <a:ext cx="62601" cy="54785"/>
          </a:xfrm>
          <a:custGeom>
            <a:avLst/>
            <a:gdLst/>
            <a:ahLst/>
            <a:cxnLst/>
            <a:rect l="l" t="t" r="r" b="b"/>
            <a:pathLst>
              <a:path w="62601" h="54785">
                <a:moveTo>
                  <a:pt x="31313" y="0"/>
                </a:moveTo>
                <a:lnTo>
                  <a:pt x="62601" y="54785"/>
                </a:lnTo>
                <a:lnTo>
                  <a:pt x="0" y="46945"/>
                </a:lnTo>
                <a:lnTo>
                  <a:pt x="31313" y="0"/>
                </a:lnTo>
                <a:close/>
              </a:path>
            </a:pathLst>
          </a:custGeom>
          <a:solidFill>
            <a:srgbClr val="FF9500"/>
          </a:solidFill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path 352"/>
          <p:cNvSpPr/>
          <p:nvPr/>
        </p:nvSpPr>
        <p:spPr>
          <a:xfrm>
            <a:off x="7141677" y="5469448"/>
            <a:ext cx="654278" cy="147016"/>
          </a:xfrm>
          <a:custGeom>
            <a:avLst/>
            <a:gdLst/>
            <a:ahLst/>
            <a:cxnLst/>
            <a:rect l="l" t="t" r="r" b="b"/>
            <a:pathLst>
              <a:path w="654278" h="147016">
                <a:moveTo>
                  <a:pt x="17987" y="147016"/>
                </a:moveTo>
                <a:lnTo>
                  <a:pt x="636292" y="147016"/>
                </a:lnTo>
                <a:lnTo>
                  <a:pt x="639164" y="146891"/>
                </a:lnTo>
                <a:lnTo>
                  <a:pt x="641788" y="146516"/>
                </a:lnTo>
                <a:lnTo>
                  <a:pt x="644161" y="145891"/>
                </a:lnTo>
                <a:lnTo>
                  <a:pt x="646284" y="145017"/>
                </a:lnTo>
                <a:lnTo>
                  <a:pt x="648158" y="143893"/>
                </a:lnTo>
                <a:lnTo>
                  <a:pt x="649782" y="142519"/>
                </a:lnTo>
                <a:lnTo>
                  <a:pt x="651156" y="140895"/>
                </a:lnTo>
                <a:lnTo>
                  <a:pt x="652280" y="139021"/>
                </a:lnTo>
                <a:lnTo>
                  <a:pt x="653154" y="136898"/>
                </a:lnTo>
                <a:lnTo>
                  <a:pt x="653779" y="134525"/>
                </a:lnTo>
                <a:lnTo>
                  <a:pt x="654153" y="131902"/>
                </a:lnTo>
                <a:lnTo>
                  <a:pt x="654278" y="129029"/>
                </a:lnTo>
                <a:lnTo>
                  <a:pt x="654278" y="17987"/>
                </a:lnTo>
                <a:lnTo>
                  <a:pt x="654153" y="15115"/>
                </a:lnTo>
                <a:lnTo>
                  <a:pt x="653779" y="12491"/>
                </a:lnTo>
                <a:lnTo>
                  <a:pt x="653154" y="10118"/>
                </a:lnTo>
                <a:lnTo>
                  <a:pt x="652280" y="7995"/>
                </a:lnTo>
                <a:lnTo>
                  <a:pt x="651156" y="6121"/>
                </a:lnTo>
                <a:lnTo>
                  <a:pt x="649782" y="4497"/>
                </a:lnTo>
                <a:lnTo>
                  <a:pt x="648158" y="3123"/>
                </a:lnTo>
                <a:lnTo>
                  <a:pt x="646284" y="1999"/>
                </a:lnTo>
                <a:lnTo>
                  <a:pt x="644161" y="1124"/>
                </a:lnTo>
                <a:lnTo>
                  <a:pt x="641788" y="500"/>
                </a:lnTo>
                <a:lnTo>
                  <a:pt x="639164" y="125"/>
                </a:lnTo>
                <a:lnTo>
                  <a:pt x="636292" y="0"/>
                </a:lnTo>
                <a:lnTo>
                  <a:pt x="17987" y="0"/>
                </a:lnTo>
                <a:lnTo>
                  <a:pt x="15114" y="125"/>
                </a:lnTo>
                <a:lnTo>
                  <a:pt x="12491" y="500"/>
                </a:lnTo>
                <a:lnTo>
                  <a:pt x="10117" y="1124"/>
                </a:lnTo>
                <a:lnTo>
                  <a:pt x="7994" y="1999"/>
                </a:lnTo>
                <a:lnTo>
                  <a:pt x="6120" y="3123"/>
                </a:lnTo>
                <a:lnTo>
                  <a:pt x="4496" y="4497"/>
                </a:lnTo>
                <a:lnTo>
                  <a:pt x="3122" y="6121"/>
                </a:lnTo>
                <a:lnTo>
                  <a:pt x="1998" y="7995"/>
                </a:lnTo>
                <a:lnTo>
                  <a:pt x="1124" y="10118"/>
                </a:lnTo>
                <a:lnTo>
                  <a:pt x="499" y="12491"/>
                </a:lnTo>
                <a:lnTo>
                  <a:pt x="125" y="15115"/>
                </a:lnTo>
                <a:lnTo>
                  <a:pt x="0" y="17987"/>
                </a:lnTo>
                <a:lnTo>
                  <a:pt x="0" y="129029"/>
                </a:lnTo>
                <a:lnTo>
                  <a:pt x="125" y="131902"/>
                </a:lnTo>
                <a:lnTo>
                  <a:pt x="499" y="134525"/>
                </a:lnTo>
                <a:lnTo>
                  <a:pt x="1124" y="136898"/>
                </a:lnTo>
                <a:lnTo>
                  <a:pt x="1998" y="139021"/>
                </a:lnTo>
                <a:lnTo>
                  <a:pt x="3122" y="140895"/>
                </a:lnTo>
                <a:lnTo>
                  <a:pt x="4496" y="142519"/>
                </a:lnTo>
                <a:lnTo>
                  <a:pt x="6120" y="143893"/>
                </a:lnTo>
                <a:lnTo>
                  <a:pt x="7994" y="145017"/>
                </a:lnTo>
                <a:lnTo>
                  <a:pt x="10117" y="145891"/>
                </a:lnTo>
                <a:lnTo>
                  <a:pt x="12491" y="146516"/>
                </a:lnTo>
                <a:lnTo>
                  <a:pt x="15114" y="146891"/>
                </a:lnTo>
                <a:lnTo>
                  <a:pt x="17987" y="147016"/>
                </a:lnTo>
                <a:close/>
              </a:path>
            </a:pathLst>
          </a:custGeom>
          <a:solidFill>
            <a:srgbClr val="FFF5C8"/>
          </a:solidFill>
          <a:ln w="1058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7159664" y="5473579"/>
            <a:ext cx="652689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2B2B2B"/>
                </a:solidFill>
                <a:latin typeface="Times New Roman"/>
              </a:rPr>
              <a:t>Crate · rotate</a:t>
            </a:r>
          </a:p>
        </p:txBody>
      </p:sp>
      <p:sp>
        <p:nvSpPr>
          <p:cNvPr id="434" name="Editable path 353"/>
          <p:cNvSpPr/>
          <p:nvPr/>
        </p:nvSpPr>
        <p:spPr>
          <a:xfrm>
            <a:off x="7930478" y="6310331"/>
            <a:ext cx="718471" cy="113118"/>
          </a:xfrm>
          <a:custGeom>
            <a:avLst/>
            <a:gdLst/>
            <a:ahLst/>
            <a:cxnLst/>
            <a:rect l="l" t="t" r="r" b="b"/>
            <a:pathLst>
              <a:path w="718471" h="113118">
                <a:moveTo>
                  <a:pt x="0" y="0"/>
                </a:moveTo>
                <a:lnTo>
                  <a:pt x="718471" y="0"/>
                </a:lnTo>
                <a:lnTo>
                  <a:pt x="718471" y="113118"/>
                </a:lnTo>
                <a:lnTo>
                  <a:pt x="0" y="1131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7939506" y="6299155"/>
            <a:ext cx="731558" cy="1354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8" b="0" i="0">
                <a:solidFill>
                  <a:srgbClr val="2B2B2B"/>
                </a:solidFill>
                <a:latin typeface="Times New Roman"/>
              </a:rPr>
              <a:t>14.9° measured</a:t>
            </a:r>
          </a:p>
        </p:txBody>
      </p:sp>
      <p:pic>
        <p:nvPicPr>
          <p:cNvPr id="436" name="Picture 43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49824" y="5438029"/>
            <a:ext cx="1558164" cy="988105"/>
          </a:xfrm>
          <a:prstGeom prst="rect">
            <a:avLst/>
          </a:prstGeom>
        </p:spPr>
      </p:pic>
      <p:sp>
        <p:nvSpPr>
          <p:cNvPr id="437" name="Editable path 354"/>
          <p:cNvSpPr/>
          <p:nvPr/>
        </p:nvSpPr>
        <p:spPr>
          <a:xfrm>
            <a:off x="9728769" y="5849206"/>
            <a:ext cx="3899" cy="32016"/>
          </a:xfrm>
          <a:custGeom>
            <a:avLst/>
            <a:gdLst/>
            <a:ahLst/>
            <a:cxnLst/>
            <a:rect l="l" t="t" r="r" b="b"/>
            <a:pathLst>
              <a:path w="3899" h="32016">
                <a:moveTo>
                  <a:pt x="140" y="32016"/>
                </a:moveTo>
                <a:lnTo>
                  <a:pt x="43" y="31302"/>
                </a:lnTo>
                <a:lnTo>
                  <a:pt x="232" y="30309"/>
                </a:lnTo>
                <a:lnTo>
                  <a:pt x="0" y="25903"/>
                </a:lnTo>
                <a:lnTo>
                  <a:pt x="125" y="0"/>
                </a:lnTo>
                <a:lnTo>
                  <a:pt x="1749" y="1028"/>
                </a:lnTo>
                <a:lnTo>
                  <a:pt x="3804" y="2401"/>
                </a:lnTo>
                <a:lnTo>
                  <a:pt x="3899" y="2563"/>
                </a:lnTo>
                <a:lnTo>
                  <a:pt x="3661" y="2166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path 355"/>
          <p:cNvSpPr/>
          <p:nvPr/>
        </p:nvSpPr>
        <p:spPr>
          <a:xfrm>
            <a:off x="9728769" y="5849206"/>
            <a:ext cx="3899" cy="32016"/>
          </a:xfrm>
          <a:custGeom>
            <a:avLst/>
            <a:gdLst/>
            <a:ahLst/>
            <a:cxnLst/>
            <a:rect l="l" t="t" r="r" b="b"/>
            <a:pathLst>
              <a:path w="3899" h="32016">
                <a:moveTo>
                  <a:pt x="140" y="32016"/>
                </a:moveTo>
                <a:lnTo>
                  <a:pt x="43" y="31302"/>
                </a:lnTo>
                <a:lnTo>
                  <a:pt x="232" y="30309"/>
                </a:lnTo>
                <a:lnTo>
                  <a:pt x="0" y="25903"/>
                </a:lnTo>
                <a:lnTo>
                  <a:pt x="125" y="0"/>
                </a:lnTo>
                <a:lnTo>
                  <a:pt x="1749" y="1028"/>
                </a:lnTo>
                <a:lnTo>
                  <a:pt x="3804" y="2401"/>
                </a:lnTo>
                <a:lnTo>
                  <a:pt x="3899" y="2563"/>
                </a:lnTo>
                <a:lnTo>
                  <a:pt x="3661" y="2166"/>
                </a:lnTo>
              </a:path>
            </a:pathLst>
          </a:custGeom>
          <a:noFill/>
          <a:ln w="1939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path 356"/>
          <p:cNvSpPr/>
          <p:nvPr/>
        </p:nvSpPr>
        <p:spPr>
          <a:xfrm>
            <a:off x="9728903" y="5849106"/>
            <a:ext cx="4323" cy="31974"/>
          </a:xfrm>
          <a:custGeom>
            <a:avLst/>
            <a:gdLst/>
            <a:ahLst/>
            <a:cxnLst/>
            <a:rect l="l" t="t" r="r" b="b"/>
            <a:pathLst>
              <a:path w="4323" h="31974">
                <a:moveTo>
                  <a:pt x="0" y="31974"/>
                </a:moveTo>
                <a:lnTo>
                  <a:pt x="0" y="0"/>
                </a:lnTo>
                <a:lnTo>
                  <a:pt x="1896" y="911"/>
                </a:lnTo>
                <a:lnTo>
                  <a:pt x="4323" y="2494"/>
                </a:lnTo>
              </a:path>
            </a:pathLst>
          </a:custGeom>
          <a:noFill/>
          <a:ln w="45849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path 357"/>
          <p:cNvSpPr/>
          <p:nvPr/>
        </p:nvSpPr>
        <p:spPr>
          <a:xfrm>
            <a:off x="9728903" y="5849106"/>
            <a:ext cx="4323" cy="31974"/>
          </a:xfrm>
          <a:custGeom>
            <a:avLst/>
            <a:gdLst/>
            <a:ahLst/>
            <a:cxnLst/>
            <a:rect l="l" t="t" r="r" b="b"/>
            <a:pathLst>
              <a:path w="4323" h="31974">
                <a:moveTo>
                  <a:pt x="0" y="31974"/>
                </a:moveTo>
                <a:lnTo>
                  <a:pt x="0" y="0"/>
                </a:lnTo>
                <a:lnTo>
                  <a:pt x="1896" y="911"/>
                </a:lnTo>
                <a:lnTo>
                  <a:pt x="4323" y="2494"/>
                </a:lnTo>
              </a:path>
            </a:pathLst>
          </a:custGeom>
          <a:noFill/>
          <a:ln w="19397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path 358"/>
          <p:cNvSpPr/>
          <p:nvPr/>
        </p:nvSpPr>
        <p:spPr>
          <a:xfrm>
            <a:off x="9695758" y="5837983"/>
            <a:ext cx="36662" cy="13399"/>
          </a:xfrm>
          <a:custGeom>
            <a:avLst/>
            <a:gdLst/>
            <a:ahLst/>
            <a:cxnLst/>
            <a:rect l="l" t="t" r="r" b="b"/>
            <a:pathLst>
              <a:path w="36662" h="13399">
                <a:moveTo>
                  <a:pt x="0" y="0"/>
                </a:moveTo>
                <a:lnTo>
                  <a:pt x="1858" y="18"/>
                </a:lnTo>
                <a:lnTo>
                  <a:pt x="3734" y="114"/>
                </a:lnTo>
                <a:lnTo>
                  <a:pt x="5625" y="289"/>
                </a:lnTo>
                <a:lnTo>
                  <a:pt x="7531" y="541"/>
                </a:lnTo>
                <a:lnTo>
                  <a:pt x="9449" y="871"/>
                </a:lnTo>
                <a:lnTo>
                  <a:pt x="11377" y="1277"/>
                </a:lnTo>
                <a:lnTo>
                  <a:pt x="13316" y="1762"/>
                </a:lnTo>
                <a:lnTo>
                  <a:pt x="15261" y="2323"/>
                </a:lnTo>
                <a:lnTo>
                  <a:pt x="17213" y="2961"/>
                </a:lnTo>
                <a:lnTo>
                  <a:pt x="19168" y="3674"/>
                </a:lnTo>
                <a:lnTo>
                  <a:pt x="21126" y="4463"/>
                </a:lnTo>
                <a:lnTo>
                  <a:pt x="23084" y="5327"/>
                </a:lnTo>
                <a:lnTo>
                  <a:pt x="25041" y="6265"/>
                </a:lnTo>
                <a:lnTo>
                  <a:pt x="26995" y="7276"/>
                </a:lnTo>
                <a:lnTo>
                  <a:pt x="28945" y="8360"/>
                </a:lnTo>
                <a:lnTo>
                  <a:pt x="30888" y="9515"/>
                </a:lnTo>
                <a:lnTo>
                  <a:pt x="32824" y="10740"/>
                </a:lnTo>
                <a:lnTo>
                  <a:pt x="34749" y="12036"/>
                </a:lnTo>
                <a:lnTo>
                  <a:pt x="36662" y="13399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path 359"/>
          <p:cNvSpPr/>
          <p:nvPr/>
        </p:nvSpPr>
        <p:spPr>
          <a:xfrm>
            <a:off x="9695758" y="5837983"/>
            <a:ext cx="36662" cy="13399"/>
          </a:xfrm>
          <a:custGeom>
            <a:avLst/>
            <a:gdLst/>
            <a:ahLst/>
            <a:cxnLst/>
            <a:rect l="l" t="t" r="r" b="b"/>
            <a:pathLst>
              <a:path w="36662" h="13399">
                <a:moveTo>
                  <a:pt x="0" y="0"/>
                </a:moveTo>
                <a:lnTo>
                  <a:pt x="1858" y="18"/>
                </a:lnTo>
                <a:lnTo>
                  <a:pt x="3734" y="114"/>
                </a:lnTo>
                <a:lnTo>
                  <a:pt x="5625" y="289"/>
                </a:lnTo>
                <a:lnTo>
                  <a:pt x="7531" y="541"/>
                </a:lnTo>
                <a:lnTo>
                  <a:pt x="9449" y="871"/>
                </a:lnTo>
                <a:lnTo>
                  <a:pt x="11377" y="1277"/>
                </a:lnTo>
                <a:lnTo>
                  <a:pt x="13316" y="1762"/>
                </a:lnTo>
                <a:lnTo>
                  <a:pt x="15261" y="2323"/>
                </a:lnTo>
                <a:lnTo>
                  <a:pt x="17213" y="2961"/>
                </a:lnTo>
                <a:lnTo>
                  <a:pt x="19168" y="3674"/>
                </a:lnTo>
                <a:lnTo>
                  <a:pt x="21126" y="4463"/>
                </a:lnTo>
                <a:lnTo>
                  <a:pt x="23084" y="5327"/>
                </a:lnTo>
                <a:lnTo>
                  <a:pt x="25041" y="6265"/>
                </a:lnTo>
                <a:lnTo>
                  <a:pt x="26995" y="7276"/>
                </a:lnTo>
                <a:lnTo>
                  <a:pt x="28945" y="8360"/>
                </a:lnTo>
                <a:lnTo>
                  <a:pt x="30888" y="9515"/>
                </a:lnTo>
                <a:lnTo>
                  <a:pt x="32824" y="10740"/>
                </a:lnTo>
                <a:lnTo>
                  <a:pt x="34749" y="12036"/>
                </a:lnTo>
                <a:lnTo>
                  <a:pt x="36662" y="13399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path 360"/>
          <p:cNvSpPr/>
          <p:nvPr/>
        </p:nvSpPr>
        <p:spPr>
          <a:xfrm>
            <a:off x="9709729" y="5835667"/>
            <a:ext cx="19015" cy="13169"/>
          </a:xfrm>
          <a:custGeom>
            <a:avLst/>
            <a:gdLst/>
            <a:ahLst/>
            <a:cxnLst/>
            <a:rect l="l" t="t" r="r" b="b"/>
            <a:pathLst>
              <a:path w="19015" h="13169">
                <a:moveTo>
                  <a:pt x="18853" y="13056"/>
                </a:moveTo>
                <a:lnTo>
                  <a:pt x="19015" y="13169"/>
                </a:lnTo>
                <a:lnTo>
                  <a:pt x="18862" y="13063"/>
                </a:lnTo>
                <a:lnTo>
                  <a:pt x="18394" y="12739"/>
                </a:lnTo>
                <a:lnTo>
                  <a:pt x="17611" y="12197"/>
                </a:lnTo>
                <a:lnTo>
                  <a:pt x="16513" y="11436"/>
                </a:lnTo>
                <a:lnTo>
                  <a:pt x="15099" y="10457"/>
                </a:lnTo>
                <a:lnTo>
                  <a:pt x="13371" y="9260"/>
                </a:lnTo>
                <a:lnTo>
                  <a:pt x="11327" y="7844"/>
                </a:lnTo>
                <a:lnTo>
                  <a:pt x="8968" y="6211"/>
                </a:lnTo>
                <a:lnTo>
                  <a:pt x="6294" y="4358"/>
                </a:lnTo>
                <a:lnTo>
                  <a:pt x="3305" y="2288"/>
                </a:lnTo>
                <a:lnTo>
                  <a:pt x="0" y="0"/>
                </a:lnTo>
              </a:path>
            </a:pathLst>
          </a:custGeom>
          <a:noFill/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Editable path 361"/>
          <p:cNvSpPr/>
          <p:nvPr/>
        </p:nvSpPr>
        <p:spPr>
          <a:xfrm>
            <a:off x="9709729" y="5835667"/>
            <a:ext cx="19015" cy="13169"/>
          </a:xfrm>
          <a:custGeom>
            <a:avLst/>
            <a:gdLst/>
            <a:ahLst/>
            <a:cxnLst/>
            <a:rect l="l" t="t" r="r" b="b"/>
            <a:pathLst>
              <a:path w="19015" h="13169">
                <a:moveTo>
                  <a:pt x="18853" y="13056"/>
                </a:moveTo>
                <a:lnTo>
                  <a:pt x="19015" y="13169"/>
                </a:lnTo>
                <a:lnTo>
                  <a:pt x="18862" y="13063"/>
                </a:lnTo>
                <a:lnTo>
                  <a:pt x="18394" y="12739"/>
                </a:lnTo>
                <a:lnTo>
                  <a:pt x="17611" y="12197"/>
                </a:lnTo>
                <a:lnTo>
                  <a:pt x="16513" y="11436"/>
                </a:lnTo>
                <a:lnTo>
                  <a:pt x="15099" y="10457"/>
                </a:lnTo>
                <a:lnTo>
                  <a:pt x="13371" y="9260"/>
                </a:lnTo>
                <a:lnTo>
                  <a:pt x="11327" y="7844"/>
                </a:lnTo>
                <a:lnTo>
                  <a:pt x="8968" y="6211"/>
                </a:lnTo>
                <a:lnTo>
                  <a:pt x="6294" y="4358"/>
                </a:lnTo>
                <a:lnTo>
                  <a:pt x="3305" y="2288"/>
                </a:lnTo>
                <a:lnTo>
                  <a:pt x="0" y="0"/>
                </a:lnTo>
              </a:path>
            </a:pathLst>
          </a:custGeom>
          <a:noFill/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Editable path 362"/>
          <p:cNvSpPr/>
          <p:nvPr/>
        </p:nvSpPr>
        <p:spPr>
          <a:xfrm>
            <a:off x="9647275" y="5780341"/>
            <a:ext cx="62454" cy="55326"/>
          </a:xfrm>
          <a:custGeom>
            <a:avLst/>
            <a:gdLst/>
            <a:ahLst/>
            <a:cxnLst/>
            <a:rect l="l" t="t" r="r" b="b"/>
            <a:pathLst>
              <a:path w="62454" h="55326">
                <a:moveTo>
                  <a:pt x="32130" y="0"/>
                </a:moveTo>
                <a:lnTo>
                  <a:pt x="62454" y="55326"/>
                </a:lnTo>
                <a:lnTo>
                  <a:pt x="0" y="46390"/>
                </a:lnTo>
                <a:lnTo>
                  <a:pt x="32130" y="0"/>
                </a:lnTo>
                <a:close/>
              </a:path>
            </a:pathLst>
          </a:custGeom>
          <a:solidFill>
            <a:srgbClr val="FF9500"/>
          </a:solidFill>
          <a:ln w="4584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path 363"/>
          <p:cNvSpPr/>
          <p:nvPr/>
        </p:nvSpPr>
        <p:spPr>
          <a:xfrm>
            <a:off x="9647275" y="5780341"/>
            <a:ext cx="62454" cy="55326"/>
          </a:xfrm>
          <a:custGeom>
            <a:avLst/>
            <a:gdLst/>
            <a:ahLst/>
            <a:cxnLst/>
            <a:rect l="l" t="t" r="r" b="b"/>
            <a:pathLst>
              <a:path w="62454" h="55326">
                <a:moveTo>
                  <a:pt x="32130" y="0"/>
                </a:moveTo>
                <a:lnTo>
                  <a:pt x="62454" y="55326"/>
                </a:lnTo>
                <a:lnTo>
                  <a:pt x="0" y="46390"/>
                </a:lnTo>
                <a:lnTo>
                  <a:pt x="32130" y="0"/>
                </a:lnTo>
                <a:close/>
              </a:path>
            </a:pathLst>
          </a:custGeom>
          <a:solidFill>
            <a:srgbClr val="FF9500"/>
          </a:solidFill>
          <a:ln w="2468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path 364"/>
          <p:cNvSpPr/>
          <p:nvPr/>
        </p:nvSpPr>
        <p:spPr>
          <a:xfrm>
            <a:off x="8970791" y="5469448"/>
            <a:ext cx="674118" cy="147016"/>
          </a:xfrm>
          <a:custGeom>
            <a:avLst/>
            <a:gdLst/>
            <a:ahLst/>
            <a:cxnLst/>
            <a:rect l="l" t="t" r="r" b="b"/>
            <a:pathLst>
              <a:path w="674118" h="147016">
                <a:moveTo>
                  <a:pt x="17987" y="147016"/>
                </a:moveTo>
                <a:lnTo>
                  <a:pt x="656130" y="147016"/>
                </a:lnTo>
                <a:lnTo>
                  <a:pt x="659003" y="146891"/>
                </a:lnTo>
                <a:lnTo>
                  <a:pt x="661626" y="146516"/>
                </a:lnTo>
                <a:lnTo>
                  <a:pt x="664000" y="145891"/>
                </a:lnTo>
                <a:lnTo>
                  <a:pt x="666123" y="145017"/>
                </a:lnTo>
                <a:lnTo>
                  <a:pt x="667997" y="143893"/>
                </a:lnTo>
                <a:lnTo>
                  <a:pt x="669621" y="142519"/>
                </a:lnTo>
                <a:lnTo>
                  <a:pt x="670995" y="140895"/>
                </a:lnTo>
                <a:lnTo>
                  <a:pt x="672119" y="139021"/>
                </a:lnTo>
                <a:lnTo>
                  <a:pt x="672994" y="136898"/>
                </a:lnTo>
                <a:lnTo>
                  <a:pt x="673618" y="134525"/>
                </a:lnTo>
                <a:lnTo>
                  <a:pt x="673993" y="131902"/>
                </a:lnTo>
                <a:lnTo>
                  <a:pt x="674118" y="129029"/>
                </a:lnTo>
                <a:lnTo>
                  <a:pt x="674118" y="17987"/>
                </a:lnTo>
                <a:lnTo>
                  <a:pt x="673993" y="15115"/>
                </a:lnTo>
                <a:lnTo>
                  <a:pt x="673618" y="12491"/>
                </a:lnTo>
                <a:lnTo>
                  <a:pt x="672994" y="10118"/>
                </a:lnTo>
                <a:lnTo>
                  <a:pt x="672119" y="7995"/>
                </a:lnTo>
                <a:lnTo>
                  <a:pt x="670995" y="6121"/>
                </a:lnTo>
                <a:lnTo>
                  <a:pt x="669621" y="4497"/>
                </a:lnTo>
                <a:lnTo>
                  <a:pt x="667997" y="3123"/>
                </a:lnTo>
                <a:lnTo>
                  <a:pt x="666123" y="1999"/>
                </a:lnTo>
                <a:lnTo>
                  <a:pt x="664000" y="1124"/>
                </a:lnTo>
                <a:lnTo>
                  <a:pt x="661626" y="500"/>
                </a:lnTo>
                <a:lnTo>
                  <a:pt x="659003" y="125"/>
                </a:lnTo>
                <a:lnTo>
                  <a:pt x="656130" y="0"/>
                </a:lnTo>
                <a:lnTo>
                  <a:pt x="17987" y="0"/>
                </a:lnTo>
                <a:lnTo>
                  <a:pt x="15114" y="125"/>
                </a:lnTo>
                <a:lnTo>
                  <a:pt x="12491" y="500"/>
                </a:lnTo>
                <a:lnTo>
                  <a:pt x="10118" y="1124"/>
                </a:lnTo>
                <a:lnTo>
                  <a:pt x="7995" y="1999"/>
                </a:lnTo>
                <a:lnTo>
                  <a:pt x="6121" y="3123"/>
                </a:lnTo>
                <a:lnTo>
                  <a:pt x="4497" y="4497"/>
                </a:lnTo>
                <a:lnTo>
                  <a:pt x="3123" y="6121"/>
                </a:lnTo>
                <a:lnTo>
                  <a:pt x="1999" y="7995"/>
                </a:lnTo>
                <a:lnTo>
                  <a:pt x="1125" y="10118"/>
                </a:lnTo>
                <a:lnTo>
                  <a:pt x="500" y="12491"/>
                </a:lnTo>
                <a:lnTo>
                  <a:pt x="125" y="15115"/>
                </a:lnTo>
                <a:lnTo>
                  <a:pt x="0" y="17987"/>
                </a:lnTo>
                <a:lnTo>
                  <a:pt x="0" y="129029"/>
                </a:lnTo>
                <a:lnTo>
                  <a:pt x="125" y="131902"/>
                </a:lnTo>
                <a:lnTo>
                  <a:pt x="500" y="134525"/>
                </a:lnTo>
                <a:lnTo>
                  <a:pt x="1125" y="136898"/>
                </a:lnTo>
                <a:lnTo>
                  <a:pt x="1999" y="139021"/>
                </a:lnTo>
                <a:lnTo>
                  <a:pt x="3123" y="140895"/>
                </a:lnTo>
                <a:lnTo>
                  <a:pt x="4497" y="142519"/>
                </a:lnTo>
                <a:lnTo>
                  <a:pt x="6121" y="143893"/>
                </a:lnTo>
                <a:lnTo>
                  <a:pt x="7995" y="145017"/>
                </a:lnTo>
                <a:lnTo>
                  <a:pt x="10118" y="145891"/>
                </a:lnTo>
                <a:lnTo>
                  <a:pt x="12491" y="146516"/>
                </a:lnTo>
                <a:lnTo>
                  <a:pt x="15114" y="146891"/>
                </a:lnTo>
                <a:lnTo>
                  <a:pt x="17987" y="147016"/>
                </a:lnTo>
                <a:close/>
              </a:path>
            </a:pathLst>
          </a:custGeom>
          <a:solidFill>
            <a:srgbClr val="FFF5C8"/>
          </a:solidFill>
          <a:ln w="1058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8988778" y="5473579"/>
            <a:ext cx="672715" cy="143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2B2B2B"/>
                </a:solidFill>
                <a:latin typeface="Times New Roman"/>
              </a:rPr>
              <a:t>Beam · rotate</a:t>
            </a:r>
          </a:p>
        </p:txBody>
      </p:sp>
      <p:sp>
        <p:nvSpPr>
          <p:cNvPr id="449" name="Editable path 365"/>
          <p:cNvSpPr/>
          <p:nvPr/>
        </p:nvSpPr>
        <p:spPr>
          <a:xfrm>
            <a:off x="9759592" y="6310331"/>
            <a:ext cx="718472" cy="113118"/>
          </a:xfrm>
          <a:custGeom>
            <a:avLst/>
            <a:gdLst/>
            <a:ahLst/>
            <a:cxnLst/>
            <a:rect l="l" t="t" r="r" b="b"/>
            <a:pathLst>
              <a:path w="718472" h="113118">
                <a:moveTo>
                  <a:pt x="0" y="0"/>
                </a:moveTo>
                <a:lnTo>
                  <a:pt x="718472" y="0"/>
                </a:lnTo>
                <a:lnTo>
                  <a:pt x="718472" y="113118"/>
                </a:lnTo>
                <a:lnTo>
                  <a:pt x="0" y="1131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9768620" y="6299155"/>
            <a:ext cx="731558" cy="1354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8" b="0" i="0">
                <a:solidFill>
                  <a:srgbClr val="2B2B2B"/>
                </a:solidFill>
                <a:latin typeface="Times New Roman"/>
              </a:rPr>
              <a:t>14.2° measured</a:t>
            </a:r>
          </a:p>
        </p:txBody>
      </p:sp>
      <p:sp>
        <p:nvSpPr>
          <p:cNvPr id="451" name="Editable path 366"/>
          <p:cNvSpPr/>
          <p:nvPr/>
        </p:nvSpPr>
        <p:spPr>
          <a:xfrm>
            <a:off x="5038913" y="6611449"/>
            <a:ext cx="185161" cy="0"/>
          </a:xfrm>
          <a:custGeom>
            <a:avLst/>
            <a:gdLst/>
            <a:ahLst/>
            <a:cxnLst/>
            <a:rect l="l" t="t" r="r" b="b"/>
            <a:pathLst>
              <a:path w="185161" h="0">
                <a:moveTo>
                  <a:pt x="0" y="0"/>
                </a:moveTo>
                <a:lnTo>
                  <a:pt x="92581" y="0"/>
                </a:lnTo>
                <a:lnTo>
                  <a:pt x="185161" y="0"/>
                </a:lnTo>
              </a:path>
            </a:pathLst>
          </a:custGeom>
          <a:noFill/>
          <a:ln w="26451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5322826" y="6553596"/>
            <a:ext cx="428708" cy="148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2B2B2B"/>
                </a:solidFill>
                <a:latin typeface="Times New Roman"/>
              </a:rPr>
              <a:t>Payload</a:t>
            </a:r>
          </a:p>
        </p:txBody>
      </p:sp>
      <p:sp>
        <p:nvSpPr>
          <p:cNvPr id="453" name="Editable path 367"/>
          <p:cNvSpPr/>
          <p:nvPr/>
        </p:nvSpPr>
        <p:spPr>
          <a:xfrm>
            <a:off x="5881449" y="6611449"/>
            <a:ext cx="185161" cy="0"/>
          </a:xfrm>
          <a:custGeom>
            <a:avLst/>
            <a:gdLst/>
            <a:ahLst/>
            <a:cxnLst/>
            <a:rect l="l" t="t" r="r" b="b"/>
            <a:pathLst>
              <a:path w="185161" h="0">
                <a:moveTo>
                  <a:pt x="0" y="0"/>
                </a:moveTo>
                <a:lnTo>
                  <a:pt x="92581" y="0"/>
                </a:lnTo>
                <a:lnTo>
                  <a:pt x="185161" y="0"/>
                </a:lnTo>
              </a:path>
            </a:pathLst>
          </a:custGeom>
          <a:noFill/>
          <a:ln w="26451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6165362" y="6553596"/>
            <a:ext cx="452655" cy="148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2B2B2B"/>
                </a:solidFill>
                <a:latin typeface="Times New Roman"/>
              </a:rPr>
              <a:t>Robot A</a:t>
            </a:r>
          </a:p>
        </p:txBody>
      </p:sp>
      <p:sp>
        <p:nvSpPr>
          <p:cNvPr id="455" name="Editable path 368"/>
          <p:cNvSpPr/>
          <p:nvPr/>
        </p:nvSpPr>
        <p:spPr>
          <a:xfrm>
            <a:off x="6747958" y="6611449"/>
            <a:ext cx="185160" cy="0"/>
          </a:xfrm>
          <a:custGeom>
            <a:avLst/>
            <a:gdLst/>
            <a:ahLst/>
            <a:cxnLst/>
            <a:rect l="l" t="t" r="r" b="b"/>
            <a:pathLst>
              <a:path w="185160" h="0">
                <a:moveTo>
                  <a:pt x="0" y="0"/>
                </a:moveTo>
                <a:lnTo>
                  <a:pt x="92580" y="0"/>
                </a:lnTo>
                <a:lnTo>
                  <a:pt x="185160" y="0"/>
                </a:lnTo>
              </a:path>
            </a:pathLst>
          </a:custGeom>
          <a:noFill/>
          <a:ln w="26451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7031870" y="6553596"/>
            <a:ext cx="445866" cy="148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2B2B2B"/>
                </a:solidFill>
                <a:latin typeface="Times New Roman"/>
              </a:rPr>
              <a:t>Robot B</a:t>
            </a:r>
          </a:p>
        </p:txBody>
      </p:sp>
      <p:sp>
        <p:nvSpPr>
          <p:cNvPr id="457" name="Editable path 369"/>
          <p:cNvSpPr/>
          <p:nvPr/>
        </p:nvSpPr>
        <p:spPr>
          <a:xfrm>
            <a:off x="7607577" y="6611449"/>
            <a:ext cx="185161" cy="0"/>
          </a:xfrm>
          <a:custGeom>
            <a:avLst/>
            <a:gdLst/>
            <a:ahLst/>
            <a:cxnLst/>
            <a:rect l="l" t="t" r="r" b="b"/>
            <a:pathLst>
              <a:path w="185161" h="0">
                <a:moveTo>
                  <a:pt x="0" y="0"/>
                </a:moveTo>
                <a:lnTo>
                  <a:pt x="92580" y="0"/>
                </a:lnTo>
                <a:lnTo>
                  <a:pt x="185161" y="0"/>
                </a:lnTo>
              </a:path>
            </a:pathLst>
          </a:custGeom>
          <a:noFill/>
          <a:ln w="26451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7891490" y="6553596"/>
            <a:ext cx="250460" cy="148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2B2B2B"/>
                </a:solidFill>
                <a:latin typeface="Times New Roman"/>
              </a:rPr>
              <a:t>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2667000" y="0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0" y="0"/>
                </a:moveTo>
                <a:lnTo>
                  <a:pt x="6858000" y="0"/>
                </a:lnTo>
                <a:lnTo>
                  <a:pt x="6858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3627120" y="205740"/>
            <a:ext cx="5795010" cy="1018076"/>
          </a:xfrm>
          <a:custGeom>
            <a:avLst/>
            <a:gdLst/>
            <a:ahLst/>
            <a:cxnLst/>
            <a:rect l="l" t="t" r="r" b="b"/>
            <a:pathLst>
              <a:path w="5795010" h="1018076">
                <a:moveTo>
                  <a:pt x="0" y="0"/>
                </a:moveTo>
                <a:lnTo>
                  <a:pt x="5795010" y="0"/>
                </a:lnTo>
                <a:lnTo>
                  <a:pt x="5795010" y="1018076"/>
                </a:lnTo>
                <a:lnTo>
                  <a:pt x="0" y="10180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3890529" y="205740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3890529" y="1223816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9116" y="1325462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7" name="Editable path 5"/>
          <p:cNvSpPr/>
          <p:nvPr/>
        </p:nvSpPr>
        <p:spPr>
          <a:xfrm>
            <a:off x="4830942" y="205740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6"/>
          <p:cNvSpPr/>
          <p:nvPr/>
        </p:nvSpPr>
        <p:spPr>
          <a:xfrm>
            <a:off x="4830942" y="1223816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8115" y="1325462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10" name="Editable path 7"/>
          <p:cNvSpPr/>
          <p:nvPr/>
        </p:nvSpPr>
        <p:spPr>
          <a:xfrm>
            <a:off x="5771354" y="205740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8"/>
          <p:cNvSpPr/>
          <p:nvPr/>
        </p:nvSpPr>
        <p:spPr>
          <a:xfrm>
            <a:off x="5771354" y="1223816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8528" y="1325462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3" name="Editable path 9"/>
          <p:cNvSpPr/>
          <p:nvPr/>
        </p:nvSpPr>
        <p:spPr>
          <a:xfrm>
            <a:off x="6711767" y="205740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10"/>
          <p:cNvSpPr/>
          <p:nvPr/>
        </p:nvSpPr>
        <p:spPr>
          <a:xfrm>
            <a:off x="6711767" y="1223816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8940" y="1325462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16" name="Editable path 11"/>
          <p:cNvSpPr/>
          <p:nvPr/>
        </p:nvSpPr>
        <p:spPr>
          <a:xfrm>
            <a:off x="7652179" y="205740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2"/>
          <p:cNvSpPr/>
          <p:nvPr/>
        </p:nvSpPr>
        <p:spPr>
          <a:xfrm>
            <a:off x="7652179" y="1223816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9353" y="1325462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9" name="Editable path 13"/>
          <p:cNvSpPr/>
          <p:nvPr/>
        </p:nvSpPr>
        <p:spPr>
          <a:xfrm>
            <a:off x="8592592" y="205740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4"/>
          <p:cNvSpPr/>
          <p:nvPr/>
        </p:nvSpPr>
        <p:spPr>
          <a:xfrm>
            <a:off x="8592592" y="1223816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9765" y="1325462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2" name="Editable path 15"/>
          <p:cNvSpPr/>
          <p:nvPr/>
        </p:nvSpPr>
        <p:spPr>
          <a:xfrm>
            <a:off x="3627120" y="1174644"/>
            <a:ext cx="5795010" cy="0"/>
          </a:xfrm>
          <a:custGeom>
            <a:avLst/>
            <a:gdLst/>
            <a:ahLst/>
            <a:cxnLst/>
            <a:rect l="l" t="t" r="r" b="b"/>
            <a:pathLst>
              <a:path w="5795010" h="0">
                <a:moveTo>
                  <a:pt x="0" y="0"/>
                </a:moveTo>
                <a:lnTo>
                  <a:pt x="579501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6"/>
          <p:cNvSpPr/>
          <p:nvPr/>
        </p:nvSpPr>
        <p:spPr>
          <a:xfrm>
            <a:off x="3530489" y="1174644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0054" y="1095540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5" name="Editable path 17"/>
          <p:cNvSpPr/>
          <p:nvPr/>
        </p:nvSpPr>
        <p:spPr>
          <a:xfrm>
            <a:off x="3627120" y="662073"/>
            <a:ext cx="5795010" cy="0"/>
          </a:xfrm>
          <a:custGeom>
            <a:avLst/>
            <a:gdLst/>
            <a:ahLst/>
            <a:cxnLst/>
            <a:rect l="l" t="t" r="r" b="b"/>
            <a:pathLst>
              <a:path w="5795010" h="0">
                <a:moveTo>
                  <a:pt x="0" y="0"/>
                </a:moveTo>
                <a:lnTo>
                  <a:pt x="579501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8"/>
          <p:cNvSpPr/>
          <p:nvPr/>
        </p:nvSpPr>
        <p:spPr>
          <a:xfrm>
            <a:off x="3530489" y="662073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228" y="582969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2852892" y="595069"/>
            <a:ext cx="635634" cy="2319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1" b="0" i="0">
                <a:solidFill>
                  <a:srgbClr val="2B2B2B"/>
                </a:solidFill>
                <a:latin typeface="Times New Roman"/>
              </a:rPr>
              <a:t>Roll (°)</a:t>
            </a:r>
          </a:p>
        </p:txBody>
      </p:sp>
      <p:sp>
        <p:nvSpPr>
          <p:cNvPr id="29" name="Editable path 19"/>
          <p:cNvSpPr/>
          <p:nvPr/>
        </p:nvSpPr>
        <p:spPr>
          <a:xfrm>
            <a:off x="3890529" y="252016"/>
            <a:ext cx="5268191" cy="922628"/>
          </a:xfrm>
          <a:custGeom>
            <a:avLst/>
            <a:gdLst/>
            <a:ahLst/>
            <a:cxnLst/>
            <a:rect l="l" t="t" r="r" b="b"/>
            <a:pathLst>
              <a:path w="5268191" h="922628">
                <a:moveTo>
                  <a:pt x="0" y="922628"/>
                </a:moveTo>
                <a:lnTo>
                  <a:pt x="1057024" y="919600"/>
                </a:lnTo>
                <a:lnTo>
                  <a:pt x="1231940" y="911501"/>
                </a:lnTo>
                <a:lnTo>
                  <a:pt x="1388049" y="898175"/>
                </a:lnTo>
                <a:lnTo>
                  <a:pt x="1536634" y="879292"/>
                </a:lnTo>
                <a:lnTo>
                  <a:pt x="1681458" y="854676"/>
                </a:lnTo>
                <a:lnTo>
                  <a:pt x="1826281" y="823849"/>
                </a:lnTo>
                <a:lnTo>
                  <a:pt x="1974866" y="785957"/>
                </a:lnTo>
                <a:lnTo>
                  <a:pt x="2130975" y="739792"/>
                </a:lnTo>
                <a:lnTo>
                  <a:pt x="2300249" y="683257"/>
                </a:lnTo>
                <a:lnTo>
                  <a:pt x="2493974" y="611876"/>
                </a:lnTo>
                <a:lnTo>
                  <a:pt x="2746005" y="511942"/>
                </a:lnTo>
                <a:lnTo>
                  <a:pt x="3297087" y="291463"/>
                </a:lnTo>
                <a:lnTo>
                  <a:pt x="3492692" y="221128"/>
                </a:lnTo>
                <a:lnTo>
                  <a:pt x="3663847" y="166008"/>
                </a:lnTo>
                <a:lnTo>
                  <a:pt x="3821837" y="121557"/>
                </a:lnTo>
                <a:lnTo>
                  <a:pt x="3970422" y="86036"/>
                </a:lnTo>
                <a:lnTo>
                  <a:pt x="4115245" y="57621"/>
                </a:lnTo>
                <a:lnTo>
                  <a:pt x="4260069" y="35419"/>
                </a:lnTo>
                <a:lnTo>
                  <a:pt x="4408654" y="18901"/>
                </a:lnTo>
                <a:lnTo>
                  <a:pt x="4564762" y="7798"/>
                </a:lnTo>
                <a:lnTo>
                  <a:pt x="4739679" y="1665"/>
                </a:lnTo>
                <a:lnTo>
                  <a:pt x="4980425" y="0"/>
                </a:lnTo>
                <a:lnTo>
                  <a:pt x="5268191" y="0"/>
                </a:lnTo>
              </a:path>
            </a:pathLst>
          </a:custGeom>
          <a:noFill/>
          <a:ln w="30369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0"/>
          <p:cNvSpPr/>
          <p:nvPr/>
        </p:nvSpPr>
        <p:spPr>
          <a:xfrm>
            <a:off x="3890529" y="267854"/>
            <a:ext cx="5268191" cy="908844"/>
          </a:xfrm>
          <a:custGeom>
            <a:avLst/>
            <a:gdLst/>
            <a:ahLst/>
            <a:cxnLst/>
            <a:rect l="l" t="t" r="r" b="b"/>
            <a:pathLst>
              <a:path w="5268191" h="908844">
                <a:moveTo>
                  <a:pt x="0" y="907759"/>
                </a:moveTo>
                <a:lnTo>
                  <a:pt x="101565" y="906391"/>
                </a:lnTo>
                <a:lnTo>
                  <a:pt x="238865" y="907791"/>
                </a:lnTo>
                <a:lnTo>
                  <a:pt x="285885" y="908590"/>
                </a:lnTo>
                <a:lnTo>
                  <a:pt x="440113" y="908844"/>
                </a:lnTo>
                <a:lnTo>
                  <a:pt x="622553" y="904829"/>
                </a:lnTo>
                <a:lnTo>
                  <a:pt x="639481" y="904141"/>
                </a:lnTo>
                <a:lnTo>
                  <a:pt x="1104044" y="903353"/>
                </a:lnTo>
                <a:lnTo>
                  <a:pt x="1233821" y="899406"/>
                </a:lnTo>
                <a:lnTo>
                  <a:pt x="1282723" y="897021"/>
                </a:lnTo>
                <a:lnTo>
                  <a:pt x="1408738" y="887333"/>
                </a:lnTo>
                <a:lnTo>
                  <a:pt x="1474567" y="880361"/>
                </a:lnTo>
                <a:lnTo>
                  <a:pt x="1594940" y="867422"/>
                </a:lnTo>
                <a:lnTo>
                  <a:pt x="1625033" y="862183"/>
                </a:lnTo>
                <a:lnTo>
                  <a:pt x="1688981" y="855166"/>
                </a:lnTo>
                <a:lnTo>
                  <a:pt x="1732240" y="851030"/>
                </a:lnTo>
                <a:lnTo>
                  <a:pt x="1822519" y="828423"/>
                </a:lnTo>
                <a:lnTo>
                  <a:pt x="1873302" y="802667"/>
                </a:lnTo>
                <a:lnTo>
                  <a:pt x="1995556" y="765921"/>
                </a:lnTo>
                <a:lnTo>
                  <a:pt x="2059503" y="746275"/>
                </a:lnTo>
                <a:lnTo>
                  <a:pt x="2091478" y="740627"/>
                </a:lnTo>
                <a:lnTo>
                  <a:pt x="2125332" y="734485"/>
                </a:lnTo>
                <a:lnTo>
                  <a:pt x="2377363" y="667889"/>
                </a:lnTo>
                <a:lnTo>
                  <a:pt x="2422503" y="652592"/>
                </a:lnTo>
                <a:lnTo>
                  <a:pt x="2467643" y="644839"/>
                </a:lnTo>
                <a:lnTo>
                  <a:pt x="2561684" y="628037"/>
                </a:lnTo>
                <a:lnTo>
                  <a:pt x="2606824" y="606242"/>
                </a:lnTo>
                <a:lnTo>
                  <a:pt x="2687699" y="576456"/>
                </a:lnTo>
                <a:lnTo>
                  <a:pt x="2723435" y="557391"/>
                </a:lnTo>
                <a:lnTo>
                  <a:pt x="2766694" y="523290"/>
                </a:lnTo>
                <a:lnTo>
                  <a:pt x="2806191" y="490425"/>
                </a:lnTo>
                <a:lnTo>
                  <a:pt x="2858854" y="457004"/>
                </a:lnTo>
                <a:lnTo>
                  <a:pt x="3060102" y="380397"/>
                </a:lnTo>
                <a:lnTo>
                  <a:pt x="3071388" y="376216"/>
                </a:lnTo>
                <a:lnTo>
                  <a:pt x="3129693" y="354324"/>
                </a:lnTo>
                <a:lnTo>
                  <a:pt x="3637516" y="180135"/>
                </a:lnTo>
                <a:lnTo>
                  <a:pt x="3889546" y="109767"/>
                </a:lnTo>
                <a:lnTo>
                  <a:pt x="3904593" y="105521"/>
                </a:lnTo>
                <a:lnTo>
                  <a:pt x="3936567" y="97081"/>
                </a:lnTo>
                <a:lnTo>
                  <a:pt x="4036251" y="62553"/>
                </a:lnTo>
                <a:lnTo>
                  <a:pt x="4055059" y="53382"/>
                </a:lnTo>
                <a:lnTo>
                  <a:pt x="4070106" y="51808"/>
                </a:lnTo>
                <a:lnTo>
                  <a:pt x="4103961" y="51776"/>
                </a:lnTo>
                <a:lnTo>
                  <a:pt x="4109603" y="52755"/>
                </a:lnTo>
                <a:lnTo>
                  <a:pt x="4122769" y="52902"/>
                </a:lnTo>
                <a:lnTo>
                  <a:pt x="4139696" y="53519"/>
                </a:lnTo>
                <a:lnTo>
                  <a:pt x="4175432" y="47832"/>
                </a:lnTo>
                <a:lnTo>
                  <a:pt x="4192359" y="41518"/>
                </a:lnTo>
                <a:lnTo>
                  <a:pt x="4231856" y="30283"/>
                </a:lnTo>
                <a:lnTo>
                  <a:pt x="4271354" y="25036"/>
                </a:lnTo>
                <a:lnTo>
                  <a:pt x="4399250" y="15847"/>
                </a:lnTo>
                <a:lnTo>
                  <a:pt x="4451913" y="10580"/>
                </a:lnTo>
                <a:lnTo>
                  <a:pt x="4589213" y="3754"/>
                </a:lnTo>
                <a:lnTo>
                  <a:pt x="4634353" y="973"/>
                </a:lnTo>
                <a:lnTo>
                  <a:pt x="4664446" y="16"/>
                </a:lnTo>
                <a:lnTo>
                  <a:pt x="4730275" y="0"/>
                </a:lnTo>
                <a:lnTo>
                  <a:pt x="4867576" y="5035"/>
                </a:lnTo>
                <a:lnTo>
                  <a:pt x="5268191" y="1641"/>
                </a:lnTo>
              </a:path>
            </a:pathLst>
          </a:custGeom>
          <a:noFill/>
          <a:ln w="33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1"/>
          <p:cNvSpPr/>
          <p:nvPr/>
        </p:nvSpPr>
        <p:spPr>
          <a:xfrm>
            <a:off x="3627120" y="205740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2"/>
          <p:cNvSpPr/>
          <p:nvPr/>
        </p:nvSpPr>
        <p:spPr>
          <a:xfrm>
            <a:off x="9422130" y="205740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3"/>
          <p:cNvSpPr/>
          <p:nvPr/>
        </p:nvSpPr>
        <p:spPr>
          <a:xfrm>
            <a:off x="3627120" y="1223816"/>
            <a:ext cx="5795010" cy="0"/>
          </a:xfrm>
          <a:custGeom>
            <a:avLst/>
            <a:gdLst/>
            <a:ahLst/>
            <a:cxnLst/>
            <a:rect l="l" t="t" r="r" b="b"/>
            <a:pathLst>
              <a:path w="5795010" h="0">
                <a:moveTo>
                  <a:pt x="0" y="0"/>
                </a:moveTo>
                <a:lnTo>
                  <a:pt x="579501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4"/>
          <p:cNvSpPr/>
          <p:nvPr/>
        </p:nvSpPr>
        <p:spPr>
          <a:xfrm>
            <a:off x="3627120" y="205740"/>
            <a:ext cx="5795010" cy="0"/>
          </a:xfrm>
          <a:custGeom>
            <a:avLst/>
            <a:gdLst/>
            <a:ahLst/>
            <a:cxnLst/>
            <a:rect l="l" t="t" r="r" b="b"/>
            <a:pathLst>
              <a:path w="5795010" h="0">
                <a:moveTo>
                  <a:pt x="0" y="0"/>
                </a:moveTo>
                <a:lnTo>
                  <a:pt x="579501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25"/>
          <p:cNvSpPr/>
          <p:nvPr/>
        </p:nvSpPr>
        <p:spPr>
          <a:xfrm>
            <a:off x="3776206" y="412805"/>
            <a:ext cx="165653" cy="0"/>
          </a:xfrm>
          <a:custGeom>
            <a:avLst/>
            <a:gdLst/>
            <a:ahLst/>
            <a:cxnLst/>
            <a:rect l="l" t="t" r="r" b="b"/>
            <a:pathLst>
              <a:path w="165653" h="0">
                <a:moveTo>
                  <a:pt x="0" y="0"/>
                </a:moveTo>
                <a:lnTo>
                  <a:pt x="82827" y="0"/>
                </a:lnTo>
                <a:lnTo>
                  <a:pt x="165653" y="0"/>
                </a:lnTo>
              </a:path>
            </a:pathLst>
          </a:custGeom>
          <a:noFill/>
          <a:ln w="30369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4380" y="335167"/>
            <a:ext cx="547646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Planner</a:t>
            </a:r>
          </a:p>
        </p:txBody>
      </p:sp>
      <p:sp>
        <p:nvSpPr>
          <p:cNvPr id="37" name="Editable path 26"/>
          <p:cNvSpPr/>
          <p:nvPr/>
        </p:nvSpPr>
        <p:spPr>
          <a:xfrm>
            <a:off x="4713781" y="412805"/>
            <a:ext cx="165652" cy="0"/>
          </a:xfrm>
          <a:custGeom>
            <a:avLst/>
            <a:gdLst/>
            <a:ahLst/>
            <a:cxnLst/>
            <a:rect l="l" t="t" r="r" b="b"/>
            <a:pathLst>
              <a:path w="165652" h="0">
                <a:moveTo>
                  <a:pt x="0" y="0"/>
                </a:moveTo>
                <a:lnTo>
                  <a:pt x="82826" y="0"/>
                </a:lnTo>
                <a:lnTo>
                  <a:pt x="165652" y="0"/>
                </a:lnTo>
              </a:path>
            </a:pathLst>
          </a:custGeom>
          <a:noFill/>
          <a:ln w="33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1954" y="335167"/>
            <a:ext cx="483041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Object</a:t>
            </a:r>
          </a:p>
        </p:txBody>
      </p:sp>
      <p:sp>
        <p:nvSpPr>
          <p:cNvPr id="39" name="Editable path 27"/>
          <p:cNvSpPr/>
          <p:nvPr/>
        </p:nvSpPr>
        <p:spPr>
          <a:xfrm>
            <a:off x="3743020" y="1671233"/>
            <a:ext cx="695401" cy="0"/>
          </a:xfrm>
          <a:custGeom>
            <a:avLst/>
            <a:gdLst/>
            <a:ahLst/>
            <a:cxnLst/>
            <a:rect l="l" t="t" r="r" b="b"/>
            <a:pathLst>
              <a:path w="695401" h="0">
                <a:moveTo>
                  <a:pt x="0" y="0"/>
                </a:moveTo>
                <a:lnTo>
                  <a:pt x="695401" y="0"/>
                </a:lnTo>
              </a:path>
            </a:pathLst>
          </a:custGeom>
          <a:noFill/>
          <a:ln w="5521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path 28"/>
          <p:cNvSpPr/>
          <p:nvPr/>
        </p:nvSpPr>
        <p:spPr>
          <a:xfrm>
            <a:off x="5713323" y="1671233"/>
            <a:ext cx="695401" cy="0"/>
          </a:xfrm>
          <a:custGeom>
            <a:avLst/>
            <a:gdLst/>
            <a:ahLst/>
            <a:cxnLst/>
            <a:rect l="l" t="t" r="r" b="b"/>
            <a:pathLst>
              <a:path w="695401" h="0">
                <a:moveTo>
                  <a:pt x="0" y="0"/>
                </a:moveTo>
                <a:lnTo>
                  <a:pt x="695401" y="0"/>
                </a:lnTo>
              </a:path>
            </a:pathLst>
          </a:custGeom>
          <a:noFill/>
          <a:ln w="55217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path 29"/>
          <p:cNvSpPr/>
          <p:nvPr/>
        </p:nvSpPr>
        <p:spPr>
          <a:xfrm>
            <a:off x="7625677" y="1671233"/>
            <a:ext cx="695401" cy="0"/>
          </a:xfrm>
          <a:custGeom>
            <a:avLst/>
            <a:gdLst/>
            <a:ahLst/>
            <a:cxnLst/>
            <a:rect l="l" t="t" r="r" b="b"/>
            <a:pathLst>
              <a:path w="695401" h="0">
                <a:moveTo>
                  <a:pt x="0" y="0"/>
                </a:moveTo>
                <a:lnTo>
                  <a:pt x="695401" y="0"/>
                </a:lnTo>
              </a:path>
            </a:pathLst>
          </a:custGeom>
          <a:noFill/>
          <a:ln w="55217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2271" y="1524060"/>
            <a:ext cx="190168" cy="265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39" b="0" i="1">
                <a:solidFill>
                  <a:srgbClr val="FF9500"/>
                </a:solidFill>
                <a:latin typeface="Times New Roman"/>
              </a:rPr>
              <a:t>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7222" y="1607554"/>
            <a:ext cx="107298" cy="185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7" b="0" i="1">
                <a:solidFill>
                  <a:srgbClr val="FF9500"/>
                </a:solidFill>
                <a:latin typeface="Times New Roman"/>
              </a:rPr>
              <a:t>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2574" y="1510256"/>
            <a:ext cx="190168" cy="265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39" b="0" i="1">
                <a:solidFill>
                  <a:srgbClr val="7C5AA6"/>
                </a:solidFill>
                <a:latin typeface="Times New Roman"/>
              </a:rPr>
              <a:t>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17525" y="1593750"/>
            <a:ext cx="107298" cy="185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7" b="0" i="1">
                <a:solidFill>
                  <a:srgbClr val="7C5AA6"/>
                </a:solidFill>
                <a:latin typeface="Times New Roman"/>
              </a:rPr>
              <a:t>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94927" y="1524060"/>
            <a:ext cx="190168" cy="265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39" b="0" i="1">
                <a:solidFill>
                  <a:srgbClr val="6B7280"/>
                </a:solidFill>
                <a:latin typeface="Times New Roman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29878" y="1607554"/>
            <a:ext cx="98795" cy="185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7" b="0" i="1">
                <a:solidFill>
                  <a:srgbClr val="6B7280"/>
                </a:solidFill>
                <a:latin typeface="Times New Roman"/>
              </a:rPr>
              <a:t>z</a:t>
            </a:r>
          </a:p>
        </p:txBody>
      </p:sp>
      <p:sp>
        <p:nvSpPr>
          <p:cNvPr id="48" name="Editable path 30"/>
          <p:cNvSpPr/>
          <p:nvPr/>
        </p:nvSpPr>
        <p:spPr>
          <a:xfrm>
            <a:off x="3627120" y="2118651"/>
            <a:ext cx="2519569" cy="910910"/>
          </a:xfrm>
          <a:custGeom>
            <a:avLst/>
            <a:gdLst/>
            <a:ahLst/>
            <a:cxnLst/>
            <a:rect l="l" t="t" r="r" b="b"/>
            <a:pathLst>
              <a:path w="2519569" h="910910">
                <a:moveTo>
                  <a:pt x="0" y="0"/>
                </a:moveTo>
                <a:lnTo>
                  <a:pt x="2519569" y="0"/>
                </a:lnTo>
                <a:lnTo>
                  <a:pt x="2519569" y="910910"/>
                </a:lnTo>
                <a:lnTo>
                  <a:pt x="0" y="910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31"/>
          <p:cNvSpPr/>
          <p:nvPr/>
        </p:nvSpPr>
        <p:spPr>
          <a:xfrm>
            <a:off x="3741645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32"/>
          <p:cNvSpPr/>
          <p:nvPr/>
        </p:nvSpPr>
        <p:spPr>
          <a:xfrm>
            <a:off x="3741645" y="3029561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3"/>
          <p:cNvSpPr/>
          <p:nvPr/>
        </p:nvSpPr>
        <p:spPr>
          <a:xfrm>
            <a:off x="4559395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4"/>
          <p:cNvSpPr/>
          <p:nvPr/>
        </p:nvSpPr>
        <p:spPr>
          <a:xfrm>
            <a:off x="4559395" y="3029561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35"/>
          <p:cNvSpPr/>
          <p:nvPr/>
        </p:nvSpPr>
        <p:spPr>
          <a:xfrm>
            <a:off x="5377145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6"/>
          <p:cNvSpPr/>
          <p:nvPr/>
        </p:nvSpPr>
        <p:spPr>
          <a:xfrm>
            <a:off x="5377145" y="3029561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37"/>
          <p:cNvSpPr/>
          <p:nvPr/>
        </p:nvSpPr>
        <p:spPr>
          <a:xfrm>
            <a:off x="3627120" y="2929377"/>
            <a:ext cx="2519569" cy="0"/>
          </a:xfrm>
          <a:custGeom>
            <a:avLst/>
            <a:gdLst/>
            <a:ahLst/>
            <a:cxnLst/>
            <a:rect l="l" t="t" r="r" b="b"/>
            <a:pathLst>
              <a:path w="2519569" h="0">
                <a:moveTo>
                  <a:pt x="0" y="0"/>
                </a:moveTo>
                <a:lnTo>
                  <a:pt x="2519569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38"/>
          <p:cNvSpPr/>
          <p:nvPr/>
        </p:nvSpPr>
        <p:spPr>
          <a:xfrm>
            <a:off x="3530489" y="2929377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40947" y="2850272"/>
            <a:ext cx="403363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−100</a:t>
            </a:r>
          </a:p>
        </p:txBody>
      </p:sp>
      <p:sp>
        <p:nvSpPr>
          <p:cNvPr id="58" name="Editable path 39"/>
          <p:cNvSpPr/>
          <p:nvPr/>
        </p:nvSpPr>
        <p:spPr>
          <a:xfrm>
            <a:off x="3627120" y="2547916"/>
            <a:ext cx="2519569" cy="0"/>
          </a:xfrm>
          <a:custGeom>
            <a:avLst/>
            <a:gdLst/>
            <a:ahLst/>
            <a:cxnLst/>
            <a:rect l="l" t="t" r="r" b="b"/>
            <a:pathLst>
              <a:path w="2519569" h="0">
                <a:moveTo>
                  <a:pt x="0" y="0"/>
                </a:moveTo>
                <a:lnTo>
                  <a:pt x="2519569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40"/>
          <p:cNvSpPr/>
          <p:nvPr/>
        </p:nvSpPr>
        <p:spPr>
          <a:xfrm>
            <a:off x="3530489" y="2547916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20054" y="2468812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61" name="Editable path 41"/>
          <p:cNvSpPr/>
          <p:nvPr/>
        </p:nvSpPr>
        <p:spPr>
          <a:xfrm>
            <a:off x="3627120" y="2166456"/>
            <a:ext cx="2519569" cy="0"/>
          </a:xfrm>
          <a:custGeom>
            <a:avLst/>
            <a:gdLst/>
            <a:ahLst/>
            <a:cxnLst/>
            <a:rect l="l" t="t" r="r" b="b"/>
            <a:pathLst>
              <a:path w="2519569" h="0">
                <a:moveTo>
                  <a:pt x="0" y="0"/>
                </a:moveTo>
                <a:lnTo>
                  <a:pt x="2519569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42"/>
          <p:cNvSpPr/>
          <p:nvPr/>
        </p:nvSpPr>
        <p:spPr>
          <a:xfrm>
            <a:off x="3530489" y="2166456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54402" y="2087351"/>
            <a:ext cx="289891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64" name="TextBox 63"/>
          <p:cNvSpPr txBox="1"/>
          <p:nvPr/>
        </p:nvSpPr>
        <p:spPr>
          <a:xfrm rot="16200000">
            <a:off x="2601728" y="2463135"/>
            <a:ext cx="747436" cy="215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13" b="0" i="0">
                <a:solidFill>
                  <a:srgbClr val="2B2B2B"/>
                </a:solidFill>
                <a:latin typeface="Times New Roman"/>
              </a:rPr>
              <a:t>Force (N)</a:t>
            </a:r>
          </a:p>
        </p:txBody>
      </p:sp>
      <p:sp>
        <p:nvSpPr>
          <p:cNvPr id="65" name="Editable path 43"/>
          <p:cNvSpPr/>
          <p:nvPr/>
        </p:nvSpPr>
        <p:spPr>
          <a:xfrm>
            <a:off x="3741645" y="2197329"/>
            <a:ext cx="2290518" cy="494917"/>
          </a:xfrm>
          <a:custGeom>
            <a:avLst/>
            <a:gdLst/>
            <a:ahLst/>
            <a:cxnLst/>
            <a:rect l="l" t="t" r="r" b="b"/>
            <a:pathLst>
              <a:path w="2290518" h="494917">
                <a:moveTo>
                  <a:pt x="0" y="292195"/>
                </a:moveTo>
                <a:lnTo>
                  <a:pt x="818" y="293339"/>
                </a:lnTo>
                <a:lnTo>
                  <a:pt x="1636" y="290617"/>
                </a:lnTo>
                <a:lnTo>
                  <a:pt x="3271" y="295235"/>
                </a:lnTo>
                <a:lnTo>
                  <a:pt x="4089" y="286398"/>
                </a:lnTo>
                <a:lnTo>
                  <a:pt x="4907" y="293170"/>
                </a:lnTo>
                <a:lnTo>
                  <a:pt x="5725" y="285715"/>
                </a:lnTo>
                <a:lnTo>
                  <a:pt x="8178" y="261338"/>
                </a:lnTo>
                <a:lnTo>
                  <a:pt x="7360" y="300857"/>
                </a:lnTo>
                <a:lnTo>
                  <a:pt x="8996" y="276509"/>
                </a:lnTo>
                <a:lnTo>
                  <a:pt x="9813" y="297321"/>
                </a:lnTo>
                <a:lnTo>
                  <a:pt x="11449" y="272709"/>
                </a:lnTo>
                <a:lnTo>
                  <a:pt x="12267" y="286708"/>
                </a:lnTo>
                <a:lnTo>
                  <a:pt x="13902" y="287951"/>
                </a:lnTo>
                <a:lnTo>
                  <a:pt x="14720" y="282048"/>
                </a:lnTo>
                <a:lnTo>
                  <a:pt x="15538" y="289347"/>
                </a:lnTo>
                <a:lnTo>
                  <a:pt x="17173" y="304916"/>
                </a:lnTo>
                <a:lnTo>
                  <a:pt x="17991" y="289999"/>
                </a:lnTo>
                <a:lnTo>
                  <a:pt x="18809" y="278954"/>
                </a:lnTo>
                <a:lnTo>
                  <a:pt x="19626" y="295998"/>
                </a:lnTo>
                <a:lnTo>
                  <a:pt x="21262" y="324250"/>
                </a:lnTo>
                <a:lnTo>
                  <a:pt x="22897" y="311533"/>
                </a:lnTo>
                <a:lnTo>
                  <a:pt x="26168" y="265206"/>
                </a:lnTo>
                <a:lnTo>
                  <a:pt x="27804" y="303951"/>
                </a:lnTo>
                <a:lnTo>
                  <a:pt x="29439" y="294913"/>
                </a:lnTo>
                <a:lnTo>
                  <a:pt x="31075" y="284472"/>
                </a:lnTo>
                <a:lnTo>
                  <a:pt x="31893" y="305955"/>
                </a:lnTo>
                <a:lnTo>
                  <a:pt x="32710" y="278578"/>
                </a:lnTo>
                <a:lnTo>
                  <a:pt x="33528" y="298534"/>
                </a:lnTo>
                <a:lnTo>
                  <a:pt x="35981" y="303159"/>
                </a:lnTo>
                <a:lnTo>
                  <a:pt x="38435" y="264702"/>
                </a:lnTo>
                <a:lnTo>
                  <a:pt x="40070" y="295558"/>
                </a:lnTo>
                <a:lnTo>
                  <a:pt x="41706" y="285978"/>
                </a:lnTo>
                <a:lnTo>
                  <a:pt x="42523" y="284177"/>
                </a:lnTo>
                <a:lnTo>
                  <a:pt x="43341" y="284570"/>
                </a:lnTo>
                <a:lnTo>
                  <a:pt x="44159" y="306612"/>
                </a:lnTo>
                <a:lnTo>
                  <a:pt x="46612" y="304637"/>
                </a:lnTo>
                <a:lnTo>
                  <a:pt x="47430" y="310299"/>
                </a:lnTo>
                <a:lnTo>
                  <a:pt x="48248" y="300494"/>
                </a:lnTo>
                <a:lnTo>
                  <a:pt x="49883" y="305828"/>
                </a:lnTo>
                <a:lnTo>
                  <a:pt x="52336" y="280080"/>
                </a:lnTo>
                <a:lnTo>
                  <a:pt x="53972" y="292309"/>
                </a:lnTo>
                <a:lnTo>
                  <a:pt x="54790" y="275955"/>
                </a:lnTo>
                <a:lnTo>
                  <a:pt x="55607" y="273916"/>
                </a:lnTo>
                <a:lnTo>
                  <a:pt x="56425" y="301612"/>
                </a:lnTo>
                <a:lnTo>
                  <a:pt x="58878" y="295806"/>
                </a:lnTo>
                <a:lnTo>
                  <a:pt x="62149" y="302045"/>
                </a:lnTo>
                <a:lnTo>
                  <a:pt x="66238" y="262336"/>
                </a:lnTo>
                <a:lnTo>
                  <a:pt x="67056" y="267126"/>
                </a:lnTo>
                <a:lnTo>
                  <a:pt x="68691" y="267071"/>
                </a:lnTo>
                <a:lnTo>
                  <a:pt x="70327" y="280618"/>
                </a:lnTo>
                <a:lnTo>
                  <a:pt x="71962" y="278058"/>
                </a:lnTo>
                <a:lnTo>
                  <a:pt x="73598" y="276014"/>
                </a:lnTo>
                <a:lnTo>
                  <a:pt x="76869" y="287486"/>
                </a:lnTo>
                <a:lnTo>
                  <a:pt x="79322" y="294745"/>
                </a:lnTo>
                <a:lnTo>
                  <a:pt x="80140" y="268286"/>
                </a:lnTo>
                <a:lnTo>
                  <a:pt x="81775" y="306593"/>
                </a:lnTo>
                <a:lnTo>
                  <a:pt x="82593" y="265814"/>
                </a:lnTo>
                <a:lnTo>
                  <a:pt x="84229" y="296591"/>
                </a:lnTo>
                <a:lnTo>
                  <a:pt x="89953" y="257754"/>
                </a:lnTo>
                <a:lnTo>
                  <a:pt x="95677" y="291253"/>
                </a:lnTo>
                <a:lnTo>
                  <a:pt x="98948" y="248008"/>
                </a:lnTo>
                <a:lnTo>
                  <a:pt x="100584" y="261732"/>
                </a:lnTo>
                <a:lnTo>
                  <a:pt x="103855" y="282901"/>
                </a:lnTo>
                <a:lnTo>
                  <a:pt x="105490" y="236848"/>
                </a:lnTo>
                <a:lnTo>
                  <a:pt x="107943" y="258727"/>
                </a:lnTo>
                <a:lnTo>
                  <a:pt x="109579" y="253976"/>
                </a:lnTo>
                <a:lnTo>
                  <a:pt x="110397" y="267171"/>
                </a:lnTo>
                <a:lnTo>
                  <a:pt x="111214" y="253809"/>
                </a:lnTo>
                <a:lnTo>
                  <a:pt x="112032" y="240455"/>
                </a:lnTo>
                <a:lnTo>
                  <a:pt x="112850" y="270869"/>
                </a:lnTo>
                <a:lnTo>
                  <a:pt x="114485" y="256061"/>
                </a:lnTo>
                <a:lnTo>
                  <a:pt x="116121" y="262208"/>
                </a:lnTo>
                <a:lnTo>
                  <a:pt x="119392" y="284821"/>
                </a:lnTo>
                <a:lnTo>
                  <a:pt x="121027" y="259195"/>
                </a:lnTo>
                <a:lnTo>
                  <a:pt x="122663" y="259583"/>
                </a:lnTo>
                <a:lnTo>
                  <a:pt x="124298" y="258752"/>
                </a:lnTo>
                <a:lnTo>
                  <a:pt x="125116" y="277184"/>
                </a:lnTo>
                <a:lnTo>
                  <a:pt x="126752" y="269834"/>
                </a:lnTo>
                <a:lnTo>
                  <a:pt x="127569" y="258508"/>
                </a:lnTo>
                <a:lnTo>
                  <a:pt x="129205" y="266146"/>
                </a:lnTo>
                <a:lnTo>
                  <a:pt x="130023" y="268649"/>
                </a:lnTo>
                <a:lnTo>
                  <a:pt x="131658" y="254295"/>
                </a:lnTo>
                <a:lnTo>
                  <a:pt x="133294" y="263377"/>
                </a:lnTo>
                <a:lnTo>
                  <a:pt x="135747" y="279387"/>
                </a:lnTo>
                <a:lnTo>
                  <a:pt x="139018" y="255558"/>
                </a:lnTo>
                <a:lnTo>
                  <a:pt x="139836" y="269191"/>
                </a:lnTo>
                <a:lnTo>
                  <a:pt x="142289" y="264460"/>
                </a:lnTo>
                <a:lnTo>
                  <a:pt x="146378" y="247736"/>
                </a:lnTo>
                <a:lnTo>
                  <a:pt x="149649" y="221982"/>
                </a:lnTo>
                <a:lnTo>
                  <a:pt x="148013" y="250429"/>
                </a:lnTo>
                <a:lnTo>
                  <a:pt x="151284" y="231777"/>
                </a:lnTo>
                <a:lnTo>
                  <a:pt x="153737" y="255283"/>
                </a:lnTo>
                <a:lnTo>
                  <a:pt x="154555" y="246296"/>
                </a:lnTo>
                <a:lnTo>
                  <a:pt x="155373" y="239933"/>
                </a:lnTo>
                <a:lnTo>
                  <a:pt x="156191" y="241412"/>
                </a:lnTo>
                <a:lnTo>
                  <a:pt x="157826" y="268160"/>
                </a:lnTo>
                <a:lnTo>
                  <a:pt x="159462" y="255486"/>
                </a:lnTo>
                <a:lnTo>
                  <a:pt x="162733" y="221620"/>
                </a:lnTo>
                <a:lnTo>
                  <a:pt x="163550" y="238099"/>
                </a:lnTo>
                <a:lnTo>
                  <a:pt x="166821" y="247019"/>
                </a:lnTo>
                <a:lnTo>
                  <a:pt x="165186" y="232947"/>
                </a:lnTo>
                <a:lnTo>
                  <a:pt x="167639" y="244833"/>
                </a:lnTo>
                <a:lnTo>
                  <a:pt x="170092" y="245937"/>
                </a:lnTo>
                <a:lnTo>
                  <a:pt x="172546" y="237075"/>
                </a:lnTo>
                <a:lnTo>
                  <a:pt x="176634" y="263639"/>
                </a:lnTo>
                <a:lnTo>
                  <a:pt x="179905" y="230018"/>
                </a:lnTo>
                <a:lnTo>
                  <a:pt x="180723" y="240841"/>
                </a:lnTo>
                <a:lnTo>
                  <a:pt x="181541" y="259388"/>
                </a:lnTo>
                <a:lnTo>
                  <a:pt x="183176" y="232782"/>
                </a:lnTo>
                <a:lnTo>
                  <a:pt x="186447" y="185067"/>
                </a:lnTo>
                <a:lnTo>
                  <a:pt x="188901" y="252845"/>
                </a:lnTo>
                <a:lnTo>
                  <a:pt x="190536" y="250423"/>
                </a:lnTo>
                <a:lnTo>
                  <a:pt x="191354" y="254665"/>
                </a:lnTo>
                <a:lnTo>
                  <a:pt x="192172" y="254020"/>
                </a:lnTo>
                <a:lnTo>
                  <a:pt x="192989" y="241787"/>
                </a:lnTo>
                <a:lnTo>
                  <a:pt x="193807" y="248274"/>
                </a:lnTo>
                <a:lnTo>
                  <a:pt x="195443" y="272990"/>
                </a:lnTo>
                <a:lnTo>
                  <a:pt x="196260" y="245447"/>
                </a:lnTo>
                <a:lnTo>
                  <a:pt x="197078" y="246764"/>
                </a:lnTo>
                <a:lnTo>
                  <a:pt x="198714" y="208947"/>
                </a:lnTo>
                <a:lnTo>
                  <a:pt x="200349" y="228016"/>
                </a:lnTo>
                <a:lnTo>
                  <a:pt x="201167" y="233867"/>
                </a:lnTo>
                <a:lnTo>
                  <a:pt x="202802" y="204570"/>
                </a:lnTo>
                <a:lnTo>
                  <a:pt x="204438" y="213197"/>
                </a:lnTo>
                <a:lnTo>
                  <a:pt x="207709" y="234314"/>
                </a:lnTo>
                <a:lnTo>
                  <a:pt x="209344" y="249662"/>
                </a:lnTo>
                <a:lnTo>
                  <a:pt x="210162" y="242863"/>
                </a:lnTo>
                <a:lnTo>
                  <a:pt x="213433" y="214298"/>
                </a:lnTo>
                <a:lnTo>
                  <a:pt x="214251" y="214782"/>
                </a:lnTo>
                <a:lnTo>
                  <a:pt x="216704" y="229337"/>
                </a:lnTo>
                <a:lnTo>
                  <a:pt x="217522" y="224459"/>
                </a:lnTo>
                <a:lnTo>
                  <a:pt x="219157" y="205786"/>
                </a:lnTo>
                <a:lnTo>
                  <a:pt x="219975" y="219865"/>
                </a:lnTo>
                <a:lnTo>
                  <a:pt x="220793" y="221758"/>
                </a:lnTo>
                <a:lnTo>
                  <a:pt x="221611" y="233785"/>
                </a:lnTo>
                <a:lnTo>
                  <a:pt x="223246" y="215760"/>
                </a:lnTo>
                <a:lnTo>
                  <a:pt x="224064" y="217898"/>
                </a:lnTo>
                <a:lnTo>
                  <a:pt x="228153" y="246354"/>
                </a:lnTo>
                <a:lnTo>
                  <a:pt x="229788" y="206124"/>
                </a:lnTo>
                <a:lnTo>
                  <a:pt x="232241" y="218107"/>
                </a:lnTo>
                <a:lnTo>
                  <a:pt x="235512" y="244295"/>
                </a:lnTo>
                <a:lnTo>
                  <a:pt x="237966" y="214387"/>
                </a:lnTo>
                <a:lnTo>
                  <a:pt x="240419" y="215397"/>
                </a:lnTo>
                <a:lnTo>
                  <a:pt x="242054" y="238233"/>
                </a:lnTo>
                <a:lnTo>
                  <a:pt x="242872" y="230314"/>
                </a:lnTo>
                <a:lnTo>
                  <a:pt x="243690" y="210967"/>
                </a:lnTo>
                <a:lnTo>
                  <a:pt x="245325" y="231188"/>
                </a:lnTo>
                <a:lnTo>
                  <a:pt x="246143" y="216131"/>
                </a:lnTo>
                <a:lnTo>
                  <a:pt x="246961" y="208184"/>
                </a:lnTo>
                <a:lnTo>
                  <a:pt x="248596" y="212854"/>
                </a:lnTo>
                <a:lnTo>
                  <a:pt x="249414" y="223638"/>
                </a:lnTo>
                <a:lnTo>
                  <a:pt x="251867" y="216782"/>
                </a:lnTo>
                <a:lnTo>
                  <a:pt x="255956" y="196950"/>
                </a:lnTo>
                <a:lnTo>
                  <a:pt x="256774" y="232924"/>
                </a:lnTo>
                <a:lnTo>
                  <a:pt x="258409" y="190126"/>
                </a:lnTo>
                <a:lnTo>
                  <a:pt x="260863" y="224290"/>
                </a:lnTo>
                <a:lnTo>
                  <a:pt x="262498" y="208226"/>
                </a:lnTo>
                <a:lnTo>
                  <a:pt x="264951" y="245462"/>
                </a:lnTo>
                <a:lnTo>
                  <a:pt x="266587" y="185053"/>
                </a:lnTo>
                <a:lnTo>
                  <a:pt x="268222" y="204740"/>
                </a:lnTo>
                <a:lnTo>
                  <a:pt x="272311" y="243240"/>
                </a:lnTo>
                <a:lnTo>
                  <a:pt x="274764" y="201975"/>
                </a:lnTo>
                <a:lnTo>
                  <a:pt x="275582" y="226759"/>
                </a:lnTo>
                <a:lnTo>
                  <a:pt x="276400" y="230539"/>
                </a:lnTo>
                <a:lnTo>
                  <a:pt x="278035" y="207562"/>
                </a:lnTo>
                <a:lnTo>
                  <a:pt x="278853" y="217376"/>
                </a:lnTo>
                <a:lnTo>
                  <a:pt x="281306" y="215694"/>
                </a:lnTo>
                <a:lnTo>
                  <a:pt x="282942" y="230276"/>
                </a:lnTo>
                <a:lnTo>
                  <a:pt x="283760" y="236189"/>
                </a:lnTo>
                <a:lnTo>
                  <a:pt x="284577" y="225741"/>
                </a:lnTo>
                <a:lnTo>
                  <a:pt x="286213" y="232465"/>
                </a:lnTo>
                <a:lnTo>
                  <a:pt x="287848" y="213220"/>
                </a:lnTo>
                <a:lnTo>
                  <a:pt x="289484" y="226466"/>
                </a:lnTo>
                <a:lnTo>
                  <a:pt x="291937" y="212557"/>
                </a:lnTo>
                <a:lnTo>
                  <a:pt x="293573" y="217892"/>
                </a:lnTo>
                <a:lnTo>
                  <a:pt x="294390" y="219271"/>
                </a:lnTo>
                <a:lnTo>
                  <a:pt x="296844" y="243584"/>
                </a:lnTo>
                <a:lnTo>
                  <a:pt x="297661" y="238120"/>
                </a:lnTo>
                <a:lnTo>
                  <a:pt x="299297" y="209026"/>
                </a:lnTo>
                <a:lnTo>
                  <a:pt x="301750" y="212758"/>
                </a:lnTo>
                <a:lnTo>
                  <a:pt x="302568" y="203453"/>
                </a:lnTo>
                <a:lnTo>
                  <a:pt x="304203" y="211992"/>
                </a:lnTo>
                <a:lnTo>
                  <a:pt x="305839" y="237747"/>
                </a:lnTo>
                <a:lnTo>
                  <a:pt x="307474" y="219801"/>
                </a:lnTo>
                <a:lnTo>
                  <a:pt x="309928" y="204968"/>
                </a:lnTo>
                <a:lnTo>
                  <a:pt x="310745" y="198419"/>
                </a:lnTo>
                <a:lnTo>
                  <a:pt x="311563" y="203959"/>
                </a:lnTo>
                <a:lnTo>
                  <a:pt x="314016" y="233268"/>
                </a:lnTo>
                <a:lnTo>
                  <a:pt x="315652" y="217693"/>
                </a:lnTo>
                <a:lnTo>
                  <a:pt x="317287" y="202892"/>
                </a:lnTo>
                <a:lnTo>
                  <a:pt x="318105" y="204359"/>
                </a:lnTo>
                <a:lnTo>
                  <a:pt x="322194" y="225815"/>
                </a:lnTo>
                <a:lnTo>
                  <a:pt x="323829" y="210691"/>
                </a:lnTo>
                <a:lnTo>
                  <a:pt x="324647" y="201537"/>
                </a:lnTo>
                <a:lnTo>
                  <a:pt x="326283" y="209377"/>
                </a:lnTo>
                <a:lnTo>
                  <a:pt x="330371" y="230357"/>
                </a:lnTo>
                <a:lnTo>
                  <a:pt x="334460" y="203592"/>
                </a:lnTo>
                <a:lnTo>
                  <a:pt x="336096" y="229605"/>
                </a:lnTo>
                <a:lnTo>
                  <a:pt x="337731" y="215823"/>
                </a:lnTo>
                <a:lnTo>
                  <a:pt x="340184" y="208048"/>
                </a:lnTo>
                <a:lnTo>
                  <a:pt x="342638" y="231542"/>
                </a:lnTo>
                <a:lnTo>
                  <a:pt x="344273" y="227154"/>
                </a:lnTo>
                <a:lnTo>
                  <a:pt x="347544" y="198413"/>
                </a:lnTo>
                <a:lnTo>
                  <a:pt x="348362" y="209002"/>
                </a:lnTo>
                <a:lnTo>
                  <a:pt x="351633" y="236486"/>
                </a:lnTo>
                <a:lnTo>
                  <a:pt x="353268" y="196770"/>
                </a:lnTo>
                <a:lnTo>
                  <a:pt x="354904" y="213878"/>
                </a:lnTo>
                <a:lnTo>
                  <a:pt x="356539" y="206506"/>
                </a:lnTo>
                <a:lnTo>
                  <a:pt x="358175" y="226874"/>
                </a:lnTo>
                <a:lnTo>
                  <a:pt x="358993" y="219590"/>
                </a:lnTo>
                <a:lnTo>
                  <a:pt x="360628" y="192204"/>
                </a:lnTo>
                <a:lnTo>
                  <a:pt x="361446" y="192411"/>
                </a:lnTo>
                <a:lnTo>
                  <a:pt x="365535" y="285968"/>
                </a:lnTo>
                <a:lnTo>
                  <a:pt x="367988" y="202745"/>
                </a:lnTo>
                <a:lnTo>
                  <a:pt x="369623" y="217471"/>
                </a:lnTo>
                <a:lnTo>
                  <a:pt x="370441" y="203519"/>
                </a:lnTo>
                <a:lnTo>
                  <a:pt x="372077" y="218628"/>
                </a:lnTo>
                <a:lnTo>
                  <a:pt x="373712" y="233817"/>
                </a:lnTo>
                <a:lnTo>
                  <a:pt x="375348" y="224859"/>
                </a:lnTo>
                <a:lnTo>
                  <a:pt x="376165" y="229223"/>
                </a:lnTo>
                <a:lnTo>
                  <a:pt x="377801" y="225999"/>
                </a:lnTo>
                <a:lnTo>
                  <a:pt x="380254" y="217145"/>
                </a:lnTo>
                <a:lnTo>
                  <a:pt x="382707" y="219966"/>
                </a:lnTo>
                <a:lnTo>
                  <a:pt x="383525" y="222660"/>
                </a:lnTo>
                <a:lnTo>
                  <a:pt x="385161" y="222069"/>
                </a:lnTo>
                <a:lnTo>
                  <a:pt x="385978" y="218393"/>
                </a:lnTo>
                <a:lnTo>
                  <a:pt x="386796" y="223633"/>
                </a:lnTo>
                <a:lnTo>
                  <a:pt x="387614" y="232103"/>
                </a:lnTo>
                <a:lnTo>
                  <a:pt x="388432" y="225160"/>
                </a:lnTo>
                <a:lnTo>
                  <a:pt x="389249" y="211289"/>
                </a:lnTo>
                <a:lnTo>
                  <a:pt x="390885" y="225227"/>
                </a:lnTo>
                <a:lnTo>
                  <a:pt x="391703" y="226940"/>
                </a:lnTo>
                <a:lnTo>
                  <a:pt x="392520" y="225419"/>
                </a:lnTo>
                <a:lnTo>
                  <a:pt x="393338" y="215345"/>
                </a:lnTo>
                <a:lnTo>
                  <a:pt x="395791" y="218768"/>
                </a:lnTo>
                <a:lnTo>
                  <a:pt x="397427" y="220072"/>
                </a:lnTo>
                <a:lnTo>
                  <a:pt x="399880" y="215721"/>
                </a:lnTo>
                <a:lnTo>
                  <a:pt x="402333" y="247260"/>
                </a:lnTo>
                <a:lnTo>
                  <a:pt x="403969" y="219774"/>
                </a:lnTo>
                <a:lnTo>
                  <a:pt x="404787" y="227177"/>
                </a:lnTo>
                <a:lnTo>
                  <a:pt x="405604" y="253081"/>
                </a:lnTo>
                <a:lnTo>
                  <a:pt x="407240" y="212622"/>
                </a:lnTo>
                <a:lnTo>
                  <a:pt x="408875" y="221994"/>
                </a:lnTo>
                <a:lnTo>
                  <a:pt x="410511" y="217606"/>
                </a:lnTo>
                <a:lnTo>
                  <a:pt x="412964" y="227559"/>
                </a:lnTo>
                <a:lnTo>
                  <a:pt x="414600" y="222179"/>
                </a:lnTo>
                <a:lnTo>
                  <a:pt x="415417" y="221494"/>
                </a:lnTo>
                <a:lnTo>
                  <a:pt x="416235" y="222977"/>
                </a:lnTo>
                <a:lnTo>
                  <a:pt x="418688" y="238620"/>
                </a:lnTo>
                <a:lnTo>
                  <a:pt x="420324" y="211309"/>
                </a:lnTo>
                <a:lnTo>
                  <a:pt x="421959" y="231683"/>
                </a:lnTo>
                <a:lnTo>
                  <a:pt x="422777" y="222840"/>
                </a:lnTo>
                <a:lnTo>
                  <a:pt x="423595" y="234043"/>
                </a:lnTo>
                <a:lnTo>
                  <a:pt x="424413" y="240439"/>
                </a:lnTo>
                <a:lnTo>
                  <a:pt x="425230" y="222278"/>
                </a:lnTo>
                <a:lnTo>
                  <a:pt x="426866" y="230788"/>
                </a:lnTo>
                <a:lnTo>
                  <a:pt x="431772" y="272824"/>
                </a:lnTo>
                <a:lnTo>
                  <a:pt x="433408" y="239727"/>
                </a:lnTo>
                <a:lnTo>
                  <a:pt x="435043" y="264145"/>
                </a:lnTo>
                <a:lnTo>
                  <a:pt x="436679" y="242078"/>
                </a:lnTo>
                <a:lnTo>
                  <a:pt x="437497" y="261474"/>
                </a:lnTo>
                <a:lnTo>
                  <a:pt x="439950" y="257397"/>
                </a:lnTo>
                <a:lnTo>
                  <a:pt x="441585" y="242524"/>
                </a:lnTo>
                <a:lnTo>
                  <a:pt x="442403" y="259640"/>
                </a:lnTo>
                <a:lnTo>
                  <a:pt x="443221" y="253798"/>
                </a:lnTo>
                <a:lnTo>
                  <a:pt x="444039" y="254809"/>
                </a:lnTo>
                <a:lnTo>
                  <a:pt x="444856" y="244782"/>
                </a:lnTo>
                <a:lnTo>
                  <a:pt x="446492" y="256925"/>
                </a:lnTo>
                <a:lnTo>
                  <a:pt x="448127" y="264822"/>
                </a:lnTo>
                <a:lnTo>
                  <a:pt x="448945" y="258063"/>
                </a:lnTo>
                <a:lnTo>
                  <a:pt x="453034" y="234833"/>
                </a:lnTo>
                <a:lnTo>
                  <a:pt x="453852" y="236359"/>
                </a:lnTo>
                <a:lnTo>
                  <a:pt x="456305" y="268496"/>
                </a:lnTo>
                <a:lnTo>
                  <a:pt x="457123" y="241729"/>
                </a:lnTo>
                <a:lnTo>
                  <a:pt x="457940" y="234409"/>
                </a:lnTo>
                <a:lnTo>
                  <a:pt x="459576" y="243026"/>
                </a:lnTo>
                <a:lnTo>
                  <a:pt x="460394" y="245623"/>
                </a:lnTo>
                <a:lnTo>
                  <a:pt x="461211" y="238417"/>
                </a:lnTo>
                <a:lnTo>
                  <a:pt x="462847" y="233336"/>
                </a:lnTo>
                <a:lnTo>
                  <a:pt x="463665" y="236409"/>
                </a:lnTo>
                <a:lnTo>
                  <a:pt x="466936" y="259860"/>
                </a:lnTo>
                <a:lnTo>
                  <a:pt x="467753" y="257738"/>
                </a:lnTo>
                <a:lnTo>
                  <a:pt x="468571" y="237742"/>
                </a:lnTo>
                <a:lnTo>
                  <a:pt x="471024" y="251070"/>
                </a:lnTo>
                <a:lnTo>
                  <a:pt x="471842" y="243471"/>
                </a:lnTo>
                <a:lnTo>
                  <a:pt x="472660" y="256280"/>
                </a:lnTo>
                <a:lnTo>
                  <a:pt x="474295" y="261743"/>
                </a:lnTo>
                <a:lnTo>
                  <a:pt x="478384" y="239042"/>
                </a:lnTo>
                <a:lnTo>
                  <a:pt x="480837" y="227456"/>
                </a:lnTo>
                <a:lnTo>
                  <a:pt x="486562" y="276825"/>
                </a:lnTo>
                <a:lnTo>
                  <a:pt x="490650" y="240866"/>
                </a:lnTo>
                <a:lnTo>
                  <a:pt x="492286" y="258073"/>
                </a:lnTo>
                <a:lnTo>
                  <a:pt x="493104" y="237535"/>
                </a:lnTo>
                <a:lnTo>
                  <a:pt x="494739" y="249377"/>
                </a:lnTo>
                <a:lnTo>
                  <a:pt x="498828" y="224558"/>
                </a:lnTo>
                <a:lnTo>
                  <a:pt x="496375" y="250005"/>
                </a:lnTo>
                <a:lnTo>
                  <a:pt x="499646" y="239393"/>
                </a:lnTo>
                <a:lnTo>
                  <a:pt x="502099" y="235472"/>
                </a:lnTo>
                <a:lnTo>
                  <a:pt x="502917" y="247207"/>
                </a:lnTo>
                <a:lnTo>
                  <a:pt x="503734" y="241881"/>
                </a:lnTo>
                <a:lnTo>
                  <a:pt x="507005" y="217851"/>
                </a:lnTo>
                <a:lnTo>
                  <a:pt x="507823" y="216895"/>
                </a:lnTo>
                <a:lnTo>
                  <a:pt x="509459" y="275896"/>
                </a:lnTo>
                <a:lnTo>
                  <a:pt x="512730" y="250564"/>
                </a:lnTo>
                <a:lnTo>
                  <a:pt x="513547" y="257589"/>
                </a:lnTo>
                <a:lnTo>
                  <a:pt x="514365" y="251150"/>
                </a:lnTo>
                <a:lnTo>
                  <a:pt x="516818" y="212753"/>
                </a:lnTo>
                <a:lnTo>
                  <a:pt x="518454" y="233838"/>
                </a:lnTo>
                <a:lnTo>
                  <a:pt x="519272" y="250509"/>
                </a:lnTo>
                <a:lnTo>
                  <a:pt x="520907" y="242421"/>
                </a:lnTo>
                <a:lnTo>
                  <a:pt x="521725" y="235010"/>
                </a:lnTo>
                <a:lnTo>
                  <a:pt x="522543" y="243876"/>
                </a:lnTo>
                <a:lnTo>
                  <a:pt x="524178" y="258032"/>
                </a:lnTo>
                <a:lnTo>
                  <a:pt x="524996" y="254324"/>
                </a:lnTo>
                <a:lnTo>
                  <a:pt x="529085" y="232479"/>
                </a:lnTo>
                <a:lnTo>
                  <a:pt x="529902" y="231608"/>
                </a:lnTo>
                <a:lnTo>
                  <a:pt x="530720" y="222251"/>
                </a:lnTo>
                <a:lnTo>
                  <a:pt x="532356" y="225560"/>
                </a:lnTo>
                <a:lnTo>
                  <a:pt x="533991" y="251088"/>
                </a:lnTo>
                <a:lnTo>
                  <a:pt x="534809" y="230310"/>
                </a:lnTo>
                <a:lnTo>
                  <a:pt x="535627" y="226077"/>
                </a:lnTo>
                <a:lnTo>
                  <a:pt x="537262" y="253585"/>
                </a:lnTo>
                <a:lnTo>
                  <a:pt x="538080" y="232543"/>
                </a:lnTo>
                <a:lnTo>
                  <a:pt x="539715" y="226754"/>
                </a:lnTo>
                <a:lnTo>
                  <a:pt x="540533" y="231291"/>
                </a:lnTo>
                <a:lnTo>
                  <a:pt x="541351" y="255672"/>
                </a:lnTo>
                <a:lnTo>
                  <a:pt x="543804" y="248209"/>
                </a:lnTo>
                <a:lnTo>
                  <a:pt x="544622" y="228854"/>
                </a:lnTo>
                <a:lnTo>
                  <a:pt x="546257" y="253180"/>
                </a:lnTo>
                <a:lnTo>
                  <a:pt x="553617" y="197617"/>
                </a:lnTo>
                <a:lnTo>
                  <a:pt x="554435" y="204170"/>
                </a:lnTo>
                <a:lnTo>
                  <a:pt x="556070" y="227521"/>
                </a:lnTo>
                <a:lnTo>
                  <a:pt x="556888" y="211463"/>
                </a:lnTo>
                <a:lnTo>
                  <a:pt x="557706" y="196486"/>
                </a:lnTo>
                <a:lnTo>
                  <a:pt x="558524" y="219905"/>
                </a:lnTo>
                <a:lnTo>
                  <a:pt x="559341" y="217524"/>
                </a:lnTo>
                <a:lnTo>
                  <a:pt x="560977" y="229030"/>
                </a:lnTo>
                <a:lnTo>
                  <a:pt x="561795" y="225145"/>
                </a:lnTo>
                <a:lnTo>
                  <a:pt x="563430" y="204852"/>
                </a:lnTo>
                <a:lnTo>
                  <a:pt x="564248" y="217845"/>
                </a:lnTo>
                <a:lnTo>
                  <a:pt x="566701" y="251805"/>
                </a:lnTo>
                <a:lnTo>
                  <a:pt x="567519" y="232955"/>
                </a:lnTo>
                <a:lnTo>
                  <a:pt x="569154" y="218307"/>
                </a:lnTo>
                <a:lnTo>
                  <a:pt x="569972" y="232611"/>
                </a:lnTo>
                <a:lnTo>
                  <a:pt x="570790" y="232646"/>
                </a:lnTo>
                <a:lnTo>
                  <a:pt x="571608" y="226547"/>
                </a:lnTo>
                <a:lnTo>
                  <a:pt x="573243" y="234814"/>
                </a:lnTo>
                <a:lnTo>
                  <a:pt x="574061" y="235906"/>
                </a:lnTo>
                <a:lnTo>
                  <a:pt x="578150" y="219302"/>
                </a:lnTo>
                <a:lnTo>
                  <a:pt x="579785" y="231419"/>
                </a:lnTo>
                <a:lnTo>
                  <a:pt x="580603" y="217087"/>
                </a:lnTo>
                <a:lnTo>
                  <a:pt x="583056" y="224277"/>
                </a:lnTo>
                <a:lnTo>
                  <a:pt x="583874" y="221204"/>
                </a:lnTo>
                <a:lnTo>
                  <a:pt x="587963" y="193267"/>
                </a:lnTo>
                <a:lnTo>
                  <a:pt x="590416" y="190870"/>
                </a:lnTo>
                <a:lnTo>
                  <a:pt x="592051" y="213179"/>
                </a:lnTo>
                <a:lnTo>
                  <a:pt x="593687" y="191698"/>
                </a:lnTo>
                <a:lnTo>
                  <a:pt x="596958" y="197632"/>
                </a:lnTo>
                <a:lnTo>
                  <a:pt x="600229" y="224069"/>
                </a:lnTo>
                <a:lnTo>
                  <a:pt x="601047" y="215488"/>
                </a:lnTo>
                <a:lnTo>
                  <a:pt x="605135" y="199938"/>
                </a:lnTo>
                <a:lnTo>
                  <a:pt x="605953" y="198669"/>
                </a:lnTo>
                <a:lnTo>
                  <a:pt x="606771" y="200489"/>
                </a:lnTo>
                <a:lnTo>
                  <a:pt x="608406" y="205110"/>
                </a:lnTo>
                <a:lnTo>
                  <a:pt x="610042" y="203743"/>
                </a:lnTo>
                <a:lnTo>
                  <a:pt x="611677" y="188860"/>
                </a:lnTo>
                <a:lnTo>
                  <a:pt x="612495" y="205796"/>
                </a:lnTo>
                <a:lnTo>
                  <a:pt x="614131" y="198430"/>
                </a:lnTo>
                <a:lnTo>
                  <a:pt x="615766" y="162421"/>
                </a:lnTo>
                <a:lnTo>
                  <a:pt x="616584" y="175396"/>
                </a:lnTo>
                <a:lnTo>
                  <a:pt x="617402" y="202128"/>
                </a:lnTo>
                <a:lnTo>
                  <a:pt x="619037" y="174119"/>
                </a:lnTo>
                <a:lnTo>
                  <a:pt x="621490" y="169640"/>
                </a:lnTo>
                <a:lnTo>
                  <a:pt x="620673" y="175745"/>
                </a:lnTo>
                <a:lnTo>
                  <a:pt x="622308" y="170603"/>
                </a:lnTo>
                <a:lnTo>
                  <a:pt x="623126" y="210691"/>
                </a:lnTo>
                <a:lnTo>
                  <a:pt x="624761" y="188391"/>
                </a:lnTo>
                <a:lnTo>
                  <a:pt x="628850" y="159833"/>
                </a:lnTo>
                <a:lnTo>
                  <a:pt x="631303" y="186056"/>
                </a:lnTo>
                <a:lnTo>
                  <a:pt x="632121" y="176930"/>
                </a:lnTo>
                <a:lnTo>
                  <a:pt x="632939" y="176411"/>
                </a:lnTo>
                <a:lnTo>
                  <a:pt x="636210" y="192064"/>
                </a:lnTo>
                <a:lnTo>
                  <a:pt x="637028" y="168350"/>
                </a:lnTo>
                <a:lnTo>
                  <a:pt x="639481" y="170307"/>
                </a:lnTo>
                <a:lnTo>
                  <a:pt x="641116" y="165241"/>
                </a:lnTo>
                <a:lnTo>
                  <a:pt x="642752" y="165802"/>
                </a:lnTo>
                <a:lnTo>
                  <a:pt x="646023" y="192392"/>
                </a:lnTo>
                <a:lnTo>
                  <a:pt x="646841" y="181333"/>
                </a:lnTo>
                <a:lnTo>
                  <a:pt x="650112" y="136670"/>
                </a:lnTo>
                <a:lnTo>
                  <a:pt x="650929" y="142052"/>
                </a:lnTo>
                <a:lnTo>
                  <a:pt x="651747" y="151640"/>
                </a:lnTo>
                <a:lnTo>
                  <a:pt x="652565" y="130717"/>
                </a:lnTo>
                <a:lnTo>
                  <a:pt x="654200" y="149702"/>
                </a:lnTo>
                <a:lnTo>
                  <a:pt x="655018" y="148390"/>
                </a:lnTo>
                <a:lnTo>
                  <a:pt x="655836" y="150358"/>
                </a:lnTo>
                <a:lnTo>
                  <a:pt x="658289" y="164900"/>
                </a:lnTo>
                <a:lnTo>
                  <a:pt x="659107" y="158498"/>
                </a:lnTo>
                <a:lnTo>
                  <a:pt x="660742" y="121300"/>
                </a:lnTo>
                <a:lnTo>
                  <a:pt x="661560" y="152218"/>
                </a:lnTo>
                <a:lnTo>
                  <a:pt x="662378" y="154968"/>
                </a:lnTo>
                <a:lnTo>
                  <a:pt x="663196" y="141754"/>
                </a:lnTo>
                <a:lnTo>
                  <a:pt x="664831" y="155498"/>
                </a:lnTo>
                <a:lnTo>
                  <a:pt x="665649" y="148301"/>
                </a:lnTo>
                <a:lnTo>
                  <a:pt x="667284" y="128255"/>
                </a:lnTo>
                <a:lnTo>
                  <a:pt x="668102" y="141171"/>
                </a:lnTo>
                <a:lnTo>
                  <a:pt x="670555" y="170308"/>
                </a:lnTo>
                <a:lnTo>
                  <a:pt x="671373" y="157481"/>
                </a:lnTo>
                <a:lnTo>
                  <a:pt x="675462" y="126570"/>
                </a:lnTo>
                <a:lnTo>
                  <a:pt x="676280" y="127675"/>
                </a:lnTo>
                <a:lnTo>
                  <a:pt x="677097" y="128914"/>
                </a:lnTo>
                <a:lnTo>
                  <a:pt x="678733" y="147977"/>
                </a:lnTo>
                <a:lnTo>
                  <a:pt x="681186" y="146108"/>
                </a:lnTo>
                <a:lnTo>
                  <a:pt x="688546" y="99696"/>
                </a:lnTo>
                <a:lnTo>
                  <a:pt x="689364" y="109099"/>
                </a:lnTo>
                <a:lnTo>
                  <a:pt x="690999" y="127113"/>
                </a:lnTo>
                <a:lnTo>
                  <a:pt x="692635" y="118172"/>
                </a:lnTo>
                <a:lnTo>
                  <a:pt x="696724" y="138240"/>
                </a:lnTo>
                <a:lnTo>
                  <a:pt x="699994" y="102128"/>
                </a:lnTo>
                <a:lnTo>
                  <a:pt x="700812" y="120712"/>
                </a:lnTo>
                <a:lnTo>
                  <a:pt x="702448" y="130647"/>
                </a:lnTo>
                <a:lnTo>
                  <a:pt x="703265" y="119202"/>
                </a:lnTo>
                <a:lnTo>
                  <a:pt x="708172" y="70585"/>
                </a:lnTo>
                <a:lnTo>
                  <a:pt x="704901" y="125717"/>
                </a:lnTo>
                <a:lnTo>
                  <a:pt x="708990" y="85623"/>
                </a:lnTo>
                <a:lnTo>
                  <a:pt x="713078" y="122775"/>
                </a:lnTo>
                <a:lnTo>
                  <a:pt x="715532" y="96053"/>
                </a:lnTo>
                <a:lnTo>
                  <a:pt x="717167" y="105502"/>
                </a:lnTo>
                <a:lnTo>
                  <a:pt x="719620" y="120542"/>
                </a:lnTo>
                <a:lnTo>
                  <a:pt x="720438" y="112251"/>
                </a:lnTo>
                <a:lnTo>
                  <a:pt x="723709" y="63513"/>
                </a:lnTo>
                <a:lnTo>
                  <a:pt x="725345" y="80786"/>
                </a:lnTo>
                <a:lnTo>
                  <a:pt x="726162" y="89521"/>
                </a:lnTo>
                <a:lnTo>
                  <a:pt x="726980" y="79150"/>
                </a:lnTo>
                <a:lnTo>
                  <a:pt x="727798" y="80194"/>
                </a:lnTo>
                <a:lnTo>
                  <a:pt x="729433" y="76225"/>
                </a:lnTo>
                <a:lnTo>
                  <a:pt x="730251" y="89502"/>
                </a:lnTo>
                <a:lnTo>
                  <a:pt x="731069" y="68733"/>
                </a:lnTo>
                <a:lnTo>
                  <a:pt x="731887" y="84287"/>
                </a:lnTo>
                <a:lnTo>
                  <a:pt x="735158" y="55992"/>
                </a:lnTo>
                <a:lnTo>
                  <a:pt x="735975" y="94470"/>
                </a:lnTo>
                <a:lnTo>
                  <a:pt x="736793" y="83611"/>
                </a:lnTo>
                <a:lnTo>
                  <a:pt x="737611" y="11057"/>
                </a:lnTo>
                <a:lnTo>
                  <a:pt x="739246" y="67459"/>
                </a:lnTo>
                <a:lnTo>
                  <a:pt x="743335" y="79680"/>
                </a:lnTo>
                <a:lnTo>
                  <a:pt x="744153" y="82930"/>
                </a:lnTo>
                <a:lnTo>
                  <a:pt x="744971" y="74061"/>
                </a:lnTo>
                <a:lnTo>
                  <a:pt x="747424" y="55358"/>
                </a:lnTo>
                <a:lnTo>
                  <a:pt x="748242" y="58077"/>
                </a:lnTo>
                <a:lnTo>
                  <a:pt x="749877" y="68488"/>
                </a:lnTo>
                <a:lnTo>
                  <a:pt x="750695" y="59861"/>
                </a:lnTo>
                <a:lnTo>
                  <a:pt x="753148" y="27225"/>
                </a:lnTo>
                <a:lnTo>
                  <a:pt x="754784" y="44711"/>
                </a:lnTo>
                <a:lnTo>
                  <a:pt x="755601" y="63741"/>
                </a:lnTo>
                <a:lnTo>
                  <a:pt x="757237" y="50027"/>
                </a:lnTo>
                <a:lnTo>
                  <a:pt x="762144" y="10325"/>
                </a:lnTo>
                <a:lnTo>
                  <a:pt x="764597" y="41889"/>
                </a:lnTo>
                <a:lnTo>
                  <a:pt x="765415" y="30204"/>
                </a:lnTo>
                <a:lnTo>
                  <a:pt x="766232" y="24690"/>
                </a:lnTo>
                <a:lnTo>
                  <a:pt x="767050" y="34556"/>
                </a:lnTo>
                <a:lnTo>
                  <a:pt x="767868" y="41844"/>
                </a:lnTo>
                <a:lnTo>
                  <a:pt x="769503" y="39828"/>
                </a:lnTo>
                <a:lnTo>
                  <a:pt x="772774" y="30852"/>
                </a:lnTo>
                <a:lnTo>
                  <a:pt x="773592" y="32039"/>
                </a:lnTo>
                <a:lnTo>
                  <a:pt x="776863" y="38593"/>
                </a:lnTo>
                <a:lnTo>
                  <a:pt x="778499" y="987"/>
                </a:lnTo>
                <a:lnTo>
                  <a:pt x="780134" y="13507"/>
                </a:lnTo>
                <a:lnTo>
                  <a:pt x="780952" y="17316"/>
                </a:lnTo>
                <a:lnTo>
                  <a:pt x="783405" y="15793"/>
                </a:lnTo>
                <a:lnTo>
                  <a:pt x="785040" y="0"/>
                </a:lnTo>
                <a:lnTo>
                  <a:pt x="786676" y="10948"/>
                </a:lnTo>
                <a:lnTo>
                  <a:pt x="816115" y="233613"/>
                </a:lnTo>
                <a:lnTo>
                  <a:pt x="816933" y="227943"/>
                </a:lnTo>
                <a:lnTo>
                  <a:pt x="821021" y="280347"/>
                </a:lnTo>
                <a:lnTo>
                  <a:pt x="822657" y="278354"/>
                </a:lnTo>
                <a:lnTo>
                  <a:pt x="829199" y="323757"/>
                </a:lnTo>
                <a:lnTo>
                  <a:pt x="830017" y="316003"/>
                </a:lnTo>
                <a:lnTo>
                  <a:pt x="830834" y="328858"/>
                </a:lnTo>
                <a:lnTo>
                  <a:pt x="833288" y="342160"/>
                </a:lnTo>
                <a:lnTo>
                  <a:pt x="834105" y="335816"/>
                </a:lnTo>
                <a:lnTo>
                  <a:pt x="837376" y="339550"/>
                </a:lnTo>
                <a:lnTo>
                  <a:pt x="838194" y="339711"/>
                </a:lnTo>
                <a:lnTo>
                  <a:pt x="839012" y="335668"/>
                </a:lnTo>
                <a:lnTo>
                  <a:pt x="840647" y="337416"/>
                </a:lnTo>
                <a:lnTo>
                  <a:pt x="843101" y="336566"/>
                </a:lnTo>
                <a:lnTo>
                  <a:pt x="844736" y="345215"/>
                </a:lnTo>
                <a:lnTo>
                  <a:pt x="845554" y="324060"/>
                </a:lnTo>
                <a:lnTo>
                  <a:pt x="848007" y="336633"/>
                </a:lnTo>
                <a:lnTo>
                  <a:pt x="848825" y="337841"/>
                </a:lnTo>
                <a:lnTo>
                  <a:pt x="849643" y="336581"/>
                </a:lnTo>
                <a:lnTo>
                  <a:pt x="850461" y="349596"/>
                </a:lnTo>
                <a:lnTo>
                  <a:pt x="851278" y="338407"/>
                </a:lnTo>
                <a:lnTo>
                  <a:pt x="854549" y="282224"/>
                </a:lnTo>
                <a:lnTo>
                  <a:pt x="856185" y="323984"/>
                </a:lnTo>
                <a:lnTo>
                  <a:pt x="857820" y="308764"/>
                </a:lnTo>
                <a:lnTo>
                  <a:pt x="860274" y="297482"/>
                </a:lnTo>
                <a:lnTo>
                  <a:pt x="861091" y="310491"/>
                </a:lnTo>
                <a:lnTo>
                  <a:pt x="861909" y="297086"/>
                </a:lnTo>
                <a:lnTo>
                  <a:pt x="863545" y="262563"/>
                </a:lnTo>
                <a:lnTo>
                  <a:pt x="864362" y="328068"/>
                </a:lnTo>
                <a:lnTo>
                  <a:pt x="865998" y="247176"/>
                </a:lnTo>
                <a:lnTo>
                  <a:pt x="866816" y="281029"/>
                </a:lnTo>
                <a:lnTo>
                  <a:pt x="868451" y="299022"/>
                </a:lnTo>
                <a:lnTo>
                  <a:pt x="869269" y="287934"/>
                </a:lnTo>
                <a:lnTo>
                  <a:pt x="870904" y="309716"/>
                </a:lnTo>
                <a:lnTo>
                  <a:pt x="871722" y="269362"/>
                </a:lnTo>
                <a:lnTo>
                  <a:pt x="872540" y="295242"/>
                </a:lnTo>
                <a:lnTo>
                  <a:pt x="874175" y="258716"/>
                </a:lnTo>
                <a:lnTo>
                  <a:pt x="874993" y="292473"/>
                </a:lnTo>
                <a:lnTo>
                  <a:pt x="878264" y="246383"/>
                </a:lnTo>
                <a:lnTo>
                  <a:pt x="879082" y="251169"/>
                </a:lnTo>
                <a:lnTo>
                  <a:pt x="879899" y="302920"/>
                </a:lnTo>
                <a:lnTo>
                  <a:pt x="881535" y="232468"/>
                </a:lnTo>
                <a:lnTo>
                  <a:pt x="883988" y="230618"/>
                </a:lnTo>
                <a:lnTo>
                  <a:pt x="884806" y="255462"/>
                </a:lnTo>
                <a:lnTo>
                  <a:pt x="886441" y="224859"/>
                </a:lnTo>
                <a:lnTo>
                  <a:pt x="889712" y="232695"/>
                </a:lnTo>
                <a:lnTo>
                  <a:pt x="891348" y="244674"/>
                </a:lnTo>
                <a:lnTo>
                  <a:pt x="892983" y="240286"/>
                </a:lnTo>
                <a:lnTo>
                  <a:pt x="894619" y="223757"/>
                </a:lnTo>
                <a:lnTo>
                  <a:pt x="895437" y="233639"/>
                </a:lnTo>
                <a:lnTo>
                  <a:pt x="897072" y="270994"/>
                </a:lnTo>
                <a:lnTo>
                  <a:pt x="897890" y="269682"/>
                </a:lnTo>
                <a:lnTo>
                  <a:pt x="899525" y="223809"/>
                </a:lnTo>
                <a:lnTo>
                  <a:pt x="901161" y="257011"/>
                </a:lnTo>
                <a:lnTo>
                  <a:pt x="901979" y="254965"/>
                </a:lnTo>
                <a:lnTo>
                  <a:pt x="903614" y="228747"/>
                </a:lnTo>
                <a:lnTo>
                  <a:pt x="905250" y="242490"/>
                </a:lnTo>
                <a:lnTo>
                  <a:pt x="906067" y="248162"/>
                </a:lnTo>
                <a:lnTo>
                  <a:pt x="906885" y="239886"/>
                </a:lnTo>
                <a:lnTo>
                  <a:pt x="909338" y="163397"/>
                </a:lnTo>
                <a:lnTo>
                  <a:pt x="910974" y="212026"/>
                </a:lnTo>
                <a:lnTo>
                  <a:pt x="916698" y="119909"/>
                </a:lnTo>
                <a:lnTo>
                  <a:pt x="917516" y="144670"/>
                </a:lnTo>
                <a:lnTo>
                  <a:pt x="922422" y="186103"/>
                </a:lnTo>
                <a:lnTo>
                  <a:pt x="924058" y="166839"/>
                </a:lnTo>
                <a:lnTo>
                  <a:pt x="924876" y="171488"/>
                </a:lnTo>
                <a:lnTo>
                  <a:pt x="925693" y="214537"/>
                </a:lnTo>
                <a:lnTo>
                  <a:pt x="927329" y="146229"/>
                </a:lnTo>
                <a:lnTo>
                  <a:pt x="931418" y="120855"/>
                </a:lnTo>
                <a:lnTo>
                  <a:pt x="934689" y="186214"/>
                </a:lnTo>
                <a:lnTo>
                  <a:pt x="935507" y="180919"/>
                </a:lnTo>
                <a:lnTo>
                  <a:pt x="937960" y="142034"/>
                </a:lnTo>
                <a:lnTo>
                  <a:pt x="938778" y="154470"/>
                </a:lnTo>
                <a:lnTo>
                  <a:pt x="941231" y="187584"/>
                </a:lnTo>
                <a:lnTo>
                  <a:pt x="942049" y="183730"/>
                </a:lnTo>
                <a:lnTo>
                  <a:pt x="944502" y="155460"/>
                </a:lnTo>
                <a:lnTo>
                  <a:pt x="946137" y="170116"/>
                </a:lnTo>
                <a:lnTo>
                  <a:pt x="950226" y="189182"/>
                </a:lnTo>
                <a:lnTo>
                  <a:pt x="951861" y="193070"/>
                </a:lnTo>
                <a:lnTo>
                  <a:pt x="952679" y="190383"/>
                </a:lnTo>
                <a:lnTo>
                  <a:pt x="954315" y="171528"/>
                </a:lnTo>
                <a:lnTo>
                  <a:pt x="955132" y="191881"/>
                </a:lnTo>
                <a:lnTo>
                  <a:pt x="955950" y="189551"/>
                </a:lnTo>
                <a:lnTo>
                  <a:pt x="956768" y="192509"/>
                </a:lnTo>
                <a:lnTo>
                  <a:pt x="957586" y="206733"/>
                </a:lnTo>
                <a:lnTo>
                  <a:pt x="959221" y="199899"/>
                </a:lnTo>
                <a:lnTo>
                  <a:pt x="960039" y="193733"/>
                </a:lnTo>
                <a:lnTo>
                  <a:pt x="960857" y="202614"/>
                </a:lnTo>
                <a:lnTo>
                  <a:pt x="965763" y="217293"/>
                </a:lnTo>
                <a:lnTo>
                  <a:pt x="966581" y="211068"/>
                </a:lnTo>
                <a:lnTo>
                  <a:pt x="967399" y="229439"/>
                </a:lnTo>
                <a:lnTo>
                  <a:pt x="969034" y="222217"/>
                </a:lnTo>
                <a:lnTo>
                  <a:pt x="973123" y="194042"/>
                </a:lnTo>
                <a:lnTo>
                  <a:pt x="973941" y="191597"/>
                </a:lnTo>
                <a:lnTo>
                  <a:pt x="975576" y="202772"/>
                </a:lnTo>
                <a:lnTo>
                  <a:pt x="976394" y="190028"/>
                </a:lnTo>
                <a:lnTo>
                  <a:pt x="978029" y="172411"/>
                </a:lnTo>
                <a:lnTo>
                  <a:pt x="978847" y="177696"/>
                </a:lnTo>
                <a:lnTo>
                  <a:pt x="979665" y="192515"/>
                </a:lnTo>
                <a:lnTo>
                  <a:pt x="981300" y="171396"/>
                </a:lnTo>
                <a:lnTo>
                  <a:pt x="982118" y="171464"/>
                </a:lnTo>
                <a:lnTo>
                  <a:pt x="985389" y="141392"/>
                </a:lnTo>
                <a:lnTo>
                  <a:pt x="986207" y="141618"/>
                </a:lnTo>
                <a:lnTo>
                  <a:pt x="989478" y="153875"/>
                </a:lnTo>
                <a:lnTo>
                  <a:pt x="987842" y="141226"/>
                </a:lnTo>
                <a:lnTo>
                  <a:pt x="990296" y="151394"/>
                </a:lnTo>
                <a:lnTo>
                  <a:pt x="991931" y="126139"/>
                </a:lnTo>
                <a:lnTo>
                  <a:pt x="993567" y="110382"/>
                </a:lnTo>
                <a:lnTo>
                  <a:pt x="994384" y="128462"/>
                </a:lnTo>
                <a:lnTo>
                  <a:pt x="995202" y="129086"/>
                </a:lnTo>
                <a:lnTo>
                  <a:pt x="996838" y="90901"/>
                </a:lnTo>
                <a:lnTo>
                  <a:pt x="998473" y="103548"/>
                </a:lnTo>
                <a:lnTo>
                  <a:pt x="999291" y="100098"/>
                </a:lnTo>
                <a:lnTo>
                  <a:pt x="1000109" y="112868"/>
                </a:lnTo>
                <a:lnTo>
                  <a:pt x="1000926" y="104755"/>
                </a:lnTo>
                <a:lnTo>
                  <a:pt x="1004197" y="84258"/>
                </a:lnTo>
                <a:lnTo>
                  <a:pt x="1005833" y="89139"/>
                </a:lnTo>
                <a:lnTo>
                  <a:pt x="1006651" y="92329"/>
                </a:lnTo>
                <a:lnTo>
                  <a:pt x="1008286" y="63791"/>
                </a:lnTo>
                <a:lnTo>
                  <a:pt x="1009104" y="83000"/>
                </a:lnTo>
                <a:lnTo>
                  <a:pt x="1009922" y="94494"/>
                </a:lnTo>
                <a:lnTo>
                  <a:pt x="1010739" y="86672"/>
                </a:lnTo>
                <a:lnTo>
                  <a:pt x="1012375" y="39210"/>
                </a:lnTo>
                <a:lnTo>
                  <a:pt x="1014011" y="78442"/>
                </a:lnTo>
                <a:lnTo>
                  <a:pt x="1021370" y="54302"/>
                </a:lnTo>
                <a:lnTo>
                  <a:pt x="1022188" y="56565"/>
                </a:lnTo>
                <a:lnTo>
                  <a:pt x="1023006" y="56141"/>
                </a:lnTo>
                <a:lnTo>
                  <a:pt x="1025459" y="60439"/>
                </a:lnTo>
                <a:lnTo>
                  <a:pt x="1026277" y="44638"/>
                </a:lnTo>
                <a:lnTo>
                  <a:pt x="1027095" y="50452"/>
                </a:lnTo>
                <a:lnTo>
                  <a:pt x="1029548" y="48214"/>
                </a:lnTo>
                <a:lnTo>
                  <a:pt x="1031183" y="49732"/>
                </a:lnTo>
                <a:lnTo>
                  <a:pt x="1033637" y="42037"/>
                </a:lnTo>
                <a:lnTo>
                  <a:pt x="1035272" y="56112"/>
                </a:lnTo>
                <a:lnTo>
                  <a:pt x="1037725" y="52271"/>
                </a:lnTo>
                <a:lnTo>
                  <a:pt x="1039361" y="24277"/>
                </a:lnTo>
                <a:lnTo>
                  <a:pt x="1040178" y="37736"/>
                </a:lnTo>
                <a:lnTo>
                  <a:pt x="1041814" y="33823"/>
                </a:lnTo>
                <a:lnTo>
                  <a:pt x="1043449" y="63029"/>
                </a:lnTo>
                <a:lnTo>
                  <a:pt x="1045085" y="17592"/>
                </a:lnTo>
                <a:lnTo>
                  <a:pt x="1046720" y="47322"/>
                </a:lnTo>
                <a:lnTo>
                  <a:pt x="1049174" y="60040"/>
                </a:lnTo>
                <a:lnTo>
                  <a:pt x="1049991" y="50413"/>
                </a:lnTo>
                <a:lnTo>
                  <a:pt x="1050809" y="36497"/>
                </a:lnTo>
                <a:lnTo>
                  <a:pt x="1052445" y="53838"/>
                </a:lnTo>
                <a:lnTo>
                  <a:pt x="1053262" y="52981"/>
                </a:lnTo>
                <a:lnTo>
                  <a:pt x="1054080" y="56192"/>
                </a:lnTo>
                <a:lnTo>
                  <a:pt x="1056533" y="69054"/>
                </a:lnTo>
                <a:lnTo>
                  <a:pt x="1057351" y="64212"/>
                </a:lnTo>
                <a:lnTo>
                  <a:pt x="1058169" y="56339"/>
                </a:lnTo>
                <a:lnTo>
                  <a:pt x="1058987" y="68696"/>
                </a:lnTo>
                <a:lnTo>
                  <a:pt x="1060622" y="61148"/>
                </a:lnTo>
                <a:lnTo>
                  <a:pt x="1068800" y="97100"/>
                </a:lnTo>
                <a:lnTo>
                  <a:pt x="1069617" y="90760"/>
                </a:lnTo>
                <a:lnTo>
                  <a:pt x="1072888" y="126349"/>
                </a:lnTo>
                <a:lnTo>
                  <a:pt x="1074524" y="98095"/>
                </a:lnTo>
                <a:lnTo>
                  <a:pt x="1075342" y="115140"/>
                </a:lnTo>
                <a:lnTo>
                  <a:pt x="1079430" y="165578"/>
                </a:lnTo>
                <a:lnTo>
                  <a:pt x="1081066" y="133438"/>
                </a:lnTo>
                <a:lnTo>
                  <a:pt x="1081884" y="157413"/>
                </a:lnTo>
                <a:lnTo>
                  <a:pt x="1082701" y="183369"/>
                </a:lnTo>
                <a:lnTo>
                  <a:pt x="1085155" y="172882"/>
                </a:lnTo>
                <a:lnTo>
                  <a:pt x="1085972" y="173983"/>
                </a:lnTo>
                <a:lnTo>
                  <a:pt x="1090061" y="225550"/>
                </a:lnTo>
                <a:lnTo>
                  <a:pt x="1090879" y="221249"/>
                </a:lnTo>
                <a:lnTo>
                  <a:pt x="1092515" y="228294"/>
                </a:lnTo>
                <a:lnTo>
                  <a:pt x="1097421" y="268686"/>
                </a:lnTo>
                <a:lnTo>
                  <a:pt x="1100692" y="257934"/>
                </a:lnTo>
                <a:lnTo>
                  <a:pt x="1103145" y="255176"/>
                </a:lnTo>
                <a:lnTo>
                  <a:pt x="1104781" y="273792"/>
                </a:lnTo>
                <a:lnTo>
                  <a:pt x="1105599" y="252323"/>
                </a:lnTo>
                <a:lnTo>
                  <a:pt x="1108052" y="259665"/>
                </a:lnTo>
                <a:lnTo>
                  <a:pt x="1108870" y="266266"/>
                </a:lnTo>
                <a:lnTo>
                  <a:pt x="1110505" y="263172"/>
                </a:lnTo>
                <a:lnTo>
                  <a:pt x="1112958" y="265038"/>
                </a:lnTo>
                <a:lnTo>
                  <a:pt x="1113776" y="255332"/>
                </a:lnTo>
                <a:lnTo>
                  <a:pt x="1118683" y="267824"/>
                </a:lnTo>
                <a:lnTo>
                  <a:pt x="1119500" y="263255"/>
                </a:lnTo>
                <a:lnTo>
                  <a:pt x="1121136" y="268476"/>
                </a:lnTo>
                <a:lnTo>
                  <a:pt x="1121953" y="273247"/>
                </a:lnTo>
                <a:lnTo>
                  <a:pt x="1123589" y="271952"/>
                </a:lnTo>
                <a:lnTo>
                  <a:pt x="1125224" y="274588"/>
                </a:lnTo>
                <a:lnTo>
                  <a:pt x="1126042" y="266796"/>
                </a:lnTo>
                <a:lnTo>
                  <a:pt x="1129313" y="278763"/>
                </a:lnTo>
                <a:lnTo>
                  <a:pt x="1130131" y="278199"/>
                </a:lnTo>
                <a:lnTo>
                  <a:pt x="1130949" y="272463"/>
                </a:lnTo>
                <a:lnTo>
                  <a:pt x="1132584" y="277759"/>
                </a:lnTo>
                <a:lnTo>
                  <a:pt x="1134220" y="272156"/>
                </a:lnTo>
                <a:lnTo>
                  <a:pt x="1136673" y="287998"/>
                </a:lnTo>
                <a:lnTo>
                  <a:pt x="1137491" y="286770"/>
                </a:lnTo>
                <a:lnTo>
                  <a:pt x="1139126" y="274643"/>
                </a:lnTo>
                <a:lnTo>
                  <a:pt x="1139944" y="275781"/>
                </a:lnTo>
                <a:lnTo>
                  <a:pt x="1141579" y="302353"/>
                </a:lnTo>
                <a:lnTo>
                  <a:pt x="1143215" y="282174"/>
                </a:lnTo>
                <a:lnTo>
                  <a:pt x="1145668" y="300549"/>
                </a:lnTo>
                <a:lnTo>
                  <a:pt x="1147304" y="296571"/>
                </a:lnTo>
                <a:lnTo>
                  <a:pt x="1148121" y="296905"/>
                </a:lnTo>
                <a:lnTo>
                  <a:pt x="1149757" y="309548"/>
                </a:lnTo>
                <a:lnTo>
                  <a:pt x="1150575" y="289521"/>
                </a:lnTo>
                <a:lnTo>
                  <a:pt x="1152210" y="301885"/>
                </a:lnTo>
                <a:lnTo>
                  <a:pt x="1153028" y="314103"/>
                </a:lnTo>
                <a:lnTo>
                  <a:pt x="1155481" y="310652"/>
                </a:lnTo>
                <a:lnTo>
                  <a:pt x="1156299" y="314396"/>
                </a:lnTo>
                <a:lnTo>
                  <a:pt x="1157117" y="301747"/>
                </a:lnTo>
                <a:lnTo>
                  <a:pt x="1158752" y="321814"/>
                </a:lnTo>
                <a:lnTo>
                  <a:pt x="1159570" y="312688"/>
                </a:lnTo>
                <a:lnTo>
                  <a:pt x="1162023" y="315058"/>
                </a:lnTo>
                <a:lnTo>
                  <a:pt x="1166112" y="325265"/>
                </a:lnTo>
                <a:lnTo>
                  <a:pt x="1166930" y="321097"/>
                </a:lnTo>
                <a:lnTo>
                  <a:pt x="1167747" y="317698"/>
                </a:lnTo>
                <a:lnTo>
                  <a:pt x="1168565" y="318850"/>
                </a:lnTo>
                <a:lnTo>
                  <a:pt x="1171018" y="325040"/>
                </a:lnTo>
                <a:lnTo>
                  <a:pt x="1171836" y="322739"/>
                </a:lnTo>
                <a:lnTo>
                  <a:pt x="1172654" y="315639"/>
                </a:lnTo>
                <a:lnTo>
                  <a:pt x="1173472" y="316520"/>
                </a:lnTo>
                <a:lnTo>
                  <a:pt x="1174289" y="333258"/>
                </a:lnTo>
                <a:lnTo>
                  <a:pt x="1176743" y="323084"/>
                </a:lnTo>
                <a:lnTo>
                  <a:pt x="1177560" y="321211"/>
                </a:lnTo>
                <a:lnTo>
                  <a:pt x="1182467" y="337865"/>
                </a:lnTo>
                <a:lnTo>
                  <a:pt x="1183285" y="322063"/>
                </a:lnTo>
                <a:lnTo>
                  <a:pt x="1185738" y="327477"/>
                </a:lnTo>
                <a:lnTo>
                  <a:pt x="1186556" y="341670"/>
                </a:lnTo>
                <a:lnTo>
                  <a:pt x="1188191" y="325529"/>
                </a:lnTo>
                <a:lnTo>
                  <a:pt x="1194733" y="341417"/>
                </a:lnTo>
                <a:lnTo>
                  <a:pt x="1195551" y="341081"/>
                </a:lnTo>
                <a:lnTo>
                  <a:pt x="1198822" y="319969"/>
                </a:lnTo>
                <a:lnTo>
                  <a:pt x="1200458" y="347971"/>
                </a:lnTo>
                <a:lnTo>
                  <a:pt x="1202093" y="327477"/>
                </a:lnTo>
                <a:lnTo>
                  <a:pt x="1203729" y="334405"/>
                </a:lnTo>
                <a:lnTo>
                  <a:pt x="1206182" y="351771"/>
                </a:lnTo>
                <a:lnTo>
                  <a:pt x="1206999" y="337489"/>
                </a:lnTo>
                <a:lnTo>
                  <a:pt x="1208635" y="340277"/>
                </a:lnTo>
                <a:lnTo>
                  <a:pt x="1209453" y="337788"/>
                </a:lnTo>
                <a:lnTo>
                  <a:pt x="1211088" y="355543"/>
                </a:lnTo>
                <a:lnTo>
                  <a:pt x="1213541" y="350989"/>
                </a:lnTo>
                <a:lnTo>
                  <a:pt x="1214359" y="346409"/>
                </a:lnTo>
                <a:lnTo>
                  <a:pt x="1215177" y="351120"/>
                </a:lnTo>
                <a:lnTo>
                  <a:pt x="1215995" y="356483"/>
                </a:lnTo>
                <a:lnTo>
                  <a:pt x="1217630" y="350153"/>
                </a:lnTo>
                <a:lnTo>
                  <a:pt x="1218448" y="349238"/>
                </a:lnTo>
                <a:lnTo>
                  <a:pt x="1219266" y="350870"/>
                </a:lnTo>
                <a:lnTo>
                  <a:pt x="1220083" y="357841"/>
                </a:lnTo>
                <a:lnTo>
                  <a:pt x="1221719" y="349010"/>
                </a:lnTo>
                <a:lnTo>
                  <a:pt x="1224172" y="338059"/>
                </a:lnTo>
                <a:lnTo>
                  <a:pt x="1225808" y="353874"/>
                </a:lnTo>
                <a:lnTo>
                  <a:pt x="1226625" y="350130"/>
                </a:lnTo>
                <a:lnTo>
                  <a:pt x="1228261" y="338511"/>
                </a:lnTo>
                <a:lnTo>
                  <a:pt x="1229079" y="350029"/>
                </a:lnTo>
                <a:lnTo>
                  <a:pt x="1229896" y="348419"/>
                </a:lnTo>
                <a:lnTo>
                  <a:pt x="1230714" y="353874"/>
                </a:lnTo>
                <a:lnTo>
                  <a:pt x="1231532" y="341431"/>
                </a:lnTo>
                <a:lnTo>
                  <a:pt x="1233985" y="337266"/>
                </a:lnTo>
                <a:lnTo>
                  <a:pt x="1234803" y="327343"/>
                </a:lnTo>
                <a:lnTo>
                  <a:pt x="1235621" y="336632"/>
                </a:lnTo>
                <a:lnTo>
                  <a:pt x="1238074" y="351693"/>
                </a:lnTo>
                <a:lnTo>
                  <a:pt x="1238892" y="348458"/>
                </a:lnTo>
                <a:lnTo>
                  <a:pt x="1240527" y="347879"/>
                </a:lnTo>
                <a:lnTo>
                  <a:pt x="1241345" y="344080"/>
                </a:lnTo>
                <a:lnTo>
                  <a:pt x="1242163" y="363295"/>
                </a:lnTo>
                <a:lnTo>
                  <a:pt x="1243798" y="349814"/>
                </a:lnTo>
                <a:lnTo>
                  <a:pt x="1246251" y="307412"/>
                </a:lnTo>
                <a:lnTo>
                  <a:pt x="1247069" y="313402"/>
                </a:lnTo>
                <a:lnTo>
                  <a:pt x="1248705" y="349346"/>
                </a:lnTo>
                <a:lnTo>
                  <a:pt x="1251158" y="342419"/>
                </a:lnTo>
                <a:lnTo>
                  <a:pt x="1253611" y="328269"/>
                </a:lnTo>
                <a:lnTo>
                  <a:pt x="1255247" y="333290"/>
                </a:lnTo>
                <a:lnTo>
                  <a:pt x="1256064" y="346000"/>
                </a:lnTo>
                <a:lnTo>
                  <a:pt x="1257700" y="330545"/>
                </a:lnTo>
                <a:lnTo>
                  <a:pt x="1258518" y="333284"/>
                </a:lnTo>
                <a:lnTo>
                  <a:pt x="1259335" y="319937"/>
                </a:lnTo>
                <a:lnTo>
                  <a:pt x="1260971" y="342320"/>
                </a:lnTo>
                <a:lnTo>
                  <a:pt x="1262606" y="350928"/>
                </a:lnTo>
                <a:lnTo>
                  <a:pt x="1263424" y="340712"/>
                </a:lnTo>
                <a:lnTo>
                  <a:pt x="1266695" y="304127"/>
                </a:lnTo>
                <a:lnTo>
                  <a:pt x="1267513" y="312610"/>
                </a:lnTo>
                <a:lnTo>
                  <a:pt x="1268331" y="342024"/>
                </a:lnTo>
                <a:lnTo>
                  <a:pt x="1270784" y="332670"/>
                </a:lnTo>
                <a:lnTo>
                  <a:pt x="1273237" y="310483"/>
                </a:lnTo>
                <a:lnTo>
                  <a:pt x="1274055" y="319526"/>
                </a:lnTo>
                <a:lnTo>
                  <a:pt x="1276508" y="346129"/>
                </a:lnTo>
                <a:lnTo>
                  <a:pt x="1277326" y="333356"/>
                </a:lnTo>
                <a:lnTo>
                  <a:pt x="1278144" y="342725"/>
                </a:lnTo>
                <a:lnTo>
                  <a:pt x="1278962" y="322644"/>
                </a:lnTo>
                <a:lnTo>
                  <a:pt x="1280597" y="289844"/>
                </a:lnTo>
                <a:lnTo>
                  <a:pt x="1282233" y="293898"/>
                </a:lnTo>
                <a:lnTo>
                  <a:pt x="1283868" y="346759"/>
                </a:lnTo>
                <a:lnTo>
                  <a:pt x="1286321" y="334895"/>
                </a:lnTo>
                <a:lnTo>
                  <a:pt x="1287957" y="342879"/>
                </a:lnTo>
                <a:lnTo>
                  <a:pt x="1289592" y="337592"/>
                </a:lnTo>
                <a:lnTo>
                  <a:pt x="1292045" y="322878"/>
                </a:lnTo>
                <a:lnTo>
                  <a:pt x="1295316" y="337457"/>
                </a:lnTo>
                <a:lnTo>
                  <a:pt x="1296134" y="328533"/>
                </a:lnTo>
                <a:lnTo>
                  <a:pt x="1298587" y="332412"/>
                </a:lnTo>
                <a:lnTo>
                  <a:pt x="1299405" y="340231"/>
                </a:lnTo>
                <a:lnTo>
                  <a:pt x="1301041" y="335705"/>
                </a:lnTo>
                <a:lnTo>
                  <a:pt x="1304312" y="315105"/>
                </a:lnTo>
                <a:lnTo>
                  <a:pt x="1308400" y="345881"/>
                </a:lnTo>
                <a:lnTo>
                  <a:pt x="1310854" y="299358"/>
                </a:lnTo>
                <a:lnTo>
                  <a:pt x="1313307" y="318333"/>
                </a:lnTo>
                <a:lnTo>
                  <a:pt x="1316578" y="338888"/>
                </a:lnTo>
                <a:lnTo>
                  <a:pt x="1318213" y="307670"/>
                </a:lnTo>
                <a:lnTo>
                  <a:pt x="1319849" y="309955"/>
                </a:lnTo>
                <a:lnTo>
                  <a:pt x="1323938" y="332437"/>
                </a:lnTo>
                <a:lnTo>
                  <a:pt x="1327209" y="299415"/>
                </a:lnTo>
                <a:lnTo>
                  <a:pt x="1328026" y="300708"/>
                </a:lnTo>
                <a:lnTo>
                  <a:pt x="1329662" y="336009"/>
                </a:lnTo>
                <a:lnTo>
                  <a:pt x="1332115" y="334010"/>
                </a:lnTo>
                <a:lnTo>
                  <a:pt x="1334568" y="299028"/>
                </a:lnTo>
                <a:lnTo>
                  <a:pt x="1336204" y="309274"/>
                </a:lnTo>
                <a:lnTo>
                  <a:pt x="1337839" y="327062"/>
                </a:lnTo>
                <a:lnTo>
                  <a:pt x="1339475" y="320818"/>
                </a:lnTo>
                <a:lnTo>
                  <a:pt x="1340293" y="323565"/>
                </a:lnTo>
                <a:lnTo>
                  <a:pt x="1341110" y="317106"/>
                </a:lnTo>
                <a:lnTo>
                  <a:pt x="1341928" y="304757"/>
                </a:lnTo>
                <a:lnTo>
                  <a:pt x="1343564" y="324651"/>
                </a:lnTo>
                <a:lnTo>
                  <a:pt x="1345199" y="312780"/>
                </a:lnTo>
                <a:lnTo>
                  <a:pt x="1346017" y="327339"/>
                </a:lnTo>
                <a:lnTo>
                  <a:pt x="1350106" y="307965"/>
                </a:lnTo>
                <a:lnTo>
                  <a:pt x="1351741" y="316540"/>
                </a:lnTo>
                <a:lnTo>
                  <a:pt x="1352559" y="324302"/>
                </a:lnTo>
                <a:lnTo>
                  <a:pt x="1355012" y="319575"/>
                </a:lnTo>
                <a:lnTo>
                  <a:pt x="1356648" y="322278"/>
                </a:lnTo>
                <a:lnTo>
                  <a:pt x="1357466" y="318690"/>
                </a:lnTo>
                <a:lnTo>
                  <a:pt x="1359919" y="311530"/>
                </a:lnTo>
                <a:lnTo>
                  <a:pt x="1360737" y="317997"/>
                </a:lnTo>
                <a:lnTo>
                  <a:pt x="1361554" y="321997"/>
                </a:lnTo>
                <a:lnTo>
                  <a:pt x="1362372" y="317634"/>
                </a:lnTo>
                <a:lnTo>
                  <a:pt x="1364008" y="319168"/>
                </a:lnTo>
                <a:lnTo>
                  <a:pt x="1364825" y="318631"/>
                </a:lnTo>
                <a:lnTo>
                  <a:pt x="1365643" y="312768"/>
                </a:lnTo>
                <a:lnTo>
                  <a:pt x="1366461" y="320657"/>
                </a:lnTo>
                <a:lnTo>
                  <a:pt x="1368096" y="313595"/>
                </a:lnTo>
                <a:lnTo>
                  <a:pt x="1370550" y="328158"/>
                </a:lnTo>
                <a:lnTo>
                  <a:pt x="1371367" y="322913"/>
                </a:lnTo>
                <a:lnTo>
                  <a:pt x="1373003" y="300256"/>
                </a:lnTo>
                <a:lnTo>
                  <a:pt x="1374638" y="302484"/>
                </a:lnTo>
                <a:lnTo>
                  <a:pt x="1377909" y="325818"/>
                </a:lnTo>
                <a:lnTo>
                  <a:pt x="1381998" y="315329"/>
                </a:lnTo>
                <a:lnTo>
                  <a:pt x="1382816" y="318973"/>
                </a:lnTo>
                <a:lnTo>
                  <a:pt x="1385269" y="332890"/>
                </a:lnTo>
                <a:lnTo>
                  <a:pt x="1386087" y="332453"/>
                </a:lnTo>
                <a:lnTo>
                  <a:pt x="1387722" y="298344"/>
                </a:lnTo>
                <a:lnTo>
                  <a:pt x="1389358" y="320573"/>
                </a:lnTo>
                <a:lnTo>
                  <a:pt x="1390175" y="338718"/>
                </a:lnTo>
                <a:lnTo>
                  <a:pt x="1392629" y="325280"/>
                </a:lnTo>
                <a:lnTo>
                  <a:pt x="1397535" y="331526"/>
                </a:lnTo>
                <a:lnTo>
                  <a:pt x="1399988" y="319674"/>
                </a:lnTo>
                <a:lnTo>
                  <a:pt x="1400806" y="323523"/>
                </a:lnTo>
                <a:lnTo>
                  <a:pt x="1401624" y="328652"/>
                </a:lnTo>
                <a:lnTo>
                  <a:pt x="1403259" y="321493"/>
                </a:lnTo>
                <a:lnTo>
                  <a:pt x="1404077" y="321004"/>
                </a:lnTo>
                <a:lnTo>
                  <a:pt x="1404895" y="323567"/>
                </a:lnTo>
                <a:lnTo>
                  <a:pt x="1405713" y="329172"/>
                </a:lnTo>
                <a:lnTo>
                  <a:pt x="1408166" y="325402"/>
                </a:lnTo>
                <a:lnTo>
                  <a:pt x="1409801" y="325934"/>
                </a:lnTo>
                <a:lnTo>
                  <a:pt x="1410619" y="329985"/>
                </a:lnTo>
                <a:lnTo>
                  <a:pt x="1411437" y="324563"/>
                </a:lnTo>
                <a:lnTo>
                  <a:pt x="1412255" y="325114"/>
                </a:lnTo>
                <a:lnTo>
                  <a:pt x="1414708" y="322559"/>
                </a:lnTo>
                <a:lnTo>
                  <a:pt x="1415526" y="323037"/>
                </a:lnTo>
                <a:lnTo>
                  <a:pt x="1420432" y="329229"/>
                </a:lnTo>
                <a:lnTo>
                  <a:pt x="1421250" y="326954"/>
                </a:lnTo>
                <a:lnTo>
                  <a:pt x="1422885" y="317226"/>
                </a:lnTo>
                <a:lnTo>
                  <a:pt x="1423703" y="326247"/>
                </a:lnTo>
                <a:lnTo>
                  <a:pt x="1426974" y="338075"/>
                </a:lnTo>
                <a:lnTo>
                  <a:pt x="1427792" y="337520"/>
                </a:lnTo>
                <a:lnTo>
                  <a:pt x="1430245" y="323222"/>
                </a:lnTo>
                <a:lnTo>
                  <a:pt x="1431063" y="329735"/>
                </a:lnTo>
                <a:lnTo>
                  <a:pt x="1431881" y="343820"/>
                </a:lnTo>
                <a:lnTo>
                  <a:pt x="1433516" y="334382"/>
                </a:lnTo>
                <a:lnTo>
                  <a:pt x="1436787" y="329198"/>
                </a:lnTo>
                <a:lnTo>
                  <a:pt x="1438423" y="335652"/>
                </a:lnTo>
                <a:lnTo>
                  <a:pt x="1439241" y="330391"/>
                </a:lnTo>
                <a:lnTo>
                  <a:pt x="1441694" y="318727"/>
                </a:lnTo>
                <a:lnTo>
                  <a:pt x="1442512" y="313118"/>
                </a:lnTo>
                <a:lnTo>
                  <a:pt x="1443329" y="325082"/>
                </a:lnTo>
                <a:lnTo>
                  <a:pt x="1444147" y="334998"/>
                </a:lnTo>
                <a:lnTo>
                  <a:pt x="1445783" y="323006"/>
                </a:lnTo>
                <a:lnTo>
                  <a:pt x="1446600" y="326312"/>
                </a:lnTo>
                <a:lnTo>
                  <a:pt x="1448236" y="320581"/>
                </a:lnTo>
                <a:lnTo>
                  <a:pt x="1449054" y="320481"/>
                </a:lnTo>
                <a:lnTo>
                  <a:pt x="1452325" y="336148"/>
                </a:lnTo>
                <a:lnTo>
                  <a:pt x="1456413" y="316996"/>
                </a:lnTo>
                <a:lnTo>
                  <a:pt x="1458049" y="332792"/>
                </a:lnTo>
                <a:lnTo>
                  <a:pt x="1460502" y="329736"/>
                </a:lnTo>
                <a:lnTo>
                  <a:pt x="1463773" y="298948"/>
                </a:lnTo>
                <a:lnTo>
                  <a:pt x="1464591" y="309392"/>
                </a:lnTo>
                <a:lnTo>
                  <a:pt x="1466226" y="329902"/>
                </a:lnTo>
                <a:lnTo>
                  <a:pt x="1468679" y="320003"/>
                </a:lnTo>
                <a:lnTo>
                  <a:pt x="1470315" y="315963"/>
                </a:lnTo>
                <a:lnTo>
                  <a:pt x="1472768" y="333243"/>
                </a:lnTo>
                <a:lnTo>
                  <a:pt x="1473586" y="323801"/>
                </a:lnTo>
                <a:lnTo>
                  <a:pt x="1477675" y="289542"/>
                </a:lnTo>
                <a:lnTo>
                  <a:pt x="1481763" y="320994"/>
                </a:lnTo>
                <a:lnTo>
                  <a:pt x="1484217" y="302341"/>
                </a:lnTo>
                <a:lnTo>
                  <a:pt x="1485034" y="304145"/>
                </a:lnTo>
                <a:lnTo>
                  <a:pt x="1485852" y="328877"/>
                </a:lnTo>
                <a:lnTo>
                  <a:pt x="1488305" y="316179"/>
                </a:lnTo>
                <a:lnTo>
                  <a:pt x="1489941" y="311193"/>
                </a:lnTo>
                <a:lnTo>
                  <a:pt x="1490759" y="318818"/>
                </a:lnTo>
                <a:lnTo>
                  <a:pt x="1491576" y="314825"/>
                </a:lnTo>
                <a:lnTo>
                  <a:pt x="1494847" y="307617"/>
                </a:lnTo>
                <a:lnTo>
                  <a:pt x="1495665" y="297014"/>
                </a:lnTo>
                <a:lnTo>
                  <a:pt x="1497301" y="310401"/>
                </a:lnTo>
                <a:lnTo>
                  <a:pt x="1498118" y="302106"/>
                </a:lnTo>
                <a:lnTo>
                  <a:pt x="1498936" y="300714"/>
                </a:lnTo>
                <a:lnTo>
                  <a:pt x="1499754" y="310894"/>
                </a:lnTo>
                <a:lnTo>
                  <a:pt x="1501389" y="301978"/>
                </a:lnTo>
                <a:lnTo>
                  <a:pt x="1502207" y="300673"/>
                </a:lnTo>
                <a:lnTo>
                  <a:pt x="1503025" y="286643"/>
                </a:lnTo>
                <a:lnTo>
                  <a:pt x="1504660" y="302039"/>
                </a:lnTo>
                <a:lnTo>
                  <a:pt x="1505478" y="295578"/>
                </a:lnTo>
                <a:lnTo>
                  <a:pt x="1506296" y="304702"/>
                </a:lnTo>
                <a:lnTo>
                  <a:pt x="1508749" y="299429"/>
                </a:lnTo>
                <a:lnTo>
                  <a:pt x="1510385" y="302487"/>
                </a:lnTo>
                <a:lnTo>
                  <a:pt x="1514474" y="292397"/>
                </a:lnTo>
                <a:lnTo>
                  <a:pt x="1515291" y="288252"/>
                </a:lnTo>
                <a:lnTo>
                  <a:pt x="1516109" y="293839"/>
                </a:lnTo>
                <a:lnTo>
                  <a:pt x="1516927" y="298754"/>
                </a:lnTo>
                <a:lnTo>
                  <a:pt x="1517745" y="291079"/>
                </a:lnTo>
                <a:lnTo>
                  <a:pt x="1518562" y="288871"/>
                </a:lnTo>
                <a:lnTo>
                  <a:pt x="1519380" y="303566"/>
                </a:lnTo>
                <a:lnTo>
                  <a:pt x="1521833" y="301442"/>
                </a:lnTo>
                <a:lnTo>
                  <a:pt x="1523469" y="288857"/>
                </a:lnTo>
                <a:lnTo>
                  <a:pt x="1525104" y="265826"/>
                </a:lnTo>
                <a:lnTo>
                  <a:pt x="1525922" y="268295"/>
                </a:lnTo>
                <a:lnTo>
                  <a:pt x="1527558" y="303439"/>
                </a:lnTo>
                <a:lnTo>
                  <a:pt x="1530011" y="290516"/>
                </a:lnTo>
                <a:lnTo>
                  <a:pt x="1531646" y="278223"/>
                </a:lnTo>
                <a:lnTo>
                  <a:pt x="1532464" y="281407"/>
                </a:lnTo>
                <a:lnTo>
                  <a:pt x="1533282" y="289520"/>
                </a:lnTo>
                <a:lnTo>
                  <a:pt x="1535735" y="288092"/>
                </a:lnTo>
                <a:lnTo>
                  <a:pt x="1540642" y="274737"/>
                </a:lnTo>
                <a:lnTo>
                  <a:pt x="1541459" y="288586"/>
                </a:lnTo>
                <a:lnTo>
                  <a:pt x="1543913" y="282356"/>
                </a:lnTo>
                <a:lnTo>
                  <a:pt x="1546366" y="271808"/>
                </a:lnTo>
                <a:lnTo>
                  <a:pt x="1547183" y="288479"/>
                </a:lnTo>
                <a:lnTo>
                  <a:pt x="1548819" y="283742"/>
                </a:lnTo>
                <a:lnTo>
                  <a:pt x="1552090" y="253886"/>
                </a:lnTo>
                <a:lnTo>
                  <a:pt x="1553725" y="282364"/>
                </a:lnTo>
                <a:lnTo>
                  <a:pt x="1555361" y="271497"/>
                </a:lnTo>
                <a:lnTo>
                  <a:pt x="1559450" y="247751"/>
                </a:lnTo>
                <a:lnTo>
                  <a:pt x="1561085" y="270130"/>
                </a:lnTo>
                <a:lnTo>
                  <a:pt x="1562721" y="262483"/>
                </a:lnTo>
                <a:lnTo>
                  <a:pt x="1564356" y="264236"/>
                </a:lnTo>
                <a:lnTo>
                  <a:pt x="1565174" y="250432"/>
                </a:lnTo>
                <a:lnTo>
                  <a:pt x="1567627" y="257519"/>
                </a:lnTo>
                <a:lnTo>
                  <a:pt x="1568445" y="258280"/>
                </a:lnTo>
                <a:lnTo>
                  <a:pt x="1569263" y="270164"/>
                </a:lnTo>
                <a:lnTo>
                  <a:pt x="1570898" y="259469"/>
                </a:lnTo>
                <a:lnTo>
                  <a:pt x="1571716" y="260566"/>
                </a:lnTo>
                <a:lnTo>
                  <a:pt x="1573351" y="240559"/>
                </a:lnTo>
                <a:lnTo>
                  <a:pt x="1574169" y="255038"/>
                </a:lnTo>
                <a:lnTo>
                  <a:pt x="1574987" y="268955"/>
                </a:lnTo>
                <a:lnTo>
                  <a:pt x="1576622" y="258312"/>
                </a:lnTo>
                <a:lnTo>
                  <a:pt x="1579076" y="226020"/>
                </a:lnTo>
                <a:lnTo>
                  <a:pt x="1580711" y="236376"/>
                </a:lnTo>
                <a:lnTo>
                  <a:pt x="1581529" y="252429"/>
                </a:lnTo>
                <a:lnTo>
                  <a:pt x="1583982" y="243704"/>
                </a:lnTo>
                <a:lnTo>
                  <a:pt x="1586435" y="244133"/>
                </a:lnTo>
                <a:lnTo>
                  <a:pt x="1592160" y="214893"/>
                </a:lnTo>
                <a:lnTo>
                  <a:pt x="1592977" y="223526"/>
                </a:lnTo>
                <a:lnTo>
                  <a:pt x="1594613" y="239780"/>
                </a:lnTo>
                <a:lnTo>
                  <a:pt x="1595431" y="230374"/>
                </a:lnTo>
                <a:lnTo>
                  <a:pt x="1597884" y="220667"/>
                </a:lnTo>
                <a:lnTo>
                  <a:pt x="1599520" y="221652"/>
                </a:lnTo>
                <a:lnTo>
                  <a:pt x="1604426" y="234428"/>
                </a:lnTo>
                <a:lnTo>
                  <a:pt x="1607697" y="217028"/>
                </a:lnTo>
                <a:lnTo>
                  <a:pt x="1610968" y="237255"/>
                </a:lnTo>
                <a:lnTo>
                  <a:pt x="1615057" y="212727"/>
                </a:lnTo>
                <a:lnTo>
                  <a:pt x="1616692" y="237310"/>
                </a:lnTo>
                <a:lnTo>
                  <a:pt x="1619146" y="227900"/>
                </a:lnTo>
                <a:lnTo>
                  <a:pt x="1619963" y="231387"/>
                </a:lnTo>
                <a:lnTo>
                  <a:pt x="1620781" y="226413"/>
                </a:lnTo>
                <a:lnTo>
                  <a:pt x="1623234" y="228415"/>
                </a:lnTo>
                <a:lnTo>
                  <a:pt x="1624052" y="217543"/>
                </a:lnTo>
                <a:lnTo>
                  <a:pt x="1625688" y="234169"/>
                </a:lnTo>
                <a:lnTo>
                  <a:pt x="1626505" y="228146"/>
                </a:lnTo>
                <a:lnTo>
                  <a:pt x="1628141" y="210649"/>
                </a:lnTo>
                <a:lnTo>
                  <a:pt x="1628959" y="224098"/>
                </a:lnTo>
                <a:lnTo>
                  <a:pt x="1629776" y="230572"/>
                </a:lnTo>
                <a:lnTo>
                  <a:pt x="1631412" y="223305"/>
                </a:lnTo>
                <a:lnTo>
                  <a:pt x="1632229" y="224717"/>
                </a:lnTo>
                <a:lnTo>
                  <a:pt x="1633865" y="208280"/>
                </a:lnTo>
                <a:lnTo>
                  <a:pt x="1635500" y="213027"/>
                </a:lnTo>
                <a:lnTo>
                  <a:pt x="1637136" y="235727"/>
                </a:lnTo>
                <a:lnTo>
                  <a:pt x="1638771" y="217248"/>
                </a:lnTo>
                <a:lnTo>
                  <a:pt x="1642042" y="235580"/>
                </a:lnTo>
                <a:lnTo>
                  <a:pt x="1645313" y="226585"/>
                </a:lnTo>
                <a:lnTo>
                  <a:pt x="1649402" y="244417"/>
                </a:lnTo>
                <a:lnTo>
                  <a:pt x="1650220" y="232166"/>
                </a:lnTo>
                <a:lnTo>
                  <a:pt x="1651855" y="242584"/>
                </a:lnTo>
                <a:lnTo>
                  <a:pt x="1652673" y="243590"/>
                </a:lnTo>
                <a:lnTo>
                  <a:pt x="1656762" y="234020"/>
                </a:lnTo>
                <a:lnTo>
                  <a:pt x="1659215" y="245895"/>
                </a:lnTo>
                <a:lnTo>
                  <a:pt x="1660033" y="239708"/>
                </a:lnTo>
                <a:lnTo>
                  <a:pt x="1663304" y="252293"/>
                </a:lnTo>
                <a:lnTo>
                  <a:pt x="1664939" y="240247"/>
                </a:lnTo>
                <a:lnTo>
                  <a:pt x="1666575" y="249686"/>
                </a:lnTo>
                <a:lnTo>
                  <a:pt x="1669846" y="237624"/>
                </a:lnTo>
                <a:lnTo>
                  <a:pt x="1670664" y="239529"/>
                </a:lnTo>
                <a:lnTo>
                  <a:pt x="1671481" y="256757"/>
                </a:lnTo>
                <a:lnTo>
                  <a:pt x="1673935" y="253458"/>
                </a:lnTo>
                <a:lnTo>
                  <a:pt x="1674752" y="256391"/>
                </a:lnTo>
                <a:lnTo>
                  <a:pt x="1675570" y="255540"/>
                </a:lnTo>
                <a:lnTo>
                  <a:pt x="1676388" y="246551"/>
                </a:lnTo>
                <a:lnTo>
                  <a:pt x="1678024" y="256853"/>
                </a:lnTo>
                <a:lnTo>
                  <a:pt x="1678841" y="249977"/>
                </a:lnTo>
                <a:lnTo>
                  <a:pt x="1679659" y="262032"/>
                </a:lnTo>
                <a:lnTo>
                  <a:pt x="1682112" y="257845"/>
                </a:lnTo>
                <a:lnTo>
                  <a:pt x="1682930" y="264043"/>
                </a:lnTo>
                <a:lnTo>
                  <a:pt x="1684566" y="256469"/>
                </a:lnTo>
                <a:lnTo>
                  <a:pt x="1686201" y="253998"/>
                </a:lnTo>
                <a:lnTo>
                  <a:pt x="1687837" y="268815"/>
                </a:lnTo>
                <a:lnTo>
                  <a:pt x="1689472" y="264802"/>
                </a:lnTo>
                <a:lnTo>
                  <a:pt x="1693561" y="246299"/>
                </a:lnTo>
                <a:lnTo>
                  <a:pt x="1700103" y="273802"/>
                </a:lnTo>
                <a:lnTo>
                  <a:pt x="1700921" y="266454"/>
                </a:lnTo>
                <a:lnTo>
                  <a:pt x="1701738" y="259078"/>
                </a:lnTo>
                <a:lnTo>
                  <a:pt x="1703374" y="266183"/>
                </a:lnTo>
                <a:lnTo>
                  <a:pt x="1706645" y="277066"/>
                </a:lnTo>
                <a:lnTo>
                  <a:pt x="1708280" y="274571"/>
                </a:lnTo>
                <a:lnTo>
                  <a:pt x="1709098" y="275306"/>
                </a:lnTo>
                <a:lnTo>
                  <a:pt x="1709916" y="270135"/>
                </a:lnTo>
                <a:lnTo>
                  <a:pt x="1711551" y="276863"/>
                </a:lnTo>
                <a:lnTo>
                  <a:pt x="1715640" y="282698"/>
                </a:lnTo>
                <a:lnTo>
                  <a:pt x="1717275" y="274334"/>
                </a:lnTo>
                <a:lnTo>
                  <a:pt x="1718093" y="284012"/>
                </a:lnTo>
                <a:lnTo>
                  <a:pt x="1718911" y="286722"/>
                </a:lnTo>
                <a:lnTo>
                  <a:pt x="1719729" y="280533"/>
                </a:lnTo>
                <a:lnTo>
                  <a:pt x="1720546" y="281539"/>
                </a:lnTo>
                <a:lnTo>
                  <a:pt x="1721364" y="279332"/>
                </a:lnTo>
                <a:lnTo>
                  <a:pt x="1722182" y="283395"/>
                </a:lnTo>
                <a:lnTo>
                  <a:pt x="1723000" y="283862"/>
                </a:lnTo>
                <a:lnTo>
                  <a:pt x="1723817" y="290832"/>
                </a:lnTo>
                <a:lnTo>
                  <a:pt x="1725453" y="290622"/>
                </a:lnTo>
                <a:lnTo>
                  <a:pt x="1726271" y="282828"/>
                </a:lnTo>
                <a:lnTo>
                  <a:pt x="1727906" y="289568"/>
                </a:lnTo>
                <a:lnTo>
                  <a:pt x="1730359" y="292897"/>
                </a:lnTo>
                <a:lnTo>
                  <a:pt x="1731177" y="308200"/>
                </a:lnTo>
                <a:lnTo>
                  <a:pt x="1732813" y="290451"/>
                </a:lnTo>
                <a:lnTo>
                  <a:pt x="1733630" y="285793"/>
                </a:lnTo>
                <a:lnTo>
                  <a:pt x="1736901" y="309168"/>
                </a:lnTo>
                <a:lnTo>
                  <a:pt x="1737719" y="303623"/>
                </a:lnTo>
                <a:lnTo>
                  <a:pt x="1739355" y="308781"/>
                </a:lnTo>
                <a:lnTo>
                  <a:pt x="1740990" y="305354"/>
                </a:lnTo>
                <a:lnTo>
                  <a:pt x="1745897" y="323364"/>
                </a:lnTo>
                <a:lnTo>
                  <a:pt x="1746714" y="328220"/>
                </a:lnTo>
                <a:lnTo>
                  <a:pt x="1747532" y="327329"/>
                </a:lnTo>
                <a:lnTo>
                  <a:pt x="1748350" y="310904"/>
                </a:lnTo>
                <a:lnTo>
                  <a:pt x="1750803" y="311930"/>
                </a:lnTo>
                <a:lnTo>
                  <a:pt x="1751621" y="311177"/>
                </a:lnTo>
                <a:lnTo>
                  <a:pt x="1752439" y="305173"/>
                </a:lnTo>
                <a:lnTo>
                  <a:pt x="1754074" y="340324"/>
                </a:lnTo>
                <a:lnTo>
                  <a:pt x="1756527" y="338642"/>
                </a:lnTo>
                <a:lnTo>
                  <a:pt x="1757345" y="331984"/>
                </a:lnTo>
                <a:lnTo>
                  <a:pt x="1758163" y="342650"/>
                </a:lnTo>
                <a:lnTo>
                  <a:pt x="1758981" y="339587"/>
                </a:lnTo>
                <a:lnTo>
                  <a:pt x="1759799" y="340333"/>
                </a:lnTo>
                <a:lnTo>
                  <a:pt x="1761434" y="349799"/>
                </a:lnTo>
                <a:lnTo>
                  <a:pt x="1762252" y="343547"/>
                </a:lnTo>
                <a:lnTo>
                  <a:pt x="1764705" y="325477"/>
                </a:lnTo>
                <a:lnTo>
                  <a:pt x="1766341" y="331112"/>
                </a:lnTo>
                <a:lnTo>
                  <a:pt x="1767976" y="348677"/>
                </a:lnTo>
                <a:lnTo>
                  <a:pt x="1768794" y="338634"/>
                </a:lnTo>
                <a:lnTo>
                  <a:pt x="1771247" y="323386"/>
                </a:lnTo>
                <a:lnTo>
                  <a:pt x="1772883" y="355998"/>
                </a:lnTo>
                <a:lnTo>
                  <a:pt x="1774518" y="340587"/>
                </a:lnTo>
                <a:lnTo>
                  <a:pt x="1776154" y="344311"/>
                </a:lnTo>
                <a:lnTo>
                  <a:pt x="1781060" y="374808"/>
                </a:lnTo>
                <a:lnTo>
                  <a:pt x="1784331" y="349784"/>
                </a:lnTo>
                <a:lnTo>
                  <a:pt x="1785967" y="358289"/>
                </a:lnTo>
                <a:lnTo>
                  <a:pt x="1789238" y="374541"/>
                </a:lnTo>
                <a:lnTo>
                  <a:pt x="1790055" y="370023"/>
                </a:lnTo>
                <a:lnTo>
                  <a:pt x="1790873" y="370939"/>
                </a:lnTo>
                <a:lnTo>
                  <a:pt x="1791691" y="378697"/>
                </a:lnTo>
                <a:lnTo>
                  <a:pt x="1792509" y="360220"/>
                </a:lnTo>
                <a:lnTo>
                  <a:pt x="1793326" y="368491"/>
                </a:lnTo>
                <a:lnTo>
                  <a:pt x="1795780" y="369146"/>
                </a:lnTo>
                <a:lnTo>
                  <a:pt x="1799050" y="382429"/>
                </a:lnTo>
                <a:lnTo>
                  <a:pt x="1800686" y="377512"/>
                </a:lnTo>
                <a:lnTo>
                  <a:pt x="1801504" y="375970"/>
                </a:lnTo>
                <a:lnTo>
                  <a:pt x="1805592" y="388596"/>
                </a:lnTo>
                <a:lnTo>
                  <a:pt x="1808046" y="382429"/>
                </a:lnTo>
                <a:lnTo>
                  <a:pt x="1808863" y="384605"/>
                </a:lnTo>
                <a:lnTo>
                  <a:pt x="1811317" y="392341"/>
                </a:lnTo>
                <a:lnTo>
                  <a:pt x="1813770" y="389488"/>
                </a:lnTo>
                <a:lnTo>
                  <a:pt x="1816223" y="389144"/>
                </a:lnTo>
                <a:lnTo>
                  <a:pt x="1819494" y="401864"/>
                </a:lnTo>
                <a:lnTo>
                  <a:pt x="1821130" y="401348"/>
                </a:lnTo>
                <a:lnTo>
                  <a:pt x="1821947" y="399130"/>
                </a:lnTo>
                <a:lnTo>
                  <a:pt x="1822765" y="401364"/>
                </a:lnTo>
                <a:lnTo>
                  <a:pt x="1824401" y="409034"/>
                </a:lnTo>
                <a:lnTo>
                  <a:pt x="1826036" y="403566"/>
                </a:lnTo>
                <a:lnTo>
                  <a:pt x="1829307" y="416963"/>
                </a:lnTo>
                <a:lnTo>
                  <a:pt x="1830943" y="414309"/>
                </a:lnTo>
                <a:lnTo>
                  <a:pt x="1835849" y="418367"/>
                </a:lnTo>
                <a:lnTo>
                  <a:pt x="1836667" y="416867"/>
                </a:lnTo>
                <a:lnTo>
                  <a:pt x="1840756" y="424758"/>
                </a:lnTo>
                <a:lnTo>
                  <a:pt x="1843209" y="422345"/>
                </a:lnTo>
                <a:lnTo>
                  <a:pt x="1844027" y="424458"/>
                </a:lnTo>
                <a:lnTo>
                  <a:pt x="1848933" y="441280"/>
                </a:lnTo>
                <a:lnTo>
                  <a:pt x="1850569" y="423401"/>
                </a:lnTo>
                <a:lnTo>
                  <a:pt x="1851387" y="436454"/>
                </a:lnTo>
                <a:lnTo>
                  <a:pt x="1853840" y="438041"/>
                </a:lnTo>
                <a:lnTo>
                  <a:pt x="1853022" y="435497"/>
                </a:lnTo>
                <a:lnTo>
                  <a:pt x="1854658" y="437664"/>
                </a:lnTo>
                <a:lnTo>
                  <a:pt x="1857929" y="438482"/>
                </a:lnTo>
                <a:lnTo>
                  <a:pt x="1860382" y="442592"/>
                </a:lnTo>
                <a:lnTo>
                  <a:pt x="1864471" y="433432"/>
                </a:lnTo>
                <a:lnTo>
                  <a:pt x="1868559" y="447670"/>
                </a:lnTo>
                <a:lnTo>
                  <a:pt x="1869377" y="447506"/>
                </a:lnTo>
                <a:lnTo>
                  <a:pt x="1870195" y="443449"/>
                </a:lnTo>
                <a:lnTo>
                  <a:pt x="1871830" y="448648"/>
                </a:lnTo>
                <a:lnTo>
                  <a:pt x="1873466" y="452008"/>
                </a:lnTo>
                <a:lnTo>
                  <a:pt x="1875101" y="443473"/>
                </a:lnTo>
                <a:lnTo>
                  <a:pt x="1875919" y="444447"/>
                </a:lnTo>
                <a:lnTo>
                  <a:pt x="1880008" y="453750"/>
                </a:lnTo>
                <a:lnTo>
                  <a:pt x="1882461" y="451756"/>
                </a:lnTo>
                <a:lnTo>
                  <a:pt x="1883279" y="450068"/>
                </a:lnTo>
                <a:lnTo>
                  <a:pt x="1884096" y="452391"/>
                </a:lnTo>
                <a:lnTo>
                  <a:pt x="1884914" y="459152"/>
                </a:lnTo>
                <a:lnTo>
                  <a:pt x="1887367" y="458224"/>
                </a:lnTo>
                <a:lnTo>
                  <a:pt x="1889003" y="460195"/>
                </a:lnTo>
                <a:lnTo>
                  <a:pt x="1892274" y="456818"/>
                </a:lnTo>
                <a:lnTo>
                  <a:pt x="1893909" y="453611"/>
                </a:lnTo>
                <a:lnTo>
                  <a:pt x="1895545" y="460506"/>
                </a:lnTo>
                <a:lnTo>
                  <a:pt x="1897998" y="453419"/>
                </a:lnTo>
                <a:lnTo>
                  <a:pt x="1898816" y="459330"/>
                </a:lnTo>
                <a:lnTo>
                  <a:pt x="1899634" y="459270"/>
                </a:lnTo>
                <a:lnTo>
                  <a:pt x="1900451" y="455144"/>
                </a:lnTo>
                <a:lnTo>
                  <a:pt x="1902087" y="460404"/>
                </a:lnTo>
                <a:lnTo>
                  <a:pt x="1902905" y="455904"/>
                </a:lnTo>
                <a:lnTo>
                  <a:pt x="1906176" y="461614"/>
                </a:lnTo>
                <a:lnTo>
                  <a:pt x="1908629" y="461385"/>
                </a:lnTo>
                <a:lnTo>
                  <a:pt x="1912718" y="466660"/>
                </a:lnTo>
                <a:lnTo>
                  <a:pt x="1915171" y="465328"/>
                </a:lnTo>
                <a:lnTo>
                  <a:pt x="1915989" y="470614"/>
                </a:lnTo>
                <a:lnTo>
                  <a:pt x="1917624" y="468556"/>
                </a:lnTo>
                <a:lnTo>
                  <a:pt x="1918442" y="461921"/>
                </a:lnTo>
                <a:lnTo>
                  <a:pt x="1920895" y="463418"/>
                </a:lnTo>
                <a:lnTo>
                  <a:pt x="1921713" y="465437"/>
                </a:lnTo>
                <a:lnTo>
                  <a:pt x="1922531" y="454142"/>
                </a:lnTo>
                <a:lnTo>
                  <a:pt x="1924984" y="458091"/>
                </a:lnTo>
                <a:lnTo>
                  <a:pt x="1925802" y="469664"/>
                </a:lnTo>
                <a:lnTo>
                  <a:pt x="1928255" y="466109"/>
                </a:lnTo>
                <a:lnTo>
                  <a:pt x="1931526" y="467438"/>
                </a:lnTo>
                <a:lnTo>
                  <a:pt x="1933162" y="483332"/>
                </a:lnTo>
                <a:lnTo>
                  <a:pt x="1933979" y="465330"/>
                </a:lnTo>
                <a:lnTo>
                  <a:pt x="1935615" y="470543"/>
                </a:lnTo>
                <a:lnTo>
                  <a:pt x="1936433" y="481889"/>
                </a:lnTo>
                <a:lnTo>
                  <a:pt x="1938068" y="475056"/>
                </a:lnTo>
                <a:lnTo>
                  <a:pt x="1942975" y="449005"/>
                </a:lnTo>
                <a:lnTo>
                  <a:pt x="1946246" y="470482"/>
                </a:lnTo>
                <a:lnTo>
                  <a:pt x="1947063" y="466464"/>
                </a:lnTo>
                <a:lnTo>
                  <a:pt x="1948699" y="465725"/>
                </a:lnTo>
                <a:lnTo>
                  <a:pt x="1950334" y="470659"/>
                </a:lnTo>
                <a:lnTo>
                  <a:pt x="1953605" y="464502"/>
                </a:lnTo>
                <a:lnTo>
                  <a:pt x="1955241" y="471497"/>
                </a:lnTo>
                <a:lnTo>
                  <a:pt x="1956059" y="464266"/>
                </a:lnTo>
                <a:lnTo>
                  <a:pt x="1956876" y="462277"/>
                </a:lnTo>
                <a:lnTo>
                  <a:pt x="1960147" y="471385"/>
                </a:lnTo>
                <a:lnTo>
                  <a:pt x="1963418" y="455116"/>
                </a:lnTo>
                <a:lnTo>
                  <a:pt x="1967507" y="473278"/>
                </a:lnTo>
                <a:lnTo>
                  <a:pt x="1968325" y="468143"/>
                </a:lnTo>
                <a:lnTo>
                  <a:pt x="1970778" y="471055"/>
                </a:lnTo>
                <a:lnTo>
                  <a:pt x="1975684" y="466298"/>
                </a:lnTo>
                <a:lnTo>
                  <a:pt x="1976502" y="463085"/>
                </a:lnTo>
                <a:lnTo>
                  <a:pt x="1978138" y="474916"/>
                </a:lnTo>
                <a:lnTo>
                  <a:pt x="1978955" y="458160"/>
                </a:lnTo>
                <a:lnTo>
                  <a:pt x="1983044" y="480250"/>
                </a:lnTo>
                <a:lnTo>
                  <a:pt x="1983862" y="474437"/>
                </a:lnTo>
                <a:lnTo>
                  <a:pt x="1985497" y="467999"/>
                </a:lnTo>
                <a:lnTo>
                  <a:pt x="1986315" y="468359"/>
                </a:lnTo>
                <a:lnTo>
                  <a:pt x="1987133" y="474561"/>
                </a:lnTo>
                <a:lnTo>
                  <a:pt x="1988768" y="470597"/>
                </a:lnTo>
                <a:lnTo>
                  <a:pt x="1989586" y="468416"/>
                </a:lnTo>
                <a:lnTo>
                  <a:pt x="1990404" y="477239"/>
                </a:lnTo>
                <a:lnTo>
                  <a:pt x="1992857" y="474046"/>
                </a:lnTo>
                <a:lnTo>
                  <a:pt x="1993675" y="475139"/>
                </a:lnTo>
                <a:lnTo>
                  <a:pt x="1994493" y="481694"/>
                </a:lnTo>
                <a:lnTo>
                  <a:pt x="1996128" y="473909"/>
                </a:lnTo>
                <a:lnTo>
                  <a:pt x="1996946" y="473039"/>
                </a:lnTo>
                <a:lnTo>
                  <a:pt x="1998581" y="479749"/>
                </a:lnTo>
                <a:lnTo>
                  <a:pt x="2000217" y="476456"/>
                </a:lnTo>
                <a:lnTo>
                  <a:pt x="2001852" y="466620"/>
                </a:lnTo>
                <a:lnTo>
                  <a:pt x="2002670" y="476637"/>
                </a:lnTo>
                <a:lnTo>
                  <a:pt x="2004306" y="478487"/>
                </a:lnTo>
                <a:lnTo>
                  <a:pt x="2005123" y="481435"/>
                </a:lnTo>
                <a:lnTo>
                  <a:pt x="2005941" y="479145"/>
                </a:lnTo>
                <a:lnTo>
                  <a:pt x="2007577" y="465536"/>
                </a:lnTo>
                <a:lnTo>
                  <a:pt x="2008395" y="472037"/>
                </a:lnTo>
                <a:lnTo>
                  <a:pt x="2009212" y="483656"/>
                </a:lnTo>
                <a:lnTo>
                  <a:pt x="2010848" y="466756"/>
                </a:lnTo>
                <a:lnTo>
                  <a:pt x="2012483" y="475897"/>
                </a:lnTo>
                <a:lnTo>
                  <a:pt x="2013301" y="469529"/>
                </a:lnTo>
                <a:lnTo>
                  <a:pt x="2015754" y="464171"/>
                </a:lnTo>
                <a:lnTo>
                  <a:pt x="2016572" y="464939"/>
                </a:lnTo>
                <a:lnTo>
                  <a:pt x="2017390" y="480162"/>
                </a:lnTo>
                <a:lnTo>
                  <a:pt x="2018208" y="464117"/>
                </a:lnTo>
                <a:lnTo>
                  <a:pt x="2019025" y="452160"/>
                </a:lnTo>
                <a:lnTo>
                  <a:pt x="2020661" y="462269"/>
                </a:lnTo>
                <a:lnTo>
                  <a:pt x="2021479" y="481202"/>
                </a:lnTo>
                <a:lnTo>
                  <a:pt x="2023114" y="456894"/>
                </a:lnTo>
                <a:lnTo>
                  <a:pt x="2024750" y="479454"/>
                </a:lnTo>
                <a:lnTo>
                  <a:pt x="2026385" y="459087"/>
                </a:lnTo>
                <a:lnTo>
                  <a:pt x="2028021" y="476766"/>
                </a:lnTo>
                <a:lnTo>
                  <a:pt x="2031292" y="475272"/>
                </a:lnTo>
                <a:lnTo>
                  <a:pt x="2032109" y="474212"/>
                </a:lnTo>
                <a:lnTo>
                  <a:pt x="2033745" y="458606"/>
                </a:lnTo>
                <a:lnTo>
                  <a:pt x="2034563" y="466919"/>
                </a:lnTo>
                <a:lnTo>
                  <a:pt x="2035380" y="485036"/>
                </a:lnTo>
                <a:lnTo>
                  <a:pt x="2037016" y="464499"/>
                </a:lnTo>
                <a:lnTo>
                  <a:pt x="2043558" y="487698"/>
                </a:lnTo>
                <a:lnTo>
                  <a:pt x="2045193" y="474806"/>
                </a:lnTo>
                <a:lnTo>
                  <a:pt x="2046011" y="479587"/>
                </a:lnTo>
                <a:lnTo>
                  <a:pt x="2047647" y="454135"/>
                </a:lnTo>
                <a:lnTo>
                  <a:pt x="2048464" y="465454"/>
                </a:lnTo>
                <a:lnTo>
                  <a:pt x="2050100" y="486879"/>
                </a:lnTo>
                <a:lnTo>
                  <a:pt x="2051735" y="471155"/>
                </a:lnTo>
                <a:lnTo>
                  <a:pt x="2055006" y="481457"/>
                </a:lnTo>
                <a:lnTo>
                  <a:pt x="2059095" y="470410"/>
                </a:lnTo>
                <a:lnTo>
                  <a:pt x="2059913" y="470862"/>
                </a:lnTo>
                <a:lnTo>
                  <a:pt x="2062366" y="489747"/>
                </a:lnTo>
                <a:lnTo>
                  <a:pt x="2063184" y="477875"/>
                </a:lnTo>
                <a:lnTo>
                  <a:pt x="2064001" y="483369"/>
                </a:lnTo>
                <a:lnTo>
                  <a:pt x="2064819" y="478103"/>
                </a:lnTo>
                <a:lnTo>
                  <a:pt x="2067272" y="462043"/>
                </a:lnTo>
                <a:lnTo>
                  <a:pt x="2068090" y="473109"/>
                </a:lnTo>
                <a:lnTo>
                  <a:pt x="2068908" y="492982"/>
                </a:lnTo>
                <a:lnTo>
                  <a:pt x="2070543" y="484203"/>
                </a:lnTo>
                <a:lnTo>
                  <a:pt x="2071361" y="475139"/>
                </a:lnTo>
                <a:lnTo>
                  <a:pt x="2072997" y="479991"/>
                </a:lnTo>
                <a:lnTo>
                  <a:pt x="2074632" y="494917"/>
                </a:lnTo>
                <a:lnTo>
                  <a:pt x="2076268" y="482205"/>
                </a:lnTo>
                <a:lnTo>
                  <a:pt x="2078721" y="465617"/>
                </a:lnTo>
                <a:lnTo>
                  <a:pt x="2079539" y="473325"/>
                </a:lnTo>
                <a:lnTo>
                  <a:pt x="2081174" y="485798"/>
                </a:lnTo>
                <a:lnTo>
                  <a:pt x="2082810" y="479984"/>
                </a:lnTo>
                <a:lnTo>
                  <a:pt x="2084445" y="478622"/>
                </a:lnTo>
                <a:lnTo>
                  <a:pt x="2085263" y="482534"/>
                </a:lnTo>
                <a:lnTo>
                  <a:pt x="2088534" y="467719"/>
                </a:lnTo>
                <a:lnTo>
                  <a:pt x="2091805" y="477341"/>
                </a:lnTo>
                <a:lnTo>
                  <a:pt x="2095076" y="455923"/>
                </a:lnTo>
                <a:lnTo>
                  <a:pt x="2096712" y="465924"/>
                </a:lnTo>
                <a:lnTo>
                  <a:pt x="2097529" y="466565"/>
                </a:lnTo>
                <a:lnTo>
                  <a:pt x="2098347" y="459043"/>
                </a:lnTo>
                <a:lnTo>
                  <a:pt x="2099165" y="473062"/>
                </a:lnTo>
                <a:lnTo>
                  <a:pt x="2099983" y="471813"/>
                </a:lnTo>
                <a:lnTo>
                  <a:pt x="2100800" y="477074"/>
                </a:lnTo>
                <a:lnTo>
                  <a:pt x="2101618" y="464360"/>
                </a:lnTo>
                <a:lnTo>
                  <a:pt x="2102436" y="463425"/>
                </a:lnTo>
                <a:lnTo>
                  <a:pt x="2103254" y="453237"/>
                </a:lnTo>
                <a:lnTo>
                  <a:pt x="2104071" y="482261"/>
                </a:lnTo>
                <a:lnTo>
                  <a:pt x="2104889" y="451489"/>
                </a:lnTo>
                <a:lnTo>
                  <a:pt x="2105707" y="457448"/>
                </a:lnTo>
                <a:lnTo>
                  <a:pt x="2106525" y="456663"/>
                </a:lnTo>
                <a:lnTo>
                  <a:pt x="2107342" y="461172"/>
                </a:lnTo>
                <a:lnTo>
                  <a:pt x="2109796" y="458100"/>
                </a:lnTo>
                <a:lnTo>
                  <a:pt x="2111431" y="453207"/>
                </a:lnTo>
                <a:lnTo>
                  <a:pt x="2112249" y="466906"/>
                </a:lnTo>
                <a:lnTo>
                  <a:pt x="2114702" y="458119"/>
                </a:lnTo>
                <a:lnTo>
                  <a:pt x="2118791" y="453105"/>
                </a:lnTo>
                <a:lnTo>
                  <a:pt x="2119609" y="450775"/>
                </a:lnTo>
                <a:lnTo>
                  <a:pt x="2120426" y="456859"/>
                </a:lnTo>
                <a:lnTo>
                  <a:pt x="2122062" y="468466"/>
                </a:lnTo>
                <a:lnTo>
                  <a:pt x="2122880" y="465128"/>
                </a:lnTo>
                <a:lnTo>
                  <a:pt x="2125333" y="454051"/>
                </a:lnTo>
                <a:lnTo>
                  <a:pt x="2126151" y="457854"/>
                </a:lnTo>
                <a:lnTo>
                  <a:pt x="2126968" y="456418"/>
                </a:lnTo>
                <a:lnTo>
                  <a:pt x="2127786" y="459116"/>
                </a:lnTo>
                <a:lnTo>
                  <a:pt x="2128604" y="461604"/>
                </a:lnTo>
                <a:lnTo>
                  <a:pt x="2129422" y="461113"/>
                </a:lnTo>
                <a:lnTo>
                  <a:pt x="2133510" y="442807"/>
                </a:lnTo>
                <a:lnTo>
                  <a:pt x="2135146" y="463921"/>
                </a:lnTo>
                <a:lnTo>
                  <a:pt x="2136781" y="451936"/>
                </a:lnTo>
                <a:lnTo>
                  <a:pt x="2137599" y="448002"/>
                </a:lnTo>
                <a:lnTo>
                  <a:pt x="2139234" y="464668"/>
                </a:lnTo>
                <a:lnTo>
                  <a:pt x="2140052" y="463900"/>
                </a:lnTo>
                <a:lnTo>
                  <a:pt x="2140870" y="449428"/>
                </a:lnTo>
                <a:lnTo>
                  <a:pt x="2143323" y="453231"/>
                </a:lnTo>
                <a:lnTo>
                  <a:pt x="2144959" y="452211"/>
                </a:lnTo>
                <a:lnTo>
                  <a:pt x="2145776" y="455623"/>
                </a:lnTo>
                <a:lnTo>
                  <a:pt x="2147412" y="453821"/>
                </a:lnTo>
                <a:lnTo>
                  <a:pt x="2149865" y="442480"/>
                </a:lnTo>
                <a:lnTo>
                  <a:pt x="2151501" y="450910"/>
                </a:lnTo>
                <a:lnTo>
                  <a:pt x="2152318" y="455501"/>
                </a:lnTo>
                <a:lnTo>
                  <a:pt x="2153136" y="443173"/>
                </a:lnTo>
                <a:lnTo>
                  <a:pt x="2156407" y="456926"/>
                </a:lnTo>
                <a:lnTo>
                  <a:pt x="2158860" y="436915"/>
                </a:lnTo>
                <a:lnTo>
                  <a:pt x="2160496" y="457563"/>
                </a:lnTo>
                <a:lnTo>
                  <a:pt x="2161314" y="443004"/>
                </a:lnTo>
                <a:lnTo>
                  <a:pt x="2162131" y="438635"/>
                </a:lnTo>
                <a:lnTo>
                  <a:pt x="2162949" y="445324"/>
                </a:lnTo>
                <a:lnTo>
                  <a:pt x="2165402" y="453215"/>
                </a:lnTo>
                <a:lnTo>
                  <a:pt x="2166220" y="452000"/>
                </a:lnTo>
                <a:lnTo>
                  <a:pt x="2167038" y="451607"/>
                </a:lnTo>
                <a:lnTo>
                  <a:pt x="2168673" y="453989"/>
                </a:lnTo>
                <a:lnTo>
                  <a:pt x="2171944" y="441266"/>
                </a:lnTo>
                <a:lnTo>
                  <a:pt x="2173580" y="461315"/>
                </a:lnTo>
                <a:lnTo>
                  <a:pt x="2174398" y="450310"/>
                </a:lnTo>
                <a:lnTo>
                  <a:pt x="2176851" y="431706"/>
                </a:lnTo>
                <a:lnTo>
                  <a:pt x="2177669" y="440803"/>
                </a:lnTo>
                <a:lnTo>
                  <a:pt x="2179304" y="460160"/>
                </a:lnTo>
                <a:lnTo>
                  <a:pt x="2181758" y="452490"/>
                </a:lnTo>
                <a:lnTo>
                  <a:pt x="2182575" y="452852"/>
                </a:lnTo>
                <a:lnTo>
                  <a:pt x="2183393" y="457074"/>
                </a:lnTo>
                <a:lnTo>
                  <a:pt x="2185029" y="453901"/>
                </a:lnTo>
                <a:lnTo>
                  <a:pt x="2188300" y="441265"/>
                </a:lnTo>
                <a:lnTo>
                  <a:pt x="2187482" y="458921"/>
                </a:lnTo>
                <a:lnTo>
                  <a:pt x="2189117" y="442194"/>
                </a:lnTo>
                <a:lnTo>
                  <a:pt x="2189935" y="447477"/>
                </a:lnTo>
                <a:lnTo>
                  <a:pt x="2190753" y="441036"/>
                </a:lnTo>
                <a:lnTo>
                  <a:pt x="2191571" y="440934"/>
                </a:lnTo>
                <a:lnTo>
                  <a:pt x="2192388" y="441007"/>
                </a:lnTo>
                <a:lnTo>
                  <a:pt x="2194842" y="459361"/>
                </a:lnTo>
                <a:lnTo>
                  <a:pt x="2196477" y="454887"/>
                </a:lnTo>
                <a:lnTo>
                  <a:pt x="2197295" y="459179"/>
                </a:lnTo>
                <a:lnTo>
                  <a:pt x="2200566" y="440102"/>
                </a:lnTo>
                <a:lnTo>
                  <a:pt x="2202201" y="458674"/>
                </a:lnTo>
                <a:lnTo>
                  <a:pt x="2203019" y="449234"/>
                </a:lnTo>
                <a:lnTo>
                  <a:pt x="2203837" y="440883"/>
                </a:lnTo>
                <a:lnTo>
                  <a:pt x="2205472" y="448482"/>
                </a:lnTo>
                <a:lnTo>
                  <a:pt x="2207108" y="453779"/>
                </a:lnTo>
                <a:lnTo>
                  <a:pt x="2207926" y="450259"/>
                </a:lnTo>
                <a:lnTo>
                  <a:pt x="2210379" y="434987"/>
                </a:lnTo>
                <a:lnTo>
                  <a:pt x="2211197" y="452699"/>
                </a:lnTo>
                <a:lnTo>
                  <a:pt x="2213650" y="445145"/>
                </a:lnTo>
                <a:lnTo>
                  <a:pt x="2215285" y="441129"/>
                </a:lnTo>
                <a:lnTo>
                  <a:pt x="2218556" y="451247"/>
                </a:lnTo>
                <a:lnTo>
                  <a:pt x="2220192" y="435918"/>
                </a:lnTo>
                <a:lnTo>
                  <a:pt x="2221827" y="447907"/>
                </a:lnTo>
                <a:lnTo>
                  <a:pt x="2222645" y="448837"/>
                </a:lnTo>
                <a:lnTo>
                  <a:pt x="2224280" y="447395"/>
                </a:lnTo>
                <a:lnTo>
                  <a:pt x="2225098" y="457944"/>
                </a:lnTo>
                <a:lnTo>
                  <a:pt x="2226734" y="446533"/>
                </a:lnTo>
                <a:lnTo>
                  <a:pt x="2227551" y="430897"/>
                </a:lnTo>
                <a:lnTo>
                  <a:pt x="2229187" y="442849"/>
                </a:lnTo>
                <a:lnTo>
                  <a:pt x="2230822" y="462019"/>
                </a:lnTo>
                <a:lnTo>
                  <a:pt x="2231640" y="437824"/>
                </a:lnTo>
                <a:lnTo>
                  <a:pt x="2232458" y="445900"/>
                </a:lnTo>
                <a:lnTo>
                  <a:pt x="2234093" y="448423"/>
                </a:lnTo>
                <a:lnTo>
                  <a:pt x="2237364" y="426038"/>
                </a:lnTo>
                <a:lnTo>
                  <a:pt x="2239000" y="444572"/>
                </a:lnTo>
                <a:lnTo>
                  <a:pt x="2241453" y="443572"/>
                </a:lnTo>
                <a:lnTo>
                  <a:pt x="2242271" y="442918"/>
                </a:lnTo>
                <a:lnTo>
                  <a:pt x="2243089" y="447863"/>
                </a:lnTo>
                <a:lnTo>
                  <a:pt x="2243906" y="437064"/>
                </a:lnTo>
                <a:lnTo>
                  <a:pt x="2245542" y="430790"/>
                </a:lnTo>
                <a:lnTo>
                  <a:pt x="2246360" y="434260"/>
                </a:lnTo>
                <a:lnTo>
                  <a:pt x="2247177" y="441245"/>
                </a:lnTo>
                <a:lnTo>
                  <a:pt x="2247995" y="426528"/>
                </a:lnTo>
                <a:lnTo>
                  <a:pt x="2249631" y="426924"/>
                </a:lnTo>
                <a:lnTo>
                  <a:pt x="2252902" y="444866"/>
                </a:lnTo>
                <a:lnTo>
                  <a:pt x="2251266" y="425607"/>
                </a:lnTo>
                <a:lnTo>
                  <a:pt x="2253719" y="444708"/>
                </a:lnTo>
                <a:lnTo>
                  <a:pt x="2254537" y="444383"/>
                </a:lnTo>
                <a:lnTo>
                  <a:pt x="2256173" y="427553"/>
                </a:lnTo>
                <a:lnTo>
                  <a:pt x="2257808" y="438471"/>
                </a:lnTo>
                <a:lnTo>
                  <a:pt x="2258626" y="431547"/>
                </a:lnTo>
                <a:lnTo>
                  <a:pt x="2259444" y="443887"/>
                </a:lnTo>
                <a:lnTo>
                  <a:pt x="2260261" y="435992"/>
                </a:lnTo>
                <a:lnTo>
                  <a:pt x="2261079" y="440993"/>
                </a:lnTo>
                <a:lnTo>
                  <a:pt x="2261897" y="430986"/>
                </a:lnTo>
                <a:lnTo>
                  <a:pt x="2262715" y="437296"/>
                </a:lnTo>
                <a:lnTo>
                  <a:pt x="2263533" y="431093"/>
                </a:lnTo>
                <a:lnTo>
                  <a:pt x="2264350" y="439054"/>
                </a:lnTo>
                <a:lnTo>
                  <a:pt x="2265986" y="432764"/>
                </a:lnTo>
                <a:lnTo>
                  <a:pt x="2267621" y="429474"/>
                </a:lnTo>
                <a:lnTo>
                  <a:pt x="2270075" y="442606"/>
                </a:lnTo>
                <a:lnTo>
                  <a:pt x="2274163" y="424843"/>
                </a:lnTo>
                <a:lnTo>
                  <a:pt x="2274981" y="424140"/>
                </a:lnTo>
                <a:lnTo>
                  <a:pt x="2276617" y="450074"/>
                </a:lnTo>
                <a:lnTo>
                  <a:pt x="2277434" y="422303"/>
                </a:lnTo>
                <a:lnTo>
                  <a:pt x="2278252" y="420999"/>
                </a:lnTo>
                <a:lnTo>
                  <a:pt x="2281523" y="440126"/>
                </a:lnTo>
                <a:lnTo>
                  <a:pt x="2282341" y="437862"/>
                </a:lnTo>
                <a:lnTo>
                  <a:pt x="2283976" y="425163"/>
                </a:lnTo>
                <a:lnTo>
                  <a:pt x="2284794" y="441669"/>
                </a:lnTo>
                <a:lnTo>
                  <a:pt x="2285612" y="424166"/>
                </a:lnTo>
                <a:lnTo>
                  <a:pt x="2286430" y="438068"/>
                </a:lnTo>
                <a:lnTo>
                  <a:pt x="2287247" y="424158"/>
                </a:lnTo>
                <a:lnTo>
                  <a:pt x="2288883" y="436287"/>
                </a:lnTo>
                <a:lnTo>
                  <a:pt x="2289701" y="438162"/>
                </a:lnTo>
                <a:lnTo>
                  <a:pt x="2290518" y="422388"/>
                </a:lnTo>
              </a:path>
            </a:pathLst>
          </a:custGeom>
          <a:noFill/>
          <a:ln w="2208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4"/>
          <p:cNvSpPr/>
          <p:nvPr/>
        </p:nvSpPr>
        <p:spPr>
          <a:xfrm>
            <a:off x="3741645" y="2160056"/>
            <a:ext cx="2290518" cy="589310"/>
          </a:xfrm>
          <a:custGeom>
            <a:avLst/>
            <a:gdLst/>
            <a:ahLst/>
            <a:cxnLst/>
            <a:rect l="l" t="t" r="r" b="b"/>
            <a:pathLst>
              <a:path w="2290518" h="589310">
                <a:moveTo>
                  <a:pt x="0" y="331010"/>
                </a:moveTo>
                <a:lnTo>
                  <a:pt x="818" y="324949"/>
                </a:lnTo>
                <a:lnTo>
                  <a:pt x="3271" y="329143"/>
                </a:lnTo>
                <a:lnTo>
                  <a:pt x="4907" y="321130"/>
                </a:lnTo>
                <a:lnTo>
                  <a:pt x="5725" y="326633"/>
                </a:lnTo>
                <a:lnTo>
                  <a:pt x="6542" y="328902"/>
                </a:lnTo>
                <a:lnTo>
                  <a:pt x="9813" y="317612"/>
                </a:lnTo>
                <a:lnTo>
                  <a:pt x="10631" y="324264"/>
                </a:lnTo>
                <a:lnTo>
                  <a:pt x="12267" y="317174"/>
                </a:lnTo>
                <a:lnTo>
                  <a:pt x="13084" y="320024"/>
                </a:lnTo>
                <a:lnTo>
                  <a:pt x="21262" y="312835"/>
                </a:lnTo>
                <a:lnTo>
                  <a:pt x="23715" y="315380"/>
                </a:lnTo>
                <a:lnTo>
                  <a:pt x="24533" y="313755"/>
                </a:lnTo>
                <a:lnTo>
                  <a:pt x="26168" y="310661"/>
                </a:lnTo>
                <a:lnTo>
                  <a:pt x="27804" y="308961"/>
                </a:lnTo>
                <a:lnTo>
                  <a:pt x="28622" y="315820"/>
                </a:lnTo>
                <a:lnTo>
                  <a:pt x="30257" y="309353"/>
                </a:lnTo>
                <a:lnTo>
                  <a:pt x="33528" y="306723"/>
                </a:lnTo>
                <a:lnTo>
                  <a:pt x="35981" y="304676"/>
                </a:lnTo>
                <a:lnTo>
                  <a:pt x="37617" y="309184"/>
                </a:lnTo>
                <a:lnTo>
                  <a:pt x="38435" y="309049"/>
                </a:lnTo>
                <a:lnTo>
                  <a:pt x="40888" y="303641"/>
                </a:lnTo>
                <a:lnTo>
                  <a:pt x="41706" y="305578"/>
                </a:lnTo>
                <a:lnTo>
                  <a:pt x="43341" y="305233"/>
                </a:lnTo>
                <a:lnTo>
                  <a:pt x="44977" y="302044"/>
                </a:lnTo>
                <a:lnTo>
                  <a:pt x="46612" y="302999"/>
                </a:lnTo>
                <a:lnTo>
                  <a:pt x="54790" y="302976"/>
                </a:lnTo>
                <a:lnTo>
                  <a:pt x="56425" y="297609"/>
                </a:lnTo>
                <a:lnTo>
                  <a:pt x="58061" y="300582"/>
                </a:lnTo>
                <a:lnTo>
                  <a:pt x="60514" y="301843"/>
                </a:lnTo>
                <a:lnTo>
                  <a:pt x="61332" y="301309"/>
                </a:lnTo>
                <a:lnTo>
                  <a:pt x="62149" y="298902"/>
                </a:lnTo>
                <a:lnTo>
                  <a:pt x="62967" y="303618"/>
                </a:lnTo>
                <a:lnTo>
                  <a:pt x="63785" y="302675"/>
                </a:lnTo>
                <a:lnTo>
                  <a:pt x="70327" y="297679"/>
                </a:lnTo>
                <a:lnTo>
                  <a:pt x="73598" y="301413"/>
                </a:lnTo>
                <a:lnTo>
                  <a:pt x="76869" y="298549"/>
                </a:lnTo>
                <a:lnTo>
                  <a:pt x="79322" y="297284"/>
                </a:lnTo>
                <a:lnTo>
                  <a:pt x="80140" y="301451"/>
                </a:lnTo>
                <a:lnTo>
                  <a:pt x="84229" y="296559"/>
                </a:lnTo>
                <a:lnTo>
                  <a:pt x="85864" y="299373"/>
                </a:lnTo>
                <a:lnTo>
                  <a:pt x="87500" y="298430"/>
                </a:lnTo>
                <a:lnTo>
                  <a:pt x="88317" y="297440"/>
                </a:lnTo>
                <a:lnTo>
                  <a:pt x="89953" y="300093"/>
                </a:lnTo>
                <a:lnTo>
                  <a:pt x="94042" y="298663"/>
                </a:lnTo>
                <a:lnTo>
                  <a:pt x="95677" y="296899"/>
                </a:lnTo>
                <a:lnTo>
                  <a:pt x="96495" y="299576"/>
                </a:lnTo>
                <a:lnTo>
                  <a:pt x="98130" y="301453"/>
                </a:lnTo>
                <a:lnTo>
                  <a:pt x="98948" y="298385"/>
                </a:lnTo>
                <a:lnTo>
                  <a:pt x="103855" y="294363"/>
                </a:lnTo>
                <a:lnTo>
                  <a:pt x="107943" y="296262"/>
                </a:lnTo>
                <a:lnTo>
                  <a:pt x="119392" y="291974"/>
                </a:lnTo>
                <a:lnTo>
                  <a:pt x="122663" y="295298"/>
                </a:lnTo>
                <a:lnTo>
                  <a:pt x="125934" y="292994"/>
                </a:lnTo>
                <a:lnTo>
                  <a:pt x="127569" y="295260"/>
                </a:lnTo>
                <a:lnTo>
                  <a:pt x="130023" y="294535"/>
                </a:lnTo>
                <a:lnTo>
                  <a:pt x="130840" y="297868"/>
                </a:lnTo>
                <a:lnTo>
                  <a:pt x="133294" y="295931"/>
                </a:lnTo>
                <a:lnTo>
                  <a:pt x="134929" y="296877"/>
                </a:lnTo>
                <a:lnTo>
                  <a:pt x="138200" y="293832"/>
                </a:lnTo>
                <a:lnTo>
                  <a:pt x="145560" y="293164"/>
                </a:lnTo>
                <a:lnTo>
                  <a:pt x="149649" y="295418"/>
                </a:lnTo>
                <a:lnTo>
                  <a:pt x="153737" y="292000"/>
                </a:lnTo>
                <a:lnTo>
                  <a:pt x="156191" y="293862"/>
                </a:lnTo>
                <a:lnTo>
                  <a:pt x="157008" y="290699"/>
                </a:lnTo>
                <a:lnTo>
                  <a:pt x="157826" y="290188"/>
                </a:lnTo>
                <a:lnTo>
                  <a:pt x="162733" y="297847"/>
                </a:lnTo>
                <a:lnTo>
                  <a:pt x="166004" y="294180"/>
                </a:lnTo>
                <a:lnTo>
                  <a:pt x="174181" y="294611"/>
                </a:lnTo>
                <a:lnTo>
                  <a:pt x="176634" y="292490"/>
                </a:lnTo>
                <a:lnTo>
                  <a:pt x="177452" y="293056"/>
                </a:lnTo>
                <a:lnTo>
                  <a:pt x="179905" y="295397"/>
                </a:lnTo>
                <a:lnTo>
                  <a:pt x="180723" y="292501"/>
                </a:lnTo>
                <a:lnTo>
                  <a:pt x="181541" y="292135"/>
                </a:lnTo>
                <a:lnTo>
                  <a:pt x="182359" y="296601"/>
                </a:lnTo>
                <a:lnTo>
                  <a:pt x="184812" y="293081"/>
                </a:lnTo>
                <a:lnTo>
                  <a:pt x="185630" y="293903"/>
                </a:lnTo>
                <a:lnTo>
                  <a:pt x="186447" y="292129"/>
                </a:lnTo>
                <a:lnTo>
                  <a:pt x="188083" y="287241"/>
                </a:lnTo>
                <a:lnTo>
                  <a:pt x="189718" y="288860"/>
                </a:lnTo>
                <a:lnTo>
                  <a:pt x="194625" y="285982"/>
                </a:lnTo>
                <a:lnTo>
                  <a:pt x="198714" y="291443"/>
                </a:lnTo>
                <a:lnTo>
                  <a:pt x="199531" y="287278"/>
                </a:lnTo>
                <a:lnTo>
                  <a:pt x="201985" y="290423"/>
                </a:lnTo>
                <a:lnTo>
                  <a:pt x="202802" y="291730"/>
                </a:lnTo>
                <a:lnTo>
                  <a:pt x="203620" y="288198"/>
                </a:lnTo>
                <a:lnTo>
                  <a:pt x="206073" y="288928"/>
                </a:lnTo>
                <a:lnTo>
                  <a:pt x="208527" y="289915"/>
                </a:lnTo>
                <a:lnTo>
                  <a:pt x="209344" y="289080"/>
                </a:lnTo>
                <a:lnTo>
                  <a:pt x="210980" y="291347"/>
                </a:lnTo>
                <a:lnTo>
                  <a:pt x="213433" y="293542"/>
                </a:lnTo>
                <a:lnTo>
                  <a:pt x="214251" y="293189"/>
                </a:lnTo>
                <a:lnTo>
                  <a:pt x="217522" y="291196"/>
                </a:lnTo>
                <a:lnTo>
                  <a:pt x="219157" y="292780"/>
                </a:lnTo>
                <a:lnTo>
                  <a:pt x="219975" y="290305"/>
                </a:lnTo>
                <a:lnTo>
                  <a:pt x="233877" y="288569"/>
                </a:lnTo>
                <a:lnTo>
                  <a:pt x="237148" y="285355"/>
                </a:lnTo>
                <a:lnTo>
                  <a:pt x="240419" y="291472"/>
                </a:lnTo>
                <a:lnTo>
                  <a:pt x="245325" y="285840"/>
                </a:lnTo>
                <a:lnTo>
                  <a:pt x="248596" y="289002"/>
                </a:lnTo>
                <a:lnTo>
                  <a:pt x="251867" y="287426"/>
                </a:lnTo>
                <a:lnTo>
                  <a:pt x="255956" y="288897"/>
                </a:lnTo>
                <a:lnTo>
                  <a:pt x="258409" y="290992"/>
                </a:lnTo>
                <a:lnTo>
                  <a:pt x="260045" y="281032"/>
                </a:lnTo>
                <a:lnTo>
                  <a:pt x="260863" y="279352"/>
                </a:lnTo>
                <a:lnTo>
                  <a:pt x="261680" y="283780"/>
                </a:lnTo>
                <a:lnTo>
                  <a:pt x="264134" y="281596"/>
                </a:lnTo>
                <a:lnTo>
                  <a:pt x="264951" y="280168"/>
                </a:lnTo>
                <a:lnTo>
                  <a:pt x="266587" y="288747"/>
                </a:lnTo>
                <a:lnTo>
                  <a:pt x="268222" y="284403"/>
                </a:lnTo>
                <a:lnTo>
                  <a:pt x="271493" y="283246"/>
                </a:lnTo>
                <a:lnTo>
                  <a:pt x="272311" y="277433"/>
                </a:lnTo>
                <a:lnTo>
                  <a:pt x="273947" y="282474"/>
                </a:lnTo>
                <a:lnTo>
                  <a:pt x="274764" y="286277"/>
                </a:lnTo>
                <a:lnTo>
                  <a:pt x="276400" y="279843"/>
                </a:lnTo>
                <a:lnTo>
                  <a:pt x="278035" y="285822"/>
                </a:lnTo>
                <a:lnTo>
                  <a:pt x="278853" y="284211"/>
                </a:lnTo>
                <a:lnTo>
                  <a:pt x="280489" y="279263"/>
                </a:lnTo>
                <a:lnTo>
                  <a:pt x="282124" y="282351"/>
                </a:lnTo>
                <a:lnTo>
                  <a:pt x="290302" y="280673"/>
                </a:lnTo>
                <a:lnTo>
                  <a:pt x="291119" y="280423"/>
                </a:lnTo>
                <a:lnTo>
                  <a:pt x="291937" y="283868"/>
                </a:lnTo>
                <a:lnTo>
                  <a:pt x="294390" y="281898"/>
                </a:lnTo>
                <a:lnTo>
                  <a:pt x="297661" y="280362"/>
                </a:lnTo>
                <a:lnTo>
                  <a:pt x="298479" y="284838"/>
                </a:lnTo>
                <a:lnTo>
                  <a:pt x="300932" y="281808"/>
                </a:lnTo>
                <a:lnTo>
                  <a:pt x="305021" y="279754"/>
                </a:lnTo>
                <a:lnTo>
                  <a:pt x="305839" y="281310"/>
                </a:lnTo>
                <a:lnTo>
                  <a:pt x="309928" y="284039"/>
                </a:lnTo>
                <a:lnTo>
                  <a:pt x="310745" y="284414"/>
                </a:lnTo>
                <a:lnTo>
                  <a:pt x="314016" y="280789"/>
                </a:lnTo>
                <a:lnTo>
                  <a:pt x="317287" y="284762"/>
                </a:lnTo>
                <a:lnTo>
                  <a:pt x="322194" y="277784"/>
                </a:lnTo>
                <a:lnTo>
                  <a:pt x="324647" y="284177"/>
                </a:lnTo>
                <a:lnTo>
                  <a:pt x="326283" y="282903"/>
                </a:lnTo>
                <a:lnTo>
                  <a:pt x="327918" y="279720"/>
                </a:lnTo>
                <a:lnTo>
                  <a:pt x="329554" y="280535"/>
                </a:lnTo>
                <a:lnTo>
                  <a:pt x="331189" y="280454"/>
                </a:lnTo>
                <a:lnTo>
                  <a:pt x="332007" y="281984"/>
                </a:lnTo>
                <a:lnTo>
                  <a:pt x="332825" y="283243"/>
                </a:lnTo>
                <a:lnTo>
                  <a:pt x="334460" y="281216"/>
                </a:lnTo>
                <a:lnTo>
                  <a:pt x="335278" y="279327"/>
                </a:lnTo>
                <a:lnTo>
                  <a:pt x="336096" y="281253"/>
                </a:lnTo>
                <a:lnTo>
                  <a:pt x="337731" y="283230"/>
                </a:lnTo>
                <a:lnTo>
                  <a:pt x="339367" y="282178"/>
                </a:lnTo>
                <a:lnTo>
                  <a:pt x="348362" y="282723"/>
                </a:lnTo>
                <a:lnTo>
                  <a:pt x="358993" y="285009"/>
                </a:lnTo>
                <a:lnTo>
                  <a:pt x="360628" y="288975"/>
                </a:lnTo>
                <a:lnTo>
                  <a:pt x="361446" y="287687"/>
                </a:lnTo>
                <a:lnTo>
                  <a:pt x="362264" y="282057"/>
                </a:lnTo>
                <a:lnTo>
                  <a:pt x="364717" y="283280"/>
                </a:lnTo>
                <a:lnTo>
                  <a:pt x="365535" y="282236"/>
                </a:lnTo>
                <a:lnTo>
                  <a:pt x="367988" y="292497"/>
                </a:lnTo>
                <a:lnTo>
                  <a:pt x="368806" y="285701"/>
                </a:lnTo>
                <a:lnTo>
                  <a:pt x="371259" y="286908"/>
                </a:lnTo>
                <a:lnTo>
                  <a:pt x="372077" y="285053"/>
                </a:lnTo>
                <a:lnTo>
                  <a:pt x="373712" y="281270"/>
                </a:lnTo>
                <a:lnTo>
                  <a:pt x="374530" y="283876"/>
                </a:lnTo>
                <a:lnTo>
                  <a:pt x="375348" y="286868"/>
                </a:lnTo>
                <a:lnTo>
                  <a:pt x="377801" y="285341"/>
                </a:lnTo>
                <a:lnTo>
                  <a:pt x="378619" y="285026"/>
                </a:lnTo>
                <a:lnTo>
                  <a:pt x="379436" y="287448"/>
                </a:lnTo>
                <a:lnTo>
                  <a:pt x="380254" y="288563"/>
                </a:lnTo>
                <a:lnTo>
                  <a:pt x="381072" y="286940"/>
                </a:lnTo>
                <a:lnTo>
                  <a:pt x="383525" y="285135"/>
                </a:lnTo>
                <a:lnTo>
                  <a:pt x="384343" y="285973"/>
                </a:lnTo>
                <a:lnTo>
                  <a:pt x="391703" y="284047"/>
                </a:lnTo>
                <a:lnTo>
                  <a:pt x="393338" y="287355"/>
                </a:lnTo>
                <a:lnTo>
                  <a:pt x="394974" y="284751"/>
                </a:lnTo>
                <a:lnTo>
                  <a:pt x="396609" y="283697"/>
                </a:lnTo>
                <a:lnTo>
                  <a:pt x="397427" y="286107"/>
                </a:lnTo>
                <a:lnTo>
                  <a:pt x="401516" y="285030"/>
                </a:lnTo>
                <a:lnTo>
                  <a:pt x="402333" y="282863"/>
                </a:lnTo>
                <a:lnTo>
                  <a:pt x="403151" y="285373"/>
                </a:lnTo>
                <a:lnTo>
                  <a:pt x="404787" y="287598"/>
                </a:lnTo>
                <a:lnTo>
                  <a:pt x="405604" y="281412"/>
                </a:lnTo>
                <a:lnTo>
                  <a:pt x="407240" y="285952"/>
                </a:lnTo>
                <a:lnTo>
                  <a:pt x="409693" y="287264"/>
                </a:lnTo>
                <a:lnTo>
                  <a:pt x="411329" y="283956"/>
                </a:lnTo>
                <a:lnTo>
                  <a:pt x="412964" y="286803"/>
                </a:lnTo>
                <a:lnTo>
                  <a:pt x="432590" y="287272"/>
                </a:lnTo>
                <a:lnTo>
                  <a:pt x="433408" y="288291"/>
                </a:lnTo>
                <a:lnTo>
                  <a:pt x="434226" y="285618"/>
                </a:lnTo>
                <a:lnTo>
                  <a:pt x="435043" y="283992"/>
                </a:lnTo>
                <a:lnTo>
                  <a:pt x="435861" y="286501"/>
                </a:lnTo>
                <a:lnTo>
                  <a:pt x="437497" y="285443"/>
                </a:lnTo>
                <a:lnTo>
                  <a:pt x="438314" y="287673"/>
                </a:lnTo>
                <a:lnTo>
                  <a:pt x="439132" y="284465"/>
                </a:lnTo>
                <a:lnTo>
                  <a:pt x="440768" y="286218"/>
                </a:lnTo>
                <a:lnTo>
                  <a:pt x="454669" y="281783"/>
                </a:lnTo>
                <a:lnTo>
                  <a:pt x="455487" y="279033"/>
                </a:lnTo>
                <a:lnTo>
                  <a:pt x="456305" y="282298"/>
                </a:lnTo>
                <a:lnTo>
                  <a:pt x="457123" y="285563"/>
                </a:lnTo>
                <a:lnTo>
                  <a:pt x="458758" y="279520"/>
                </a:lnTo>
                <a:lnTo>
                  <a:pt x="463665" y="282940"/>
                </a:lnTo>
                <a:lnTo>
                  <a:pt x="466936" y="279762"/>
                </a:lnTo>
                <a:lnTo>
                  <a:pt x="471842" y="280950"/>
                </a:lnTo>
                <a:lnTo>
                  <a:pt x="474295" y="276906"/>
                </a:lnTo>
                <a:lnTo>
                  <a:pt x="475113" y="279807"/>
                </a:lnTo>
                <a:lnTo>
                  <a:pt x="495557" y="279049"/>
                </a:lnTo>
                <a:lnTo>
                  <a:pt x="497192" y="281033"/>
                </a:lnTo>
                <a:lnTo>
                  <a:pt x="499646" y="277717"/>
                </a:lnTo>
                <a:lnTo>
                  <a:pt x="502099" y="277529"/>
                </a:lnTo>
                <a:lnTo>
                  <a:pt x="504552" y="280462"/>
                </a:lnTo>
                <a:lnTo>
                  <a:pt x="506188" y="275324"/>
                </a:lnTo>
                <a:lnTo>
                  <a:pt x="507005" y="278669"/>
                </a:lnTo>
                <a:lnTo>
                  <a:pt x="507823" y="279802"/>
                </a:lnTo>
                <a:lnTo>
                  <a:pt x="508641" y="277495"/>
                </a:lnTo>
                <a:lnTo>
                  <a:pt x="509459" y="273695"/>
                </a:lnTo>
                <a:lnTo>
                  <a:pt x="511094" y="276383"/>
                </a:lnTo>
                <a:lnTo>
                  <a:pt x="515183" y="277598"/>
                </a:lnTo>
                <a:lnTo>
                  <a:pt x="516818" y="278841"/>
                </a:lnTo>
                <a:lnTo>
                  <a:pt x="517636" y="277404"/>
                </a:lnTo>
                <a:lnTo>
                  <a:pt x="519272" y="272366"/>
                </a:lnTo>
                <a:lnTo>
                  <a:pt x="520907" y="273081"/>
                </a:lnTo>
                <a:lnTo>
                  <a:pt x="524996" y="273121"/>
                </a:lnTo>
                <a:lnTo>
                  <a:pt x="529902" y="272041"/>
                </a:lnTo>
                <a:lnTo>
                  <a:pt x="530720" y="272931"/>
                </a:lnTo>
                <a:lnTo>
                  <a:pt x="531538" y="269422"/>
                </a:lnTo>
                <a:lnTo>
                  <a:pt x="540533" y="269992"/>
                </a:lnTo>
                <a:lnTo>
                  <a:pt x="543804" y="268910"/>
                </a:lnTo>
                <a:lnTo>
                  <a:pt x="547893" y="269360"/>
                </a:lnTo>
                <a:lnTo>
                  <a:pt x="550346" y="266644"/>
                </a:lnTo>
                <a:lnTo>
                  <a:pt x="551164" y="269964"/>
                </a:lnTo>
                <a:lnTo>
                  <a:pt x="553617" y="268990"/>
                </a:lnTo>
                <a:lnTo>
                  <a:pt x="555253" y="266383"/>
                </a:lnTo>
                <a:lnTo>
                  <a:pt x="556888" y="267879"/>
                </a:lnTo>
                <a:lnTo>
                  <a:pt x="557706" y="267844"/>
                </a:lnTo>
                <a:lnTo>
                  <a:pt x="560159" y="260789"/>
                </a:lnTo>
                <a:lnTo>
                  <a:pt x="560977" y="261733"/>
                </a:lnTo>
                <a:lnTo>
                  <a:pt x="563430" y="265762"/>
                </a:lnTo>
                <a:lnTo>
                  <a:pt x="564248" y="262067"/>
                </a:lnTo>
                <a:lnTo>
                  <a:pt x="569154" y="263623"/>
                </a:lnTo>
                <a:lnTo>
                  <a:pt x="570790" y="259896"/>
                </a:lnTo>
                <a:lnTo>
                  <a:pt x="572425" y="260636"/>
                </a:lnTo>
                <a:lnTo>
                  <a:pt x="575696" y="261033"/>
                </a:lnTo>
                <a:lnTo>
                  <a:pt x="580603" y="265944"/>
                </a:lnTo>
                <a:lnTo>
                  <a:pt x="581421" y="263351"/>
                </a:lnTo>
                <a:lnTo>
                  <a:pt x="583056" y="265767"/>
                </a:lnTo>
                <a:lnTo>
                  <a:pt x="586327" y="266256"/>
                </a:lnTo>
                <a:lnTo>
                  <a:pt x="590416" y="267465"/>
                </a:lnTo>
                <a:lnTo>
                  <a:pt x="592051" y="260721"/>
                </a:lnTo>
                <a:lnTo>
                  <a:pt x="593687" y="265276"/>
                </a:lnTo>
                <a:lnTo>
                  <a:pt x="596958" y="270309"/>
                </a:lnTo>
                <a:lnTo>
                  <a:pt x="597776" y="269047"/>
                </a:lnTo>
                <a:lnTo>
                  <a:pt x="604318" y="273200"/>
                </a:lnTo>
                <a:lnTo>
                  <a:pt x="611677" y="278555"/>
                </a:lnTo>
                <a:lnTo>
                  <a:pt x="616584" y="269690"/>
                </a:lnTo>
                <a:lnTo>
                  <a:pt x="622308" y="281378"/>
                </a:lnTo>
                <a:lnTo>
                  <a:pt x="623944" y="282576"/>
                </a:lnTo>
                <a:lnTo>
                  <a:pt x="627215" y="278086"/>
                </a:lnTo>
                <a:lnTo>
                  <a:pt x="628850" y="283050"/>
                </a:lnTo>
                <a:lnTo>
                  <a:pt x="630486" y="280175"/>
                </a:lnTo>
                <a:lnTo>
                  <a:pt x="640299" y="289743"/>
                </a:lnTo>
                <a:lnTo>
                  <a:pt x="642752" y="283769"/>
                </a:lnTo>
                <a:lnTo>
                  <a:pt x="643570" y="286884"/>
                </a:lnTo>
                <a:lnTo>
                  <a:pt x="647658" y="296381"/>
                </a:lnTo>
                <a:lnTo>
                  <a:pt x="648476" y="293714"/>
                </a:lnTo>
                <a:lnTo>
                  <a:pt x="650112" y="287178"/>
                </a:lnTo>
                <a:lnTo>
                  <a:pt x="653383" y="290932"/>
                </a:lnTo>
                <a:lnTo>
                  <a:pt x="654200" y="290841"/>
                </a:lnTo>
                <a:lnTo>
                  <a:pt x="657471" y="295724"/>
                </a:lnTo>
                <a:lnTo>
                  <a:pt x="658289" y="293261"/>
                </a:lnTo>
                <a:lnTo>
                  <a:pt x="659107" y="296154"/>
                </a:lnTo>
                <a:lnTo>
                  <a:pt x="663196" y="299717"/>
                </a:lnTo>
                <a:lnTo>
                  <a:pt x="666467" y="298759"/>
                </a:lnTo>
                <a:lnTo>
                  <a:pt x="668920" y="294240"/>
                </a:lnTo>
                <a:lnTo>
                  <a:pt x="670555" y="297652"/>
                </a:lnTo>
                <a:lnTo>
                  <a:pt x="675462" y="310825"/>
                </a:lnTo>
                <a:lnTo>
                  <a:pt x="678733" y="308834"/>
                </a:lnTo>
                <a:lnTo>
                  <a:pt x="682822" y="316156"/>
                </a:lnTo>
                <a:lnTo>
                  <a:pt x="683639" y="313044"/>
                </a:lnTo>
                <a:lnTo>
                  <a:pt x="685275" y="317140"/>
                </a:lnTo>
                <a:lnTo>
                  <a:pt x="691817" y="333436"/>
                </a:lnTo>
                <a:lnTo>
                  <a:pt x="705719" y="354708"/>
                </a:lnTo>
                <a:lnTo>
                  <a:pt x="706536" y="349557"/>
                </a:lnTo>
                <a:lnTo>
                  <a:pt x="708172" y="344394"/>
                </a:lnTo>
                <a:lnTo>
                  <a:pt x="709807" y="347007"/>
                </a:lnTo>
                <a:lnTo>
                  <a:pt x="719620" y="361735"/>
                </a:lnTo>
                <a:lnTo>
                  <a:pt x="722891" y="368629"/>
                </a:lnTo>
                <a:lnTo>
                  <a:pt x="723709" y="367439"/>
                </a:lnTo>
                <a:lnTo>
                  <a:pt x="725345" y="365055"/>
                </a:lnTo>
                <a:lnTo>
                  <a:pt x="726162" y="367304"/>
                </a:lnTo>
                <a:lnTo>
                  <a:pt x="731069" y="375779"/>
                </a:lnTo>
                <a:lnTo>
                  <a:pt x="732704" y="374551"/>
                </a:lnTo>
                <a:lnTo>
                  <a:pt x="733522" y="372682"/>
                </a:lnTo>
                <a:lnTo>
                  <a:pt x="735158" y="374493"/>
                </a:lnTo>
                <a:lnTo>
                  <a:pt x="736793" y="378331"/>
                </a:lnTo>
                <a:lnTo>
                  <a:pt x="737611" y="382811"/>
                </a:lnTo>
                <a:lnTo>
                  <a:pt x="738429" y="375354"/>
                </a:lnTo>
                <a:lnTo>
                  <a:pt x="740064" y="379846"/>
                </a:lnTo>
                <a:lnTo>
                  <a:pt x="741700" y="379046"/>
                </a:lnTo>
                <a:lnTo>
                  <a:pt x="742517" y="380815"/>
                </a:lnTo>
                <a:lnTo>
                  <a:pt x="752330" y="389604"/>
                </a:lnTo>
                <a:lnTo>
                  <a:pt x="754784" y="387620"/>
                </a:lnTo>
                <a:lnTo>
                  <a:pt x="760508" y="405876"/>
                </a:lnTo>
                <a:lnTo>
                  <a:pt x="762961" y="407232"/>
                </a:lnTo>
                <a:lnTo>
                  <a:pt x="767868" y="423506"/>
                </a:lnTo>
                <a:lnTo>
                  <a:pt x="777681" y="440329"/>
                </a:lnTo>
                <a:lnTo>
                  <a:pt x="779316" y="436297"/>
                </a:lnTo>
                <a:lnTo>
                  <a:pt x="780952" y="439941"/>
                </a:lnTo>
                <a:lnTo>
                  <a:pt x="789947" y="459354"/>
                </a:lnTo>
                <a:lnTo>
                  <a:pt x="802213" y="497629"/>
                </a:lnTo>
                <a:lnTo>
                  <a:pt x="803031" y="497011"/>
                </a:lnTo>
                <a:lnTo>
                  <a:pt x="803849" y="499988"/>
                </a:lnTo>
                <a:lnTo>
                  <a:pt x="808755" y="503145"/>
                </a:lnTo>
                <a:lnTo>
                  <a:pt x="809573" y="501442"/>
                </a:lnTo>
                <a:lnTo>
                  <a:pt x="819386" y="441791"/>
                </a:lnTo>
                <a:lnTo>
                  <a:pt x="831652" y="340798"/>
                </a:lnTo>
                <a:lnTo>
                  <a:pt x="851278" y="269715"/>
                </a:lnTo>
                <a:lnTo>
                  <a:pt x="854549" y="276442"/>
                </a:lnTo>
                <a:lnTo>
                  <a:pt x="857820" y="268917"/>
                </a:lnTo>
                <a:lnTo>
                  <a:pt x="858638" y="269661"/>
                </a:lnTo>
                <a:lnTo>
                  <a:pt x="861091" y="266809"/>
                </a:lnTo>
                <a:lnTo>
                  <a:pt x="861909" y="267916"/>
                </a:lnTo>
                <a:lnTo>
                  <a:pt x="863545" y="271927"/>
                </a:lnTo>
                <a:lnTo>
                  <a:pt x="864362" y="261633"/>
                </a:lnTo>
                <a:lnTo>
                  <a:pt x="865998" y="274811"/>
                </a:lnTo>
                <a:lnTo>
                  <a:pt x="868451" y="268095"/>
                </a:lnTo>
                <a:lnTo>
                  <a:pt x="869269" y="270819"/>
                </a:lnTo>
                <a:lnTo>
                  <a:pt x="870904" y="268141"/>
                </a:lnTo>
                <a:lnTo>
                  <a:pt x="871722" y="273203"/>
                </a:lnTo>
                <a:lnTo>
                  <a:pt x="874175" y="275583"/>
                </a:lnTo>
                <a:lnTo>
                  <a:pt x="874993" y="268881"/>
                </a:lnTo>
                <a:lnTo>
                  <a:pt x="878264" y="277551"/>
                </a:lnTo>
                <a:lnTo>
                  <a:pt x="879082" y="276315"/>
                </a:lnTo>
                <a:lnTo>
                  <a:pt x="879899" y="271324"/>
                </a:lnTo>
                <a:lnTo>
                  <a:pt x="880717" y="280337"/>
                </a:lnTo>
                <a:lnTo>
                  <a:pt x="881535" y="279947"/>
                </a:lnTo>
                <a:lnTo>
                  <a:pt x="884806" y="276551"/>
                </a:lnTo>
                <a:lnTo>
                  <a:pt x="885624" y="276107"/>
                </a:lnTo>
                <a:lnTo>
                  <a:pt x="889712" y="281281"/>
                </a:lnTo>
                <a:lnTo>
                  <a:pt x="892983" y="282538"/>
                </a:lnTo>
                <a:lnTo>
                  <a:pt x="893801" y="284240"/>
                </a:lnTo>
                <a:lnTo>
                  <a:pt x="895437" y="281277"/>
                </a:lnTo>
                <a:lnTo>
                  <a:pt x="897890" y="274305"/>
                </a:lnTo>
                <a:lnTo>
                  <a:pt x="899525" y="284370"/>
                </a:lnTo>
                <a:lnTo>
                  <a:pt x="901161" y="277273"/>
                </a:lnTo>
                <a:lnTo>
                  <a:pt x="903614" y="278664"/>
                </a:lnTo>
                <a:lnTo>
                  <a:pt x="906885" y="268031"/>
                </a:lnTo>
                <a:lnTo>
                  <a:pt x="909338" y="273456"/>
                </a:lnTo>
                <a:lnTo>
                  <a:pt x="910156" y="269444"/>
                </a:lnTo>
                <a:lnTo>
                  <a:pt x="911792" y="263028"/>
                </a:lnTo>
                <a:lnTo>
                  <a:pt x="913427" y="267456"/>
                </a:lnTo>
                <a:lnTo>
                  <a:pt x="916698" y="276255"/>
                </a:lnTo>
                <a:lnTo>
                  <a:pt x="919151" y="263393"/>
                </a:lnTo>
                <a:lnTo>
                  <a:pt x="920787" y="264806"/>
                </a:lnTo>
                <a:lnTo>
                  <a:pt x="924876" y="268427"/>
                </a:lnTo>
                <a:lnTo>
                  <a:pt x="925693" y="259661"/>
                </a:lnTo>
                <a:lnTo>
                  <a:pt x="926511" y="265939"/>
                </a:lnTo>
                <a:lnTo>
                  <a:pt x="929782" y="279347"/>
                </a:lnTo>
                <a:lnTo>
                  <a:pt x="930600" y="279229"/>
                </a:lnTo>
                <a:lnTo>
                  <a:pt x="931418" y="282241"/>
                </a:lnTo>
                <a:lnTo>
                  <a:pt x="932235" y="277405"/>
                </a:lnTo>
                <a:lnTo>
                  <a:pt x="934689" y="271261"/>
                </a:lnTo>
                <a:lnTo>
                  <a:pt x="933871" y="279829"/>
                </a:lnTo>
                <a:lnTo>
                  <a:pt x="935507" y="272561"/>
                </a:lnTo>
                <a:lnTo>
                  <a:pt x="937960" y="282206"/>
                </a:lnTo>
                <a:lnTo>
                  <a:pt x="940413" y="279648"/>
                </a:lnTo>
                <a:lnTo>
                  <a:pt x="941231" y="278279"/>
                </a:lnTo>
                <a:lnTo>
                  <a:pt x="942049" y="281607"/>
                </a:lnTo>
                <a:lnTo>
                  <a:pt x="950226" y="297231"/>
                </a:lnTo>
                <a:lnTo>
                  <a:pt x="952679" y="299430"/>
                </a:lnTo>
                <a:lnTo>
                  <a:pt x="956768" y="309754"/>
                </a:lnTo>
                <a:lnTo>
                  <a:pt x="957586" y="308709"/>
                </a:lnTo>
                <a:lnTo>
                  <a:pt x="966581" y="310775"/>
                </a:lnTo>
                <a:lnTo>
                  <a:pt x="967399" y="306693"/>
                </a:lnTo>
                <a:lnTo>
                  <a:pt x="969852" y="309930"/>
                </a:lnTo>
                <a:lnTo>
                  <a:pt x="972305" y="312198"/>
                </a:lnTo>
                <a:lnTo>
                  <a:pt x="981300" y="330620"/>
                </a:lnTo>
                <a:lnTo>
                  <a:pt x="982118" y="331020"/>
                </a:lnTo>
                <a:lnTo>
                  <a:pt x="986207" y="340548"/>
                </a:lnTo>
                <a:lnTo>
                  <a:pt x="987025" y="339621"/>
                </a:lnTo>
                <a:lnTo>
                  <a:pt x="987842" y="342795"/>
                </a:lnTo>
                <a:lnTo>
                  <a:pt x="996838" y="356814"/>
                </a:lnTo>
                <a:lnTo>
                  <a:pt x="999291" y="364900"/>
                </a:lnTo>
                <a:lnTo>
                  <a:pt x="1000109" y="363156"/>
                </a:lnTo>
                <a:lnTo>
                  <a:pt x="1000926" y="360974"/>
                </a:lnTo>
                <a:lnTo>
                  <a:pt x="1001744" y="367671"/>
                </a:lnTo>
                <a:lnTo>
                  <a:pt x="1003380" y="358056"/>
                </a:lnTo>
                <a:lnTo>
                  <a:pt x="1004197" y="366033"/>
                </a:lnTo>
                <a:lnTo>
                  <a:pt x="1005833" y="358433"/>
                </a:lnTo>
                <a:lnTo>
                  <a:pt x="1007468" y="362523"/>
                </a:lnTo>
                <a:lnTo>
                  <a:pt x="1017282" y="373408"/>
                </a:lnTo>
                <a:lnTo>
                  <a:pt x="1024641" y="377911"/>
                </a:lnTo>
                <a:lnTo>
                  <a:pt x="1025459" y="375966"/>
                </a:lnTo>
                <a:lnTo>
                  <a:pt x="1027912" y="377869"/>
                </a:lnTo>
                <a:lnTo>
                  <a:pt x="1037725" y="370085"/>
                </a:lnTo>
                <a:lnTo>
                  <a:pt x="1045903" y="394880"/>
                </a:lnTo>
                <a:lnTo>
                  <a:pt x="1046720" y="391833"/>
                </a:lnTo>
                <a:lnTo>
                  <a:pt x="1048356" y="395004"/>
                </a:lnTo>
                <a:lnTo>
                  <a:pt x="1049991" y="397653"/>
                </a:lnTo>
                <a:lnTo>
                  <a:pt x="1055716" y="406716"/>
                </a:lnTo>
                <a:lnTo>
                  <a:pt x="1058987" y="414939"/>
                </a:lnTo>
                <a:lnTo>
                  <a:pt x="1098239" y="523454"/>
                </a:lnTo>
                <a:lnTo>
                  <a:pt x="1106416" y="526441"/>
                </a:lnTo>
                <a:lnTo>
                  <a:pt x="1108052" y="529548"/>
                </a:lnTo>
                <a:lnTo>
                  <a:pt x="1108870" y="526190"/>
                </a:lnTo>
                <a:lnTo>
                  <a:pt x="1111323" y="524452"/>
                </a:lnTo>
                <a:lnTo>
                  <a:pt x="1118683" y="520858"/>
                </a:lnTo>
                <a:lnTo>
                  <a:pt x="1123589" y="527262"/>
                </a:lnTo>
                <a:lnTo>
                  <a:pt x="1139944" y="569590"/>
                </a:lnTo>
                <a:lnTo>
                  <a:pt x="1140762" y="567290"/>
                </a:lnTo>
                <a:lnTo>
                  <a:pt x="1141579" y="562344"/>
                </a:lnTo>
                <a:lnTo>
                  <a:pt x="1143215" y="569659"/>
                </a:lnTo>
                <a:lnTo>
                  <a:pt x="1150575" y="579921"/>
                </a:lnTo>
                <a:lnTo>
                  <a:pt x="1151392" y="583395"/>
                </a:lnTo>
                <a:lnTo>
                  <a:pt x="1153028" y="579150"/>
                </a:lnTo>
                <a:lnTo>
                  <a:pt x="1154663" y="582694"/>
                </a:lnTo>
                <a:lnTo>
                  <a:pt x="1156299" y="579987"/>
                </a:lnTo>
                <a:lnTo>
                  <a:pt x="1157934" y="588114"/>
                </a:lnTo>
                <a:lnTo>
                  <a:pt x="1159570" y="584825"/>
                </a:lnTo>
                <a:lnTo>
                  <a:pt x="1168565" y="586145"/>
                </a:lnTo>
                <a:lnTo>
                  <a:pt x="1171836" y="584018"/>
                </a:lnTo>
                <a:lnTo>
                  <a:pt x="1173472" y="589310"/>
                </a:lnTo>
                <a:lnTo>
                  <a:pt x="1175107" y="583867"/>
                </a:lnTo>
                <a:lnTo>
                  <a:pt x="1180014" y="576435"/>
                </a:lnTo>
                <a:lnTo>
                  <a:pt x="1180832" y="578949"/>
                </a:lnTo>
                <a:lnTo>
                  <a:pt x="1182467" y="568405"/>
                </a:lnTo>
                <a:lnTo>
                  <a:pt x="1184103" y="573852"/>
                </a:lnTo>
                <a:lnTo>
                  <a:pt x="1196369" y="536204"/>
                </a:lnTo>
                <a:lnTo>
                  <a:pt x="1197187" y="539249"/>
                </a:lnTo>
                <a:lnTo>
                  <a:pt x="1198822" y="545806"/>
                </a:lnTo>
                <a:lnTo>
                  <a:pt x="1201275" y="517949"/>
                </a:lnTo>
                <a:lnTo>
                  <a:pt x="1202911" y="519296"/>
                </a:lnTo>
                <a:lnTo>
                  <a:pt x="1204546" y="512909"/>
                </a:lnTo>
                <a:lnTo>
                  <a:pt x="1209453" y="484213"/>
                </a:lnTo>
                <a:lnTo>
                  <a:pt x="1233167" y="371442"/>
                </a:lnTo>
                <a:lnTo>
                  <a:pt x="1233985" y="370224"/>
                </a:lnTo>
                <a:lnTo>
                  <a:pt x="1234803" y="374743"/>
                </a:lnTo>
                <a:lnTo>
                  <a:pt x="1235621" y="368568"/>
                </a:lnTo>
                <a:lnTo>
                  <a:pt x="1239709" y="337716"/>
                </a:lnTo>
                <a:lnTo>
                  <a:pt x="1241345" y="343184"/>
                </a:lnTo>
                <a:lnTo>
                  <a:pt x="1242980" y="322534"/>
                </a:lnTo>
                <a:lnTo>
                  <a:pt x="1244616" y="331053"/>
                </a:lnTo>
                <a:lnTo>
                  <a:pt x="1246251" y="340192"/>
                </a:lnTo>
                <a:lnTo>
                  <a:pt x="1247069" y="338584"/>
                </a:lnTo>
                <a:lnTo>
                  <a:pt x="1251976" y="312641"/>
                </a:lnTo>
                <a:lnTo>
                  <a:pt x="1254429" y="320221"/>
                </a:lnTo>
                <a:lnTo>
                  <a:pt x="1255247" y="316010"/>
                </a:lnTo>
                <a:lnTo>
                  <a:pt x="1256882" y="305028"/>
                </a:lnTo>
                <a:lnTo>
                  <a:pt x="1258518" y="307451"/>
                </a:lnTo>
                <a:lnTo>
                  <a:pt x="1259335" y="314206"/>
                </a:lnTo>
                <a:lnTo>
                  <a:pt x="1260971" y="302628"/>
                </a:lnTo>
                <a:lnTo>
                  <a:pt x="1262606" y="293216"/>
                </a:lnTo>
                <a:lnTo>
                  <a:pt x="1264242" y="299668"/>
                </a:lnTo>
                <a:lnTo>
                  <a:pt x="1266695" y="319805"/>
                </a:lnTo>
                <a:lnTo>
                  <a:pt x="1267513" y="315734"/>
                </a:lnTo>
                <a:lnTo>
                  <a:pt x="1270784" y="290980"/>
                </a:lnTo>
                <a:lnTo>
                  <a:pt x="1273237" y="310779"/>
                </a:lnTo>
                <a:lnTo>
                  <a:pt x="1274055" y="304248"/>
                </a:lnTo>
                <a:lnTo>
                  <a:pt x="1278144" y="284633"/>
                </a:lnTo>
                <a:lnTo>
                  <a:pt x="1281415" y="327075"/>
                </a:lnTo>
                <a:lnTo>
                  <a:pt x="1283050" y="308175"/>
                </a:lnTo>
                <a:lnTo>
                  <a:pt x="1283868" y="295314"/>
                </a:lnTo>
                <a:lnTo>
                  <a:pt x="1286321" y="299712"/>
                </a:lnTo>
                <a:lnTo>
                  <a:pt x="1288775" y="293454"/>
                </a:lnTo>
                <a:lnTo>
                  <a:pt x="1289592" y="298587"/>
                </a:lnTo>
                <a:lnTo>
                  <a:pt x="1292045" y="310537"/>
                </a:lnTo>
                <a:lnTo>
                  <a:pt x="1292863" y="301120"/>
                </a:lnTo>
                <a:lnTo>
                  <a:pt x="1295316" y="293358"/>
                </a:lnTo>
                <a:lnTo>
                  <a:pt x="1298587" y="304652"/>
                </a:lnTo>
                <a:lnTo>
                  <a:pt x="1300223" y="298689"/>
                </a:lnTo>
                <a:lnTo>
                  <a:pt x="1301858" y="299836"/>
                </a:lnTo>
                <a:lnTo>
                  <a:pt x="1304312" y="321735"/>
                </a:lnTo>
                <a:lnTo>
                  <a:pt x="1305947" y="307727"/>
                </a:lnTo>
                <a:lnTo>
                  <a:pt x="1307583" y="307185"/>
                </a:lnTo>
                <a:lnTo>
                  <a:pt x="1308400" y="299702"/>
                </a:lnTo>
                <a:lnTo>
                  <a:pt x="1309218" y="303547"/>
                </a:lnTo>
                <a:lnTo>
                  <a:pt x="1311671" y="336853"/>
                </a:lnTo>
                <a:lnTo>
                  <a:pt x="1313307" y="318700"/>
                </a:lnTo>
                <a:lnTo>
                  <a:pt x="1316578" y="308828"/>
                </a:lnTo>
                <a:lnTo>
                  <a:pt x="1319031" y="331643"/>
                </a:lnTo>
                <a:lnTo>
                  <a:pt x="1320667" y="325316"/>
                </a:lnTo>
                <a:lnTo>
                  <a:pt x="1323938" y="315770"/>
                </a:lnTo>
                <a:lnTo>
                  <a:pt x="1327209" y="345817"/>
                </a:lnTo>
                <a:lnTo>
                  <a:pt x="1328844" y="334480"/>
                </a:lnTo>
                <a:lnTo>
                  <a:pt x="1332115" y="315933"/>
                </a:lnTo>
                <a:lnTo>
                  <a:pt x="1335386" y="343678"/>
                </a:lnTo>
                <a:lnTo>
                  <a:pt x="1337022" y="331869"/>
                </a:lnTo>
                <a:lnTo>
                  <a:pt x="1337839" y="325801"/>
                </a:lnTo>
                <a:lnTo>
                  <a:pt x="1338657" y="328418"/>
                </a:lnTo>
                <a:lnTo>
                  <a:pt x="1341928" y="344255"/>
                </a:lnTo>
                <a:lnTo>
                  <a:pt x="1342746" y="340117"/>
                </a:lnTo>
                <a:lnTo>
                  <a:pt x="1346017" y="331132"/>
                </a:lnTo>
                <a:lnTo>
                  <a:pt x="1348470" y="331456"/>
                </a:lnTo>
                <a:lnTo>
                  <a:pt x="1350106" y="345654"/>
                </a:lnTo>
                <a:lnTo>
                  <a:pt x="1351741" y="340518"/>
                </a:lnTo>
                <a:lnTo>
                  <a:pt x="1355830" y="331548"/>
                </a:lnTo>
                <a:lnTo>
                  <a:pt x="1357466" y="332050"/>
                </a:lnTo>
                <a:lnTo>
                  <a:pt x="1360737" y="338677"/>
                </a:lnTo>
                <a:lnTo>
                  <a:pt x="1363190" y="327225"/>
                </a:lnTo>
                <a:lnTo>
                  <a:pt x="1364008" y="333131"/>
                </a:lnTo>
                <a:lnTo>
                  <a:pt x="1364825" y="332908"/>
                </a:lnTo>
                <a:lnTo>
                  <a:pt x="1365643" y="335874"/>
                </a:lnTo>
                <a:lnTo>
                  <a:pt x="1366461" y="328106"/>
                </a:lnTo>
                <a:lnTo>
                  <a:pt x="1367279" y="325300"/>
                </a:lnTo>
                <a:lnTo>
                  <a:pt x="1368096" y="335037"/>
                </a:lnTo>
                <a:lnTo>
                  <a:pt x="1369732" y="320013"/>
                </a:lnTo>
                <a:lnTo>
                  <a:pt x="1370550" y="317357"/>
                </a:lnTo>
                <a:lnTo>
                  <a:pt x="1372185" y="320468"/>
                </a:lnTo>
                <a:lnTo>
                  <a:pt x="1373821" y="328660"/>
                </a:lnTo>
                <a:lnTo>
                  <a:pt x="1374638" y="328007"/>
                </a:lnTo>
                <a:lnTo>
                  <a:pt x="1376274" y="306600"/>
                </a:lnTo>
                <a:lnTo>
                  <a:pt x="1377909" y="307871"/>
                </a:lnTo>
                <a:lnTo>
                  <a:pt x="1380362" y="313100"/>
                </a:lnTo>
                <a:lnTo>
                  <a:pt x="1381998" y="309936"/>
                </a:lnTo>
                <a:lnTo>
                  <a:pt x="1390993" y="279115"/>
                </a:lnTo>
                <a:lnTo>
                  <a:pt x="1391811" y="286787"/>
                </a:lnTo>
                <a:lnTo>
                  <a:pt x="1392629" y="288267"/>
                </a:lnTo>
                <a:lnTo>
                  <a:pt x="1393446" y="283977"/>
                </a:lnTo>
                <a:lnTo>
                  <a:pt x="1397535" y="276242"/>
                </a:lnTo>
                <a:lnTo>
                  <a:pt x="1399988" y="280426"/>
                </a:lnTo>
                <a:lnTo>
                  <a:pt x="1400806" y="278022"/>
                </a:lnTo>
                <a:lnTo>
                  <a:pt x="1406530" y="269757"/>
                </a:lnTo>
                <a:lnTo>
                  <a:pt x="1409801" y="271465"/>
                </a:lnTo>
                <a:lnTo>
                  <a:pt x="1412255" y="268667"/>
                </a:lnTo>
                <a:lnTo>
                  <a:pt x="1413072" y="268995"/>
                </a:lnTo>
                <a:lnTo>
                  <a:pt x="1417161" y="265946"/>
                </a:lnTo>
                <a:lnTo>
                  <a:pt x="1420432" y="259349"/>
                </a:lnTo>
                <a:lnTo>
                  <a:pt x="1421250" y="260458"/>
                </a:lnTo>
                <a:lnTo>
                  <a:pt x="1422885" y="263640"/>
                </a:lnTo>
                <a:lnTo>
                  <a:pt x="1423703" y="261313"/>
                </a:lnTo>
                <a:lnTo>
                  <a:pt x="1425339" y="249754"/>
                </a:lnTo>
                <a:lnTo>
                  <a:pt x="1427792" y="251226"/>
                </a:lnTo>
                <a:lnTo>
                  <a:pt x="1430245" y="261667"/>
                </a:lnTo>
                <a:lnTo>
                  <a:pt x="1431063" y="259440"/>
                </a:lnTo>
                <a:lnTo>
                  <a:pt x="1432699" y="248564"/>
                </a:lnTo>
                <a:lnTo>
                  <a:pt x="1434334" y="250808"/>
                </a:lnTo>
                <a:lnTo>
                  <a:pt x="1435970" y="253142"/>
                </a:lnTo>
                <a:lnTo>
                  <a:pt x="1437605" y="250387"/>
                </a:lnTo>
                <a:lnTo>
                  <a:pt x="1438423" y="246533"/>
                </a:lnTo>
                <a:lnTo>
                  <a:pt x="1440058" y="249699"/>
                </a:lnTo>
                <a:lnTo>
                  <a:pt x="1442512" y="257214"/>
                </a:lnTo>
                <a:lnTo>
                  <a:pt x="1443329" y="250605"/>
                </a:lnTo>
                <a:lnTo>
                  <a:pt x="1446600" y="243306"/>
                </a:lnTo>
                <a:lnTo>
                  <a:pt x="1449054" y="250016"/>
                </a:lnTo>
                <a:lnTo>
                  <a:pt x="1449871" y="243514"/>
                </a:lnTo>
                <a:lnTo>
                  <a:pt x="1452325" y="234160"/>
                </a:lnTo>
                <a:lnTo>
                  <a:pt x="1453142" y="236534"/>
                </a:lnTo>
                <a:lnTo>
                  <a:pt x="1456413" y="246671"/>
                </a:lnTo>
                <a:lnTo>
                  <a:pt x="1458049" y="235686"/>
                </a:lnTo>
                <a:lnTo>
                  <a:pt x="1459684" y="237895"/>
                </a:lnTo>
                <a:lnTo>
                  <a:pt x="1462955" y="253127"/>
                </a:lnTo>
                <a:lnTo>
                  <a:pt x="1463773" y="259865"/>
                </a:lnTo>
                <a:lnTo>
                  <a:pt x="1465408" y="253615"/>
                </a:lnTo>
                <a:lnTo>
                  <a:pt x="1467044" y="236978"/>
                </a:lnTo>
                <a:lnTo>
                  <a:pt x="1468679" y="242223"/>
                </a:lnTo>
                <a:lnTo>
                  <a:pt x="1469497" y="245866"/>
                </a:lnTo>
                <a:lnTo>
                  <a:pt x="1471133" y="239180"/>
                </a:lnTo>
                <a:lnTo>
                  <a:pt x="1473586" y="230566"/>
                </a:lnTo>
                <a:lnTo>
                  <a:pt x="1475221" y="233622"/>
                </a:lnTo>
                <a:lnTo>
                  <a:pt x="1477675" y="258500"/>
                </a:lnTo>
                <a:lnTo>
                  <a:pt x="1478492" y="250540"/>
                </a:lnTo>
                <a:lnTo>
                  <a:pt x="1481763" y="234147"/>
                </a:lnTo>
                <a:lnTo>
                  <a:pt x="1482581" y="235158"/>
                </a:lnTo>
                <a:lnTo>
                  <a:pt x="1483399" y="235096"/>
                </a:lnTo>
                <a:lnTo>
                  <a:pt x="1485034" y="241340"/>
                </a:lnTo>
                <a:lnTo>
                  <a:pt x="1485852" y="234308"/>
                </a:lnTo>
                <a:lnTo>
                  <a:pt x="1488305" y="231514"/>
                </a:lnTo>
                <a:lnTo>
                  <a:pt x="1489123" y="233393"/>
                </a:lnTo>
                <a:lnTo>
                  <a:pt x="1489941" y="237609"/>
                </a:lnTo>
                <a:lnTo>
                  <a:pt x="1491576" y="231653"/>
                </a:lnTo>
                <a:lnTo>
                  <a:pt x="1493212" y="230667"/>
                </a:lnTo>
                <a:lnTo>
                  <a:pt x="1495665" y="239915"/>
                </a:lnTo>
                <a:lnTo>
                  <a:pt x="1496483" y="238570"/>
                </a:lnTo>
                <a:lnTo>
                  <a:pt x="1497301" y="231300"/>
                </a:lnTo>
                <a:lnTo>
                  <a:pt x="1499754" y="232464"/>
                </a:lnTo>
                <a:lnTo>
                  <a:pt x="1503843" y="247245"/>
                </a:lnTo>
                <a:lnTo>
                  <a:pt x="1506296" y="240732"/>
                </a:lnTo>
                <a:lnTo>
                  <a:pt x="1507114" y="241133"/>
                </a:lnTo>
                <a:lnTo>
                  <a:pt x="1510385" y="236371"/>
                </a:lnTo>
                <a:lnTo>
                  <a:pt x="1515291" y="246004"/>
                </a:lnTo>
                <a:lnTo>
                  <a:pt x="1522651" y="225267"/>
                </a:lnTo>
                <a:lnTo>
                  <a:pt x="1525922" y="247063"/>
                </a:lnTo>
                <a:lnTo>
                  <a:pt x="1526740" y="241573"/>
                </a:lnTo>
                <a:lnTo>
                  <a:pt x="1530011" y="225628"/>
                </a:lnTo>
                <a:lnTo>
                  <a:pt x="1532464" y="237845"/>
                </a:lnTo>
                <a:lnTo>
                  <a:pt x="1533282" y="233534"/>
                </a:lnTo>
                <a:lnTo>
                  <a:pt x="1534917" y="224758"/>
                </a:lnTo>
                <a:lnTo>
                  <a:pt x="1536553" y="228555"/>
                </a:lnTo>
                <a:lnTo>
                  <a:pt x="1540642" y="232255"/>
                </a:lnTo>
                <a:lnTo>
                  <a:pt x="1541459" y="222848"/>
                </a:lnTo>
                <a:lnTo>
                  <a:pt x="1543913" y="225893"/>
                </a:lnTo>
                <a:lnTo>
                  <a:pt x="1544730" y="224765"/>
                </a:lnTo>
                <a:lnTo>
                  <a:pt x="1545548" y="225902"/>
                </a:lnTo>
                <a:lnTo>
                  <a:pt x="1546366" y="229299"/>
                </a:lnTo>
                <a:lnTo>
                  <a:pt x="1548819" y="215176"/>
                </a:lnTo>
                <a:lnTo>
                  <a:pt x="1549637" y="220202"/>
                </a:lnTo>
                <a:lnTo>
                  <a:pt x="1551272" y="221761"/>
                </a:lnTo>
                <a:lnTo>
                  <a:pt x="1552090" y="226977"/>
                </a:lnTo>
                <a:lnTo>
                  <a:pt x="1552908" y="220822"/>
                </a:lnTo>
                <a:lnTo>
                  <a:pt x="1554543" y="210900"/>
                </a:lnTo>
                <a:lnTo>
                  <a:pt x="1555361" y="214481"/>
                </a:lnTo>
                <a:lnTo>
                  <a:pt x="1557814" y="233901"/>
                </a:lnTo>
                <a:lnTo>
                  <a:pt x="1558632" y="223881"/>
                </a:lnTo>
                <a:lnTo>
                  <a:pt x="1559450" y="222698"/>
                </a:lnTo>
                <a:lnTo>
                  <a:pt x="1562721" y="212012"/>
                </a:lnTo>
                <a:lnTo>
                  <a:pt x="1565174" y="222115"/>
                </a:lnTo>
                <a:lnTo>
                  <a:pt x="1566809" y="214528"/>
                </a:lnTo>
                <a:lnTo>
                  <a:pt x="1568445" y="214834"/>
                </a:lnTo>
                <a:lnTo>
                  <a:pt x="1569263" y="203811"/>
                </a:lnTo>
                <a:lnTo>
                  <a:pt x="1571716" y="212141"/>
                </a:lnTo>
                <a:lnTo>
                  <a:pt x="1574169" y="222884"/>
                </a:lnTo>
                <a:lnTo>
                  <a:pt x="1574987" y="213564"/>
                </a:lnTo>
                <a:lnTo>
                  <a:pt x="1580711" y="226388"/>
                </a:lnTo>
                <a:lnTo>
                  <a:pt x="1583164" y="217302"/>
                </a:lnTo>
                <a:lnTo>
                  <a:pt x="1583982" y="220940"/>
                </a:lnTo>
                <a:lnTo>
                  <a:pt x="1584800" y="223565"/>
                </a:lnTo>
                <a:lnTo>
                  <a:pt x="1586435" y="222722"/>
                </a:lnTo>
                <a:lnTo>
                  <a:pt x="1587253" y="220728"/>
                </a:lnTo>
                <a:lnTo>
                  <a:pt x="1588889" y="221616"/>
                </a:lnTo>
                <a:lnTo>
                  <a:pt x="1592160" y="239135"/>
                </a:lnTo>
                <a:lnTo>
                  <a:pt x="1593795" y="230762"/>
                </a:lnTo>
                <a:lnTo>
                  <a:pt x="1594613" y="227686"/>
                </a:lnTo>
                <a:lnTo>
                  <a:pt x="1596248" y="233236"/>
                </a:lnTo>
                <a:lnTo>
                  <a:pt x="1598702" y="241771"/>
                </a:lnTo>
                <a:lnTo>
                  <a:pt x="1600337" y="238195"/>
                </a:lnTo>
                <a:lnTo>
                  <a:pt x="1601973" y="231759"/>
                </a:lnTo>
                <a:lnTo>
                  <a:pt x="1603608" y="234620"/>
                </a:lnTo>
                <a:lnTo>
                  <a:pt x="1604426" y="232451"/>
                </a:lnTo>
                <a:lnTo>
                  <a:pt x="1606062" y="236760"/>
                </a:lnTo>
                <a:lnTo>
                  <a:pt x="1607697" y="242188"/>
                </a:lnTo>
                <a:lnTo>
                  <a:pt x="1608515" y="239458"/>
                </a:lnTo>
                <a:lnTo>
                  <a:pt x="1610968" y="231546"/>
                </a:lnTo>
                <a:lnTo>
                  <a:pt x="1611786" y="234211"/>
                </a:lnTo>
                <a:lnTo>
                  <a:pt x="1613421" y="236515"/>
                </a:lnTo>
                <a:lnTo>
                  <a:pt x="1615875" y="257676"/>
                </a:lnTo>
                <a:lnTo>
                  <a:pt x="1617510" y="251209"/>
                </a:lnTo>
                <a:lnTo>
                  <a:pt x="1619963" y="253262"/>
                </a:lnTo>
                <a:lnTo>
                  <a:pt x="1620781" y="256675"/>
                </a:lnTo>
                <a:lnTo>
                  <a:pt x="1621599" y="254484"/>
                </a:lnTo>
                <a:lnTo>
                  <a:pt x="1622417" y="247063"/>
                </a:lnTo>
                <a:lnTo>
                  <a:pt x="1624870" y="250637"/>
                </a:lnTo>
                <a:lnTo>
                  <a:pt x="1626505" y="250334"/>
                </a:lnTo>
                <a:lnTo>
                  <a:pt x="1628959" y="261559"/>
                </a:lnTo>
                <a:lnTo>
                  <a:pt x="1630594" y="257283"/>
                </a:lnTo>
                <a:lnTo>
                  <a:pt x="1631412" y="256204"/>
                </a:lnTo>
                <a:lnTo>
                  <a:pt x="1635500" y="271400"/>
                </a:lnTo>
                <a:lnTo>
                  <a:pt x="1637136" y="260284"/>
                </a:lnTo>
                <a:lnTo>
                  <a:pt x="1638771" y="267368"/>
                </a:lnTo>
                <a:lnTo>
                  <a:pt x="1642042" y="259583"/>
                </a:lnTo>
                <a:lnTo>
                  <a:pt x="1642860" y="262722"/>
                </a:lnTo>
                <a:lnTo>
                  <a:pt x="1647767" y="268234"/>
                </a:lnTo>
                <a:lnTo>
                  <a:pt x="1649402" y="265230"/>
                </a:lnTo>
                <a:lnTo>
                  <a:pt x="1650220" y="266672"/>
                </a:lnTo>
                <a:lnTo>
                  <a:pt x="1651038" y="271569"/>
                </a:lnTo>
                <a:lnTo>
                  <a:pt x="1653491" y="270608"/>
                </a:lnTo>
                <a:lnTo>
                  <a:pt x="1655944" y="268718"/>
                </a:lnTo>
                <a:lnTo>
                  <a:pt x="1656762" y="271776"/>
                </a:lnTo>
                <a:lnTo>
                  <a:pt x="1659215" y="270156"/>
                </a:lnTo>
                <a:lnTo>
                  <a:pt x="1662486" y="272711"/>
                </a:lnTo>
                <a:lnTo>
                  <a:pt x="1664122" y="268355"/>
                </a:lnTo>
                <a:lnTo>
                  <a:pt x="1665757" y="270366"/>
                </a:lnTo>
                <a:lnTo>
                  <a:pt x="1666575" y="270383"/>
                </a:lnTo>
                <a:lnTo>
                  <a:pt x="1670664" y="278654"/>
                </a:lnTo>
                <a:lnTo>
                  <a:pt x="1671481" y="270302"/>
                </a:lnTo>
                <a:lnTo>
                  <a:pt x="1673935" y="271151"/>
                </a:lnTo>
                <a:lnTo>
                  <a:pt x="1678024" y="268501"/>
                </a:lnTo>
                <a:lnTo>
                  <a:pt x="1678841" y="271688"/>
                </a:lnTo>
                <a:lnTo>
                  <a:pt x="1680477" y="267477"/>
                </a:lnTo>
                <a:lnTo>
                  <a:pt x="1682930" y="261279"/>
                </a:lnTo>
                <a:lnTo>
                  <a:pt x="1683748" y="258802"/>
                </a:lnTo>
                <a:lnTo>
                  <a:pt x="1685383" y="263180"/>
                </a:lnTo>
                <a:lnTo>
                  <a:pt x="1689472" y="253415"/>
                </a:lnTo>
                <a:lnTo>
                  <a:pt x="1690290" y="256934"/>
                </a:lnTo>
                <a:lnTo>
                  <a:pt x="1694379" y="265644"/>
                </a:lnTo>
                <a:lnTo>
                  <a:pt x="1695196" y="262042"/>
                </a:lnTo>
                <a:lnTo>
                  <a:pt x="1699285" y="248009"/>
                </a:lnTo>
                <a:lnTo>
                  <a:pt x="1700103" y="245265"/>
                </a:lnTo>
                <a:lnTo>
                  <a:pt x="1701738" y="249045"/>
                </a:lnTo>
                <a:lnTo>
                  <a:pt x="1702556" y="248774"/>
                </a:lnTo>
                <a:lnTo>
                  <a:pt x="1709098" y="231544"/>
                </a:lnTo>
                <a:lnTo>
                  <a:pt x="1714004" y="229033"/>
                </a:lnTo>
                <a:lnTo>
                  <a:pt x="1718911" y="222187"/>
                </a:lnTo>
                <a:lnTo>
                  <a:pt x="1719729" y="220653"/>
                </a:lnTo>
                <a:lnTo>
                  <a:pt x="1720546" y="226373"/>
                </a:lnTo>
                <a:lnTo>
                  <a:pt x="1722182" y="218197"/>
                </a:lnTo>
                <a:lnTo>
                  <a:pt x="1727088" y="207231"/>
                </a:lnTo>
                <a:lnTo>
                  <a:pt x="1727906" y="208054"/>
                </a:lnTo>
                <a:lnTo>
                  <a:pt x="1728724" y="205485"/>
                </a:lnTo>
                <a:lnTo>
                  <a:pt x="1733630" y="192837"/>
                </a:lnTo>
                <a:lnTo>
                  <a:pt x="1734448" y="193342"/>
                </a:lnTo>
                <a:lnTo>
                  <a:pt x="1736901" y="179224"/>
                </a:lnTo>
                <a:lnTo>
                  <a:pt x="1738537" y="179712"/>
                </a:lnTo>
                <a:lnTo>
                  <a:pt x="1740172" y="181703"/>
                </a:lnTo>
                <a:lnTo>
                  <a:pt x="1742626" y="173199"/>
                </a:lnTo>
                <a:lnTo>
                  <a:pt x="1749985" y="148658"/>
                </a:lnTo>
                <a:lnTo>
                  <a:pt x="1752439" y="159449"/>
                </a:lnTo>
                <a:lnTo>
                  <a:pt x="1753256" y="153108"/>
                </a:lnTo>
                <a:lnTo>
                  <a:pt x="1756527" y="127775"/>
                </a:lnTo>
                <a:lnTo>
                  <a:pt x="1758981" y="129487"/>
                </a:lnTo>
                <a:lnTo>
                  <a:pt x="1761434" y="112797"/>
                </a:lnTo>
                <a:lnTo>
                  <a:pt x="1762252" y="107699"/>
                </a:lnTo>
                <a:lnTo>
                  <a:pt x="1763887" y="109194"/>
                </a:lnTo>
                <a:lnTo>
                  <a:pt x="1765523" y="123408"/>
                </a:lnTo>
                <a:lnTo>
                  <a:pt x="1767158" y="116157"/>
                </a:lnTo>
                <a:lnTo>
                  <a:pt x="1768794" y="106292"/>
                </a:lnTo>
                <a:lnTo>
                  <a:pt x="1769612" y="111992"/>
                </a:lnTo>
                <a:lnTo>
                  <a:pt x="1771247" y="123618"/>
                </a:lnTo>
                <a:lnTo>
                  <a:pt x="1772065" y="107352"/>
                </a:lnTo>
                <a:lnTo>
                  <a:pt x="1774518" y="101559"/>
                </a:lnTo>
                <a:lnTo>
                  <a:pt x="1776154" y="110565"/>
                </a:lnTo>
                <a:lnTo>
                  <a:pt x="1776971" y="102833"/>
                </a:lnTo>
                <a:lnTo>
                  <a:pt x="1781060" y="79222"/>
                </a:lnTo>
                <a:lnTo>
                  <a:pt x="1781878" y="80883"/>
                </a:lnTo>
                <a:lnTo>
                  <a:pt x="1785149" y="105965"/>
                </a:lnTo>
                <a:lnTo>
                  <a:pt x="1786784" y="91507"/>
                </a:lnTo>
                <a:lnTo>
                  <a:pt x="1789238" y="89475"/>
                </a:lnTo>
                <a:lnTo>
                  <a:pt x="1795780" y="106077"/>
                </a:lnTo>
                <a:lnTo>
                  <a:pt x="1803139" y="96730"/>
                </a:lnTo>
                <a:lnTo>
                  <a:pt x="1807228" y="94755"/>
                </a:lnTo>
                <a:lnTo>
                  <a:pt x="1808863" y="102153"/>
                </a:lnTo>
                <a:lnTo>
                  <a:pt x="1809681" y="101384"/>
                </a:lnTo>
                <a:lnTo>
                  <a:pt x="1811317" y="91785"/>
                </a:lnTo>
                <a:lnTo>
                  <a:pt x="1812134" y="97245"/>
                </a:lnTo>
                <a:lnTo>
                  <a:pt x="1812952" y="105960"/>
                </a:lnTo>
                <a:lnTo>
                  <a:pt x="1814588" y="102235"/>
                </a:lnTo>
                <a:lnTo>
                  <a:pt x="1825218" y="69661"/>
                </a:lnTo>
                <a:lnTo>
                  <a:pt x="1826854" y="67644"/>
                </a:lnTo>
                <a:lnTo>
                  <a:pt x="1832578" y="54568"/>
                </a:lnTo>
                <a:lnTo>
                  <a:pt x="1834214" y="52729"/>
                </a:lnTo>
                <a:lnTo>
                  <a:pt x="1840756" y="39632"/>
                </a:lnTo>
                <a:lnTo>
                  <a:pt x="1841573" y="41955"/>
                </a:lnTo>
                <a:lnTo>
                  <a:pt x="1843209" y="44734"/>
                </a:lnTo>
                <a:lnTo>
                  <a:pt x="1844027" y="41277"/>
                </a:lnTo>
                <a:lnTo>
                  <a:pt x="1848933" y="27065"/>
                </a:lnTo>
                <a:lnTo>
                  <a:pt x="1849751" y="29388"/>
                </a:lnTo>
                <a:lnTo>
                  <a:pt x="1850569" y="32986"/>
                </a:lnTo>
                <a:lnTo>
                  <a:pt x="1852204" y="26841"/>
                </a:lnTo>
                <a:lnTo>
                  <a:pt x="1858746" y="15519"/>
                </a:lnTo>
                <a:lnTo>
                  <a:pt x="1861200" y="12254"/>
                </a:lnTo>
                <a:lnTo>
                  <a:pt x="1862017" y="15156"/>
                </a:lnTo>
                <a:lnTo>
                  <a:pt x="1864471" y="25651"/>
                </a:lnTo>
                <a:lnTo>
                  <a:pt x="1865288" y="20123"/>
                </a:lnTo>
                <a:lnTo>
                  <a:pt x="1866106" y="12111"/>
                </a:lnTo>
                <a:lnTo>
                  <a:pt x="1868559" y="17940"/>
                </a:lnTo>
                <a:lnTo>
                  <a:pt x="1871013" y="20217"/>
                </a:lnTo>
                <a:lnTo>
                  <a:pt x="1874284" y="10955"/>
                </a:lnTo>
                <a:lnTo>
                  <a:pt x="1875101" y="15110"/>
                </a:lnTo>
                <a:lnTo>
                  <a:pt x="1875919" y="19787"/>
                </a:lnTo>
                <a:lnTo>
                  <a:pt x="1877555" y="13114"/>
                </a:lnTo>
                <a:lnTo>
                  <a:pt x="1879190" y="17874"/>
                </a:lnTo>
                <a:lnTo>
                  <a:pt x="1880826" y="13999"/>
                </a:lnTo>
                <a:lnTo>
                  <a:pt x="1882461" y="8752"/>
                </a:lnTo>
                <a:lnTo>
                  <a:pt x="1883279" y="11999"/>
                </a:lnTo>
                <a:lnTo>
                  <a:pt x="1884096" y="16026"/>
                </a:lnTo>
                <a:lnTo>
                  <a:pt x="1886550" y="15476"/>
                </a:lnTo>
                <a:lnTo>
                  <a:pt x="1890638" y="10106"/>
                </a:lnTo>
                <a:lnTo>
                  <a:pt x="1891456" y="10560"/>
                </a:lnTo>
                <a:lnTo>
                  <a:pt x="1894727" y="16481"/>
                </a:lnTo>
                <a:lnTo>
                  <a:pt x="1896363" y="7495"/>
                </a:lnTo>
                <a:lnTo>
                  <a:pt x="1897998" y="14355"/>
                </a:lnTo>
                <a:lnTo>
                  <a:pt x="1901269" y="17668"/>
                </a:lnTo>
                <a:lnTo>
                  <a:pt x="1903722" y="8114"/>
                </a:lnTo>
                <a:lnTo>
                  <a:pt x="1904540" y="9341"/>
                </a:lnTo>
                <a:lnTo>
                  <a:pt x="1906176" y="16425"/>
                </a:lnTo>
                <a:lnTo>
                  <a:pt x="1907811" y="15470"/>
                </a:lnTo>
                <a:lnTo>
                  <a:pt x="1912718" y="7803"/>
                </a:lnTo>
                <a:lnTo>
                  <a:pt x="1916806" y="3551"/>
                </a:lnTo>
                <a:lnTo>
                  <a:pt x="1917624" y="0"/>
                </a:lnTo>
                <a:lnTo>
                  <a:pt x="1918442" y="6581"/>
                </a:lnTo>
                <a:lnTo>
                  <a:pt x="1919260" y="16909"/>
                </a:lnTo>
                <a:lnTo>
                  <a:pt x="1921713" y="10956"/>
                </a:lnTo>
                <a:lnTo>
                  <a:pt x="1923348" y="15361"/>
                </a:lnTo>
                <a:lnTo>
                  <a:pt x="1924984" y="14028"/>
                </a:lnTo>
                <a:lnTo>
                  <a:pt x="1928255" y="9859"/>
                </a:lnTo>
                <a:lnTo>
                  <a:pt x="1931526" y="14837"/>
                </a:lnTo>
                <a:lnTo>
                  <a:pt x="1933162" y="1254"/>
                </a:lnTo>
                <a:lnTo>
                  <a:pt x="1934797" y="11910"/>
                </a:lnTo>
                <a:lnTo>
                  <a:pt x="1935615" y="14669"/>
                </a:lnTo>
                <a:lnTo>
                  <a:pt x="1936433" y="8480"/>
                </a:lnTo>
                <a:lnTo>
                  <a:pt x="1938068" y="3229"/>
                </a:lnTo>
                <a:lnTo>
                  <a:pt x="1938886" y="5121"/>
                </a:lnTo>
                <a:lnTo>
                  <a:pt x="1943792" y="35122"/>
                </a:lnTo>
                <a:lnTo>
                  <a:pt x="1944610" y="29674"/>
                </a:lnTo>
                <a:lnTo>
                  <a:pt x="1947063" y="24816"/>
                </a:lnTo>
                <a:lnTo>
                  <a:pt x="1951152" y="15663"/>
                </a:lnTo>
                <a:lnTo>
                  <a:pt x="1953605" y="17744"/>
                </a:lnTo>
                <a:lnTo>
                  <a:pt x="1954423" y="14390"/>
                </a:lnTo>
                <a:lnTo>
                  <a:pt x="1956059" y="15364"/>
                </a:lnTo>
                <a:lnTo>
                  <a:pt x="1958512" y="24860"/>
                </a:lnTo>
                <a:lnTo>
                  <a:pt x="1959330" y="22271"/>
                </a:lnTo>
                <a:lnTo>
                  <a:pt x="1960147" y="20734"/>
                </a:lnTo>
                <a:lnTo>
                  <a:pt x="1960965" y="23382"/>
                </a:lnTo>
                <a:lnTo>
                  <a:pt x="1961783" y="23282"/>
                </a:lnTo>
                <a:lnTo>
                  <a:pt x="1962601" y="23315"/>
                </a:lnTo>
                <a:lnTo>
                  <a:pt x="1964236" y="32002"/>
                </a:lnTo>
                <a:lnTo>
                  <a:pt x="1965054" y="29200"/>
                </a:lnTo>
                <a:lnTo>
                  <a:pt x="1967507" y="20132"/>
                </a:lnTo>
                <a:lnTo>
                  <a:pt x="1968325" y="22221"/>
                </a:lnTo>
                <a:lnTo>
                  <a:pt x="1969142" y="24840"/>
                </a:lnTo>
                <a:lnTo>
                  <a:pt x="1971596" y="23742"/>
                </a:lnTo>
                <a:lnTo>
                  <a:pt x="1974867" y="19843"/>
                </a:lnTo>
                <a:lnTo>
                  <a:pt x="1977320" y="34722"/>
                </a:lnTo>
                <a:lnTo>
                  <a:pt x="1979773" y="29845"/>
                </a:lnTo>
                <a:lnTo>
                  <a:pt x="1983044" y="10845"/>
                </a:lnTo>
                <a:lnTo>
                  <a:pt x="1983862" y="11033"/>
                </a:lnTo>
                <a:lnTo>
                  <a:pt x="1988768" y="30885"/>
                </a:lnTo>
                <a:lnTo>
                  <a:pt x="1990404" y="22543"/>
                </a:lnTo>
                <a:lnTo>
                  <a:pt x="1992039" y="28400"/>
                </a:lnTo>
                <a:lnTo>
                  <a:pt x="1993675" y="25840"/>
                </a:lnTo>
                <a:lnTo>
                  <a:pt x="1995310" y="17112"/>
                </a:lnTo>
                <a:lnTo>
                  <a:pt x="1996946" y="18134"/>
                </a:lnTo>
                <a:lnTo>
                  <a:pt x="1998581" y="25453"/>
                </a:lnTo>
                <a:lnTo>
                  <a:pt x="2000217" y="24416"/>
                </a:lnTo>
                <a:lnTo>
                  <a:pt x="2001852" y="24748"/>
                </a:lnTo>
                <a:lnTo>
                  <a:pt x="2002670" y="26893"/>
                </a:lnTo>
                <a:lnTo>
                  <a:pt x="2004306" y="18565"/>
                </a:lnTo>
                <a:lnTo>
                  <a:pt x="2005941" y="19005"/>
                </a:lnTo>
                <a:lnTo>
                  <a:pt x="2008395" y="27521"/>
                </a:lnTo>
                <a:lnTo>
                  <a:pt x="2009212" y="19655"/>
                </a:lnTo>
                <a:lnTo>
                  <a:pt x="2010030" y="18072"/>
                </a:lnTo>
                <a:lnTo>
                  <a:pt x="2010848" y="23042"/>
                </a:lnTo>
                <a:lnTo>
                  <a:pt x="2013301" y="21135"/>
                </a:lnTo>
                <a:lnTo>
                  <a:pt x="2016572" y="34446"/>
                </a:lnTo>
                <a:lnTo>
                  <a:pt x="2017390" y="23087"/>
                </a:lnTo>
                <a:lnTo>
                  <a:pt x="2019025" y="41890"/>
                </a:lnTo>
                <a:lnTo>
                  <a:pt x="2019843" y="43107"/>
                </a:lnTo>
                <a:lnTo>
                  <a:pt x="2020661" y="41798"/>
                </a:lnTo>
                <a:lnTo>
                  <a:pt x="2024750" y="24309"/>
                </a:lnTo>
                <a:lnTo>
                  <a:pt x="2027203" y="34392"/>
                </a:lnTo>
                <a:lnTo>
                  <a:pt x="2030474" y="23524"/>
                </a:lnTo>
                <a:lnTo>
                  <a:pt x="2032927" y="37855"/>
                </a:lnTo>
                <a:lnTo>
                  <a:pt x="2033745" y="44818"/>
                </a:lnTo>
                <a:lnTo>
                  <a:pt x="2034563" y="44013"/>
                </a:lnTo>
                <a:lnTo>
                  <a:pt x="2035380" y="25281"/>
                </a:lnTo>
                <a:lnTo>
                  <a:pt x="2037834" y="37346"/>
                </a:lnTo>
                <a:lnTo>
                  <a:pt x="2044376" y="15452"/>
                </a:lnTo>
                <a:lnTo>
                  <a:pt x="2048464" y="54425"/>
                </a:lnTo>
                <a:lnTo>
                  <a:pt x="2050100" y="33919"/>
                </a:lnTo>
                <a:lnTo>
                  <a:pt x="2051735" y="37824"/>
                </a:lnTo>
                <a:lnTo>
                  <a:pt x="2055006" y="28426"/>
                </a:lnTo>
                <a:lnTo>
                  <a:pt x="2055824" y="28546"/>
                </a:lnTo>
                <a:lnTo>
                  <a:pt x="2059913" y="45267"/>
                </a:lnTo>
                <a:lnTo>
                  <a:pt x="2062366" y="28391"/>
                </a:lnTo>
                <a:lnTo>
                  <a:pt x="2063184" y="36836"/>
                </a:lnTo>
                <a:lnTo>
                  <a:pt x="2067272" y="53241"/>
                </a:lnTo>
                <a:lnTo>
                  <a:pt x="2064819" y="36392"/>
                </a:lnTo>
                <a:lnTo>
                  <a:pt x="2068090" y="47283"/>
                </a:lnTo>
                <a:lnTo>
                  <a:pt x="2070543" y="31085"/>
                </a:lnTo>
                <a:lnTo>
                  <a:pt x="2071361" y="35550"/>
                </a:lnTo>
                <a:lnTo>
                  <a:pt x="2072179" y="38837"/>
                </a:lnTo>
                <a:lnTo>
                  <a:pt x="2072997" y="34845"/>
                </a:lnTo>
                <a:lnTo>
                  <a:pt x="2073814" y="36907"/>
                </a:lnTo>
                <a:lnTo>
                  <a:pt x="2075450" y="27211"/>
                </a:lnTo>
                <a:lnTo>
                  <a:pt x="2076268" y="31969"/>
                </a:lnTo>
                <a:lnTo>
                  <a:pt x="2078721" y="49670"/>
                </a:lnTo>
                <a:lnTo>
                  <a:pt x="2079539" y="47029"/>
                </a:lnTo>
                <a:lnTo>
                  <a:pt x="2081992" y="48218"/>
                </a:lnTo>
                <a:lnTo>
                  <a:pt x="2084445" y="54391"/>
                </a:lnTo>
                <a:lnTo>
                  <a:pt x="2085263" y="49772"/>
                </a:lnTo>
                <a:lnTo>
                  <a:pt x="2087716" y="60352"/>
                </a:lnTo>
                <a:lnTo>
                  <a:pt x="2090987" y="66871"/>
                </a:lnTo>
                <a:lnTo>
                  <a:pt x="2094258" y="74505"/>
                </a:lnTo>
                <a:lnTo>
                  <a:pt x="2095076" y="81672"/>
                </a:lnTo>
                <a:lnTo>
                  <a:pt x="2096712" y="79836"/>
                </a:lnTo>
                <a:lnTo>
                  <a:pt x="2100800" y="66766"/>
                </a:lnTo>
                <a:lnTo>
                  <a:pt x="2103254" y="95368"/>
                </a:lnTo>
                <a:lnTo>
                  <a:pt x="2105707" y="89303"/>
                </a:lnTo>
                <a:lnTo>
                  <a:pt x="2106525" y="90765"/>
                </a:lnTo>
                <a:lnTo>
                  <a:pt x="2107342" y="86431"/>
                </a:lnTo>
                <a:lnTo>
                  <a:pt x="2108160" y="86167"/>
                </a:lnTo>
                <a:lnTo>
                  <a:pt x="2113067" y="93834"/>
                </a:lnTo>
                <a:lnTo>
                  <a:pt x="2121244" y="99550"/>
                </a:lnTo>
                <a:lnTo>
                  <a:pt x="2122880" y="91349"/>
                </a:lnTo>
                <a:lnTo>
                  <a:pt x="2123697" y="95002"/>
                </a:lnTo>
                <a:lnTo>
                  <a:pt x="2125333" y="99494"/>
                </a:lnTo>
                <a:lnTo>
                  <a:pt x="2126151" y="96591"/>
                </a:lnTo>
                <a:lnTo>
                  <a:pt x="2129422" y="91408"/>
                </a:lnTo>
                <a:lnTo>
                  <a:pt x="2131057" y="100344"/>
                </a:lnTo>
                <a:lnTo>
                  <a:pt x="2132693" y="98834"/>
                </a:lnTo>
                <a:lnTo>
                  <a:pt x="2133510" y="98258"/>
                </a:lnTo>
                <a:lnTo>
                  <a:pt x="2135146" y="88495"/>
                </a:lnTo>
                <a:lnTo>
                  <a:pt x="2135964" y="95537"/>
                </a:lnTo>
                <a:lnTo>
                  <a:pt x="2137599" y="100391"/>
                </a:lnTo>
                <a:lnTo>
                  <a:pt x="2138417" y="97048"/>
                </a:lnTo>
                <a:lnTo>
                  <a:pt x="2139234" y="95534"/>
                </a:lnTo>
                <a:lnTo>
                  <a:pt x="2140052" y="101560"/>
                </a:lnTo>
                <a:lnTo>
                  <a:pt x="2142505" y="97151"/>
                </a:lnTo>
                <a:lnTo>
                  <a:pt x="2146594" y="103929"/>
                </a:lnTo>
                <a:lnTo>
                  <a:pt x="2147412" y="103608"/>
                </a:lnTo>
                <a:lnTo>
                  <a:pt x="2148230" y="102813"/>
                </a:lnTo>
                <a:lnTo>
                  <a:pt x="2150683" y="118933"/>
                </a:lnTo>
                <a:lnTo>
                  <a:pt x="2152318" y="113735"/>
                </a:lnTo>
                <a:lnTo>
                  <a:pt x="2154772" y="118803"/>
                </a:lnTo>
                <a:lnTo>
                  <a:pt x="2155589" y="118009"/>
                </a:lnTo>
                <a:lnTo>
                  <a:pt x="2157225" y="113052"/>
                </a:lnTo>
                <a:lnTo>
                  <a:pt x="2158043" y="113417"/>
                </a:lnTo>
                <a:lnTo>
                  <a:pt x="2158860" y="120144"/>
                </a:lnTo>
                <a:lnTo>
                  <a:pt x="2161314" y="115020"/>
                </a:lnTo>
                <a:lnTo>
                  <a:pt x="2166220" y="105576"/>
                </a:lnTo>
                <a:lnTo>
                  <a:pt x="2167038" y="102704"/>
                </a:lnTo>
                <a:lnTo>
                  <a:pt x="2168673" y="108086"/>
                </a:lnTo>
                <a:lnTo>
                  <a:pt x="2169491" y="104742"/>
                </a:lnTo>
                <a:lnTo>
                  <a:pt x="2171127" y="102423"/>
                </a:lnTo>
                <a:lnTo>
                  <a:pt x="2172762" y="112245"/>
                </a:lnTo>
                <a:lnTo>
                  <a:pt x="2174398" y="105276"/>
                </a:lnTo>
                <a:lnTo>
                  <a:pt x="2176851" y="117185"/>
                </a:lnTo>
                <a:lnTo>
                  <a:pt x="2177669" y="115001"/>
                </a:lnTo>
                <a:lnTo>
                  <a:pt x="2181758" y="100259"/>
                </a:lnTo>
                <a:lnTo>
                  <a:pt x="2188300" y="102568"/>
                </a:lnTo>
                <a:lnTo>
                  <a:pt x="2193206" y="112331"/>
                </a:lnTo>
                <a:lnTo>
                  <a:pt x="2194842" y="106779"/>
                </a:lnTo>
                <a:lnTo>
                  <a:pt x="2196477" y="112130"/>
                </a:lnTo>
                <a:lnTo>
                  <a:pt x="2202201" y="106821"/>
                </a:lnTo>
                <a:lnTo>
                  <a:pt x="2203837" y="109166"/>
                </a:lnTo>
                <a:lnTo>
                  <a:pt x="2210379" y="118394"/>
                </a:lnTo>
                <a:lnTo>
                  <a:pt x="2211197" y="113992"/>
                </a:lnTo>
                <a:lnTo>
                  <a:pt x="2212832" y="120280"/>
                </a:lnTo>
                <a:lnTo>
                  <a:pt x="2215285" y="124235"/>
                </a:lnTo>
                <a:lnTo>
                  <a:pt x="2218556" y="114801"/>
                </a:lnTo>
                <a:lnTo>
                  <a:pt x="2220192" y="121786"/>
                </a:lnTo>
                <a:lnTo>
                  <a:pt x="2221010" y="120487"/>
                </a:lnTo>
                <a:lnTo>
                  <a:pt x="2225098" y="105571"/>
                </a:lnTo>
                <a:lnTo>
                  <a:pt x="2225916" y="100968"/>
                </a:lnTo>
                <a:lnTo>
                  <a:pt x="2226734" y="102998"/>
                </a:lnTo>
                <a:lnTo>
                  <a:pt x="2229187" y="117969"/>
                </a:lnTo>
                <a:lnTo>
                  <a:pt x="2230005" y="113948"/>
                </a:lnTo>
                <a:lnTo>
                  <a:pt x="2230822" y="107345"/>
                </a:lnTo>
                <a:lnTo>
                  <a:pt x="2232458" y="115697"/>
                </a:lnTo>
                <a:lnTo>
                  <a:pt x="2234093" y="117724"/>
                </a:lnTo>
                <a:lnTo>
                  <a:pt x="2238182" y="133432"/>
                </a:lnTo>
                <a:lnTo>
                  <a:pt x="2240635" y="134582"/>
                </a:lnTo>
                <a:lnTo>
                  <a:pt x="2241453" y="130630"/>
                </a:lnTo>
                <a:lnTo>
                  <a:pt x="2246360" y="140655"/>
                </a:lnTo>
                <a:lnTo>
                  <a:pt x="2247177" y="132720"/>
                </a:lnTo>
                <a:lnTo>
                  <a:pt x="2249631" y="136898"/>
                </a:lnTo>
                <a:lnTo>
                  <a:pt x="2252902" y="135512"/>
                </a:lnTo>
                <a:lnTo>
                  <a:pt x="2256173" y="138499"/>
                </a:lnTo>
                <a:lnTo>
                  <a:pt x="2258626" y="139753"/>
                </a:lnTo>
                <a:lnTo>
                  <a:pt x="2260261" y="135062"/>
                </a:lnTo>
                <a:lnTo>
                  <a:pt x="2267621" y="139553"/>
                </a:lnTo>
                <a:lnTo>
                  <a:pt x="2270075" y="136733"/>
                </a:lnTo>
                <a:lnTo>
                  <a:pt x="2270892" y="139457"/>
                </a:lnTo>
                <a:lnTo>
                  <a:pt x="2271710" y="140525"/>
                </a:lnTo>
                <a:lnTo>
                  <a:pt x="2272528" y="138128"/>
                </a:lnTo>
                <a:lnTo>
                  <a:pt x="2273346" y="137188"/>
                </a:lnTo>
                <a:lnTo>
                  <a:pt x="2274163" y="139868"/>
                </a:lnTo>
                <a:lnTo>
                  <a:pt x="2276617" y="137739"/>
                </a:lnTo>
                <a:lnTo>
                  <a:pt x="2278252" y="146922"/>
                </a:lnTo>
                <a:lnTo>
                  <a:pt x="2281523" y="144526"/>
                </a:lnTo>
                <a:lnTo>
                  <a:pt x="2287247" y="147520"/>
                </a:lnTo>
                <a:lnTo>
                  <a:pt x="2290518" y="149521"/>
                </a:lnTo>
              </a:path>
            </a:pathLst>
          </a:custGeom>
          <a:noFill/>
          <a:ln w="2208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5"/>
          <p:cNvSpPr/>
          <p:nvPr/>
        </p:nvSpPr>
        <p:spPr>
          <a:xfrm>
            <a:off x="3741645" y="2465317"/>
            <a:ext cx="2290518" cy="522839"/>
          </a:xfrm>
          <a:custGeom>
            <a:avLst/>
            <a:gdLst/>
            <a:ahLst/>
            <a:cxnLst/>
            <a:rect l="l" t="t" r="r" b="b"/>
            <a:pathLst>
              <a:path w="2290518" h="522839">
                <a:moveTo>
                  <a:pt x="0" y="79085"/>
                </a:moveTo>
                <a:lnTo>
                  <a:pt x="4089" y="81525"/>
                </a:lnTo>
                <a:lnTo>
                  <a:pt x="5725" y="80277"/>
                </a:lnTo>
                <a:lnTo>
                  <a:pt x="6542" y="81925"/>
                </a:lnTo>
                <a:lnTo>
                  <a:pt x="8996" y="88441"/>
                </a:lnTo>
                <a:lnTo>
                  <a:pt x="9813" y="82852"/>
                </a:lnTo>
                <a:lnTo>
                  <a:pt x="10631" y="79888"/>
                </a:lnTo>
                <a:lnTo>
                  <a:pt x="11449" y="86226"/>
                </a:lnTo>
                <a:lnTo>
                  <a:pt x="12267" y="85065"/>
                </a:lnTo>
                <a:lnTo>
                  <a:pt x="17991" y="78098"/>
                </a:lnTo>
                <a:lnTo>
                  <a:pt x="18809" y="81942"/>
                </a:lnTo>
                <a:lnTo>
                  <a:pt x="19626" y="80174"/>
                </a:lnTo>
                <a:lnTo>
                  <a:pt x="21262" y="62978"/>
                </a:lnTo>
                <a:lnTo>
                  <a:pt x="22897" y="69346"/>
                </a:lnTo>
                <a:lnTo>
                  <a:pt x="26168" y="86115"/>
                </a:lnTo>
                <a:lnTo>
                  <a:pt x="26986" y="81148"/>
                </a:lnTo>
                <a:lnTo>
                  <a:pt x="28622" y="72699"/>
                </a:lnTo>
                <a:lnTo>
                  <a:pt x="30257" y="79064"/>
                </a:lnTo>
                <a:lnTo>
                  <a:pt x="31893" y="76532"/>
                </a:lnTo>
                <a:lnTo>
                  <a:pt x="35164" y="79770"/>
                </a:lnTo>
                <a:lnTo>
                  <a:pt x="36799" y="74771"/>
                </a:lnTo>
                <a:lnTo>
                  <a:pt x="37617" y="77895"/>
                </a:lnTo>
                <a:lnTo>
                  <a:pt x="39252" y="83451"/>
                </a:lnTo>
                <a:lnTo>
                  <a:pt x="41706" y="81540"/>
                </a:lnTo>
                <a:lnTo>
                  <a:pt x="46612" y="79450"/>
                </a:lnTo>
                <a:lnTo>
                  <a:pt x="48248" y="73380"/>
                </a:lnTo>
                <a:lnTo>
                  <a:pt x="49883" y="75066"/>
                </a:lnTo>
                <a:lnTo>
                  <a:pt x="51519" y="73449"/>
                </a:lnTo>
                <a:lnTo>
                  <a:pt x="52336" y="74786"/>
                </a:lnTo>
                <a:lnTo>
                  <a:pt x="53972" y="79420"/>
                </a:lnTo>
                <a:lnTo>
                  <a:pt x="55607" y="85544"/>
                </a:lnTo>
                <a:lnTo>
                  <a:pt x="57243" y="83885"/>
                </a:lnTo>
                <a:lnTo>
                  <a:pt x="58878" y="79275"/>
                </a:lnTo>
                <a:lnTo>
                  <a:pt x="60514" y="72690"/>
                </a:lnTo>
                <a:lnTo>
                  <a:pt x="62149" y="75877"/>
                </a:lnTo>
                <a:lnTo>
                  <a:pt x="68691" y="92475"/>
                </a:lnTo>
                <a:lnTo>
                  <a:pt x="70327" y="89196"/>
                </a:lnTo>
                <a:lnTo>
                  <a:pt x="74416" y="85880"/>
                </a:lnTo>
                <a:lnTo>
                  <a:pt x="78504" y="87441"/>
                </a:lnTo>
                <a:lnTo>
                  <a:pt x="81775" y="82005"/>
                </a:lnTo>
                <a:lnTo>
                  <a:pt x="83411" y="88877"/>
                </a:lnTo>
                <a:lnTo>
                  <a:pt x="85046" y="85501"/>
                </a:lnTo>
                <a:lnTo>
                  <a:pt x="87500" y="96632"/>
                </a:lnTo>
                <a:lnTo>
                  <a:pt x="89953" y="95486"/>
                </a:lnTo>
                <a:lnTo>
                  <a:pt x="95677" y="90757"/>
                </a:lnTo>
                <a:lnTo>
                  <a:pt x="99766" y="99316"/>
                </a:lnTo>
                <a:lnTo>
                  <a:pt x="101401" y="95905"/>
                </a:lnTo>
                <a:lnTo>
                  <a:pt x="102219" y="90820"/>
                </a:lnTo>
                <a:lnTo>
                  <a:pt x="104672" y="92220"/>
                </a:lnTo>
                <a:lnTo>
                  <a:pt x="107943" y="112991"/>
                </a:lnTo>
                <a:lnTo>
                  <a:pt x="108761" y="111365"/>
                </a:lnTo>
                <a:lnTo>
                  <a:pt x="114485" y="99254"/>
                </a:lnTo>
                <a:lnTo>
                  <a:pt x="119392" y="95698"/>
                </a:lnTo>
                <a:lnTo>
                  <a:pt x="120210" y="97299"/>
                </a:lnTo>
                <a:lnTo>
                  <a:pt x="123481" y="103381"/>
                </a:lnTo>
                <a:lnTo>
                  <a:pt x="126752" y="96803"/>
                </a:lnTo>
                <a:lnTo>
                  <a:pt x="127569" y="98662"/>
                </a:lnTo>
                <a:lnTo>
                  <a:pt x="131658" y="102543"/>
                </a:lnTo>
                <a:lnTo>
                  <a:pt x="132476" y="100921"/>
                </a:lnTo>
                <a:lnTo>
                  <a:pt x="135747" y="93704"/>
                </a:lnTo>
                <a:lnTo>
                  <a:pt x="138200" y="106034"/>
                </a:lnTo>
                <a:lnTo>
                  <a:pt x="139018" y="103395"/>
                </a:lnTo>
                <a:lnTo>
                  <a:pt x="142289" y="96822"/>
                </a:lnTo>
                <a:lnTo>
                  <a:pt x="143107" y="99678"/>
                </a:lnTo>
                <a:lnTo>
                  <a:pt x="146378" y="107277"/>
                </a:lnTo>
                <a:lnTo>
                  <a:pt x="150466" y="118381"/>
                </a:lnTo>
                <a:lnTo>
                  <a:pt x="154555" y="105279"/>
                </a:lnTo>
                <a:lnTo>
                  <a:pt x="156191" y="114017"/>
                </a:lnTo>
                <a:lnTo>
                  <a:pt x="158644" y="110601"/>
                </a:lnTo>
                <a:lnTo>
                  <a:pt x="161097" y="102476"/>
                </a:lnTo>
                <a:lnTo>
                  <a:pt x="161915" y="105884"/>
                </a:lnTo>
                <a:lnTo>
                  <a:pt x="166821" y="114344"/>
                </a:lnTo>
                <a:lnTo>
                  <a:pt x="167639" y="115168"/>
                </a:lnTo>
                <a:lnTo>
                  <a:pt x="168457" y="113335"/>
                </a:lnTo>
                <a:lnTo>
                  <a:pt x="174999" y="106571"/>
                </a:lnTo>
                <a:lnTo>
                  <a:pt x="178270" y="105038"/>
                </a:lnTo>
                <a:lnTo>
                  <a:pt x="179088" y="107581"/>
                </a:lnTo>
                <a:lnTo>
                  <a:pt x="182359" y="114253"/>
                </a:lnTo>
                <a:lnTo>
                  <a:pt x="185630" y="133365"/>
                </a:lnTo>
                <a:lnTo>
                  <a:pt x="186447" y="131800"/>
                </a:lnTo>
                <a:lnTo>
                  <a:pt x="190536" y="111167"/>
                </a:lnTo>
                <a:lnTo>
                  <a:pt x="193807" y="109597"/>
                </a:lnTo>
                <a:lnTo>
                  <a:pt x="195443" y="99765"/>
                </a:lnTo>
                <a:lnTo>
                  <a:pt x="196260" y="104634"/>
                </a:lnTo>
                <a:lnTo>
                  <a:pt x="198714" y="130678"/>
                </a:lnTo>
                <a:lnTo>
                  <a:pt x="201985" y="122058"/>
                </a:lnTo>
                <a:lnTo>
                  <a:pt x="202802" y="125383"/>
                </a:lnTo>
                <a:lnTo>
                  <a:pt x="204438" y="120889"/>
                </a:lnTo>
                <a:lnTo>
                  <a:pt x="207709" y="123935"/>
                </a:lnTo>
                <a:lnTo>
                  <a:pt x="208527" y="122642"/>
                </a:lnTo>
                <a:lnTo>
                  <a:pt x="210980" y="116100"/>
                </a:lnTo>
                <a:lnTo>
                  <a:pt x="212615" y="117644"/>
                </a:lnTo>
                <a:lnTo>
                  <a:pt x="215069" y="127235"/>
                </a:lnTo>
                <a:lnTo>
                  <a:pt x="216704" y="124701"/>
                </a:lnTo>
                <a:lnTo>
                  <a:pt x="221611" y="119000"/>
                </a:lnTo>
                <a:lnTo>
                  <a:pt x="224064" y="120407"/>
                </a:lnTo>
                <a:lnTo>
                  <a:pt x="224882" y="119284"/>
                </a:lnTo>
                <a:lnTo>
                  <a:pt x="228970" y="114142"/>
                </a:lnTo>
                <a:lnTo>
                  <a:pt x="230606" y="119414"/>
                </a:lnTo>
                <a:lnTo>
                  <a:pt x="232241" y="116021"/>
                </a:lnTo>
                <a:lnTo>
                  <a:pt x="235512" y="114653"/>
                </a:lnTo>
                <a:lnTo>
                  <a:pt x="237966" y="115259"/>
                </a:lnTo>
                <a:lnTo>
                  <a:pt x="240419" y="119404"/>
                </a:lnTo>
                <a:lnTo>
                  <a:pt x="241237" y="117445"/>
                </a:lnTo>
                <a:lnTo>
                  <a:pt x="242054" y="115070"/>
                </a:lnTo>
                <a:lnTo>
                  <a:pt x="242872" y="115748"/>
                </a:lnTo>
                <a:lnTo>
                  <a:pt x="246961" y="125224"/>
                </a:lnTo>
                <a:lnTo>
                  <a:pt x="253503" y="120239"/>
                </a:lnTo>
                <a:lnTo>
                  <a:pt x="255138" y="124800"/>
                </a:lnTo>
                <a:lnTo>
                  <a:pt x="259227" y="135606"/>
                </a:lnTo>
                <a:lnTo>
                  <a:pt x="256774" y="124400"/>
                </a:lnTo>
                <a:lnTo>
                  <a:pt x="260045" y="133618"/>
                </a:lnTo>
                <a:lnTo>
                  <a:pt x="264951" y="119283"/>
                </a:lnTo>
                <a:lnTo>
                  <a:pt x="265769" y="118967"/>
                </a:lnTo>
                <a:lnTo>
                  <a:pt x="268222" y="130020"/>
                </a:lnTo>
                <a:lnTo>
                  <a:pt x="269858" y="126263"/>
                </a:lnTo>
                <a:lnTo>
                  <a:pt x="283760" y="107976"/>
                </a:lnTo>
                <a:lnTo>
                  <a:pt x="284577" y="109649"/>
                </a:lnTo>
                <a:lnTo>
                  <a:pt x="287031" y="107599"/>
                </a:lnTo>
                <a:lnTo>
                  <a:pt x="287848" y="108687"/>
                </a:lnTo>
                <a:lnTo>
                  <a:pt x="288666" y="112353"/>
                </a:lnTo>
                <a:lnTo>
                  <a:pt x="290302" y="109421"/>
                </a:lnTo>
                <a:lnTo>
                  <a:pt x="291119" y="109049"/>
                </a:lnTo>
                <a:lnTo>
                  <a:pt x="291937" y="112446"/>
                </a:lnTo>
                <a:lnTo>
                  <a:pt x="294390" y="109714"/>
                </a:lnTo>
                <a:lnTo>
                  <a:pt x="296026" y="107730"/>
                </a:lnTo>
                <a:lnTo>
                  <a:pt x="297661" y="101964"/>
                </a:lnTo>
                <a:lnTo>
                  <a:pt x="298479" y="104753"/>
                </a:lnTo>
                <a:lnTo>
                  <a:pt x="302568" y="118037"/>
                </a:lnTo>
                <a:lnTo>
                  <a:pt x="304203" y="115452"/>
                </a:lnTo>
                <a:lnTo>
                  <a:pt x="305839" y="110837"/>
                </a:lnTo>
                <a:lnTo>
                  <a:pt x="307474" y="113090"/>
                </a:lnTo>
                <a:lnTo>
                  <a:pt x="310745" y="119414"/>
                </a:lnTo>
                <a:lnTo>
                  <a:pt x="311563" y="116840"/>
                </a:lnTo>
                <a:lnTo>
                  <a:pt x="313199" y="113582"/>
                </a:lnTo>
                <a:lnTo>
                  <a:pt x="314016" y="115295"/>
                </a:lnTo>
                <a:lnTo>
                  <a:pt x="314834" y="118220"/>
                </a:lnTo>
                <a:lnTo>
                  <a:pt x="315652" y="113741"/>
                </a:lnTo>
                <a:lnTo>
                  <a:pt x="317287" y="116365"/>
                </a:lnTo>
                <a:lnTo>
                  <a:pt x="321376" y="115991"/>
                </a:lnTo>
                <a:lnTo>
                  <a:pt x="322194" y="110721"/>
                </a:lnTo>
                <a:lnTo>
                  <a:pt x="323829" y="113500"/>
                </a:lnTo>
                <a:lnTo>
                  <a:pt x="324647" y="118452"/>
                </a:lnTo>
                <a:lnTo>
                  <a:pt x="326283" y="118140"/>
                </a:lnTo>
                <a:lnTo>
                  <a:pt x="331189" y="106553"/>
                </a:lnTo>
                <a:lnTo>
                  <a:pt x="334460" y="110278"/>
                </a:lnTo>
                <a:lnTo>
                  <a:pt x="336096" y="104614"/>
                </a:lnTo>
                <a:lnTo>
                  <a:pt x="337731" y="107982"/>
                </a:lnTo>
                <a:lnTo>
                  <a:pt x="346726" y="111120"/>
                </a:lnTo>
                <a:lnTo>
                  <a:pt x="350815" y="111719"/>
                </a:lnTo>
                <a:lnTo>
                  <a:pt x="352451" y="105853"/>
                </a:lnTo>
                <a:lnTo>
                  <a:pt x="354086" y="107098"/>
                </a:lnTo>
                <a:lnTo>
                  <a:pt x="356539" y="110221"/>
                </a:lnTo>
                <a:lnTo>
                  <a:pt x="357357" y="109785"/>
                </a:lnTo>
                <a:lnTo>
                  <a:pt x="359810" y="106563"/>
                </a:lnTo>
                <a:lnTo>
                  <a:pt x="360628" y="108505"/>
                </a:lnTo>
                <a:lnTo>
                  <a:pt x="361446" y="109773"/>
                </a:lnTo>
                <a:lnTo>
                  <a:pt x="362264" y="106937"/>
                </a:lnTo>
                <a:lnTo>
                  <a:pt x="364717" y="94130"/>
                </a:lnTo>
                <a:lnTo>
                  <a:pt x="365535" y="81256"/>
                </a:lnTo>
                <a:lnTo>
                  <a:pt x="367170" y="92385"/>
                </a:lnTo>
                <a:lnTo>
                  <a:pt x="370441" y="110518"/>
                </a:lnTo>
                <a:lnTo>
                  <a:pt x="371259" y="111373"/>
                </a:lnTo>
                <a:lnTo>
                  <a:pt x="372077" y="109487"/>
                </a:lnTo>
                <a:lnTo>
                  <a:pt x="374530" y="102376"/>
                </a:lnTo>
                <a:lnTo>
                  <a:pt x="375348" y="108798"/>
                </a:lnTo>
                <a:lnTo>
                  <a:pt x="388432" y="101902"/>
                </a:lnTo>
                <a:lnTo>
                  <a:pt x="389249" y="106059"/>
                </a:lnTo>
                <a:lnTo>
                  <a:pt x="390885" y="102946"/>
                </a:lnTo>
                <a:lnTo>
                  <a:pt x="398245" y="96166"/>
                </a:lnTo>
                <a:lnTo>
                  <a:pt x="399062" y="97172"/>
                </a:lnTo>
                <a:lnTo>
                  <a:pt x="400698" y="100272"/>
                </a:lnTo>
                <a:lnTo>
                  <a:pt x="401516" y="99431"/>
                </a:lnTo>
                <a:lnTo>
                  <a:pt x="405604" y="91472"/>
                </a:lnTo>
                <a:lnTo>
                  <a:pt x="406422" y="90599"/>
                </a:lnTo>
                <a:lnTo>
                  <a:pt x="407240" y="92185"/>
                </a:lnTo>
                <a:lnTo>
                  <a:pt x="413782" y="97848"/>
                </a:lnTo>
                <a:lnTo>
                  <a:pt x="425230" y="92066"/>
                </a:lnTo>
                <a:lnTo>
                  <a:pt x="429319" y="74796"/>
                </a:lnTo>
                <a:lnTo>
                  <a:pt x="430955" y="75048"/>
                </a:lnTo>
                <a:lnTo>
                  <a:pt x="431772" y="64242"/>
                </a:lnTo>
                <a:lnTo>
                  <a:pt x="433408" y="72780"/>
                </a:lnTo>
                <a:lnTo>
                  <a:pt x="441585" y="74083"/>
                </a:lnTo>
                <a:lnTo>
                  <a:pt x="442403" y="72853"/>
                </a:lnTo>
                <a:lnTo>
                  <a:pt x="444039" y="74627"/>
                </a:lnTo>
                <a:lnTo>
                  <a:pt x="446492" y="76680"/>
                </a:lnTo>
                <a:lnTo>
                  <a:pt x="448945" y="69018"/>
                </a:lnTo>
                <a:lnTo>
                  <a:pt x="449763" y="72182"/>
                </a:lnTo>
                <a:lnTo>
                  <a:pt x="453852" y="81357"/>
                </a:lnTo>
                <a:lnTo>
                  <a:pt x="455487" y="73972"/>
                </a:lnTo>
                <a:lnTo>
                  <a:pt x="456305" y="70042"/>
                </a:lnTo>
                <a:lnTo>
                  <a:pt x="457123" y="77000"/>
                </a:lnTo>
                <a:lnTo>
                  <a:pt x="457940" y="80870"/>
                </a:lnTo>
                <a:lnTo>
                  <a:pt x="459576" y="77343"/>
                </a:lnTo>
                <a:lnTo>
                  <a:pt x="460394" y="74577"/>
                </a:lnTo>
                <a:lnTo>
                  <a:pt x="462029" y="76785"/>
                </a:lnTo>
                <a:lnTo>
                  <a:pt x="463665" y="81128"/>
                </a:lnTo>
                <a:lnTo>
                  <a:pt x="465300" y="77437"/>
                </a:lnTo>
                <a:lnTo>
                  <a:pt x="480837" y="76008"/>
                </a:lnTo>
                <a:lnTo>
                  <a:pt x="481655" y="78497"/>
                </a:lnTo>
                <a:lnTo>
                  <a:pt x="483291" y="76658"/>
                </a:lnTo>
                <a:lnTo>
                  <a:pt x="486562" y="65636"/>
                </a:lnTo>
                <a:lnTo>
                  <a:pt x="489015" y="67731"/>
                </a:lnTo>
                <a:lnTo>
                  <a:pt x="495557" y="76956"/>
                </a:lnTo>
                <a:lnTo>
                  <a:pt x="499646" y="81022"/>
                </a:lnTo>
                <a:lnTo>
                  <a:pt x="500463" y="75041"/>
                </a:lnTo>
                <a:lnTo>
                  <a:pt x="502099" y="78542"/>
                </a:lnTo>
                <a:lnTo>
                  <a:pt x="507823" y="91009"/>
                </a:lnTo>
                <a:lnTo>
                  <a:pt x="508641" y="89591"/>
                </a:lnTo>
                <a:lnTo>
                  <a:pt x="510276" y="73628"/>
                </a:lnTo>
                <a:lnTo>
                  <a:pt x="511912" y="73756"/>
                </a:lnTo>
                <a:lnTo>
                  <a:pt x="513547" y="67507"/>
                </a:lnTo>
                <a:lnTo>
                  <a:pt x="515183" y="69327"/>
                </a:lnTo>
                <a:lnTo>
                  <a:pt x="518454" y="81774"/>
                </a:lnTo>
                <a:lnTo>
                  <a:pt x="520089" y="78990"/>
                </a:lnTo>
                <a:lnTo>
                  <a:pt x="520907" y="79665"/>
                </a:lnTo>
                <a:lnTo>
                  <a:pt x="521725" y="78310"/>
                </a:lnTo>
                <a:lnTo>
                  <a:pt x="524178" y="63701"/>
                </a:lnTo>
                <a:lnTo>
                  <a:pt x="526631" y="69301"/>
                </a:lnTo>
                <a:lnTo>
                  <a:pt x="530720" y="77771"/>
                </a:lnTo>
                <a:lnTo>
                  <a:pt x="531538" y="76980"/>
                </a:lnTo>
                <a:lnTo>
                  <a:pt x="538898" y="67870"/>
                </a:lnTo>
                <a:lnTo>
                  <a:pt x="540533" y="72272"/>
                </a:lnTo>
                <a:lnTo>
                  <a:pt x="541351" y="68348"/>
                </a:lnTo>
                <a:lnTo>
                  <a:pt x="543804" y="63534"/>
                </a:lnTo>
                <a:lnTo>
                  <a:pt x="544622" y="66998"/>
                </a:lnTo>
                <a:lnTo>
                  <a:pt x="545440" y="67435"/>
                </a:lnTo>
                <a:lnTo>
                  <a:pt x="547075" y="60575"/>
                </a:lnTo>
                <a:lnTo>
                  <a:pt x="547893" y="64858"/>
                </a:lnTo>
                <a:lnTo>
                  <a:pt x="557706" y="84801"/>
                </a:lnTo>
                <a:lnTo>
                  <a:pt x="561795" y="66606"/>
                </a:lnTo>
                <a:lnTo>
                  <a:pt x="562612" y="69797"/>
                </a:lnTo>
                <a:lnTo>
                  <a:pt x="564248" y="75218"/>
                </a:lnTo>
                <a:lnTo>
                  <a:pt x="565066" y="68956"/>
                </a:lnTo>
                <a:lnTo>
                  <a:pt x="566701" y="58433"/>
                </a:lnTo>
                <a:lnTo>
                  <a:pt x="568337" y="66525"/>
                </a:lnTo>
                <a:lnTo>
                  <a:pt x="573243" y="66399"/>
                </a:lnTo>
                <a:lnTo>
                  <a:pt x="583056" y="63984"/>
                </a:lnTo>
                <a:lnTo>
                  <a:pt x="591234" y="80166"/>
                </a:lnTo>
                <a:lnTo>
                  <a:pt x="592051" y="77572"/>
                </a:lnTo>
                <a:lnTo>
                  <a:pt x="592869" y="75655"/>
                </a:lnTo>
                <a:lnTo>
                  <a:pt x="594505" y="76810"/>
                </a:lnTo>
                <a:lnTo>
                  <a:pt x="595322" y="78397"/>
                </a:lnTo>
                <a:lnTo>
                  <a:pt x="596140" y="74552"/>
                </a:lnTo>
                <a:lnTo>
                  <a:pt x="596958" y="75558"/>
                </a:lnTo>
                <a:lnTo>
                  <a:pt x="599411" y="74622"/>
                </a:lnTo>
                <a:lnTo>
                  <a:pt x="601047" y="73001"/>
                </a:lnTo>
                <a:lnTo>
                  <a:pt x="601864" y="74859"/>
                </a:lnTo>
                <a:lnTo>
                  <a:pt x="614131" y="82693"/>
                </a:lnTo>
                <a:lnTo>
                  <a:pt x="616584" y="94156"/>
                </a:lnTo>
                <a:lnTo>
                  <a:pt x="617402" y="85377"/>
                </a:lnTo>
                <a:lnTo>
                  <a:pt x="618219" y="84883"/>
                </a:lnTo>
                <a:lnTo>
                  <a:pt x="619037" y="87681"/>
                </a:lnTo>
                <a:lnTo>
                  <a:pt x="619855" y="89849"/>
                </a:lnTo>
                <a:lnTo>
                  <a:pt x="622308" y="87844"/>
                </a:lnTo>
                <a:lnTo>
                  <a:pt x="623126" y="86900"/>
                </a:lnTo>
                <a:lnTo>
                  <a:pt x="623944" y="88528"/>
                </a:lnTo>
                <a:lnTo>
                  <a:pt x="626397" y="93417"/>
                </a:lnTo>
                <a:lnTo>
                  <a:pt x="627215" y="91334"/>
                </a:lnTo>
                <a:lnTo>
                  <a:pt x="628032" y="91242"/>
                </a:lnTo>
                <a:lnTo>
                  <a:pt x="632121" y="94874"/>
                </a:lnTo>
                <a:lnTo>
                  <a:pt x="635392" y="96977"/>
                </a:lnTo>
                <a:lnTo>
                  <a:pt x="636210" y="94494"/>
                </a:lnTo>
                <a:lnTo>
                  <a:pt x="637845" y="97961"/>
                </a:lnTo>
                <a:lnTo>
                  <a:pt x="641934" y="104045"/>
                </a:lnTo>
                <a:lnTo>
                  <a:pt x="642752" y="101586"/>
                </a:lnTo>
                <a:lnTo>
                  <a:pt x="646841" y="92728"/>
                </a:lnTo>
                <a:lnTo>
                  <a:pt x="652565" y="111855"/>
                </a:lnTo>
                <a:lnTo>
                  <a:pt x="656654" y="107234"/>
                </a:lnTo>
                <a:lnTo>
                  <a:pt x="660742" y="114677"/>
                </a:lnTo>
                <a:lnTo>
                  <a:pt x="661560" y="110799"/>
                </a:lnTo>
                <a:lnTo>
                  <a:pt x="662378" y="105846"/>
                </a:lnTo>
                <a:lnTo>
                  <a:pt x="664831" y="108070"/>
                </a:lnTo>
                <a:lnTo>
                  <a:pt x="666467" y="110083"/>
                </a:lnTo>
                <a:lnTo>
                  <a:pt x="668102" y="113320"/>
                </a:lnTo>
                <a:lnTo>
                  <a:pt x="669738" y="111067"/>
                </a:lnTo>
                <a:lnTo>
                  <a:pt x="670555" y="106135"/>
                </a:lnTo>
                <a:lnTo>
                  <a:pt x="673009" y="108506"/>
                </a:lnTo>
                <a:lnTo>
                  <a:pt x="674644" y="108081"/>
                </a:lnTo>
                <a:lnTo>
                  <a:pt x="677915" y="112398"/>
                </a:lnTo>
                <a:lnTo>
                  <a:pt x="679551" y="107401"/>
                </a:lnTo>
                <a:lnTo>
                  <a:pt x="681186" y="110933"/>
                </a:lnTo>
                <a:lnTo>
                  <a:pt x="688546" y="126771"/>
                </a:lnTo>
                <a:lnTo>
                  <a:pt x="689364" y="123733"/>
                </a:lnTo>
                <a:lnTo>
                  <a:pt x="690999" y="119539"/>
                </a:lnTo>
                <a:lnTo>
                  <a:pt x="692635" y="122758"/>
                </a:lnTo>
                <a:lnTo>
                  <a:pt x="693453" y="124954"/>
                </a:lnTo>
                <a:lnTo>
                  <a:pt x="695088" y="120764"/>
                </a:lnTo>
                <a:lnTo>
                  <a:pt x="696724" y="114612"/>
                </a:lnTo>
                <a:lnTo>
                  <a:pt x="698359" y="118215"/>
                </a:lnTo>
                <a:lnTo>
                  <a:pt x="700812" y="131745"/>
                </a:lnTo>
                <a:lnTo>
                  <a:pt x="701630" y="129992"/>
                </a:lnTo>
                <a:lnTo>
                  <a:pt x="704901" y="117292"/>
                </a:lnTo>
                <a:lnTo>
                  <a:pt x="708172" y="140581"/>
                </a:lnTo>
                <a:lnTo>
                  <a:pt x="708990" y="134651"/>
                </a:lnTo>
                <a:lnTo>
                  <a:pt x="712261" y="122999"/>
                </a:lnTo>
                <a:lnTo>
                  <a:pt x="713078" y="123607"/>
                </a:lnTo>
                <a:lnTo>
                  <a:pt x="715532" y="132462"/>
                </a:lnTo>
                <a:lnTo>
                  <a:pt x="717167" y="126744"/>
                </a:lnTo>
                <a:lnTo>
                  <a:pt x="720438" y="130693"/>
                </a:lnTo>
                <a:lnTo>
                  <a:pt x="724527" y="152078"/>
                </a:lnTo>
                <a:lnTo>
                  <a:pt x="725345" y="151087"/>
                </a:lnTo>
                <a:lnTo>
                  <a:pt x="726162" y="147931"/>
                </a:lnTo>
                <a:lnTo>
                  <a:pt x="726980" y="152648"/>
                </a:lnTo>
                <a:lnTo>
                  <a:pt x="727798" y="152432"/>
                </a:lnTo>
                <a:lnTo>
                  <a:pt x="730251" y="149029"/>
                </a:lnTo>
                <a:lnTo>
                  <a:pt x="731887" y="152627"/>
                </a:lnTo>
                <a:lnTo>
                  <a:pt x="735158" y="159623"/>
                </a:lnTo>
                <a:lnTo>
                  <a:pt x="736793" y="147122"/>
                </a:lnTo>
                <a:lnTo>
                  <a:pt x="737611" y="165632"/>
                </a:lnTo>
                <a:lnTo>
                  <a:pt x="740064" y="153120"/>
                </a:lnTo>
                <a:lnTo>
                  <a:pt x="741700" y="159520"/>
                </a:lnTo>
                <a:lnTo>
                  <a:pt x="744971" y="160881"/>
                </a:lnTo>
                <a:lnTo>
                  <a:pt x="752330" y="178223"/>
                </a:lnTo>
                <a:lnTo>
                  <a:pt x="753966" y="186519"/>
                </a:lnTo>
                <a:lnTo>
                  <a:pt x="754784" y="184051"/>
                </a:lnTo>
                <a:lnTo>
                  <a:pt x="755601" y="178042"/>
                </a:lnTo>
                <a:lnTo>
                  <a:pt x="757237" y="181676"/>
                </a:lnTo>
                <a:lnTo>
                  <a:pt x="762144" y="197479"/>
                </a:lnTo>
                <a:lnTo>
                  <a:pt x="762961" y="190689"/>
                </a:lnTo>
                <a:lnTo>
                  <a:pt x="764597" y="186394"/>
                </a:lnTo>
                <a:lnTo>
                  <a:pt x="765415" y="191367"/>
                </a:lnTo>
                <a:lnTo>
                  <a:pt x="771139" y="204825"/>
                </a:lnTo>
                <a:lnTo>
                  <a:pt x="782587" y="231048"/>
                </a:lnTo>
                <a:lnTo>
                  <a:pt x="786676" y="241829"/>
                </a:lnTo>
                <a:lnTo>
                  <a:pt x="787494" y="241398"/>
                </a:lnTo>
                <a:lnTo>
                  <a:pt x="792400" y="234885"/>
                </a:lnTo>
                <a:lnTo>
                  <a:pt x="805484" y="208722"/>
                </a:lnTo>
                <a:lnTo>
                  <a:pt x="806302" y="209141"/>
                </a:lnTo>
                <a:lnTo>
                  <a:pt x="815297" y="183719"/>
                </a:lnTo>
                <a:lnTo>
                  <a:pt x="816933" y="177001"/>
                </a:lnTo>
                <a:lnTo>
                  <a:pt x="821839" y="153381"/>
                </a:lnTo>
                <a:lnTo>
                  <a:pt x="840647" y="78725"/>
                </a:lnTo>
                <a:lnTo>
                  <a:pt x="844736" y="70199"/>
                </a:lnTo>
                <a:lnTo>
                  <a:pt x="851278" y="42522"/>
                </a:lnTo>
                <a:lnTo>
                  <a:pt x="853732" y="46378"/>
                </a:lnTo>
                <a:lnTo>
                  <a:pt x="855367" y="54670"/>
                </a:lnTo>
                <a:lnTo>
                  <a:pt x="857003" y="54206"/>
                </a:lnTo>
                <a:lnTo>
                  <a:pt x="861091" y="49888"/>
                </a:lnTo>
                <a:lnTo>
                  <a:pt x="861909" y="50820"/>
                </a:lnTo>
                <a:lnTo>
                  <a:pt x="867633" y="58248"/>
                </a:lnTo>
                <a:lnTo>
                  <a:pt x="868451" y="57454"/>
                </a:lnTo>
                <a:lnTo>
                  <a:pt x="870904" y="52690"/>
                </a:lnTo>
                <a:lnTo>
                  <a:pt x="871722" y="59386"/>
                </a:lnTo>
                <a:lnTo>
                  <a:pt x="873357" y="53111"/>
                </a:lnTo>
                <a:lnTo>
                  <a:pt x="874993" y="53752"/>
                </a:lnTo>
                <a:lnTo>
                  <a:pt x="876628" y="58539"/>
                </a:lnTo>
                <a:lnTo>
                  <a:pt x="878264" y="54145"/>
                </a:lnTo>
                <a:lnTo>
                  <a:pt x="879082" y="54837"/>
                </a:lnTo>
                <a:lnTo>
                  <a:pt x="879899" y="49173"/>
                </a:lnTo>
                <a:lnTo>
                  <a:pt x="880717" y="54203"/>
                </a:lnTo>
                <a:lnTo>
                  <a:pt x="883988" y="61629"/>
                </a:lnTo>
                <a:lnTo>
                  <a:pt x="887259" y="61083"/>
                </a:lnTo>
                <a:lnTo>
                  <a:pt x="889712" y="63847"/>
                </a:lnTo>
                <a:lnTo>
                  <a:pt x="891348" y="62298"/>
                </a:lnTo>
                <a:lnTo>
                  <a:pt x="903614" y="45992"/>
                </a:lnTo>
                <a:lnTo>
                  <a:pt x="909338" y="50559"/>
                </a:lnTo>
                <a:lnTo>
                  <a:pt x="910974" y="41107"/>
                </a:lnTo>
                <a:lnTo>
                  <a:pt x="912609" y="48241"/>
                </a:lnTo>
                <a:lnTo>
                  <a:pt x="916698" y="67215"/>
                </a:lnTo>
                <a:lnTo>
                  <a:pt x="917516" y="64441"/>
                </a:lnTo>
                <a:lnTo>
                  <a:pt x="924058" y="55179"/>
                </a:lnTo>
                <a:lnTo>
                  <a:pt x="926511" y="52297"/>
                </a:lnTo>
                <a:lnTo>
                  <a:pt x="927329" y="59621"/>
                </a:lnTo>
                <a:lnTo>
                  <a:pt x="933053" y="46989"/>
                </a:lnTo>
                <a:lnTo>
                  <a:pt x="937960" y="38549"/>
                </a:lnTo>
                <a:lnTo>
                  <a:pt x="942049" y="36839"/>
                </a:lnTo>
                <a:lnTo>
                  <a:pt x="943684" y="30262"/>
                </a:lnTo>
                <a:lnTo>
                  <a:pt x="945320" y="32765"/>
                </a:lnTo>
                <a:lnTo>
                  <a:pt x="951044" y="29887"/>
                </a:lnTo>
                <a:lnTo>
                  <a:pt x="955950" y="23888"/>
                </a:lnTo>
                <a:lnTo>
                  <a:pt x="956768" y="26536"/>
                </a:lnTo>
                <a:lnTo>
                  <a:pt x="958403" y="22244"/>
                </a:lnTo>
                <a:lnTo>
                  <a:pt x="963310" y="11191"/>
                </a:lnTo>
                <a:lnTo>
                  <a:pt x="969852" y="2329"/>
                </a:lnTo>
                <a:lnTo>
                  <a:pt x="972305" y="0"/>
                </a:lnTo>
                <a:lnTo>
                  <a:pt x="973123" y="1517"/>
                </a:lnTo>
                <a:lnTo>
                  <a:pt x="974758" y="6725"/>
                </a:lnTo>
                <a:lnTo>
                  <a:pt x="976394" y="3041"/>
                </a:lnTo>
                <a:lnTo>
                  <a:pt x="977212" y="1468"/>
                </a:lnTo>
                <a:lnTo>
                  <a:pt x="978029" y="3094"/>
                </a:lnTo>
                <a:lnTo>
                  <a:pt x="981300" y="6508"/>
                </a:lnTo>
                <a:lnTo>
                  <a:pt x="982118" y="6000"/>
                </a:lnTo>
                <a:lnTo>
                  <a:pt x="987842" y="11536"/>
                </a:lnTo>
                <a:lnTo>
                  <a:pt x="988660" y="15223"/>
                </a:lnTo>
                <a:lnTo>
                  <a:pt x="990296" y="12931"/>
                </a:lnTo>
                <a:lnTo>
                  <a:pt x="991931" y="8804"/>
                </a:lnTo>
                <a:lnTo>
                  <a:pt x="992749" y="10850"/>
                </a:lnTo>
                <a:lnTo>
                  <a:pt x="998473" y="27871"/>
                </a:lnTo>
                <a:lnTo>
                  <a:pt x="1000109" y="24430"/>
                </a:lnTo>
                <a:lnTo>
                  <a:pt x="1003380" y="20458"/>
                </a:lnTo>
                <a:lnTo>
                  <a:pt x="1006651" y="22487"/>
                </a:lnTo>
                <a:lnTo>
                  <a:pt x="1008286" y="19145"/>
                </a:lnTo>
                <a:lnTo>
                  <a:pt x="1009922" y="20012"/>
                </a:lnTo>
                <a:lnTo>
                  <a:pt x="1010739" y="21558"/>
                </a:lnTo>
                <a:lnTo>
                  <a:pt x="1011557" y="16406"/>
                </a:lnTo>
                <a:lnTo>
                  <a:pt x="1013193" y="20837"/>
                </a:lnTo>
                <a:lnTo>
                  <a:pt x="1015646" y="24062"/>
                </a:lnTo>
                <a:lnTo>
                  <a:pt x="1016464" y="22226"/>
                </a:lnTo>
                <a:lnTo>
                  <a:pt x="1018099" y="18643"/>
                </a:lnTo>
                <a:lnTo>
                  <a:pt x="1018917" y="22645"/>
                </a:lnTo>
                <a:lnTo>
                  <a:pt x="1022188" y="26037"/>
                </a:lnTo>
                <a:lnTo>
                  <a:pt x="1028730" y="33571"/>
                </a:lnTo>
                <a:lnTo>
                  <a:pt x="1033637" y="34506"/>
                </a:lnTo>
                <a:lnTo>
                  <a:pt x="1034454" y="33612"/>
                </a:lnTo>
                <a:lnTo>
                  <a:pt x="1036090" y="35402"/>
                </a:lnTo>
                <a:lnTo>
                  <a:pt x="1038543" y="38342"/>
                </a:lnTo>
                <a:lnTo>
                  <a:pt x="1039361" y="36682"/>
                </a:lnTo>
                <a:lnTo>
                  <a:pt x="1040178" y="35837"/>
                </a:lnTo>
                <a:lnTo>
                  <a:pt x="1040996" y="39165"/>
                </a:lnTo>
                <a:lnTo>
                  <a:pt x="1042632" y="40902"/>
                </a:lnTo>
                <a:lnTo>
                  <a:pt x="1043449" y="39234"/>
                </a:lnTo>
                <a:lnTo>
                  <a:pt x="1047538" y="36665"/>
                </a:lnTo>
                <a:lnTo>
                  <a:pt x="1049174" y="39143"/>
                </a:lnTo>
                <a:lnTo>
                  <a:pt x="1050809" y="37492"/>
                </a:lnTo>
                <a:lnTo>
                  <a:pt x="1051627" y="35558"/>
                </a:lnTo>
                <a:lnTo>
                  <a:pt x="1054080" y="36825"/>
                </a:lnTo>
                <a:lnTo>
                  <a:pt x="1058987" y="43067"/>
                </a:lnTo>
                <a:lnTo>
                  <a:pt x="1059804" y="39408"/>
                </a:lnTo>
                <a:lnTo>
                  <a:pt x="1062258" y="41102"/>
                </a:lnTo>
                <a:lnTo>
                  <a:pt x="1067164" y="38381"/>
                </a:lnTo>
                <a:lnTo>
                  <a:pt x="1070435" y="36092"/>
                </a:lnTo>
                <a:lnTo>
                  <a:pt x="1074524" y="32223"/>
                </a:lnTo>
                <a:lnTo>
                  <a:pt x="1080248" y="36157"/>
                </a:lnTo>
                <a:lnTo>
                  <a:pt x="1081066" y="35274"/>
                </a:lnTo>
                <a:lnTo>
                  <a:pt x="1081884" y="37283"/>
                </a:lnTo>
                <a:lnTo>
                  <a:pt x="1083519" y="42195"/>
                </a:lnTo>
                <a:lnTo>
                  <a:pt x="1085155" y="40298"/>
                </a:lnTo>
                <a:lnTo>
                  <a:pt x="1101510" y="17859"/>
                </a:lnTo>
                <a:lnTo>
                  <a:pt x="1105599" y="23092"/>
                </a:lnTo>
                <a:lnTo>
                  <a:pt x="1108052" y="20808"/>
                </a:lnTo>
                <a:lnTo>
                  <a:pt x="1116229" y="38724"/>
                </a:lnTo>
                <a:lnTo>
                  <a:pt x="1117865" y="41884"/>
                </a:lnTo>
                <a:lnTo>
                  <a:pt x="1122771" y="48248"/>
                </a:lnTo>
                <a:lnTo>
                  <a:pt x="1123589" y="47603"/>
                </a:lnTo>
                <a:lnTo>
                  <a:pt x="1125224" y="50252"/>
                </a:lnTo>
                <a:lnTo>
                  <a:pt x="1130949" y="58194"/>
                </a:lnTo>
                <a:lnTo>
                  <a:pt x="1131766" y="56200"/>
                </a:lnTo>
                <a:lnTo>
                  <a:pt x="1133402" y="58537"/>
                </a:lnTo>
                <a:lnTo>
                  <a:pt x="1137491" y="67521"/>
                </a:lnTo>
                <a:lnTo>
                  <a:pt x="1139126" y="61299"/>
                </a:lnTo>
                <a:lnTo>
                  <a:pt x="1139944" y="59641"/>
                </a:lnTo>
                <a:lnTo>
                  <a:pt x="1140762" y="63895"/>
                </a:lnTo>
                <a:lnTo>
                  <a:pt x="1145668" y="90111"/>
                </a:lnTo>
                <a:lnTo>
                  <a:pt x="1149757" y="102521"/>
                </a:lnTo>
                <a:lnTo>
                  <a:pt x="1150575" y="101547"/>
                </a:lnTo>
                <a:lnTo>
                  <a:pt x="1151392" y="98113"/>
                </a:lnTo>
                <a:lnTo>
                  <a:pt x="1152210" y="99727"/>
                </a:lnTo>
                <a:lnTo>
                  <a:pt x="1156299" y="117429"/>
                </a:lnTo>
                <a:lnTo>
                  <a:pt x="1157117" y="117060"/>
                </a:lnTo>
                <a:lnTo>
                  <a:pt x="1157934" y="115277"/>
                </a:lnTo>
                <a:lnTo>
                  <a:pt x="1158752" y="120331"/>
                </a:lnTo>
                <a:lnTo>
                  <a:pt x="1168565" y="140286"/>
                </a:lnTo>
                <a:lnTo>
                  <a:pt x="1169383" y="139758"/>
                </a:lnTo>
                <a:lnTo>
                  <a:pt x="1170201" y="142801"/>
                </a:lnTo>
                <a:lnTo>
                  <a:pt x="1171836" y="145331"/>
                </a:lnTo>
                <a:lnTo>
                  <a:pt x="1172654" y="143665"/>
                </a:lnTo>
                <a:lnTo>
                  <a:pt x="1173472" y="141662"/>
                </a:lnTo>
                <a:lnTo>
                  <a:pt x="1176743" y="153041"/>
                </a:lnTo>
                <a:lnTo>
                  <a:pt x="1177560" y="151955"/>
                </a:lnTo>
                <a:lnTo>
                  <a:pt x="1181649" y="152746"/>
                </a:lnTo>
                <a:lnTo>
                  <a:pt x="1185738" y="159596"/>
                </a:lnTo>
                <a:lnTo>
                  <a:pt x="1190645" y="171583"/>
                </a:lnTo>
                <a:lnTo>
                  <a:pt x="1192280" y="174656"/>
                </a:lnTo>
                <a:lnTo>
                  <a:pt x="1193916" y="176719"/>
                </a:lnTo>
                <a:lnTo>
                  <a:pt x="1195551" y="183635"/>
                </a:lnTo>
                <a:lnTo>
                  <a:pt x="1197187" y="179594"/>
                </a:lnTo>
                <a:lnTo>
                  <a:pt x="1198004" y="180025"/>
                </a:lnTo>
                <a:lnTo>
                  <a:pt x="1200458" y="197156"/>
                </a:lnTo>
                <a:lnTo>
                  <a:pt x="1202093" y="191359"/>
                </a:lnTo>
                <a:lnTo>
                  <a:pt x="1202911" y="190164"/>
                </a:lnTo>
                <a:lnTo>
                  <a:pt x="1203729" y="190782"/>
                </a:lnTo>
                <a:lnTo>
                  <a:pt x="1206182" y="201411"/>
                </a:lnTo>
                <a:lnTo>
                  <a:pt x="1207817" y="198693"/>
                </a:lnTo>
                <a:lnTo>
                  <a:pt x="1210270" y="198717"/>
                </a:lnTo>
                <a:lnTo>
                  <a:pt x="1211906" y="203983"/>
                </a:lnTo>
                <a:lnTo>
                  <a:pt x="1213541" y="201080"/>
                </a:lnTo>
                <a:lnTo>
                  <a:pt x="1219266" y="195214"/>
                </a:lnTo>
                <a:lnTo>
                  <a:pt x="1220083" y="195994"/>
                </a:lnTo>
                <a:lnTo>
                  <a:pt x="1220901" y="192603"/>
                </a:lnTo>
                <a:lnTo>
                  <a:pt x="1222537" y="187769"/>
                </a:lnTo>
                <a:lnTo>
                  <a:pt x="1224172" y="189921"/>
                </a:lnTo>
                <a:lnTo>
                  <a:pt x="1225808" y="195329"/>
                </a:lnTo>
                <a:lnTo>
                  <a:pt x="1227443" y="191773"/>
                </a:lnTo>
                <a:lnTo>
                  <a:pt x="1235621" y="175181"/>
                </a:lnTo>
                <a:lnTo>
                  <a:pt x="1236438" y="180245"/>
                </a:lnTo>
                <a:lnTo>
                  <a:pt x="1237256" y="183367"/>
                </a:lnTo>
                <a:lnTo>
                  <a:pt x="1238892" y="178080"/>
                </a:lnTo>
                <a:lnTo>
                  <a:pt x="1241345" y="166529"/>
                </a:lnTo>
                <a:lnTo>
                  <a:pt x="1242980" y="174970"/>
                </a:lnTo>
                <a:lnTo>
                  <a:pt x="1244616" y="178555"/>
                </a:lnTo>
                <a:lnTo>
                  <a:pt x="1245434" y="173844"/>
                </a:lnTo>
                <a:lnTo>
                  <a:pt x="1247069" y="163402"/>
                </a:lnTo>
                <a:lnTo>
                  <a:pt x="1248705" y="171846"/>
                </a:lnTo>
                <a:lnTo>
                  <a:pt x="1251158" y="182152"/>
                </a:lnTo>
                <a:lnTo>
                  <a:pt x="1251976" y="180919"/>
                </a:lnTo>
                <a:lnTo>
                  <a:pt x="1254429" y="164870"/>
                </a:lnTo>
                <a:lnTo>
                  <a:pt x="1256064" y="170170"/>
                </a:lnTo>
                <a:lnTo>
                  <a:pt x="1256882" y="173243"/>
                </a:lnTo>
                <a:lnTo>
                  <a:pt x="1258518" y="168237"/>
                </a:lnTo>
                <a:lnTo>
                  <a:pt x="1260971" y="173850"/>
                </a:lnTo>
                <a:lnTo>
                  <a:pt x="1262606" y="171583"/>
                </a:lnTo>
                <a:lnTo>
                  <a:pt x="1266695" y="150785"/>
                </a:lnTo>
                <a:lnTo>
                  <a:pt x="1267513" y="156650"/>
                </a:lnTo>
                <a:lnTo>
                  <a:pt x="1270784" y="170571"/>
                </a:lnTo>
                <a:lnTo>
                  <a:pt x="1271602" y="166550"/>
                </a:lnTo>
                <a:lnTo>
                  <a:pt x="1272420" y="164550"/>
                </a:lnTo>
                <a:lnTo>
                  <a:pt x="1273237" y="168223"/>
                </a:lnTo>
                <a:lnTo>
                  <a:pt x="1275691" y="181569"/>
                </a:lnTo>
                <a:lnTo>
                  <a:pt x="1278144" y="190492"/>
                </a:lnTo>
                <a:lnTo>
                  <a:pt x="1278962" y="185251"/>
                </a:lnTo>
                <a:lnTo>
                  <a:pt x="1280597" y="175169"/>
                </a:lnTo>
                <a:lnTo>
                  <a:pt x="1282233" y="177280"/>
                </a:lnTo>
                <a:lnTo>
                  <a:pt x="1287957" y="198104"/>
                </a:lnTo>
                <a:lnTo>
                  <a:pt x="1292045" y="199112"/>
                </a:lnTo>
                <a:lnTo>
                  <a:pt x="1301041" y="223603"/>
                </a:lnTo>
                <a:lnTo>
                  <a:pt x="1302676" y="222120"/>
                </a:lnTo>
                <a:lnTo>
                  <a:pt x="1308400" y="246870"/>
                </a:lnTo>
                <a:lnTo>
                  <a:pt x="1309218" y="245987"/>
                </a:lnTo>
                <a:lnTo>
                  <a:pt x="1312489" y="235673"/>
                </a:lnTo>
                <a:lnTo>
                  <a:pt x="1315760" y="258366"/>
                </a:lnTo>
                <a:lnTo>
                  <a:pt x="1317396" y="256637"/>
                </a:lnTo>
                <a:lnTo>
                  <a:pt x="1319031" y="254938"/>
                </a:lnTo>
                <a:lnTo>
                  <a:pt x="1323938" y="276279"/>
                </a:lnTo>
                <a:lnTo>
                  <a:pt x="1325573" y="272409"/>
                </a:lnTo>
                <a:lnTo>
                  <a:pt x="1326391" y="272129"/>
                </a:lnTo>
                <a:lnTo>
                  <a:pt x="1332115" y="300423"/>
                </a:lnTo>
                <a:lnTo>
                  <a:pt x="1333751" y="292629"/>
                </a:lnTo>
                <a:lnTo>
                  <a:pt x="1335386" y="284626"/>
                </a:lnTo>
                <a:lnTo>
                  <a:pt x="1336204" y="287781"/>
                </a:lnTo>
                <a:lnTo>
                  <a:pt x="1341928" y="302615"/>
                </a:lnTo>
                <a:lnTo>
                  <a:pt x="1342746" y="301972"/>
                </a:lnTo>
                <a:lnTo>
                  <a:pt x="1345199" y="315170"/>
                </a:lnTo>
                <a:lnTo>
                  <a:pt x="1347653" y="313448"/>
                </a:lnTo>
                <a:lnTo>
                  <a:pt x="1350924" y="310735"/>
                </a:lnTo>
                <a:lnTo>
                  <a:pt x="1353377" y="320053"/>
                </a:lnTo>
                <a:lnTo>
                  <a:pt x="1355012" y="319470"/>
                </a:lnTo>
                <a:lnTo>
                  <a:pt x="1355830" y="319297"/>
                </a:lnTo>
                <a:lnTo>
                  <a:pt x="1359919" y="324578"/>
                </a:lnTo>
                <a:lnTo>
                  <a:pt x="1362372" y="329435"/>
                </a:lnTo>
                <a:lnTo>
                  <a:pt x="1367279" y="335472"/>
                </a:lnTo>
                <a:lnTo>
                  <a:pt x="1371367" y="344775"/>
                </a:lnTo>
                <a:lnTo>
                  <a:pt x="1372185" y="343877"/>
                </a:lnTo>
                <a:lnTo>
                  <a:pt x="1373003" y="345339"/>
                </a:lnTo>
                <a:lnTo>
                  <a:pt x="1378727" y="359705"/>
                </a:lnTo>
                <a:lnTo>
                  <a:pt x="1381998" y="361671"/>
                </a:lnTo>
                <a:lnTo>
                  <a:pt x="1391811" y="377202"/>
                </a:lnTo>
                <a:lnTo>
                  <a:pt x="1392629" y="374924"/>
                </a:lnTo>
                <a:lnTo>
                  <a:pt x="1394264" y="379318"/>
                </a:lnTo>
                <a:lnTo>
                  <a:pt x="1429428" y="433832"/>
                </a:lnTo>
                <a:lnTo>
                  <a:pt x="1431063" y="430574"/>
                </a:lnTo>
                <a:lnTo>
                  <a:pt x="1432699" y="433300"/>
                </a:lnTo>
                <a:lnTo>
                  <a:pt x="1444965" y="454029"/>
                </a:lnTo>
                <a:lnTo>
                  <a:pt x="1445783" y="460348"/>
                </a:lnTo>
                <a:lnTo>
                  <a:pt x="1448236" y="459590"/>
                </a:lnTo>
                <a:lnTo>
                  <a:pt x="1455596" y="460442"/>
                </a:lnTo>
                <a:lnTo>
                  <a:pt x="1458867" y="465013"/>
                </a:lnTo>
                <a:lnTo>
                  <a:pt x="1462955" y="458904"/>
                </a:lnTo>
                <a:lnTo>
                  <a:pt x="1464591" y="460642"/>
                </a:lnTo>
                <a:lnTo>
                  <a:pt x="1466226" y="462965"/>
                </a:lnTo>
                <a:lnTo>
                  <a:pt x="1471133" y="470879"/>
                </a:lnTo>
                <a:lnTo>
                  <a:pt x="1471950" y="467277"/>
                </a:lnTo>
                <a:lnTo>
                  <a:pt x="1473586" y="472914"/>
                </a:lnTo>
                <a:lnTo>
                  <a:pt x="1476039" y="472249"/>
                </a:lnTo>
                <a:lnTo>
                  <a:pt x="1476857" y="476538"/>
                </a:lnTo>
                <a:lnTo>
                  <a:pt x="1477675" y="471030"/>
                </a:lnTo>
                <a:lnTo>
                  <a:pt x="1479310" y="478283"/>
                </a:lnTo>
                <a:lnTo>
                  <a:pt x="1480128" y="478684"/>
                </a:lnTo>
                <a:lnTo>
                  <a:pt x="1484217" y="485779"/>
                </a:lnTo>
                <a:lnTo>
                  <a:pt x="1485034" y="483014"/>
                </a:lnTo>
                <a:lnTo>
                  <a:pt x="1486670" y="484072"/>
                </a:lnTo>
                <a:lnTo>
                  <a:pt x="1490759" y="494143"/>
                </a:lnTo>
                <a:lnTo>
                  <a:pt x="1491576" y="492783"/>
                </a:lnTo>
                <a:lnTo>
                  <a:pt x="1492394" y="494560"/>
                </a:lnTo>
                <a:lnTo>
                  <a:pt x="1494847" y="493268"/>
                </a:lnTo>
                <a:lnTo>
                  <a:pt x="1498936" y="504359"/>
                </a:lnTo>
                <a:lnTo>
                  <a:pt x="1500572" y="499556"/>
                </a:lnTo>
                <a:lnTo>
                  <a:pt x="1502207" y="500051"/>
                </a:lnTo>
                <a:lnTo>
                  <a:pt x="1503843" y="497871"/>
                </a:lnTo>
                <a:lnTo>
                  <a:pt x="1505478" y="501424"/>
                </a:lnTo>
                <a:lnTo>
                  <a:pt x="1506296" y="500005"/>
                </a:lnTo>
                <a:lnTo>
                  <a:pt x="1507114" y="503230"/>
                </a:lnTo>
                <a:lnTo>
                  <a:pt x="1507931" y="502570"/>
                </a:lnTo>
                <a:lnTo>
                  <a:pt x="1512838" y="502997"/>
                </a:lnTo>
                <a:lnTo>
                  <a:pt x="1514474" y="504118"/>
                </a:lnTo>
                <a:lnTo>
                  <a:pt x="1515291" y="502350"/>
                </a:lnTo>
                <a:lnTo>
                  <a:pt x="1516927" y="497833"/>
                </a:lnTo>
                <a:lnTo>
                  <a:pt x="1517745" y="501188"/>
                </a:lnTo>
                <a:lnTo>
                  <a:pt x="1525104" y="507017"/>
                </a:lnTo>
                <a:lnTo>
                  <a:pt x="1527558" y="501021"/>
                </a:lnTo>
                <a:lnTo>
                  <a:pt x="1528375" y="503029"/>
                </a:lnTo>
                <a:lnTo>
                  <a:pt x="1530011" y="509925"/>
                </a:lnTo>
                <a:lnTo>
                  <a:pt x="1531646" y="508744"/>
                </a:lnTo>
                <a:lnTo>
                  <a:pt x="1533282" y="504942"/>
                </a:lnTo>
                <a:lnTo>
                  <a:pt x="1534100" y="506189"/>
                </a:lnTo>
                <a:lnTo>
                  <a:pt x="1535735" y="509918"/>
                </a:lnTo>
                <a:lnTo>
                  <a:pt x="1536553" y="507034"/>
                </a:lnTo>
                <a:lnTo>
                  <a:pt x="1537371" y="504707"/>
                </a:lnTo>
                <a:lnTo>
                  <a:pt x="1539006" y="508642"/>
                </a:lnTo>
                <a:lnTo>
                  <a:pt x="1540642" y="512478"/>
                </a:lnTo>
                <a:lnTo>
                  <a:pt x="1541459" y="507153"/>
                </a:lnTo>
                <a:lnTo>
                  <a:pt x="1549637" y="508166"/>
                </a:lnTo>
                <a:lnTo>
                  <a:pt x="1552090" y="509430"/>
                </a:lnTo>
                <a:lnTo>
                  <a:pt x="1552908" y="503657"/>
                </a:lnTo>
                <a:lnTo>
                  <a:pt x="1554543" y="506826"/>
                </a:lnTo>
                <a:lnTo>
                  <a:pt x="1559450" y="517585"/>
                </a:lnTo>
                <a:lnTo>
                  <a:pt x="1560267" y="515759"/>
                </a:lnTo>
                <a:lnTo>
                  <a:pt x="1561085" y="513406"/>
                </a:lnTo>
                <a:lnTo>
                  <a:pt x="1561903" y="518507"/>
                </a:lnTo>
                <a:lnTo>
                  <a:pt x="1562721" y="519594"/>
                </a:lnTo>
                <a:lnTo>
                  <a:pt x="1563538" y="515727"/>
                </a:lnTo>
                <a:lnTo>
                  <a:pt x="1564356" y="514743"/>
                </a:lnTo>
                <a:lnTo>
                  <a:pt x="1565992" y="522839"/>
                </a:lnTo>
                <a:lnTo>
                  <a:pt x="1567627" y="518846"/>
                </a:lnTo>
                <a:lnTo>
                  <a:pt x="1569263" y="513459"/>
                </a:lnTo>
                <a:lnTo>
                  <a:pt x="1571716" y="515882"/>
                </a:lnTo>
                <a:lnTo>
                  <a:pt x="1572534" y="516260"/>
                </a:lnTo>
                <a:lnTo>
                  <a:pt x="1573351" y="521679"/>
                </a:lnTo>
                <a:lnTo>
                  <a:pt x="1574987" y="514046"/>
                </a:lnTo>
                <a:lnTo>
                  <a:pt x="1578258" y="516928"/>
                </a:lnTo>
                <a:lnTo>
                  <a:pt x="1580711" y="521711"/>
                </a:lnTo>
                <a:lnTo>
                  <a:pt x="1581529" y="520343"/>
                </a:lnTo>
                <a:lnTo>
                  <a:pt x="1583982" y="521625"/>
                </a:lnTo>
                <a:lnTo>
                  <a:pt x="1587253" y="511327"/>
                </a:lnTo>
                <a:lnTo>
                  <a:pt x="1588071" y="516285"/>
                </a:lnTo>
                <a:lnTo>
                  <a:pt x="1588889" y="516014"/>
                </a:lnTo>
                <a:lnTo>
                  <a:pt x="1594613" y="502094"/>
                </a:lnTo>
                <a:lnTo>
                  <a:pt x="1595431" y="501510"/>
                </a:lnTo>
                <a:lnTo>
                  <a:pt x="1596248" y="508367"/>
                </a:lnTo>
                <a:lnTo>
                  <a:pt x="1597884" y="504577"/>
                </a:lnTo>
                <a:lnTo>
                  <a:pt x="1604426" y="494334"/>
                </a:lnTo>
                <a:lnTo>
                  <a:pt x="1608515" y="494559"/>
                </a:lnTo>
                <a:lnTo>
                  <a:pt x="1610968" y="489331"/>
                </a:lnTo>
                <a:lnTo>
                  <a:pt x="1611786" y="493779"/>
                </a:lnTo>
                <a:lnTo>
                  <a:pt x="1615875" y="490082"/>
                </a:lnTo>
                <a:lnTo>
                  <a:pt x="1616692" y="483772"/>
                </a:lnTo>
                <a:lnTo>
                  <a:pt x="1619146" y="488264"/>
                </a:lnTo>
                <a:lnTo>
                  <a:pt x="1622417" y="484242"/>
                </a:lnTo>
                <a:lnTo>
                  <a:pt x="1626505" y="482706"/>
                </a:lnTo>
                <a:lnTo>
                  <a:pt x="1627323" y="484413"/>
                </a:lnTo>
                <a:lnTo>
                  <a:pt x="1628141" y="483652"/>
                </a:lnTo>
                <a:lnTo>
                  <a:pt x="1631412" y="473918"/>
                </a:lnTo>
                <a:lnTo>
                  <a:pt x="1634683" y="480232"/>
                </a:lnTo>
                <a:lnTo>
                  <a:pt x="1635500" y="476684"/>
                </a:lnTo>
                <a:lnTo>
                  <a:pt x="1637136" y="469615"/>
                </a:lnTo>
                <a:lnTo>
                  <a:pt x="1638771" y="471667"/>
                </a:lnTo>
                <a:lnTo>
                  <a:pt x="1645313" y="470332"/>
                </a:lnTo>
                <a:lnTo>
                  <a:pt x="1646949" y="462410"/>
                </a:lnTo>
                <a:lnTo>
                  <a:pt x="1648584" y="465074"/>
                </a:lnTo>
                <a:lnTo>
                  <a:pt x="1655126" y="456358"/>
                </a:lnTo>
                <a:lnTo>
                  <a:pt x="1670664" y="438830"/>
                </a:lnTo>
                <a:lnTo>
                  <a:pt x="1674752" y="429096"/>
                </a:lnTo>
                <a:lnTo>
                  <a:pt x="1687019" y="409946"/>
                </a:lnTo>
                <a:lnTo>
                  <a:pt x="1694379" y="387465"/>
                </a:lnTo>
                <a:lnTo>
                  <a:pt x="1697650" y="384847"/>
                </a:lnTo>
                <a:lnTo>
                  <a:pt x="1703374" y="376117"/>
                </a:lnTo>
                <a:lnTo>
                  <a:pt x="1710734" y="366559"/>
                </a:lnTo>
                <a:lnTo>
                  <a:pt x="1714822" y="357671"/>
                </a:lnTo>
                <a:lnTo>
                  <a:pt x="1716458" y="357415"/>
                </a:lnTo>
                <a:lnTo>
                  <a:pt x="1720546" y="347249"/>
                </a:lnTo>
                <a:lnTo>
                  <a:pt x="1721364" y="349888"/>
                </a:lnTo>
                <a:lnTo>
                  <a:pt x="1728724" y="338026"/>
                </a:lnTo>
                <a:lnTo>
                  <a:pt x="1729542" y="338741"/>
                </a:lnTo>
                <a:lnTo>
                  <a:pt x="1730359" y="336694"/>
                </a:lnTo>
                <a:lnTo>
                  <a:pt x="1731177" y="330312"/>
                </a:lnTo>
                <a:lnTo>
                  <a:pt x="1732813" y="337150"/>
                </a:lnTo>
                <a:lnTo>
                  <a:pt x="1747532" y="309772"/>
                </a:lnTo>
                <a:lnTo>
                  <a:pt x="1749168" y="314460"/>
                </a:lnTo>
                <a:lnTo>
                  <a:pt x="1750803" y="310609"/>
                </a:lnTo>
                <a:lnTo>
                  <a:pt x="1754074" y="303831"/>
                </a:lnTo>
                <a:lnTo>
                  <a:pt x="1754892" y="307681"/>
                </a:lnTo>
                <a:lnTo>
                  <a:pt x="1756527" y="310840"/>
                </a:lnTo>
                <a:lnTo>
                  <a:pt x="1757345" y="310256"/>
                </a:lnTo>
                <a:lnTo>
                  <a:pt x="1761434" y="305122"/>
                </a:lnTo>
                <a:lnTo>
                  <a:pt x="1764705" y="306676"/>
                </a:lnTo>
                <a:lnTo>
                  <a:pt x="1805592" y="181981"/>
                </a:lnTo>
                <a:lnTo>
                  <a:pt x="1812134" y="172278"/>
                </a:lnTo>
                <a:lnTo>
                  <a:pt x="1817041" y="165520"/>
                </a:lnTo>
                <a:lnTo>
                  <a:pt x="1818676" y="167956"/>
                </a:lnTo>
                <a:lnTo>
                  <a:pt x="1820312" y="166445"/>
                </a:lnTo>
                <a:lnTo>
                  <a:pt x="1825218" y="165158"/>
                </a:lnTo>
                <a:lnTo>
                  <a:pt x="1834214" y="154976"/>
                </a:lnTo>
                <a:lnTo>
                  <a:pt x="1837485" y="147518"/>
                </a:lnTo>
                <a:lnTo>
                  <a:pt x="1845662" y="132417"/>
                </a:lnTo>
                <a:lnTo>
                  <a:pt x="1847298" y="138314"/>
                </a:lnTo>
                <a:lnTo>
                  <a:pt x="1848933" y="135433"/>
                </a:lnTo>
                <a:lnTo>
                  <a:pt x="1895545" y="54065"/>
                </a:lnTo>
                <a:lnTo>
                  <a:pt x="1897180" y="57120"/>
                </a:lnTo>
                <a:lnTo>
                  <a:pt x="1897998" y="53532"/>
                </a:lnTo>
                <a:lnTo>
                  <a:pt x="1902087" y="46860"/>
                </a:lnTo>
                <a:lnTo>
                  <a:pt x="1904540" y="46311"/>
                </a:lnTo>
                <a:lnTo>
                  <a:pt x="1908629" y="41281"/>
                </a:lnTo>
                <a:lnTo>
                  <a:pt x="1910264" y="42531"/>
                </a:lnTo>
                <a:lnTo>
                  <a:pt x="1911900" y="38766"/>
                </a:lnTo>
                <a:lnTo>
                  <a:pt x="1913535" y="39714"/>
                </a:lnTo>
                <a:lnTo>
                  <a:pt x="1915989" y="32396"/>
                </a:lnTo>
                <a:lnTo>
                  <a:pt x="1917624" y="36655"/>
                </a:lnTo>
                <a:lnTo>
                  <a:pt x="1918442" y="37912"/>
                </a:lnTo>
                <a:lnTo>
                  <a:pt x="1919260" y="35974"/>
                </a:lnTo>
                <a:lnTo>
                  <a:pt x="1923348" y="32047"/>
                </a:lnTo>
                <a:lnTo>
                  <a:pt x="1924166" y="32700"/>
                </a:lnTo>
                <a:lnTo>
                  <a:pt x="1924984" y="32697"/>
                </a:lnTo>
                <a:lnTo>
                  <a:pt x="1927437" y="26653"/>
                </a:lnTo>
                <a:lnTo>
                  <a:pt x="1929073" y="27052"/>
                </a:lnTo>
                <a:lnTo>
                  <a:pt x="1933162" y="24548"/>
                </a:lnTo>
                <a:lnTo>
                  <a:pt x="1938886" y="22782"/>
                </a:lnTo>
                <a:lnTo>
                  <a:pt x="1943792" y="18890"/>
                </a:lnTo>
                <a:lnTo>
                  <a:pt x="1947063" y="17994"/>
                </a:lnTo>
                <a:lnTo>
                  <a:pt x="1949517" y="15097"/>
                </a:lnTo>
                <a:lnTo>
                  <a:pt x="1950334" y="15566"/>
                </a:lnTo>
                <a:lnTo>
                  <a:pt x="1954423" y="15711"/>
                </a:lnTo>
                <a:lnTo>
                  <a:pt x="1955241" y="14817"/>
                </a:lnTo>
                <a:lnTo>
                  <a:pt x="1956059" y="17550"/>
                </a:lnTo>
                <a:lnTo>
                  <a:pt x="1958512" y="16013"/>
                </a:lnTo>
                <a:lnTo>
                  <a:pt x="1960147" y="14588"/>
                </a:lnTo>
                <a:lnTo>
                  <a:pt x="1963418" y="20586"/>
                </a:lnTo>
                <a:lnTo>
                  <a:pt x="1965872" y="16133"/>
                </a:lnTo>
                <a:lnTo>
                  <a:pt x="1966689" y="18255"/>
                </a:lnTo>
                <a:lnTo>
                  <a:pt x="1969960" y="16867"/>
                </a:lnTo>
                <a:lnTo>
                  <a:pt x="1972413" y="19667"/>
                </a:lnTo>
                <a:lnTo>
                  <a:pt x="1974049" y="18551"/>
                </a:lnTo>
                <a:lnTo>
                  <a:pt x="1976502" y="22692"/>
                </a:lnTo>
                <a:lnTo>
                  <a:pt x="1977320" y="18872"/>
                </a:lnTo>
                <a:lnTo>
                  <a:pt x="1978138" y="18321"/>
                </a:lnTo>
                <a:lnTo>
                  <a:pt x="1978955" y="21783"/>
                </a:lnTo>
                <a:lnTo>
                  <a:pt x="1981409" y="19121"/>
                </a:lnTo>
                <a:lnTo>
                  <a:pt x="1993675" y="22437"/>
                </a:lnTo>
                <a:lnTo>
                  <a:pt x="1994493" y="20223"/>
                </a:lnTo>
                <a:lnTo>
                  <a:pt x="1995310" y="22605"/>
                </a:lnTo>
                <a:lnTo>
                  <a:pt x="1996128" y="26385"/>
                </a:lnTo>
                <a:lnTo>
                  <a:pt x="1998581" y="23852"/>
                </a:lnTo>
                <a:lnTo>
                  <a:pt x="2007577" y="28742"/>
                </a:lnTo>
                <a:lnTo>
                  <a:pt x="2008395" y="25014"/>
                </a:lnTo>
                <a:lnTo>
                  <a:pt x="2009212" y="23584"/>
                </a:lnTo>
                <a:lnTo>
                  <a:pt x="2010030" y="25913"/>
                </a:lnTo>
                <a:lnTo>
                  <a:pt x="2010848" y="27965"/>
                </a:lnTo>
                <a:lnTo>
                  <a:pt x="2011666" y="24548"/>
                </a:lnTo>
                <a:lnTo>
                  <a:pt x="2012483" y="21883"/>
                </a:lnTo>
                <a:lnTo>
                  <a:pt x="2014119" y="25728"/>
                </a:lnTo>
                <a:lnTo>
                  <a:pt x="2015754" y="26651"/>
                </a:lnTo>
                <a:lnTo>
                  <a:pt x="2017390" y="22083"/>
                </a:lnTo>
                <a:lnTo>
                  <a:pt x="2019025" y="24643"/>
                </a:lnTo>
                <a:lnTo>
                  <a:pt x="2021479" y="21275"/>
                </a:lnTo>
                <a:lnTo>
                  <a:pt x="2022296" y="24270"/>
                </a:lnTo>
                <a:lnTo>
                  <a:pt x="2023114" y="25595"/>
                </a:lnTo>
                <a:lnTo>
                  <a:pt x="2023932" y="22477"/>
                </a:lnTo>
                <a:lnTo>
                  <a:pt x="2024750" y="22172"/>
                </a:lnTo>
                <a:lnTo>
                  <a:pt x="2026385" y="26184"/>
                </a:lnTo>
                <a:lnTo>
                  <a:pt x="2027203" y="22871"/>
                </a:lnTo>
                <a:lnTo>
                  <a:pt x="2028021" y="20989"/>
                </a:lnTo>
                <a:lnTo>
                  <a:pt x="2028838" y="24631"/>
                </a:lnTo>
                <a:lnTo>
                  <a:pt x="2030474" y="23213"/>
                </a:lnTo>
                <a:lnTo>
                  <a:pt x="2032927" y="29085"/>
                </a:lnTo>
                <a:lnTo>
                  <a:pt x="2035380" y="20522"/>
                </a:lnTo>
                <a:lnTo>
                  <a:pt x="2036198" y="25909"/>
                </a:lnTo>
                <a:lnTo>
                  <a:pt x="2037016" y="27899"/>
                </a:lnTo>
                <a:lnTo>
                  <a:pt x="2038651" y="25833"/>
                </a:lnTo>
                <a:lnTo>
                  <a:pt x="2043558" y="23813"/>
                </a:lnTo>
                <a:lnTo>
                  <a:pt x="2046829" y="30158"/>
                </a:lnTo>
                <a:lnTo>
                  <a:pt x="2047647" y="29127"/>
                </a:lnTo>
                <a:lnTo>
                  <a:pt x="2049282" y="21061"/>
                </a:lnTo>
                <a:lnTo>
                  <a:pt x="2050918" y="24880"/>
                </a:lnTo>
                <a:lnTo>
                  <a:pt x="2058277" y="19645"/>
                </a:lnTo>
                <a:lnTo>
                  <a:pt x="2059913" y="19998"/>
                </a:lnTo>
                <a:lnTo>
                  <a:pt x="2062366" y="15469"/>
                </a:lnTo>
                <a:lnTo>
                  <a:pt x="2063184" y="18680"/>
                </a:lnTo>
                <a:lnTo>
                  <a:pt x="2064001" y="15457"/>
                </a:lnTo>
                <a:lnTo>
                  <a:pt x="2065637" y="18118"/>
                </a:lnTo>
                <a:lnTo>
                  <a:pt x="2066455" y="19594"/>
                </a:lnTo>
                <a:lnTo>
                  <a:pt x="2067272" y="17422"/>
                </a:lnTo>
                <a:lnTo>
                  <a:pt x="2068908" y="10673"/>
                </a:lnTo>
                <a:lnTo>
                  <a:pt x="2070543" y="14340"/>
                </a:lnTo>
                <a:lnTo>
                  <a:pt x="2071361" y="17541"/>
                </a:lnTo>
                <a:lnTo>
                  <a:pt x="2072997" y="14908"/>
                </a:lnTo>
                <a:lnTo>
                  <a:pt x="2074632" y="11782"/>
                </a:lnTo>
                <a:lnTo>
                  <a:pt x="2075450" y="13700"/>
                </a:lnTo>
                <a:lnTo>
                  <a:pt x="2076268" y="17203"/>
                </a:lnTo>
                <a:lnTo>
                  <a:pt x="2078721" y="16238"/>
                </a:lnTo>
                <a:lnTo>
                  <a:pt x="2080356" y="11407"/>
                </a:lnTo>
                <a:lnTo>
                  <a:pt x="2081992" y="12027"/>
                </a:lnTo>
                <a:lnTo>
                  <a:pt x="2084445" y="10306"/>
                </a:lnTo>
                <a:lnTo>
                  <a:pt x="2088534" y="17324"/>
                </a:lnTo>
                <a:lnTo>
                  <a:pt x="2091805" y="10872"/>
                </a:lnTo>
                <a:lnTo>
                  <a:pt x="2092623" y="12005"/>
                </a:lnTo>
                <a:lnTo>
                  <a:pt x="2095076" y="18916"/>
                </a:lnTo>
                <a:lnTo>
                  <a:pt x="2099165" y="6026"/>
                </a:lnTo>
                <a:lnTo>
                  <a:pt x="2101618" y="14958"/>
                </a:lnTo>
                <a:lnTo>
                  <a:pt x="2102436" y="13158"/>
                </a:lnTo>
                <a:lnTo>
                  <a:pt x="2103254" y="13665"/>
                </a:lnTo>
                <a:lnTo>
                  <a:pt x="2104071" y="3612"/>
                </a:lnTo>
                <a:lnTo>
                  <a:pt x="2105707" y="14669"/>
                </a:lnTo>
                <a:lnTo>
                  <a:pt x="2107342" y="9232"/>
                </a:lnTo>
                <a:lnTo>
                  <a:pt x="2108978" y="11713"/>
                </a:lnTo>
                <a:lnTo>
                  <a:pt x="2114702" y="12153"/>
                </a:lnTo>
                <a:lnTo>
                  <a:pt x="2120426" y="14895"/>
                </a:lnTo>
                <a:lnTo>
                  <a:pt x="2122880" y="14212"/>
                </a:lnTo>
                <a:lnTo>
                  <a:pt x="2124515" y="17543"/>
                </a:lnTo>
                <a:lnTo>
                  <a:pt x="2125333" y="13917"/>
                </a:lnTo>
                <a:lnTo>
                  <a:pt x="2128604" y="13224"/>
                </a:lnTo>
                <a:lnTo>
                  <a:pt x="2130239" y="18443"/>
                </a:lnTo>
                <a:lnTo>
                  <a:pt x="2132693" y="17231"/>
                </a:lnTo>
                <a:lnTo>
                  <a:pt x="2135146" y="13085"/>
                </a:lnTo>
                <a:lnTo>
                  <a:pt x="2136781" y="17905"/>
                </a:lnTo>
                <a:lnTo>
                  <a:pt x="2138417" y="14462"/>
                </a:lnTo>
                <a:lnTo>
                  <a:pt x="2139234" y="16768"/>
                </a:lnTo>
                <a:lnTo>
                  <a:pt x="2140870" y="15516"/>
                </a:lnTo>
                <a:lnTo>
                  <a:pt x="2141688" y="14411"/>
                </a:lnTo>
                <a:lnTo>
                  <a:pt x="2143323" y="16381"/>
                </a:lnTo>
                <a:lnTo>
                  <a:pt x="2147412" y="18433"/>
                </a:lnTo>
                <a:lnTo>
                  <a:pt x="2149865" y="23660"/>
                </a:lnTo>
                <a:lnTo>
                  <a:pt x="2150683" y="18564"/>
                </a:lnTo>
                <a:lnTo>
                  <a:pt x="2152318" y="17881"/>
                </a:lnTo>
                <a:lnTo>
                  <a:pt x="2153954" y="22034"/>
                </a:lnTo>
                <a:lnTo>
                  <a:pt x="2155589" y="21506"/>
                </a:lnTo>
                <a:lnTo>
                  <a:pt x="2156407" y="16603"/>
                </a:lnTo>
                <a:lnTo>
                  <a:pt x="2158860" y="20034"/>
                </a:lnTo>
                <a:lnTo>
                  <a:pt x="2159678" y="16200"/>
                </a:lnTo>
                <a:lnTo>
                  <a:pt x="2160496" y="18806"/>
                </a:lnTo>
                <a:lnTo>
                  <a:pt x="2161314" y="23795"/>
                </a:lnTo>
                <a:lnTo>
                  <a:pt x="2162949" y="19822"/>
                </a:lnTo>
                <a:lnTo>
                  <a:pt x="2163767" y="17789"/>
                </a:lnTo>
                <a:lnTo>
                  <a:pt x="2165402" y="21344"/>
                </a:lnTo>
                <a:lnTo>
                  <a:pt x="2166220" y="18935"/>
                </a:lnTo>
                <a:lnTo>
                  <a:pt x="2169491" y="18133"/>
                </a:lnTo>
                <a:lnTo>
                  <a:pt x="2171127" y="20550"/>
                </a:lnTo>
                <a:lnTo>
                  <a:pt x="2171944" y="19127"/>
                </a:lnTo>
                <a:lnTo>
                  <a:pt x="2173580" y="12832"/>
                </a:lnTo>
                <a:lnTo>
                  <a:pt x="2174398" y="15441"/>
                </a:lnTo>
                <a:lnTo>
                  <a:pt x="2176851" y="21894"/>
                </a:lnTo>
                <a:lnTo>
                  <a:pt x="2177669" y="19202"/>
                </a:lnTo>
                <a:lnTo>
                  <a:pt x="2179304" y="12864"/>
                </a:lnTo>
                <a:lnTo>
                  <a:pt x="2180940" y="18198"/>
                </a:lnTo>
                <a:lnTo>
                  <a:pt x="2181758" y="15369"/>
                </a:lnTo>
                <a:lnTo>
                  <a:pt x="2183393" y="16902"/>
                </a:lnTo>
                <a:lnTo>
                  <a:pt x="2185846" y="19340"/>
                </a:lnTo>
                <a:lnTo>
                  <a:pt x="2189935" y="15670"/>
                </a:lnTo>
                <a:lnTo>
                  <a:pt x="2194024" y="16925"/>
                </a:lnTo>
                <a:lnTo>
                  <a:pt x="2194842" y="13597"/>
                </a:lnTo>
                <a:lnTo>
                  <a:pt x="2196477" y="18642"/>
                </a:lnTo>
                <a:lnTo>
                  <a:pt x="2203837" y="16273"/>
                </a:lnTo>
                <a:lnTo>
                  <a:pt x="2210379" y="14815"/>
                </a:lnTo>
                <a:lnTo>
                  <a:pt x="2211197" y="12399"/>
                </a:lnTo>
                <a:lnTo>
                  <a:pt x="2213650" y="13524"/>
                </a:lnTo>
                <a:lnTo>
                  <a:pt x="2217739" y="14331"/>
                </a:lnTo>
                <a:lnTo>
                  <a:pt x="2218556" y="12085"/>
                </a:lnTo>
                <a:lnTo>
                  <a:pt x="2220192" y="15813"/>
                </a:lnTo>
                <a:lnTo>
                  <a:pt x="2225098" y="8870"/>
                </a:lnTo>
                <a:lnTo>
                  <a:pt x="2227551" y="16668"/>
                </a:lnTo>
                <a:lnTo>
                  <a:pt x="2230822" y="7679"/>
                </a:lnTo>
                <a:lnTo>
                  <a:pt x="2231640" y="13627"/>
                </a:lnTo>
                <a:lnTo>
                  <a:pt x="2233276" y="11314"/>
                </a:lnTo>
                <a:lnTo>
                  <a:pt x="2234093" y="8247"/>
                </a:lnTo>
                <a:lnTo>
                  <a:pt x="2236547" y="10699"/>
                </a:lnTo>
                <a:lnTo>
                  <a:pt x="2237364" y="12295"/>
                </a:lnTo>
                <a:lnTo>
                  <a:pt x="2238182" y="7329"/>
                </a:lnTo>
                <a:lnTo>
                  <a:pt x="2239000" y="6832"/>
                </a:lnTo>
                <a:lnTo>
                  <a:pt x="2240635" y="14089"/>
                </a:lnTo>
                <a:lnTo>
                  <a:pt x="2242271" y="11261"/>
                </a:lnTo>
                <a:lnTo>
                  <a:pt x="2243089" y="10483"/>
                </a:lnTo>
                <a:lnTo>
                  <a:pt x="2243906" y="13579"/>
                </a:lnTo>
                <a:lnTo>
                  <a:pt x="2246360" y="13398"/>
                </a:lnTo>
                <a:lnTo>
                  <a:pt x="2247177" y="8512"/>
                </a:lnTo>
                <a:lnTo>
                  <a:pt x="2248813" y="13552"/>
                </a:lnTo>
                <a:lnTo>
                  <a:pt x="2249631" y="13462"/>
                </a:lnTo>
                <a:lnTo>
                  <a:pt x="2250448" y="9420"/>
                </a:lnTo>
                <a:lnTo>
                  <a:pt x="2252902" y="11846"/>
                </a:lnTo>
                <a:lnTo>
                  <a:pt x="2254537" y="9333"/>
                </a:lnTo>
                <a:lnTo>
                  <a:pt x="2255355" y="11731"/>
                </a:lnTo>
                <a:lnTo>
                  <a:pt x="2258626" y="12616"/>
                </a:lnTo>
                <a:lnTo>
                  <a:pt x="2261079" y="11647"/>
                </a:lnTo>
                <a:lnTo>
                  <a:pt x="2261897" y="12607"/>
                </a:lnTo>
                <a:lnTo>
                  <a:pt x="2275799" y="11746"/>
                </a:lnTo>
                <a:lnTo>
                  <a:pt x="2276617" y="7672"/>
                </a:lnTo>
                <a:lnTo>
                  <a:pt x="2278252" y="14302"/>
                </a:lnTo>
                <a:lnTo>
                  <a:pt x="2281523" y="10862"/>
                </a:lnTo>
                <a:lnTo>
                  <a:pt x="2285612" y="14379"/>
                </a:lnTo>
                <a:lnTo>
                  <a:pt x="2286430" y="10938"/>
                </a:lnTo>
                <a:lnTo>
                  <a:pt x="2288883" y="12784"/>
                </a:lnTo>
                <a:lnTo>
                  <a:pt x="2290518" y="15135"/>
                </a:lnTo>
              </a:path>
            </a:pathLst>
          </a:custGeom>
          <a:noFill/>
          <a:ln w="2208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46"/>
          <p:cNvSpPr/>
          <p:nvPr/>
        </p:nvSpPr>
        <p:spPr>
          <a:xfrm>
            <a:off x="3627120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47"/>
          <p:cNvSpPr/>
          <p:nvPr/>
        </p:nvSpPr>
        <p:spPr>
          <a:xfrm>
            <a:off x="6146689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48"/>
          <p:cNvSpPr/>
          <p:nvPr/>
        </p:nvSpPr>
        <p:spPr>
          <a:xfrm>
            <a:off x="3627120" y="3029561"/>
            <a:ext cx="2519569" cy="0"/>
          </a:xfrm>
          <a:custGeom>
            <a:avLst/>
            <a:gdLst/>
            <a:ahLst/>
            <a:cxnLst/>
            <a:rect l="l" t="t" r="r" b="b"/>
            <a:pathLst>
              <a:path w="2519569" h="0">
                <a:moveTo>
                  <a:pt x="0" y="0"/>
                </a:moveTo>
                <a:lnTo>
                  <a:pt x="2519569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49"/>
          <p:cNvSpPr/>
          <p:nvPr/>
        </p:nvSpPr>
        <p:spPr>
          <a:xfrm>
            <a:off x="3627120" y="2118651"/>
            <a:ext cx="2519569" cy="0"/>
          </a:xfrm>
          <a:custGeom>
            <a:avLst/>
            <a:gdLst/>
            <a:ahLst/>
            <a:cxnLst/>
            <a:rect l="l" t="t" r="r" b="b"/>
            <a:pathLst>
              <a:path w="2519569" h="0">
                <a:moveTo>
                  <a:pt x="0" y="0"/>
                </a:moveTo>
                <a:lnTo>
                  <a:pt x="2519569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4417" y="1909735"/>
            <a:ext cx="1079500" cy="2252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78" b="0" i="0">
                <a:solidFill>
                  <a:srgbClr val="3B6CA8"/>
                </a:solidFill>
                <a:latin typeface="Times New Roman"/>
              </a:rPr>
              <a:t>Robot A · left</a:t>
            </a:r>
          </a:p>
        </p:txBody>
      </p:sp>
      <p:sp>
        <p:nvSpPr>
          <p:cNvPr id="73" name="Editable path 50"/>
          <p:cNvSpPr/>
          <p:nvPr/>
        </p:nvSpPr>
        <p:spPr>
          <a:xfrm>
            <a:off x="6902560" y="2118651"/>
            <a:ext cx="2519570" cy="910910"/>
          </a:xfrm>
          <a:custGeom>
            <a:avLst/>
            <a:gdLst/>
            <a:ahLst/>
            <a:cxnLst/>
            <a:rect l="l" t="t" r="r" b="b"/>
            <a:pathLst>
              <a:path w="2519570" h="910910">
                <a:moveTo>
                  <a:pt x="0" y="0"/>
                </a:moveTo>
                <a:lnTo>
                  <a:pt x="2519570" y="0"/>
                </a:lnTo>
                <a:lnTo>
                  <a:pt x="2519570" y="910910"/>
                </a:lnTo>
                <a:lnTo>
                  <a:pt x="0" y="910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51"/>
          <p:cNvSpPr/>
          <p:nvPr/>
        </p:nvSpPr>
        <p:spPr>
          <a:xfrm>
            <a:off x="7017086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52"/>
          <p:cNvSpPr/>
          <p:nvPr/>
        </p:nvSpPr>
        <p:spPr>
          <a:xfrm>
            <a:off x="7017086" y="3029561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53"/>
          <p:cNvSpPr/>
          <p:nvPr/>
        </p:nvSpPr>
        <p:spPr>
          <a:xfrm>
            <a:off x="7834836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54"/>
          <p:cNvSpPr/>
          <p:nvPr/>
        </p:nvSpPr>
        <p:spPr>
          <a:xfrm>
            <a:off x="7834836" y="3029561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55"/>
          <p:cNvSpPr/>
          <p:nvPr/>
        </p:nvSpPr>
        <p:spPr>
          <a:xfrm>
            <a:off x="8652586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6"/>
          <p:cNvSpPr/>
          <p:nvPr/>
        </p:nvSpPr>
        <p:spPr>
          <a:xfrm>
            <a:off x="8652586" y="3029561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57"/>
          <p:cNvSpPr/>
          <p:nvPr/>
        </p:nvSpPr>
        <p:spPr>
          <a:xfrm>
            <a:off x="6902560" y="3006291"/>
            <a:ext cx="2519570" cy="0"/>
          </a:xfrm>
          <a:custGeom>
            <a:avLst/>
            <a:gdLst/>
            <a:ahLst/>
            <a:cxnLst/>
            <a:rect l="l" t="t" r="r" b="b"/>
            <a:pathLst>
              <a:path w="2519570" h="0">
                <a:moveTo>
                  <a:pt x="0" y="0"/>
                </a:moveTo>
                <a:lnTo>
                  <a:pt x="251957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58"/>
          <p:cNvSpPr/>
          <p:nvPr/>
        </p:nvSpPr>
        <p:spPr>
          <a:xfrm>
            <a:off x="6805930" y="3006291"/>
            <a:ext cx="96630" cy="0"/>
          </a:xfrm>
          <a:custGeom>
            <a:avLst/>
            <a:gdLst/>
            <a:ahLst/>
            <a:cxnLst/>
            <a:rect l="l" t="t" r="r" b="b"/>
            <a:pathLst>
              <a:path w="96630" h="0">
                <a:moveTo>
                  <a:pt x="9663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16388" y="2927187"/>
            <a:ext cx="403363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−100</a:t>
            </a:r>
          </a:p>
        </p:txBody>
      </p:sp>
      <p:sp>
        <p:nvSpPr>
          <p:cNvPr id="83" name="Editable path 59"/>
          <p:cNvSpPr/>
          <p:nvPr/>
        </p:nvSpPr>
        <p:spPr>
          <a:xfrm>
            <a:off x="6902560" y="2610115"/>
            <a:ext cx="2519570" cy="0"/>
          </a:xfrm>
          <a:custGeom>
            <a:avLst/>
            <a:gdLst/>
            <a:ahLst/>
            <a:cxnLst/>
            <a:rect l="l" t="t" r="r" b="b"/>
            <a:pathLst>
              <a:path w="2519570" h="0">
                <a:moveTo>
                  <a:pt x="0" y="0"/>
                </a:moveTo>
                <a:lnTo>
                  <a:pt x="251957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60"/>
          <p:cNvSpPr/>
          <p:nvPr/>
        </p:nvSpPr>
        <p:spPr>
          <a:xfrm>
            <a:off x="6805930" y="2610115"/>
            <a:ext cx="96630" cy="0"/>
          </a:xfrm>
          <a:custGeom>
            <a:avLst/>
            <a:gdLst/>
            <a:ahLst/>
            <a:cxnLst/>
            <a:rect l="l" t="t" r="r" b="b"/>
            <a:pathLst>
              <a:path w="96630" h="0">
                <a:moveTo>
                  <a:pt x="9663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95494" y="2531011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86" name="Editable path 61"/>
          <p:cNvSpPr/>
          <p:nvPr/>
        </p:nvSpPr>
        <p:spPr>
          <a:xfrm>
            <a:off x="6902560" y="2213939"/>
            <a:ext cx="2519570" cy="0"/>
          </a:xfrm>
          <a:custGeom>
            <a:avLst/>
            <a:gdLst/>
            <a:ahLst/>
            <a:cxnLst/>
            <a:rect l="l" t="t" r="r" b="b"/>
            <a:pathLst>
              <a:path w="2519570" h="0">
                <a:moveTo>
                  <a:pt x="0" y="0"/>
                </a:moveTo>
                <a:lnTo>
                  <a:pt x="251957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2"/>
          <p:cNvSpPr/>
          <p:nvPr/>
        </p:nvSpPr>
        <p:spPr>
          <a:xfrm>
            <a:off x="6805930" y="2213939"/>
            <a:ext cx="96630" cy="0"/>
          </a:xfrm>
          <a:custGeom>
            <a:avLst/>
            <a:gdLst/>
            <a:ahLst/>
            <a:cxnLst/>
            <a:rect l="l" t="t" r="r" b="b"/>
            <a:pathLst>
              <a:path w="96630" h="0">
                <a:moveTo>
                  <a:pt x="9663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29842" y="2134835"/>
            <a:ext cx="289891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89" name="Editable path 63"/>
          <p:cNvSpPr/>
          <p:nvPr/>
        </p:nvSpPr>
        <p:spPr>
          <a:xfrm>
            <a:off x="7017086" y="2316294"/>
            <a:ext cx="2290518" cy="637365"/>
          </a:xfrm>
          <a:custGeom>
            <a:avLst/>
            <a:gdLst/>
            <a:ahLst/>
            <a:cxnLst/>
            <a:rect l="l" t="t" r="r" b="b"/>
            <a:pathLst>
              <a:path w="2290518" h="637365">
                <a:moveTo>
                  <a:pt x="0" y="326498"/>
                </a:moveTo>
                <a:lnTo>
                  <a:pt x="818" y="327541"/>
                </a:lnTo>
                <a:lnTo>
                  <a:pt x="1635" y="325614"/>
                </a:lnTo>
                <a:lnTo>
                  <a:pt x="2453" y="324454"/>
                </a:lnTo>
                <a:lnTo>
                  <a:pt x="3271" y="326919"/>
                </a:lnTo>
                <a:lnTo>
                  <a:pt x="4089" y="329627"/>
                </a:lnTo>
                <a:lnTo>
                  <a:pt x="4906" y="326022"/>
                </a:lnTo>
                <a:lnTo>
                  <a:pt x="6542" y="322696"/>
                </a:lnTo>
                <a:lnTo>
                  <a:pt x="8995" y="339557"/>
                </a:lnTo>
                <a:lnTo>
                  <a:pt x="9813" y="326212"/>
                </a:lnTo>
                <a:lnTo>
                  <a:pt x="12266" y="330208"/>
                </a:lnTo>
                <a:lnTo>
                  <a:pt x="14719" y="332362"/>
                </a:lnTo>
                <a:lnTo>
                  <a:pt x="15537" y="329179"/>
                </a:lnTo>
                <a:lnTo>
                  <a:pt x="17173" y="320380"/>
                </a:lnTo>
                <a:lnTo>
                  <a:pt x="17990" y="321527"/>
                </a:lnTo>
                <a:lnTo>
                  <a:pt x="18808" y="332957"/>
                </a:lnTo>
                <a:lnTo>
                  <a:pt x="19626" y="324171"/>
                </a:lnTo>
                <a:lnTo>
                  <a:pt x="21261" y="301014"/>
                </a:lnTo>
                <a:lnTo>
                  <a:pt x="22897" y="318257"/>
                </a:lnTo>
                <a:lnTo>
                  <a:pt x="23715" y="317515"/>
                </a:lnTo>
                <a:lnTo>
                  <a:pt x="26168" y="337794"/>
                </a:lnTo>
                <a:lnTo>
                  <a:pt x="26985" y="327145"/>
                </a:lnTo>
                <a:lnTo>
                  <a:pt x="28621" y="313179"/>
                </a:lnTo>
                <a:lnTo>
                  <a:pt x="29439" y="320569"/>
                </a:lnTo>
                <a:lnTo>
                  <a:pt x="30257" y="331708"/>
                </a:lnTo>
                <a:lnTo>
                  <a:pt x="31892" y="320159"/>
                </a:lnTo>
                <a:lnTo>
                  <a:pt x="32710" y="324874"/>
                </a:lnTo>
                <a:lnTo>
                  <a:pt x="33527" y="320097"/>
                </a:lnTo>
                <a:lnTo>
                  <a:pt x="34346" y="328849"/>
                </a:lnTo>
                <a:lnTo>
                  <a:pt x="35163" y="330848"/>
                </a:lnTo>
                <a:lnTo>
                  <a:pt x="36799" y="316673"/>
                </a:lnTo>
                <a:lnTo>
                  <a:pt x="38434" y="323564"/>
                </a:lnTo>
                <a:lnTo>
                  <a:pt x="39252" y="340297"/>
                </a:lnTo>
                <a:lnTo>
                  <a:pt x="40888" y="328772"/>
                </a:lnTo>
                <a:lnTo>
                  <a:pt x="41705" y="325037"/>
                </a:lnTo>
                <a:lnTo>
                  <a:pt x="43341" y="328366"/>
                </a:lnTo>
                <a:lnTo>
                  <a:pt x="44158" y="330801"/>
                </a:lnTo>
                <a:lnTo>
                  <a:pt x="47430" y="314194"/>
                </a:lnTo>
                <a:lnTo>
                  <a:pt x="48247" y="317361"/>
                </a:lnTo>
                <a:lnTo>
                  <a:pt x="49065" y="330684"/>
                </a:lnTo>
                <a:lnTo>
                  <a:pt x="50700" y="315213"/>
                </a:lnTo>
                <a:lnTo>
                  <a:pt x="51518" y="312114"/>
                </a:lnTo>
                <a:lnTo>
                  <a:pt x="52336" y="312821"/>
                </a:lnTo>
                <a:lnTo>
                  <a:pt x="56425" y="335786"/>
                </a:lnTo>
                <a:lnTo>
                  <a:pt x="57242" y="333516"/>
                </a:lnTo>
                <a:lnTo>
                  <a:pt x="59696" y="313575"/>
                </a:lnTo>
                <a:lnTo>
                  <a:pt x="61331" y="317438"/>
                </a:lnTo>
                <a:lnTo>
                  <a:pt x="64602" y="334702"/>
                </a:lnTo>
                <a:lnTo>
                  <a:pt x="66238" y="325111"/>
                </a:lnTo>
                <a:lnTo>
                  <a:pt x="67873" y="346633"/>
                </a:lnTo>
                <a:lnTo>
                  <a:pt x="69509" y="344454"/>
                </a:lnTo>
                <a:lnTo>
                  <a:pt x="70326" y="343413"/>
                </a:lnTo>
                <a:lnTo>
                  <a:pt x="73598" y="334472"/>
                </a:lnTo>
                <a:lnTo>
                  <a:pt x="76868" y="338646"/>
                </a:lnTo>
                <a:lnTo>
                  <a:pt x="79322" y="330247"/>
                </a:lnTo>
                <a:lnTo>
                  <a:pt x="80139" y="337117"/>
                </a:lnTo>
                <a:lnTo>
                  <a:pt x="80957" y="338924"/>
                </a:lnTo>
                <a:lnTo>
                  <a:pt x="81775" y="331040"/>
                </a:lnTo>
                <a:lnTo>
                  <a:pt x="83410" y="344766"/>
                </a:lnTo>
                <a:lnTo>
                  <a:pt x="84228" y="332503"/>
                </a:lnTo>
                <a:lnTo>
                  <a:pt x="85046" y="332628"/>
                </a:lnTo>
                <a:lnTo>
                  <a:pt x="87499" y="353603"/>
                </a:lnTo>
                <a:lnTo>
                  <a:pt x="89135" y="351267"/>
                </a:lnTo>
                <a:lnTo>
                  <a:pt x="90770" y="341155"/>
                </a:lnTo>
                <a:lnTo>
                  <a:pt x="91588" y="346238"/>
                </a:lnTo>
                <a:lnTo>
                  <a:pt x="92406" y="357429"/>
                </a:lnTo>
                <a:lnTo>
                  <a:pt x="94041" y="344580"/>
                </a:lnTo>
                <a:lnTo>
                  <a:pt x="94859" y="342490"/>
                </a:lnTo>
                <a:lnTo>
                  <a:pt x="95677" y="347909"/>
                </a:lnTo>
                <a:lnTo>
                  <a:pt x="96494" y="348570"/>
                </a:lnTo>
                <a:lnTo>
                  <a:pt x="97312" y="346116"/>
                </a:lnTo>
                <a:lnTo>
                  <a:pt x="98130" y="341297"/>
                </a:lnTo>
                <a:lnTo>
                  <a:pt x="99765" y="347854"/>
                </a:lnTo>
                <a:lnTo>
                  <a:pt x="100583" y="348696"/>
                </a:lnTo>
                <a:lnTo>
                  <a:pt x="101401" y="347572"/>
                </a:lnTo>
                <a:lnTo>
                  <a:pt x="102219" y="338062"/>
                </a:lnTo>
                <a:lnTo>
                  <a:pt x="103037" y="350979"/>
                </a:lnTo>
                <a:lnTo>
                  <a:pt x="104672" y="340782"/>
                </a:lnTo>
                <a:lnTo>
                  <a:pt x="107943" y="379930"/>
                </a:lnTo>
                <a:lnTo>
                  <a:pt x="108761" y="370154"/>
                </a:lnTo>
                <a:lnTo>
                  <a:pt x="111214" y="347373"/>
                </a:lnTo>
                <a:lnTo>
                  <a:pt x="110396" y="372741"/>
                </a:lnTo>
                <a:lnTo>
                  <a:pt x="112849" y="357969"/>
                </a:lnTo>
                <a:lnTo>
                  <a:pt x="114485" y="349827"/>
                </a:lnTo>
                <a:lnTo>
                  <a:pt x="116121" y="350579"/>
                </a:lnTo>
                <a:lnTo>
                  <a:pt x="116938" y="355327"/>
                </a:lnTo>
                <a:lnTo>
                  <a:pt x="119391" y="352334"/>
                </a:lnTo>
                <a:lnTo>
                  <a:pt x="120209" y="350346"/>
                </a:lnTo>
                <a:lnTo>
                  <a:pt x="121844" y="364405"/>
                </a:lnTo>
                <a:lnTo>
                  <a:pt x="123480" y="362883"/>
                </a:lnTo>
                <a:lnTo>
                  <a:pt x="125933" y="349475"/>
                </a:lnTo>
                <a:lnTo>
                  <a:pt x="126751" y="352053"/>
                </a:lnTo>
                <a:lnTo>
                  <a:pt x="130022" y="362881"/>
                </a:lnTo>
                <a:lnTo>
                  <a:pt x="130840" y="360582"/>
                </a:lnTo>
                <a:lnTo>
                  <a:pt x="134929" y="347494"/>
                </a:lnTo>
                <a:lnTo>
                  <a:pt x="132475" y="363359"/>
                </a:lnTo>
                <a:lnTo>
                  <a:pt x="135747" y="348365"/>
                </a:lnTo>
                <a:lnTo>
                  <a:pt x="137382" y="372079"/>
                </a:lnTo>
                <a:lnTo>
                  <a:pt x="139017" y="356585"/>
                </a:lnTo>
                <a:lnTo>
                  <a:pt x="140653" y="351662"/>
                </a:lnTo>
                <a:lnTo>
                  <a:pt x="141471" y="370003"/>
                </a:lnTo>
                <a:lnTo>
                  <a:pt x="143924" y="363530"/>
                </a:lnTo>
                <a:lnTo>
                  <a:pt x="145559" y="361485"/>
                </a:lnTo>
                <a:lnTo>
                  <a:pt x="147195" y="386871"/>
                </a:lnTo>
                <a:lnTo>
                  <a:pt x="149648" y="379653"/>
                </a:lnTo>
                <a:lnTo>
                  <a:pt x="150466" y="385097"/>
                </a:lnTo>
                <a:lnTo>
                  <a:pt x="151284" y="365287"/>
                </a:lnTo>
                <a:lnTo>
                  <a:pt x="153737" y="370837"/>
                </a:lnTo>
                <a:lnTo>
                  <a:pt x="154555" y="364464"/>
                </a:lnTo>
                <a:lnTo>
                  <a:pt x="155373" y="378011"/>
                </a:lnTo>
                <a:lnTo>
                  <a:pt x="157008" y="371085"/>
                </a:lnTo>
                <a:lnTo>
                  <a:pt x="158643" y="384663"/>
                </a:lnTo>
                <a:lnTo>
                  <a:pt x="161914" y="357453"/>
                </a:lnTo>
                <a:lnTo>
                  <a:pt x="166821" y="385156"/>
                </a:lnTo>
                <a:lnTo>
                  <a:pt x="167639" y="382725"/>
                </a:lnTo>
                <a:lnTo>
                  <a:pt x="173363" y="372100"/>
                </a:lnTo>
                <a:lnTo>
                  <a:pt x="174998" y="370705"/>
                </a:lnTo>
                <a:lnTo>
                  <a:pt x="175816" y="377261"/>
                </a:lnTo>
                <a:lnTo>
                  <a:pt x="177452" y="366604"/>
                </a:lnTo>
                <a:lnTo>
                  <a:pt x="179905" y="367198"/>
                </a:lnTo>
                <a:lnTo>
                  <a:pt x="184812" y="398599"/>
                </a:lnTo>
                <a:lnTo>
                  <a:pt x="185629" y="402412"/>
                </a:lnTo>
                <a:lnTo>
                  <a:pt x="187265" y="373598"/>
                </a:lnTo>
                <a:lnTo>
                  <a:pt x="189718" y="378614"/>
                </a:lnTo>
                <a:lnTo>
                  <a:pt x="190536" y="378200"/>
                </a:lnTo>
                <a:lnTo>
                  <a:pt x="191354" y="385333"/>
                </a:lnTo>
                <a:lnTo>
                  <a:pt x="192989" y="382786"/>
                </a:lnTo>
                <a:lnTo>
                  <a:pt x="195442" y="371025"/>
                </a:lnTo>
                <a:lnTo>
                  <a:pt x="198713" y="410826"/>
                </a:lnTo>
                <a:lnTo>
                  <a:pt x="199531" y="397776"/>
                </a:lnTo>
                <a:lnTo>
                  <a:pt x="200349" y="399579"/>
                </a:lnTo>
                <a:lnTo>
                  <a:pt x="201166" y="397124"/>
                </a:lnTo>
                <a:lnTo>
                  <a:pt x="202802" y="398395"/>
                </a:lnTo>
                <a:lnTo>
                  <a:pt x="204438" y="391093"/>
                </a:lnTo>
                <a:lnTo>
                  <a:pt x="208526" y="413611"/>
                </a:lnTo>
                <a:lnTo>
                  <a:pt x="210980" y="389971"/>
                </a:lnTo>
                <a:lnTo>
                  <a:pt x="212615" y="400083"/>
                </a:lnTo>
                <a:lnTo>
                  <a:pt x="215068" y="418363"/>
                </a:lnTo>
                <a:lnTo>
                  <a:pt x="216704" y="411639"/>
                </a:lnTo>
                <a:lnTo>
                  <a:pt x="218339" y="397484"/>
                </a:lnTo>
                <a:lnTo>
                  <a:pt x="219975" y="399393"/>
                </a:lnTo>
                <a:lnTo>
                  <a:pt x="224064" y="406205"/>
                </a:lnTo>
                <a:lnTo>
                  <a:pt x="225699" y="399333"/>
                </a:lnTo>
                <a:lnTo>
                  <a:pt x="226517" y="403196"/>
                </a:lnTo>
                <a:lnTo>
                  <a:pt x="227334" y="410881"/>
                </a:lnTo>
                <a:lnTo>
                  <a:pt x="228152" y="406029"/>
                </a:lnTo>
                <a:lnTo>
                  <a:pt x="228970" y="395093"/>
                </a:lnTo>
                <a:lnTo>
                  <a:pt x="231423" y="395279"/>
                </a:lnTo>
                <a:lnTo>
                  <a:pt x="232241" y="392995"/>
                </a:lnTo>
                <a:lnTo>
                  <a:pt x="233059" y="398021"/>
                </a:lnTo>
                <a:lnTo>
                  <a:pt x="235512" y="409847"/>
                </a:lnTo>
                <a:lnTo>
                  <a:pt x="237148" y="408300"/>
                </a:lnTo>
                <a:lnTo>
                  <a:pt x="239601" y="397297"/>
                </a:lnTo>
                <a:lnTo>
                  <a:pt x="240418" y="399441"/>
                </a:lnTo>
                <a:lnTo>
                  <a:pt x="242872" y="400803"/>
                </a:lnTo>
                <a:lnTo>
                  <a:pt x="246960" y="417053"/>
                </a:lnTo>
                <a:lnTo>
                  <a:pt x="248596" y="421300"/>
                </a:lnTo>
                <a:lnTo>
                  <a:pt x="251867" y="408523"/>
                </a:lnTo>
                <a:lnTo>
                  <a:pt x="253502" y="407618"/>
                </a:lnTo>
                <a:lnTo>
                  <a:pt x="255138" y="419407"/>
                </a:lnTo>
                <a:lnTo>
                  <a:pt x="257591" y="412416"/>
                </a:lnTo>
                <a:lnTo>
                  <a:pt x="256773" y="426005"/>
                </a:lnTo>
                <a:lnTo>
                  <a:pt x="258409" y="412974"/>
                </a:lnTo>
                <a:lnTo>
                  <a:pt x="262498" y="431540"/>
                </a:lnTo>
                <a:lnTo>
                  <a:pt x="264133" y="418973"/>
                </a:lnTo>
                <a:lnTo>
                  <a:pt x="264951" y="431695"/>
                </a:lnTo>
                <a:lnTo>
                  <a:pt x="265769" y="397627"/>
                </a:lnTo>
                <a:lnTo>
                  <a:pt x="267404" y="412756"/>
                </a:lnTo>
                <a:lnTo>
                  <a:pt x="268222" y="433037"/>
                </a:lnTo>
                <a:lnTo>
                  <a:pt x="270675" y="424176"/>
                </a:lnTo>
                <a:lnTo>
                  <a:pt x="271493" y="430925"/>
                </a:lnTo>
                <a:lnTo>
                  <a:pt x="272311" y="422552"/>
                </a:lnTo>
                <a:lnTo>
                  <a:pt x="273946" y="406901"/>
                </a:lnTo>
                <a:lnTo>
                  <a:pt x="276399" y="407270"/>
                </a:lnTo>
                <a:lnTo>
                  <a:pt x="277217" y="407219"/>
                </a:lnTo>
                <a:lnTo>
                  <a:pt x="278035" y="418479"/>
                </a:lnTo>
                <a:lnTo>
                  <a:pt x="279671" y="406322"/>
                </a:lnTo>
                <a:lnTo>
                  <a:pt x="280488" y="397146"/>
                </a:lnTo>
                <a:lnTo>
                  <a:pt x="282124" y="399283"/>
                </a:lnTo>
                <a:lnTo>
                  <a:pt x="282941" y="411474"/>
                </a:lnTo>
                <a:lnTo>
                  <a:pt x="284577" y="400557"/>
                </a:lnTo>
                <a:lnTo>
                  <a:pt x="286213" y="401849"/>
                </a:lnTo>
                <a:lnTo>
                  <a:pt x="288666" y="412970"/>
                </a:lnTo>
                <a:lnTo>
                  <a:pt x="289483" y="402881"/>
                </a:lnTo>
                <a:lnTo>
                  <a:pt x="290301" y="400788"/>
                </a:lnTo>
                <a:lnTo>
                  <a:pt x="291119" y="405094"/>
                </a:lnTo>
                <a:lnTo>
                  <a:pt x="291937" y="412924"/>
                </a:lnTo>
                <a:lnTo>
                  <a:pt x="293572" y="399477"/>
                </a:lnTo>
                <a:lnTo>
                  <a:pt x="294390" y="401746"/>
                </a:lnTo>
                <a:lnTo>
                  <a:pt x="295208" y="416131"/>
                </a:lnTo>
                <a:lnTo>
                  <a:pt x="296843" y="404683"/>
                </a:lnTo>
                <a:lnTo>
                  <a:pt x="298479" y="392974"/>
                </a:lnTo>
                <a:lnTo>
                  <a:pt x="299297" y="408868"/>
                </a:lnTo>
                <a:lnTo>
                  <a:pt x="300114" y="407089"/>
                </a:lnTo>
                <a:lnTo>
                  <a:pt x="300932" y="418318"/>
                </a:lnTo>
                <a:lnTo>
                  <a:pt x="303385" y="416084"/>
                </a:lnTo>
                <a:lnTo>
                  <a:pt x="304203" y="407611"/>
                </a:lnTo>
                <a:lnTo>
                  <a:pt x="305839" y="414408"/>
                </a:lnTo>
                <a:lnTo>
                  <a:pt x="309927" y="421208"/>
                </a:lnTo>
                <a:lnTo>
                  <a:pt x="307474" y="412961"/>
                </a:lnTo>
                <a:lnTo>
                  <a:pt x="310745" y="420379"/>
                </a:lnTo>
                <a:lnTo>
                  <a:pt x="311563" y="411054"/>
                </a:lnTo>
                <a:lnTo>
                  <a:pt x="313198" y="420349"/>
                </a:lnTo>
                <a:lnTo>
                  <a:pt x="314016" y="424833"/>
                </a:lnTo>
                <a:lnTo>
                  <a:pt x="314834" y="424581"/>
                </a:lnTo>
                <a:lnTo>
                  <a:pt x="316469" y="411985"/>
                </a:lnTo>
                <a:lnTo>
                  <a:pt x="318105" y="419071"/>
                </a:lnTo>
                <a:lnTo>
                  <a:pt x="320558" y="420508"/>
                </a:lnTo>
                <a:lnTo>
                  <a:pt x="322193" y="412312"/>
                </a:lnTo>
                <a:lnTo>
                  <a:pt x="324647" y="427061"/>
                </a:lnTo>
                <a:lnTo>
                  <a:pt x="327100" y="422061"/>
                </a:lnTo>
                <a:lnTo>
                  <a:pt x="327918" y="407591"/>
                </a:lnTo>
                <a:lnTo>
                  <a:pt x="329553" y="410158"/>
                </a:lnTo>
                <a:lnTo>
                  <a:pt x="330371" y="423156"/>
                </a:lnTo>
                <a:lnTo>
                  <a:pt x="332006" y="412186"/>
                </a:lnTo>
                <a:lnTo>
                  <a:pt x="332824" y="409275"/>
                </a:lnTo>
                <a:lnTo>
                  <a:pt x="335277" y="410248"/>
                </a:lnTo>
                <a:lnTo>
                  <a:pt x="336095" y="409847"/>
                </a:lnTo>
                <a:lnTo>
                  <a:pt x="337731" y="418071"/>
                </a:lnTo>
                <a:lnTo>
                  <a:pt x="339366" y="412491"/>
                </a:lnTo>
                <a:lnTo>
                  <a:pt x="343455" y="420578"/>
                </a:lnTo>
                <a:lnTo>
                  <a:pt x="345908" y="409059"/>
                </a:lnTo>
                <a:lnTo>
                  <a:pt x="346726" y="415310"/>
                </a:lnTo>
                <a:lnTo>
                  <a:pt x="351632" y="425971"/>
                </a:lnTo>
                <a:lnTo>
                  <a:pt x="353268" y="408673"/>
                </a:lnTo>
                <a:lnTo>
                  <a:pt x="354086" y="417175"/>
                </a:lnTo>
                <a:lnTo>
                  <a:pt x="354903" y="428013"/>
                </a:lnTo>
                <a:lnTo>
                  <a:pt x="357357" y="427331"/>
                </a:lnTo>
                <a:lnTo>
                  <a:pt x="358992" y="421339"/>
                </a:lnTo>
                <a:lnTo>
                  <a:pt x="359810" y="410684"/>
                </a:lnTo>
                <a:lnTo>
                  <a:pt x="361446" y="414434"/>
                </a:lnTo>
                <a:lnTo>
                  <a:pt x="362263" y="427082"/>
                </a:lnTo>
                <a:lnTo>
                  <a:pt x="363899" y="407759"/>
                </a:lnTo>
                <a:lnTo>
                  <a:pt x="365534" y="389159"/>
                </a:lnTo>
                <a:lnTo>
                  <a:pt x="367169" y="401833"/>
                </a:lnTo>
                <a:lnTo>
                  <a:pt x="371258" y="426712"/>
                </a:lnTo>
                <a:lnTo>
                  <a:pt x="372076" y="426251"/>
                </a:lnTo>
                <a:lnTo>
                  <a:pt x="373712" y="415615"/>
                </a:lnTo>
                <a:lnTo>
                  <a:pt x="374530" y="419220"/>
                </a:lnTo>
                <a:lnTo>
                  <a:pt x="376165" y="431366"/>
                </a:lnTo>
                <a:lnTo>
                  <a:pt x="377800" y="423263"/>
                </a:lnTo>
                <a:lnTo>
                  <a:pt x="381072" y="417155"/>
                </a:lnTo>
                <a:lnTo>
                  <a:pt x="381889" y="419061"/>
                </a:lnTo>
                <a:lnTo>
                  <a:pt x="384342" y="426232"/>
                </a:lnTo>
                <a:lnTo>
                  <a:pt x="385160" y="425488"/>
                </a:lnTo>
                <a:lnTo>
                  <a:pt x="387614" y="418075"/>
                </a:lnTo>
                <a:lnTo>
                  <a:pt x="388431" y="419226"/>
                </a:lnTo>
                <a:lnTo>
                  <a:pt x="389249" y="427436"/>
                </a:lnTo>
                <a:lnTo>
                  <a:pt x="391702" y="423601"/>
                </a:lnTo>
                <a:lnTo>
                  <a:pt x="398244" y="409665"/>
                </a:lnTo>
                <a:lnTo>
                  <a:pt x="400698" y="429227"/>
                </a:lnTo>
                <a:lnTo>
                  <a:pt x="401515" y="425108"/>
                </a:lnTo>
                <a:lnTo>
                  <a:pt x="403151" y="410101"/>
                </a:lnTo>
                <a:lnTo>
                  <a:pt x="403968" y="415657"/>
                </a:lnTo>
                <a:lnTo>
                  <a:pt x="404786" y="424076"/>
                </a:lnTo>
                <a:lnTo>
                  <a:pt x="405604" y="410267"/>
                </a:lnTo>
                <a:lnTo>
                  <a:pt x="406422" y="404814"/>
                </a:lnTo>
                <a:lnTo>
                  <a:pt x="407240" y="406194"/>
                </a:lnTo>
                <a:lnTo>
                  <a:pt x="408057" y="418374"/>
                </a:lnTo>
                <a:lnTo>
                  <a:pt x="410510" y="413859"/>
                </a:lnTo>
                <a:lnTo>
                  <a:pt x="412964" y="423835"/>
                </a:lnTo>
                <a:lnTo>
                  <a:pt x="414599" y="420274"/>
                </a:lnTo>
                <a:lnTo>
                  <a:pt x="415417" y="422391"/>
                </a:lnTo>
                <a:lnTo>
                  <a:pt x="416235" y="419345"/>
                </a:lnTo>
                <a:lnTo>
                  <a:pt x="419506" y="412151"/>
                </a:lnTo>
                <a:lnTo>
                  <a:pt x="420323" y="415301"/>
                </a:lnTo>
                <a:lnTo>
                  <a:pt x="421959" y="414601"/>
                </a:lnTo>
                <a:lnTo>
                  <a:pt x="422777" y="419800"/>
                </a:lnTo>
                <a:lnTo>
                  <a:pt x="428501" y="390276"/>
                </a:lnTo>
                <a:lnTo>
                  <a:pt x="429319" y="393569"/>
                </a:lnTo>
                <a:lnTo>
                  <a:pt x="430954" y="392723"/>
                </a:lnTo>
                <a:lnTo>
                  <a:pt x="431772" y="375290"/>
                </a:lnTo>
                <a:lnTo>
                  <a:pt x="433407" y="394062"/>
                </a:lnTo>
                <a:lnTo>
                  <a:pt x="434225" y="393252"/>
                </a:lnTo>
                <a:lnTo>
                  <a:pt x="435861" y="384350"/>
                </a:lnTo>
                <a:lnTo>
                  <a:pt x="436679" y="394334"/>
                </a:lnTo>
                <a:lnTo>
                  <a:pt x="439949" y="387244"/>
                </a:lnTo>
                <a:lnTo>
                  <a:pt x="441585" y="388526"/>
                </a:lnTo>
                <a:lnTo>
                  <a:pt x="442403" y="388882"/>
                </a:lnTo>
                <a:lnTo>
                  <a:pt x="443221" y="398307"/>
                </a:lnTo>
                <a:lnTo>
                  <a:pt x="444038" y="388555"/>
                </a:lnTo>
                <a:lnTo>
                  <a:pt x="445674" y="394865"/>
                </a:lnTo>
                <a:lnTo>
                  <a:pt x="446491" y="399685"/>
                </a:lnTo>
                <a:lnTo>
                  <a:pt x="447309" y="387383"/>
                </a:lnTo>
                <a:lnTo>
                  <a:pt x="448127" y="381464"/>
                </a:lnTo>
                <a:lnTo>
                  <a:pt x="449763" y="391537"/>
                </a:lnTo>
                <a:lnTo>
                  <a:pt x="452216" y="408278"/>
                </a:lnTo>
                <a:lnTo>
                  <a:pt x="454669" y="407888"/>
                </a:lnTo>
                <a:lnTo>
                  <a:pt x="456305" y="388281"/>
                </a:lnTo>
                <a:lnTo>
                  <a:pt x="457940" y="402798"/>
                </a:lnTo>
                <a:lnTo>
                  <a:pt x="462029" y="391611"/>
                </a:lnTo>
                <a:lnTo>
                  <a:pt x="463664" y="406509"/>
                </a:lnTo>
                <a:lnTo>
                  <a:pt x="465300" y="399559"/>
                </a:lnTo>
                <a:lnTo>
                  <a:pt x="468571" y="395371"/>
                </a:lnTo>
                <a:lnTo>
                  <a:pt x="470206" y="397471"/>
                </a:lnTo>
                <a:lnTo>
                  <a:pt x="472659" y="403954"/>
                </a:lnTo>
                <a:lnTo>
                  <a:pt x="473477" y="402835"/>
                </a:lnTo>
                <a:lnTo>
                  <a:pt x="478384" y="387860"/>
                </a:lnTo>
                <a:lnTo>
                  <a:pt x="480837" y="392259"/>
                </a:lnTo>
                <a:lnTo>
                  <a:pt x="481655" y="406119"/>
                </a:lnTo>
                <a:lnTo>
                  <a:pt x="483290" y="396453"/>
                </a:lnTo>
                <a:lnTo>
                  <a:pt x="484108" y="395556"/>
                </a:lnTo>
                <a:lnTo>
                  <a:pt x="484926" y="399893"/>
                </a:lnTo>
                <a:lnTo>
                  <a:pt x="485743" y="389645"/>
                </a:lnTo>
                <a:lnTo>
                  <a:pt x="487379" y="393673"/>
                </a:lnTo>
                <a:lnTo>
                  <a:pt x="489015" y="383953"/>
                </a:lnTo>
                <a:lnTo>
                  <a:pt x="494739" y="402902"/>
                </a:lnTo>
                <a:lnTo>
                  <a:pt x="495557" y="406579"/>
                </a:lnTo>
                <a:lnTo>
                  <a:pt x="496374" y="399483"/>
                </a:lnTo>
                <a:lnTo>
                  <a:pt x="497192" y="404233"/>
                </a:lnTo>
                <a:lnTo>
                  <a:pt x="498827" y="405862"/>
                </a:lnTo>
                <a:lnTo>
                  <a:pt x="500463" y="389867"/>
                </a:lnTo>
                <a:lnTo>
                  <a:pt x="507823" y="422988"/>
                </a:lnTo>
                <a:lnTo>
                  <a:pt x="508640" y="417727"/>
                </a:lnTo>
                <a:lnTo>
                  <a:pt x="512729" y="391254"/>
                </a:lnTo>
                <a:lnTo>
                  <a:pt x="515182" y="383861"/>
                </a:lnTo>
                <a:lnTo>
                  <a:pt x="520089" y="411894"/>
                </a:lnTo>
                <a:lnTo>
                  <a:pt x="520907" y="407522"/>
                </a:lnTo>
                <a:lnTo>
                  <a:pt x="524178" y="384668"/>
                </a:lnTo>
                <a:lnTo>
                  <a:pt x="525813" y="399113"/>
                </a:lnTo>
                <a:lnTo>
                  <a:pt x="528266" y="402745"/>
                </a:lnTo>
                <a:lnTo>
                  <a:pt x="530720" y="410220"/>
                </a:lnTo>
                <a:lnTo>
                  <a:pt x="531538" y="408046"/>
                </a:lnTo>
                <a:lnTo>
                  <a:pt x="532355" y="410360"/>
                </a:lnTo>
                <a:lnTo>
                  <a:pt x="533991" y="394209"/>
                </a:lnTo>
                <a:lnTo>
                  <a:pt x="535626" y="403910"/>
                </a:lnTo>
                <a:lnTo>
                  <a:pt x="538897" y="392889"/>
                </a:lnTo>
                <a:lnTo>
                  <a:pt x="540533" y="409137"/>
                </a:lnTo>
                <a:lnTo>
                  <a:pt x="542168" y="396992"/>
                </a:lnTo>
                <a:lnTo>
                  <a:pt x="544622" y="405004"/>
                </a:lnTo>
                <a:lnTo>
                  <a:pt x="545439" y="394829"/>
                </a:lnTo>
                <a:lnTo>
                  <a:pt x="547075" y="398242"/>
                </a:lnTo>
                <a:lnTo>
                  <a:pt x="549528" y="415554"/>
                </a:lnTo>
                <a:lnTo>
                  <a:pt x="551164" y="409540"/>
                </a:lnTo>
                <a:lnTo>
                  <a:pt x="551981" y="407164"/>
                </a:lnTo>
                <a:lnTo>
                  <a:pt x="554434" y="424904"/>
                </a:lnTo>
                <a:lnTo>
                  <a:pt x="555252" y="424846"/>
                </a:lnTo>
                <a:lnTo>
                  <a:pt x="556070" y="418158"/>
                </a:lnTo>
                <a:lnTo>
                  <a:pt x="556888" y="427383"/>
                </a:lnTo>
                <a:lnTo>
                  <a:pt x="558523" y="431378"/>
                </a:lnTo>
                <a:lnTo>
                  <a:pt x="561794" y="407430"/>
                </a:lnTo>
                <a:lnTo>
                  <a:pt x="563430" y="429015"/>
                </a:lnTo>
                <a:lnTo>
                  <a:pt x="565065" y="417445"/>
                </a:lnTo>
                <a:lnTo>
                  <a:pt x="566701" y="402645"/>
                </a:lnTo>
                <a:lnTo>
                  <a:pt x="567518" y="419754"/>
                </a:lnTo>
                <a:lnTo>
                  <a:pt x="569154" y="409448"/>
                </a:lnTo>
                <a:lnTo>
                  <a:pt x="573243" y="427785"/>
                </a:lnTo>
                <a:lnTo>
                  <a:pt x="579785" y="413551"/>
                </a:lnTo>
                <a:lnTo>
                  <a:pt x="580602" y="425624"/>
                </a:lnTo>
                <a:lnTo>
                  <a:pt x="581420" y="413304"/>
                </a:lnTo>
                <a:lnTo>
                  <a:pt x="583056" y="417390"/>
                </a:lnTo>
                <a:lnTo>
                  <a:pt x="583873" y="418848"/>
                </a:lnTo>
                <a:lnTo>
                  <a:pt x="587962" y="438849"/>
                </a:lnTo>
                <a:lnTo>
                  <a:pt x="589598" y="429764"/>
                </a:lnTo>
                <a:lnTo>
                  <a:pt x="591233" y="453225"/>
                </a:lnTo>
                <a:lnTo>
                  <a:pt x="592869" y="436509"/>
                </a:lnTo>
                <a:lnTo>
                  <a:pt x="593686" y="440786"/>
                </a:lnTo>
                <a:lnTo>
                  <a:pt x="594504" y="431691"/>
                </a:lnTo>
                <a:lnTo>
                  <a:pt x="595322" y="437324"/>
                </a:lnTo>
                <a:lnTo>
                  <a:pt x="596140" y="429735"/>
                </a:lnTo>
                <a:lnTo>
                  <a:pt x="596957" y="438987"/>
                </a:lnTo>
                <a:lnTo>
                  <a:pt x="597775" y="443927"/>
                </a:lnTo>
                <a:lnTo>
                  <a:pt x="598593" y="435406"/>
                </a:lnTo>
                <a:lnTo>
                  <a:pt x="599411" y="436141"/>
                </a:lnTo>
                <a:lnTo>
                  <a:pt x="600228" y="437524"/>
                </a:lnTo>
                <a:lnTo>
                  <a:pt x="601046" y="432844"/>
                </a:lnTo>
                <a:lnTo>
                  <a:pt x="603499" y="436346"/>
                </a:lnTo>
                <a:lnTo>
                  <a:pt x="604317" y="435553"/>
                </a:lnTo>
                <a:lnTo>
                  <a:pt x="605135" y="437003"/>
                </a:lnTo>
                <a:lnTo>
                  <a:pt x="605953" y="443899"/>
                </a:lnTo>
                <a:lnTo>
                  <a:pt x="608406" y="442074"/>
                </a:lnTo>
                <a:lnTo>
                  <a:pt x="609224" y="441927"/>
                </a:lnTo>
                <a:lnTo>
                  <a:pt x="614948" y="468670"/>
                </a:lnTo>
                <a:lnTo>
                  <a:pt x="610859" y="441295"/>
                </a:lnTo>
                <a:lnTo>
                  <a:pt x="615766" y="465267"/>
                </a:lnTo>
                <a:lnTo>
                  <a:pt x="622308" y="452405"/>
                </a:lnTo>
                <a:lnTo>
                  <a:pt x="624761" y="474502"/>
                </a:lnTo>
                <a:lnTo>
                  <a:pt x="626397" y="470811"/>
                </a:lnTo>
                <a:lnTo>
                  <a:pt x="628032" y="457437"/>
                </a:lnTo>
                <a:lnTo>
                  <a:pt x="629667" y="465021"/>
                </a:lnTo>
                <a:lnTo>
                  <a:pt x="633756" y="471000"/>
                </a:lnTo>
                <a:lnTo>
                  <a:pt x="634574" y="468227"/>
                </a:lnTo>
                <a:lnTo>
                  <a:pt x="636209" y="469592"/>
                </a:lnTo>
                <a:lnTo>
                  <a:pt x="637027" y="466995"/>
                </a:lnTo>
                <a:lnTo>
                  <a:pt x="641116" y="489461"/>
                </a:lnTo>
                <a:lnTo>
                  <a:pt x="641934" y="488468"/>
                </a:lnTo>
                <a:lnTo>
                  <a:pt x="646840" y="469384"/>
                </a:lnTo>
                <a:lnTo>
                  <a:pt x="650111" y="500168"/>
                </a:lnTo>
                <a:lnTo>
                  <a:pt x="653382" y="491089"/>
                </a:lnTo>
                <a:lnTo>
                  <a:pt x="655835" y="491214"/>
                </a:lnTo>
                <a:lnTo>
                  <a:pt x="659107" y="504290"/>
                </a:lnTo>
                <a:lnTo>
                  <a:pt x="659924" y="491383"/>
                </a:lnTo>
                <a:lnTo>
                  <a:pt x="662377" y="492595"/>
                </a:lnTo>
                <a:lnTo>
                  <a:pt x="666466" y="500395"/>
                </a:lnTo>
                <a:lnTo>
                  <a:pt x="669737" y="513345"/>
                </a:lnTo>
                <a:lnTo>
                  <a:pt x="673826" y="498595"/>
                </a:lnTo>
                <a:lnTo>
                  <a:pt x="676279" y="497567"/>
                </a:lnTo>
                <a:lnTo>
                  <a:pt x="677097" y="500379"/>
                </a:lnTo>
                <a:lnTo>
                  <a:pt x="679550" y="498614"/>
                </a:lnTo>
                <a:lnTo>
                  <a:pt x="681186" y="510006"/>
                </a:lnTo>
                <a:lnTo>
                  <a:pt x="684457" y="514400"/>
                </a:lnTo>
                <a:lnTo>
                  <a:pt x="688546" y="524024"/>
                </a:lnTo>
                <a:lnTo>
                  <a:pt x="690999" y="515280"/>
                </a:lnTo>
                <a:lnTo>
                  <a:pt x="691816" y="516265"/>
                </a:lnTo>
                <a:lnTo>
                  <a:pt x="693452" y="524555"/>
                </a:lnTo>
                <a:lnTo>
                  <a:pt x="695088" y="518935"/>
                </a:lnTo>
                <a:lnTo>
                  <a:pt x="696723" y="512295"/>
                </a:lnTo>
                <a:lnTo>
                  <a:pt x="698358" y="516250"/>
                </a:lnTo>
                <a:lnTo>
                  <a:pt x="700812" y="543571"/>
                </a:lnTo>
                <a:lnTo>
                  <a:pt x="701630" y="542681"/>
                </a:lnTo>
                <a:lnTo>
                  <a:pt x="704900" y="516173"/>
                </a:lnTo>
                <a:lnTo>
                  <a:pt x="708172" y="541811"/>
                </a:lnTo>
                <a:lnTo>
                  <a:pt x="713078" y="540059"/>
                </a:lnTo>
                <a:lnTo>
                  <a:pt x="714714" y="542318"/>
                </a:lnTo>
                <a:lnTo>
                  <a:pt x="716349" y="540359"/>
                </a:lnTo>
                <a:lnTo>
                  <a:pt x="717167" y="534081"/>
                </a:lnTo>
                <a:lnTo>
                  <a:pt x="719620" y="537498"/>
                </a:lnTo>
                <a:lnTo>
                  <a:pt x="725344" y="569390"/>
                </a:lnTo>
                <a:lnTo>
                  <a:pt x="726162" y="568888"/>
                </a:lnTo>
                <a:lnTo>
                  <a:pt x="726980" y="575040"/>
                </a:lnTo>
                <a:lnTo>
                  <a:pt x="729433" y="572454"/>
                </a:lnTo>
                <a:lnTo>
                  <a:pt x="730251" y="566043"/>
                </a:lnTo>
                <a:lnTo>
                  <a:pt x="732704" y="570907"/>
                </a:lnTo>
                <a:lnTo>
                  <a:pt x="733522" y="577898"/>
                </a:lnTo>
                <a:lnTo>
                  <a:pt x="735157" y="577598"/>
                </a:lnTo>
                <a:lnTo>
                  <a:pt x="736793" y="562990"/>
                </a:lnTo>
                <a:lnTo>
                  <a:pt x="737610" y="585673"/>
                </a:lnTo>
                <a:lnTo>
                  <a:pt x="739246" y="566073"/>
                </a:lnTo>
                <a:lnTo>
                  <a:pt x="740064" y="565966"/>
                </a:lnTo>
                <a:lnTo>
                  <a:pt x="742517" y="574090"/>
                </a:lnTo>
                <a:lnTo>
                  <a:pt x="744152" y="569958"/>
                </a:lnTo>
                <a:lnTo>
                  <a:pt x="745788" y="570107"/>
                </a:lnTo>
                <a:lnTo>
                  <a:pt x="753148" y="611950"/>
                </a:lnTo>
                <a:lnTo>
                  <a:pt x="754783" y="604404"/>
                </a:lnTo>
                <a:lnTo>
                  <a:pt x="756419" y="593113"/>
                </a:lnTo>
                <a:lnTo>
                  <a:pt x="758054" y="597794"/>
                </a:lnTo>
                <a:lnTo>
                  <a:pt x="762143" y="614414"/>
                </a:lnTo>
                <a:lnTo>
                  <a:pt x="764596" y="589322"/>
                </a:lnTo>
                <a:lnTo>
                  <a:pt x="765414" y="599634"/>
                </a:lnTo>
                <a:lnTo>
                  <a:pt x="766232" y="606222"/>
                </a:lnTo>
                <a:lnTo>
                  <a:pt x="768685" y="603000"/>
                </a:lnTo>
                <a:lnTo>
                  <a:pt x="771956" y="612855"/>
                </a:lnTo>
                <a:lnTo>
                  <a:pt x="772774" y="604276"/>
                </a:lnTo>
                <a:lnTo>
                  <a:pt x="774409" y="607806"/>
                </a:lnTo>
                <a:lnTo>
                  <a:pt x="776863" y="607187"/>
                </a:lnTo>
                <a:lnTo>
                  <a:pt x="778498" y="635670"/>
                </a:lnTo>
                <a:lnTo>
                  <a:pt x="779316" y="622845"/>
                </a:lnTo>
                <a:lnTo>
                  <a:pt x="781769" y="627860"/>
                </a:lnTo>
                <a:lnTo>
                  <a:pt x="785040" y="637365"/>
                </a:lnTo>
                <a:lnTo>
                  <a:pt x="785858" y="634807"/>
                </a:lnTo>
                <a:lnTo>
                  <a:pt x="793217" y="586443"/>
                </a:lnTo>
                <a:lnTo>
                  <a:pt x="798124" y="543904"/>
                </a:lnTo>
                <a:lnTo>
                  <a:pt x="799759" y="532320"/>
                </a:lnTo>
                <a:lnTo>
                  <a:pt x="810390" y="443311"/>
                </a:lnTo>
                <a:lnTo>
                  <a:pt x="811208" y="446212"/>
                </a:lnTo>
                <a:lnTo>
                  <a:pt x="821021" y="359500"/>
                </a:lnTo>
                <a:lnTo>
                  <a:pt x="821839" y="359658"/>
                </a:lnTo>
                <a:lnTo>
                  <a:pt x="835741" y="291711"/>
                </a:lnTo>
                <a:lnTo>
                  <a:pt x="836558" y="290823"/>
                </a:lnTo>
                <a:lnTo>
                  <a:pt x="837376" y="293133"/>
                </a:lnTo>
                <a:lnTo>
                  <a:pt x="838194" y="294161"/>
                </a:lnTo>
                <a:lnTo>
                  <a:pt x="839011" y="291225"/>
                </a:lnTo>
                <a:lnTo>
                  <a:pt x="839829" y="287218"/>
                </a:lnTo>
                <a:lnTo>
                  <a:pt x="840647" y="293850"/>
                </a:lnTo>
                <a:lnTo>
                  <a:pt x="843100" y="296800"/>
                </a:lnTo>
                <a:lnTo>
                  <a:pt x="843918" y="295346"/>
                </a:lnTo>
                <a:lnTo>
                  <a:pt x="844736" y="291369"/>
                </a:lnTo>
                <a:lnTo>
                  <a:pt x="845554" y="294452"/>
                </a:lnTo>
                <a:lnTo>
                  <a:pt x="846371" y="304557"/>
                </a:lnTo>
                <a:lnTo>
                  <a:pt x="848007" y="289079"/>
                </a:lnTo>
                <a:lnTo>
                  <a:pt x="857002" y="334721"/>
                </a:lnTo>
                <a:lnTo>
                  <a:pt x="857820" y="329598"/>
                </a:lnTo>
                <a:lnTo>
                  <a:pt x="858638" y="327197"/>
                </a:lnTo>
                <a:lnTo>
                  <a:pt x="859455" y="328719"/>
                </a:lnTo>
                <a:lnTo>
                  <a:pt x="862726" y="342492"/>
                </a:lnTo>
                <a:lnTo>
                  <a:pt x="863544" y="361784"/>
                </a:lnTo>
                <a:lnTo>
                  <a:pt x="864362" y="340351"/>
                </a:lnTo>
                <a:lnTo>
                  <a:pt x="865997" y="357283"/>
                </a:lnTo>
                <a:lnTo>
                  <a:pt x="867633" y="365967"/>
                </a:lnTo>
                <a:lnTo>
                  <a:pt x="869268" y="344299"/>
                </a:lnTo>
                <a:lnTo>
                  <a:pt x="871722" y="366402"/>
                </a:lnTo>
                <a:lnTo>
                  <a:pt x="870904" y="343441"/>
                </a:lnTo>
                <a:lnTo>
                  <a:pt x="872539" y="353227"/>
                </a:lnTo>
                <a:lnTo>
                  <a:pt x="873357" y="347403"/>
                </a:lnTo>
                <a:lnTo>
                  <a:pt x="874175" y="359121"/>
                </a:lnTo>
                <a:lnTo>
                  <a:pt x="874992" y="356981"/>
                </a:lnTo>
                <a:lnTo>
                  <a:pt x="876628" y="370652"/>
                </a:lnTo>
                <a:lnTo>
                  <a:pt x="878264" y="363876"/>
                </a:lnTo>
                <a:lnTo>
                  <a:pt x="879081" y="367463"/>
                </a:lnTo>
                <a:lnTo>
                  <a:pt x="879899" y="344889"/>
                </a:lnTo>
                <a:lnTo>
                  <a:pt x="881534" y="381758"/>
                </a:lnTo>
                <a:lnTo>
                  <a:pt x="882352" y="377331"/>
                </a:lnTo>
                <a:lnTo>
                  <a:pt x="883170" y="381321"/>
                </a:lnTo>
                <a:lnTo>
                  <a:pt x="886441" y="406478"/>
                </a:lnTo>
                <a:lnTo>
                  <a:pt x="887259" y="395846"/>
                </a:lnTo>
                <a:lnTo>
                  <a:pt x="888894" y="397292"/>
                </a:lnTo>
                <a:lnTo>
                  <a:pt x="890530" y="405964"/>
                </a:lnTo>
                <a:lnTo>
                  <a:pt x="892165" y="400521"/>
                </a:lnTo>
                <a:lnTo>
                  <a:pt x="892983" y="397956"/>
                </a:lnTo>
                <a:lnTo>
                  <a:pt x="893801" y="404181"/>
                </a:lnTo>
                <a:lnTo>
                  <a:pt x="895436" y="414039"/>
                </a:lnTo>
                <a:lnTo>
                  <a:pt x="896254" y="406663"/>
                </a:lnTo>
                <a:lnTo>
                  <a:pt x="897890" y="395577"/>
                </a:lnTo>
                <a:lnTo>
                  <a:pt x="899525" y="380736"/>
                </a:lnTo>
                <a:lnTo>
                  <a:pt x="900343" y="383059"/>
                </a:lnTo>
                <a:lnTo>
                  <a:pt x="904432" y="407230"/>
                </a:lnTo>
                <a:lnTo>
                  <a:pt x="906885" y="403225"/>
                </a:lnTo>
                <a:lnTo>
                  <a:pt x="907702" y="407027"/>
                </a:lnTo>
                <a:lnTo>
                  <a:pt x="909338" y="437059"/>
                </a:lnTo>
                <a:lnTo>
                  <a:pt x="911791" y="428286"/>
                </a:lnTo>
                <a:lnTo>
                  <a:pt x="915880" y="477679"/>
                </a:lnTo>
                <a:lnTo>
                  <a:pt x="916698" y="498613"/>
                </a:lnTo>
                <a:lnTo>
                  <a:pt x="918333" y="484169"/>
                </a:lnTo>
                <a:lnTo>
                  <a:pt x="923240" y="462165"/>
                </a:lnTo>
                <a:lnTo>
                  <a:pt x="924875" y="473586"/>
                </a:lnTo>
                <a:lnTo>
                  <a:pt x="926511" y="447089"/>
                </a:lnTo>
                <a:lnTo>
                  <a:pt x="931417" y="500055"/>
                </a:lnTo>
                <a:lnTo>
                  <a:pt x="932235" y="501044"/>
                </a:lnTo>
                <a:lnTo>
                  <a:pt x="936324" y="463956"/>
                </a:lnTo>
                <a:lnTo>
                  <a:pt x="937141" y="465781"/>
                </a:lnTo>
                <a:lnTo>
                  <a:pt x="941230" y="491691"/>
                </a:lnTo>
                <a:lnTo>
                  <a:pt x="939595" y="464927"/>
                </a:lnTo>
                <a:lnTo>
                  <a:pt x="942048" y="486398"/>
                </a:lnTo>
                <a:lnTo>
                  <a:pt x="943683" y="453710"/>
                </a:lnTo>
                <a:lnTo>
                  <a:pt x="945319" y="465729"/>
                </a:lnTo>
                <a:lnTo>
                  <a:pt x="946955" y="458440"/>
                </a:lnTo>
                <a:lnTo>
                  <a:pt x="947772" y="462480"/>
                </a:lnTo>
                <a:lnTo>
                  <a:pt x="948590" y="470466"/>
                </a:lnTo>
                <a:lnTo>
                  <a:pt x="949408" y="469445"/>
                </a:lnTo>
                <a:lnTo>
                  <a:pt x="952679" y="446033"/>
                </a:lnTo>
                <a:lnTo>
                  <a:pt x="953497" y="447979"/>
                </a:lnTo>
                <a:lnTo>
                  <a:pt x="954314" y="448607"/>
                </a:lnTo>
                <a:lnTo>
                  <a:pt x="955132" y="439056"/>
                </a:lnTo>
                <a:lnTo>
                  <a:pt x="955950" y="453865"/>
                </a:lnTo>
                <a:lnTo>
                  <a:pt x="956767" y="459809"/>
                </a:lnTo>
                <a:lnTo>
                  <a:pt x="959221" y="436951"/>
                </a:lnTo>
                <a:lnTo>
                  <a:pt x="960039" y="440265"/>
                </a:lnTo>
                <a:lnTo>
                  <a:pt x="967398" y="422131"/>
                </a:lnTo>
                <a:lnTo>
                  <a:pt x="971487" y="435306"/>
                </a:lnTo>
                <a:lnTo>
                  <a:pt x="973123" y="436813"/>
                </a:lnTo>
                <a:lnTo>
                  <a:pt x="974758" y="456633"/>
                </a:lnTo>
                <a:lnTo>
                  <a:pt x="977211" y="448246"/>
                </a:lnTo>
                <a:lnTo>
                  <a:pt x="989477" y="509846"/>
                </a:lnTo>
                <a:lnTo>
                  <a:pt x="991113" y="508321"/>
                </a:lnTo>
                <a:lnTo>
                  <a:pt x="991931" y="503910"/>
                </a:lnTo>
                <a:lnTo>
                  <a:pt x="992749" y="511063"/>
                </a:lnTo>
                <a:lnTo>
                  <a:pt x="1006650" y="559788"/>
                </a:lnTo>
                <a:lnTo>
                  <a:pt x="1007468" y="557930"/>
                </a:lnTo>
                <a:lnTo>
                  <a:pt x="1008286" y="561851"/>
                </a:lnTo>
                <a:lnTo>
                  <a:pt x="1009921" y="572960"/>
                </a:lnTo>
                <a:lnTo>
                  <a:pt x="1010739" y="565163"/>
                </a:lnTo>
                <a:lnTo>
                  <a:pt x="1011557" y="559105"/>
                </a:lnTo>
                <a:lnTo>
                  <a:pt x="1012374" y="567454"/>
                </a:lnTo>
                <a:lnTo>
                  <a:pt x="1014828" y="583260"/>
                </a:lnTo>
                <a:lnTo>
                  <a:pt x="1015645" y="583123"/>
                </a:lnTo>
                <a:lnTo>
                  <a:pt x="1018099" y="575957"/>
                </a:lnTo>
                <a:lnTo>
                  <a:pt x="1018916" y="582772"/>
                </a:lnTo>
                <a:lnTo>
                  <a:pt x="1022188" y="594952"/>
                </a:lnTo>
                <a:lnTo>
                  <a:pt x="1023005" y="594265"/>
                </a:lnTo>
                <a:lnTo>
                  <a:pt x="1023823" y="591381"/>
                </a:lnTo>
                <a:lnTo>
                  <a:pt x="1024641" y="595110"/>
                </a:lnTo>
                <a:lnTo>
                  <a:pt x="1025458" y="601742"/>
                </a:lnTo>
                <a:lnTo>
                  <a:pt x="1027912" y="598953"/>
                </a:lnTo>
                <a:lnTo>
                  <a:pt x="1031183" y="602703"/>
                </a:lnTo>
                <a:lnTo>
                  <a:pt x="1033636" y="595091"/>
                </a:lnTo>
                <a:lnTo>
                  <a:pt x="1034454" y="597899"/>
                </a:lnTo>
                <a:lnTo>
                  <a:pt x="1035272" y="602780"/>
                </a:lnTo>
                <a:lnTo>
                  <a:pt x="1037725" y="600924"/>
                </a:lnTo>
                <a:lnTo>
                  <a:pt x="1039360" y="596081"/>
                </a:lnTo>
                <a:lnTo>
                  <a:pt x="1040178" y="602919"/>
                </a:lnTo>
                <a:lnTo>
                  <a:pt x="1040996" y="605957"/>
                </a:lnTo>
                <a:lnTo>
                  <a:pt x="1041814" y="601005"/>
                </a:lnTo>
                <a:lnTo>
                  <a:pt x="1042631" y="603214"/>
                </a:lnTo>
                <a:lnTo>
                  <a:pt x="1043449" y="602575"/>
                </a:lnTo>
                <a:lnTo>
                  <a:pt x="1045084" y="591480"/>
                </a:lnTo>
                <a:lnTo>
                  <a:pt x="1045902" y="594773"/>
                </a:lnTo>
                <a:lnTo>
                  <a:pt x="1048356" y="604884"/>
                </a:lnTo>
                <a:lnTo>
                  <a:pt x="1049173" y="598462"/>
                </a:lnTo>
                <a:lnTo>
                  <a:pt x="1049991" y="590507"/>
                </a:lnTo>
                <a:lnTo>
                  <a:pt x="1052444" y="595262"/>
                </a:lnTo>
                <a:lnTo>
                  <a:pt x="1058168" y="580299"/>
                </a:lnTo>
                <a:lnTo>
                  <a:pt x="1058986" y="591106"/>
                </a:lnTo>
                <a:lnTo>
                  <a:pt x="1060622" y="579345"/>
                </a:lnTo>
                <a:lnTo>
                  <a:pt x="1061440" y="583085"/>
                </a:lnTo>
                <a:lnTo>
                  <a:pt x="1062257" y="583010"/>
                </a:lnTo>
                <a:lnTo>
                  <a:pt x="1067982" y="563475"/>
                </a:lnTo>
                <a:lnTo>
                  <a:pt x="1068799" y="562505"/>
                </a:lnTo>
                <a:lnTo>
                  <a:pt x="1074524" y="530409"/>
                </a:lnTo>
                <a:lnTo>
                  <a:pt x="1075341" y="533717"/>
                </a:lnTo>
                <a:lnTo>
                  <a:pt x="1076977" y="528381"/>
                </a:lnTo>
                <a:lnTo>
                  <a:pt x="1084336" y="480981"/>
                </a:lnTo>
                <a:lnTo>
                  <a:pt x="1086790" y="474026"/>
                </a:lnTo>
                <a:lnTo>
                  <a:pt x="1092514" y="428971"/>
                </a:lnTo>
                <a:lnTo>
                  <a:pt x="1100691" y="391264"/>
                </a:lnTo>
                <a:lnTo>
                  <a:pt x="1101509" y="394715"/>
                </a:lnTo>
                <a:lnTo>
                  <a:pt x="1102327" y="397320"/>
                </a:lnTo>
                <a:lnTo>
                  <a:pt x="1103963" y="384715"/>
                </a:lnTo>
                <a:lnTo>
                  <a:pt x="1104780" y="401578"/>
                </a:lnTo>
                <a:lnTo>
                  <a:pt x="1105598" y="389071"/>
                </a:lnTo>
                <a:lnTo>
                  <a:pt x="1106416" y="391553"/>
                </a:lnTo>
                <a:lnTo>
                  <a:pt x="1107233" y="387879"/>
                </a:lnTo>
                <a:lnTo>
                  <a:pt x="1108051" y="383209"/>
                </a:lnTo>
                <a:lnTo>
                  <a:pt x="1108869" y="392883"/>
                </a:lnTo>
                <a:lnTo>
                  <a:pt x="1109687" y="388712"/>
                </a:lnTo>
                <a:lnTo>
                  <a:pt x="1111322" y="391297"/>
                </a:lnTo>
                <a:lnTo>
                  <a:pt x="1112140" y="382478"/>
                </a:lnTo>
                <a:lnTo>
                  <a:pt x="1112958" y="392530"/>
                </a:lnTo>
                <a:lnTo>
                  <a:pt x="1114593" y="383971"/>
                </a:lnTo>
                <a:lnTo>
                  <a:pt x="1116229" y="387058"/>
                </a:lnTo>
                <a:lnTo>
                  <a:pt x="1117047" y="381595"/>
                </a:lnTo>
                <a:lnTo>
                  <a:pt x="1119500" y="386783"/>
                </a:lnTo>
                <a:lnTo>
                  <a:pt x="1120317" y="384264"/>
                </a:lnTo>
                <a:lnTo>
                  <a:pt x="1123589" y="369296"/>
                </a:lnTo>
                <a:lnTo>
                  <a:pt x="1124406" y="371723"/>
                </a:lnTo>
                <a:lnTo>
                  <a:pt x="1125224" y="384682"/>
                </a:lnTo>
                <a:lnTo>
                  <a:pt x="1126859" y="380412"/>
                </a:lnTo>
                <a:lnTo>
                  <a:pt x="1128495" y="370510"/>
                </a:lnTo>
                <a:lnTo>
                  <a:pt x="1129313" y="378526"/>
                </a:lnTo>
                <a:lnTo>
                  <a:pt x="1130131" y="380958"/>
                </a:lnTo>
                <a:lnTo>
                  <a:pt x="1131766" y="365224"/>
                </a:lnTo>
                <a:lnTo>
                  <a:pt x="1132584" y="371140"/>
                </a:lnTo>
                <a:lnTo>
                  <a:pt x="1133401" y="384741"/>
                </a:lnTo>
                <a:lnTo>
                  <a:pt x="1135037" y="361694"/>
                </a:lnTo>
                <a:lnTo>
                  <a:pt x="1135855" y="361752"/>
                </a:lnTo>
                <a:lnTo>
                  <a:pt x="1137490" y="374533"/>
                </a:lnTo>
                <a:lnTo>
                  <a:pt x="1139943" y="332965"/>
                </a:lnTo>
                <a:lnTo>
                  <a:pt x="1140761" y="346656"/>
                </a:lnTo>
                <a:lnTo>
                  <a:pt x="1141579" y="374603"/>
                </a:lnTo>
                <a:lnTo>
                  <a:pt x="1143215" y="347391"/>
                </a:lnTo>
                <a:lnTo>
                  <a:pt x="1145668" y="359313"/>
                </a:lnTo>
                <a:lnTo>
                  <a:pt x="1146485" y="354041"/>
                </a:lnTo>
                <a:lnTo>
                  <a:pt x="1148121" y="341950"/>
                </a:lnTo>
                <a:lnTo>
                  <a:pt x="1148939" y="346863"/>
                </a:lnTo>
                <a:lnTo>
                  <a:pt x="1149757" y="361126"/>
                </a:lnTo>
                <a:lnTo>
                  <a:pt x="1150574" y="333397"/>
                </a:lnTo>
                <a:lnTo>
                  <a:pt x="1151392" y="318162"/>
                </a:lnTo>
                <a:lnTo>
                  <a:pt x="1152210" y="322129"/>
                </a:lnTo>
                <a:lnTo>
                  <a:pt x="1153027" y="345052"/>
                </a:lnTo>
                <a:lnTo>
                  <a:pt x="1155481" y="338056"/>
                </a:lnTo>
                <a:lnTo>
                  <a:pt x="1156299" y="349605"/>
                </a:lnTo>
                <a:lnTo>
                  <a:pt x="1157116" y="321476"/>
                </a:lnTo>
                <a:lnTo>
                  <a:pt x="1157934" y="310908"/>
                </a:lnTo>
                <a:lnTo>
                  <a:pt x="1158752" y="334980"/>
                </a:lnTo>
                <a:lnTo>
                  <a:pt x="1160387" y="326722"/>
                </a:lnTo>
                <a:lnTo>
                  <a:pt x="1162023" y="331169"/>
                </a:lnTo>
                <a:lnTo>
                  <a:pt x="1162841" y="331962"/>
                </a:lnTo>
                <a:lnTo>
                  <a:pt x="1163658" y="330129"/>
                </a:lnTo>
                <a:lnTo>
                  <a:pt x="1165294" y="322086"/>
                </a:lnTo>
                <a:lnTo>
                  <a:pt x="1166111" y="332346"/>
                </a:lnTo>
                <a:lnTo>
                  <a:pt x="1168565" y="318922"/>
                </a:lnTo>
                <a:lnTo>
                  <a:pt x="1171018" y="326134"/>
                </a:lnTo>
                <a:lnTo>
                  <a:pt x="1171836" y="326047"/>
                </a:lnTo>
                <a:lnTo>
                  <a:pt x="1173471" y="300339"/>
                </a:lnTo>
                <a:lnTo>
                  <a:pt x="1174289" y="332949"/>
                </a:lnTo>
                <a:lnTo>
                  <a:pt x="1175107" y="315722"/>
                </a:lnTo>
                <a:lnTo>
                  <a:pt x="1175924" y="326205"/>
                </a:lnTo>
                <a:lnTo>
                  <a:pt x="1176742" y="323401"/>
                </a:lnTo>
                <a:lnTo>
                  <a:pt x="1179196" y="327717"/>
                </a:lnTo>
                <a:lnTo>
                  <a:pt x="1180013" y="303871"/>
                </a:lnTo>
                <a:lnTo>
                  <a:pt x="1180831" y="303510"/>
                </a:lnTo>
                <a:lnTo>
                  <a:pt x="1182466" y="329382"/>
                </a:lnTo>
                <a:lnTo>
                  <a:pt x="1183284" y="305677"/>
                </a:lnTo>
                <a:lnTo>
                  <a:pt x="1184920" y="292663"/>
                </a:lnTo>
                <a:lnTo>
                  <a:pt x="1185738" y="303545"/>
                </a:lnTo>
                <a:lnTo>
                  <a:pt x="1186555" y="332975"/>
                </a:lnTo>
                <a:lnTo>
                  <a:pt x="1188191" y="299095"/>
                </a:lnTo>
                <a:lnTo>
                  <a:pt x="1189008" y="297929"/>
                </a:lnTo>
                <a:lnTo>
                  <a:pt x="1192280" y="314126"/>
                </a:lnTo>
                <a:lnTo>
                  <a:pt x="1193915" y="300499"/>
                </a:lnTo>
                <a:lnTo>
                  <a:pt x="1194733" y="313528"/>
                </a:lnTo>
                <a:lnTo>
                  <a:pt x="1195550" y="319450"/>
                </a:lnTo>
                <a:lnTo>
                  <a:pt x="1198004" y="251566"/>
                </a:lnTo>
                <a:lnTo>
                  <a:pt x="1198822" y="263379"/>
                </a:lnTo>
                <a:lnTo>
                  <a:pt x="1200457" y="334662"/>
                </a:lnTo>
                <a:lnTo>
                  <a:pt x="1201275" y="295089"/>
                </a:lnTo>
                <a:lnTo>
                  <a:pt x="1202910" y="247671"/>
                </a:lnTo>
                <a:lnTo>
                  <a:pt x="1204546" y="263784"/>
                </a:lnTo>
                <a:lnTo>
                  <a:pt x="1206181" y="312077"/>
                </a:lnTo>
                <a:lnTo>
                  <a:pt x="1206999" y="284890"/>
                </a:lnTo>
                <a:lnTo>
                  <a:pt x="1209452" y="264511"/>
                </a:lnTo>
                <a:lnTo>
                  <a:pt x="1210270" y="270973"/>
                </a:lnTo>
                <a:lnTo>
                  <a:pt x="1211088" y="326281"/>
                </a:lnTo>
                <a:lnTo>
                  <a:pt x="1213541" y="287745"/>
                </a:lnTo>
                <a:lnTo>
                  <a:pt x="1214359" y="264625"/>
                </a:lnTo>
                <a:lnTo>
                  <a:pt x="1215994" y="288499"/>
                </a:lnTo>
                <a:lnTo>
                  <a:pt x="1216812" y="292510"/>
                </a:lnTo>
                <a:lnTo>
                  <a:pt x="1217630" y="285404"/>
                </a:lnTo>
                <a:lnTo>
                  <a:pt x="1218448" y="275515"/>
                </a:lnTo>
                <a:lnTo>
                  <a:pt x="1219265" y="276661"/>
                </a:lnTo>
                <a:lnTo>
                  <a:pt x="1220083" y="303067"/>
                </a:lnTo>
                <a:lnTo>
                  <a:pt x="1221718" y="262307"/>
                </a:lnTo>
                <a:lnTo>
                  <a:pt x="1223354" y="243583"/>
                </a:lnTo>
                <a:lnTo>
                  <a:pt x="1224172" y="259343"/>
                </a:lnTo>
                <a:lnTo>
                  <a:pt x="1225807" y="322681"/>
                </a:lnTo>
                <a:lnTo>
                  <a:pt x="1227443" y="274944"/>
                </a:lnTo>
                <a:lnTo>
                  <a:pt x="1228260" y="253218"/>
                </a:lnTo>
                <a:lnTo>
                  <a:pt x="1229896" y="285123"/>
                </a:lnTo>
                <a:lnTo>
                  <a:pt x="1230714" y="296266"/>
                </a:lnTo>
                <a:lnTo>
                  <a:pt x="1234802" y="207587"/>
                </a:lnTo>
                <a:lnTo>
                  <a:pt x="1236438" y="304176"/>
                </a:lnTo>
                <a:lnTo>
                  <a:pt x="1238891" y="268057"/>
                </a:lnTo>
                <a:lnTo>
                  <a:pt x="1241344" y="232372"/>
                </a:lnTo>
                <a:lnTo>
                  <a:pt x="1242162" y="327069"/>
                </a:lnTo>
                <a:lnTo>
                  <a:pt x="1244616" y="275397"/>
                </a:lnTo>
                <a:lnTo>
                  <a:pt x="1246251" y="214695"/>
                </a:lnTo>
                <a:lnTo>
                  <a:pt x="1247886" y="260389"/>
                </a:lnTo>
                <a:lnTo>
                  <a:pt x="1248704" y="324792"/>
                </a:lnTo>
                <a:lnTo>
                  <a:pt x="1251158" y="319146"/>
                </a:lnTo>
                <a:lnTo>
                  <a:pt x="1253611" y="239289"/>
                </a:lnTo>
                <a:lnTo>
                  <a:pt x="1255246" y="252958"/>
                </a:lnTo>
                <a:lnTo>
                  <a:pt x="1256064" y="303191"/>
                </a:lnTo>
                <a:lnTo>
                  <a:pt x="1257700" y="269271"/>
                </a:lnTo>
                <a:lnTo>
                  <a:pt x="1258517" y="249668"/>
                </a:lnTo>
                <a:lnTo>
                  <a:pt x="1259335" y="252685"/>
                </a:lnTo>
                <a:lnTo>
                  <a:pt x="1262606" y="325123"/>
                </a:lnTo>
                <a:lnTo>
                  <a:pt x="1265059" y="166216"/>
                </a:lnTo>
                <a:lnTo>
                  <a:pt x="1266695" y="179532"/>
                </a:lnTo>
                <a:lnTo>
                  <a:pt x="1269148" y="319221"/>
                </a:lnTo>
                <a:lnTo>
                  <a:pt x="1270783" y="272035"/>
                </a:lnTo>
                <a:lnTo>
                  <a:pt x="1272419" y="218751"/>
                </a:lnTo>
                <a:lnTo>
                  <a:pt x="1274055" y="255407"/>
                </a:lnTo>
                <a:lnTo>
                  <a:pt x="1277325" y="332903"/>
                </a:lnTo>
                <a:lnTo>
                  <a:pt x="1278143" y="322680"/>
                </a:lnTo>
                <a:lnTo>
                  <a:pt x="1279779" y="156259"/>
                </a:lnTo>
                <a:lnTo>
                  <a:pt x="1282232" y="176716"/>
                </a:lnTo>
                <a:lnTo>
                  <a:pt x="1283867" y="314693"/>
                </a:lnTo>
                <a:lnTo>
                  <a:pt x="1286321" y="281865"/>
                </a:lnTo>
                <a:lnTo>
                  <a:pt x="1287139" y="270858"/>
                </a:lnTo>
                <a:lnTo>
                  <a:pt x="1287956" y="281660"/>
                </a:lnTo>
                <a:lnTo>
                  <a:pt x="1288774" y="296375"/>
                </a:lnTo>
                <a:lnTo>
                  <a:pt x="1289592" y="285454"/>
                </a:lnTo>
                <a:lnTo>
                  <a:pt x="1291227" y="242030"/>
                </a:lnTo>
                <a:lnTo>
                  <a:pt x="1292045" y="251438"/>
                </a:lnTo>
                <a:lnTo>
                  <a:pt x="1295316" y="312334"/>
                </a:lnTo>
                <a:lnTo>
                  <a:pt x="1296951" y="265620"/>
                </a:lnTo>
                <a:lnTo>
                  <a:pt x="1298587" y="282186"/>
                </a:lnTo>
                <a:lnTo>
                  <a:pt x="1300223" y="311061"/>
                </a:lnTo>
                <a:lnTo>
                  <a:pt x="1301858" y="289949"/>
                </a:lnTo>
                <a:lnTo>
                  <a:pt x="1303493" y="242475"/>
                </a:lnTo>
                <a:lnTo>
                  <a:pt x="1304311" y="264077"/>
                </a:lnTo>
                <a:lnTo>
                  <a:pt x="1308400" y="361556"/>
                </a:lnTo>
                <a:lnTo>
                  <a:pt x="1310853" y="199620"/>
                </a:lnTo>
                <a:lnTo>
                  <a:pt x="1312489" y="270856"/>
                </a:lnTo>
                <a:lnTo>
                  <a:pt x="1314942" y="325813"/>
                </a:lnTo>
                <a:lnTo>
                  <a:pt x="1316577" y="312183"/>
                </a:lnTo>
                <a:lnTo>
                  <a:pt x="1318213" y="228535"/>
                </a:lnTo>
                <a:lnTo>
                  <a:pt x="1319849" y="284121"/>
                </a:lnTo>
                <a:lnTo>
                  <a:pt x="1323937" y="322154"/>
                </a:lnTo>
                <a:lnTo>
                  <a:pt x="1325573" y="230472"/>
                </a:lnTo>
                <a:lnTo>
                  <a:pt x="1328026" y="255279"/>
                </a:lnTo>
                <a:lnTo>
                  <a:pt x="1332115" y="366279"/>
                </a:lnTo>
                <a:lnTo>
                  <a:pt x="1333750" y="221215"/>
                </a:lnTo>
                <a:lnTo>
                  <a:pt x="1336203" y="268783"/>
                </a:lnTo>
                <a:lnTo>
                  <a:pt x="1337839" y="335433"/>
                </a:lnTo>
                <a:lnTo>
                  <a:pt x="1338657" y="295287"/>
                </a:lnTo>
                <a:lnTo>
                  <a:pt x="1339475" y="259525"/>
                </a:lnTo>
                <a:lnTo>
                  <a:pt x="1341928" y="271208"/>
                </a:lnTo>
                <a:lnTo>
                  <a:pt x="1342745" y="279055"/>
                </a:lnTo>
                <a:lnTo>
                  <a:pt x="1343563" y="329304"/>
                </a:lnTo>
                <a:lnTo>
                  <a:pt x="1346016" y="307436"/>
                </a:lnTo>
                <a:lnTo>
                  <a:pt x="1346834" y="309090"/>
                </a:lnTo>
                <a:lnTo>
                  <a:pt x="1347652" y="321186"/>
                </a:lnTo>
                <a:lnTo>
                  <a:pt x="1348470" y="296135"/>
                </a:lnTo>
                <a:lnTo>
                  <a:pt x="1350105" y="248959"/>
                </a:lnTo>
                <a:lnTo>
                  <a:pt x="1351741" y="264797"/>
                </a:lnTo>
                <a:lnTo>
                  <a:pt x="1352558" y="332801"/>
                </a:lnTo>
                <a:lnTo>
                  <a:pt x="1355012" y="290567"/>
                </a:lnTo>
                <a:lnTo>
                  <a:pt x="1356647" y="316246"/>
                </a:lnTo>
                <a:lnTo>
                  <a:pt x="1358283" y="295943"/>
                </a:lnTo>
                <a:lnTo>
                  <a:pt x="1359100" y="286632"/>
                </a:lnTo>
                <a:lnTo>
                  <a:pt x="1360736" y="295164"/>
                </a:lnTo>
                <a:lnTo>
                  <a:pt x="1363189" y="340746"/>
                </a:lnTo>
                <a:lnTo>
                  <a:pt x="1364007" y="309772"/>
                </a:lnTo>
                <a:lnTo>
                  <a:pt x="1364825" y="326615"/>
                </a:lnTo>
                <a:lnTo>
                  <a:pt x="1365642" y="279584"/>
                </a:lnTo>
                <a:lnTo>
                  <a:pt x="1368096" y="281304"/>
                </a:lnTo>
                <a:lnTo>
                  <a:pt x="1371367" y="335238"/>
                </a:lnTo>
                <a:lnTo>
                  <a:pt x="1373002" y="238329"/>
                </a:lnTo>
                <a:lnTo>
                  <a:pt x="1374638" y="272915"/>
                </a:lnTo>
                <a:lnTo>
                  <a:pt x="1376273" y="328444"/>
                </a:lnTo>
                <a:lnTo>
                  <a:pt x="1377909" y="323521"/>
                </a:lnTo>
                <a:lnTo>
                  <a:pt x="1378726" y="326105"/>
                </a:lnTo>
                <a:lnTo>
                  <a:pt x="1380362" y="285568"/>
                </a:lnTo>
                <a:lnTo>
                  <a:pt x="1381998" y="294702"/>
                </a:lnTo>
                <a:lnTo>
                  <a:pt x="1382815" y="292676"/>
                </a:lnTo>
                <a:lnTo>
                  <a:pt x="1385268" y="350639"/>
                </a:lnTo>
                <a:lnTo>
                  <a:pt x="1386086" y="319267"/>
                </a:lnTo>
                <a:lnTo>
                  <a:pt x="1387722" y="223706"/>
                </a:lnTo>
                <a:lnTo>
                  <a:pt x="1389357" y="296241"/>
                </a:lnTo>
                <a:lnTo>
                  <a:pt x="1390175" y="344934"/>
                </a:lnTo>
                <a:lnTo>
                  <a:pt x="1391810" y="279603"/>
                </a:lnTo>
                <a:lnTo>
                  <a:pt x="1392628" y="275437"/>
                </a:lnTo>
                <a:lnTo>
                  <a:pt x="1393446" y="281026"/>
                </a:lnTo>
                <a:lnTo>
                  <a:pt x="1397535" y="314443"/>
                </a:lnTo>
                <a:lnTo>
                  <a:pt x="1399170" y="264964"/>
                </a:lnTo>
                <a:lnTo>
                  <a:pt x="1399988" y="274702"/>
                </a:lnTo>
                <a:lnTo>
                  <a:pt x="1402441" y="317580"/>
                </a:lnTo>
                <a:lnTo>
                  <a:pt x="1403259" y="315866"/>
                </a:lnTo>
                <a:lnTo>
                  <a:pt x="1404894" y="266195"/>
                </a:lnTo>
                <a:lnTo>
                  <a:pt x="1405712" y="286285"/>
                </a:lnTo>
                <a:lnTo>
                  <a:pt x="1406530" y="312177"/>
                </a:lnTo>
                <a:lnTo>
                  <a:pt x="1408166" y="300734"/>
                </a:lnTo>
                <a:lnTo>
                  <a:pt x="1408983" y="292231"/>
                </a:lnTo>
                <a:lnTo>
                  <a:pt x="1409801" y="297263"/>
                </a:lnTo>
                <a:lnTo>
                  <a:pt x="1410619" y="314144"/>
                </a:lnTo>
                <a:lnTo>
                  <a:pt x="1411436" y="312719"/>
                </a:lnTo>
                <a:lnTo>
                  <a:pt x="1415525" y="257463"/>
                </a:lnTo>
                <a:lnTo>
                  <a:pt x="1417978" y="318283"/>
                </a:lnTo>
                <a:lnTo>
                  <a:pt x="1420432" y="304503"/>
                </a:lnTo>
                <a:lnTo>
                  <a:pt x="1422885" y="247961"/>
                </a:lnTo>
                <a:lnTo>
                  <a:pt x="1423703" y="289449"/>
                </a:lnTo>
                <a:lnTo>
                  <a:pt x="1425338" y="346152"/>
                </a:lnTo>
                <a:lnTo>
                  <a:pt x="1426974" y="315765"/>
                </a:lnTo>
                <a:lnTo>
                  <a:pt x="1427792" y="309287"/>
                </a:lnTo>
                <a:lnTo>
                  <a:pt x="1429427" y="246668"/>
                </a:lnTo>
                <a:lnTo>
                  <a:pt x="1431062" y="273563"/>
                </a:lnTo>
                <a:lnTo>
                  <a:pt x="1431880" y="334802"/>
                </a:lnTo>
                <a:lnTo>
                  <a:pt x="1434333" y="299104"/>
                </a:lnTo>
                <a:lnTo>
                  <a:pt x="1436787" y="280468"/>
                </a:lnTo>
                <a:lnTo>
                  <a:pt x="1438422" y="320429"/>
                </a:lnTo>
                <a:lnTo>
                  <a:pt x="1440058" y="293216"/>
                </a:lnTo>
                <a:lnTo>
                  <a:pt x="1442511" y="247617"/>
                </a:lnTo>
                <a:lnTo>
                  <a:pt x="1444147" y="326310"/>
                </a:lnTo>
                <a:lnTo>
                  <a:pt x="1445782" y="320791"/>
                </a:lnTo>
                <a:lnTo>
                  <a:pt x="1447417" y="274218"/>
                </a:lnTo>
                <a:lnTo>
                  <a:pt x="1449053" y="288165"/>
                </a:lnTo>
                <a:lnTo>
                  <a:pt x="1452324" y="363585"/>
                </a:lnTo>
                <a:lnTo>
                  <a:pt x="1453959" y="228666"/>
                </a:lnTo>
                <a:lnTo>
                  <a:pt x="1455595" y="286955"/>
                </a:lnTo>
                <a:lnTo>
                  <a:pt x="1456413" y="269179"/>
                </a:lnTo>
                <a:lnTo>
                  <a:pt x="1457231" y="291917"/>
                </a:lnTo>
                <a:lnTo>
                  <a:pt x="1459684" y="351887"/>
                </a:lnTo>
                <a:lnTo>
                  <a:pt x="1460501" y="318676"/>
                </a:lnTo>
                <a:lnTo>
                  <a:pt x="1462137" y="207853"/>
                </a:lnTo>
                <a:lnTo>
                  <a:pt x="1463773" y="218399"/>
                </a:lnTo>
                <a:lnTo>
                  <a:pt x="1464590" y="225201"/>
                </a:lnTo>
                <a:lnTo>
                  <a:pt x="1467043" y="325879"/>
                </a:lnTo>
                <a:lnTo>
                  <a:pt x="1467861" y="306207"/>
                </a:lnTo>
                <a:lnTo>
                  <a:pt x="1469497" y="212429"/>
                </a:lnTo>
                <a:lnTo>
                  <a:pt x="1470315" y="263062"/>
                </a:lnTo>
                <a:lnTo>
                  <a:pt x="1472768" y="343166"/>
                </a:lnTo>
                <a:lnTo>
                  <a:pt x="1473585" y="286463"/>
                </a:lnTo>
                <a:lnTo>
                  <a:pt x="1476857" y="174153"/>
                </a:lnTo>
                <a:lnTo>
                  <a:pt x="1479310" y="320724"/>
                </a:lnTo>
                <a:lnTo>
                  <a:pt x="1480127" y="317733"/>
                </a:lnTo>
                <a:lnTo>
                  <a:pt x="1483399" y="259084"/>
                </a:lnTo>
                <a:lnTo>
                  <a:pt x="1485034" y="303003"/>
                </a:lnTo>
                <a:lnTo>
                  <a:pt x="1485852" y="384461"/>
                </a:lnTo>
                <a:lnTo>
                  <a:pt x="1487487" y="297425"/>
                </a:lnTo>
                <a:lnTo>
                  <a:pt x="1489123" y="279584"/>
                </a:lnTo>
                <a:lnTo>
                  <a:pt x="1489941" y="281783"/>
                </a:lnTo>
                <a:lnTo>
                  <a:pt x="1491576" y="349812"/>
                </a:lnTo>
                <a:lnTo>
                  <a:pt x="1493211" y="297541"/>
                </a:lnTo>
                <a:lnTo>
                  <a:pt x="1494847" y="248282"/>
                </a:lnTo>
                <a:lnTo>
                  <a:pt x="1495665" y="306988"/>
                </a:lnTo>
                <a:lnTo>
                  <a:pt x="1497300" y="372568"/>
                </a:lnTo>
                <a:lnTo>
                  <a:pt x="1499753" y="336998"/>
                </a:lnTo>
                <a:lnTo>
                  <a:pt x="1503025" y="264662"/>
                </a:lnTo>
                <a:lnTo>
                  <a:pt x="1503842" y="281243"/>
                </a:lnTo>
                <a:lnTo>
                  <a:pt x="1506295" y="339268"/>
                </a:lnTo>
                <a:lnTo>
                  <a:pt x="1507113" y="305837"/>
                </a:lnTo>
                <a:lnTo>
                  <a:pt x="1510384" y="332459"/>
                </a:lnTo>
                <a:lnTo>
                  <a:pt x="1512020" y="307910"/>
                </a:lnTo>
                <a:lnTo>
                  <a:pt x="1512837" y="330587"/>
                </a:lnTo>
                <a:lnTo>
                  <a:pt x="1513655" y="351305"/>
                </a:lnTo>
                <a:lnTo>
                  <a:pt x="1514473" y="297733"/>
                </a:lnTo>
                <a:lnTo>
                  <a:pt x="1515291" y="257446"/>
                </a:lnTo>
                <a:lnTo>
                  <a:pt x="1516108" y="290261"/>
                </a:lnTo>
                <a:lnTo>
                  <a:pt x="1518562" y="288725"/>
                </a:lnTo>
                <a:lnTo>
                  <a:pt x="1520197" y="364666"/>
                </a:lnTo>
                <a:lnTo>
                  <a:pt x="1525104" y="226693"/>
                </a:lnTo>
                <a:lnTo>
                  <a:pt x="1525922" y="235816"/>
                </a:lnTo>
                <a:lnTo>
                  <a:pt x="1527557" y="427024"/>
                </a:lnTo>
                <a:lnTo>
                  <a:pt x="1529192" y="339390"/>
                </a:lnTo>
                <a:lnTo>
                  <a:pt x="1530828" y="277780"/>
                </a:lnTo>
                <a:lnTo>
                  <a:pt x="1532464" y="298232"/>
                </a:lnTo>
                <a:lnTo>
                  <a:pt x="1534099" y="391299"/>
                </a:lnTo>
                <a:lnTo>
                  <a:pt x="1535734" y="319468"/>
                </a:lnTo>
                <a:lnTo>
                  <a:pt x="1537370" y="264079"/>
                </a:lnTo>
                <a:lnTo>
                  <a:pt x="1538188" y="306592"/>
                </a:lnTo>
                <a:lnTo>
                  <a:pt x="1541459" y="382938"/>
                </a:lnTo>
                <a:lnTo>
                  <a:pt x="1543912" y="301048"/>
                </a:lnTo>
                <a:lnTo>
                  <a:pt x="1544730" y="308230"/>
                </a:lnTo>
                <a:lnTo>
                  <a:pt x="1547183" y="408791"/>
                </a:lnTo>
                <a:lnTo>
                  <a:pt x="1548818" y="371533"/>
                </a:lnTo>
                <a:lnTo>
                  <a:pt x="1550454" y="216120"/>
                </a:lnTo>
                <a:lnTo>
                  <a:pt x="1552090" y="283719"/>
                </a:lnTo>
                <a:lnTo>
                  <a:pt x="1553725" y="422288"/>
                </a:lnTo>
                <a:lnTo>
                  <a:pt x="1555360" y="324149"/>
                </a:lnTo>
                <a:lnTo>
                  <a:pt x="1557814" y="211439"/>
                </a:lnTo>
                <a:lnTo>
                  <a:pt x="1558632" y="299200"/>
                </a:lnTo>
                <a:lnTo>
                  <a:pt x="1559449" y="291671"/>
                </a:lnTo>
                <a:lnTo>
                  <a:pt x="1561085" y="420580"/>
                </a:lnTo>
                <a:lnTo>
                  <a:pt x="1562720" y="361753"/>
                </a:lnTo>
                <a:lnTo>
                  <a:pt x="1565991" y="315594"/>
                </a:lnTo>
                <a:lnTo>
                  <a:pt x="1569262" y="434084"/>
                </a:lnTo>
                <a:lnTo>
                  <a:pt x="1573351" y="314276"/>
                </a:lnTo>
                <a:lnTo>
                  <a:pt x="1574986" y="462990"/>
                </a:lnTo>
                <a:lnTo>
                  <a:pt x="1576622" y="362291"/>
                </a:lnTo>
                <a:lnTo>
                  <a:pt x="1578258" y="289661"/>
                </a:lnTo>
                <a:lnTo>
                  <a:pt x="1579893" y="306843"/>
                </a:lnTo>
                <a:lnTo>
                  <a:pt x="1580711" y="318882"/>
                </a:lnTo>
                <a:lnTo>
                  <a:pt x="1581528" y="415893"/>
                </a:lnTo>
                <a:lnTo>
                  <a:pt x="1583982" y="350536"/>
                </a:lnTo>
                <a:lnTo>
                  <a:pt x="1584800" y="341782"/>
                </a:lnTo>
                <a:lnTo>
                  <a:pt x="1588070" y="429351"/>
                </a:lnTo>
                <a:lnTo>
                  <a:pt x="1590524" y="258378"/>
                </a:lnTo>
                <a:lnTo>
                  <a:pt x="1592159" y="275905"/>
                </a:lnTo>
                <a:lnTo>
                  <a:pt x="1594612" y="434796"/>
                </a:lnTo>
                <a:lnTo>
                  <a:pt x="1596248" y="353732"/>
                </a:lnTo>
                <a:lnTo>
                  <a:pt x="1597066" y="324069"/>
                </a:lnTo>
                <a:lnTo>
                  <a:pt x="1598701" y="342307"/>
                </a:lnTo>
                <a:lnTo>
                  <a:pt x="1604425" y="433367"/>
                </a:lnTo>
                <a:lnTo>
                  <a:pt x="1605243" y="405739"/>
                </a:lnTo>
                <a:lnTo>
                  <a:pt x="1606879" y="333155"/>
                </a:lnTo>
                <a:lnTo>
                  <a:pt x="1607697" y="386806"/>
                </a:lnTo>
                <a:lnTo>
                  <a:pt x="1610150" y="453572"/>
                </a:lnTo>
                <a:lnTo>
                  <a:pt x="1610967" y="501499"/>
                </a:lnTo>
                <a:lnTo>
                  <a:pt x="1611785" y="437701"/>
                </a:lnTo>
                <a:lnTo>
                  <a:pt x="1613421" y="328687"/>
                </a:lnTo>
                <a:lnTo>
                  <a:pt x="1615056" y="364313"/>
                </a:lnTo>
                <a:lnTo>
                  <a:pt x="1615874" y="368639"/>
                </a:lnTo>
                <a:lnTo>
                  <a:pt x="1616692" y="468811"/>
                </a:lnTo>
                <a:lnTo>
                  <a:pt x="1619145" y="410900"/>
                </a:lnTo>
                <a:lnTo>
                  <a:pt x="1619963" y="345003"/>
                </a:lnTo>
                <a:lnTo>
                  <a:pt x="1621598" y="436152"/>
                </a:lnTo>
                <a:lnTo>
                  <a:pt x="1623234" y="448210"/>
                </a:lnTo>
                <a:lnTo>
                  <a:pt x="1628140" y="289464"/>
                </a:lnTo>
                <a:lnTo>
                  <a:pt x="1629776" y="483872"/>
                </a:lnTo>
                <a:lnTo>
                  <a:pt x="1631411" y="405515"/>
                </a:lnTo>
                <a:lnTo>
                  <a:pt x="1634682" y="252656"/>
                </a:lnTo>
                <a:lnTo>
                  <a:pt x="1635500" y="282593"/>
                </a:lnTo>
                <a:lnTo>
                  <a:pt x="1637135" y="444965"/>
                </a:lnTo>
                <a:lnTo>
                  <a:pt x="1638771" y="354821"/>
                </a:lnTo>
                <a:lnTo>
                  <a:pt x="1639589" y="340835"/>
                </a:lnTo>
                <a:lnTo>
                  <a:pt x="1640407" y="371014"/>
                </a:lnTo>
                <a:lnTo>
                  <a:pt x="1642042" y="412278"/>
                </a:lnTo>
                <a:lnTo>
                  <a:pt x="1645313" y="304043"/>
                </a:lnTo>
                <a:lnTo>
                  <a:pt x="1646949" y="408902"/>
                </a:lnTo>
                <a:lnTo>
                  <a:pt x="1648584" y="375554"/>
                </a:lnTo>
                <a:lnTo>
                  <a:pt x="1649402" y="421203"/>
                </a:lnTo>
                <a:lnTo>
                  <a:pt x="1651037" y="355312"/>
                </a:lnTo>
                <a:lnTo>
                  <a:pt x="1655944" y="398538"/>
                </a:lnTo>
                <a:lnTo>
                  <a:pt x="1660033" y="349133"/>
                </a:lnTo>
                <a:lnTo>
                  <a:pt x="1660850" y="341465"/>
                </a:lnTo>
                <a:lnTo>
                  <a:pt x="1662486" y="354900"/>
                </a:lnTo>
                <a:lnTo>
                  <a:pt x="1663303" y="407182"/>
                </a:lnTo>
                <a:lnTo>
                  <a:pt x="1665757" y="394258"/>
                </a:lnTo>
                <a:lnTo>
                  <a:pt x="1666575" y="381463"/>
                </a:lnTo>
                <a:lnTo>
                  <a:pt x="1668210" y="277813"/>
                </a:lnTo>
                <a:lnTo>
                  <a:pt x="1669845" y="314856"/>
                </a:lnTo>
                <a:lnTo>
                  <a:pt x="1670663" y="314019"/>
                </a:lnTo>
                <a:lnTo>
                  <a:pt x="1671481" y="414191"/>
                </a:lnTo>
                <a:lnTo>
                  <a:pt x="1673934" y="379154"/>
                </a:lnTo>
                <a:lnTo>
                  <a:pt x="1674752" y="395180"/>
                </a:lnTo>
                <a:lnTo>
                  <a:pt x="1675570" y="362400"/>
                </a:lnTo>
                <a:lnTo>
                  <a:pt x="1678023" y="295535"/>
                </a:lnTo>
                <a:lnTo>
                  <a:pt x="1678841" y="297950"/>
                </a:lnTo>
                <a:lnTo>
                  <a:pt x="1682112" y="391401"/>
                </a:lnTo>
                <a:lnTo>
                  <a:pt x="1682929" y="381011"/>
                </a:lnTo>
                <a:lnTo>
                  <a:pt x="1686200" y="288321"/>
                </a:lnTo>
                <a:lnTo>
                  <a:pt x="1689472" y="452756"/>
                </a:lnTo>
                <a:lnTo>
                  <a:pt x="1690289" y="430465"/>
                </a:lnTo>
                <a:lnTo>
                  <a:pt x="1691925" y="190956"/>
                </a:lnTo>
                <a:lnTo>
                  <a:pt x="1693560" y="276052"/>
                </a:lnTo>
                <a:lnTo>
                  <a:pt x="1696014" y="367148"/>
                </a:lnTo>
                <a:lnTo>
                  <a:pt x="1696831" y="421760"/>
                </a:lnTo>
                <a:lnTo>
                  <a:pt x="1699284" y="394438"/>
                </a:lnTo>
                <a:lnTo>
                  <a:pt x="1700920" y="251525"/>
                </a:lnTo>
                <a:lnTo>
                  <a:pt x="1702556" y="344889"/>
                </a:lnTo>
                <a:lnTo>
                  <a:pt x="1705009" y="344752"/>
                </a:lnTo>
                <a:lnTo>
                  <a:pt x="1706644" y="383067"/>
                </a:lnTo>
                <a:lnTo>
                  <a:pt x="1709098" y="325847"/>
                </a:lnTo>
                <a:lnTo>
                  <a:pt x="1709915" y="337998"/>
                </a:lnTo>
                <a:lnTo>
                  <a:pt x="1711551" y="398921"/>
                </a:lnTo>
                <a:lnTo>
                  <a:pt x="1712368" y="384497"/>
                </a:lnTo>
                <a:lnTo>
                  <a:pt x="1715640" y="328545"/>
                </a:lnTo>
                <a:lnTo>
                  <a:pt x="1716457" y="332775"/>
                </a:lnTo>
                <a:lnTo>
                  <a:pt x="1718910" y="389947"/>
                </a:lnTo>
                <a:lnTo>
                  <a:pt x="1721364" y="280282"/>
                </a:lnTo>
                <a:lnTo>
                  <a:pt x="1722182" y="333597"/>
                </a:lnTo>
                <a:lnTo>
                  <a:pt x="1725452" y="374146"/>
                </a:lnTo>
                <a:lnTo>
                  <a:pt x="1727906" y="269971"/>
                </a:lnTo>
                <a:lnTo>
                  <a:pt x="1729541" y="308086"/>
                </a:lnTo>
                <a:lnTo>
                  <a:pt x="1730359" y="313558"/>
                </a:lnTo>
                <a:lnTo>
                  <a:pt x="1731177" y="395547"/>
                </a:lnTo>
                <a:lnTo>
                  <a:pt x="1732812" y="260518"/>
                </a:lnTo>
                <a:lnTo>
                  <a:pt x="1736901" y="343942"/>
                </a:lnTo>
                <a:lnTo>
                  <a:pt x="1738536" y="264839"/>
                </a:lnTo>
                <a:lnTo>
                  <a:pt x="1740990" y="281950"/>
                </a:lnTo>
                <a:lnTo>
                  <a:pt x="1741808" y="346410"/>
                </a:lnTo>
                <a:lnTo>
                  <a:pt x="1743443" y="295345"/>
                </a:lnTo>
                <a:lnTo>
                  <a:pt x="1744261" y="291379"/>
                </a:lnTo>
                <a:lnTo>
                  <a:pt x="1745896" y="296722"/>
                </a:lnTo>
                <a:lnTo>
                  <a:pt x="1747532" y="394397"/>
                </a:lnTo>
                <a:lnTo>
                  <a:pt x="1748350" y="317773"/>
                </a:lnTo>
                <a:lnTo>
                  <a:pt x="1752438" y="183834"/>
                </a:lnTo>
                <a:lnTo>
                  <a:pt x="1754074" y="354909"/>
                </a:lnTo>
                <a:lnTo>
                  <a:pt x="1755709" y="292486"/>
                </a:lnTo>
                <a:lnTo>
                  <a:pt x="1757345" y="259797"/>
                </a:lnTo>
                <a:lnTo>
                  <a:pt x="1758162" y="325308"/>
                </a:lnTo>
                <a:lnTo>
                  <a:pt x="1760616" y="317786"/>
                </a:lnTo>
                <a:lnTo>
                  <a:pt x="1761434" y="328046"/>
                </a:lnTo>
                <a:lnTo>
                  <a:pt x="1765522" y="66221"/>
                </a:lnTo>
                <a:lnTo>
                  <a:pt x="1766340" y="108456"/>
                </a:lnTo>
                <a:lnTo>
                  <a:pt x="1767975" y="340943"/>
                </a:lnTo>
                <a:lnTo>
                  <a:pt x="1769611" y="151205"/>
                </a:lnTo>
                <a:lnTo>
                  <a:pt x="1771247" y="49416"/>
                </a:lnTo>
                <a:lnTo>
                  <a:pt x="1772882" y="306474"/>
                </a:lnTo>
                <a:lnTo>
                  <a:pt x="1774517" y="176265"/>
                </a:lnTo>
                <a:lnTo>
                  <a:pt x="1776153" y="125535"/>
                </a:lnTo>
                <a:lnTo>
                  <a:pt x="1776971" y="152110"/>
                </a:lnTo>
                <a:lnTo>
                  <a:pt x="1778606" y="302072"/>
                </a:lnTo>
                <a:lnTo>
                  <a:pt x="1781059" y="282859"/>
                </a:lnTo>
                <a:lnTo>
                  <a:pt x="1782695" y="247914"/>
                </a:lnTo>
                <a:lnTo>
                  <a:pt x="1784331" y="75429"/>
                </a:lnTo>
                <a:lnTo>
                  <a:pt x="1785966" y="119379"/>
                </a:lnTo>
                <a:lnTo>
                  <a:pt x="1789237" y="262650"/>
                </a:lnTo>
                <a:lnTo>
                  <a:pt x="1791690" y="282796"/>
                </a:lnTo>
                <a:lnTo>
                  <a:pt x="1792508" y="164683"/>
                </a:lnTo>
                <a:lnTo>
                  <a:pt x="1794961" y="213482"/>
                </a:lnTo>
                <a:lnTo>
                  <a:pt x="1796597" y="205239"/>
                </a:lnTo>
                <a:lnTo>
                  <a:pt x="1797415" y="192759"/>
                </a:lnTo>
                <a:lnTo>
                  <a:pt x="1798232" y="222684"/>
                </a:lnTo>
                <a:lnTo>
                  <a:pt x="1799050" y="293542"/>
                </a:lnTo>
                <a:lnTo>
                  <a:pt x="1801503" y="256612"/>
                </a:lnTo>
                <a:lnTo>
                  <a:pt x="1803957" y="224711"/>
                </a:lnTo>
                <a:lnTo>
                  <a:pt x="1804774" y="242899"/>
                </a:lnTo>
                <a:lnTo>
                  <a:pt x="1805592" y="243488"/>
                </a:lnTo>
                <a:lnTo>
                  <a:pt x="1806410" y="202294"/>
                </a:lnTo>
                <a:lnTo>
                  <a:pt x="1808045" y="254676"/>
                </a:lnTo>
                <a:lnTo>
                  <a:pt x="1809681" y="256786"/>
                </a:lnTo>
                <a:lnTo>
                  <a:pt x="1811316" y="189647"/>
                </a:lnTo>
                <a:lnTo>
                  <a:pt x="1812134" y="196737"/>
                </a:lnTo>
                <a:lnTo>
                  <a:pt x="1813769" y="282198"/>
                </a:lnTo>
                <a:lnTo>
                  <a:pt x="1815405" y="259959"/>
                </a:lnTo>
                <a:lnTo>
                  <a:pt x="1817858" y="164795"/>
                </a:lnTo>
                <a:lnTo>
                  <a:pt x="1819494" y="227974"/>
                </a:lnTo>
                <a:lnTo>
                  <a:pt x="1821129" y="232834"/>
                </a:lnTo>
                <a:lnTo>
                  <a:pt x="1824400" y="192749"/>
                </a:lnTo>
                <a:lnTo>
                  <a:pt x="1826036" y="223254"/>
                </a:lnTo>
                <a:lnTo>
                  <a:pt x="1827671" y="201674"/>
                </a:lnTo>
                <a:lnTo>
                  <a:pt x="1828489" y="177126"/>
                </a:lnTo>
                <a:lnTo>
                  <a:pt x="1829307" y="225665"/>
                </a:lnTo>
                <a:lnTo>
                  <a:pt x="1830125" y="212150"/>
                </a:lnTo>
                <a:lnTo>
                  <a:pt x="1831760" y="174559"/>
                </a:lnTo>
                <a:lnTo>
                  <a:pt x="1832578" y="178839"/>
                </a:lnTo>
                <a:lnTo>
                  <a:pt x="1833395" y="223383"/>
                </a:lnTo>
                <a:lnTo>
                  <a:pt x="1835031" y="178913"/>
                </a:lnTo>
                <a:lnTo>
                  <a:pt x="1835849" y="173882"/>
                </a:lnTo>
                <a:lnTo>
                  <a:pt x="1838302" y="236272"/>
                </a:lnTo>
                <a:lnTo>
                  <a:pt x="1839120" y="205670"/>
                </a:lnTo>
                <a:lnTo>
                  <a:pt x="1841573" y="142256"/>
                </a:lnTo>
                <a:lnTo>
                  <a:pt x="1842391" y="180078"/>
                </a:lnTo>
                <a:lnTo>
                  <a:pt x="1844844" y="220096"/>
                </a:lnTo>
                <a:lnTo>
                  <a:pt x="1845662" y="243814"/>
                </a:lnTo>
                <a:lnTo>
                  <a:pt x="1846479" y="188827"/>
                </a:lnTo>
                <a:lnTo>
                  <a:pt x="1849751" y="95927"/>
                </a:lnTo>
                <a:lnTo>
                  <a:pt x="1851386" y="212405"/>
                </a:lnTo>
                <a:lnTo>
                  <a:pt x="1853839" y="187928"/>
                </a:lnTo>
                <a:lnTo>
                  <a:pt x="1854657" y="188602"/>
                </a:lnTo>
                <a:lnTo>
                  <a:pt x="1857110" y="135632"/>
                </a:lnTo>
                <a:lnTo>
                  <a:pt x="1857928" y="158375"/>
                </a:lnTo>
                <a:lnTo>
                  <a:pt x="1858746" y="205633"/>
                </a:lnTo>
                <a:lnTo>
                  <a:pt x="1860381" y="189914"/>
                </a:lnTo>
                <a:lnTo>
                  <a:pt x="1864470" y="92229"/>
                </a:lnTo>
                <a:lnTo>
                  <a:pt x="1868559" y="188160"/>
                </a:lnTo>
                <a:lnTo>
                  <a:pt x="1870194" y="94014"/>
                </a:lnTo>
                <a:lnTo>
                  <a:pt x="1871830" y="167656"/>
                </a:lnTo>
                <a:lnTo>
                  <a:pt x="1872648" y="198260"/>
                </a:lnTo>
                <a:lnTo>
                  <a:pt x="1873465" y="198150"/>
                </a:lnTo>
                <a:lnTo>
                  <a:pt x="1875101" y="105770"/>
                </a:lnTo>
                <a:lnTo>
                  <a:pt x="1876736" y="169508"/>
                </a:lnTo>
                <a:lnTo>
                  <a:pt x="1877554" y="171186"/>
                </a:lnTo>
                <a:lnTo>
                  <a:pt x="1878372" y="133192"/>
                </a:lnTo>
                <a:lnTo>
                  <a:pt x="1880007" y="157621"/>
                </a:lnTo>
                <a:lnTo>
                  <a:pt x="1880825" y="163616"/>
                </a:lnTo>
                <a:lnTo>
                  <a:pt x="1881643" y="151788"/>
                </a:lnTo>
                <a:lnTo>
                  <a:pt x="1883278" y="128697"/>
                </a:lnTo>
                <a:lnTo>
                  <a:pt x="1884096" y="129996"/>
                </a:lnTo>
                <a:lnTo>
                  <a:pt x="1884914" y="176672"/>
                </a:lnTo>
                <a:lnTo>
                  <a:pt x="1885732" y="119494"/>
                </a:lnTo>
                <a:lnTo>
                  <a:pt x="1886549" y="136520"/>
                </a:lnTo>
                <a:lnTo>
                  <a:pt x="1887367" y="135737"/>
                </a:lnTo>
                <a:lnTo>
                  <a:pt x="1889002" y="184887"/>
                </a:lnTo>
                <a:lnTo>
                  <a:pt x="1889820" y="143356"/>
                </a:lnTo>
                <a:lnTo>
                  <a:pt x="1891456" y="112152"/>
                </a:lnTo>
                <a:lnTo>
                  <a:pt x="1892274" y="135459"/>
                </a:lnTo>
                <a:lnTo>
                  <a:pt x="1893909" y="126467"/>
                </a:lnTo>
                <a:lnTo>
                  <a:pt x="1895544" y="184235"/>
                </a:lnTo>
                <a:lnTo>
                  <a:pt x="1897180" y="95952"/>
                </a:lnTo>
                <a:lnTo>
                  <a:pt x="1897998" y="109204"/>
                </a:lnTo>
                <a:lnTo>
                  <a:pt x="1899633" y="178324"/>
                </a:lnTo>
                <a:lnTo>
                  <a:pt x="1901269" y="156704"/>
                </a:lnTo>
                <a:lnTo>
                  <a:pt x="1902086" y="177412"/>
                </a:lnTo>
                <a:lnTo>
                  <a:pt x="1902904" y="147836"/>
                </a:lnTo>
                <a:lnTo>
                  <a:pt x="1903722" y="110645"/>
                </a:lnTo>
                <a:lnTo>
                  <a:pt x="1905358" y="147572"/>
                </a:lnTo>
                <a:lnTo>
                  <a:pt x="1906175" y="144718"/>
                </a:lnTo>
                <a:lnTo>
                  <a:pt x="1907811" y="171770"/>
                </a:lnTo>
                <a:lnTo>
                  <a:pt x="1908628" y="167655"/>
                </a:lnTo>
                <a:lnTo>
                  <a:pt x="1910264" y="110213"/>
                </a:lnTo>
                <a:lnTo>
                  <a:pt x="1911082" y="164861"/>
                </a:lnTo>
                <a:lnTo>
                  <a:pt x="1911900" y="158941"/>
                </a:lnTo>
                <a:lnTo>
                  <a:pt x="1913535" y="122543"/>
                </a:lnTo>
                <a:lnTo>
                  <a:pt x="1914353" y="142361"/>
                </a:lnTo>
                <a:lnTo>
                  <a:pt x="1915988" y="233057"/>
                </a:lnTo>
                <a:lnTo>
                  <a:pt x="1916806" y="190150"/>
                </a:lnTo>
                <a:lnTo>
                  <a:pt x="1919259" y="98626"/>
                </a:lnTo>
                <a:lnTo>
                  <a:pt x="1920895" y="116428"/>
                </a:lnTo>
                <a:lnTo>
                  <a:pt x="1922530" y="98662"/>
                </a:lnTo>
                <a:lnTo>
                  <a:pt x="1925801" y="169509"/>
                </a:lnTo>
                <a:lnTo>
                  <a:pt x="1928254" y="108744"/>
                </a:lnTo>
                <a:lnTo>
                  <a:pt x="1930708" y="116956"/>
                </a:lnTo>
                <a:lnTo>
                  <a:pt x="1933161" y="198069"/>
                </a:lnTo>
                <a:lnTo>
                  <a:pt x="1933979" y="143069"/>
                </a:lnTo>
                <a:lnTo>
                  <a:pt x="1934796" y="107542"/>
                </a:lnTo>
                <a:lnTo>
                  <a:pt x="1936432" y="141909"/>
                </a:lnTo>
                <a:lnTo>
                  <a:pt x="1937250" y="138921"/>
                </a:lnTo>
                <a:lnTo>
                  <a:pt x="1938067" y="111877"/>
                </a:lnTo>
                <a:lnTo>
                  <a:pt x="1939703" y="134067"/>
                </a:lnTo>
                <a:lnTo>
                  <a:pt x="1941339" y="168279"/>
                </a:lnTo>
                <a:lnTo>
                  <a:pt x="1942974" y="60609"/>
                </a:lnTo>
                <a:lnTo>
                  <a:pt x="1944609" y="82460"/>
                </a:lnTo>
                <a:lnTo>
                  <a:pt x="1947881" y="157119"/>
                </a:lnTo>
                <a:lnTo>
                  <a:pt x="1948698" y="115060"/>
                </a:lnTo>
                <a:lnTo>
                  <a:pt x="1951151" y="116584"/>
                </a:lnTo>
                <a:lnTo>
                  <a:pt x="1954423" y="153220"/>
                </a:lnTo>
                <a:lnTo>
                  <a:pt x="1956058" y="102439"/>
                </a:lnTo>
                <a:lnTo>
                  <a:pt x="1957693" y="148062"/>
                </a:lnTo>
                <a:lnTo>
                  <a:pt x="1959329" y="132415"/>
                </a:lnTo>
                <a:lnTo>
                  <a:pt x="1960147" y="146968"/>
                </a:lnTo>
                <a:lnTo>
                  <a:pt x="1963418" y="71446"/>
                </a:lnTo>
                <a:lnTo>
                  <a:pt x="1967507" y="159514"/>
                </a:lnTo>
                <a:lnTo>
                  <a:pt x="1970777" y="101069"/>
                </a:lnTo>
                <a:lnTo>
                  <a:pt x="1973231" y="154718"/>
                </a:lnTo>
                <a:lnTo>
                  <a:pt x="1974049" y="142137"/>
                </a:lnTo>
                <a:lnTo>
                  <a:pt x="1976502" y="86709"/>
                </a:lnTo>
                <a:lnTo>
                  <a:pt x="1977319" y="116485"/>
                </a:lnTo>
                <a:lnTo>
                  <a:pt x="1978955" y="93034"/>
                </a:lnTo>
                <a:lnTo>
                  <a:pt x="1981408" y="156275"/>
                </a:lnTo>
                <a:lnTo>
                  <a:pt x="1983044" y="171251"/>
                </a:lnTo>
                <a:lnTo>
                  <a:pt x="1984679" y="95771"/>
                </a:lnTo>
                <a:lnTo>
                  <a:pt x="1986315" y="115705"/>
                </a:lnTo>
                <a:lnTo>
                  <a:pt x="1987133" y="147555"/>
                </a:lnTo>
                <a:lnTo>
                  <a:pt x="1987950" y="91873"/>
                </a:lnTo>
                <a:lnTo>
                  <a:pt x="1989586" y="142637"/>
                </a:lnTo>
                <a:lnTo>
                  <a:pt x="1991221" y="98867"/>
                </a:lnTo>
                <a:lnTo>
                  <a:pt x="1993675" y="112848"/>
                </a:lnTo>
                <a:lnTo>
                  <a:pt x="1994492" y="164115"/>
                </a:lnTo>
                <a:lnTo>
                  <a:pt x="1996128" y="124968"/>
                </a:lnTo>
                <a:lnTo>
                  <a:pt x="1996945" y="111237"/>
                </a:lnTo>
                <a:lnTo>
                  <a:pt x="1997763" y="119283"/>
                </a:lnTo>
                <a:lnTo>
                  <a:pt x="2000217" y="151779"/>
                </a:lnTo>
                <a:lnTo>
                  <a:pt x="2001852" y="88386"/>
                </a:lnTo>
                <a:lnTo>
                  <a:pt x="2002670" y="133011"/>
                </a:lnTo>
                <a:lnTo>
                  <a:pt x="2003487" y="148527"/>
                </a:lnTo>
                <a:lnTo>
                  <a:pt x="2004305" y="100867"/>
                </a:lnTo>
                <a:lnTo>
                  <a:pt x="2005941" y="122112"/>
                </a:lnTo>
                <a:lnTo>
                  <a:pt x="2007576" y="89373"/>
                </a:lnTo>
                <a:lnTo>
                  <a:pt x="2009212" y="169933"/>
                </a:lnTo>
                <a:lnTo>
                  <a:pt x="2010847" y="98956"/>
                </a:lnTo>
                <a:lnTo>
                  <a:pt x="2011665" y="99769"/>
                </a:lnTo>
                <a:lnTo>
                  <a:pt x="2012483" y="166638"/>
                </a:lnTo>
                <a:lnTo>
                  <a:pt x="2014118" y="116272"/>
                </a:lnTo>
                <a:lnTo>
                  <a:pt x="2014936" y="101415"/>
                </a:lnTo>
                <a:lnTo>
                  <a:pt x="2015754" y="101655"/>
                </a:lnTo>
                <a:lnTo>
                  <a:pt x="2017389" y="159858"/>
                </a:lnTo>
                <a:lnTo>
                  <a:pt x="2019025" y="57175"/>
                </a:lnTo>
                <a:lnTo>
                  <a:pt x="2020660" y="119654"/>
                </a:lnTo>
                <a:lnTo>
                  <a:pt x="2021478" y="155004"/>
                </a:lnTo>
                <a:lnTo>
                  <a:pt x="2022296" y="85262"/>
                </a:lnTo>
                <a:lnTo>
                  <a:pt x="2023114" y="74182"/>
                </a:lnTo>
                <a:lnTo>
                  <a:pt x="2024749" y="147270"/>
                </a:lnTo>
                <a:lnTo>
                  <a:pt x="2025567" y="84502"/>
                </a:lnTo>
                <a:lnTo>
                  <a:pt x="2026384" y="77026"/>
                </a:lnTo>
                <a:lnTo>
                  <a:pt x="2028020" y="146890"/>
                </a:lnTo>
                <a:lnTo>
                  <a:pt x="2030473" y="143973"/>
                </a:lnTo>
                <a:lnTo>
                  <a:pt x="2032926" y="71473"/>
                </a:lnTo>
                <a:lnTo>
                  <a:pt x="2033744" y="73029"/>
                </a:lnTo>
                <a:lnTo>
                  <a:pt x="2035380" y="128060"/>
                </a:lnTo>
                <a:lnTo>
                  <a:pt x="2036198" y="83279"/>
                </a:lnTo>
                <a:lnTo>
                  <a:pt x="2037015" y="62733"/>
                </a:lnTo>
                <a:lnTo>
                  <a:pt x="2037833" y="92035"/>
                </a:lnTo>
                <a:lnTo>
                  <a:pt x="2043557" y="152572"/>
                </a:lnTo>
                <a:lnTo>
                  <a:pt x="2047646" y="34730"/>
                </a:lnTo>
                <a:lnTo>
                  <a:pt x="2048464" y="59942"/>
                </a:lnTo>
                <a:lnTo>
                  <a:pt x="2052552" y="138116"/>
                </a:lnTo>
                <a:lnTo>
                  <a:pt x="2055824" y="116015"/>
                </a:lnTo>
                <a:lnTo>
                  <a:pt x="2056641" y="120005"/>
                </a:lnTo>
                <a:lnTo>
                  <a:pt x="2057459" y="115554"/>
                </a:lnTo>
                <a:lnTo>
                  <a:pt x="2058277" y="116784"/>
                </a:lnTo>
                <a:lnTo>
                  <a:pt x="2059912" y="82535"/>
                </a:lnTo>
                <a:lnTo>
                  <a:pt x="2060730" y="126673"/>
                </a:lnTo>
                <a:lnTo>
                  <a:pt x="2061548" y="112362"/>
                </a:lnTo>
                <a:lnTo>
                  <a:pt x="2062366" y="145504"/>
                </a:lnTo>
                <a:lnTo>
                  <a:pt x="2063183" y="79994"/>
                </a:lnTo>
                <a:lnTo>
                  <a:pt x="2064001" y="127291"/>
                </a:lnTo>
                <a:lnTo>
                  <a:pt x="2067272" y="34750"/>
                </a:lnTo>
                <a:lnTo>
                  <a:pt x="2068090" y="80653"/>
                </a:lnTo>
                <a:lnTo>
                  <a:pt x="2070543" y="132323"/>
                </a:lnTo>
                <a:lnTo>
                  <a:pt x="2071361" y="109075"/>
                </a:lnTo>
                <a:lnTo>
                  <a:pt x="2074632" y="180469"/>
                </a:lnTo>
                <a:lnTo>
                  <a:pt x="2075450" y="124920"/>
                </a:lnTo>
                <a:lnTo>
                  <a:pt x="2076267" y="26438"/>
                </a:lnTo>
                <a:lnTo>
                  <a:pt x="2078720" y="84832"/>
                </a:lnTo>
                <a:lnTo>
                  <a:pt x="2081992" y="139626"/>
                </a:lnTo>
                <a:lnTo>
                  <a:pt x="2082809" y="94262"/>
                </a:lnTo>
                <a:lnTo>
                  <a:pt x="2083627" y="156432"/>
                </a:lnTo>
                <a:lnTo>
                  <a:pt x="2084445" y="174801"/>
                </a:lnTo>
                <a:lnTo>
                  <a:pt x="2085262" y="147652"/>
                </a:lnTo>
                <a:lnTo>
                  <a:pt x="2086898" y="60263"/>
                </a:lnTo>
                <a:lnTo>
                  <a:pt x="2088534" y="96366"/>
                </a:lnTo>
                <a:lnTo>
                  <a:pt x="2090169" y="94623"/>
                </a:lnTo>
                <a:lnTo>
                  <a:pt x="2091804" y="184520"/>
                </a:lnTo>
                <a:lnTo>
                  <a:pt x="2095076" y="48344"/>
                </a:lnTo>
                <a:lnTo>
                  <a:pt x="2095893" y="200330"/>
                </a:lnTo>
                <a:lnTo>
                  <a:pt x="2098347" y="104999"/>
                </a:lnTo>
                <a:lnTo>
                  <a:pt x="2099164" y="209212"/>
                </a:lnTo>
                <a:lnTo>
                  <a:pt x="2100800" y="138092"/>
                </a:lnTo>
                <a:lnTo>
                  <a:pt x="2101618" y="80313"/>
                </a:lnTo>
                <a:lnTo>
                  <a:pt x="2103253" y="92954"/>
                </a:lnTo>
                <a:lnTo>
                  <a:pt x="2104071" y="278799"/>
                </a:lnTo>
                <a:lnTo>
                  <a:pt x="2105706" y="9874"/>
                </a:lnTo>
                <a:lnTo>
                  <a:pt x="2107342" y="152754"/>
                </a:lnTo>
                <a:lnTo>
                  <a:pt x="2108977" y="92568"/>
                </a:lnTo>
                <a:lnTo>
                  <a:pt x="2109795" y="91203"/>
                </a:lnTo>
                <a:lnTo>
                  <a:pt x="2113884" y="169862"/>
                </a:lnTo>
                <a:lnTo>
                  <a:pt x="2114701" y="134596"/>
                </a:lnTo>
                <a:lnTo>
                  <a:pt x="2117155" y="144920"/>
                </a:lnTo>
                <a:lnTo>
                  <a:pt x="2118790" y="149813"/>
                </a:lnTo>
                <a:lnTo>
                  <a:pt x="2120426" y="125844"/>
                </a:lnTo>
                <a:lnTo>
                  <a:pt x="2121243" y="144325"/>
                </a:lnTo>
                <a:lnTo>
                  <a:pt x="2122061" y="161786"/>
                </a:lnTo>
                <a:lnTo>
                  <a:pt x="2122879" y="154797"/>
                </a:lnTo>
                <a:lnTo>
                  <a:pt x="2123697" y="98076"/>
                </a:lnTo>
                <a:lnTo>
                  <a:pt x="2125332" y="175109"/>
                </a:lnTo>
                <a:lnTo>
                  <a:pt x="2126150" y="137637"/>
                </a:lnTo>
                <a:lnTo>
                  <a:pt x="2126968" y="127775"/>
                </a:lnTo>
                <a:lnTo>
                  <a:pt x="2128603" y="178075"/>
                </a:lnTo>
                <a:lnTo>
                  <a:pt x="2129421" y="108113"/>
                </a:lnTo>
                <a:lnTo>
                  <a:pt x="2130239" y="91610"/>
                </a:lnTo>
                <a:lnTo>
                  <a:pt x="2131057" y="141884"/>
                </a:lnTo>
                <a:lnTo>
                  <a:pt x="2132692" y="88492"/>
                </a:lnTo>
                <a:lnTo>
                  <a:pt x="2133510" y="119481"/>
                </a:lnTo>
                <a:lnTo>
                  <a:pt x="2135145" y="173186"/>
                </a:lnTo>
                <a:lnTo>
                  <a:pt x="2135963" y="78092"/>
                </a:lnTo>
                <a:lnTo>
                  <a:pt x="2137599" y="132165"/>
                </a:lnTo>
                <a:lnTo>
                  <a:pt x="2138416" y="171874"/>
                </a:lnTo>
                <a:lnTo>
                  <a:pt x="2140052" y="124278"/>
                </a:lnTo>
                <a:lnTo>
                  <a:pt x="2140869" y="156658"/>
                </a:lnTo>
                <a:lnTo>
                  <a:pt x="2144141" y="177527"/>
                </a:lnTo>
                <a:lnTo>
                  <a:pt x="2146594" y="179554"/>
                </a:lnTo>
                <a:lnTo>
                  <a:pt x="2149865" y="90993"/>
                </a:lnTo>
                <a:lnTo>
                  <a:pt x="2152318" y="172130"/>
                </a:lnTo>
                <a:lnTo>
                  <a:pt x="2153136" y="78097"/>
                </a:lnTo>
                <a:lnTo>
                  <a:pt x="2154771" y="124315"/>
                </a:lnTo>
                <a:lnTo>
                  <a:pt x="2156407" y="175583"/>
                </a:lnTo>
                <a:lnTo>
                  <a:pt x="2157225" y="111269"/>
                </a:lnTo>
                <a:lnTo>
                  <a:pt x="2158042" y="109043"/>
                </a:lnTo>
                <a:lnTo>
                  <a:pt x="2159678" y="214025"/>
                </a:lnTo>
                <a:lnTo>
                  <a:pt x="2160495" y="96944"/>
                </a:lnTo>
                <a:lnTo>
                  <a:pt x="2161313" y="7358"/>
                </a:lnTo>
                <a:lnTo>
                  <a:pt x="2162949" y="128647"/>
                </a:lnTo>
                <a:lnTo>
                  <a:pt x="2163767" y="171498"/>
                </a:lnTo>
                <a:lnTo>
                  <a:pt x="2165402" y="102379"/>
                </a:lnTo>
                <a:lnTo>
                  <a:pt x="2169491" y="180091"/>
                </a:lnTo>
                <a:lnTo>
                  <a:pt x="2171126" y="81862"/>
                </a:lnTo>
                <a:lnTo>
                  <a:pt x="2172762" y="150237"/>
                </a:lnTo>
                <a:lnTo>
                  <a:pt x="2173579" y="226323"/>
                </a:lnTo>
                <a:lnTo>
                  <a:pt x="2174397" y="73801"/>
                </a:lnTo>
                <a:lnTo>
                  <a:pt x="2175215" y="3689"/>
                </a:lnTo>
                <a:lnTo>
                  <a:pt x="2177668" y="48246"/>
                </a:lnTo>
                <a:lnTo>
                  <a:pt x="2179304" y="188669"/>
                </a:lnTo>
                <a:lnTo>
                  <a:pt x="2181757" y="150203"/>
                </a:lnTo>
                <a:lnTo>
                  <a:pt x="2185846" y="90065"/>
                </a:lnTo>
                <a:lnTo>
                  <a:pt x="2187481" y="172372"/>
                </a:lnTo>
                <a:lnTo>
                  <a:pt x="2188299" y="95546"/>
                </a:lnTo>
                <a:lnTo>
                  <a:pt x="2189117" y="92925"/>
                </a:lnTo>
                <a:lnTo>
                  <a:pt x="2189935" y="167596"/>
                </a:lnTo>
                <a:lnTo>
                  <a:pt x="2191570" y="155727"/>
                </a:lnTo>
                <a:lnTo>
                  <a:pt x="2193206" y="27768"/>
                </a:lnTo>
                <a:lnTo>
                  <a:pt x="2194023" y="119379"/>
                </a:lnTo>
                <a:lnTo>
                  <a:pt x="2194841" y="181756"/>
                </a:lnTo>
                <a:lnTo>
                  <a:pt x="2196476" y="86823"/>
                </a:lnTo>
                <a:lnTo>
                  <a:pt x="2198930" y="150334"/>
                </a:lnTo>
                <a:lnTo>
                  <a:pt x="2199748" y="188180"/>
                </a:lnTo>
                <a:lnTo>
                  <a:pt x="2200565" y="104752"/>
                </a:lnTo>
                <a:lnTo>
                  <a:pt x="2202201" y="184338"/>
                </a:lnTo>
                <a:lnTo>
                  <a:pt x="2203836" y="117663"/>
                </a:lnTo>
                <a:lnTo>
                  <a:pt x="2204654" y="138311"/>
                </a:lnTo>
                <a:lnTo>
                  <a:pt x="2205472" y="208370"/>
                </a:lnTo>
                <a:lnTo>
                  <a:pt x="2206290" y="136955"/>
                </a:lnTo>
                <a:lnTo>
                  <a:pt x="2207107" y="69268"/>
                </a:lnTo>
                <a:lnTo>
                  <a:pt x="2208743" y="179334"/>
                </a:lnTo>
                <a:lnTo>
                  <a:pt x="2211196" y="191955"/>
                </a:lnTo>
                <a:lnTo>
                  <a:pt x="2212832" y="71055"/>
                </a:lnTo>
                <a:lnTo>
                  <a:pt x="2216102" y="170984"/>
                </a:lnTo>
                <a:lnTo>
                  <a:pt x="2216920" y="132926"/>
                </a:lnTo>
                <a:lnTo>
                  <a:pt x="2217738" y="135071"/>
                </a:lnTo>
                <a:lnTo>
                  <a:pt x="2218556" y="203514"/>
                </a:lnTo>
                <a:lnTo>
                  <a:pt x="2219374" y="86605"/>
                </a:lnTo>
                <a:lnTo>
                  <a:pt x="2220191" y="40089"/>
                </a:lnTo>
                <a:lnTo>
                  <a:pt x="2221009" y="111022"/>
                </a:lnTo>
                <a:lnTo>
                  <a:pt x="2225098" y="237678"/>
                </a:lnTo>
                <a:lnTo>
                  <a:pt x="2227551" y="0"/>
                </a:lnTo>
                <a:lnTo>
                  <a:pt x="2228369" y="89963"/>
                </a:lnTo>
                <a:lnTo>
                  <a:pt x="2230822" y="171921"/>
                </a:lnTo>
                <a:lnTo>
                  <a:pt x="2231640" y="103089"/>
                </a:lnTo>
                <a:lnTo>
                  <a:pt x="2233275" y="149649"/>
                </a:lnTo>
                <a:lnTo>
                  <a:pt x="2234093" y="191330"/>
                </a:lnTo>
                <a:lnTo>
                  <a:pt x="2234911" y="104565"/>
                </a:lnTo>
                <a:lnTo>
                  <a:pt x="2237364" y="65442"/>
                </a:lnTo>
                <a:lnTo>
                  <a:pt x="2241453" y="183237"/>
                </a:lnTo>
                <a:lnTo>
                  <a:pt x="2245542" y="94855"/>
                </a:lnTo>
                <a:lnTo>
                  <a:pt x="2246359" y="95990"/>
                </a:lnTo>
                <a:lnTo>
                  <a:pt x="2247177" y="242184"/>
                </a:lnTo>
                <a:lnTo>
                  <a:pt x="2248812" y="116007"/>
                </a:lnTo>
                <a:lnTo>
                  <a:pt x="2249630" y="121486"/>
                </a:lnTo>
                <a:lnTo>
                  <a:pt x="2250448" y="194348"/>
                </a:lnTo>
                <a:lnTo>
                  <a:pt x="2252084" y="67287"/>
                </a:lnTo>
                <a:lnTo>
                  <a:pt x="2254537" y="180203"/>
                </a:lnTo>
                <a:lnTo>
                  <a:pt x="2258626" y="153899"/>
                </a:lnTo>
                <a:lnTo>
                  <a:pt x="2260261" y="148786"/>
                </a:lnTo>
                <a:lnTo>
                  <a:pt x="2261079" y="199980"/>
                </a:lnTo>
                <a:lnTo>
                  <a:pt x="2261896" y="122782"/>
                </a:lnTo>
                <a:lnTo>
                  <a:pt x="2262714" y="149757"/>
                </a:lnTo>
                <a:lnTo>
                  <a:pt x="2263532" y="143304"/>
                </a:lnTo>
                <a:lnTo>
                  <a:pt x="2264350" y="200070"/>
                </a:lnTo>
                <a:lnTo>
                  <a:pt x="2265985" y="107980"/>
                </a:lnTo>
                <a:lnTo>
                  <a:pt x="2266803" y="173747"/>
                </a:lnTo>
                <a:lnTo>
                  <a:pt x="2268438" y="191519"/>
                </a:lnTo>
                <a:lnTo>
                  <a:pt x="2270074" y="112381"/>
                </a:lnTo>
                <a:lnTo>
                  <a:pt x="2270892" y="191043"/>
                </a:lnTo>
                <a:lnTo>
                  <a:pt x="2273345" y="158460"/>
                </a:lnTo>
                <a:lnTo>
                  <a:pt x="2274981" y="109177"/>
                </a:lnTo>
                <a:lnTo>
                  <a:pt x="2275798" y="115100"/>
                </a:lnTo>
                <a:lnTo>
                  <a:pt x="2276616" y="202201"/>
                </a:lnTo>
                <a:lnTo>
                  <a:pt x="2278251" y="99548"/>
                </a:lnTo>
                <a:lnTo>
                  <a:pt x="2279069" y="181290"/>
                </a:lnTo>
                <a:lnTo>
                  <a:pt x="2282340" y="142003"/>
                </a:lnTo>
                <a:lnTo>
                  <a:pt x="2283976" y="136662"/>
                </a:lnTo>
                <a:lnTo>
                  <a:pt x="2284793" y="171109"/>
                </a:lnTo>
                <a:lnTo>
                  <a:pt x="2285611" y="129923"/>
                </a:lnTo>
                <a:lnTo>
                  <a:pt x="2286429" y="185899"/>
                </a:lnTo>
                <a:lnTo>
                  <a:pt x="2287247" y="138907"/>
                </a:lnTo>
                <a:lnTo>
                  <a:pt x="2288065" y="185897"/>
                </a:lnTo>
                <a:lnTo>
                  <a:pt x="2289700" y="155082"/>
                </a:lnTo>
                <a:lnTo>
                  <a:pt x="2290518" y="127623"/>
                </a:lnTo>
              </a:path>
            </a:pathLst>
          </a:custGeom>
          <a:noFill/>
          <a:ln w="2208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64"/>
          <p:cNvSpPr/>
          <p:nvPr/>
        </p:nvSpPr>
        <p:spPr>
          <a:xfrm>
            <a:off x="7017086" y="2411583"/>
            <a:ext cx="2290518" cy="576573"/>
          </a:xfrm>
          <a:custGeom>
            <a:avLst/>
            <a:gdLst/>
            <a:ahLst/>
            <a:cxnLst/>
            <a:rect l="l" t="t" r="r" b="b"/>
            <a:pathLst>
              <a:path w="2290518" h="576573">
                <a:moveTo>
                  <a:pt x="0" y="252508"/>
                </a:moveTo>
                <a:lnTo>
                  <a:pt x="818" y="260035"/>
                </a:lnTo>
                <a:lnTo>
                  <a:pt x="2453" y="253030"/>
                </a:lnTo>
                <a:lnTo>
                  <a:pt x="3271" y="253676"/>
                </a:lnTo>
                <a:lnTo>
                  <a:pt x="4089" y="262883"/>
                </a:lnTo>
                <a:lnTo>
                  <a:pt x="6542" y="261644"/>
                </a:lnTo>
                <a:lnTo>
                  <a:pt x="8177" y="268012"/>
                </a:lnTo>
                <a:lnTo>
                  <a:pt x="9813" y="266260"/>
                </a:lnTo>
                <a:lnTo>
                  <a:pt x="10631" y="261152"/>
                </a:lnTo>
                <a:lnTo>
                  <a:pt x="11448" y="270969"/>
                </a:lnTo>
                <a:lnTo>
                  <a:pt x="12266" y="271231"/>
                </a:lnTo>
                <a:lnTo>
                  <a:pt x="15537" y="266343"/>
                </a:lnTo>
                <a:lnTo>
                  <a:pt x="17990" y="269943"/>
                </a:lnTo>
                <a:lnTo>
                  <a:pt x="18808" y="273311"/>
                </a:lnTo>
                <a:lnTo>
                  <a:pt x="19626" y="271844"/>
                </a:lnTo>
                <a:lnTo>
                  <a:pt x="20444" y="265053"/>
                </a:lnTo>
                <a:lnTo>
                  <a:pt x="22897" y="269827"/>
                </a:lnTo>
                <a:lnTo>
                  <a:pt x="26168" y="280090"/>
                </a:lnTo>
                <a:lnTo>
                  <a:pt x="26985" y="274673"/>
                </a:lnTo>
                <a:lnTo>
                  <a:pt x="28621" y="265306"/>
                </a:lnTo>
                <a:lnTo>
                  <a:pt x="29439" y="273021"/>
                </a:lnTo>
                <a:lnTo>
                  <a:pt x="31074" y="280070"/>
                </a:lnTo>
                <a:lnTo>
                  <a:pt x="32710" y="277853"/>
                </a:lnTo>
                <a:lnTo>
                  <a:pt x="36799" y="273495"/>
                </a:lnTo>
                <a:lnTo>
                  <a:pt x="37616" y="277679"/>
                </a:lnTo>
                <a:lnTo>
                  <a:pt x="39252" y="284127"/>
                </a:lnTo>
                <a:lnTo>
                  <a:pt x="40888" y="280755"/>
                </a:lnTo>
                <a:lnTo>
                  <a:pt x="41705" y="279076"/>
                </a:lnTo>
                <a:lnTo>
                  <a:pt x="42523" y="281715"/>
                </a:lnTo>
                <a:lnTo>
                  <a:pt x="43341" y="285144"/>
                </a:lnTo>
                <a:lnTo>
                  <a:pt x="44976" y="281440"/>
                </a:lnTo>
                <a:lnTo>
                  <a:pt x="48247" y="278235"/>
                </a:lnTo>
                <a:lnTo>
                  <a:pt x="49065" y="282031"/>
                </a:lnTo>
                <a:lnTo>
                  <a:pt x="51518" y="279645"/>
                </a:lnTo>
                <a:lnTo>
                  <a:pt x="55607" y="288971"/>
                </a:lnTo>
                <a:lnTo>
                  <a:pt x="58060" y="285908"/>
                </a:lnTo>
                <a:lnTo>
                  <a:pt x="59696" y="279146"/>
                </a:lnTo>
                <a:lnTo>
                  <a:pt x="61331" y="282913"/>
                </a:lnTo>
                <a:lnTo>
                  <a:pt x="62967" y="280733"/>
                </a:lnTo>
                <a:lnTo>
                  <a:pt x="63784" y="284478"/>
                </a:lnTo>
                <a:lnTo>
                  <a:pt x="65420" y="286750"/>
                </a:lnTo>
                <a:lnTo>
                  <a:pt x="68691" y="293169"/>
                </a:lnTo>
                <a:lnTo>
                  <a:pt x="69509" y="291689"/>
                </a:lnTo>
                <a:lnTo>
                  <a:pt x="72780" y="288338"/>
                </a:lnTo>
                <a:lnTo>
                  <a:pt x="73598" y="289082"/>
                </a:lnTo>
                <a:lnTo>
                  <a:pt x="78504" y="289510"/>
                </a:lnTo>
                <a:lnTo>
                  <a:pt x="80139" y="290175"/>
                </a:lnTo>
                <a:lnTo>
                  <a:pt x="81775" y="286198"/>
                </a:lnTo>
                <a:lnTo>
                  <a:pt x="83410" y="291694"/>
                </a:lnTo>
                <a:lnTo>
                  <a:pt x="85046" y="289248"/>
                </a:lnTo>
                <a:lnTo>
                  <a:pt x="86681" y="292624"/>
                </a:lnTo>
                <a:lnTo>
                  <a:pt x="88317" y="290464"/>
                </a:lnTo>
                <a:lnTo>
                  <a:pt x="94041" y="289748"/>
                </a:lnTo>
                <a:lnTo>
                  <a:pt x="95677" y="286558"/>
                </a:lnTo>
                <a:lnTo>
                  <a:pt x="96494" y="288179"/>
                </a:lnTo>
                <a:lnTo>
                  <a:pt x="99765" y="293420"/>
                </a:lnTo>
                <a:lnTo>
                  <a:pt x="100583" y="292435"/>
                </a:lnTo>
                <a:lnTo>
                  <a:pt x="103854" y="288664"/>
                </a:lnTo>
                <a:lnTo>
                  <a:pt x="104672" y="289980"/>
                </a:lnTo>
                <a:lnTo>
                  <a:pt x="107943" y="298878"/>
                </a:lnTo>
                <a:lnTo>
                  <a:pt x="108761" y="296825"/>
                </a:lnTo>
                <a:lnTo>
                  <a:pt x="115302" y="291775"/>
                </a:lnTo>
                <a:lnTo>
                  <a:pt x="120209" y="295541"/>
                </a:lnTo>
                <a:lnTo>
                  <a:pt x="121844" y="297733"/>
                </a:lnTo>
                <a:lnTo>
                  <a:pt x="122663" y="296829"/>
                </a:lnTo>
                <a:lnTo>
                  <a:pt x="125116" y="288956"/>
                </a:lnTo>
                <a:lnTo>
                  <a:pt x="126751" y="292056"/>
                </a:lnTo>
                <a:lnTo>
                  <a:pt x="129205" y="292586"/>
                </a:lnTo>
                <a:lnTo>
                  <a:pt x="130840" y="293545"/>
                </a:lnTo>
                <a:lnTo>
                  <a:pt x="133293" y="288608"/>
                </a:lnTo>
                <a:lnTo>
                  <a:pt x="141471" y="293631"/>
                </a:lnTo>
                <a:lnTo>
                  <a:pt x="142289" y="290804"/>
                </a:lnTo>
                <a:lnTo>
                  <a:pt x="144742" y="293253"/>
                </a:lnTo>
                <a:lnTo>
                  <a:pt x="147195" y="300505"/>
                </a:lnTo>
                <a:lnTo>
                  <a:pt x="148831" y="295418"/>
                </a:lnTo>
                <a:lnTo>
                  <a:pt x="152101" y="296292"/>
                </a:lnTo>
                <a:lnTo>
                  <a:pt x="154555" y="293277"/>
                </a:lnTo>
                <a:lnTo>
                  <a:pt x="155373" y="296823"/>
                </a:lnTo>
                <a:lnTo>
                  <a:pt x="156190" y="298340"/>
                </a:lnTo>
                <a:lnTo>
                  <a:pt x="157008" y="293527"/>
                </a:lnTo>
                <a:lnTo>
                  <a:pt x="161097" y="288505"/>
                </a:lnTo>
                <a:lnTo>
                  <a:pt x="158643" y="295840"/>
                </a:lnTo>
                <a:lnTo>
                  <a:pt x="161914" y="292283"/>
                </a:lnTo>
                <a:lnTo>
                  <a:pt x="166003" y="297909"/>
                </a:lnTo>
                <a:lnTo>
                  <a:pt x="167639" y="295634"/>
                </a:lnTo>
                <a:lnTo>
                  <a:pt x="171727" y="293084"/>
                </a:lnTo>
                <a:lnTo>
                  <a:pt x="175816" y="290234"/>
                </a:lnTo>
                <a:lnTo>
                  <a:pt x="176634" y="288040"/>
                </a:lnTo>
                <a:lnTo>
                  <a:pt x="178269" y="291411"/>
                </a:lnTo>
                <a:lnTo>
                  <a:pt x="185629" y="305061"/>
                </a:lnTo>
                <a:lnTo>
                  <a:pt x="187265" y="300117"/>
                </a:lnTo>
                <a:lnTo>
                  <a:pt x="195442" y="294250"/>
                </a:lnTo>
                <a:lnTo>
                  <a:pt x="196260" y="296547"/>
                </a:lnTo>
                <a:lnTo>
                  <a:pt x="198713" y="307577"/>
                </a:lnTo>
                <a:lnTo>
                  <a:pt x="201984" y="303332"/>
                </a:lnTo>
                <a:lnTo>
                  <a:pt x="202802" y="304171"/>
                </a:lnTo>
                <a:lnTo>
                  <a:pt x="203619" y="302338"/>
                </a:lnTo>
                <a:lnTo>
                  <a:pt x="205255" y="303181"/>
                </a:lnTo>
                <a:lnTo>
                  <a:pt x="206073" y="300792"/>
                </a:lnTo>
                <a:lnTo>
                  <a:pt x="207708" y="302983"/>
                </a:lnTo>
                <a:lnTo>
                  <a:pt x="208526" y="302415"/>
                </a:lnTo>
                <a:lnTo>
                  <a:pt x="210980" y="296758"/>
                </a:lnTo>
                <a:lnTo>
                  <a:pt x="212615" y="299239"/>
                </a:lnTo>
                <a:lnTo>
                  <a:pt x="215068" y="306881"/>
                </a:lnTo>
                <a:lnTo>
                  <a:pt x="215886" y="304890"/>
                </a:lnTo>
                <a:lnTo>
                  <a:pt x="218339" y="299710"/>
                </a:lnTo>
                <a:lnTo>
                  <a:pt x="219975" y="300709"/>
                </a:lnTo>
                <a:lnTo>
                  <a:pt x="222428" y="302061"/>
                </a:lnTo>
                <a:lnTo>
                  <a:pt x="223246" y="300783"/>
                </a:lnTo>
                <a:lnTo>
                  <a:pt x="226517" y="301446"/>
                </a:lnTo>
                <a:lnTo>
                  <a:pt x="233059" y="301431"/>
                </a:lnTo>
                <a:lnTo>
                  <a:pt x="235512" y="300250"/>
                </a:lnTo>
                <a:lnTo>
                  <a:pt x="237148" y="296495"/>
                </a:lnTo>
                <a:lnTo>
                  <a:pt x="237965" y="298378"/>
                </a:lnTo>
                <a:lnTo>
                  <a:pt x="240418" y="305365"/>
                </a:lnTo>
                <a:lnTo>
                  <a:pt x="241236" y="305139"/>
                </a:lnTo>
                <a:lnTo>
                  <a:pt x="242872" y="299728"/>
                </a:lnTo>
                <a:lnTo>
                  <a:pt x="244507" y="302183"/>
                </a:lnTo>
                <a:lnTo>
                  <a:pt x="248596" y="307847"/>
                </a:lnTo>
                <a:lnTo>
                  <a:pt x="250231" y="304762"/>
                </a:lnTo>
                <a:lnTo>
                  <a:pt x="254320" y="308872"/>
                </a:lnTo>
                <a:lnTo>
                  <a:pt x="259227" y="321473"/>
                </a:lnTo>
                <a:lnTo>
                  <a:pt x="256773" y="307197"/>
                </a:lnTo>
                <a:lnTo>
                  <a:pt x="260044" y="317063"/>
                </a:lnTo>
                <a:lnTo>
                  <a:pt x="264133" y="308681"/>
                </a:lnTo>
                <a:lnTo>
                  <a:pt x="264951" y="307712"/>
                </a:lnTo>
                <a:lnTo>
                  <a:pt x="265769" y="309333"/>
                </a:lnTo>
                <a:lnTo>
                  <a:pt x="269857" y="320425"/>
                </a:lnTo>
                <a:lnTo>
                  <a:pt x="270675" y="319456"/>
                </a:lnTo>
                <a:lnTo>
                  <a:pt x="271493" y="319288"/>
                </a:lnTo>
                <a:lnTo>
                  <a:pt x="273129" y="309095"/>
                </a:lnTo>
                <a:lnTo>
                  <a:pt x="274764" y="317086"/>
                </a:lnTo>
                <a:lnTo>
                  <a:pt x="283759" y="309124"/>
                </a:lnTo>
                <a:lnTo>
                  <a:pt x="288666" y="315905"/>
                </a:lnTo>
                <a:lnTo>
                  <a:pt x="290301" y="311767"/>
                </a:lnTo>
                <a:lnTo>
                  <a:pt x="291119" y="312058"/>
                </a:lnTo>
                <a:lnTo>
                  <a:pt x="291937" y="318347"/>
                </a:lnTo>
                <a:lnTo>
                  <a:pt x="294390" y="315093"/>
                </a:lnTo>
                <a:lnTo>
                  <a:pt x="295208" y="315901"/>
                </a:lnTo>
                <a:lnTo>
                  <a:pt x="296025" y="314381"/>
                </a:lnTo>
                <a:lnTo>
                  <a:pt x="297661" y="309579"/>
                </a:lnTo>
                <a:lnTo>
                  <a:pt x="298479" y="314385"/>
                </a:lnTo>
                <a:lnTo>
                  <a:pt x="302567" y="323780"/>
                </a:lnTo>
                <a:lnTo>
                  <a:pt x="304203" y="321120"/>
                </a:lnTo>
                <a:lnTo>
                  <a:pt x="307474" y="319749"/>
                </a:lnTo>
                <a:lnTo>
                  <a:pt x="310745" y="321565"/>
                </a:lnTo>
                <a:lnTo>
                  <a:pt x="313198" y="320749"/>
                </a:lnTo>
                <a:lnTo>
                  <a:pt x="314016" y="321535"/>
                </a:lnTo>
                <a:lnTo>
                  <a:pt x="314834" y="322697"/>
                </a:lnTo>
                <a:lnTo>
                  <a:pt x="315651" y="319718"/>
                </a:lnTo>
                <a:lnTo>
                  <a:pt x="318923" y="320038"/>
                </a:lnTo>
                <a:lnTo>
                  <a:pt x="320558" y="322764"/>
                </a:lnTo>
                <a:lnTo>
                  <a:pt x="321376" y="322119"/>
                </a:lnTo>
                <a:lnTo>
                  <a:pt x="322193" y="319090"/>
                </a:lnTo>
                <a:lnTo>
                  <a:pt x="323829" y="321084"/>
                </a:lnTo>
                <a:lnTo>
                  <a:pt x="326282" y="321967"/>
                </a:lnTo>
                <a:lnTo>
                  <a:pt x="327918" y="314539"/>
                </a:lnTo>
                <a:lnTo>
                  <a:pt x="330371" y="316436"/>
                </a:lnTo>
                <a:lnTo>
                  <a:pt x="334460" y="317543"/>
                </a:lnTo>
                <a:lnTo>
                  <a:pt x="335277" y="314080"/>
                </a:lnTo>
                <a:lnTo>
                  <a:pt x="336913" y="317428"/>
                </a:lnTo>
                <a:lnTo>
                  <a:pt x="344273" y="316510"/>
                </a:lnTo>
                <a:lnTo>
                  <a:pt x="345908" y="316343"/>
                </a:lnTo>
                <a:lnTo>
                  <a:pt x="346726" y="318393"/>
                </a:lnTo>
                <a:lnTo>
                  <a:pt x="349997" y="320506"/>
                </a:lnTo>
                <a:lnTo>
                  <a:pt x="350815" y="319534"/>
                </a:lnTo>
                <a:lnTo>
                  <a:pt x="352450" y="313078"/>
                </a:lnTo>
                <a:lnTo>
                  <a:pt x="354086" y="315359"/>
                </a:lnTo>
                <a:lnTo>
                  <a:pt x="355721" y="318217"/>
                </a:lnTo>
                <a:lnTo>
                  <a:pt x="357357" y="315446"/>
                </a:lnTo>
                <a:lnTo>
                  <a:pt x="359810" y="313803"/>
                </a:lnTo>
                <a:lnTo>
                  <a:pt x="361446" y="316717"/>
                </a:lnTo>
                <a:lnTo>
                  <a:pt x="362263" y="313126"/>
                </a:lnTo>
                <a:lnTo>
                  <a:pt x="365534" y="301743"/>
                </a:lnTo>
                <a:lnTo>
                  <a:pt x="366352" y="306300"/>
                </a:lnTo>
                <a:lnTo>
                  <a:pt x="367169" y="307905"/>
                </a:lnTo>
                <a:lnTo>
                  <a:pt x="370441" y="319574"/>
                </a:lnTo>
                <a:lnTo>
                  <a:pt x="373712" y="311195"/>
                </a:lnTo>
                <a:lnTo>
                  <a:pt x="374530" y="312853"/>
                </a:lnTo>
                <a:lnTo>
                  <a:pt x="375347" y="318030"/>
                </a:lnTo>
                <a:lnTo>
                  <a:pt x="376983" y="314785"/>
                </a:lnTo>
                <a:lnTo>
                  <a:pt x="378618" y="312341"/>
                </a:lnTo>
                <a:lnTo>
                  <a:pt x="379436" y="314688"/>
                </a:lnTo>
                <a:lnTo>
                  <a:pt x="380254" y="316668"/>
                </a:lnTo>
                <a:lnTo>
                  <a:pt x="381072" y="315456"/>
                </a:lnTo>
                <a:lnTo>
                  <a:pt x="383525" y="312211"/>
                </a:lnTo>
                <a:lnTo>
                  <a:pt x="384342" y="313951"/>
                </a:lnTo>
                <a:lnTo>
                  <a:pt x="387614" y="310505"/>
                </a:lnTo>
                <a:lnTo>
                  <a:pt x="388431" y="312466"/>
                </a:lnTo>
                <a:lnTo>
                  <a:pt x="389249" y="316348"/>
                </a:lnTo>
                <a:lnTo>
                  <a:pt x="390884" y="312434"/>
                </a:lnTo>
                <a:lnTo>
                  <a:pt x="391702" y="311554"/>
                </a:lnTo>
                <a:lnTo>
                  <a:pt x="392520" y="313368"/>
                </a:lnTo>
                <a:lnTo>
                  <a:pt x="393338" y="314952"/>
                </a:lnTo>
                <a:lnTo>
                  <a:pt x="394973" y="312265"/>
                </a:lnTo>
                <a:lnTo>
                  <a:pt x="396609" y="309168"/>
                </a:lnTo>
                <a:lnTo>
                  <a:pt x="398244" y="311548"/>
                </a:lnTo>
                <a:lnTo>
                  <a:pt x="401515" y="310548"/>
                </a:lnTo>
                <a:lnTo>
                  <a:pt x="406422" y="305263"/>
                </a:lnTo>
                <a:lnTo>
                  <a:pt x="413781" y="310730"/>
                </a:lnTo>
                <a:lnTo>
                  <a:pt x="414599" y="308784"/>
                </a:lnTo>
                <a:lnTo>
                  <a:pt x="425230" y="305445"/>
                </a:lnTo>
                <a:lnTo>
                  <a:pt x="429319" y="297568"/>
                </a:lnTo>
                <a:lnTo>
                  <a:pt x="439132" y="297691"/>
                </a:lnTo>
                <a:lnTo>
                  <a:pt x="439949" y="295994"/>
                </a:lnTo>
                <a:lnTo>
                  <a:pt x="441585" y="299263"/>
                </a:lnTo>
                <a:lnTo>
                  <a:pt x="442403" y="297231"/>
                </a:lnTo>
                <a:lnTo>
                  <a:pt x="446491" y="302642"/>
                </a:lnTo>
                <a:lnTo>
                  <a:pt x="448945" y="294290"/>
                </a:lnTo>
                <a:lnTo>
                  <a:pt x="449763" y="298314"/>
                </a:lnTo>
                <a:lnTo>
                  <a:pt x="453851" y="302200"/>
                </a:lnTo>
                <a:lnTo>
                  <a:pt x="455486" y="296623"/>
                </a:lnTo>
                <a:lnTo>
                  <a:pt x="456305" y="297948"/>
                </a:lnTo>
                <a:lnTo>
                  <a:pt x="457940" y="305303"/>
                </a:lnTo>
                <a:lnTo>
                  <a:pt x="459575" y="301381"/>
                </a:lnTo>
                <a:lnTo>
                  <a:pt x="460393" y="300399"/>
                </a:lnTo>
                <a:lnTo>
                  <a:pt x="462029" y="301913"/>
                </a:lnTo>
                <a:lnTo>
                  <a:pt x="463664" y="303998"/>
                </a:lnTo>
                <a:lnTo>
                  <a:pt x="464482" y="302602"/>
                </a:lnTo>
                <a:lnTo>
                  <a:pt x="467753" y="300021"/>
                </a:lnTo>
                <a:lnTo>
                  <a:pt x="468571" y="301117"/>
                </a:lnTo>
                <a:lnTo>
                  <a:pt x="473477" y="296915"/>
                </a:lnTo>
                <a:lnTo>
                  <a:pt x="474295" y="295034"/>
                </a:lnTo>
                <a:lnTo>
                  <a:pt x="476748" y="296571"/>
                </a:lnTo>
                <a:lnTo>
                  <a:pt x="480019" y="296385"/>
                </a:lnTo>
                <a:lnTo>
                  <a:pt x="483290" y="296501"/>
                </a:lnTo>
                <a:lnTo>
                  <a:pt x="485743" y="291179"/>
                </a:lnTo>
                <a:lnTo>
                  <a:pt x="486561" y="291749"/>
                </a:lnTo>
                <a:lnTo>
                  <a:pt x="490650" y="296980"/>
                </a:lnTo>
                <a:lnTo>
                  <a:pt x="491468" y="294239"/>
                </a:lnTo>
                <a:lnTo>
                  <a:pt x="493103" y="296527"/>
                </a:lnTo>
                <a:lnTo>
                  <a:pt x="497192" y="300851"/>
                </a:lnTo>
                <a:lnTo>
                  <a:pt x="500463" y="293759"/>
                </a:lnTo>
                <a:lnTo>
                  <a:pt x="501281" y="294564"/>
                </a:lnTo>
                <a:lnTo>
                  <a:pt x="504552" y="299931"/>
                </a:lnTo>
                <a:lnTo>
                  <a:pt x="505369" y="297656"/>
                </a:lnTo>
                <a:lnTo>
                  <a:pt x="507005" y="300005"/>
                </a:lnTo>
                <a:lnTo>
                  <a:pt x="508640" y="302719"/>
                </a:lnTo>
                <a:lnTo>
                  <a:pt x="512729" y="290221"/>
                </a:lnTo>
                <a:lnTo>
                  <a:pt x="513547" y="287068"/>
                </a:lnTo>
                <a:lnTo>
                  <a:pt x="515182" y="289094"/>
                </a:lnTo>
                <a:lnTo>
                  <a:pt x="518454" y="301816"/>
                </a:lnTo>
                <a:lnTo>
                  <a:pt x="520089" y="301087"/>
                </a:lnTo>
                <a:lnTo>
                  <a:pt x="524178" y="294544"/>
                </a:lnTo>
                <a:lnTo>
                  <a:pt x="526631" y="296475"/>
                </a:lnTo>
                <a:lnTo>
                  <a:pt x="530720" y="303108"/>
                </a:lnTo>
                <a:lnTo>
                  <a:pt x="533991" y="299377"/>
                </a:lnTo>
                <a:lnTo>
                  <a:pt x="535626" y="303418"/>
                </a:lnTo>
                <a:lnTo>
                  <a:pt x="537262" y="299832"/>
                </a:lnTo>
                <a:lnTo>
                  <a:pt x="538080" y="299298"/>
                </a:lnTo>
                <a:lnTo>
                  <a:pt x="538897" y="300844"/>
                </a:lnTo>
                <a:lnTo>
                  <a:pt x="540533" y="304737"/>
                </a:lnTo>
                <a:lnTo>
                  <a:pt x="541350" y="301608"/>
                </a:lnTo>
                <a:lnTo>
                  <a:pt x="542986" y="300059"/>
                </a:lnTo>
                <a:lnTo>
                  <a:pt x="543804" y="301404"/>
                </a:lnTo>
                <a:lnTo>
                  <a:pt x="545439" y="302654"/>
                </a:lnTo>
                <a:lnTo>
                  <a:pt x="546257" y="300606"/>
                </a:lnTo>
                <a:lnTo>
                  <a:pt x="547075" y="300989"/>
                </a:lnTo>
                <a:lnTo>
                  <a:pt x="551164" y="309255"/>
                </a:lnTo>
                <a:lnTo>
                  <a:pt x="551981" y="306920"/>
                </a:lnTo>
                <a:lnTo>
                  <a:pt x="552799" y="310895"/>
                </a:lnTo>
                <a:lnTo>
                  <a:pt x="557706" y="316990"/>
                </a:lnTo>
                <a:lnTo>
                  <a:pt x="558523" y="315205"/>
                </a:lnTo>
                <a:lnTo>
                  <a:pt x="560976" y="307968"/>
                </a:lnTo>
                <a:lnTo>
                  <a:pt x="561794" y="309514"/>
                </a:lnTo>
                <a:lnTo>
                  <a:pt x="563430" y="316549"/>
                </a:lnTo>
                <a:lnTo>
                  <a:pt x="565065" y="311524"/>
                </a:lnTo>
                <a:lnTo>
                  <a:pt x="566701" y="309438"/>
                </a:lnTo>
                <a:lnTo>
                  <a:pt x="567518" y="313126"/>
                </a:lnTo>
                <a:lnTo>
                  <a:pt x="572425" y="315106"/>
                </a:lnTo>
                <a:lnTo>
                  <a:pt x="579785" y="307432"/>
                </a:lnTo>
                <a:lnTo>
                  <a:pt x="580602" y="310528"/>
                </a:lnTo>
                <a:lnTo>
                  <a:pt x="581420" y="304508"/>
                </a:lnTo>
                <a:lnTo>
                  <a:pt x="583056" y="307920"/>
                </a:lnTo>
                <a:lnTo>
                  <a:pt x="583873" y="307257"/>
                </a:lnTo>
                <a:lnTo>
                  <a:pt x="587962" y="316080"/>
                </a:lnTo>
                <a:lnTo>
                  <a:pt x="589598" y="312519"/>
                </a:lnTo>
                <a:lnTo>
                  <a:pt x="590415" y="315228"/>
                </a:lnTo>
                <a:lnTo>
                  <a:pt x="591233" y="318082"/>
                </a:lnTo>
                <a:lnTo>
                  <a:pt x="592051" y="316901"/>
                </a:lnTo>
                <a:lnTo>
                  <a:pt x="596140" y="303839"/>
                </a:lnTo>
                <a:lnTo>
                  <a:pt x="597775" y="306964"/>
                </a:lnTo>
                <a:lnTo>
                  <a:pt x="599411" y="305727"/>
                </a:lnTo>
                <a:lnTo>
                  <a:pt x="604317" y="298795"/>
                </a:lnTo>
                <a:lnTo>
                  <a:pt x="607588" y="301273"/>
                </a:lnTo>
                <a:lnTo>
                  <a:pt x="608406" y="300419"/>
                </a:lnTo>
                <a:lnTo>
                  <a:pt x="614130" y="298636"/>
                </a:lnTo>
                <a:lnTo>
                  <a:pt x="616583" y="310919"/>
                </a:lnTo>
                <a:lnTo>
                  <a:pt x="617401" y="301141"/>
                </a:lnTo>
                <a:lnTo>
                  <a:pt x="623943" y="294274"/>
                </a:lnTo>
                <a:lnTo>
                  <a:pt x="626397" y="300099"/>
                </a:lnTo>
                <a:lnTo>
                  <a:pt x="627214" y="295470"/>
                </a:lnTo>
                <a:lnTo>
                  <a:pt x="628032" y="293918"/>
                </a:lnTo>
                <a:lnTo>
                  <a:pt x="628850" y="297300"/>
                </a:lnTo>
                <a:lnTo>
                  <a:pt x="629667" y="296604"/>
                </a:lnTo>
                <a:lnTo>
                  <a:pt x="632939" y="297164"/>
                </a:lnTo>
                <a:lnTo>
                  <a:pt x="636209" y="287281"/>
                </a:lnTo>
                <a:lnTo>
                  <a:pt x="637027" y="289444"/>
                </a:lnTo>
                <a:lnTo>
                  <a:pt x="640298" y="290132"/>
                </a:lnTo>
                <a:lnTo>
                  <a:pt x="641116" y="293158"/>
                </a:lnTo>
                <a:lnTo>
                  <a:pt x="642751" y="290972"/>
                </a:lnTo>
                <a:lnTo>
                  <a:pt x="646840" y="276299"/>
                </a:lnTo>
                <a:lnTo>
                  <a:pt x="647658" y="281295"/>
                </a:lnTo>
                <a:lnTo>
                  <a:pt x="648476" y="280046"/>
                </a:lnTo>
                <a:lnTo>
                  <a:pt x="650111" y="296449"/>
                </a:lnTo>
                <a:lnTo>
                  <a:pt x="652565" y="291665"/>
                </a:lnTo>
                <a:lnTo>
                  <a:pt x="658289" y="279522"/>
                </a:lnTo>
                <a:lnTo>
                  <a:pt x="659107" y="283365"/>
                </a:lnTo>
                <a:lnTo>
                  <a:pt x="660742" y="282407"/>
                </a:lnTo>
                <a:lnTo>
                  <a:pt x="664831" y="273381"/>
                </a:lnTo>
                <a:lnTo>
                  <a:pt x="665649" y="273804"/>
                </a:lnTo>
                <a:lnTo>
                  <a:pt x="668102" y="280838"/>
                </a:lnTo>
                <a:lnTo>
                  <a:pt x="669737" y="278266"/>
                </a:lnTo>
                <a:lnTo>
                  <a:pt x="674644" y="266006"/>
                </a:lnTo>
                <a:lnTo>
                  <a:pt x="677915" y="264550"/>
                </a:lnTo>
                <a:lnTo>
                  <a:pt x="679550" y="258470"/>
                </a:lnTo>
                <a:lnTo>
                  <a:pt x="681186" y="261607"/>
                </a:lnTo>
                <a:lnTo>
                  <a:pt x="682821" y="261797"/>
                </a:lnTo>
                <a:lnTo>
                  <a:pt x="685274" y="263442"/>
                </a:lnTo>
                <a:lnTo>
                  <a:pt x="686910" y="255339"/>
                </a:lnTo>
                <a:lnTo>
                  <a:pt x="688546" y="257134"/>
                </a:lnTo>
                <a:lnTo>
                  <a:pt x="690999" y="243245"/>
                </a:lnTo>
                <a:lnTo>
                  <a:pt x="692634" y="245870"/>
                </a:lnTo>
                <a:lnTo>
                  <a:pt x="693452" y="245438"/>
                </a:lnTo>
                <a:lnTo>
                  <a:pt x="696723" y="226758"/>
                </a:lnTo>
                <a:lnTo>
                  <a:pt x="698358" y="229911"/>
                </a:lnTo>
                <a:lnTo>
                  <a:pt x="700812" y="240178"/>
                </a:lnTo>
                <a:lnTo>
                  <a:pt x="701630" y="237145"/>
                </a:lnTo>
                <a:lnTo>
                  <a:pt x="704900" y="216756"/>
                </a:lnTo>
                <a:lnTo>
                  <a:pt x="708172" y="239836"/>
                </a:lnTo>
                <a:lnTo>
                  <a:pt x="708989" y="234979"/>
                </a:lnTo>
                <a:lnTo>
                  <a:pt x="712260" y="223477"/>
                </a:lnTo>
                <a:lnTo>
                  <a:pt x="713078" y="223805"/>
                </a:lnTo>
                <a:lnTo>
                  <a:pt x="715531" y="224741"/>
                </a:lnTo>
                <a:lnTo>
                  <a:pt x="719620" y="211629"/>
                </a:lnTo>
                <a:lnTo>
                  <a:pt x="720438" y="213764"/>
                </a:lnTo>
                <a:lnTo>
                  <a:pt x="722073" y="212196"/>
                </a:lnTo>
                <a:lnTo>
                  <a:pt x="724526" y="217356"/>
                </a:lnTo>
                <a:lnTo>
                  <a:pt x="731886" y="205724"/>
                </a:lnTo>
                <a:lnTo>
                  <a:pt x="735157" y="210139"/>
                </a:lnTo>
                <a:lnTo>
                  <a:pt x="736793" y="199998"/>
                </a:lnTo>
                <a:lnTo>
                  <a:pt x="739246" y="202045"/>
                </a:lnTo>
                <a:lnTo>
                  <a:pt x="744152" y="192789"/>
                </a:lnTo>
                <a:lnTo>
                  <a:pt x="746606" y="191985"/>
                </a:lnTo>
                <a:lnTo>
                  <a:pt x="748241" y="197331"/>
                </a:lnTo>
                <a:lnTo>
                  <a:pt x="749877" y="193624"/>
                </a:lnTo>
                <a:lnTo>
                  <a:pt x="752330" y="195057"/>
                </a:lnTo>
                <a:lnTo>
                  <a:pt x="753148" y="198114"/>
                </a:lnTo>
                <a:lnTo>
                  <a:pt x="753965" y="197637"/>
                </a:lnTo>
                <a:lnTo>
                  <a:pt x="759690" y="175378"/>
                </a:lnTo>
                <a:lnTo>
                  <a:pt x="762143" y="178800"/>
                </a:lnTo>
                <a:lnTo>
                  <a:pt x="767049" y="155591"/>
                </a:lnTo>
                <a:lnTo>
                  <a:pt x="774409" y="137991"/>
                </a:lnTo>
                <a:lnTo>
                  <a:pt x="776045" y="140241"/>
                </a:lnTo>
                <a:lnTo>
                  <a:pt x="776863" y="136760"/>
                </a:lnTo>
                <a:lnTo>
                  <a:pt x="777680" y="136947"/>
                </a:lnTo>
                <a:lnTo>
                  <a:pt x="778498" y="141748"/>
                </a:lnTo>
                <a:lnTo>
                  <a:pt x="780133" y="136816"/>
                </a:lnTo>
                <a:lnTo>
                  <a:pt x="797306" y="76902"/>
                </a:lnTo>
                <a:lnTo>
                  <a:pt x="805484" y="50112"/>
                </a:lnTo>
                <a:lnTo>
                  <a:pt x="807119" y="50610"/>
                </a:lnTo>
                <a:lnTo>
                  <a:pt x="807937" y="49155"/>
                </a:lnTo>
                <a:lnTo>
                  <a:pt x="808755" y="48545"/>
                </a:lnTo>
                <a:lnTo>
                  <a:pt x="809573" y="50471"/>
                </a:lnTo>
                <a:lnTo>
                  <a:pt x="819385" y="110258"/>
                </a:lnTo>
                <a:lnTo>
                  <a:pt x="840647" y="242788"/>
                </a:lnTo>
                <a:lnTo>
                  <a:pt x="857002" y="291772"/>
                </a:lnTo>
                <a:lnTo>
                  <a:pt x="858638" y="290356"/>
                </a:lnTo>
                <a:lnTo>
                  <a:pt x="859455" y="291581"/>
                </a:lnTo>
                <a:lnTo>
                  <a:pt x="863544" y="296891"/>
                </a:lnTo>
                <a:lnTo>
                  <a:pt x="866815" y="290795"/>
                </a:lnTo>
                <a:lnTo>
                  <a:pt x="867633" y="295084"/>
                </a:lnTo>
                <a:lnTo>
                  <a:pt x="869268" y="290472"/>
                </a:lnTo>
                <a:lnTo>
                  <a:pt x="870904" y="290589"/>
                </a:lnTo>
                <a:lnTo>
                  <a:pt x="871722" y="294932"/>
                </a:lnTo>
                <a:lnTo>
                  <a:pt x="873357" y="288809"/>
                </a:lnTo>
                <a:lnTo>
                  <a:pt x="876628" y="293779"/>
                </a:lnTo>
                <a:lnTo>
                  <a:pt x="878264" y="290316"/>
                </a:lnTo>
                <a:lnTo>
                  <a:pt x="879081" y="289857"/>
                </a:lnTo>
                <a:lnTo>
                  <a:pt x="879899" y="285149"/>
                </a:lnTo>
                <a:lnTo>
                  <a:pt x="881534" y="291244"/>
                </a:lnTo>
                <a:lnTo>
                  <a:pt x="883170" y="288026"/>
                </a:lnTo>
                <a:lnTo>
                  <a:pt x="884806" y="288679"/>
                </a:lnTo>
                <a:lnTo>
                  <a:pt x="886441" y="290948"/>
                </a:lnTo>
                <a:lnTo>
                  <a:pt x="888076" y="288141"/>
                </a:lnTo>
                <a:lnTo>
                  <a:pt x="892983" y="283379"/>
                </a:lnTo>
                <a:lnTo>
                  <a:pt x="897072" y="286298"/>
                </a:lnTo>
                <a:lnTo>
                  <a:pt x="897890" y="284172"/>
                </a:lnTo>
                <a:lnTo>
                  <a:pt x="898707" y="280927"/>
                </a:lnTo>
                <a:lnTo>
                  <a:pt x="900343" y="281719"/>
                </a:lnTo>
                <a:lnTo>
                  <a:pt x="904432" y="288560"/>
                </a:lnTo>
                <a:lnTo>
                  <a:pt x="909338" y="299946"/>
                </a:lnTo>
                <a:lnTo>
                  <a:pt x="910156" y="298284"/>
                </a:lnTo>
                <a:lnTo>
                  <a:pt x="919969" y="315843"/>
                </a:lnTo>
                <a:lnTo>
                  <a:pt x="924057" y="311713"/>
                </a:lnTo>
                <a:lnTo>
                  <a:pt x="925693" y="314322"/>
                </a:lnTo>
                <a:lnTo>
                  <a:pt x="927328" y="311910"/>
                </a:lnTo>
                <a:lnTo>
                  <a:pt x="932235" y="302274"/>
                </a:lnTo>
                <a:lnTo>
                  <a:pt x="935506" y="308266"/>
                </a:lnTo>
                <a:lnTo>
                  <a:pt x="936324" y="306261"/>
                </a:lnTo>
                <a:lnTo>
                  <a:pt x="938777" y="299197"/>
                </a:lnTo>
                <a:lnTo>
                  <a:pt x="940413" y="302165"/>
                </a:lnTo>
                <a:lnTo>
                  <a:pt x="943683" y="292120"/>
                </a:lnTo>
                <a:lnTo>
                  <a:pt x="947772" y="287583"/>
                </a:lnTo>
                <a:lnTo>
                  <a:pt x="957585" y="271695"/>
                </a:lnTo>
                <a:lnTo>
                  <a:pt x="959221" y="271685"/>
                </a:lnTo>
                <a:lnTo>
                  <a:pt x="960039" y="270624"/>
                </a:lnTo>
                <a:lnTo>
                  <a:pt x="964127" y="270624"/>
                </a:lnTo>
                <a:lnTo>
                  <a:pt x="972305" y="268570"/>
                </a:lnTo>
                <a:lnTo>
                  <a:pt x="975576" y="261188"/>
                </a:lnTo>
                <a:lnTo>
                  <a:pt x="976393" y="261981"/>
                </a:lnTo>
                <a:lnTo>
                  <a:pt x="982118" y="253379"/>
                </a:lnTo>
                <a:lnTo>
                  <a:pt x="985389" y="243000"/>
                </a:lnTo>
                <a:lnTo>
                  <a:pt x="986207" y="245856"/>
                </a:lnTo>
                <a:lnTo>
                  <a:pt x="987024" y="244342"/>
                </a:lnTo>
                <a:lnTo>
                  <a:pt x="991113" y="237026"/>
                </a:lnTo>
                <a:lnTo>
                  <a:pt x="996837" y="232167"/>
                </a:lnTo>
                <a:lnTo>
                  <a:pt x="1000108" y="218660"/>
                </a:lnTo>
                <a:lnTo>
                  <a:pt x="1001744" y="219645"/>
                </a:lnTo>
                <a:lnTo>
                  <a:pt x="1005832" y="230870"/>
                </a:lnTo>
                <a:lnTo>
                  <a:pt x="1009103" y="225330"/>
                </a:lnTo>
                <a:lnTo>
                  <a:pt x="1009921" y="225890"/>
                </a:lnTo>
                <a:lnTo>
                  <a:pt x="1010739" y="222936"/>
                </a:lnTo>
                <a:lnTo>
                  <a:pt x="1011557" y="214388"/>
                </a:lnTo>
                <a:lnTo>
                  <a:pt x="1014010" y="220395"/>
                </a:lnTo>
                <a:lnTo>
                  <a:pt x="1018099" y="213105"/>
                </a:lnTo>
                <a:lnTo>
                  <a:pt x="1018916" y="216051"/>
                </a:lnTo>
                <a:lnTo>
                  <a:pt x="1023005" y="216967"/>
                </a:lnTo>
                <a:lnTo>
                  <a:pt x="1027094" y="213100"/>
                </a:lnTo>
                <a:lnTo>
                  <a:pt x="1031183" y="216736"/>
                </a:lnTo>
                <a:lnTo>
                  <a:pt x="1032000" y="215978"/>
                </a:lnTo>
                <a:lnTo>
                  <a:pt x="1034454" y="215140"/>
                </a:lnTo>
                <a:lnTo>
                  <a:pt x="1036089" y="222940"/>
                </a:lnTo>
                <a:lnTo>
                  <a:pt x="1037725" y="221042"/>
                </a:lnTo>
                <a:lnTo>
                  <a:pt x="1038542" y="220066"/>
                </a:lnTo>
                <a:lnTo>
                  <a:pt x="1042631" y="208815"/>
                </a:lnTo>
                <a:lnTo>
                  <a:pt x="1047538" y="200406"/>
                </a:lnTo>
                <a:lnTo>
                  <a:pt x="1048356" y="200702"/>
                </a:lnTo>
                <a:lnTo>
                  <a:pt x="1049173" y="200906"/>
                </a:lnTo>
                <a:lnTo>
                  <a:pt x="1054898" y="190366"/>
                </a:lnTo>
                <a:lnTo>
                  <a:pt x="1072888" y="146892"/>
                </a:lnTo>
                <a:lnTo>
                  <a:pt x="1082701" y="109510"/>
                </a:lnTo>
                <a:lnTo>
                  <a:pt x="1089243" y="90314"/>
                </a:lnTo>
                <a:lnTo>
                  <a:pt x="1090061" y="91500"/>
                </a:lnTo>
                <a:lnTo>
                  <a:pt x="1090878" y="88819"/>
                </a:lnTo>
                <a:lnTo>
                  <a:pt x="1099056" y="75235"/>
                </a:lnTo>
                <a:lnTo>
                  <a:pt x="1102327" y="74923"/>
                </a:lnTo>
                <a:lnTo>
                  <a:pt x="1103963" y="71564"/>
                </a:lnTo>
                <a:lnTo>
                  <a:pt x="1105598" y="72920"/>
                </a:lnTo>
                <a:lnTo>
                  <a:pt x="1107233" y="70153"/>
                </a:lnTo>
                <a:lnTo>
                  <a:pt x="1108051" y="69531"/>
                </a:lnTo>
                <a:lnTo>
                  <a:pt x="1112958" y="80627"/>
                </a:lnTo>
                <a:lnTo>
                  <a:pt x="1114593" y="78846"/>
                </a:lnTo>
                <a:lnTo>
                  <a:pt x="1116229" y="81027"/>
                </a:lnTo>
                <a:lnTo>
                  <a:pt x="1119500" y="78333"/>
                </a:lnTo>
                <a:lnTo>
                  <a:pt x="1129313" y="55746"/>
                </a:lnTo>
                <a:lnTo>
                  <a:pt x="1130948" y="52849"/>
                </a:lnTo>
                <a:lnTo>
                  <a:pt x="1139943" y="22299"/>
                </a:lnTo>
                <a:lnTo>
                  <a:pt x="1142397" y="27257"/>
                </a:lnTo>
                <a:lnTo>
                  <a:pt x="1144850" y="16484"/>
                </a:lnTo>
                <a:lnTo>
                  <a:pt x="1146485" y="16794"/>
                </a:lnTo>
                <a:lnTo>
                  <a:pt x="1152210" y="1463"/>
                </a:lnTo>
                <a:lnTo>
                  <a:pt x="1153027" y="9044"/>
                </a:lnTo>
                <a:lnTo>
                  <a:pt x="1155481" y="4664"/>
                </a:lnTo>
                <a:lnTo>
                  <a:pt x="1156299" y="7438"/>
                </a:lnTo>
                <a:lnTo>
                  <a:pt x="1157116" y="4500"/>
                </a:lnTo>
                <a:lnTo>
                  <a:pt x="1157934" y="0"/>
                </a:lnTo>
                <a:lnTo>
                  <a:pt x="1159569" y="5506"/>
                </a:lnTo>
                <a:lnTo>
                  <a:pt x="1160387" y="4678"/>
                </a:lnTo>
                <a:lnTo>
                  <a:pt x="1162023" y="6766"/>
                </a:lnTo>
                <a:lnTo>
                  <a:pt x="1170200" y="8158"/>
                </a:lnTo>
                <a:lnTo>
                  <a:pt x="1171018" y="10200"/>
                </a:lnTo>
                <a:lnTo>
                  <a:pt x="1172653" y="6187"/>
                </a:lnTo>
                <a:lnTo>
                  <a:pt x="1173471" y="2295"/>
                </a:lnTo>
                <a:lnTo>
                  <a:pt x="1174289" y="12534"/>
                </a:lnTo>
                <a:lnTo>
                  <a:pt x="1177560" y="10939"/>
                </a:lnTo>
                <a:lnTo>
                  <a:pt x="1178378" y="11412"/>
                </a:lnTo>
                <a:lnTo>
                  <a:pt x="1182466" y="19865"/>
                </a:lnTo>
                <a:lnTo>
                  <a:pt x="1185738" y="18296"/>
                </a:lnTo>
                <a:lnTo>
                  <a:pt x="1190644" y="36481"/>
                </a:lnTo>
                <a:lnTo>
                  <a:pt x="1193915" y="44412"/>
                </a:lnTo>
                <a:lnTo>
                  <a:pt x="1198822" y="56607"/>
                </a:lnTo>
                <a:lnTo>
                  <a:pt x="1210270" y="111218"/>
                </a:lnTo>
                <a:lnTo>
                  <a:pt x="1215994" y="148203"/>
                </a:lnTo>
                <a:lnTo>
                  <a:pt x="1224172" y="177763"/>
                </a:lnTo>
                <a:lnTo>
                  <a:pt x="1229078" y="203484"/>
                </a:lnTo>
                <a:lnTo>
                  <a:pt x="1231532" y="219587"/>
                </a:lnTo>
                <a:lnTo>
                  <a:pt x="1233167" y="219228"/>
                </a:lnTo>
                <a:lnTo>
                  <a:pt x="1236438" y="232413"/>
                </a:lnTo>
                <a:lnTo>
                  <a:pt x="1241344" y="260521"/>
                </a:lnTo>
                <a:lnTo>
                  <a:pt x="1243798" y="278892"/>
                </a:lnTo>
                <a:lnTo>
                  <a:pt x="1244616" y="278219"/>
                </a:lnTo>
                <a:lnTo>
                  <a:pt x="1247069" y="260202"/>
                </a:lnTo>
                <a:lnTo>
                  <a:pt x="1247886" y="268928"/>
                </a:lnTo>
                <a:lnTo>
                  <a:pt x="1251158" y="294036"/>
                </a:lnTo>
                <a:lnTo>
                  <a:pt x="1252793" y="287175"/>
                </a:lnTo>
                <a:lnTo>
                  <a:pt x="1254428" y="279705"/>
                </a:lnTo>
                <a:lnTo>
                  <a:pt x="1255246" y="281912"/>
                </a:lnTo>
                <a:lnTo>
                  <a:pt x="1256882" y="294024"/>
                </a:lnTo>
                <a:lnTo>
                  <a:pt x="1259335" y="291151"/>
                </a:lnTo>
                <a:lnTo>
                  <a:pt x="1260153" y="287927"/>
                </a:lnTo>
                <a:lnTo>
                  <a:pt x="1260970" y="291100"/>
                </a:lnTo>
                <a:lnTo>
                  <a:pt x="1262606" y="303959"/>
                </a:lnTo>
                <a:lnTo>
                  <a:pt x="1264241" y="296868"/>
                </a:lnTo>
                <a:lnTo>
                  <a:pt x="1267512" y="283815"/>
                </a:lnTo>
                <a:lnTo>
                  <a:pt x="1270783" y="303393"/>
                </a:lnTo>
                <a:lnTo>
                  <a:pt x="1272419" y="298121"/>
                </a:lnTo>
                <a:lnTo>
                  <a:pt x="1273237" y="298491"/>
                </a:lnTo>
                <a:lnTo>
                  <a:pt x="1274055" y="288400"/>
                </a:lnTo>
                <a:lnTo>
                  <a:pt x="1274872" y="296888"/>
                </a:lnTo>
                <a:lnTo>
                  <a:pt x="1275690" y="307119"/>
                </a:lnTo>
                <a:lnTo>
                  <a:pt x="1278143" y="305926"/>
                </a:lnTo>
                <a:lnTo>
                  <a:pt x="1282232" y="283037"/>
                </a:lnTo>
                <a:lnTo>
                  <a:pt x="1283050" y="287257"/>
                </a:lnTo>
                <a:lnTo>
                  <a:pt x="1284685" y="304506"/>
                </a:lnTo>
                <a:lnTo>
                  <a:pt x="1286321" y="297697"/>
                </a:lnTo>
                <a:lnTo>
                  <a:pt x="1289592" y="306394"/>
                </a:lnTo>
                <a:lnTo>
                  <a:pt x="1290409" y="300899"/>
                </a:lnTo>
                <a:lnTo>
                  <a:pt x="1292863" y="297793"/>
                </a:lnTo>
                <a:lnTo>
                  <a:pt x="1296134" y="303843"/>
                </a:lnTo>
                <a:lnTo>
                  <a:pt x="1297769" y="294202"/>
                </a:lnTo>
                <a:lnTo>
                  <a:pt x="1299405" y="300083"/>
                </a:lnTo>
                <a:lnTo>
                  <a:pt x="1301040" y="304528"/>
                </a:lnTo>
                <a:lnTo>
                  <a:pt x="1301858" y="301038"/>
                </a:lnTo>
                <a:lnTo>
                  <a:pt x="1305129" y="287179"/>
                </a:lnTo>
                <a:lnTo>
                  <a:pt x="1305947" y="293566"/>
                </a:lnTo>
                <a:lnTo>
                  <a:pt x="1308400" y="300354"/>
                </a:lnTo>
                <a:lnTo>
                  <a:pt x="1309218" y="299414"/>
                </a:lnTo>
                <a:lnTo>
                  <a:pt x="1312489" y="272665"/>
                </a:lnTo>
                <a:lnTo>
                  <a:pt x="1313307" y="275774"/>
                </a:lnTo>
                <a:lnTo>
                  <a:pt x="1315760" y="290107"/>
                </a:lnTo>
                <a:lnTo>
                  <a:pt x="1316577" y="288441"/>
                </a:lnTo>
                <a:lnTo>
                  <a:pt x="1319849" y="271846"/>
                </a:lnTo>
                <a:lnTo>
                  <a:pt x="1321484" y="281132"/>
                </a:lnTo>
                <a:lnTo>
                  <a:pt x="1323119" y="285442"/>
                </a:lnTo>
                <a:lnTo>
                  <a:pt x="1324755" y="282028"/>
                </a:lnTo>
                <a:lnTo>
                  <a:pt x="1328026" y="263000"/>
                </a:lnTo>
                <a:lnTo>
                  <a:pt x="1328844" y="264990"/>
                </a:lnTo>
                <a:lnTo>
                  <a:pt x="1332115" y="286146"/>
                </a:lnTo>
                <a:lnTo>
                  <a:pt x="1332933" y="280984"/>
                </a:lnTo>
                <a:lnTo>
                  <a:pt x="1336203" y="263198"/>
                </a:lnTo>
                <a:lnTo>
                  <a:pt x="1337021" y="266971"/>
                </a:lnTo>
                <a:lnTo>
                  <a:pt x="1337839" y="275742"/>
                </a:lnTo>
                <a:lnTo>
                  <a:pt x="1340292" y="270322"/>
                </a:lnTo>
                <a:lnTo>
                  <a:pt x="1341928" y="267170"/>
                </a:lnTo>
                <a:lnTo>
                  <a:pt x="1342745" y="265133"/>
                </a:lnTo>
                <a:lnTo>
                  <a:pt x="1343563" y="267582"/>
                </a:lnTo>
                <a:lnTo>
                  <a:pt x="1344381" y="273347"/>
                </a:lnTo>
                <a:lnTo>
                  <a:pt x="1346834" y="271461"/>
                </a:lnTo>
                <a:lnTo>
                  <a:pt x="1350923" y="259033"/>
                </a:lnTo>
                <a:lnTo>
                  <a:pt x="1352558" y="263349"/>
                </a:lnTo>
                <a:lnTo>
                  <a:pt x="1356647" y="269329"/>
                </a:lnTo>
                <a:lnTo>
                  <a:pt x="1358283" y="269178"/>
                </a:lnTo>
                <a:lnTo>
                  <a:pt x="1361554" y="265716"/>
                </a:lnTo>
                <a:lnTo>
                  <a:pt x="1363189" y="264572"/>
                </a:lnTo>
                <a:lnTo>
                  <a:pt x="1364007" y="270022"/>
                </a:lnTo>
                <a:lnTo>
                  <a:pt x="1365642" y="264476"/>
                </a:lnTo>
                <a:lnTo>
                  <a:pt x="1366460" y="262189"/>
                </a:lnTo>
                <a:lnTo>
                  <a:pt x="1367278" y="264674"/>
                </a:lnTo>
                <a:lnTo>
                  <a:pt x="1370549" y="272299"/>
                </a:lnTo>
                <a:lnTo>
                  <a:pt x="1372184" y="270669"/>
                </a:lnTo>
                <a:lnTo>
                  <a:pt x="1373002" y="270376"/>
                </a:lnTo>
                <a:lnTo>
                  <a:pt x="1378726" y="287250"/>
                </a:lnTo>
                <a:lnTo>
                  <a:pt x="1379544" y="285841"/>
                </a:lnTo>
                <a:lnTo>
                  <a:pt x="1380362" y="284301"/>
                </a:lnTo>
                <a:lnTo>
                  <a:pt x="1381998" y="286390"/>
                </a:lnTo>
                <a:lnTo>
                  <a:pt x="1384451" y="293699"/>
                </a:lnTo>
                <a:lnTo>
                  <a:pt x="1386086" y="290553"/>
                </a:lnTo>
                <a:lnTo>
                  <a:pt x="1398352" y="314364"/>
                </a:lnTo>
                <a:lnTo>
                  <a:pt x="1400806" y="311922"/>
                </a:lnTo>
                <a:lnTo>
                  <a:pt x="1403259" y="316357"/>
                </a:lnTo>
                <a:lnTo>
                  <a:pt x="1404077" y="315968"/>
                </a:lnTo>
                <a:lnTo>
                  <a:pt x="1405712" y="313227"/>
                </a:lnTo>
                <a:lnTo>
                  <a:pt x="1406530" y="315005"/>
                </a:lnTo>
                <a:lnTo>
                  <a:pt x="1407348" y="319934"/>
                </a:lnTo>
                <a:lnTo>
                  <a:pt x="1409801" y="316776"/>
                </a:lnTo>
                <a:lnTo>
                  <a:pt x="1413072" y="320558"/>
                </a:lnTo>
                <a:lnTo>
                  <a:pt x="1413890" y="318955"/>
                </a:lnTo>
                <a:lnTo>
                  <a:pt x="1417161" y="317392"/>
                </a:lnTo>
                <a:lnTo>
                  <a:pt x="1418796" y="325382"/>
                </a:lnTo>
                <a:lnTo>
                  <a:pt x="1421250" y="322619"/>
                </a:lnTo>
                <a:lnTo>
                  <a:pt x="1423703" y="319825"/>
                </a:lnTo>
                <a:lnTo>
                  <a:pt x="1426156" y="325764"/>
                </a:lnTo>
                <a:lnTo>
                  <a:pt x="1426974" y="324459"/>
                </a:lnTo>
                <a:lnTo>
                  <a:pt x="1430245" y="318178"/>
                </a:lnTo>
                <a:lnTo>
                  <a:pt x="1431062" y="316759"/>
                </a:lnTo>
                <a:lnTo>
                  <a:pt x="1433516" y="325373"/>
                </a:lnTo>
                <a:lnTo>
                  <a:pt x="1434333" y="324532"/>
                </a:lnTo>
                <a:lnTo>
                  <a:pt x="1437605" y="324836"/>
                </a:lnTo>
                <a:lnTo>
                  <a:pt x="1438422" y="324404"/>
                </a:lnTo>
                <a:lnTo>
                  <a:pt x="1439240" y="329181"/>
                </a:lnTo>
                <a:lnTo>
                  <a:pt x="1440875" y="322964"/>
                </a:lnTo>
                <a:lnTo>
                  <a:pt x="1441693" y="327615"/>
                </a:lnTo>
                <a:lnTo>
                  <a:pt x="1443329" y="320763"/>
                </a:lnTo>
                <a:lnTo>
                  <a:pt x="1444147" y="325888"/>
                </a:lnTo>
                <a:lnTo>
                  <a:pt x="1445782" y="331590"/>
                </a:lnTo>
                <a:lnTo>
                  <a:pt x="1447417" y="328215"/>
                </a:lnTo>
                <a:lnTo>
                  <a:pt x="1450689" y="331731"/>
                </a:lnTo>
                <a:lnTo>
                  <a:pt x="1452324" y="328067"/>
                </a:lnTo>
                <a:lnTo>
                  <a:pt x="1453959" y="320256"/>
                </a:lnTo>
                <a:lnTo>
                  <a:pt x="1455595" y="315919"/>
                </a:lnTo>
                <a:lnTo>
                  <a:pt x="1457231" y="317273"/>
                </a:lnTo>
                <a:lnTo>
                  <a:pt x="1458866" y="325304"/>
                </a:lnTo>
                <a:lnTo>
                  <a:pt x="1460501" y="321294"/>
                </a:lnTo>
                <a:lnTo>
                  <a:pt x="1461319" y="321572"/>
                </a:lnTo>
                <a:lnTo>
                  <a:pt x="1462955" y="312189"/>
                </a:lnTo>
                <a:lnTo>
                  <a:pt x="1465408" y="314957"/>
                </a:lnTo>
                <a:lnTo>
                  <a:pt x="1468679" y="322207"/>
                </a:lnTo>
                <a:lnTo>
                  <a:pt x="1469497" y="320040"/>
                </a:lnTo>
                <a:lnTo>
                  <a:pt x="1470315" y="317409"/>
                </a:lnTo>
                <a:lnTo>
                  <a:pt x="1471132" y="320789"/>
                </a:lnTo>
                <a:lnTo>
                  <a:pt x="1471950" y="319502"/>
                </a:lnTo>
                <a:lnTo>
                  <a:pt x="1474403" y="327565"/>
                </a:lnTo>
                <a:lnTo>
                  <a:pt x="1475221" y="321261"/>
                </a:lnTo>
                <a:lnTo>
                  <a:pt x="1476039" y="320704"/>
                </a:lnTo>
                <a:lnTo>
                  <a:pt x="1480945" y="339892"/>
                </a:lnTo>
                <a:lnTo>
                  <a:pt x="1477674" y="316596"/>
                </a:lnTo>
                <a:lnTo>
                  <a:pt x="1481763" y="332510"/>
                </a:lnTo>
                <a:lnTo>
                  <a:pt x="1484216" y="329399"/>
                </a:lnTo>
                <a:lnTo>
                  <a:pt x="1485034" y="325455"/>
                </a:lnTo>
                <a:lnTo>
                  <a:pt x="1486669" y="332460"/>
                </a:lnTo>
                <a:lnTo>
                  <a:pt x="1487487" y="336821"/>
                </a:lnTo>
                <a:lnTo>
                  <a:pt x="1489123" y="333706"/>
                </a:lnTo>
                <a:lnTo>
                  <a:pt x="1490758" y="331245"/>
                </a:lnTo>
                <a:lnTo>
                  <a:pt x="1491576" y="333445"/>
                </a:lnTo>
                <a:lnTo>
                  <a:pt x="1493211" y="337398"/>
                </a:lnTo>
                <a:lnTo>
                  <a:pt x="1494029" y="333659"/>
                </a:lnTo>
                <a:lnTo>
                  <a:pt x="1494847" y="330570"/>
                </a:lnTo>
                <a:lnTo>
                  <a:pt x="1497300" y="332480"/>
                </a:lnTo>
                <a:lnTo>
                  <a:pt x="1503025" y="332715"/>
                </a:lnTo>
                <a:lnTo>
                  <a:pt x="1503842" y="323389"/>
                </a:lnTo>
                <a:lnTo>
                  <a:pt x="1506295" y="329038"/>
                </a:lnTo>
                <a:lnTo>
                  <a:pt x="1507113" y="337049"/>
                </a:lnTo>
                <a:lnTo>
                  <a:pt x="1509567" y="331198"/>
                </a:lnTo>
                <a:lnTo>
                  <a:pt x="1511202" y="330957"/>
                </a:lnTo>
                <a:lnTo>
                  <a:pt x="1512020" y="327763"/>
                </a:lnTo>
                <a:lnTo>
                  <a:pt x="1513655" y="328185"/>
                </a:lnTo>
                <a:lnTo>
                  <a:pt x="1514473" y="330799"/>
                </a:lnTo>
                <a:lnTo>
                  <a:pt x="1515291" y="327750"/>
                </a:lnTo>
                <a:lnTo>
                  <a:pt x="1516108" y="320241"/>
                </a:lnTo>
                <a:lnTo>
                  <a:pt x="1518562" y="324706"/>
                </a:lnTo>
                <a:lnTo>
                  <a:pt x="1519380" y="322335"/>
                </a:lnTo>
                <a:lnTo>
                  <a:pt x="1520197" y="325024"/>
                </a:lnTo>
                <a:lnTo>
                  <a:pt x="1521015" y="328995"/>
                </a:lnTo>
                <a:lnTo>
                  <a:pt x="1521833" y="323988"/>
                </a:lnTo>
                <a:lnTo>
                  <a:pt x="1522650" y="319470"/>
                </a:lnTo>
                <a:lnTo>
                  <a:pt x="1525104" y="322604"/>
                </a:lnTo>
                <a:lnTo>
                  <a:pt x="1528375" y="332854"/>
                </a:lnTo>
                <a:lnTo>
                  <a:pt x="1529192" y="336798"/>
                </a:lnTo>
                <a:lnTo>
                  <a:pt x="1530010" y="333086"/>
                </a:lnTo>
                <a:lnTo>
                  <a:pt x="1532464" y="322887"/>
                </a:lnTo>
                <a:lnTo>
                  <a:pt x="1534099" y="326609"/>
                </a:lnTo>
                <a:lnTo>
                  <a:pt x="1535734" y="330446"/>
                </a:lnTo>
                <a:lnTo>
                  <a:pt x="1536552" y="327694"/>
                </a:lnTo>
                <a:lnTo>
                  <a:pt x="1537370" y="325976"/>
                </a:lnTo>
                <a:lnTo>
                  <a:pt x="1539006" y="327224"/>
                </a:lnTo>
                <a:lnTo>
                  <a:pt x="1540641" y="334138"/>
                </a:lnTo>
                <a:lnTo>
                  <a:pt x="1541459" y="325570"/>
                </a:lnTo>
                <a:lnTo>
                  <a:pt x="1544730" y="326128"/>
                </a:lnTo>
                <a:lnTo>
                  <a:pt x="1545548" y="323296"/>
                </a:lnTo>
                <a:lnTo>
                  <a:pt x="1547183" y="325062"/>
                </a:lnTo>
                <a:lnTo>
                  <a:pt x="1550454" y="328766"/>
                </a:lnTo>
                <a:lnTo>
                  <a:pt x="1551272" y="328117"/>
                </a:lnTo>
                <a:lnTo>
                  <a:pt x="1552907" y="323384"/>
                </a:lnTo>
                <a:lnTo>
                  <a:pt x="1553725" y="325737"/>
                </a:lnTo>
                <a:lnTo>
                  <a:pt x="1557814" y="340324"/>
                </a:lnTo>
                <a:lnTo>
                  <a:pt x="1558632" y="335452"/>
                </a:lnTo>
                <a:lnTo>
                  <a:pt x="1560267" y="337733"/>
                </a:lnTo>
                <a:lnTo>
                  <a:pt x="1561902" y="349972"/>
                </a:lnTo>
                <a:lnTo>
                  <a:pt x="1563538" y="346098"/>
                </a:lnTo>
                <a:lnTo>
                  <a:pt x="1564356" y="342312"/>
                </a:lnTo>
                <a:lnTo>
                  <a:pt x="1565174" y="354878"/>
                </a:lnTo>
                <a:lnTo>
                  <a:pt x="1567627" y="349405"/>
                </a:lnTo>
                <a:lnTo>
                  <a:pt x="1572533" y="338373"/>
                </a:lnTo>
                <a:lnTo>
                  <a:pt x="1573351" y="347613"/>
                </a:lnTo>
                <a:lnTo>
                  <a:pt x="1575804" y="345703"/>
                </a:lnTo>
                <a:lnTo>
                  <a:pt x="1576622" y="348720"/>
                </a:lnTo>
                <a:lnTo>
                  <a:pt x="1577440" y="342802"/>
                </a:lnTo>
                <a:lnTo>
                  <a:pt x="1579893" y="344467"/>
                </a:lnTo>
                <a:lnTo>
                  <a:pt x="1581528" y="338994"/>
                </a:lnTo>
                <a:lnTo>
                  <a:pt x="1583982" y="347990"/>
                </a:lnTo>
                <a:lnTo>
                  <a:pt x="1584800" y="345827"/>
                </a:lnTo>
                <a:lnTo>
                  <a:pt x="1587253" y="336065"/>
                </a:lnTo>
                <a:lnTo>
                  <a:pt x="1588070" y="341429"/>
                </a:lnTo>
                <a:lnTo>
                  <a:pt x="1588888" y="343685"/>
                </a:lnTo>
                <a:lnTo>
                  <a:pt x="1589706" y="339302"/>
                </a:lnTo>
                <a:lnTo>
                  <a:pt x="1590524" y="340386"/>
                </a:lnTo>
                <a:lnTo>
                  <a:pt x="1593795" y="329057"/>
                </a:lnTo>
                <a:lnTo>
                  <a:pt x="1595430" y="332410"/>
                </a:lnTo>
                <a:lnTo>
                  <a:pt x="1596248" y="340570"/>
                </a:lnTo>
                <a:lnTo>
                  <a:pt x="1597884" y="334954"/>
                </a:lnTo>
                <a:lnTo>
                  <a:pt x="1601154" y="326444"/>
                </a:lnTo>
                <a:lnTo>
                  <a:pt x="1601972" y="328474"/>
                </a:lnTo>
                <a:lnTo>
                  <a:pt x="1606879" y="327843"/>
                </a:lnTo>
                <a:lnTo>
                  <a:pt x="1610967" y="317356"/>
                </a:lnTo>
                <a:lnTo>
                  <a:pt x="1612603" y="322471"/>
                </a:lnTo>
                <a:lnTo>
                  <a:pt x="1613421" y="319176"/>
                </a:lnTo>
                <a:lnTo>
                  <a:pt x="1616692" y="309021"/>
                </a:lnTo>
                <a:lnTo>
                  <a:pt x="1617509" y="313956"/>
                </a:lnTo>
                <a:lnTo>
                  <a:pt x="1618327" y="317380"/>
                </a:lnTo>
                <a:lnTo>
                  <a:pt x="1620781" y="315981"/>
                </a:lnTo>
                <a:lnTo>
                  <a:pt x="1626505" y="303208"/>
                </a:lnTo>
                <a:lnTo>
                  <a:pt x="1628140" y="308963"/>
                </a:lnTo>
                <a:lnTo>
                  <a:pt x="1631411" y="297001"/>
                </a:lnTo>
                <a:lnTo>
                  <a:pt x="1634682" y="310513"/>
                </a:lnTo>
                <a:lnTo>
                  <a:pt x="1636318" y="298098"/>
                </a:lnTo>
                <a:lnTo>
                  <a:pt x="1637953" y="302257"/>
                </a:lnTo>
                <a:lnTo>
                  <a:pt x="1638771" y="303663"/>
                </a:lnTo>
                <a:lnTo>
                  <a:pt x="1640407" y="300659"/>
                </a:lnTo>
                <a:lnTo>
                  <a:pt x="1642042" y="298445"/>
                </a:lnTo>
                <a:lnTo>
                  <a:pt x="1642860" y="309311"/>
                </a:lnTo>
                <a:lnTo>
                  <a:pt x="1645313" y="306566"/>
                </a:lnTo>
                <a:lnTo>
                  <a:pt x="1646949" y="298967"/>
                </a:lnTo>
                <a:lnTo>
                  <a:pt x="1648584" y="300013"/>
                </a:lnTo>
                <a:lnTo>
                  <a:pt x="1649402" y="299455"/>
                </a:lnTo>
                <a:lnTo>
                  <a:pt x="1650219" y="301752"/>
                </a:lnTo>
                <a:lnTo>
                  <a:pt x="1651037" y="303741"/>
                </a:lnTo>
                <a:lnTo>
                  <a:pt x="1651855" y="297837"/>
                </a:lnTo>
                <a:lnTo>
                  <a:pt x="1653491" y="299860"/>
                </a:lnTo>
                <a:lnTo>
                  <a:pt x="1655126" y="296361"/>
                </a:lnTo>
                <a:lnTo>
                  <a:pt x="1661668" y="293611"/>
                </a:lnTo>
                <a:lnTo>
                  <a:pt x="1663303" y="291326"/>
                </a:lnTo>
                <a:lnTo>
                  <a:pt x="1664121" y="295199"/>
                </a:lnTo>
                <a:lnTo>
                  <a:pt x="1664939" y="293517"/>
                </a:lnTo>
                <a:lnTo>
                  <a:pt x="1666575" y="291368"/>
                </a:lnTo>
                <a:lnTo>
                  <a:pt x="1668210" y="300255"/>
                </a:lnTo>
                <a:lnTo>
                  <a:pt x="1669028" y="290164"/>
                </a:lnTo>
                <a:lnTo>
                  <a:pt x="1670663" y="292147"/>
                </a:lnTo>
                <a:lnTo>
                  <a:pt x="1671481" y="287780"/>
                </a:lnTo>
                <a:lnTo>
                  <a:pt x="1672299" y="295727"/>
                </a:lnTo>
                <a:lnTo>
                  <a:pt x="1673117" y="294443"/>
                </a:lnTo>
                <a:lnTo>
                  <a:pt x="1676387" y="290239"/>
                </a:lnTo>
                <a:lnTo>
                  <a:pt x="1678023" y="297763"/>
                </a:lnTo>
                <a:lnTo>
                  <a:pt x="1678841" y="294385"/>
                </a:lnTo>
                <a:lnTo>
                  <a:pt x="1680476" y="289886"/>
                </a:lnTo>
                <a:lnTo>
                  <a:pt x="1682112" y="290281"/>
                </a:lnTo>
                <a:lnTo>
                  <a:pt x="1682929" y="290170"/>
                </a:lnTo>
                <a:lnTo>
                  <a:pt x="1685383" y="301808"/>
                </a:lnTo>
                <a:lnTo>
                  <a:pt x="1686200" y="299919"/>
                </a:lnTo>
                <a:lnTo>
                  <a:pt x="1690289" y="283076"/>
                </a:lnTo>
                <a:lnTo>
                  <a:pt x="1691925" y="294194"/>
                </a:lnTo>
                <a:lnTo>
                  <a:pt x="1692742" y="284490"/>
                </a:lnTo>
                <a:lnTo>
                  <a:pt x="1694378" y="277271"/>
                </a:lnTo>
                <a:lnTo>
                  <a:pt x="1696014" y="280856"/>
                </a:lnTo>
                <a:lnTo>
                  <a:pt x="1705009" y="295037"/>
                </a:lnTo>
                <a:lnTo>
                  <a:pt x="1706644" y="290595"/>
                </a:lnTo>
                <a:lnTo>
                  <a:pt x="1709915" y="302828"/>
                </a:lnTo>
                <a:lnTo>
                  <a:pt x="1711551" y="295448"/>
                </a:lnTo>
                <a:lnTo>
                  <a:pt x="1713186" y="301615"/>
                </a:lnTo>
                <a:lnTo>
                  <a:pt x="1716457" y="302955"/>
                </a:lnTo>
                <a:lnTo>
                  <a:pt x="1717275" y="297727"/>
                </a:lnTo>
                <a:lnTo>
                  <a:pt x="1718910" y="299479"/>
                </a:lnTo>
                <a:lnTo>
                  <a:pt x="1722182" y="306581"/>
                </a:lnTo>
                <a:lnTo>
                  <a:pt x="1722999" y="301517"/>
                </a:lnTo>
                <a:lnTo>
                  <a:pt x="1725452" y="303875"/>
                </a:lnTo>
                <a:lnTo>
                  <a:pt x="1729541" y="317548"/>
                </a:lnTo>
                <a:lnTo>
                  <a:pt x="1731177" y="309614"/>
                </a:lnTo>
                <a:lnTo>
                  <a:pt x="1731994" y="322041"/>
                </a:lnTo>
                <a:lnTo>
                  <a:pt x="1733630" y="320957"/>
                </a:lnTo>
                <a:lnTo>
                  <a:pt x="1735266" y="326561"/>
                </a:lnTo>
                <a:lnTo>
                  <a:pt x="1736083" y="322610"/>
                </a:lnTo>
                <a:lnTo>
                  <a:pt x="1737719" y="327659"/>
                </a:lnTo>
                <a:lnTo>
                  <a:pt x="1740172" y="336581"/>
                </a:lnTo>
                <a:lnTo>
                  <a:pt x="1740990" y="336290"/>
                </a:lnTo>
                <a:lnTo>
                  <a:pt x="1741808" y="332093"/>
                </a:lnTo>
                <a:lnTo>
                  <a:pt x="1742625" y="336213"/>
                </a:lnTo>
                <a:lnTo>
                  <a:pt x="1745896" y="346068"/>
                </a:lnTo>
                <a:lnTo>
                  <a:pt x="1747532" y="336623"/>
                </a:lnTo>
                <a:lnTo>
                  <a:pt x="1748350" y="346696"/>
                </a:lnTo>
                <a:lnTo>
                  <a:pt x="1752438" y="357051"/>
                </a:lnTo>
                <a:lnTo>
                  <a:pt x="1749985" y="343125"/>
                </a:lnTo>
                <a:lnTo>
                  <a:pt x="1753256" y="353542"/>
                </a:lnTo>
                <a:lnTo>
                  <a:pt x="1754074" y="351909"/>
                </a:lnTo>
                <a:lnTo>
                  <a:pt x="1759798" y="396581"/>
                </a:lnTo>
                <a:lnTo>
                  <a:pt x="1760616" y="393395"/>
                </a:lnTo>
                <a:lnTo>
                  <a:pt x="1761434" y="397544"/>
                </a:lnTo>
                <a:lnTo>
                  <a:pt x="1765522" y="415738"/>
                </a:lnTo>
                <a:lnTo>
                  <a:pt x="1767975" y="406512"/>
                </a:lnTo>
                <a:lnTo>
                  <a:pt x="1771247" y="432710"/>
                </a:lnTo>
                <a:lnTo>
                  <a:pt x="1772882" y="418847"/>
                </a:lnTo>
                <a:lnTo>
                  <a:pt x="1773700" y="432440"/>
                </a:lnTo>
                <a:lnTo>
                  <a:pt x="1774517" y="431921"/>
                </a:lnTo>
                <a:lnTo>
                  <a:pt x="1775335" y="434550"/>
                </a:lnTo>
                <a:lnTo>
                  <a:pt x="1780242" y="452738"/>
                </a:lnTo>
                <a:lnTo>
                  <a:pt x="1781059" y="447158"/>
                </a:lnTo>
                <a:lnTo>
                  <a:pt x="1781877" y="454790"/>
                </a:lnTo>
                <a:lnTo>
                  <a:pt x="1783513" y="467260"/>
                </a:lnTo>
                <a:lnTo>
                  <a:pt x="1784331" y="465896"/>
                </a:lnTo>
                <a:lnTo>
                  <a:pt x="1786784" y="445856"/>
                </a:lnTo>
                <a:lnTo>
                  <a:pt x="1787601" y="452112"/>
                </a:lnTo>
                <a:lnTo>
                  <a:pt x="1790055" y="465340"/>
                </a:lnTo>
                <a:lnTo>
                  <a:pt x="1790873" y="459135"/>
                </a:lnTo>
                <a:lnTo>
                  <a:pt x="1791690" y="454960"/>
                </a:lnTo>
                <a:lnTo>
                  <a:pt x="1793326" y="469850"/>
                </a:lnTo>
                <a:lnTo>
                  <a:pt x="1794961" y="459274"/>
                </a:lnTo>
                <a:lnTo>
                  <a:pt x="1796597" y="457012"/>
                </a:lnTo>
                <a:lnTo>
                  <a:pt x="1798232" y="459271"/>
                </a:lnTo>
                <a:lnTo>
                  <a:pt x="1799050" y="457856"/>
                </a:lnTo>
                <a:lnTo>
                  <a:pt x="1803139" y="468702"/>
                </a:lnTo>
                <a:lnTo>
                  <a:pt x="1803957" y="469313"/>
                </a:lnTo>
                <a:lnTo>
                  <a:pt x="1804774" y="466209"/>
                </a:lnTo>
                <a:lnTo>
                  <a:pt x="1809681" y="469243"/>
                </a:lnTo>
                <a:lnTo>
                  <a:pt x="1812134" y="477566"/>
                </a:lnTo>
                <a:lnTo>
                  <a:pt x="1813769" y="474658"/>
                </a:lnTo>
                <a:lnTo>
                  <a:pt x="1817041" y="483929"/>
                </a:lnTo>
                <a:lnTo>
                  <a:pt x="1821947" y="497838"/>
                </a:lnTo>
                <a:lnTo>
                  <a:pt x="1823583" y="499693"/>
                </a:lnTo>
                <a:lnTo>
                  <a:pt x="1828489" y="510024"/>
                </a:lnTo>
                <a:lnTo>
                  <a:pt x="1829307" y="507454"/>
                </a:lnTo>
                <a:lnTo>
                  <a:pt x="1830942" y="510855"/>
                </a:lnTo>
                <a:lnTo>
                  <a:pt x="1835031" y="519603"/>
                </a:lnTo>
                <a:lnTo>
                  <a:pt x="1838302" y="518902"/>
                </a:lnTo>
                <a:lnTo>
                  <a:pt x="1840755" y="530216"/>
                </a:lnTo>
                <a:lnTo>
                  <a:pt x="1842391" y="526341"/>
                </a:lnTo>
                <a:lnTo>
                  <a:pt x="1843209" y="525477"/>
                </a:lnTo>
                <a:lnTo>
                  <a:pt x="1844844" y="528154"/>
                </a:lnTo>
                <a:lnTo>
                  <a:pt x="1845662" y="529322"/>
                </a:lnTo>
                <a:lnTo>
                  <a:pt x="1848933" y="545588"/>
                </a:lnTo>
                <a:lnTo>
                  <a:pt x="1849751" y="541608"/>
                </a:lnTo>
                <a:lnTo>
                  <a:pt x="1851386" y="534351"/>
                </a:lnTo>
                <a:lnTo>
                  <a:pt x="1852204" y="537731"/>
                </a:lnTo>
                <a:lnTo>
                  <a:pt x="1857110" y="552808"/>
                </a:lnTo>
                <a:lnTo>
                  <a:pt x="1860381" y="549270"/>
                </a:lnTo>
                <a:lnTo>
                  <a:pt x="1862017" y="554063"/>
                </a:lnTo>
                <a:lnTo>
                  <a:pt x="1862834" y="551145"/>
                </a:lnTo>
                <a:lnTo>
                  <a:pt x="1865288" y="544423"/>
                </a:lnTo>
                <a:lnTo>
                  <a:pt x="1866106" y="546751"/>
                </a:lnTo>
                <a:lnTo>
                  <a:pt x="1866923" y="557197"/>
                </a:lnTo>
                <a:lnTo>
                  <a:pt x="1869376" y="549491"/>
                </a:lnTo>
                <a:lnTo>
                  <a:pt x="1870194" y="553688"/>
                </a:lnTo>
                <a:lnTo>
                  <a:pt x="1872648" y="550338"/>
                </a:lnTo>
                <a:lnTo>
                  <a:pt x="1873465" y="551073"/>
                </a:lnTo>
                <a:lnTo>
                  <a:pt x="1874283" y="556256"/>
                </a:lnTo>
                <a:lnTo>
                  <a:pt x="1875918" y="550780"/>
                </a:lnTo>
                <a:lnTo>
                  <a:pt x="1876736" y="550594"/>
                </a:lnTo>
                <a:lnTo>
                  <a:pt x="1878372" y="556276"/>
                </a:lnTo>
                <a:lnTo>
                  <a:pt x="1880007" y="552284"/>
                </a:lnTo>
                <a:lnTo>
                  <a:pt x="1883278" y="557333"/>
                </a:lnTo>
                <a:lnTo>
                  <a:pt x="1884096" y="555381"/>
                </a:lnTo>
                <a:lnTo>
                  <a:pt x="1884914" y="550815"/>
                </a:lnTo>
                <a:lnTo>
                  <a:pt x="1885732" y="557699"/>
                </a:lnTo>
                <a:lnTo>
                  <a:pt x="1886549" y="555312"/>
                </a:lnTo>
                <a:lnTo>
                  <a:pt x="1887367" y="557321"/>
                </a:lnTo>
                <a:lnTo>
                  <a:pt x="1888185" y="555467"/>
                </a:lnTo>
                <a:lnTo>
                  <a:pt x="1889002" y="552917"/>
                </a:lnTo>
                <a:lnTo>
                  <a:pt x="1889820" y="557309"/>
                </a:lnTo>
                <a:lnTo>
                  <a:pt x="1891456" y="559061"/>
                </a:lnTo>
                <a:lnTo>
                  <a:pt x="1892274" y="557490"/>
                </a:lnTo>
                <a:lnTo>
                  <a:pt x="1893909" y="558310"/>
                </a:lnTo>
                <a:lnTo>
                  <a:pt x="1895544" y="551864"/>
                </a:lnTo>
                <a:lnTo>
                  <a:pt x="1896362" y="558934"/>
                </a:lnTo>
                <a:lnTo>
                  <a:pt x="1898816" y="555139"/>
                </a:lnTo>
                <a:lnTo>
                  <a:pt x="1900451" y="557213"/>
                </a:lnTo>
                <a:lnTo>
                  <a:pt x="1901269" y="556139"/>
                </a:lnTo>
                <a:lnTo>
                  <a:pt x="1902086" y="554884"/>
                </a:lnTo>
                <a:lnTo>
                  <a:pt x="1902904" y="557043"/>
                </a:lnTo>
                <a:lnTo>
                  <a:pt x="1903722" y="562593"/>
                </a:lnTo>
                <a:lnTo>
                  <a:pt x="1905358" y="558061"/>
                </a:lnTo>
                <a:lnTo>
                  <a:pt x="1906993" y="555437"/>
                </a:lnTo>
                <a:lnTo>
                  <a:pt x="1908628" y="558544"/>
                </a:lnTo>
                <a:lnTo>
                  <a:pt x="1912717" y="564898"/>
                </a:lnTo>
                <a:lnTo>
                  <a:pt x="1914353" y="567053"/>
                </a:lnTo>
                <a:lnTo>
                  <a:pt x="1915988" y="559495"/>
                </a:lnTo>
                <a:lnTo>
                  <a:pt x="1916806" y="566125"/>
                </a:lnTo>
                <a:lnTo>
                  <a:pt x="1917624" y="569776"/>
                </a:lnTo>
                <a:lnTo>
                  <a:pt x="1918442" y="565570"/>
                </a:lnTo>
                <a:lnTo>
                  <a:pt x="1919259" y="556367"/>
                </a:lnTo>
                <a:lnTo>
                  <a:pt x="1920895" y="561865"/>
                </a:lnTo>
                <a:lnTo>
                  <a:pt x="1921712" y="564319"/>
                </a:lnTo>
                <a:lnTo>
                  <a:pt x="1922530" y="559929"/>
                </a:lnTo>
                <a:lnTo>
                  <a:pt x="1923348" y="556572"/>
                </a:lnTo>
                <a:lnTo>
                  <a:pt x="1924984" y="561750"/>
                </a:lnTo>
                <a:lnTo>
                  <a:pt x="1928254" y="565621"/>
                </a:lnTo>
                <a:lnTo>
                  <a:pt x="1929890" y="560169"/>
                </a:lnTo>
                <a:lnTo>
                  <a:pt x="1931526" y="565025"/>
                </a:lnTo>
                <a:lnTo>
                  <a:pt x="1933979" y="572755"/>
                </a:lnTo>
                <a:lnTo>
                  <a:pt x="1934796" y="565151"/>
                </a:lnTo>
                <a:lnTo>
                  <a:pt x="1937250" y="569013"/>
                </a:lnTo>
                <a:lnTo>
                  <a:pt x="1938067" y="571789"/>
                </a:lnTo>
                <a:lnTo>
                  <a:pt x="1938885" y="568787"/>
                </a:lnTo>
                <a:lnTo>
                  <a:pt x="1943792" y="551115"/>
                </a:lnTo>
                <a:lnTo>
                  <a:pt x="1946245" y="555713"/>
                </a:lnTo>
                <a:lnTo>
                  <a:pt x="1948698" y="566267"/>
                </a:lnTo>
                <a:lnTo>
                  <a:pt x="1951151" y="564738"/>
                </a:lnTo>
                <a:lnTo>
                  <a:pt x="1951969" y="561990"/>
                </a:lnTo>
                <a:lnTo>
                  <a:pt x="1954423" y="564289"/>
                </a:lnTo>
                <a:lnTo>
                  <a:pt x="1956058" y="565871"/>
                </a:lnTo>
                <a:lnTo>
                  <a:pt x="1959329" y="558962"/>
                </a:lnTo>
                <a:lnTo>
                  <a:pt x="1962600" y="562388"/>
                </a:lnTo>
                <a:lnTo>
                  <a:pt x="1964235" y="551886"/>
                </a:lnTo>
                <a:lnTo>
                  <a:pt x="1965871" y="558095"/>
                </a:lnTo>
                <a:lnTo>
                  <a:pt x="1968324" y="567226"/>
                </a:lnTo>
                <a:lnTo>
                  <a:pt x="1970777" y="564627"/>
                </a:lnTo>
                <a:lnTo>
                  <a:pt x="1971595" y="560853"/>
                </a:lnTo>
                <a:lnTo>
                  <a:pt x="1972413" y="565709"/>
                </a:lnTo>
                <a:lnTo>
                  <a:pt x="1973231" y="562551"/>
                </a:lnTo>
                <a:lnTo>
                  <a:pt x="1975684" y="567340"/>
                </a:lnTo>
                <a:lnTo>
                  <a:pt x="1976502" y="563573"/>
                </a:lnTo>
                <a:lnTo>
                  <a:pt x="1979773" y="556280"/>
                </a:lnTo>
                <a:lnTo>
                  <a:pt x="1983044" y="576573"/>
                </a:lnTo>
                <a:lnTo>
                  <a:pt x="1983861" y="574342"/>
                </a:lnTo>
                <a:lnTo>
                  <a:pt x="1988768" y="559597"/>
                </a:lnTo>
                <a:lnTo>
                  <a:pt x="1991221" y="569178"/>
                </a:lnTo>
                <a:lnTo>
                  <a:pt x="1992857" y="565481"/>
                </a:lnTo>
                <a:lnTo>
                  <a:pt x="1996945" y="573949"/>
                </a:lnTo>
                <a:lnTo>
                  <a:pt x="1998581" y="571183"/>
                </a:lnTo>
                <a:lnTo>
                  <a:pt x="2001852" y="568305"/>
                </a:lnTo>
                <a:lnTo>
                  <a:pt x="2002670" y="563049"/>
                </a:lnTo>
                <a:lnTo>
                  <a:pt x="2004305" y="570983"/>
                </a:lnTo>
                <a:lnTo>
                  <a:pt x="2005123" y="566449"/>
                </a:lnTo>
                <a:lnTo>
                  <a:pt x="2005941" y="572531"/>
                </a:lnTo>
                <a:lnTo>
                  <a:pt x="2007576" y="568059"/>
                </a:lnTo>
                <a:lnTo>
                  <a:pt x="2008394" y="560904"/>
                </a:lnTo>
                <a:lnTo>
                  <a:pt x="2009212" y="567463"/>
                </a:lnTo>
                <a:lnTo>
                  <a:pt x="2010029" y="573682"/>
                </a:lnTo>
                <a:lnTo>
                  <a:pt x="2011665" y="564033"/>
                </a:lnTo>
                <a:lnTo>
                  <a:pt x="2012483" y="562811"/>
                </a:lnTo>
                <a:lnTo>
                  <a:pt x="2013301" y="565179"/>
                </a:lnTo>
                <a:lnTo>
                  <a:pt x="2014118" y="565373"/>
                </a:lnTo>
                <a:lnTo>
                  <a:pt x="2014936" y="568421"/>
                </a:lnTo>
                <a:lnTo>
                  <a:pt x="2015754" y="564057"/>
                </a:lnTo>
                <a:lnTo>
                  <a:pt x="2019843" y="549274"/>
                </a:lnTo>
                <a:lnTo>
                  <a:pt x="2017389" y="567274"/>
                </a:lnTo>
                <a:lnTo>
                  <a:pt x="2020660" y="549841"/>
                </a:lnTo>
                <a:lnTo>
                  <a:pt x="2022296" y="569981"/>
                </a:lnTo>
                <a:lnTo>
                  <a:pt x="2023931" y="554689"/>
                </a:lnTo>
                <a:lnTo>
                  <a:pt x="2025567" y="568316"/>
                </a:lnTo>
                <a:lnTo>
                  <a:pt x="2026384" y="559067"/>
                </a:lnTo>
                <a:lnTo>
                  <a:pt x="2027202" y="554738"/>
                </a:lnTo>
                <a:lnTo>
                  <a:pt x="2028020" y="561729"/>
                </a:lnTo>
                <a:lnTo>
                  <a:pt x="2029656" y="569165"/>
                </a:lnTo>
                <a:lnTo>
                  <a:pt x="2031291" y="566470"/>
                </a:lnTo>
                <a:lnTo>
                  <a:pt x="2034562" y="548822"/>
                </a:lnTo>
                <a:lnTo>
                  <a:pt x="2035380" y="561674"/>
                </a:lnTo>
                <a:lnTo>
                  <a:pt x="2037015" y="555584"/>
                </a:lnTo>
                <a:lnTo>
                  <a:pt x="2037833" y="553245"/>
                </a:lnTo>
                <a:lnTo>
                  <a:pt x="2039468" y="554860"/>
                </a:lnTo>
                <a:lnTo>
                  <a:pt x="2044375" y="571914"/>
                </a:lnTo>
                <a:lnTo>
                  <a:pt x="2045193" y="571061"/>
                </a:lnTo>
                <a:lnTo>
                  <a:pt x="2048464" y="538184"/>
                </a:lnTo>
                <a:lnTo>
                  <a:pt x="2050099" y="553021"/>
                </a:lnTo>
                <a:lnTo>
                  <a:pt x="2053370" y="562797"/>
                </a:lnTo>
                <a:lnTo>
                  <a:pt x="2054188" y="560713"/>
                </a:lnTo>
                <a:lnTo>
                  <a:pt x="2059094" y="556953"/>
                </a:lnTo>
                <a:lnTo>
                  <a:pt x="2060730" y="552225"/>
                </a:lnTo>
                <a:lnTo>
                  <a:pt x="2061548" y="557705"/>
                </a:lnTo>
                <a:lnTo>
                  <a:pt x="2063183" y="561479"/>
                </a:lnTo>
                <a:lnTo>
                  <a:pt x="2064001" y="555111"/>
                </a:lnTo>
                <a:lnTo>
                  <a:pt x="2065636" y="555455"/>
                </a:lnTo>
                <a:lnTo>
                  <a:pt x="2066454" y="553103"/>
                </a:lnTo>
                <a:lnTo>
                  <a:pt x="2068090" y="540133"/>
                </a:lnTo>
                <a:lnTo>
                  <a:pt x="2068908" y="549936"/>
                </a:lnTo>
                <a:lnTo>
                  <a:pt x="2071361" y="558984"/>
                </a:lnTo>
                <a:lnTo>
                  <a:pt x="2072178" y="554951"/>
                </a:lnTo>
                <a:lnTo>
                  <a:pt x="2075450" y="560946"/>
                </a:lnTo>
                <a:lnTo>
                  <a:pt x="2076267" y="562101"/>
                </a:lnTo>
                <a:lnTo>
                  <a:pt x="2079538" y="538620"/>
                </a:lnTo>
                <a:lnTo>
                  <a:pt x="2080356" y="539538"/>
                </a:lnTo>
                <a:lnTo>
                  <a:pt x="2081174" y="547020"/>
                </a:lnTo>
                <a:lnTo>
                  <a:pt x="2081992" y="538632"/>
                </a:lnTo>
                <a:lnTo>
                  <a:pt x="2082809" y="542780"/>
                </a:lnTo>
                <a:lnTo>
                  <a:pt x="2084445" y="533107"/>
                </a:lnTo>
                <a:lnTo>
                  <a:pt x="2086080" y="536478"/>
                </a:lnTo>
                <a:lnTo>
                  <a:pt x="2086898" y="536728"/>
                </a:lnTo>
                <a:lnTo>
                  <a:pt x="2091804" y="521907"/>
                </a:lnTo>
                <a:lnTo>
                  <a:pt x="2092622" y="527331"/>
                </a:lnTo>
                <a:lnTo>
                  <a:pt x="2095076" y="523285"/>
                </a:lnTo>
                <a:lnTo>
                  <a:pt x="2095893" y="510788"/>
                </a:lnTo>
                <a:lnTo>
                  <a:pt x="2097529" y="524529"/>
                </a:lnTo>
                <a:lnTo>
                  <a:pt x="2098347" y="519842"/>
                </a:lnTo>
                <a:lnTo>
                  <a:pt x="2099164" y="514467"/>
                </a:lnTo>
                <a:lnTo>
                  <a:pt x="2099982" y="522639"/>
                </a:lnTo>
                <a:lnTo>
                  <a:pt x="2100800" y="528645"/>
                </a:lnTo>
                <a:lnTo>
                  <a:pt x="2102435" y="522999"/>
                </a:lnTo>
                <a:lnTo>
                  <a:pt x="2104071" y="508422"/>
                </a:lnTo>
                <a:lnTo>
                  <a:pt x="2108159" y="513964"/>
                </a:lnTo>
                <a:lnTo>
                  <a:pt x="2109795" y="512819"/>
                </a:lnTo>
                <a:lnTo>
                  <a:pt x="2110613" y="503180"/>
                </a:lnTo>
                <a:lnTo>
                  <a:pt x="2113066" y="508362"/>
                </a:lnTo>
                <a:lnTo>
                  <a:pt x="2113884" y="502003"/>
                </a:lnTo>
                <a:lnTo>
                  <a:pt x="2116337" y="504148"/>
                </a:lnTo>
                <a:lnTo>
                  <a:pt x="2119608" y="496273"/>
                </a:lnTo>
                <a:lnTo>
                  <a:pt x="2121243" y="498096"/>
                </a:lnTo>
                <a:lnTo>
                  <a:pt x="2123697" y="508073"/>
                </a:lnTo>
                <a:lnTo>
                  <a:pt x="2124515" y="506928"/>
                </a:lnTo>
                <a:lnTo>
                  <a:pt x="2127785" y="499505"/>
                </a:lnTo>
                <a:lnTo>
                  <a:pt x="2128603" y="499564"/>
                </a:lnTo>
                <a:lnTo>
                  <a:pt x="2130239" y="505722"/>
                </a:lnTo>
                <a:lnTo>
                  <a:pt x="2131874" y="502366"/>
                </a:lnTo>
                <a:lnTo>
                  <a:pt x="2132692" y="503486"/>
                </a:lnTo>
                <a:lnTo>
                  <a:pt x="2133510" y="497407"/>
                </a:lnTo>
                <a:lnTo>
                  <a:pt x="2135145" y="500398"/>
                </a:lnTo>
                <a:lnTo>
                  <a:pt x="2135963" y="505967"/>
                </a:lnTo>
                <a:lnTo>
                  <a:pt x="2137599" y="496240"/>
                </a:lnTo>
                <a:lnTo>
                  <a:pt x="2138416" y="495044"/>
                </a:lnTo>
                <a:lnTo>
                  <a:pt x="2140052" y="501784"/>
                </a:lnTo>
                <a:lnTo>
                  <a:pt x="2140869" y="493523"/>
                </a:lnTo>
                <a:lnTo>
                  <a:pt x="2144141" y="487807"/>
                </a:lnTo>
                <a:lnTo>
                  <a:pt x="2144958" y="488659"/>
                </a:lnTo>
                <a:lnTo>
                  <a:pt x="2145776" y="488353"/>
                </a:lnTo>
                <a:lnTo>
                  <a:pt x="2146594" y="482963"/>
                </a:lnTo>
                <a:lnTo>
                  <a:pt x="2149047" y="485237"/>
                </a:lnTo>
                <a:lnTo>
                  <a:pt x="2149865" y="484808"/>
                </a:lnTo>
                <a:lnTo>
                  <a:pt x="2152318" y="473139"/>
                </a:lnTo>
                <a:lnTo>
                  <a:pt x="2153136" y="478915"/>
                </a:lnTo>
                <a:lnTo>
                  <a:pt x="2156407" y="476602"/>
                </a:lnTo>
                <a:lnTo>
                  <a:pt x="2157225" y="481112"/>
                </a:lnTo>
                <a:lnTo>
                  <a:pt x="2158042" y="476810"/>
                </a:lnTo>
                <a:lnTo>
                  <a:pt x="2159678" y="470867"/>
                </a:lnTo>
                <a:lnTo>
                  <a:pt x="2161313" y="486088"/>
                </a:lnTo>
                <a:lnTo>
                  <a:pt x="2162949" y="474379"/>
                </a:lnTo>
                <a:lnTo>
                  <a:pt x="2163767" y="474375"/>
                </a:lnTo>
                <a:lnTo>
                  <a:pt x="2167855" y="488198"/>
                </a:lnTo>
                <a:lnTo>
                  <a:pt x="2168673" y="484666"/>
                </a:lnTo>
                <a:lnTo>
                  <a:pt x="2169491" y="487055"/>
                </a:lnTo>
                <a:lnTo>
                  <a:pt x="2170309" y="491877"/>
                </a:lnTo>
                <a:lnTo>
                  <a:pt x="2171944" y="486635"/>
                </a:lnTo>
                <a:lnTo>
                  <a:pt x="2173579" y="478353"/>
                </a:lnTo>
                <a:lnTo>
                  <a:pt x="2174397" y="487608"/>
                </a:lnTo>
                <a:lnTo>
                  <a:pt x="2175215" y="488798"/>
                </a:lnTo>
                <a:lnTo>
                  <a:pt x="2176033" y="485685"/>
                </a:lnTo>
                <a:lnTo>
                  <a:pt x="2178486" y="481388"/>
                </a:lnTo>
                <a:lnTo>
                  <a:pt x="2179304" y="478439"/>
                </a:lnTo>
                <a:lnTo>
                  <a:pt x="2180939" y="488828"/>
                </a:lnTo>
                <a:lnTo>
                  <a:pt x="2182575" y="485759"/>
                </a:lnTo>
                <a:lnTo>
                  <a:pt x="2183393" y="482558"/>
                </a:lnTo>
                <a:lnTo>
                  <a:pt x="2184210" y="486632"/>
                </a:lnTo>
                <a:lnTo>
                  <a:pt x="2185028" y="485688"/>
                </a:lnTo>
                <a:lnTo>
                  <a:pt x="2185846" y="489402"/>
                </a:lnTo>
                <a:lnTo>
                  <a:pt x="2186664" y="483954"/>
                </a:lnTo>
                <a:lnTo>
                  <a:pt x="2187481" y="481025"/>
                </a:lnTo>
                <a:lnTo>
                  <a:pt x="2188299" y="487101"/>
                </a:lnTo>
                <a:lnTo>
                  <a:pt x="2189117" y="486720"/>
                </a:lnTo>
                <a:lnTo>
                  <a:pt x="2192388" y="474479"/>
                </a:lnTo>
                <a:lnTo>
                  <a:pt x="2193206" y="482707"/>
                </a:lnTo>
                <a:lnTo>
                  <a:pt x="2194841" y="469760"/>
                </a:lnTo>
                <a:lnTo>
                  <a:pt x="2195659" y="478272"/>
                </a:lnTo>
                <a:lnTo>
                  <a:pt x="2196476" y="480770"/>
                </a:lnTo>
                <a:lnTo>
                  <a:pt x="2197294" y="480470"/>
                </a:lnTo>
                <a:lnTo>
                  <a:pt x="2199748" y="469911"/>
                </a:lnTo>
                <a:lnTo>
                  <a:pt x="2203018" y="481431"/>
                </a:lnTo>
                <a:lnTo>
                  <a:pt x="2211196" y="468436"/>
                </a:lnTo>
                <a:lnTo>
                  <a:pt x="2212014" y="475293"/>
                </a:lnTo>
                <a:lnTo>
                  <a:pt x="2213649" y="465178"/>
                </a:lnTo>
                <a:lnTo>
                  <a:pt x="2217738" y="470336"/>
                </a:lnTo>
                <a:lnTo>
                  <a:pt x="2218556" y="466948"/>
                </a:lnTo>
                <a:lnTo>
                  <a:pt x="2219374" y="475184"/>
                </a:lnTo>
                <a:lnTo>
                  <a:pt x="2221827" y="473088"/>
                </a:lnTo>
                <a:lnTo>
                  <a:pt x="2222644" y="473715"/>
                </a:lnTo>
                <a:lnTo>
                  <a:pt x="2226733" y="487672"/>
                </a:lnTo>
                <a:lnTo>
                  <a:pt x="2228369" y="476855"/>
                </a:lnTo>
                <a:lnTo>
                  <a:pt x="2229186" y="469933"/>
                </a:lnTo>
                <a:lnTo>
                  <a:pt x="2230004" y="477819"/>
                </a:lnTo>
                <a:lnTo>
                  <a:pt x="2230822" y="474285"/>
                </a:lnTo>
                <a:lnTo>
                  <a:pt x="2231640" y="477426"/>
                </a:lnTo>
                <a:lnTo>
                  <a:pt x="2233275" y="471782"/>
                </a:lnTo>
                <a:lnTo>
                  <a:pt x="2239000" y="451465"/>
                </a:lnTo>
                <a:lnTo>
                  <a:pt x="2240635" y="460595"/>
                </a:lnTo>
                <a:lnTo>
                  <a:pt x="2242270" y="458059"/>
                </a:lnTo>
                <a:lnTo>
                  <a:pt x="2246359" y="455280"/>
                </a:lnTo>
                <a:lnTo>
                  <a:pt x="2248812" y="458411"/>
                </a:lnTo>
                <a:lnTo>
                  <a:pt x="2250448" y="447124"/>
                </a:lnTo>
                <a:lnTo>
                  <a:pt x="2252084" y="456603"/>
                </a:lnTo>
                <a:lnTo>
                  <a:pt x="2253719" y="452645"/>
                </a:lnTo>
                <a:lnTo>
                  <a:pt x="2254537" y="451083"/>
                </a:lnTo>
                <a:lnTo>
                  <a:pt x="2255354" y="454895"/>
                </a:lnTo>
                <a:lnTo>
                  <a:pt x="2256172" y="455322"/>
                </a:lnTo>
                <a:lnTo>
                  <a:pt x="2257808" y="447955"/>
                </a:lnTo>
                <a:lnTo>
                  <a:pt x="2260261" y="449070"/>
                </a:lnTo>
                <a:lnTo>
                  <a:pt x="2261079" y="447404"/>
                </a:lnTo>
                <a:lnTo>
                  <a:pt x="2265168" y="456112"/>
                </a:lnTo>
                <a:lnTo>
                  <a:pt x="2265985" y="457008"/>
                </a:lnTo>
                <a:lnTo>
                  <a:pt x="2268438" y="447805"/>
                </a:lnTo>
                <a:lnTo>
                  <a:pt x="2269256" y="453030"/>
                </a:lnTo>
                <a:lnTo>
                  <a:pt x="2270074" y="453594"/>
                </a:lnTo>
                <a:lnTo>
                  <a:pt x="2270892" y="445855"/>
                </a:lnTo>
                <a:lnTo>
                  <a:pt x="2273345" y="450124"/>
                </a:lnTo>
                <a:lnTo>
                  <a:pt x="2275798" y="452830"/>
                </a:lnTo>
                <a:lnTo>
                  <a:pt x="2279069" y="443930"/>
                </a:lnTo>
                <a:lnTo>
                  <a:pt x="2279887" y="446161"/>
                </a:lnTo>
                <a:lnTo>
                  <a:pt x="2285611" y="447501"/>
                </a:lnTo>
                <a:lnTo>
                  <a:pt x="2288065" y="439148"/>
                </a:lnTo>
                <a:lnTo>
                  <a:pt x="2288882" y="441061"/>
                </a:lnTo>
                <a:lnTo>
                  <a:pt x="2290518" y="443378"/>
                </a:lnTo>
              </a:path>
            </a:pathLst>
          </a:custGeom>
          <a:noFill/>
          <a:ln w="2208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65"/>
          <p:cNvSpPr/>
          <p:nvPr/>
        </p:nvSpPr>
        <p:spPr>
          <a:xfrm>
            <a:off x="7017086" y="2160056"/>
            <a:ext cx="2290518" cy="503904"/>
          </a:xfrm>
          <a:custGeom>
            <a:avLst/>
            <a:gdLst/>
            <a:ahLst/>
            <a:cxnLst/>
            <a:rect l="l" t="t" r="r" b="b"/>
            <a:pathLst>
              <a:path w="2290518" h="503904">
                <a:moveTo>
                  <a:pt x="0" y="430963"/>
                </a:moveTo>
                <a:lnTo>
                  <a:pt x="4089" y="427991"/>
                </a:lnTo>
                <a:lnTo>
                  <a:pt x="7360" y="426554"/>
                </a:lnTo>
                <a:lnTo>
                  <a:pt x="8995" y="421139"/>
                </a:lnTo>
                <a:lnTo>
                  <a:pt x="9813" y="424970"/>
                </a:lnTo>
                <a:lnTo>
                  <a:pt x="10631" y="430666"/>
                </a:lnTo>
                <a:lnTo>
                  <a:pt x="12266" y="422730"/>
                </a:lnTo>
                <a:lnTo>
                  <a:pt x="17990" y="431469"/>
                </a:lnTo>
                <a:lnTo>
                  <a:pt x="18808" y="426747"/>
                </a:lnTo>
                <a:lnTo>
                  <a:pt x="19626" y="427561"/>
                </a:lnTo>
                <a:lnTo>
                  <a:pt x="21261" y="444151"/>
                </a:lnTo>
                <a:lnTo>
                  <a:pt x="22897" y="438938"/>
                </a:lnTo>
                <a:lnTo>
                  <a:pt x="26168" y="422920"/>
                </a:lnTo>
                <a:lnTo>
                  <a:pt x="27804" y="432818"/>
                </a:lnTo>
                <a:lnTo>
                  <a:pt x="28621" y="435956"/>
                </a:lnTo>
                <a:lnTo>
                  <a:pt x="29439" y="433807"/>
                </a:lnTo>
                <a:lnTo>
                  <a:pt x="31074" y="428335"/>
                </a:lnTo>
                <a:lnTo>
                  <a:pt x="32710" y="429906"/>
                </a:lnTo>
                <a:lnTo>
                  <a:pt x="35163" y="428741"/>
                </a:lnTo>
                <a:lnTo>
                  <a:pt x="35981" y="430713"/>
                </a:lnTo>
                <a:lnTo>
                  <a:pt x="36799" y="433757"/>
                </a:lnTo>
                <a:lnTo>
                  <a:pt x="37616" y="430631"/>
                </a:lnTo>
                <a:lnTo>
                  <a:pt x="39252" y="424420"/>
                </a:lnTo>
                <a:lnTo>
                  <a:pt x="40888" y="426597"/>
                </a:lnTo>
                <a:lnTo>
                  <a:pt x="42523" y="426480"/>
                </a:lnTo>
                <a:lnTo>
                  <a:pt x="43341" y="424294"/>
                </a:lnTo>
                <a:lnTo>
                  <a:pt x="44976" y="426841"/>
                </a:lnTo>
                <a:lnTo>
                  <a:pt x="48247" y="433757"/>
                </a:lnTo>
                <a:lnTo>
                  <a:pt x="49065" y="430468"/>
                </a:lnTo>
                <a:lnTo>
                  <a:pt x="51518" y="433652"/>
                </a:lnTo>
                <a:lnTo>
                  <a:pt x="52336" y="431639"/>
                </a:lnTo>
                <a:lnTo>
                  <a:pt x="53972" y="427893"/>
                </a:lnTo>
                <a:lnTo>
                  <a:pt x="55607" y="421899"/>
                </a:lnTo>
                <a:lnTo>
                  <a:pt x="57242" y="423835"/>
                </a:lnTo>
                <a:lnTo>
                  <a:pt x="58878" y="426886"/>
                </a:lnTo>
                <a:lnTo>
                  <a:pt x="60514" y="434224"/>
                </a:lnTo>
                <a:lnTo>
                  <a:pt x="62149" y="432108"/>
                </a:lnTo>
                <a:lnTo>
                  <a:pt x="66238" y="421051"/>
                </a:lnTo>
                <a:lnTo>
                  <a:pt x="68691" y="415245"/>
                </a:lnTo>
                <a:lnTo>
                  <a:pt x="69509" y="416621"/>
                </a:lnTo>
                <a:lnTo>
                  <a:pt x="72780" y="422068"/>
                </a:lnTo>
                <a:lnTo>
                  <a:pt x="74415" y="420897"/>
                </a:lnTo>
                <a:lnTo>
                  <a:pt x="78504" y="419523"/>
                </a:lnTo>
                <a:lnTo>
                  <a:pt x="81775" y="424114"/>
                </a:lnTo>
                <a:lnTo>
                  <a:pt x="83410" y="417513"/>
                </a:lnTo>
                <a:lnTo>
                  <a:pt x="85046" y="420942"/>
                </a:lnTo>
                <a:lnTo>
                  <a:pt x="92406" y="411008"/>
                </a:lnTo>
                <a:lnTo>
                  <a:pt x="95677" y="417328"/>
                </a:lnTo>
                <a:lnTo>
                  <a:pt x="96494" y="416609"/>
                </a:lnTo>
                <a:lnTo>
                  <a:pt x="99765" y="408201"/>
                </a:lnTo>
                <a:lnTo>
                  <a:pt x="100583" y="410506"/>
                </a:lnTo>
                <a:lnTo>
                  <a:pt x="102219" y="415465"/>
                </a:lnTo>
                <a:lnTo>
                  <a:pt x="103854" y="416690"/>
                </a:lnTo>
                <a:lnTo>
                  <a:pt x="104672" y="415542"/>
                </a:lnTo>
                <a:lnTo>
                  <a:pt x="107943" y="397108"/>
                </a:lnTo>
                <a:lnTo>
                  <a:pt x="108761" y="398114"/>
                </a:lnTo>
                <a:lnTo>
                  <a:pt x="116121" y="410558"/>
                </a:lnTo>
                <a:lnTo>
                  <a:pt x="121027" y="405881"/>
                </a:lnTo>
                <a:lnTo>
                  <a:pt x="121844" y="403715"/>
                </a:lnTo>
                <a:lnTo>
                  <a:pt x="123480" y="405087"/>
                </a:lnTo>
                <a:lnTo>
                  <a:pt x="126751" y="410865"/>
                </a:lnTo>
                <a:lnTo>
                  <a:pt x="127569" y="410036"/>
                </a:lnTo>
                <a:lnTo>
                  <a:pt x="131658" y="405191"/>
                </a:lnTo>
                <a:lnTo>
                  <a:pt x="135747" y="413075"/>
                </a:lnTo>
                <a:lnTo>
                  <a:pt x="138200" y="401834"/>
                </a:lnTo>
                <a:lnTo>
                  <a:pt x="139835" y="406546"/>
                </a:lnTo>
                <a:lnTo>
                  <a:pt x="142289" y="411307"/>
                </a:lnTo>
                <a:lnTo>
                  <a:pt x="143106" y="409283"/>
                </a:lnTo>
                <a:lnTo>
                  <a:pt x="151284" y="394984"/>
                </a:lnTo>
                <a:lnTo>
                  <a:pt x="154555" y="403756"/>
                </a:lnTo>
                <a:lnTo>
                  <a:pt x="155373" y="402589"/>
                </a:lnTo>
                <a:lnTo>
                  <a:pt x="156190" y="398777"/>
                </a:lnTo>
                <a:lnTo>
                  <a:pt x="157826" y="403280"/>
                </a:lnTo>
                <a:lnTo>
                  <a:pt x="158643" y="401830"/>
                </a:lnTo>
                <a:lnTo>
                  <a:pt x="159461" y="401012"/>
                </a:lnTo>
                <a:lnTo>
                  <a:pt x="160279" y="404105"/>
                </a:lnTo>
                <a:lnTo>
                  <a:pt x="161097" y="406893"/>
                </a:lnTo>
                <a:lnTo>
                  <a:pt x="161914" y="404491"/>
                </a:lnTo>
                <a:lnTo>
                  <a:pt x="163550" y="399531"/>
                </a:lnTo>
                <a:lnTo>
                  <a:pt x="165185" y="399830"/>
                </a:lnTo>
                <a:lnTo>
                  <a:pt x="169274" y="399923"/>
                </a:lnTo>
                <a:lnTo>
                  <a:pt x="177452" y="406628"/>
                </a:lnTo>
                <a:lnTo>
                  <a:pt x="178269" y="405371"/>
                </a:lnTo>
                <a:lnTo>
                  <a:pt x="186447" y="384017"/>
                </a:lnTo>
                <a:lnTo>
                  <a:pt x="187265" y="389842"/>
                </a:lnTo>
                <a:lnTo>
                  <a:pt x="191354" y="399870"/>
                </a:lnTo>
                <a:lnTo>
                  <a:pt x="193807" y="399701"/>
                </a:lnTo>
                <a:lnTo>
                  <a:pt x="195442" y="409421"/>
                </a:lnTo>
                <a:lnTo>
                  <a:pt x="197077" y="401489"/>
                </a:lnTo>
                <a:lnTo>
                  <a:pt x="198713" y="388903"/>
                </a:lnTo>
                <a:lnTo>
                  <a:pt x="201166" y="393979"/>
                </a:lnTo>
                <a:lnTo>
                  <a:pt x="208526" y="394320"/>
                </a:lnTo>
                <a:lnTo>
                  <a:pt x="210980" y="398117"/>
                </a:lnTo>
                <a:lnTo>
                  <a:pt x="212615" y="397026"/>
                </a:lnTo>
                <a:lnTo>
                  <a:pt x="215068" y="390312"/>
                </a:lnTo>
                <a:lnTo>
                  <a:pt x="216704" y="392667"/>
                </a:lnTo>
                <a:lnTo>
                  <a:pt x="223246" y="395259"/>
                </a:lnTo>
                <a:lnTo>
                  <a:pt x="236330" y="401059"/>
                </a:lnTo>
                <a:lnTo>
                  <a:pt x="237148" y="403100"/>
                </a:lnTo>
                <a:lnTo>
                  <a:pt x="237965" y="400333"/>
                </a:lnTo>
                <a:lnTo>
                  <a:pt x="240418" y="394096"/>
                </a:lnTo>
                <a:lnTo>
                  <a:pt x="242054" y="397286"/>
                </a:lnTo>
                <a:lnTo>
                  <a:pt x="242872" y="398703"/>
                </a:lnTo>
                <a:lnTo>
                  <a:pt x="243689" y="397579"/>
                </a:lnTo>
                <a:lnTo>
                  <a:pt x="248596" y="392497"/>
                </a:lnTo>
                <a:lnTo>
                  <a:pt x="251867" y="394208"/>
                </a:lnTo>
                <a:lnTo>
                  <a:pt x="252685" y="395690"/>
                </a:lnTo>
                <a:lnTo>
                  <a:pt x="254320" y="394174"/>
                </a:lnTo>
                <a:lnTo>
                  <a:pt x="259227" y="380516"/>
                </a:lnTo>
                <a:lnTo>
                  <a:pt x="260044" y="382835"/>
                </a:lnTo>
                <a:lnTo>
                  <a:pt x="264951" y="396287"/>
                </a:lnTo>
                <a:lnTo>
                  <a:pt x="269040" y="385112"/>
                </a:lnTo>
                <a:lnTo>
                  <a:pt x="269857" y="385841"/>
                </a:lnTo>
                <a:lnTo>
                  <a:pt x="273129" y="396921"/>
                </a:lnTo>
                <a:lnTo>
                  <a:pt x="276399" y="395513"/>
                </a:lnTo>
                <a:lnTo>
                  <a:pt x="281306" y="399411"/>
                </a:lnTo>
                <a:lnTo>
                  <a:pt x="287848" y="402302"/>
                </a:lnTo>
                <a:lnTo>
                  <a:pt x="289483" y="397832"/>
                </a:lnTo>
                <a:lnTo>
                  <a:pt x="291119" y="400127"/>
                </a:lnTo>
                <a:lnTo>
                  <a:pt x="292755" y="396750"/>
                </a:lnTo>
                <a:lnTo>
                  <a:pt x="294390" y="398507"/>
                </a:lnTo>
                <a:lnTo>
                  <a:pt x="297661" y="404980"/>
                </a:lnTo>
                <a:lnTo>
                  <a:pt x="298479" y="402180"/>
                </a:lnTo>
                <a:lnTo>
                  <a:pt x="303385" y="392367"/>
                </a:lnTo>
                <a:lnTo>
                  <a:pt x="309927" y="393643"/>
                </a:lnTo>
                <a:lnTo>
                  <a:pt x="311563" y="392434"/>
                </a:lnTo>
                <a:lnTo>
                  <a:pt x="312381" y="393967"/>
                </a:lnTo>
                <a:lnTo>
                  <a:pt x="316469" y="395484"/>
                </a:lnTo>
                <a:lnTo>
                  <a:pt x="321376" y="393046"/>
                </a:lnTo>
                <a:lnTo>
                  <a:pt x="323829" y="397285"/>
                </a:lnTo>
                <a:lnTo>
                  <a:pt x="324647" y="394003"/>
                </a:lnTo>
                <a:lnTo>
                  <a:pt x="326282" y="392885"/>
                </a:lnTo>
                <a:lnTo>
                  <a:pt x="327100" y="395863"/>
                </a:lnTo>
                <a:lnTo>
                  <a:pt x="331189" y="401701"/>
                </a:lnTo>
                <a:lnTo>
                  <a:pt x="334460" y="398594"/>
                </a:lnTo>
                <a:lnTo>
                  <a:pt x="335277" y="401347"/>
                </a:lnTo>
                <a:lnTo>
                  <a:pt x="339366" y="400511"/>
                </a:lnTo>
                <a:lnTo>
                  <a:pt x="343455" y="401202"/>
                </a:lnTo>
                <a:lnTo>
                  <a:pt x="346726" y="399445"/>
                </a:lnTo>
                <a:lnTo>
                  <a:pt x="349997" y="397902"/>
                </a:lnTo>
                <a:lnTo>
                  <a:pt x="351632" y="401342"/>
                </a:lnTo>
                <a:lnTo>
                  <a:pt x="354903" y="401388"/>
                </a:lnTo>
                <a:lnTo>
                  <a:pt x="356539" y="400017"/>
                </a:lnTo>
                <a:lnTo>
                  <a:pt x="357357" y="401089"/>
                </a:lnTo>
                <a:lnTo>
                  <a:pt x="358174" y="402103"/>
                </a:lnTo>
                <a:lnTo>
                  <a:pt x="359810" y="400679"/>
                </a:lnTo>
                <a:lnTo>
                  <a:pt x="361446" y="398348"/>
                </a:lnTo>
                <a:lnTo>
                  <a:pt x="362263" y="402119"/>
                </a:lnTo>
                <a:lnTo>
                  <a:pt x="363899" y="406554"/>
                </a:lnTo>
                <a:lnTo>
                  <a:pt x="365534" y="423803"/>
                </a:lnTo>
                <a:lnTo>
                  <a:pt x="367169" y="413538"/>
                </a:lnTo>
                <a:lnTo>
                  <a:pt x="370441" y="398791"/>
                </a:lnTo>
                <a:lnTo>
                  <a:pt x="372894" y="400627"/>
                </a:lnTo>
                <a:lnTo>
                  <a:pt x="374530" y="405967"/>
                </a:lnTo>
                <a:lnTo>
                  <a:pt x="376165" y="401375"/>
                </a:lnTo>
                <a:lnTo>
                  <a:pt x="378618" y="403870"/>
                </a:lnTo>
                <a:lnTo>
                  <a:pt x="379436" y="402848"/>
                </a:lnTo>
                <a:lnTo>
                  <a:pt x="381889" y="401395"/>
                </a:lnTo>
                <a:lnTo>
                  <a:pt x="382707" y="402983"/>
                </a:lnTo>
                <a:lnTo>
                  <a:pt x="386796" y="403209"/>
                </a:lnTo>
                <a:lnTo>
                  <a:pt x="388431" y="405165"/>
                </a:lnTo>
                <a:lnTo>
                  <a:pt x="390067" y="404062"/>
                </a:lnTo>
                <a:lnTo>
                  <a:pt x="400698" y="407993"/>
                </a:lnTo>
                <a:lnTo>
                  <a:pt x="401515" y="407174"/>
                </a:lnTo>
                <a:lnTo>
                  <a:pt x="405604" y="414403"/>
                </a:lnTo>
                <a:lnTo>
                  <a:pt x="406422" y="416254"/>
                </a:lnTo>
                <a:lnTo>
                  <a:pt x="408057" y="413929"/>
                </a:lnTo>
                <a:lnTo>
                  <a:pt x="410510" y="410299"/>
                </a:lnTo>
                <a:lnTo>
                  <a:pt x="412146" y="411040"/>
                </a:lnTo>
                <a:lnTo>
                  <a:pt x="416235" y="411299"/>
                </a:lnTo>
                <a:lnTo>
                  <a:pt x="425230" y="414754"/>
                </a:lnTo>
                <a:lnTo>
                  <a:pt x="429319" y="431844"/>
                </a:lnTo>
                <a:lnTo>
                  <a:pt x="430136" y="431109"/>
                </a:lnTo>
                <a:lnTo>
                  <a:pt x="430954" y="431012"/>
                </a:lnTo>
                <a:lnTo>
                  <a:pt x="431772" y="440728"/>
                </a:lnTo>
                <a:lnTo>
                  <a:pt x="433407" y="434095"/>
                </a:lnTo>
                <a:lnTo>
                  <a:pt x="435861" y="435848"/>
                </a:lnTo>
                <a:lnTo>
                  <a:pt x="438314" y="431499"/>
                </a:lnTo>
                <a:lnTo>
                  <a:pt x="442403" y="432865"/>
                </a:lnTo>
                <a:lnTo>
                  <a:pt x="447309" y="432406"/>
                </a:lnTo>
                <a:lnTo>
                  <a:pt x="448945" y="436844"/>
                </a:lnTo>
                <a:lnTo>
                  <a:pt x="449763" y="435153"/>
                </a:lnTo>
                <a:lnTo>
                  <a:pt x="453033" y="426185"/>
                </a:lnTo>
                <a:lnTo>
                  <a:pt x="453851" y="426704"/>
                </a:lnTo>
                <a:lnTo>
                  <a:pt x="456305" y="436155"/>
                </a:lnTo>
                <a:lnTo>
                  <a:pt x="457122" y="430510"/>
                </a:lnTo>
                <a:lnTo>
                  <a:pt x="457940" y="425882"/>
                </a:lnTo>
                <a:lnTo>
                  <a:pt x="459575" y="429000"/>
                </a:lnTo>
                <a:lnTo>
                  <a:pt x="460393" y="431723"/>
                </a:lnTo>
                <a:lnTo>
                  <a:pt x="462029" y="430029"/>
                </a:lnTo>
                <a:lnTo>
                  <a:pt x="463664" y="426105"/>
                </a:lnTo>
                <a:lnTo>
                  <a:pt x="465300" y="429365"/>
                </a:lnTo>
                <a:lnTo>
                  <a:pt x="480837" y="432098"/>
                </a:lnTo>
                <a:lnTo>
                  <a:pt x="481655" y="429966"/>
                </a:lnTo>
                <a:lnTo>
                  <a:pt x="483290" y="430966"/>
                </a:lnTo>
                <a:lnTo>
                  <a:pt x="486561" y="441897"/>
                </a:lnTo>
                <a:lnTo>
                  <a:pt x="489015" y="439323"/>
                </a:lnTo>
                <a:lnTo>
                  <a:pt x="495557" y="431276"/>
                </a:lnTo>
                <a:lnTo>
                  <a:pt x="499645" y="425469"/>
                </a:lnTo>
                <a:lnTo>
                  <a:pt x="501281" y="432660"/>
                </a:lnTo>
                <a:lnTo>
                  <a:pt x="502916" y="428012"/>
                </a:lnTo>
                <a:lnTo>
                  <a:pt x="507005" y="423250"/>
                </a:lnTo>
                <a:lnTo>
                  <a:pt x="508640" y="418835"/>
                </a:lnTo>
                <a:lnTo>
                  <a:pt x="512729" y="436732"/>
                </a:lnTo>
                <a:lnTo>
                  <a:pt x="513547" y="441415"/>
                </a:lnTo>
                <a:lnTo>
                  <a:pt x="515182" y="439243"/>
                </a:lnTo>
                <a:lnTo>
                  <a:pt x="518454" y="426668"/>
                </a:lnTo>
                <a:lnTo>
                  <a:pt x="520907" y="429467"/>
                </a:lnTo>
                <a:lnTo>
                  <a:pt x="522542" y="434289"/>
                </a:lnTo>
                <a:lnTo>
                  <a:pt x="524178" y="444689"/>
                </a:lnTo>
                <a:lnTo>
                  <a:pt x="525813" y="442448"/>
                </a:lnTo>
                <a:lnTo>
                  <a:pt x="530720" y="431910"/>
                </a:lnTo>
                <a:lnTo>
                  <a:pt x="531538" y="433398"/>
                </a:lnTo>
                <a:lnTo>
                  <a:pt x="533991" y="441922"/>
                </a:lnTo>
                <a:lnTo>
                  <a:pt x="534808" y="439136"/>
                </a:lnTo>
                <a:lnTo>
                  <a:pt x="535626" y="433957"/>
                </a:lnTo>
                <a:lnTo>
                  <a:pt x="537262" y="440149"/>
                </a:lnTo>
                <a:lnTo>
                  <a:pt x="538080" y="441939"/>
                </a:lnTo>
                <a:lnTo>
                  <a:pt x="539715" y="439674"/>
                </a:lnTo>
                <a:lnTo>
                  <a:pt x="540533" y="437278"/>
                </a:lnTo>
                <a:lnTo>
                  <a:pt x="541350" y="439624"/>
                </a:lnTo>
                <a:lnTo>
                  <a:pt x="542986" y="446445"/>
                </a:lnTo>
                <a:lnTo>
                  <a:pt x="544622" y="443580"/>
                </a:lnTo>
                <a:lnTo>
                  <a:pt x="545439" y="441916"/>
                </a:lnTo>
                <a:lnTo>
                  <a:pt x="546257" y="447019"/>
                </a:lnTo>
                <a:lnTo>
                  <a:pt x="547075" y="449327"/>
                </a:lnTo>
                <a:lnTo>
                  <a:pt x="547892" y="445348"/>
                </a:lnTo>
                <a:lnTo>
                  <a:pt x="554434" y="429550"/>
                </a:lnTo>
                <a:lnTo>
                  <a:pt x="555252" y="430616"/>
                </a:lnTo>
                <a:lnTo>
                  <a:pt x="556070" y="433291"/>
                </a:lnTo>
                <a:lnTo>
                  <a:pt x="556888" y="429982"/>
                </a:lnTo>
                <a:lnTo>
                  <a:pt x="557706" y="426150"/>
                </a:lnTo>
                <a:lnTo>
                  <a:pt x="558523" y="429747"/>
                </a:lnTo>
                <a:lnTo>
                  <a:pt x="561794" y="443423"/>
                </a:lnTo>
                <a:lnTo>
                  <a:pt x="562612" y="440874"/>
                </a:lnTo>
                <a:lnTo>
                  <a:pt x="564248" y="435461"/>
                </a:lnTo>
                <a:lnTo>
                  <a:pt x="565065" y="440684"/>
                </a:lnTo>
                <a:lnTo>
                  <a:pt x="566701" y="450040"/>
                </a:lnTo>
                <a:lnTo>
                  <a:pt x="568336" y="442432"/>
                </a:lnTo>
                <a:lnTo>
                  <a:pt x="569972" y="442803"/>
                </a:lnTo>
                <a:lnTo>
                  <a:pt x="574060" y="445709"/>
                </a:lnTo>
                <a:lnTo>
                  <a:pt x="578967" y="445357"/>
                </a:lnTo>
                <a:lnTo>
                  <a:pt x="579785" y="449237"/>
                </a:lnTo>
                <a:lnTo>
                  <a:pt x="582238" y="448567"/>
                </a:lnTo>
                <a:lnTo>
                  <a:pt x="591233" y="432059"/>
                </a:lnTo>
                <a:lnTo>
                  <a:pt x="593686" y="436310"/>
                </a:lnTo>
                <a:lnTo>
                  <a:pt x="594504" y="433300"/>
                </a:lnTo>
                <a:lnTo>
                  <a:pt x="595322" y="432829"/>
                </a:lnTo>
                <a:lnTo>
                  <a:pt x="596140" y="435486"/>
                </a:lnTo>
                <a:lnTo>
                  <a:pt x="601046" y="437730"/>
                </a:lnTo>
                <a:lnTo>
                  <a:pt x="607588" y="434559"/>
                </a:lnTo>
                <a:lnTo>
                  <a:pt x="610859" y="431658"/>
                </a:lnTo>
                <a:lnTo>
                  <a:pt x="616583" y="419675"/>
                </a:lnTo>
                <a:lnTo>
                  <a:pt x="618219" y="426765"/>
                </a:lnTo>
                <a:lnTo>
                  <a:pt x="619855" y="423220"/>
                </a:lnTo>
                <a:lnTo>
                  <a:pt x="623125" y="426001"/>
                </a:lnTo>
                <a:lnTo>
                  <a:pt x="624761" y="424700"/>
                </a:lnTo>
                <a:lnTo>
                  <a:pt x="628850" y="420737"/>
                </a:lnTo>
                <a:lnTo>
                  <a:pt x="632939" y="418120"/>
                </a:lnTo>
                <a:lnTo>
                  <a:pt x="633756" y="419188"/>
                </a:lnTo>
                <a:lnTo>
                  <a:pt x="636209" y="420601"/>
                </a:lnTo>
                <a:lnTo>
                  <a:pt x="637027" y="418337"/>
                </a:lnTo>
                <a:lnTo>
                  <a:pt x="640298" y="416044"/>
                </a:lnTo>
                <a:lnTo>
                  <a:pt x="641934" y="415736"/>
                </a:lnTo>
                <a:lnTo>
                  <a:pt x="642751" y="416550"/>
                </a:lnTo>
                <a:lnTo>
                  <a:pt x="646840" y="421534"/>
                </a:lnTo>
                <a:lnTo>
                  <a:pt x="653382" y="409885"/>
                </a:lnTo>
                <a:lnTo>
                  <a:pt x="658289" y="415279"/>
                </a:lnTo>
                <a:lnTo>
                  <a:pt x="660742" y="407913"/>
                </a:lnTo>
                <a:lnTo>
                  <a:pt x="662377" y="412835"/>
                </a:lnTo>
                <a:lnTo>
                  <a:pt x="666466" y="413160"/>
                </a:lnTo>
                <a:lnTo>
                  <a:pt x="668102" y="410943"/>
                </a:lnTo>
                <a:lnTo>
                  <a:pt x="669737" y="412111"/>
                </a:lnTo>
                <a:lnTo>
                  <a:pt x="673826" y="414181"/>
                </a:lnTo>
                <a:lnTo>
                  <a:pt x="677097" y="411975"/>
                </a:lnTo>
                <a:lnTo>
                  <a:pt x="677915" y="411549"/>
                </a:lnTo>
                <a:lnTo>
                  <a:pt x="678732" y="413268"/>
                </a:lnTo>
                <a:lnTo>
                  <a:pt x="681186" y="414011"/>
                </a:lnTo>
                <a:lnTo>
                  <a:pt x="682003" y="413014"/>
                </a:lnTo>
                <a:lnTo>
                  <a:pt x="688546" y="404518"/>
                </a:lnTo>
                <a:lnTo>
                  <a:pt x="696723" y="414029"/>
                </a:lnTo>
                <a:lnTo>
                  <a:pt x="697541" y="415143"/>
                </a:lnTo>
                <a:lnTo>
                  <a:pt x="698358" y="413732"/>
                </a:lnTo>
                <a:lnTo>
                  <a:pt x="700812" y="405096"/>
                </a:lnTo>
                <a:lnTo>
                  <a:pt x="702447" y="407514"/>
                </a:lnTo>
                <a:lnTo>
                  <a:pt x="705718" y="413759"/>
                </a:lnTo>
                <a:lnTo>
                  <a:pt x="708172" y="399834"/>
                </a:lnTo>
                <a:lnTo>
                  <a:pt x="709807" y="405571"/>
                </a:lnTo>
                <a:lnTo>
                  <a:pt x="713078" y="411458"/>
                </a:lnTo>
                <a:lnTo>
                  <a:pt x="713896" y="410333"/>
                </a:lnTo>
                <a:lnTo>
                  <a:pt x="715531" y="406987"/>
                </a:lnTo>
                <a:lnTo>
                  <a:pt x="717167" y="410081"/>
                </a:lnTo>
                <a:lnTo>
                  <a:pt x="720438" y="410116"/>
                </a:lnTo>
                <a:lnTo>
                  <a:pt x="727798" y="394447"/>
                </a:lnTo>
                <a:lnTo>
                  <a:pt x="731068" y="396057"/>
                </a:lnTo>
                <a:lnTo>
                  <a:pt x="735157" y="389184"/>
                </a:lnTo>
                <a:lnTo>
                  <a:pt x="736793" y="396768"/>
                </a:lnTo>
                <a:lnTo>
                  <a:pt x="737610" y="388813"/>
                </a:lnTo>
                <a:lnTo>
                  <a:pt x="738428" y="381096"/>
                </a:lnTo>
                <a:lnTo>
                  <a:pt x="740882" y="385768"/>
                </a:lnTo>
                <a:lnTo>
                  <a:pt x="752330" y="368899"/>
                </a:lnTo>
                <a:lnTo>
                  <a:pt x="754783" y="353968"/>
                </a:lnTo>
                <a:lnTo>
                  <a:pt x="756419" y="357897"/>
                </a:lnTo>
                <a:lnTo>
                  <a:pt x="759690" y="353799"/>
                </a:lnTo>
                <a:lnTo>
                  <a:pt x="767867" y="335606"/>
                </a:lnTo>
                <a:lnTo>
                  <a:pt x="782587" y="294924"/>
                </a:lnTo>
                <a:lnTo>
                  <a:pt x="788311" y="278866"/>
                </a:lnTo>
                <a:lnTo>
                  <a:pt x="794035" y="285230"/>
                </a:lnTo>
                <a:lnTo>
                  <a:pt x="801395" y="297091"/>
                </a:lnTo>
                <a:lnTo>
                  <a:pt x="806301" y="295472"/>
                </a:lnTo>
                <a:lnTo>
                  <a:pt x="821839" y="339732"/>
                </a:lnTo>
                <a:lnTo>
                  <a:pt x="838194" y="402497"/>
                </a:lnTo>
                <a:lnTo>
                  <a:pt x="844736" y="419590"/>
                </a:lnTo>
                <a:lnTo>
                  <a:pt x="852096" y="449711"/>
                </a:lnTo>
                <a:lnTo>
                  <a:pt x="853731" y="447252"/>
                </a:lnTo>
                <a:lnTo>
                  <a:pt x="855366" y="440090"/>
                </a:lnTo>
                <a:lnTo>
                  <a:pt x="857820" y="442345"/>
                </a:lnTo>
                <a:lnTo>
                  <a:pt x="861908" y="445246"/>
                </a:lnTo>
                <a:lnTo>
                  <a:pt x="868450" y="438344"/>
                </a:lnTo>
                <a:lnTo>
                  <a:pt x="870086" y="444453"/>
                </a:lnTo>
                <a:lnTo>
                  <a:pt x="870904" y="441588"/>
                </a:lnTo>
                <a:lnTo>
                  <a:pt x="871722" y="438851"/>
                </a:lnTo>
                <a:lnTo>
                  <a:pt x="873357" y="443904"/>
                </a:lnTo>
                <a:lnTo>
                  <a:pt x="874175" y="445183"/>
                </a:lnTo>
                <a:lnTo>
                  <a:pt x="874992" y="442876"/>
                </a:lnTo>
                <a:lnTo>
                  <a:pt x="876628" y="439328"/>
                </a:lnTo>
                <a:lnTo>
                  <a:pt x="877446" y="441755"/>
                </a:lnTo>
                <a:lnTo>
                  <a:pt x="880717" y="445594"/>
                </a:lnTo>
                <a:lnTo>
                  <a:pt x="884806" y="439860"/>
                </a:lnTo>
                <a:lnTo>
                  <a:pt x="889712" y="438897"/>
                </a:lnTo>
                <a:lnTo>
                  <a:pt x="892165" y="439820"/>
                </a:lnTo>
                <a:lnTo>
                  <a:pt x="895436" y="441835"/>
                </a:lnTo>
                <a:lnTo>
                  <a:pt x="896254" y="440521"/>
                </a:lnTo>
                <a:lnTo>
                  <a:pt x="897890" y="444737"/>
                </a:lnTo>
                <a:lnTo>
                  <a:pt x="899525" y="453989"/>
                </a:lnTo>
                <a:lnTo>
                  <a:pt x="901160" y="450442"/>
                </a:lnTo>
                <a:lnTo>
                  <a:pt x="901978" y="449591"/>
                </a:lnTo>
                <a:lnTo>
                  <a:pt x="903614" y="455216"/>
                </a:lnTo>
                <a:lnTo>
                  <a:pt x="905249" y="452001"/>
                </a:lnTo>
                <a:lnTo>
                  <a:pt x="906067" y="449577"/>
                </a:lnTo>
                <a:lnTo>
                  <a:pt x="907702" y="453770"/>
                </a:lnTo>
                <a:lnTo>
                  <a:pt x="910156" y="455899"/>
                </a:lnTo>
                <a:lnTo>
                  <a:pt x="910974" y="458856"/>
                </a:lnTo>
                <a:lnTo>
                  <a:pt x="911791" y="456849"/>
                </a:lnTo>
                <a:lnTo>
                  <a:pt x="917516" y="443023"/>
                </a:lnTo>
                <a:lnTo>
                  <a:pt x="924057" y="447407"/>
                </a:lnTo>
                <a:lnTo>
                  <a:pt x="925693" y="443983"/>
                </a:lnTo>
                <a:lnTo>
                  <a:pt x="926511" y="448253"/>
                </a:lnTo>
                <a:lnTo>
                  <a:pt x="927328" y="445774"/>
                </a:lnTo>
                <a:lnTo>
                  <a:pt x="933053" y="459309"/>
                </a:lnTo>
                <a:lnTo>
                  <a:pt x="937141" y="466022"/>
                </a:lnTo>
                <a:lnTo>
                  <a:pt x="941230" y="468717"/>
                </a:lnTo>
                <a:lnTo>
                  <a:pt x="942866" y="471748"/>
                </a:lnTo>
                <a:lnTo>
                  <a:pt x="943683" y="475189"/>
                </a:lnTo>
                <a:lnTo>
                  <a:pt x="945319" y="471858"/>
                </a:lnTo>
                <a:lnTo>
                  <a:pt x="951043" y="472452"/>
                </a:lnTo>
                <a:lnTo>
                  <a:pt x="955950" y="479076"/>
                </a:lnTo>
                <a:lnTo>
                  <a:pt x="957585" y="475769"/>
                </a:lnTo>
                <a:lnTo>
                  <a:pt x="958403" y="479854"/>
                </a:lnTo>
                <a:lnTo>
                  <a:pt x="964127" y="489729"/>
                </a:lnTo>
                <a:lnTo>
                  <a:pt x="972305" y="501942"/>
                </a:lnTo>
                <a:lnTo>
                  <a:pt x="973940" y="499270"/>
                </a:lnTo>
                <a:lnTo>
                  <a:pt x="974758" y="498038"/>
                </a:lnTo>
                <a:lnTo>
                  <a:pt x="975576" y="499165"/>
                </a:lnTo>
                <a:lnTo>
                  <a:pt x="977211" y="503904"/>
                </a:lnTo>
                <a:lnTo>
                  <a:pt x="978847" y="501730"/>
                </a:lnTo>
                <a:lnTo>
                  <a:pt x="991113" y="500461"/>
                </a:lnTo>
                <a:lnTo>
                  <a:pt x="992749" y="501707"/>
                </a:lnTo>
                <a:lnTo>
                  <a:pt x="993566" y="498992"/>
                </a:lnTo>
                <a:lnTo>
                  <a:pt x="996837" y="494903"/>
                </a:lnTo>
                <a:lnTo>
                  <a:pt x="998473" y="487016"/>
                </a:lnTo>
                <a:lnTo>
                  <a:pt x="1000108" y="489591"/>
                </a:lnTo>
                <a:lnTo>
                  <a:pt x="1004197" y="494513"/>
                </a:lnTo>
                <a:lnTo>
                  <a:pt x="1005832" y="492923"/>
                </a:lnTo>
                <a:lnTo>
                  <a:pt x="1009103" y="497239"/>
                </a:lnTo>
                <a:lnTo>
                  <a:pt x="1010739" y="494207"/>
                </a:lnTo>
                <a:lnTo>
                  <a:pt x="1012374" y="499987"/>
                </a:lnTo>
                <a:lnTo>
                  <a:pt x="1013192" y="497996"/>
                </a:lnTo>
                <a:lnTo>
                  <a:pt x="1015645" y="494025"/>
                </a:lnTo>
                <a:lnTo>
                  <a:pt x="1016463" y="494951"/>
                </a:lnTo>
                <a:lnTo>
                  <a:pt x="1019734" y="495642"/>
                </a:lnTo>
                <a:lnTo>
                  <a:pt x="1023823" y="491218"/>
                </a:lnTo>
                <a:lnTo>
                  <a:pt x="1026276" y="490982"/>
                </a:lnTo>
                <a:lnTo>
                  <a:pt x="1031183" y="483101"/>
                </a:lnTo>
                <a:lnTo>
                  <a:pt x="1037725" y="481490"/>
                </a:lnTo>
                <a:lnTo>
                  <a:pt x="1038542" y="480406"/>
                </a:lnTo>
                <a:lnTo>
                  <a:pt x="1039360" y="483978"/>
                </a:lnTo>
                <a:lnTo>
                  <a:pt x="1040178" y="484394"/>
                </a:lnTo>
                <a:lnTo>
                  <a:pt x="1041814" y="479478"/>
                </a:lnTo>
                <a:lnTo>
                  <a:pt x="1043449" y="480293"/>
                </a:lnTo>
                <a:lnTo>
                  <a:pt x="1047538" y="484157"/>
                </a:lnTo>
                <a:lnTo>
                  <a:pt x="1048356" y="483334"/>
                </a:lnTo>
                <a:lnTo>
                  <a:pt x="1049173" y="480738"/>
                </a:lnTo>
                <a:lnTo>
                  <a:pt x="1050809" y="483424"/>
                </a:lnTo>
                <a:lnTo>
                  <a:pt x="1051626" y="484952"/>
                </a:lnTo>
                <a:lnTo>
                  <a:pt x="1053262" y="483635"/>
                </a:lnTo>
                <a:lnTo>
                  <a:pt x="1063893" y="478893"/>
                </a:lnTo>
                <a:lnTo>
                  <a:pt x="1077794" y="482149"/>
                </a:lnTo>
                <a:lnTo>
                  <a:pt x="1083519" y="468409"/>
                </a:lnTo>
                <a:lnTo>
                  <a:pt x="1085154" y="470273"/>
                </a:lnTo>
                <a:lnTo>
                  <a:pt x="1089243" y="479135"/>
                </a:lnTo>
                <a:lnTo>
                  <a:pt x="1087608" y="468524"/>
                </a:lnTo>
                <a:lnTo>
                  <a:pt x="1090061" y="477758"/>
                </a:lnTo>
                <a:lnTo>
                  <a:pt x="1090878" y="474518"/>
                </a:lnTo>
                <a:lnTo>
                  <a:pt x="1092514" y="480065"/>
                </a:lnTo>
                <a:lnTo>
                  <a:pt x="1096603" y="487687"/>
                </a:lnTo>
                <a:lnTo>
                  <a:pt x="1097420" y="486879"/>
                </a:lnTo>
                <a:lnTo>
                  <a:pt x="1098238" y="485073"/>
                </a:lnTo>
                <a:lnTo>
                  <a:pt x="1100691" y="486943"/>
                </a:lnTo>
                <a:lnTo>
                  <a:pt x="1103963" y="488438"/>
                </a:lnTo>
                <a:lnTo>
                  <a:pt x="1105598" y="482850"/>
                </a:lnTo>
                <a:lnTo>
                  <a:pt x="1107233" y="485886"/>
                </a:lnTo>
                <a:lnTo>
                  <a:pt x="1108051" y="486711"/>
                </a:lnTo>
                <a:lnTo>
                  <a:pt x="1108869" y="483492"/>
                </a:lnTo>
                <a:lnTo>
                  <a:pt x="1119500" y="460896"/>
                </a:lnTo>
                <a:lnTo>
                  <a:pt x="1125224" y="458359"/>
                </a:lnTo>
                <a:lnTo>
                  <a:pt x="1130948" y="451897"/>
                </a:lnTo>
                <a:lnTo>
                  <a:pt x="1131766" y="454179"/>
                </a:lnTo>
                <a:lnTo>
                  <a:pt x="1133401" y="453484"/>
                </a:lnTo>
                <a:lnTo>
                  <a:pt x="1137490" y="446487"/>
                </a:lnTo>
                <a:lnTo>
                  <a:pt x="1138308" y="448360"/>
                </a:lnTo>
                <a:lnTo>
                  <a:pt x="1139943" y="452836"/>
                </a:lnTo>
                <a:lnTo>
                  <a:pt x="1140761" y="449361"/>
                </a:lnTo>
                <a:lnTo>
                  <a:pt x="1147303" y="422795"/>
                </a:lnTo>
                <a:lnTo>
                  <a:pt x="1148939" y="419696"/>
                </a:lnTo>
                <a:lnTo>
                  <a:pt x="1153845" y="404006"/>
                </a:lnTo>
                <a:lnTo>
                  <a:pt x="1154663" y="405668"/>
                </a:lnTo>
                <a:lnTo>
                  <a:pt x="1155481" y="403184"/>
                </a:lnTo>
                <a:lnTo>
                  <a:pt x="1160387" y="393092"/>
                </a:lnTo>
                <a:lnTo>
                  <a:pt x="1162841" y="389910"/>
                </a:lnTo>
                <a:lnTo>
                  <a:pt x="1168565" y="378953"/>
                </a:lnTo>
                <a:lnTo>
                  <a:pt x="1170200" y="375829"/>
                </a:lnTo>
                <a:lnTo>
                  <a:pt x="1171836" y="373880"/>
                </a:lnTo>
                <a:lnTo>
                  <a:pt x="1172653" y="375688"/>
                </a:lnTo>
                <a:lnTo>
                  <a:pt x="1173471" y="377732"/>
                </a:lnTo>
                <a:lnTo>
                  <a:pt x="1174289" y="373249"/>
                </a:lnTo>
                <a:lnTo>
                  <a:pt x="1179196" y="365275"/>
                </a:lnTo>
                <a:lnTo>
                  <a:pt x="1181649" y="367128"/>
                </a:lnTo>
                <a:lnTo>
                  <a:pt x="1182466" y="361341"/>
                </a:lnTo>
                <a:lnTo>
                  <a:pt x="1184920" y="362127"/>
                </a:lnTo>
                <a:lnTo>
                  <a:pt x="1199639" y="329309"/>
                </a:lnTo>
                <a:lnTo>
                  <a:pt x="1200457" y="320032"/>
                </a:lnTo>
                <a:lnTo>
                  <a:pt x="1202910" y="326035"/>
                </a:lnTo>
                <a:lnTo>
                  <a:pt x="1203728" y="326348"/>
                </a:lnTo>
                <a:lnTo>
                  <a:pt x="1206181" y="314691"/>
                </a:lnTo>
                <a:lnTo>
                  <a:pt x="1208634" y="317223"/>
                </a:lnTo>
                <a:lnTo>
                  <a:pt x="1211906" y="312408"/>
                </a:lnTo>
                <a:lnTo>
                  <a:pt x="1212723" y="313802"/>
                </a:lnTo>
                <a:lnTo>
                  <a:pt x="1224172" y="323182"/>
                </a:lnTo>
                <a:lnTo>
                  <a:pt x="1225807" y="317930"/>
                </a:lnTo>
                <a:lnTo>
                  <a:pt x="1228260" y="322518"/>
                </a:lnTo>
                <a:lnTo>
                  <a:pt x="1232349" y="330575"/>
                </a:lnTo>
                <a:lnTo>
                  <a:pt x="1234802" y="331834"/>
                </a:lnTo>
                <a:lnTo>
                  <a:pt x="1235620" y="337189"/>
                </a:lnTo>
                <a:lnTo>
                  <a:pt x="1237256" y="328417"/>
                </a:lnTo>
                <a:lnTo>
                  <a:pt x="1242162" y="342317"/>
                </a:lnTo>
                <a:lnTo>
                  <a:pt x="1244616" y="334586"/>
                </a:lnTo>
                <a:lnTo>
                  <a:pt x="1245433" y="335785"/>
                </a:lnTo>
                <a:lnTo>
                  <a:pt x="1247069" y="346389"/>
                </a:lnTo>
                <a:lnTo>
                  <a:pt x="1248704" y="344371"/>
                </a:lnTo>
                <a:lnTo>
                  <a:pt x="1251975" y="331352"/>
                </a:lnTo>
                <a:lnTo>
                  <a:pt x="1252793" y="334480"/>
                </a:lnTo>
                <a:lnTo>
                  <a:pt x="1255246" y="345304"/>
                </a:lnTo>
                <a:lnTo>
                  <a:pt x="1256064" y="342236"/>
                </a:lnTo>
                <a:lnTo>
                  <a:pt x="1257700" y="338245"/>
                </a:lnTo>
                <a:lnTo>
                  <a:pt x="1259335" y="341748"/>
                </a:lnTo>
                <a:lnTo>
                  <a:pt x="1266695" y="356106"/>
                </a:lnTo>
                <a:lnTo>
                  <a:pt x="1268330" y="352883"/>
                </a:lnTo>
                <a:lnTo>
                  <a:pt x="1270783" y="340146"/>
                </a:lnTo>
                <a:lnTo>
                  <a:pt x="1273237" y="342427"/>
                </a:lnTo>
                <a:lnTo>
                  <a:pt x="1274055" y="343228"/>
                </a:lnTo>
                <a:lnTo>
                  <a:pt x="1278961" y="324668"/>
                </a:lnTo>
                <a:lnTo>
                  <a:pt x="1279779" y="330029"/>
                </a:lnTo>
                <a:lnTo>
                  <a:pt x="1281414" y="334263"/>
                </a:lnTo>
                <a:lnTo>
                  <a:pt x="1282232" y="332623"/>
                </a:lnTo>
                <a:lnTo>
                  <a:pt x="1287956" y="314823"/>
                </a:lnTo>
                <a:lnTo>
                  <a:pt x="1289592" y="315339"/>
                </a:lnTo>
                <a:lnTo>
                  <a:pt x="1305129" y="284305"/>
                </a:lnTo>
                <a:lnTo>
                  <a:pt x="1309218" y="271305"/>
                </a:lnTo>
                <a:lnTo>
                  <a:pt x="1311671" y="278368"/>
                </a:lnTo>
                <a:lnTo>
                  <a:pt x="1313307" y="272142"/>
                </a:lnTo>
                <a:lnTo>
                  <a:pt x="1317395" y="258382"/>
                </a:lnTo>
                <a:lnTo>
                  <a:pt x="1318213" y="259430"/>
                </a:lnTo>
                <a:lnTo>
                  <a:pt x="1319031" y="260852"/>
                </a:lnTo>
                <a:lnTo>
                  <a:pt x="1319849" y="256510"/>
                </a:lnTo>
                <a:lnTo>
                  <a:pt x="1332933" y="221055"/>
                </a:lnTo>
                <a:lnTo>
                  <a:pt x="1334568" y="229771"/>
                </a:lnTo>
                <a:lnTo>
                  <a:pt x="1335386" y="231872"/>
                </a:lnTo>
                <a:lnTo>
                  <a:pt x="1337021" y="228175"/>
                </a:lnTo>
                <a:lnTo>
                  <a:pt x="1338657" y="220320"/>
                </a:lnTo>
                <a:lnTo>
                  <a:pt x="1340292" y="221408"/>
                </a:lnTo>
                <a:lnTo>
                  <a:pt x="1343563" y="215341"/>
                </a:lnTo>
                <a:lnTo>
                  <a:pt x="1346834" y="204692"/>
                </a:lnTo>
                <a:lnTo>
                  <a:pt x="1347652" y="206564"/>
                </a:lnTo>
                <a:lnTo>
                  <a:pt x="1350923" y="207179"/>
                </a:lnTo>
                <a:lnTo>
                  <a:pt x="1355830" y="198664"/>
                </a:lnTo>
                <a:lnTo>
                  <a:pt x="1367278" y="182925"/>
                </a:lnTo>
                <a:lnTo>
                  <a:pt x="1381180" y="160155"/>
                </a:lnTo>
                <a:lnTo>
                  <a:pt x="1390175" y="146236"/>
                </a:lnTo>
                <a:lnTo>
                  <a:pt x="1394264" y="139731"/>
                </a:lnTo>
                <a:lnTo>
                  <a:pt x="1398352" y="133303"/>
                </a:lnTo>
                <a:lnTo>
                  <a:pt x="1415525" y="101344"/>
                </a:lnTo>
                <a:lnTo>
                  <a:pt x="1416343" y="104069"/>
                </a:lnTo>
                <a:lnTo>
                  <a:pt x="1417978" y="101177"/>
                </a:lnTo>
                <a:lnTo>
                  <a:pt x="1422885" y="89943"/>
                </a:lnTo>
                <a:lnTo>
                  <a:pt x="1423703" y="91072"/>
                </a:lnTo>
                <a:lnTo>
                  <a:pt x="1424520" y="90251"/>
                </a:lnTo>
                <a:lnTo>
                  <a:pt x="1429427" y="83010"/>
                </a:lnTo>
                <a:lnTo>
                  <a:pt x="1431062" y="86632"/>
                </a:lnTo>
                <a:lnTo>
                  <a:pt x="1432698" y="83742"/>
                </a:lnTo>
                <a:lnTo>
                  <a:pt x="1438422" y="75822"/>
                </a:lnTo>
                <a:lnTo>
                  <a:pt x="1442511" y="66767"/>
                </a:lnTo>
                <a:lnTo>
                  <a:pt x="1443329" y="68772"/>
                </a:lnTo>
                <a:lnTo>
                  <a:pt x="1444147" y="66685"/>
                </a:lnTo>
                <a:lnTo>
                  <a:pt x="1447417" y="57256"/>
                </a:lnTo>
                <a:lnTo>
                  <a:pt x="1449053" y="58718"/>
                </a:lnTo>
                <a:lnTo>
                  <a:pt x="1452324" y="57272"/>
                </a:lnTo>
                <a:lnTo>
                  <a:pt x="1456413" y="52769"/>
                </a:lnTo>
                <a:lnTo>
                  <a:pt x="1461319" y="49904"/>
                </a:lnTo>
                <a:lnTo>
                  <a:pt x="1462137" y="49389"/>
                </a:lnTo>
                <a:lnTo>
                  <a:pt x="1462955" y="54880"/>
                </a:lnTo>
                <a:lnTo>
                  <a:pt x="1465408" y="54428"/>
                </a:lnTo>
                <a:lnTo>
                  <a:pt x="1469497" y="45044"/>
                </a:lnTo>
                <a:lnTo>
                  <a:pt x="1470315" y="47378"/>
                </a:lnTo>
                <a:lnTo>
                  <a:pt x="1476857" y="36092"/>
                </a:lnTo>
                <a:lnTo>
                  <a:pt x="1477674" y="45481"/>
                </a:lnTo>
                <a:lnTo>
                  <a:pt x="1479310" y="37900"/>
                </a:lnTo>
                <a:lnTo>
                  <a:pt x="1484216" y="29530"/>
                </a:lnTo>
                <a:lnTo>
                  <a:pt x="1485852" y="34111"/>
                </a:lnTo>
                <a:lnTo>
                  <a:pt x="1486669" y="30344"/>
                </a:lnTo>
                <a:lnTo>
                  <a:pt x="1489941" y="22456"/>
                </a:lnTo>
                <a:lnTo>
                  <a:pt x="1490758" y="22685"/>
                </a:lnTo>
                <a:lnTo>
                  <a:pt x="1491576" y="23320"/>
                </a:lnTo>
                <a:lnTo>
                  <a:pt x="1492394" y="21390"/>
                </a:lnTo>
                <a:lnTo>
                  <a:pt x="1498936" y="14357"/>
                </a:lnTo>
                <a:lnTo>
                  <a:pt x="1504660" y="18626"/>
                </a:lnTo>
                <a:lnTo>
                  <a:pt x="1507113" y="12942"/>
                </a:lnTo>
                <a:lnTo>
                  <a:pt x="1507931" y="14391"/>
                </a:lnTo>
                <a:lnTo>
                  <a:pt x="1522650" y="9082"/>
                </a:lnTo>
                <a:lnTo>
                  <a:pt x="1524286" y="7665"/>
                </a:lnTo>
                <a:lnTo>
                  <a:pt x="1525104" y="8879"/>
                </a:lnTo>
                <a:lnTo>
                  <a:pt x="1527557" y="15676"/>
                </a:lnTo>
                <a:lnTo>
                  <a:pt x="1528375" y="13212"/>
                </a:lnTo>
                <a:lnTo>
                  <a:pt x="1530828" y="4427"/>
                </a:lnTo>
                <a:lnTo>
                  <a:pt x="1531646" y="6254"/>
                </a:lnTo>
                <a:lnTo>
                  <a:pt x="1533281" y="11855"/>
                </a:lnTo>
                <a:lnTo>
                  <a:pt x="1534917" y="7444"/>
                </a:lnTo>
                <a:lnTo>
                  <a:pt x="1535734" y="4436"/>
                </a:lnTo>
                <a:lnTo>
                  <a:pt x="1537370" y="6900"/>
                </a:lnTo>
                <a:lnTo>
                  <a:pt x="1539006" y="9520"/>
                </a:lnTo>
                <a:lnTo>
                  <a:pt x="1539823" y="6678"/>
                </a:lnTo>
                <a:lnTo>
                  <a:pt x="1540641" y="4323"/>
                </a:lnTo>
                <a:lnTo>
                  <a:pt x="1541459" y="8112"/>
                </a:lnTo>
                <a:lnTo>
                  <a:pt x="1543094" y="6587"/>
                </a:lnTo>
                <a:lnTo>
                  <a:pt x="1547183" y="9226"/>
                </a:lnTo>
                <a:lnTo>
                  <a:pt x="1548001" y="6577"/>
                </a:lnTo>
                <a:lnTo>
                  <a:pt x="1550454" y="0"/>
                </a:lnTo>
                <a:lnTo>
                  <a:pt x="1551272" y="1310"/>
                </a:lnTo>
                <a:lnTo>
                  <a:pt x="1553725" y="12086"/>
                </a:lnTo>
                <a:lnTo>
                  <a:pt x="1554543" y="10175"/>
                </a:lnTo>
                <a:lnTo>
                  <a:pt x="1555360" y="8482"/>
                </a:lnTo>
                <a:lnTo>
                  <a:pt x="1556178" y="11096"/>
                </a:lnTo>
                <a:lnTo>
                  <a:pt x="1556996" y="13581"/>
                </a:lnTo>
                <a:lnTo>
                  <a:pt x="1558632" y="8946"/>
                </a:lnTo>
                <a:lnTo>
                  <a:pt x="1559449" y="6414"/>
                </a:lnTo>
                <a:lnTo>
                  <a:pt x="1560267" y="11312"/>
                </a:lnTo>
                <a:lnTo>
                  <a:pt x="1561085" y="9644"/>
                </a:lnTo>
                <a:lnTo>
                  <a:pt x="1565991" y="7669"/>
                </a:lnTo>
                <a:lnTo>
                  <a:pt x="1569262" y="12540"/>
                </a:lnTo>
                <a:lnTo>
                  <a:pt x="1570898" y="9312"/>
                </a:lnTo>
                <a:lnTo>
                  <a:pt x="1571716" y="12383"/>
                </a:lnTo>
                <a:lnTo>
                  <a:pt x="1573351" y="14450"/>
                </a:lnTo>
                <a:lnTo>
                  <a:pt x="1574986" y="20486"/>
                </a:lnTo>
                <a:lnTo>
                  <a:pt x="1576622" y="16366"/>
                </a:lnTo>
                <a:lnTo>
                  <a:pt x="1579893" y="13010"/>
                </a:lnTo>
                <a:lnTo>
                  <a:pt x="1580711" y="15610"/>
                </a:lnTo>
                <a:lnTo>
                  <a:pt x="1585617" y="23299"/>
                </a:lnTo>
                <a:lnTo>
                  <a:pt x="1588070" y="26327"/>
                </a:lnTo>
                <a:lnTo>
                  <a:pt x="1588888" y="19956"/>
                </a:lnTo>
                <a:lnTo>
                  <a:pt x="1590524" y="22664"/>
                </a:lnTo>
                <a:lnTo>
                  <a:pt x="1594612" y="35870"/>
                </a:lnTo>
                <a:lnTo>
                  <a:pt x="1595430" y="35568"/>
                </a:lnTo>
                <a:lnTo>
                  <a:pt x="1597066" y="32654"/>
                </a:lnTo>
                <a:lnTo>
                  <a:pt x="1597884" y="35380"/>
                </a:lnTo>
                <a:lnTo>
                  <a:pt x="1604425" y="44841"/>
                </a:lnTo>
                <a:lnTo>
                  <a:pt x="1606879" y="41687"/>
                </a:lnTo>
                <a:lnTo>
                  <a:pt x="1610967" y="49107"/>
                </a:lnTo>
                <a:lnTo>
                  <a:pt x="1613421" y="41318"/>
                </a:lnTo>
                <a:lnTo>
                  <a:pt x="1614239" y="45812"/>
                </a:lnTo>
                <a:lnTo>
                  <a:pt x="1616692" y="55498"/>
                </a:lnTo>
                <a:lnTo>
                  <a:pt x="1618327" y="53688"/>
                </a:lnTo>
                <a:lnTo>
                  <a:pt x="1619963" y="48536"/>
                </a:lnTo>
                <a:lnTo>
                  <a:pt x="1620781" y="49674"/>
                </a:lnTo>
                <a:lnTo>
                  <a:pt x="1621598" y="53646"/>
                </a:lnTo>
                <a:lnTo>
                  <a:pt x="1624051" y="51573"/>
                </a:lnTo>
                <a:lnTo>
                  <a:pt x="1628140" y="51839"/>
                </a:lnTo>
                <a:lnTo>
                  <a:pt x="1629776" y="62702"/>
                </a:lnTo>
                <a:lnTo>
                  <a:pt x="1631411" y="58125"/>
                </a:lnTo>
                <a:lnTo>
                  <a:pt x="1632229" y="58882"/>
                </a:lnTo>
                <a:lnTo>
                  <a:pt x="1633865" y="56512"/>
                </a:lnTo>
                <a:lnTo>
                  <a:pt x="1635500" y="58412"/>
                </a:lnTo>
                <a:lnTo>
                  <a:pt x="1637135" y="65877"/>
                </a:lnTo>
                <a:lnTo>
                  <a:pt x="1638771" y="64185"/>
                </a:lnTo>
                <a:lnTo>
                  <a:pt x="1639589" y="62400"/>
                </a:lnTo>
                <a:lnTo>
                  <a:pt x="1641224" y="65822"/>
                </a:lnTo>
                <a:lnTo>
                  <a:pt x="1642042" y="66908"/>
                </a:lnTo>
                <a:lnTo>
                  <a:pt x="1642860" y="62802"/>
                </a:lnTo>
                <a:lnTo>
                  <a:pt x="1645313" y="65157"/>
                </a:lnTo>
                <a:lnTo>
                  <a:pt x="1646949" y="72464"/>
                </a:lnTo>
                <a:lnTo>
                  <a:pt x="1648584" y="70791"/>
                </a:lnTo>
                <a:lnTo>
                  <a:pt x="1654308" y="75932"/>
                </a:lnTo>
                <a:lnTo>
                  <a:pt x="1659215" y="80273"/>
                </a:lnTo>
                <a:lnTo>
                  <a:pt x="1660850" y="79646"/>
                </a:lnTo>
                <a:lnTo>
                  <a:pt x="1661668" y="82063"/>
                </a:lnTo>
                <a:lnTo>
                  <a:pt x="1666575" y="87478"/>
                </a:lnTo>
                <a:lnTo>
                  <a:pt x="1668210" y="87061"/>
                </a:lnTo>
                <a:lnTo>
                  <a:pt x="1671481" y="97283"/>
                </a:lnTo>
                <a:lnTo>
                  <a:pt x="1673117" y="96412"/>
                </a:lnTo>
                <a:lnTo>
                  <a:pt x="1674752" y="100358"/>
                </a:lnTo>
                <a:lnTo>
                  <a:pt x="1676387" y="98215"/>
                </a:lnTo>
                <a:lnTo>
                  <a:pt x="1678023" y="98682"/>
                </a:lnTo>
                <a:lnTo>
                  <a:pt x="1682112" y="109217"/>
                </a:lnTo>
                <a:lnTo>
                  <a:pt x="1682929" y="107309"/>
                </a:lnTo>
                <a:lnTo>
                  <a:pt x="1684565" y="104366"/>
                </a:lnTo>
                <a:lnTo>
                  <a:pt x="1685383" y="108118"/>
                </a:lnTo>
                <a:lnTo>
                  <a:pt x="1686200" y="107138"/>
                </a:lnTo>
                <a:lnTo>
                  <a:pt x="1690289" y="124602"/>
                </a:lnTo>
                <a:lnTo>
                  <a:pt x="1691925" y="118346"/>
                </a:lnTo>
                <a:lnTo>
                  <a:pt x="1692742" y="124965"/>
                </a:lnTo>
                <a:lnTo>
                  <a:pt x="1699284" y="138108"/>
                </a:lnTo>
                <a:lnTo>
                  <a:pt x="1700102" y="133030"/>
                </a:lnTo>
                <a:lnTo>
                  <a:pt x="1701738" y="137046"/>
                </a:lnTo>
                <a:lnTo>
                  <a:pt x="1705826" y="142021"/>
                </a:lnTo>
                <a:lnTo>
                  <a:pt x="1711551" y="151469"/>
                </a:lnTo>
                <a:lnTo>
                  <a:pt x="1716457" y="154270"/>
                </a:lnTo>
                <a:lnTo>
                  <a:pt x="1720546" y="163365"/>
                </a:lnTo>
                <a:lnTo>
                  <a:pt x="1721364" y="158732"/>
                </a:lnTo>
                <a:lnTo>
                  <a:pt x="1722999" y="163926"/>
                </a:lnTo>
                <a:lnTo>
                  <a:pt x="1723817" y="162792"/>
                </a:lnTo>
                <a:lnTo>
                  <a:pt x="1724635" y="164837"/>
                </a:lnTo>
                <a:lnTo>
                  <a:pt x="1725452" y="167739"/>
                </a:lnTo>
                <a:lnTo>
                  <a:pt x="1727088" y="163488"/>
                </a:lnTo>
                <a:lnTo>
                  <a:pt x="1731177" y="171937"/>
                </a:lnTo>
                <a:lnTo>
                  <a:pt x="1731994" y="168644"/>
                </a:lnTo>
                <a:lnTo>
                  <a:pt x="1732812" y="164835"/>
                </a:lnTo>
                <a:lnTo>
                  <a:pt x="1735266" y="165682"/>
                </a:lnTo>
                <a:lnTo>
                  <a:pt x="1736083" y="172701"/>
                </a:lnTo>
                <a:lnTo>
                  <a:pt x="1738536" y="169153"/>
                </a:lnTo>
                <a:lnTo>
                  <a:pt x="1741808" y="180033"/>
                </a:lnTo>
                <a:lnTo>
                  <a:pt x="1742625" y="179786"/>
                </a:lnTo>
                <a:lnTo>
                  <a:pt x="1743443" y="177547"/>
                </a:lnTo>
                <a:lnTo>
                  <a:pt x="1745078" y="178518"/>
                </a:lnTo>
                <a:lnTo>
                  <a:pt x="1747532" y="185518"/>
                </a:lnTo>
                <a:lnTo>
                  <a:pt x="1748350" y="181847"/>
                </a:lnTo>
                <a:lnTo>
                  <a:pt x="1749167" y="177291"/>
                </a:lnTo>
                <a:lnTo>
                  <a:pt x="1751620" y="180288"/>
                </a:lnTo>
                <a:lnTo>
                  <a:pt x="1752438" y="179242"/>
                </a:lnTo>
                <a:lnTo>
                  <a:pt x="1754074" y="183611"/>
                </a:lnTo>
                <a:lnTo>
                  <a:pt x="1754892" y="178850"/>
                </a:lnTo>
                <a:lnTo>
                  <a:pt x="1759798" y="167339"/>
                </a:lnTo>
                <a:lnTo>
                  <a:pt x="1760616" y="168542"/>
                </a:lnTo>
                <a:lnTo>
                  <a:pt x="1763069" y="158361"/>
                </a:lnTo>
                <a:lnTo>
                  <a:pt x="1763887" y="160840"/>
                </a:lnTo>
                <a:lnTo>
                  <a:pt x="1791690" y="254933"/>
                </a:lnTo>
                <a:lnTo>
                  <a:pt x="1792508" y="253167"/>
                </a:lnTo>
                <a:lnTo>
                  <a:pt x="1797415" y="271918"/>
                </a:lnTo>
                <a:lnTo>
                  <a:pt x="1802321" y="282195"/>
                </a:lnTo>
                <a:lnTo>
                  <a:pt x="1807227" y="287709"/>
                </a:lnTo>
                <a:lnTo>
                  <a:pt x="1809681" y="298041"/>
                </a:lnTo>
                <a:lnTo>
                  <a:pt x="1811316" y="294109"/>
                </a:lnTo>
                <a:lnTo>
                  <a:pt x="1816223" y="311305"/>
                </a:lnTo>
                <a:lnTo>
                  <a:pt x="1817041" y="310105"/>
                </a:lnTo>
                <a:lnTo>
                  <a:pt x="1817858" y="305571"/>
                </a:lnTo>
                <a:lnTo>
                  <a:pt x="1820311" y="308733"/>
                </a:lnTo>
                <a:lnTo>
                  <a:pt x="1821947" y="304444"/>
                </a:lnTo>
                <a:lnTo>
                  <a:pt x="1824400" y="306289"/>
                </a:lnTo>
                <a:lnTo>
                  <a:pt x="1829307" y="312677"/>
                </a:lnTo>
                <a:lnTo>
                  <a:pt x="1831760" y="312959"/>
                </a:lnTo>
                <a:lnTo>
                  <a:pt x="1844844" y="332723"/>
                </a:lnTo>
                <a:lnTo>
                  <a:pt x="1846479" y="329325"/>
                </a:lnTo>
                <a:lnTo>
                  <a:pt x="1847297" y="327275"/>
                </a:lnTo>
                <a:lnTo>
                  <a:pt x="1848115" y="328645"/>
                </a:lnTo>
                <a:lnTo>
                  <a:pt x="1854657" y="344939"/>
                </a:lnTo>
                <a:lnTo>
                  <a:pt x="1857110" y="344862"/>
                </a:lnTo>
                <a:lnTo>
                  <a:pt x="1860381" y="352843"/>
                </a:lnTo>
                <a:lnTo>
                  <a:pt x="1861199" y="351208"/>
                </a:lnTo>
                <a:lnTo>
                  <a:pt x="1862017" y="354052"/>
                </a:lnTo>
                <a:lnTo>
                  <a:pt x="1864470" y="361004"/>
                </a:lnTo>
                <a:lnTo>
                  <a:pt x="1866106" y="360484"/>
                </a:lnTo>
                <a:lnTo>
                  <a:pt x="1866923" y="360015"/>
                </a:lnTo>
                <a:lnTo>
                  <a:pt x="1872648" y="374000"/>
                </a:lnTo>
                <a:lnTo>
                  <a:pt x="1875918" y="376357"/>
                </a:lnTo>
                <a:lnTo>
                  <a:pt x="1880825" y="384026"/>
                </a:lnTo>
                <a:lnTo>
                  <a:pt x="1882460" y="381880"/>
                </a:lnTo>
                <a:lnTo>
                  <a:pt x="1883278" y="383784"/>
                </a:lnTo>
                <a:lnTo>
                  <a:pt x="1886549" y="390619"/>
                </a:lnTo>
                <a:lnTo>
                  <a:pt x="1887367" y="390283"/>
                </a:lnTo>
                <a:lnTo>
                  <a:pt x="1894727" y="401426"/>
                </a:lnTo>
                <a:lnTo>
                  <a:pt x="1895544" y="400879"/>
                </a:lnTo>
                <a:lnTo>
                  <a:pt x="1897180" y="397510"/>
                </a:lnTo>
                <a:lnTo>
                  <a:pt x="1897998" y="400477"/>
                </a:lnTo>
                <a:lnTo>
                  <a:pt x="1902086" y="411329"/>
                </a:lnTo>
                <a:lnTo>
                  <a:pt x="1903722" y="408053"/>
                </a:lnTo>
                <a:lnTo>
                  <a:pt x="1904540" y="409108"/>
                </a:lnTo>
                <a:lnTo>
                  <a:pt x="1907811" y="418109"/>
                </a:lnTo>
                <a:lnTo>
                  <a:pt x="1908628" y="417296"/>
                </a:lnTo>
                <a:lnTo>
                  <a:pt x="1910264" y="413875"/>
                </a:lnTo>
                <a:lnTo>
                  <a:pt x="1911082" y="417611"/>
                </a:lnTo>
                <a:lnTo>
                  <a:pt x="1913535" y="418667"/>
                </a:lnTo>
                <a:lnTo>
                  <a:pt x="1915988" y="424777"/>
                </a:lnTo>
                <a:lnTo>
                  <a:pt x="1916806" y="423232"/>
                </a:lnTo>
                <a:lnTo>
                  <a:pt x="1917624" y="420840"/>
                </a:lnTo>
                <a:lnTo>
                  <a:pt x="1919259" y="422947"/>
                </a:lnTo>
                <a:lnTo>
                  <a:pt x="1927437" y="436727"/>
                </a:lnTo>
                <a:lnTo>
                  <a:pt x="1928254" y="435104"/>
                </a:lnTo>
                <a:lnTo>
                  <a:pt x="1929890" y="437071"/>
                </a:lnTo>
                <a:lnTo>
                  <a:pt x="1942156" y="446245"/>
                </a:lnTo>
                <a:lnTo>
                  <a:pt x="1952787" y="455359"/>
                </a:lnTo>
                <a:lnTo>
                  <a:pt x="1956058" y="452675"/>
                </a:lnTo>
                <a:lnTo>
                  <a:pt x="1956876" y="456026"/>
                </a:lnTo>
                <a:lnTo>
                  <a:pt x="1960147" y="457795"/>
                </a:lnTo>
                <a:lnTo>
                  <a:pt x="1962600" y="456759"/>
                </a:lnTo>
                <a:lnTo>
                  <a:pt x="1963418" y="458031"/>
                </a:lnTo>
                <a:lnTo>
                  <a:pt x="1964235" y="461066"/>
                </a:lnTo>
                <a:lnTo>
                  <a:pt x="1966689" y="460139"/>
                </a:lnTo>
                <a:lnTo>
                  <a:pt x="1976502" y="462192"/>
                </a:lnTo>
                <a:lnTo>
                  <a:pt x="1979773" y="463246"/>
                </a:lnTo>
                <a:lnTo>
                  <a:pt x="1984679" y="459912"/>
                </a:lnTo>
                <a:lnTo>
                  <a:pt x="1985497" y="462034"/>
                </a:lnTo>
                <a:lnTo>
                  <a:pt x="1988768" y="466226"/>
                </a:lnTo>
                <a:lnTo>
                  <a:pt x="1989586" y="465516"/>
                </a:lnTo>
                <a:lnTo>
                  <a:pt x="1991221" y="462756"/>
                </a:lnTo>
                <a:lnTo>
                  <a:pt x="1992039" y="464257"/>
                </a:lnTo>
                <a:lnTo>
                  <a:pt x="1992857" y="465898"/>
                </a:lnTo>
                <a:lnTo>
                  <a:pt x="1994492" y="462332"/>
                </a:lnTo>
                <a:lnTo>
                  <a:pt x="1996945" y="461320"/>
                </a:lnTo>
                <a:lnTo>
                  <a:pt x="2000217" y="466084"/>
                </a:lnTo>
                <a:lnTo>
                  <a:pt x="2001034" y="465301"/>
                </a:lnTo>
                <a:lnTo>
                  <a:pt x="2004305" y="459431"/>
                </a:lnTo>
                <a:lnTo>
                  <a:pt x="2005123" y="460416"/>
                </a:lnTo>
                <a:lnTo>
                  <a:pt x="2008394" y="462422"/>
                </a:lnTo>
                <a:lnTo>
                  <a:pt x="2017389" y="467589"/>
                </a:lnTo>
                <a:lnTo>
                  <a:pt x="2018207" y="466106"/>
                </a:lnTo>
                <a:lnTo>
                  <a:pt x="2033744" y="469260"/>
                </a:lnTo>
                <a:lnTo>
                  <a:pt x="2034562" y="471383"/>
                </a:lnTo>
                <a:lnTo>
                  <a:pt x="2035380" y="468174"/>
                </a:lnTo>
                <a:lnTo>
                  <a:pt x="2039468" y="463994"/>
                </a:lnTo>
                <a:lnTo>
                  <a:pt x="2041104" y="467505"/>
                </a:lnTo>
                <a:lnTo>
                  <a:pt x="2043557" y="466147"/>
                </a:lnTo>
                <a:lnTo>
                  <a:pt x="2044375" y="464043"/>
                </a:lnTo>
                <a:lnTo>
                  <a:pt x="2046010" y="467538"/>
                </a:lnTo>
                <a:lnTo>
                  <a:pt x="2048464" y="467536"/>
                </a:lnTo>
                <a:lnTo>
                  <a:pt x="2049282" y="464754"/>
                </a:lnTo>
                <a:lnTo>
                  <a:pt x="2050917" y="469398"/>
                </a:lnTo>
                <a:lnTo>
                  <a:pt x="2054188" y="473299"/>
                </a:lnTo>
                <a:lnTo>
                  <a:pt x="2055006" y="470276"/>
                </a:lnTo>
                <a:lnTo>
                  <a:pt x="2057459" y="472354"/>
                </a:lnTo>
                <a:lnTo>
                  <a:pt x="2059094" y="476262"/>
                </a:lnTo>
                <a:lnTo>
                  <a:pt x="2059912" y="478633"/>
                </a:lnTo>
                <a:lnTo>
                  <a:pt x="2061548" y="474132"/>
                </a:lnTo>
                <a:lnTo>
                  <a:pt x="2063183" y="475983"/>
                </a:lnTo>
                <a:lnTo>
                  <a:pt x="2064001" y="479984"/>
                </a:lnTo>
                <a:lnTo>
                  <a:pt x="2066454" y="478664"/>
                </a:lnTo>
                <a:lnTo>
                  <a:pt x="2067272" y="478835"/>
                </a:lnTo>
                <a:lnTo>
                  <a:pt x="2068908" y="474454"/>
                </a:lnTo>
                <a:lnTo>
                  <a:pt x="2070543" y="477112"/>
                </a:lnTo>
                <a:lnTo>
                  <a:pt x="2074632" y="481094"/>
                </a:lnTo>
                <a:lnTo>
                  <a:pt x="2076267" y="473120"/>
                </a:lnTo>
                <a:lnTo>
                  <a:pt x="2077903" y="479515"/>
                </a:lnTo>
                <a:lnTo>
                  <a:pt x="2078720" y="480870"/>
                </a:lnTo>
                <a:lnTo>
                  <a:pt x="2079538" y="478058"/>
                </a:lnTo>
                <a:lnTo>
                  <a:pt x="2080356" y="477836"/>
                </a:lnTo>
                <a:lnTo>
                  <a:pt x="2084445" y="483095"/>
                </a:lnTo>
                <a:lnTo>
                  <a:pt x="2086898" y="475455"/>
                </a:lnTo>
                <a:lnTo>
                  <a:pt x="2087716" y="478295"/>
                </a:lnTo>
                <a:lnTo>
                  <a:pt x="2093440" y="483031"/>
                </a:lnTo>
                <a:lnTo>
                  <a:pt x="2094258" y="481102"/>
                </a:lnTo>
                <a:lnTo>
                  <a:pt x="2095076" y="481907"/>
                </a:lnTo>
                <a:lnTo>
                  <a:pt x="2099164" y="487018"/>
                </a:lnTo>
                <a:lnTo>
                  <a:pt x="2100800" y="482286"/>
                </a:lnTo>
                <a:lnTo>
                  <a:pt x="2101618" y="484202"/>
                </a:lnTo>
                <a:lnTo>
                  <a:pt x="2104071" y="495052"/>
                </a:lnTo>
                <a:lnTo>
                  <a:pt x="2104889" y="487983"/>
                </a:lnTo>
                <a:lnTo>
                  <a:pt x="2105706" y="488485"/>
                </a:lnTo>
                <a:lnTo>
                  <a:pt x="2106524" y="493031"/>
                </a:lnTo>
                <a:lnTo>
                  <a:pt x="2108159" y="488996"/>
                </a:lnTo>
                <a:lnTo>
                  <a:pt x="2117155" y="487341"/>
                </a:lnTo>
                <a:lnTo>
                  <a:pt x="2122879" y="484810"/>
                </a:lnTo>
                <a:lnTo>
                  <a:pt x="2128603" y="484339"/>
                </a:lnTo>
                <a:lnTo>
                  <a:pt x="2129421" y="481524"/>
                </a:lnTo>
                <a:lnTo>
                  <a:pt x="2131057" y="486866"/>
                </a:lnTo>
                <a:lnTo>
                  <a:pt x="2131874" y="483632"/>
                </a:lnTo>
                <a:lnTo>
                  <a:pt x="2138416" y="482865"/>
                </a:lnTo>
                <a:lnTo>
                  <a:pt x="2139234" y="481491"/>
                </a:lnTo>
                <a:lnTo>
                  <a:pt x="2140052" y="486020"/>
                </a:lnTo>
                <a:lnTo>
                  <a:pt x="2148229" y="475585"/>
                </a:lnTo>
                <a:lnTo>
                  <a:pt x="2149865" y="478543"/>
                </a:lnTo>
                <a:lnTo>
                  <a:pt x="2152318" y="477497"/>
                </a:lnTo>
                <a:lnTo>
                  <a:pt x="2153953" y="476038"/>
                </a:lnTo>
                <a:lnTo>
                  <a:pt x="2154771" y="478185"/>
                </a:lnTo>
                <a:lnTo>
                  <a:pt x="2155589" y="480066"/>
                </a:lnTo>
                <a:lnTo>
                  <a:pt x="2157225" y="477387"/>
                </a:lnTo>
                <a:lnTo>
                  <a:pt x="2158042" y="476633"/>
                </a:lnTo>
                <a:lnTo>
                  <a:pt x="2158860" y="479154"/>
                </a:lnTo>
                <a:lnTo>
                  <a:pt x="2159678" y="479745"/>
                </a:lnTo>
                <a:lnTo>
                  <a:pt x="2160495" y="477347"/>
                </a:lnTo>
                <a:lnTo>
                  <a:pt x="2161313" y="476216"/>
                </a:lnTo>
                <a:lnTo>
                  <a:pt x="2162949" y="477935"/>
                </a:lnTo>
                <a:lnTo>
                  <a:pt x="2163767" y="479219"/>
                </a:lnTo>
                <a:lnTo>
                  <a:pt x="2165402" y="476409"/>
                </a:lnTo>
                <a:lnTo>
                  <a:pt x="2167855" y="477753"/>
                </a:lnTo>
                <a:lnTo>
                  <a:pt x="2169491" y="481147"/>
                </a:lnTo>
                <a:lnTo>
                  <a:pt x="2170309" y="477916"/>
                </a:lnTo>
                <a:lnTo>
                  <a:pt x="2171126" y="477250"/>
                </a:lnTo>
                <a:lnTo>
                  <a:pt x="2171944" y="479674"/>
                </a:lnTo>
                <a:lnTo>
                  <a:pt x="2172762" y="483053"/>
                </a:lnTo>
                <a:lnTo>
                  <a:pt x="2174397" y="477548"/>
                </a:lnTo>
                <a:lnTo>
                  <a:pt x="2175215" y="476426"/>
                </a:lnTo>
                <a:lnTo>
                  <a:pt x="2176033" y="479041"/>
                </a:lnTo>
                <a:lnTo>
                  <a:pt x="2179304" y="478300"/>
                </a:lnTo>
                <a:lnTo>
                  <a:pt x="2189117" y="476744"/>
                </a:lnTo>
                <a:lnTo>
                  <a:pt x="2191570" y="479707"/>
                </a:lnTo>
                <a:lnTo>
                  <a:pt x="2192388" y="476875"/>
                </a:lnTo>
                <a:lnTo>
                  <a:pt x="2194023" y="478155"/>
                </a:lnTo>
                <a:lnTo>
                  <a:pt x="2195659" y="475370"/>
                </a:lnTo>
                <a:lnTo>
                  <a:pt x="2205472" y="481134"/>
                </a:lnTo>
                <a:lnTo>
                  <a:pt x="2207107" y="478135"/>
                </a:lnTo>
                <a:lnTo>
                  <a:pt x="2207925" y="479739"/>
                </a:lnTo>
                <a:lnTo>
                  <a:pt x="2210378" y="481987"/>
                </a:lnTo>
                <a:lnTo>
                  <a:pt x="2211196" y="480601"/>
                </a:lnTo>
                <a:lnTo>
                  <a:pt x="2212014" y="479360"/>
                </a:lnTo>
                <a:lnTo>
                  <a:pt x="2212832" y="481157"/>
                </a:lnTo>
                <a:lnTo>
                  <a:pt x="2214467" y="483271"/>
                </a:lnTo>
                <a:lnTo>
                  <a:pt x="2216102" y="482205"/>
                </a:lnTo>
                <a:lnTo>
                  <a:pt x="2219374" y="480432"/>
                </a:lnTo>
                <a:lnTo>
                  <a:pt x="2225098" y="485659"/>
                </a:lnTo>
                <a:lnTo>
                  <a:pt x="2226733" y="481640"/>
                </a:lnTo>
                <a:lnTo>
                  <a:pt x="2227551" y="482677"/>
                </a:lnTo>
                <a:lnTo>
                  <a:pt x="2230004" y="488979"/>
                </a:lnTo>
                <a:lnTo>
                  <a:pt x="2230822" y="487938"/>
                </a:lnTo>
                <a:lnTo>
                  <a:pt x="2233275" y="483702"/>
                </a:lnTo>
                <a:lnTo>
                  <a:pt x="2234093" y="483982"/>
                </a:lnTo>
                <a:lnTo>
                  <a:pt x="2239000" y="488513"/>
                </a:lnTo>
                <a:lnTo>
                  <a:pt x="2240635" y="485483"/>
                </a:lnTo>
                <a:lnTo>
                  <a:pt x="2242270" y="486063"/>
                </a:lnTo>
                <a:lnTo>
                  <a:pt x="2243088" y="487850"/>
                </a:lnTo>
                <a:lnTo>
                  <a:pt x="2243906" y="485298"/>
                </a:lnTo>
                <a:lnTo>
                  <a:pt x="2244724" y="482966"/>
                </a:lnTo>
                <a:lnTo>
                  <a:pt x="2246359" y="486708"/>
                </a:lnTo>
                <a:lnTo>
                  <a:pt x="2247177" y="488636"/>
                </a:lnTo>
                <a:lnTo>
                  <a:pt x="2249630" y="486638"/>
                </a:lnTo>
                <a:lnTo>
                  <a:pt x="2263532" y="486554"/>
                </a:lnTo>
                <a:lnTo>
                  <a:pt x="2265168" y="485831"/>
                </a:lnTo>
                <a:lnTo>
                  <a:pt x="2266803" y="488166"/>
                </a:lnTo>
                <a:lnTo>
                  <a:pt x="2270074" y="485487"/>
                </a:lnTo>
                <a:lnTo>
                  <a:pt x="2270892" y="488134"/>
                </a:lnTo>
                <a:lnTo>
                  <a:pt x="2273345" y="486847"/>
                </a:lnTo>
                <a:lnTo>
                  <a:pt x="2280705" y="489656"/>
                </a:lnTo>
                <a:lnTo>
                  <a:pt x="2281523" y="487350"/>
                </a:lnTo>
                <a:lnTo>
                  <a:pt x="2283976" y="488599"/>
                </a:lnTo>
                <a:lnTo>
                  <a:pt x="2290518" y="487047"/>
                </a:lnTo>
              </a:path>
            </a:pathLst>
          </a:custGeom>
          <a:noFill/>
          <a:ln w="2208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66"/>
          <p:cNvSpPr/>
          <p:nvPr/>
        </p:nvSpPr>
        <p:spPr>
          <a:xfrm>
            <a:off x="6902560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path 67"/>
          <p:cNvSpPr/>
          <p:nvPr/>
        </p:nvSpPr>
        <p:spPr>
          <a:xfrm>
            <a:off x="9422130" y="2118651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path 68"/>
          <p:cNvSpPr/>
          <p:nvPr/>
        </p:nvSpPr>
        <p:spPr>
          <a:xfrm>
            <a:off x="6902560" y="3029561"/>
            <a:ext cx="2519570" cy="0"/>
          </a:xfrm>
          <a:custGeom>
            <a:avLst/>
            <a:gdLst/>
            <a:ahLst/>
            <a:cxnLst/>
            <a:rect l="l" t="t" r="r" b="b"/>
            <a:pathLst>
              <a:path w="2519570" h="0">
                <a:moveTo>
                  <a:pt x="0" y="0"/>
                </a:moveTo>
                <a:lnTo>
                  <a:pt x="251957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69"/>
          <p:cNvSpPr/>
          <p:nvPr/>
        </p:nvSpPr>
        <p:spPr>
          <a:xfrm>
            <a:off x="6902560" y="2118651"/>
            <a:ext cx="2519570" cy="0"/>
          </a:xfrm>
          <a:custGeom>
            <a:avLst/>
            <a:gdLst/>
            <a:ahLst/>
            <a:cxnLst/>
            <a:rect l="l" t="t" r="r" b="b"/>
            <a:pathLst>
              <a:path w="2519570" h="0">
                <a:moveTo>
                  <a:pt x="0" y="0"/>
                </a:moveTo>
                <a:lnTo>
                  <a:pt x="251957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98092" y="1909735"/>
            <a:ext cx="1183883" cy="2252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78" b="0" i="0">
                <a:solidFill>
                  <a:srgbClr val="3B6CA8"/>
                </a:solidFill>
                <a:latin typeface="Times New Roman"/>
              </a:rPr>
              <a:t>Robot A · right</a:t>
            </a:r>
          </a:p>
        </p:txBody>
      </p:sp>
      <p:sp>
        <p:nvSpPr>
          <p:cNvPr id="97" name="Editable path 70"/>
          <p:cNvSpPr/>
          <p:nvPr/>
        </p:nvSpPr>
        <p:spPr>
          <a:xfrm>
            <a:off x="3627120" y="3380529"/>
            <a:ext cx="2519569" cy="910910"/>
          </a:xfrm>
          <a:custGeom>
            <a:avLst/>
            <a:gdLst/>
            <a:ahLst/>
            <a:cxnLst/>
            <a:rect l="l" t="t" r="r" b="b"/>
            <a:pathLst>
              <a:path w="2519569" h="910910">
                <a:moveTo>
                  <a:pt x="0" y="0"/>
                </a:moveTo>
                <a:lnTo>
                  <a:pt x="2519569" y="0"/>
                </a:lnTo>
                <a:lnTo>
                  <a:pt x="2519569" y="910910"/>
                </a:lnTo>
                <a:lnTo>
                  <a:pt x="0" y="910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path 71"/>
          <p:cNvSpPr/>
          <p:nvPr/>
        </p:nvSpPr>
        <p:spPr>
          <a:xfrm>
            <a:off x="3741645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72"/>
          <p:cNvSpPr/>
          <p:nvPr/>
        </p:nvSpPr>
        <p:spPr>
          <a:xfrm>
            <a:off x="3741645" y="4291439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00232" y="4393085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01" name="Editable path 73"/>
          <p:cNvSpPr/>
          <p:nvPr/>
        </p:nvSpPr>
        <p:spPr>
          <a:xfrm>
            <a:off x="4559395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74"/>
          <p:cNvSpPr/>
          <p:nvPr/>
        </p:nvSpPr>
        <p:spPr>
          <a:xfrm>
            <a:off x="4559395" y="4291439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76569" y="4393085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04" name="Editable path 75"/>
          <p:cNvSpPr/>
          <p:nvPr/>
        </p:nvSpPr>
        <p:spPr>
          <a:xfrm>
            <a:off x="5377145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path 76"/>
          <p:cNvSpPr/>
          <p:nvPr/>
        </p:nvSpPr>
        <p:spPr>
          <a:xfrm>
            <a:off x="5377145" y="4291439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94319" y="4393085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07" name="Editable path 77"/>
          <p:cNvSpPr/>
          <p:nvPr/>
        </p:nvSpPr>
        <p:spPr>
          <a:xfrm>
            <a:off x="3627120" y="4044352"/>
            <a:ext cx="2519569" cy="0"/>
          </a:xfrm>
          <a:custGeom>
            <a:avLst/>
            <a:gdLst/>
            <a:ahLst/>
            <a:cxnLst/>
            <a:rect l="l" t="t" r="r" b="b"/>
            <a:pathLst>
              <a:path w="2519569" h="0">
                <a:moveTo>
                  <a:pt x="0" y="0"/>
                </a:moveTo>
                <a:lnTo>
                  <a:pt x="2519569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path 78"/>
          <p:cNvSpPr/>
          <p:nvPr/>
        </p:nvSpPr>
        <p:spPr>
          <a:xfrm>
            <a:off x="3530489" y="4044352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20054" y="3965248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10" name="Editable path 79"/>
          <p:cNvSpPr/>
          <p:nvPr/>
        </p:nvSpPr>
        <p:spPr>
          <a:xfrm>
            <a:off x="3627120" y="3559159"/>
            <a:ext cx="2519569" cy="0"/>
          </a:xfrm>
          <a:custGeom>
            <a:avLst/>
            <a:gdLst/>
            <a:ahLst/>
            <a:cxnLst/>
            <a:rect l="l" t="t" r="r" b="b"/>
            <a:pathLst>
              <a:path w="2519569" h="0">
                <a:moveTo>
                  <a:pt x="0" y="0"/>
                </a:moveTo>
                <a:lnTo>
                  <a:pt x="2519569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path 80"/>
          <p:cNvSpPr/>
          <p:nvPr/>
        </p:nvSpPr>
        <p:spPr>
          <a:xfrm>
            <a:off x="3530489" y="3559159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54402" y="3480055"/>
            <a:ext cx="289891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250</a:t>
            </a:r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2715182" y="3725014"/>
            <a:ext cx="747436" cy="215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13" b="0" i="0">
                <a:solidFill>
                  <a:srgbClr val="2B2B2B"/>
                </a:solidFill>
                <a:latin typeface="Times New Roman"/>
              </a:rPr>
              <a:t>Force (N)</a:t>
            </a:r>
          </a:p>
        </p:txBody>
      </p:sp>
      <p:sp>
        <p:nvSpPr>
          <p:cNvPr id="114" name="Editable path 81"/>
          <p:cNvSpPr/>
          <p:nvPr/>
        </p:nvSpPr>
        <p:spPr>
          <a:xfrm>
            <a:off x="3741645" y="3421934"/>
            <a:ext cx="2290518" cy="733361"/>
          </a:xfrm>
          <a:custGeom>
            <a:avLst/>
            <a:gdLst/>
            <a:ahLst/>
            <a:cxnLst/>
            <a:rect l="l" t="t" r="r" b="b"/>
            <a:pathLst>
              <a:path w="2290518" h="733361">
                <a:moveTo>
                  <a:pt x="0" y="620599"/>
                </a:moveTo>
                <a:lnTo>
                  <a:pt x="5725" y="624114"/>
                </a:lnTo>
                <a:lnTo>
                  <a:pt x="6542" y="638349"/>
                </a:lnTo>
                <a:lnTo>
                  <a:pt x="7360" y="614919"/>
                </a:lnTo>
                <a:lnTo>
                  <a:pt x="8178" y="633382"/>
                </a:lnTo>
                <a:lnTo>
                  <a:pt x="9813" y="622849"/>
                </a:lnTo>
                <a:lnTo>
                  <a:pt x="11449" y="625954"/>
                </a:lnTo>
                <a:lnTo>
                  <a:pt x="14720" y="626849"/>
                </a:lnTo>
                <a:lnTo>
                  <a:pt x="17173" y="621766"/>
                </a:lnTo>
                <a:lnTo>
                  <a:pt x="18809" y="630555"/>
                </a:lnTo>
                <a:lnTo>
                  <a:pt x="20444" y="627304"/>
                </a:lnTo>
                <a:lnTo>
                  <a:pt x="22897" y="620911"/>
                </a:lnTo>
                <a:lnTo>
                  <a:pt x="26168" y="630786"/>
                </a:lnTo>
                <a:lnTo>
                  <a:pt x="28622" y="624287"/>
                </a:lnTo>
                <a:lnTo>
                  <a:pt x="29439" y="626228"/>
                </a:lnTo>
                <a:lnTo>
                  <a:pt x="30257" y="624801"/>
                </a:lnTo>
                <a:lnTo>
                  <a:pt x="32710" y="633512"/>
                </a:lnTo>
                <a:lnTo>
                  <a:pt x="31893" y="623476"/>
                </a:lnTo>
                <a:lnTo>
                  <a:pt x="33528" y="627202"/>
                </a:lnTo>
                <a:lnTo>
                  <a:pt x="34346" y="629089"/>
                </a:lnTo>
                <a:lnTo>
                  <a:pt x="35164" y="619781"/>
                </a:lnTo>
                <a:lnTo>
                  <a:pt x="36799" y="625741"/>
                </a:lnTo>
                <a:lnTo>
                  <a:pt x="38435" y="642140"/>
                </a:lnTo>
                <a:lnTo>
                  <a:pt x="40070" y="633044"/>
                </a:lnTo>
                <a:lnTo>
                  <a:pt x="40888" y="625711"/>
                </a:lnTo>
                <a:lnTo>
                  <a:pt x="42523" y="635304"/>
                </a:lnTo>
                <a:lnTo>
                  <a:pt x="43341" y="638635"/>
                </a:lnTo>
                <a:lnTo>
                  <a:pt x="44159" y="623609"/>
                </a:lnTo>
                <a:lnTo>
                  <a:pt x="46612" y="627008"/>
                </a:lnTo>
                <a:lnTo>
                  <a:pt x="48248" y="633050"/>
                </a:lnTo>
                <a:lnTo>
                  <a:pt x="49883" y="630465"/>
                </a:lnTo>
                <a:lnTo>
                  <a:pt x="50701" y="631322"/>
                </a:lnTo>
                <a:lnTo>
                  <a:pt x="52336" y="645562"/>
                </a:lnTo>
                <a:lnTo>
                  <a:pt x="53154" y="639056"/>
                </a:lnTo>
                <a:lnTo>
                  <a:pt x="54790" y="639794"/>
                </a:lnTo>
                <a:lnTo>
                  <a:pt x="56425" y="627309"/>
                </a:lnTo>
                <a:lnTo>
                  <a:pt x="58878" y="636348"/>
                </a:lnTo>
                <a:lnTo>
                  <a:pt x="60514" y="634454"/>
                </a:lnTo>
                <a:lnTo>
                  <a:pt x="61332" y="633737"/>
                </a:lnTo>
                <a:lnTo>
                  <a:pt x="62149" y="619718"/>
                </a:lnTo>
                <a:lnTo>
                  <a:pt x="63785" y="632069"/>
                </a:lnTo>
                <a:lnTo>
                  <a:pt x="64603" y="631252"/>
                </a:lnTo>
                <a:lnTo>
                  <a:pt x="66238" y="655848"/>
                </a:lnTo>
                <a:lnTo>
                  <a:pt x="67874" y="640331"/>
                </a:lnTo>
                <a:lnTo>
                  <a:pt x="68691" y="640459"/>
                </a:lnTo>
                <a:lnTo>
                  <a:pt x="70327" y="630695"/>
                </a:lnTo>
                <a:lnTo>
                  <a:pt x="71962" y="634337"/>
                </a:lnTo>
                <a:lnTo>
                  <a:pt x="76051" y="643973"/>
                </a:lnTo>
                <a:lnTo>
                  <a:pt x="77687" y="644865"/>
                </a:lnTo>
                <a:lnTo>
                  <a:pt x="79322" y="634105"/>
                </a:lnTo>
                <a:lnTo>
                  <a:pt x="81775" y="629029"/>
                </a:lnTo>
                <a:lnTo>
                  <a:pt x="82593" y="653201"/>
                </a:lnTo>
                <a:lnTo>
                  <a:pt x="84229" y="636809"/>
                </a:lnTo>
                <a:lnTo>
                  <a:pt x="85864" y="641868"/>
                </a:lnTo>
                <a:lnTo>
                  <a:pt x="88317" y="631709"/>
                </a:lnTo>
                <a:lnTo>
                  <a:pt x="89135" y="636305"/>
                </a:lnTo>
                <a:lnTo>
                  <a:pt x="90771" y="650508"/>
                </a:lnTo>
                <a:lnTo>
                  <a:pt x="91588" y="647835"/>
                </a:lnTo>
                <a:lnTo>
                  <a:pt x="95677" y="621114"/>
                </a:lnTo>
                <a:lnTo>
                  <a:pt x="98130" y="658750"/>
                </a:lnTo>
                <a:lnTo>
                  <a:pt x="99766" y="645673"/>
                </a:lnTo>
                <a:lnTo>
                  <a:pt x="103855" y="628343"/>
                </a:lnTo>
                <a:lnTo>
                  <a:pt x="106308" y="645384"/>
                </a:lnTo>
                <a:lnTo>
                  <a:pt x="107126" y="640386"/>
                </a:lnTo>
                <a:lnTo>
                  <a:pt x="107943" y="636875"/>
                </a:lnTo>
                <a:lnTo>
                  <a:pt x="108761" y="640795"/>
                </a:lnTo>
                <a:lnTo>
                  <a:pt x="110397" y="633161"/>
                </a:lnTo>
                <a:lnTo>
                  <a:pt x="112032" y="649159"/>
                </a:lnTo>
                <a:lnTo>
                  <a:pt x="115303" y="635992"/>
                </a:lnTo>
                <a:lnTo>
                  <a:pt x="116121" y="639354"/>
                </a:lnTo>
                <a:lnTo>
                  <a:pt x="116939" y="632033"/>
                </a:lnTo>
                <a:lnTo>
                  <a:pt x="119392" y="633504"/>
                </a:lnTo>
                <a:lnTo>
                  <a:pt x="120210" y="650206"/>
                </a:lnTo>
                <a:lnTo>
                  <a:pt x="122663" y="643814"/>
                </a:lnTo>
                <a:lnTo>
                  <a:pt x="125116" y="628440"/>
                </a:lnTo>
                <a:lnTo>
                  <a:pt x="125934" y="638201"/>
                </a:lnTo>
                <a:lnTo>
                  <a:pt x="129205" y="643083"/>
                </a:lnTo>
                <a:lnTo>
                  <a:pt x="130840" y="643760"/>
                </a:lnTo>
                <a:lnTo>
                  <a:pt x="132476" y="629914"/>
                </a:lnTo>
                <a:lnTo>
                  <a:pt x="134929" y="650339"/>
                </a:lnTo>
                <a:lnTo>
                  <a:pt x="139018" y="645839"/>
                </a:lnTo>
                <a:lnTo>
                  <a:pt x="141471" y="629665"/>
                </a:lnTo>
                <a:lnTo>
                  <a:pt x="142289" y="637223"/>
                </a:lnTo>
                <a:lnTo>
                  <a:pt x="143107" y="644544"/>
                </a:lnTo>
                <a:lnTo>
                  <a:pt x="145560" y="643256"/>
                </a:lnTo>
                <a:lnTo>
                  <a:pt x="147195" y="641417"/>
                </a:lnTo>
                <a:lnTo>
                  <a:pt x="148831" y="643642"/>
                </a:lnTo>
                <a:lnTo>
                  <a:pt x="150466" y="635543"/>
                </a:lnTo>
                <a:lnTo>
                  <a:pt x="151284" y="655919"/>
                </a:lnTo>
                <a:lnTo>
                  <a:pt x="152920" y="639374"/>
                </a:lnTo>
                <a:lnTo>
                  <a:pt x="154555" y="641803"/>
                </a:lnTo>
                <a:lnTo>
                  <a:pt x="155373" y="639155"/>
                </a:lnTo>
                <a:lnTo>
                  <a:pt x="157826" y="618755"/>
                </a:lnTo>
                <a:lnTo>
                  <a:pt x="158644" y="625807"/>
                </a:lnTo>
                <a:lnTo>
                  <a:pt x="162733" y="657205"/>
                </a:lnTo>
                <a:lnTo>
                  <a:pt x="167639" y="634764"/>
                </a:lnTo>
                <a:lnTo>
                  <a:pt x="173363" y="642496"/>
                </a:lnTo>
                <a:lnTo>
                  <a:pt x="174181" y="637245"/>
                </a:lnTo>
                <a:lnTo>
                  <a:pt x="175817" y="625887"/>
                </a:lnTo>
                <a:lnTo>
                  <a:pt x="177452" y="636083"/>
                </a:lnTo>
                <a:lnTo>
                  <a:pt x="179905" y="649206"/>
                </a:lnTo>
                <a:lnTo>
                  <a:pt x="181541" y="622007"/>
                </a:lnTo>
                <a:lnTo>
                  <a:pt x="182359" y="636324"/>
                </a:lnTo>
                <a:lnTo>
                  <a:pt x="186447" y="660517"/>
                </a:lnTo>
                <a:lnTo>
                  <a:pt x="191354" y="632092"/>
                </a:lnTo>
                <a:lnTo>
                  <a:pt x="192172" y="633400"/>
                </a:lnTo>
                <a:lnTo>
                  <a:pt x="193807" y="642170"/>
                </a:lnTo>
                <a:lnTo>
                  <a:pt x="194625" y="637875"/>
                </a:lnTo>
                <a:lnTo>
                  <a:pt x="195443" y="632944"/>
                </a:lnTo>
                <a:lnTo>
                  <a:pt x="197078" y="636470"/>
                </a:lnTo>
                <a:lnTo>
                  <a:pt x="202802" y="650396"/>
                </a:lnTo>
                <a:lnTo>
                  <a:pt x="199531" y="634779"/>
                </a:lnTo>
                <a:lnTo>
                  <a:pt x="203620" y="644742"/>
                </a:lnTo>
                <a:lnTo>
                  <a:pt x="204438" y="644826"/>
                </a:lnTo>
                <a:lnTo>
                  <a:pt x="209344" y="623823"/>
                </a:lnTo>
                <a:lnTo>
                  <a:pt x="210162" y="626301"/>
                </a:lnTo>
                <a:lnTo>
                  <a:pt x="214251" y="657484"/>
                </a:lnTo>
                <a:lnTo>
                  <a:pt x="216704" y="634414"/>
                </a:lnTo>
                <a:lnTo>
                  <a:pt x="217522" y="637825"/>
                </a:lnTo>
                <a:lnTo>
                  <a:pt x="218340" y="646060"/>
                </a:lnTo>
                <a:lnTo>
                  <a:pt x="220793" y="643984"/>
                </a:lnTo>
                <a:lnTo>
                  <a:pt x="221611" y="640490"/>
                </a:lnTo>
                <a:lnTo>
                  <a:pt x="223246" y="643746"/>
                </a:lnTo>
                <a:lnTo>
                  <a:pt x="224882" y="641277"/>
                </a:lnTo>
                <a:lnTo>
                  <a:pt x="225699" y="643755"/>
                </a:lnTo>
                <a:lnTo>
                  <a:pt x="227335" y="630657"/>
                </a:lnTo>
                <a:lnTo>
                  <a:pt x="228970" y="639109"/>
                </a:lnTo>
                <a:lnTo>
                  <a:pt x="232241" y="653778"/>
                </a:lnTo>
                <a:lnTo>
                  <a:pt x="237148" y="618224"/>
                </a:lnTo>
                <a:lnTo>
                  <a:pt x="240419" y="660732"/>
                </a:lnTo>
                <a:lnTo>
                  <a:pt x="241237" y="652897"/>
                </a:lnTo>
                <a:lnTo>
                  <a:pt x="242872" y="636034"/>
                </a:lnTo>
                <a:lnTo>
                  <a:pt x="244508" y="640005"/>
                </a:lnTo>
                <a:lnTo>
                  <a:pt x="248596" y="643644"/>
                </a:lnTo>
                <a:lnTo>
                  <a:pt x="249414" y="641966"/>
                </a:lnTo>
                <a:lnTo>
                  <a:pt x="251050" y="644686"/>
                </a:lnTo>
                <a:lnTo>
                  <a:pt x="254321" y="651252"/>
                </a:lnTo>
                <a:lnTo>
                  <a:pt x="255956" y="665168"/>
                </a:lnTo>
                <a:lnTo>
                  <a:pt x="256774" y="633820"/>
                </a:lnTo>
                <a:lnTo>
                  <a:pt x="258409" y="687637"/>
                </a:lnTo>
                <a:lnTo>
                  <a:pt x="264951" y="623828"/>
                </a:lnTo>
                <a:lnTo>
                  <a:pt x="266587" y="680137"/>
                </a:lnTo>
                <a:lnTo>
                  <a:pt x="268222" y="662308"/>
                </a:lnTo>
                <a:lnTo>
                  <a:pt x="269858" y="672187"/>
                </a:lnTo>
                <a:lnTo>
                  <a:pt x="270676" y="664734"/>
                </a:lnTo>
                <a:lnTo>
                  <a:pt x="272311" y="639555"/>
                </a:lnTo>
                <a:lnTo>
                  <a:pt x="273129" y="656748"/>
                </a:lnTo>
                <a:lnTo>
                  <a:pt x="274764" y="671190"/>
                </a:lnTo>
                <a:lnTo>
                  <a:pt x="275582" y="663079"/>
                </a:lnTo>
                <a:lnTo>
                  <a:pt x="276400" y="655933"/>
                </a:lnTo>
                <a:lnTo>
                  <a:pt x="278035" y="666993"/>
                </a:lnTo>
                <a:lnTo>
                  <a:pt x="278853" y="666252"/>
                </a:lnTo>
                <a:lnTo>
                  <a:pt x="282942" y="654349"/>
                </a:lnTo>
                <a:lnTo>
                  <a:pt x="284577" y="665239"/>
                </a:lnTo>
                <a:lnTo>
                  <a:pt x="286213" y="660082"/>
                </a:lnTo>
                <a:lnTo>
                  <a:pt x="293573" y="677673"/>
                </a:lnTo>
                <a:lnTo>
                  <a:pt x="294390" y="677179"/>
                </a:lnTo>
                <a:lnTo>
                  <a:pt x="295208" y="659039"/>
                </a:lnTo>
                <a:lnTo>
                  <a:pt x="297661" y="668380"/>
                </a:lnTo>
                <a:lnTo>
                  <a:pt x="300115" y="691464"/>
                </a:lnTo>
                <a:lnTo>
                  <a:pt x="300932" y="683120"/>
                </a:lnTo>
                <a:lnTo>
                  <a:pt x="303386" y="689703"/>
                </a:lnTo>
                <a:lnTo>
                  <a:pt x="304203" y="686251"/>
                </a:lnTo>
                <a:lnTo>
                  <a:pt x="305839" y="676220"/>
                </a:lnTo>
                <a:lnTo>
                  <a:pt x="306657" y="681819"/>
                </a:lnTo>
                <a:lnTo>
                  <a:pt x="310745" y="691046"/>
                </a:lnTo>
                <a:lnTo>
                  <a:pt x="312381" y="688180"/>
                </a:lnTo>
                <a:lnTo>
                  <a:pt x="314016" y="672214"/>
                </a:lnTo>
                <a:lnTo>
                  <a:pt x="314834" y="680626"/>
                </a:lnTo>
                <a:lnTo>
                  <a:pt x="317287" y="689098"/>
                </a:lnTo>
                <a:lnTo>
                  <a:pt x="318105" y="685467"/>
                </a:lnTo>
                <a:lnTo>
                  <a:pt x="318923" y="685377"/>
                </a:lnTo>
                <a:lnTo>
                  <a:pt x="319741" y="689767"/>
                </a:lnTo>
                <a:lnTo>
                  <a:pt x="321376" y="689251"/>
                </a:lnTo>
                <a:lnTo>
                  <a:pt x="325465" y="681630"/>
                </a:lnTo>
                <a:lnTo>
                  <a:pt x="326283" y="682903"/>
                </a:lnTo>
                <a:lnTo>
                  <a:pt x="328736" y="685299"/>
                </a:lnTo>
                <a:lnTo>
                  <a:pt x="330371" y="665003"/>
                </a:lnTo>
                <a:lnTo>
                  <a:pt x="332825" y="686348"/>
                </a:lnTo>
                <a:lnTo>
                  <a:pt x="334460" y="686178"/>
                </a:lnTo>
                <a:lnTo>
                  <a:pt x="335278" y="676967"/>
                </a:lnTo>
                <a:lnTo>
                  <a:pt x="337731" y="679176"/>
                </a:lnTo>
                <a:lnTo>
                  <a:pt x="339367" y="684084"/>
                </a:lnTo>
                <a:lnTo>
                  <a:pt x="340184" y="682247"/>
                </a:lnTo>
                <a:lnTo>
                  <a:pt x="341820" y="672331"/>
                </a:lnTo>
                <a:lnTo>
                  <a:pt x="343455" y="676975"/>
                </a:lnTo>
                <a:lnTo>
                  <a:pt x="347544" y="692604"/>
                </a:lnTo>
                <a:lnTo>
                  <a:pt x="349180" y="684326"/>
                </a:lnTo>
                <a:lnTo>
                  <a:pt x="349997" y="683558"/>
                </a:lnTo>
                <a:lnTo>
                  <a:pt x="351633" y="663656"/>
                </a:lnTo>
                <a:lnTo>
                  <a:pt x="352451" y="681075"/>
                </a:lnTo>
                <a:lnTo>
                  <a:pt x="353268" y="692972"/>
                </a:lnTo>
                <a:lnTo>
                  <a:pt x="354904" y="677182"/>
                </a:lnTo>
                <a:lnTo>
                  <a:pt x="355722" y="686403"/>
                </a:lnTo>
                <a:lnTo>
                  <a:pt x="357357" y="666238"/>
                </a:lnTo>
                <a:lnTo>
                  <a:pt x="358993" y="678797"/>
                </a:lnTo>
                <a:lnTo>
                  <a:pt x="361446" y="704729"/>
                </a:lnTo>
                <a:lnTo>
                  <a:pt x="362264" y="674473"/>
                </a:lnTo>
                <a:lnTo>
                  <a:pt x="364717" y="674582"/>
                </a:lnTo>
                <a:lnTo>
                  <a:pt x="365535" y="667549"/>
                </a:lnTo>
                <a:lnTo>
                  <a:pt x="366352" y="685067"/>
                </a:lnTo>
                <a:lnTo>
                  <a:pt x="367988" y="708204"/>
                </a:lnTo>
                <a:lnTo>
                  <a:pt x="370441" y="701104"/>
                </a:lnTo>
                <a:lnTo>
                  <a:pt x="372894" y="688844"/>
                </a:lnTo>
                <a:lnTo>
                  <a:pt x="375348" y="690780"/>
                </a:lnTo>
                <a:lnTo>
                  <a:pt x="377801" y="691008"/>
                </a:lnTo>
                <a:lnTo>
                  <a:pt x="380254" y="703190"/>
                </a:lnTo>
                <a:lnTo>
                  <a:pt x="382707" y="695497"/>
                </a:lnTo>
                <a:lnTo>
                  <a:pt x="385161" y="692942"/>
                </a:lnTo>
                <a:lnTo>
                  <a:pt x="385978" y="695651"/>
                </a:lnTo>
                <a:lnTo>
                  <a:pt x="386796" y="695898"/>
                </a:lnTo>
                <a:lnTo>
                  <a:pt x="387614" y="691008"/>
                </a:lnTo>
                <a:lnTo>
                  <a:pt x="389249" y="697222"/>
                </a:lnTo>
                <a:lnTo>
                  <a:pt x="390067" y="693187"/>
                </a:lnTo>
                <a:lnTo>
                  <a:pt x="391703" y="691504"/>
                </a:lnTo>
                <a:lnTo>
                  <a:pt x="393338" y="700625"/>
                </a:lnTo>
                <a:lnTo>
                  <a:pt x="395791" y="699901"/>
                </a:lnTo>
                <a:lnTo>
                  <a:pt x="398245" y="700286"/>
                </a:lnTo>
                <a:lnTo>
                  <a:pt x="400698" y="683457"/>
                </a:lnTo>
                <a:lnTo>
                  <a:pt x="402333" y="686570"/>
                </a:lnTo>
                <a:lnTo>
                  <a:pt x="403969" y="697219"/>
                </a:lnTo>
                <a:lnTo>
                  <a:pt x="404787" y="689213"/>
                </a:lnTo>
                <a:lnTo>
                  <a:pt x="405604" y="682295"/>
                </a:lnTo>
                <a:lnTo>
                  <a:pt x="406422" y="692329"/>
                </a:lnTo>
                <a:lnTo>
                  <a:pt x="407240" y="697813"/>
                </a:lnTo>
                <a:lnTo>
                  <a:pt x="409693" y="695338"/>
                </a:lnTo>
                <a:lnTo>
                  <a:pt x="410511" y="695264"/>
                </a:lnTo>
                <a:lnTo>
                  <a:pt x="411329" y="689831"/>
                </a:lnTo>
                <a:lnTo>
                  <a:pt x="413782" y="691849"/>
                </a:lnTo>
                <a:lnTo>
                  <a:pt x="417871" y="688381"/>
                </a:lnTo>
                <a:lnTo>
                  <a:pt x="418688" y="689663"/>
                </a:lnTo>
                <a:lnTo>
                  <a:pt x="420324" y="700057"/>
                </a:lnTo>
                <a:lnTo>
                  <a:pt x="421959" y="693042"/>
                </a:lnTo>
                <a:lnTo>
                  <a:pt x="424413" y="681279"/>
                </a:lnTo>
                <a:lnTo>
                  <a:pt x="425230" y="694289"/>
                </a:lnTo>
                <a:lnTo>
                  <a:pt x="427684" y="686448"/>
                </a:lnTo>
                <a:lnTo>
                  <a:pt x="430137" y="684312"/>
                </a:lnTo>
                <a:lnTo>
                  <a:pt x="433408" y="691683"/>
                </a:lnTo>
                <a:lnTo>
                  <a:pt x="435043" y="684926"/>
                </a:lnTo>
                <a:lnTo>
                  <a:pt x="436679" y="688215"/>
                </a:lnTo>
                <a:lnTo>
                  <a:pt x="438314" y="681831"/>
                </a:lnTo>
                <a:lnTo>
                  <a:pt x="439950" y="686824"/>
                </a:lnTo>
                <a:lnTo>
                  <a:pt x="441585" y="689450"/>
                </a:lnTo>
                <a:lnTo>
                  <a:pt x="442403" y="685103"/>
                </a:lnTo>
                <a:lnTo>
                  <a:pt x="443221" y="678958"/>
                </a:lnTo>
                <a:lnTo>
                  <a:pt x="444856" y="687346"/>
                </a:lnTo>
                <a:lnTo>
                  <a:pt x="449763" y="681141"/>
                </a:lnTo>
                <a:lnTo>
                  <a:pt x="450581" y="685437"/>
                </a:lnTo>
                <a:lnTo>
                  <a:pt x="451398" y="688559"/>
                </a:lnTo>
                <a:lnTo>
                  <a:pt x="454669" y="672449"/>
                </a:lnTo>
                <a:lnTo>
                  <a:pt x="457940" y="690175"/>
                </a:lnTo>
                <a:lnTo>
                  <a:pt x="462029" y="688109"/>
                </a:lnTo>
                <a:lnTo>
                  <a:pt x="463665" y="684936"/>
                </a:lnTo>
                <a:lnTo>
                  <a:pt x="465300" y="682503"/>
                </a:lnTo>
                <a:lnTo>
                  <a:pt x="467753" y="678048"/>
                </a:lnTo>
                <a:lnTo>
                  <a:pt x="469389" y="685525"/>
                </a:lnTo>
                <a:lnTo>
                  <a:pt x="470207" y="684750"/>
                </a:lnTo>
                <a:lnTo>
                  <a:pt x="473478" y="663540"/>
                </a:lnTo>
                <a:lnTo>
                  <a:pt x="474295" y="664340"/>
                </a:lnTo>
                <a:lnTo>
                  <a:pt x="478384" y="685904"/>
                </a:lnTo>
                <a:lnTo>
                  <a:pt x="480837" y="682558"/>
                </a:lnTo>
                <a:lnTo>
                  <a:pt x="484926" y="658856"/>
                </a:lnTo>
                <a:lnTo>
                  <a:pt x="488197" y="681462"/>
                </a:lnTo>
                <a:lnTo>
                  <a:pt x="490650" y="678399"/>
                </a:lnTo>
                <a:lnTo>
                  <a:pt x="491468" y="679200"/>
                </a:lnTo>
                <a:lnTo>
                  <a:pt x="492286" y="667655"/>
                </a:lnTo>
                <a:lnTo>
                  <a:pt x="493921" y="682827"/>
                </a:lnTo>
                <a:lnTo>
                  <a:pt x="494739" y="674175"/>
                </a:lnTo>
                <a:lnTo>
                  <a:pt x="495557" y="669620"/>
                </a:lnTo>
                <a:lnTo>
                  <a:pt x="496375" y="671889"/>
                </a:lnTo>
                <a:lnTo>
                  <a:pt x="497192" y="683315"/>
                </a:lnTo>
                <a:lnTo>
                  <a:pt x="499646" y="682824"/>
                </a:lnTo>
                <a:lnTo>
                  <a:pt x="502917" y="664494"/>
                </a:lnTo>
                <a:lnTo>
                  <a:pt x="503734" y="669226"/>
                </a:lnTo>
                <a:lnTo>
                  <a:pt x="504552" y="680633"/>
                </a:lnTo>
                <a:lnTo>
                  <a:pt x="506188" y="666596"/>
                </a:lnTo>
                <a:lnTo>
                  <a:pt x="507005" y="675161"/>
                </a:lnTo>
                <a:lnTo>
                  <a:pt x="507823" y="673349"/>
                </a:lnTo>
                <a:lnTo>
                  <a:pt x="508641" y="674185"/>
                </a:lnTo>
                <a:lnTo>
                  <a:pt x="509459" y="661570"/>
                </a:lnTo>
                <a:lnTo>
                  <a:pt x="511912" y="667650"/>
                </a:lnTo>
                <a:lnTo>
                  <a:pt x="513547" y="656483"/>
                </a:lnTo>
                <a:lnTo>
                  <a:pt x="514365" y="661597"/>
                </a:lnTo>
                <a:lnTo>
                  <a:pt x="516818" y="680567"/>
                </a:lnTo>
                <a:lnTo>
                  <a:pt x="518454" y="668407"/>
                </a:lnTo>
                <a:lnTo>
                  <a:pt x="519272" y="662054"/>
                </a:lnTo>
                <a:lnTo>
                  <a:pt x="520907" y="663466"/>
                </a:lnTo>
                <a:lnTo>
                  <a:pt x="521725" y="668266"/>
                </a:lnTo>
                <a:lnTo>
                  <a:pt x="524178" y="665468"/>
                </a:lnTo>
                <a:lnTo>
                  <a:pt x="526631" y="658109"/>
                </a:lnTo>
                <a:lnTo>
                  <a:pt x="527449" y="664578"/>
                </a:lnTo>
                <a:lnTo>
                  <a:pt x="530720" y="669120"/>
                </a:lnTo>
                <a:lnTo>
                  <a:pt x="531538" y="660757"/>
                </a:lnTo>
                <a:lnTo>
                  <a:pt x="533991" y="666806"/>
                </a:lnTo>
                <a:lnTo>
                  <a:pt x="535627" y="676183"/>
                </a:lnTo>
                <a:lnTo>
                  <a:pt x="536444" y="666729"/>
                </a:lnTo>
                <a:lnTo>
                  <a:pt x="537262" y="663816"/>
                </a:lnTo>
                <a:lnTo>
                  <a:pt x="538080" y="666009"/>
                </a:lnTo>
                <a:lnTo>
                  <a:pt x="538898" y="674273"/>
                </a:lnTo>
                <a:lnTo>
                  <a:pt x="540533" y="668129"/>
                </a:lnTo>
                <a:lnTo>
                  <a:pt x="541351" y="659963"/>
                </a:lnTo>
                <a:lnTo>
                  <a:pt x="543804" y="662181"/>
                </a:lnTo>
                <a:lnTo>
                  <a:pt x="545440" y="669578"/>
                </a:lnTo>
                <a:lnTo>
                  <a:pt x="546257" y="662376"/>
                </a:lnTo>
                <a:lnTo>
                  <a:pt x="547075" y="660285"/>
                </a:lnTo>
                <a:lnTo>
                  <a:pt x="551164" y="674603"/>
                </a:lnTo>
                <a:lnTo>
                  <a:pt x="551982" y="671550"/>
                </a:lnTo>
                <a:lnTo>
                  <a:pt x="552799" y="676416"/>
                </a:lnTo>
                <a:lnTo>
                  <a:pt x="553617" y="680921"/>
                </a:lnTo>
                <a:lnTo>
                  <a:pt x="554435" y="678309"/>
                </a:lnTo>
                <a:lnTo>
                  <a:pt x="555253" y="668919"/>
                </a:lnTo>
                <a:lnTo>
                  <a:pt x="556888" y="674195"/>
                </a:lnTo>
                <a:lnTo>
                  <a:pt x="557706" y="680256"/>
                </a:lnTo>
                <a:lnTo>
                  <a:pt x="558524" y="671606"/>
                </a:lnTo>
                <a:lnTo>
                  <a:pt x="559341" y="674802"/>
                </a:lnTo>
                <a:lnTo>
                  <a:pt x="560159" y="661012"/>
                </a:lnTo>
                <a:lnTo>
                  <a:pt x="561795" y="669616"/>
                </a:lnTo>
                <a:lnTo>
                  <a:pt x="563430" y="672837"/>
                </a:lnTo>
                <a:lnTo>
                  <a:pt x="564248" y="667599"/>
                </a:lnTo>
                <a:lnTo>
                  <a:pt x="565883" y="662818"/>
                </a:lnTo>
                <a:lnTo>
                  <a:pt x="566701" y="667363"/>
                </a:lnTo>
                <a:lnTo>
                  <a:pt x="569154" y="681719"/>
                </a:lnTo>
                <a:lnTo>
                  <a:pt x="570790" y="662533"/>
                </a:lnTo>
                <a:lnTo>
                  <a:pt x="572425" y="663482"/>
                </a:lnTo>
                <a:lnTo>
                  <a:pt x="573243" y="661674"/>
                </a:lnTo>
                <a:lnTo>
                  <a:pt x="574061" y="651824"/>
                </a:lnTo>
                <a:lnTo>
                  <a:pt x="575696" y="661079"/>
                </a:lnTo>
                <a:lnTo>
                  <a:pt x="578967" y="667143"/>
                </a:lnTo>
                <a:lnTo>
                  <a:pt x="582238" y="660597"/>
                </a:lnTo>
                <a:lnTo>
                  <a:pt x="586327" y="674741"/>
                </a:lnTo>
                <a:lnTo>
                  <a:pt x="587145" y="673404"/>
                </a:lnTo>
                <a:lnTo>
                  <a:pt x="588780" y="673003"/>
                </a:lnTo>
                <a:lnTo>
                  <a:pt x="590416" y="679899"/>
                </a:lnTo>
                <a:lnTo>
                  <a:pt x="592869" y="661537"/>
                </a:lnTo>
                <a:lnTo>
                  <a:pt x="593687" y="674185"/>
                </a:lnTo>
                <a:lnTo>
                  <a:pt x="595322" y="678358"/>
                </a:lnTo>
                <a:lnTo>
                  <a:pt x="596140" y="670933"/>
                </a:lnTo>
                <a:lnTo>
                  <a:pt x="596958" y="673999"/>
                </a:lnTo>
                <a:lnTo>
                  <a:pt x="597776" y="666187"/>
                </a:lnTo>
                <a:lnTo>
                  <a:pt x="598593" y="668270"/>
                </a:lnTo>
                <a:lnTo>
                  <a:pt x="599411" y="670168"/>
                </a:lnTo>
                <a:lnTo>
                  <a:pt x="600229" y="662074"/>
                </a:lnTo>
                <a:lnTo>
                  <a:pt x="602682" y="665352"/>
                </a:lnTo>
                <a:lnTo>
                  <a:pt x="603500" y="660834"/>
                </a:lnTo>
                <a:lnTo>
                  <a:pt x="604318" y="664785"/>
                </a:lnTo>
                <a:lnTo>
                  <a:pt x="605135" y="669498"/>
                </a:lnTo>
                <a:lnTo>
                  <a:pt x="607589" y="668388"/>
                </a:lnTo>
                <a:lnTo>
                  <a:pt x="609224" y="674400"/>
                </a:lnTo>
                <a:lnTo>
                  <a:pt x="610042" y="666681"/>
                </a:lnTo>
                <a:lnTo>
                  <a:pt x="611677" y="680421"/>
                </a:lnTo>
                <a:lnTo>
                  <a:pt x="612495" y="665194"/>
                </a:lnTo>
                <a:lnTo>
                  <a:pt x="614948" y="670283"/>
                </a:lnTo>
                <a:lnTo>
                  <a:pt x="619855" y="680153"/>
                </a:lnTo>
                <a:lnTo>
                  <a:pt x="623126" y="660903"/>
                </a:lnTo>
                <a:lnTo>
                  <a:pt x="622308" y="681535"/>
                </a:lnTo>
                <a:lnTo>
                  <a:pt x="624761" y="665139"/>
                </a:lnTo>
                <a:lnTo>
                  <a:pt x="628850" y="682642"/>
                </a:lnTo>
                <a:lnTo>
                  <a:pt x="631303" y="670884"/>
                </a:lnTo>
                <a:lnTo>
                  <a:pt x="632121" y="679569"/>
                </a:lnTo>
                <a:lnTo>
                  <a:pt x="632939" y="679252"/>
                </a:lnTo>
                <a:lnTo>
                  <a:pt x="635392" y="679723"/>
                </a:lnTo>
                <a:lnTo>
                  <a:pt x="636210" y="664053"/>
                </a:lnTo>
                <a:lnTo>
                  <a:pt x="637028" y="683170"/>
                </a:lnTo>
                <a:lnTo>
                  <a:pt x="639481" y="678711"/>
                </a:lnTo>
                <a:lnTo>
                  <a:pt x="640299" y="680522"/>
                </a:lnTo>
                <a:lnTo>
                  <a:pt x="641934" y="666039"/>
                </a:lnTo>
                <a:lnTo>
                  <a:pt x="644387" y="672520"/>
                </a:lnTo>
                <a:lnTo>
                  <a:pt x="647658" y="681968"/>
                </a:lnTo>
                <a:lnTo>
                  <a:pt x="649294" y="676031"/>
                </a:lnTo>
                <a:lnTo>
                  <a:pt x="650112" y="676290"/>
                </a:lnTo>
                <a:lnTo>
                  <a:pt x="652565" y="686872"/>
                </a:lnTo>
                <a:lnTo>
                  <a:pt x="653383" y="680579"/>
                </a:lnTo>
                <a:lnTo>
                  <a:pt x="657471" y="671541"/>
                </a:lnTo>
                <a:lnTo>
                  <a:pt x="658289" y="662228"/>
                </a:lnTo>
                <a:lnTo>
                  <a:pt x="659107" y="670188"/>
                </a:lnTo>
                <a:lnTo>
                  <a:pt x="660742" y="694153"/>
                </a:lnTo>
                <a:lnTo>
                  <a:pt x="662378" y="675616"/>
                </a:lnTo>
                <a:lnTo>
                  <a:pt x="664013" y="677695"/>
                </a:lnTo>
                <a:lnTo>
                  <a:pt x="664831" y="669829"/>
                </a:lnTo>
                <a:lnTo>
                  <a:pt x="666467" y="671256"/>
                </a:lnTo>
                <a:lnTo>
                  <a:pt x="667284" y="677190"/>
                </a:lnTo>
                <a:lnTo>
                  <a:pt x="668102" y="668478"/>
                </a:lnTo>
                <a:lnTo>
                  <a:pt x="669738" y="661657"/>
                </a:lnTo>
                <a:lnTo>
                  <a:pt x="670555" y="663474"/>
                </a:lnTo>
                <a:lnTo>
                  <a:pt x="675462" y="683120"/>
                </a:lnTo>
                <a:lnTo>
                  <a:pt x="681186" y="671201"/>
                </a:lnTo>
                <a:lnTo>
                  <a:pt x="677097" y="684133"/>
                </a:lnTo>
                <a:lnTo>
                  <a:pt x="682004" y="672542"/>
                </a:lnTo>
                <a:lnTo>
                  <a:pt x="682822" y="678196"/>
                </a:lnTo>
                <a:lnTo>
                  <a:pt x="683639" y="665650"/>
                </a:lnTo>
                <a:lnTo>
                  <a:pt x="684457" y="666883"/>
                </a:lnTo>
                <a:lnTo>
                  <a:pt x="688546" y="683208"/>
                </a:lnTo>
                <a:lnTo>
                  <a:pt x="689364" y="683964"/>
                </a:lnTo>
                <a:lnTo>
                  <a:pt x="694270" y="667628"/>
                </a:lnTo>
                <a:lnTo>
                  <a:pt x="696724" y="660039"/>
                </a:lnTo>
                <a:lnTo>
                  <a:pt x="698359" y="664835"/>
                </a:lnTo>
                <a:lnTo>
                  <a:pt x="699177" y="672946"/>
                </a:lnTo>
                <a:lnTo>
                  <a:pt x="700812" y="663286"/>
                </a:lnTo>
                <a:lnTo>
                  <a:pt x="701630" y="660883"/>
                </a:lnTo>
                <a:lnTo>
                  <a:pt x="703265" y="665497"/>
                </a:lnTo>
                <a:lnTo>
                  <a:pt x="704901" y="661152"/>
                </a:lnTo>
                <a:lnTo>
                  <a:pt x="707354" y="678641"/>
                </a:lnTo>
                <a:lnTo>
                  <a:pt x="708172" y="678560"/>
                </a:lnTo>
                <a:lnTo>
                  <a:pt x="713078" y="658188"/>
                </a:lnTo>
                <a:lnTo>
                  <a:pt x="713896" y="660783"/>
                </a:lnTo>
                <a:lnTo>
                  <a:pt x="715532" y="664707"/>
                </a:lnTo>
                <a:lnTo>
                  <a:pt x="717167" y="661879"/>
                </a:lnTo>
                <a:lnTo>
                  <a:pt x="719620" y="654797"/>
                </a:lnTo>
                <a:lnTo>
                  <a:pt x="722074" y="657334"/>
                </a:lnTo>
                <a:lnTo>
                  <a:pt x="723709" y="666264"/>
                </a:lnTo>
                <a:lnTo>
                  <a:pt x="724527" y="660602"/>
                </a:lnTo>
                <a:lnTo>
                  <a:pt x="726162" y="650686"/>
                </a:lnTo>
                <a:lnTo>
                  <a:pt x="727798" y="655422"/>
                </a:lnTo>
                <a:lnTo>
                  <a:pt x="729433" y="656405"/>
                </a:lnTo>
                <a:lnTo>
                  <a:pt x="731069" y="657474"/>
                </a:lnTo>
                <a:lnTo>
                  <a:pt x="731887" y="652245"/>
                </a:lnTo>
                <a:lnTo>
                  <a:pt x="735158" y="659823"/>
                </a:lnTo>
                <a:lnTo>
                  <a:pt x="735975" y="646546"/>
                </a:lnTo>
                <a:lnTo>
                  <a:pt x="736793" y="651387"/>
                </a:lnTo>
                <a:lnTo>
                  <a:pt x="737611" y="673338"/>
                </a:lnTo>
                <a:lnTo>
                  <a:pt x="739246" y="657965"/>
                </a:lnTo>
                <a:lnTo>
                  <a:pt x="743335" y="645844"/>
                </a:lnTo>
                <a:lnTo>
                  <a:pt x="744153" y="646550"/>
                </a:lnTo>
                <a:lnTo>
                  <a:pt x="745788" y="653550"/>
                </a:lnTo>
                <a:lnTo>
                  <a:pt x="746606" y="649609"/>
                </a:lnTo>
                <a:lnTo>
                  <a:pt x="749877" y="642664"/>
                </a:lnTo>
                <a:lnTo>
                  <a:pt x="753148" y="648723"/>
                </a:lnTo>
                <a:lnTo>
                  <a:pt x="755601" y="640637"/>
                </a:lnTo>
                <a:lnTo>
                  <a:pt x="756419" y="641439"/>
                </a:lnTo>
                <a:lnTo>
                  <a:pt x="760508" y="646489"/>
                </a:lnTo>
                <a:lnTo>
                  <a:pt x="765415" y="647416"/>
                </a:lnTo>
                <a:lnTo>
                  <a:pt x="771957" y="640832"/>
                </a:lnTo>
                <a:lnTo>
                  <a:pt x="774410" y="642804"/>
                </a:lnTo>
                <a:lnTo>
                  <a:pt x="775228" y="641420"/>
                </a:lnTo>
                <a:lnTo>
                  <a:pt x="777681" y="642443"/>
                </a:lnTo>
                <a:lnTo>
                  <a:pt x="778499" y="637768"/>
                </a:lnTo>
                <a:lnTo>
                  <a:pt x="780134" y="644875"/>
                </a:lnTo>
                <a:lnTo>
                  <a:pt x="781770" y="641284"/>
                </a:lnTo>
                <a:lnTo>
                  <a:pt x="783405" y="632477"/>
                </a:lnTo>
                <a:lnTo>
                  <a:pt x="784223" y="637209"/>
                </a:lnTo>
                <a:lnTo>
                  <a:pt x="786676" y="648259"/>
                </a:lnTo>
                <a:lnTo>
                  <a:pt x="787494" y="643428"/>
                </a:lnTo>
                <a:lnTo>
                  <a:pt x="790765" y="629048"/>
                </a:lnTo>
                <a:lnTo>
                  <a:pt x="792400" y="632656"/>
                </a:lnTo>
                <a:lnTo>
                  <a:pt x="794036" y="646112"/>
                </a:lnTo>
                <a:lnTo>
                  <a:pt x="794853" y="641390"/>
                </a:lnTo>
                <a:lnTo>
                  <a:pt x="798942" y="619327"/>
                </a:lnTo>
                <a:lnTo>
                  <a:pt x="801395" y="629493"/>
                </a:lnTo>
                <a:lnTo>
                  <a:pt x="803849" y="627548"/>
                </a:lnTo>
                <a:lnTo>
                  <a:pt x="805484" y="626149"/>
                </a:lnTo>
                <a:lnTo>
                  <a:pt x="806302" y="629861"/>
                </a:lnTo>
                <a:lnTo>
                  <a:pt x="808755" y="629240"/>
                </a:lnTo>
                <a:lnTo>
                  <a:pt x="810391" y="632134"/>
                </a:lnTo>
                <a:lnTo>
                  <a:pt x="812026" y="624935"/>
                </a:lnTo>
                <a:lnTo>
                  <a:pt x="813662" y="626636"/>
                </a:lnTo>
                <a:lnTo>
                  <a:pt x="814479" y="625268"/>
                </a:lnTo>
                <a:lnTo>
                  <a:pt x="816115" y="626335"/>
                </a:lnTo>
                <a:lnTo>
                  <a:pt x="818568" y="634671"/>
                </a:lnTo>
                <a:lnTo>
                  <a:pt x="819386" y="634147"/>
                </a:lnTo>
                <a:lnTo>
                  <a:pt x="821021" y="624809"/>
                </a:lnTo>
                <a:lnTo>
                  <a:pt x="822657" y="626997"/>
                </a:lnTo>
                <a:lnTo>
                  <a:pt x="824292" y="632541"/>
                </a:lnTo>
                <a:lnTo>
                  <a:pt x="825110" y="630784"/>
                </a:lnTo>
                <a:lnTo>
                  <a:pt x="826746" y="625799"/>
                </a:lnTo>
                <a:lnTo>
                  <a:pt x="827563" y="628273"/>
                </a:lnTo>
                <a:lnTo>
                  <a:pt x="830834" y="630362"/>
                </a:lnTo>
                <a:lnTo>
                  <a:pt x="835741" y="631083"/>
                </a:lnTo>
                <a:lnTo>
                  <a:pt x="836559" y="632022"/>
                </a:lnTo>
                <a:lnTo>
                  <a:pt x="837376" y="629308"/>
                </a:lnTo>
                <a:lnTo>
                  <a:pt x="838194" y="627502"/>
                </a:lnTo>
                <a:lnTo>
                  <a:pt x="839012" y="630544"/>
                </a:lnTo>
                <a:lnTo>
                  <a:pt x="840647" y="634150"/>
                </a:lnTo>
                <a:lnTo>
                  <a:pt x="841465" y="628857"/>
                </a:lnTo>
                <a:lnTo>
                  <a:pt x="843918" y="617236"/>
                </a:lnTo>
                <a:lnTo>
                  <a:pt x="844736" y="620931"/>
                </a:lnTo>
                <a:lnTo>
                  <a:pt x="845554" y="631176"/>
                </a:lnTo>
                <a:lnTo>
                  <a:pt x="848007" y="625140"/>
                </a:lnTo>
                <a:lnTo>
                  <a:pt x="850461" y="620152"/>
                </a:lnTo>
                <a:lnTo>
                  <a:pt x="851278" y="621988"/>
                </a:lnTo>
                <a:lnTo>
                  <a:pt x="854549" y="632992"/>
                </a:lnTo>
                <a:lnTo>
                  <a:pt x="856185" y="619322"/>
                </a:lnTo>
                <a:lnTo>
                  <a:pt x="858638" y="626057"/>
                </a:lnTo>
                <a:lnTo>
                  <a:pt x="861091" y="619647"/>
                </a:lnTo>
                <a:lnTo>
                  <a:pt x="861909" y="622068"/>
                </a:lnTo>
                <a:lnTo>
                  <a:pt x="863545" y="630629"/>
                </a:lnTo>
                <a:lnTo>
                  <a:pt x="864362" y="617035"/>
                </a:lnTo>
                <a:lnTo>
                  <a:pt x="865998" y="634775"/>
                </a:lnTo>
                <a:lnTo>
                  <a:pt x="868451" y="619267"/>
                </a:lnTo>
                <a:lnTo>
                  <a:pt x="870086" y="625390"/>
                </a:lnTo>
                <a:lnTo>
                  <a:pt x="872540" y="621839"/>
                </a:lnTo>
                <a:lnTo>
                  <a:pt x="874175" y="630085"/>
                </a:lnTo>
                <a:lnTo>
                  <a:pt x="874993" y="614179"/>
                </a:lnTo>
                <a:lnTo>
                  <a:pt x="876628" y="621924"/>
                </a:lnTo>
                <a:lnTo>
                  <a:pt x="878264" y="636005"/>
                </a:lnTo>
                <a:lnTo>
                  <a:pt x="879082" y="634024"/>
                </a:lnTo>
                <a:lnTo>
                  <a:pt x="879899" y="623176"/>
                </a:lnTo>
                <a:lnTo>
                  <a:pt x="882353" y="624345"/>
                </a:lnTo>
                <a:lnTo>
                  <a:pt x="884806" y="621632"/>
                </a:lnTo>
                <a:lnTo>
                  <a:pt x="883988" y="627398"/>
                </a:lnTo>
                <a:lnTo>
                  <a:pt x="885624" y="622761"/>
                </a:lnTo>
                <a:lnTo>
                  <a:pt x="887259" y="630467"/>
                </a:lnTo>
                <a:lnTo>
                  <a:pt x="888077" y="626394"/>
                </a:lnTo>
                <a:lnTo>
                  <a:pt x="888895" y="619690"/>
                </a:lnTo>
                <a:lnTo>
                  <a:pt x="891348" y="621018"/>
                </a:lnTo>
                <a:lnTo>
                  <a:pt x="893801" y="626340"/>
                </a:lnTo>
                <a:lnTo>
                  <a:pt x="894619" y="624053"/>
                </a:lnTo>
                <a:lnTo>
                  <a:pt x="897890" y="605246"/>
                </a:lnTo>
                <a:lnTo>
                  <a:pt x="899525" y="635097"/>
                </a:lnTo>
                <a:lnTo>
                  <a:pt x="901161" y="615217"/>
                </a:lnTo>
                <a:lnTo>
                  <a:pt x="903614" y="629460"/>
                </a:lnTo>
                <a:lnTo>
                  <a:pt x="904432" y="620399"/>
                </a:lnTo>
                <a:lnTo>
                  <a:pt x="906067" y="618279"/>
                </a:lnTo>
                <a:lnTo>
                  <a:pt x="906885" y="621152"/>
                </a:lnTo>
                <a:lnTo>
                  <a:pt x="910156" y="642914"/>
                </a:lnTo>
                <a:lnTo>
                  <a:pt x="912609" y="622596"/>
                </a:lnTo>
                <a:lnTo>
                  <a:pt x="913427" y="624117"/>
                </a:lnTo>
                <a:lnTo>
                  <a:pt x="915880" y="638247"/>
                </a:lnTo>
                <a:lnTo>
                  <a:pt x="916698" y="637348"/>
                </a:lnTo>
                <a:lnTo>
                  <a:pt x="919151" y="629314"/>
                </a:lnTo>
                <a:lnTo>
                  <a:pt x="919969" y="632108"/>
                </a:lnTo>
                <a:lnTo>
                  <a:pt x="921605" y="628098"/>
                </a:lnTo>
                <a:lnTo>
                  <a:pt x="922422" y="622223"/>
                </a:lnTo>
                <a:lnTo>
                  <a:pt x="923240" y="628327"/>
                </a:lnTo>
                <a:lnTo>
                  <a:pt x="924058" y="640156"/>
                </a:lnTo>
                <a:lnTo>
                  <a:pt x="924876" y="631215"/>
                </a:lnTo>
                <a:lnTo>
                  <a:pt x="925693" y="616583"/>
                </a:lnTo>
                <a:lnTo>
                  <a:pt x="926511" y="627527"/>
                </a:lnTo>
                <a:lnTo>
                  <a:pt x="927329" y="646984"/>
                </a:lnTo>
                <a:lnTo>
                  <a:pt x="928964" y="637837"/>
                </a:lnTo>
                <a:lnTo>
                  <a:pt x="933053" y="607218"/>
                </a:lnTo>
                <a:lnTo>
                  <a:pt x="937142" y="624327"/>
                </a:lnTo>
                <a:lnTo>
                  <a:pt x="938778" y="618857"/>
                </a:lnTo>
                <a:lnTo>
                  <a:pt x="941231" y="597626"/>
                </a:lnTo>
                <a:lnTo>
                  <a:pt x="942866" y="613298"/>
                </a:lnTo>
                <a:lnTo>
                  <a:pt x="944502" y="625499"/>
                </a:lnTo>
                <a:lnTo>
                  <a:pt x="946137" y="621980"/>
                </a:lnTo>
                <a:lnTo>
                  <a:pt x="949408" y="610938"/>
                </a:lnTo>
                <a:lnTo>
                  <a:pt x="950226" y="614046"/>
                </a:lnTo>
                <a:lnTo>
                  <a:pt x="954315" y="623920"/>
                </a:lnTo>
                <a:lnTo>
                  <a:pt x="956768" y="616300"/>
                </a:lnTo>
                <a:lnTo>
                  <a:pt x="957586" y="620947"/>
                </a:lnTo>
                <a:lnTo>
                  <a:pt x="958403" y="620863"/>
                </a:lnTo>
                <a:lnTo>
                  <a:pt x="960039" y="625601"/>
                </a:lnTo>
                <a:lnTo>
                  <a:pt x="961674" y="623120"/>
                </a:lnTo>
                <a:lnTo>
                  <a:pt x="963310" y="620136"/>
                </a:lnTo>
                <a:lnTo>
                  <a:pt x="964128" y="622818"/>
                </a:lnTo>
                <a:lnTo>
                  <a:pt x="964945" y="625859"/>
                </a:lnTo>
                <a:lnTo>
                  <a:pt x="966581" y="624400"/>
                </a:lnTo>
                <a:lnTo>
                  <a:pt x="969034" y="620845"/>
                </a:lnTo>
                <a:lnTo>
                  <a:pt x="973123" y="632183"/>
                </a:lnTo>
                <a:lnTo>
                  <a:pt x="974758" y="624792"/>
                </a:lnTo>
                <a:lnTo>
                  <a:pt x="975576" y="627060"/>
                </a:lnTo>
                <a:lnTo>
                  <a:pt x="978029" y="643680"/>
                </a:lnTo>
                <a:lnTo>
                  <a:pt x="978847" y="639600"/>
                </a:lnTo>
                <a:lnTo>
                  <a:pt x="979665" y="631854"/>
                </a:lnTo>
                <a:lnTo>
                  <a:pt x="982118" y="635992"/>
                </a:lnTo>
                <a:lnTo>
                  <a:pt x="985389" y="640084"/>
                </a:lnTo>
                <a:lnTo>
                  <a:pt x="989478" y="628709"/>
                </a:lnTo>
                <a:lnTo>
                  <a:pt x="991113" y="635877"/>
                </a:lnTo>
                <a:lnTo>
                  <a:pt x="993567" y="646781"/>
                </a:lnTo>
                <a:lnTo>
                  <a:pt x="994384" y="637817"/>
                </a:lnTo>
                <a:lnTo>
                  <a:pt x="995202" y="638304"/>
                </a:lnTo>
                <a:lnTo>
                  <a:pt x="996838" y="650039"/>
                </a:lnTo>
                <a:lnTo>
                  <a:pt x="998473" y="643987"/>
                </a:lnTo>
                <a:lnTo>
                  <a:pt x="999291" y="646775"/>
                </a:lnTo>
                <a:lnTo>
                  <a:pt x="1000109" y="640217"/>
                </a:lnTo>
                <a:lnTo>
                  <a:pt x="1001744" y="644724"/>
                </a:lnTo>
                <a:lnTo>
                  <a:pt x="1002562" y="643762"/>
                </a:lnTo>
                <a:lnTo>
                  <a:pt x="1003380" y="645007"/>
                </a:lnTo>
                <a:lnTo>
                  <a:pt x="1008286" y="660279"/>
                </a:lnTo>
                <a:lnTo>
                  <a:pt x="1009922" y="649253"/>
                </a:lnTo>
                <a:lnTo>
                  <a:pt x="1010739" y="650137"/>
                </a:lnTo>
                <a:lnTo>
                  <a:pt x="1012375" y="667645"/>
                </a:lnTo>
                <a:lnTo>
                  <a:pt x="1014011" y="653419"/>
                </a:lnTo>
                <a:lnTo>
                  <a:pt x="1018099" y="667565"/>
                </a:lnTo>
                <a:lnTo>
                  <a:pt x="1019735" y="657729"/>
                </a:lnTo>
                <a:lnTo>
                  <a:pt x="1021370" y="659387"/>
                </a:lnTo>
                <a:lnTo>
                  <a:pt x="1024641" y="664676"/>
                </a:lnTo>
                <a:lnTo>
                  <a:pt x="1025459" y="660386"/>
                </a:lnTo>
                <a:lnTo>
                  <a:pt x="1027095" y="663922"/>
                </a:lnTo>
                <a:lnTo>
                  <a:pt x="1030366" y="663680"/>
                </a:lnTo>
                <a:lnTo>
                  <a:pt x="1032001" y="661203"/>
                </a:lnTo>
                <a:lnTo>
                  <a:pt x="1032819" y="665114"/>
                </a:lnTo>
                <a:lnTo>
                  <a:pt x="1033637" y="666012"/>
                </a:lnTo>
                <a:lnTo>
                  <a:pt x="1035272" y="657772"/>
                </a:lnTo>
                <a:lnTo>
                  <a:pt x="1036907" y="660293"/>
                </a:lnTo>
                <a:lnTo>
                  <a:pt x="1037725" y="660275"/>
                </a:lnTo>
                <a:lnTo>
                  <a:pt x="1041814" y="676574"/>
                </a:lnTo>
                <a:lnTo>
                  <a:pt x="1043449" y="667955"/>
                </a:lnTo>
                <a:lnTo>
                  <a:pt x="1044267" y="676316"/>
                </a:lnTo>
                <a:lnTo>
                  <a:pt x="1045903" y="687932"/>
                </a:lnTo>
                <a:lnTo>
                  <a:pt x="1046720" y="676671"/>
                </a:lnTo>
                <a:lnTo>
                  <a:pt x="1047538" y="671791"/>
                </a:lnTo>
                <a:lnTo>
                  <a:pt x="1048356" y="678738"/>
                </a:lnTo>
                <a:lnTo>
                  <a:pt x="1050809" y="684880"/>
                </a:lnTo>
                <a:lnTo>
                  <a:pt x="1051627" y="681404"/>
                </a:lnTo>
                <a:lnTo>
                  <a:pt x="1052445" y="681310"/>
                </a:lnTo>
                <a:lnTo>
                  <a:pt x="1055716" y="684561"/>
                </a:lnTo>
                <a:lnTo>
                  <a:pt x="1058169" y="690377"/>
                </a:lnTo>
                <a:lnTo>
                  <a:pt x="1060622" y="697933"/>
                </a:lnTo>
                <a:lnTo>
                  <a:pt x="1063075" y="695294"/>
                </a:lnTo>
                <a:lnTo>
                  <a:pt x="1071253" y="707310"/>
                </a:lnTo>
                <a:lnTo>
                  <a:pt x="1072071" y="706727"/>
                </a:lnTo>
                <a:lnTo>
                  <a:pt x="1072888" y="703264"/>
                </a:lnTo>
                <a:lnTo>
                  <a:pt x="1073706" y="710663"/>
                </a:lnTo>
                <a:lnTo>
                  <a:pt x="1075342" y="717686"/>
                </a:lnTo>
                <a:lnTo>
                  <a:pt x="1076977" y="714655"/>
                </a:lnTo>
                <a:lnTo>
                  <a:pt x="1081066" y="730918"/>
                </a:lnTo>
                <a:lnTo>
                  <a:pt x="1081884" y="725996"/>
                </a:lnTo>
                <a:lnTo>
                  <a:pt x="1082701" y="721136"/>
                </a:lnTo>
                <a:lnTo>
                  <a:pt x="1083519" y="733361"/>
                </a:lnTo>
                <a:lnTo>
                  <a:pt x="1085972" y="732728"/>
                </a:lnTo>
                <a:lnTo>
                  <a:pt x="1086790" y="724879"/>
                </a:lnTo>
                <a:lnTo>
                  <a:pt x="1088426" y="733178"/>
                </a:lnTo>
                <a:lnTo>
                  <a:pt x="1089243" y="732067"/>
                </a:lnTo>
                <a:lnTo>
                  <a:pt x="1090061" y="722453"/>
                </a:lnTo>
                <a:lnTo>
                  <a:pt x="1092515" y="729650"/>
                </a:lnTo>
                <a:lnTo>
                  <a:pt x="1094150" y="726443"/>
                </a:lnTo>
                <a:lnTo>
                  <a:pt x="1095786" y="729148"/>
                </a:lnTo>
                <a:lnTo>
                  <a:pt x="1096603" y="730257"/>
                </a:lnTo>
                <a:lnTo>
                  <a:pt x="1097421" y="725094"/>
                </a:lnTo>
                <a:lnTo>
                  <a:pt x="1099874" y="727977"/>
                </a:lnTo>
                <a:lnTo>
                  <a:pt x="1100692" y="730676"/>
                </a:lnTo>
                <a:lnTo>
                  <a:pt x="1101510" y="727052"/>
                </a:lnTo>
                <a:lnTo>
                  <a:pt x="1102328" y="725044"/>
                </a:lnTo>
                <a:lnTo>
                  <a:pt x="1103145" y="730498"/>
                </a:lnTo>
                <a:lnTo>
                  <a:pt x="1103963" y="730277"/>
                </a:lnTo>
                <a:lnTo>
                  <a:pt x="1104781" y="721611"/>
                </a:lnTo>
                <a:lnTo>
                  <a:pt x="1107234" y="724910"/>
                </a:lnTo>
                <a:lnTo>
                  <a:pt x="1108052" y="726504"/>
                </a:lnTo>
                <a:lnTo>
                  <a:pt x="1108870" y="720875"/>
                </a:lnTo>
                <a:lnTo>
                  <a:pt x="1111323" y="723587"/>
                </a:lnTo>
                <a:lnTo>
                  <a:pt x="1113776" y="724889"/>
                </a:lnTo>
                <a:lnTo>
                  <a:pt x="1112958" y="720510"/>
                </a:lnTo>
                <a:lnTo>
                  <a:pt x="1114594" y="723582"/>
                </a:lnTo>
                <a:lnTo>
                  <a:pt x="1118683" y="714716"/>
                </a:lnTo>
                <a:lnTo>
                  <a:pt x="1119500" y="716491"/>
                </a:lnTo>
                <a:lnTo>
                  <a:pt x="1121136" y="713968"/>
                </a:lnTo>
                <a:lnTo>
                  <a:pt x="1121953" y="701562"/>
                </a:lnTo>
                <a:lnTo>
                  <a:pt x="1124407" y="707564"/>
                </a:lnTo>
                <a:lnTo>
                  <a:pt x="1129313" y="694077"/>
                </a:lnTo>
                <a:lnTo>
                  <a:pt x="1130949" y="708871"/>
                </a:lnTo>
                <a:lnTo>
                  <a:pt x="1132584" y="701747"/>
                </a:lnTo>
                <a:lnTo>
                  <a:pt x="1136673" y="673696"/>
                </a:lnTo>
                <a:lnTo>
                  <a:pt x="1137491" y="674767"/>
                </a:lnTo>
                <a:lnTo>
                  <a:pt x="1139944" y="687343"/>
                </a:lnTo>
                <a:lnTo>
                  <a:pt x="1144850" y="654245"/>
                </a:lnTo>
                <a:lnTo>
                  <a:pt x="1149757" y="633826"/>
                </a:lnTo>
                <a:lnTo>
                  <a:pt x="1151392" y="648017"/>
                </a:lnTo>
                <a:lnTo>
                  <a:pt x="1153028" y="645112"/>
                </a:lnTo>
                <a:lnTo>
                  <a:pt x="1155481" y="628493"/>
                </a:lnTo>
                <a:lnTo>
                  <a:pt x="1156299" y="632388"/>
                </a:lnTo>
                <a:lnTo>
                  <a:pt x="1157117" y="649545"/>
                </a:lnTo>
                <a:lnTo>
                  <a:pt x="1159570" y="636784"/>
                </a:lnTo>
                <a:lnTo>
                  <a:pt x="1160388" y="636831"/>
                </a:lnTo>
                <a:lnTo>
                  <a:pt x="1161205" y="631425"/>
                </a:lnTo>
                <a:lnTo>
                  <a:pt x="1162023" y="640647"/>
                </a:lnTo>
                <a:lnTo>
                  <a:pt x="1162841" y="636701"/>
                </a:lnTo>
                <a:lnTo>
                  <a:pt x="1163659" y="635918"/>
                </a:lnTo>
                <a:lnTo>
                  <a:pt x="1164476" y="640122"/>
                </a:lnTo>
                <a:lnTo>
                  <a:pt x="1166112" y="635177"/>
                </a:lnTo>
                <a:lnTo>
                  <a:pt x="1167747" y="640276"/>
                </a:lnTo>
                <a:lnTo>
                  <a:pt x="1169383" y="628688"/>
                </a:lnTo>
                <a:lnTo>
                  <a:pt x="1174289" y="647711"/>
                </a:lnTo>
                <a:lnTo>
                  <a:pt x="1178378" y="626861"/>
                </a:lnTo>
                <a:lnTo>
                  <a:pt x="1179196" y="624845"/>
                </a:lnTo>
                <a:lnTo>
                  <a:pt x="1181649" y="596161"/>
                </a:lnTo>
                <a:lnTo>
                  <a:pt x="1182467" y="604342"/>
                </a:lnTo>
                <a:lnTo>
                  <a:pt x="1183285" y="625055"/>
                </a:lnTo>
                <a:lnTo>
                  <a:pt x="1185738" y="614961"/>
                </a:lnTo>
                <a:lnTo>
                  <a:pt x="1187374" y="612325"/>
                </a:lnTo>
                <a:lnTo>
                  <a:pt x="1188191" y="642860"/>
                </a:lnTo>
                <a:lnTo>
                  <a:pt x="1189827" y="599990"/>
                </a:lnTo>
                <a:lnTo>
                  <a:pt x="1192280" y="619587"/>
                </a:lnTo>
                <a:lnTo>
                  <a:pt x="1193098" y="604648"/>
                </a:lnTo>
                <a:lnTo>
                  <a:pt x="1198822" y="654299"/>
                </a:lnTo>
                <a:lnTo>
                  <a:pt x="1200458" y="595657"/>
                </a:lnTo>
                <a:lnTo>
                  <a:pt x="1202093" y="622678"/>
                </a:lnTo>
                <a:lnTo>
                  <a:pt x="1202911" y="620218"/>
                </a:lnTo>
                <a:lnTo>
                  <a:pt x="1203729" y="627473"/>
                </a:lnTo>
                <a:lnTo>
                  <a:pt x="1204546" y="635163"/>
                </a:lnTo>
                <a:lnTo>
                  <a:pt x="1208635" y="597514"/>
                </a:lnTo>
                <a:lnTo>
                  <a:pt x="1210270" y="603865"/>
                </a:lnTo>
                <a:lnTo>
                  <a:pt x="1211088" y="593164"/>
                </a:lnTo>
                <a:lnTo>
                  <a:pt x="1211906" y="595485"/>
                </a:lnTo>
                <a:lnTo>
                  <a:pt x="1212724" y="617107"/>
                </a:lnTo>
                <a:lnTo>
                  <a:pt x="1214359" y="603607"/>
                </a:lnTo>
                <a:lnTo>
                  <a:pt x="1215177" y="585717"/>
                </a:lnTo>
                <a:lnTo>
                  <a:pt x="1217630" y="593539"/>
                </a:lnTo>
                <a:lnTo>
                  <a:pt x="1218448" y="592877"/>
                </a:lnTo>
                <a:lnTo>
                  <a:pt x="1219266" y="597795"/>
                </a:lnTo>
                <a:lnTo>
                  <a:pt x="1220901" y="577308"/>
                </a:lnTo>
                <a:lnTo>
                  <a:pt x="1222537" y="579910"/>
                </a:lnTo>
                <a:lnTo>
                  <a:pt x="1224172" y="581416"/>
                </a:lnTo>
                <a:lnTo>
                  <a:pt x="1225808" y="564894"/>
                </a:lnTo>
                <a:lnTo>
                  <a:pt x="1226625" y="568259"/>
                </a:lnTo>
                <a:lnTo>
                  <a:pt x="1229896" y="598769"/>
                </a:lnTo>
                <a:lnTo>
                  <a:pt x="1230714" y="566907"/>
                </a:lnTo>
                <a:lnTo>
                  <a:pt x="1232350" y="588372"/>
                </a:lnTo>
                <a:lnTo>
                  <a:pt x="1234803" y="615181"/>
                </a:lnTo>
                <a:lnTo>
                  <a:pt x="1235621" y="602684"/>
                </a:lnTo>
                <a:lnTo>
                  <a:pt x="1238074" y="571103"/>
                </a:lnTo>
                <a:lnTo>
                  <a:pt x="1238892" y="591518"/>
                </a:lnTo>
                <a:lnTo>
                  <a:pt x="1239709" y="586081"/>
                </a:lnTo>
                <a:lnTo>
                  <a:pt x="1240527" y="622933"/>
                </a:lnTo>
                <a:lnTo>
                  <a:pt x="1242163" y="598560"/>
                </a:lnTo>
                <a:lnTo>
                  <a:pt x="1242980" y="573890"/>
                </a:lnTo>
                <a:lnTo>
                  <a:pt x="1243798" y="591103"/>
                </a:lnTo>
                <a:lnTo>
                  <a:pt x="1246251" y="642378"/>
                </a:lnTo>
                <a:lnTo>
                  <a:pt x="1247069" y="605843"/>
                </a:lnTo>
                <a:lnTo>
                  <a:pt x="1247887" y="612407"/>
                </a:lnTo>
                <a:lnTo>
                  <a:pt x="1249522" y="579639"/>
                </a:lnTo>
                <a:lnTo>
                  <a:pt x="1250340" y="610793"/>
                </a:lnTo>
                <a:lnTo>
                  <a:pt x="1252793" y="630506"/>
                </a:lnTo>
                <a:lnTo>
                  <a:pt x="1256882" y="577998"/>
                </a:lnTo>
                <a:lnTo>
                  <a:pt x="1257700" y="573278"/>
                </a:lnTo>
                <a:lnTo>
                  <a:pt x="1259335" y="630480"/>
                </a:lnTo>
                <a:lnTo>
                  <a:pt x="1260153" y="579542"/>
                </a:lnTo>
                <a:lnTo>
                  <a:pt x="1261789" y="577448"/>
                </a:lnTo>
                <a:lnTo>
                  <a:pt x="1262606" y="568792"/>
                </a:lnTo>
                <a:lnTo>
                  <a:pt x="1265878" y="647487"/>
                </a:lnTo>
                <a:lnTo>
                  <a:pt x="1266695" y="633404"/>
                </a:lnTo>
                <a:lnTo>
                  <a:pt x="1270784" y="564708"/>
                </a:lnTo>
                <a:lnTo>
                  <a:pt x="1273237" y="622668"/>
                </a:lnTo>
                <a:lnTo>
                  <a:pt x="1274055" y="585693"/>
                </a:lnTo>
                <a:lnTo>
                  <a:pt x="1276508" y="529916"/>
                </a:lnTo>
                <a:lnTo>
                  <a:pt x="1277326" y="530099"/>
                </a:lnTo>
                <a:lnTo>
                  <a:pt x="1281415" y="676845"/>
                </a:lnTo>
                <a:lnTo>
                  <a:pt x="1282233" y="640842"/>
                </a:lnTo>
                <a:lnTo>
                  <a:pt x="1283868" y="570827"/>
                </a:lnTo>
                <a:lnTo>
                  <a:pt x="1284686" y="583593"/>
                </a:lnTo>
                <a:lnTo>
                  <a:pt x="1285504" y="629605"/>
                </a:lnTo>
                <a:lnTo>
                  <a:pt x="1287139" y="604084"/>
                </a:lnTo>
                <a:lnTo>
                  <a:pt x="1288775" y="581078"/>
                </a:lnTo>
                <a:lnTo>
                  <a:pt x="1292045" y="627252"/>
                </a:lnTo>
                <a:lnTo>
                  <a:pt x="1295316" y="571231"/>
                </a:lnTo>
                <a:lnTo>
                  <a:pt x="1296134" y="617494"/>
                </a:lnTo>
                <a:lnTo>
                  <a:pt x="1298587" y="608456"/>
                </a:lnTo>
                <a:lnTo>
                  <a:pt x="1299405" y="586313"/>
                </a:lnTo>
                <a:lnTo>
                  <a:pt x="1301041" y="610207"/>
                </a:lnTo>
                <a:lnTo>
                  <a:pt x="1301858" y="598086"/>
                </a:lnTo>
                <a:lnTo>
                  <a:pt x="1303494" y="643567"/>
                </a:lnTo>
                <a:lnTo>
                  <a:pt x="1304312" y="632512"/>
                </a:lnTo>
                <a:lnTo>
                  <a:pt x="1308400" y="569551"/>
                </a:lnTo>
                <a:lnTo>
                  <a:pt x="1311671" y="674179"/>
                </a:lnTo>
                <a:lnTo>
                  <a:pt x="1312489" y="564169"/>
                </a:lnTo>
                <a:lnTo>
                  <a:pt x="1314942" y="575954"/>
                </a:lnTo>
                <a:lnTo>
                  <a:pt x="1318213" y="634645"/>
                </a:lnTo>
                <a:lnTo>
                  <a:pt x="1319031" y="618213"/>
                </a:lnTo>
                <a:lnTo>
                  <a:pt x="1321484" y="582181"/>
                </a:lnTo>
                <a:lnTo>
                  <a:pt x="1322302" y="590784"/>
                </a:lnTo>
                <a:lnTo>
                  <a:pt x="1323938" y="590455"/>
                </a:lnTo>
                <a:lnTo>
                  <a:pt x="1327209" y="664924"/>
                </a:lnTo>
                <a:lnTo>
                  <a:pt x="1331297" y="564045"/>
                </a:lnTo>
                <a:lnTo>
                  <a:pt x="1332115" y="569843"/>
                </a:lnTo>
                <a:lnTo>
                  <a:pt x="1333751" y="644487"/>
                </a:lnTo>
                <a:lnTo>
                  <a:pt x="1336204" y="618119"/>
                </a:lnTo>
                <a:lnTo>
                  <a:pt x="1337839" y="580827"/>
                </a:lnTo>
                <a:lnTo>
                  <a:pt x="1338657" y="601543"/>
                </a:lnTo>
                <a:lnTo>
                  <a:pt x="1339475" y="635981"/>
                </a:lnTo>
                <a:lnTo>
                  <a:pt x="1341928" y="633042"/>
                </a:lnTo>
                <a:lnTo>
                  <a:pt x="1343564" y="591103"/>
                </a:lnTo>
                <a:lnTo>
                  <a:pt x="1344382" y="608854"/>
                </a:lnTo>
                <a:lnTo>
                  <a:pt x="1345199" y="627914"/>
                </a:lnTo>
                <a:lnTo>
                  <a:pt x="1346017" y="598000"/>
                </a:lnTo>
                <a:lnTo>
                  <a:pt x="1346835" y="599404"/>
                </a:lnTo>
                <a:lnTo>
                  <a:pt x="1348470" y="580722"/>
                </a:lnTo>
                <a:lnTo>
                  <a:pt x="1350106" y="620989"/>
                </a:lnTo>
                <a:lnTo>
                  <a:pt x="1351741" y="612764"/>
                </a:lnTo>
                <a:lnTo>
                  <a:pt x="1352559" y="586767"/>
                </a:lnTo>
                <a:lnTo>
                  <a:pt x="1354195" y="609359"/>
                </a:lnTo>
                <a:lnTo>
                  <a:pt x="1355012" y="608461"/>
                </a:lnTo>
                <a:lnTo>
                  <a:pt x="1355830" y="570497"/>
                </a:lnTo>
                <a:lnTo>
                  <a:pt x="1357466" y="594946"/>
                </a:lnTo>
                <a:lnTo>
                  <a:pt x="1359919" y="611812"/>
                </a:lnTo>
                <a:lnTo>
                  <a:pt x="1360737" y="600844"/>
                </a:lnTo>
                <a:lnTo>
                  <a:pt x="1363190" y="547863"/>
                </a:lnTo>
                <a:lnTo>
                  <a:pt x="1364008" y="589525"/>
                </a:lnTo>
                <a:lnTo>
                  <a:pt x="1364825" y="590610"/>
                </a:lnTo>
                <a:lnTo>
                  <a:pt x="1365643" y="603824"/>
                </a:lnTo>
                <a:lnTo>
                  <a:pt x="1367279" y="552370"/>
                </a:lnTo>
                <a:lnTo>
                  <a:pt x="1368096" y="606940"/>
                </a:lnTo>
                <a:lnTo>
                  <a:pt x="1368914" y="577286"/>
                </a:lnTo>
                <a:lnTo>
                  <a:pt x="1370550" y="540173"/>
                </a:lnTo>
                <a:lnTo>
                  <a:pt x="1371367" y="540788"/>
                </a:lnTo>
                <a:lnTo>
                  <a:pt x="1373821" y="613688"/>
                </a:lnTo>
                <a:lnTo>
                  <a:pt x="1374638" y="610292"/>
                </a:lnTo>
                <a:lnTo>
                  <a:pt x="1375456" y="539757"/>
                </a:lnTo>
                <a:lnTo>
                  <a:pt x="1377909" y="557054"/>
                </a:lnTo>
                <a:lnTo>
                  <a:pt x="1378727" y="561144"/>
                </a:lnTo>
                <a:lnTo>
                  <a:pt x="1380362" y="585347"/>
                </a:lnTo>
                <a:lnTo>
                  <a:pt x="1381998" y="584050"/>
                </a:lnTo>
                <a:lnTo>
                  <a:pt x="1382816" y="586117"/>
                </a:lnTo>
                <a:lnTo>
                  <a:pt x="1385269" y="510708"/>
                </a:lnTo>
                <a:lnTo>
                  <a:pt x="1386087" y="516537"/>
                </a:lnTo>
                <a:lnTo>
                  <a:pt x="1387722" y="595814"/>
                </a:lnTo>
                <a:lnTo>
                  <a:pt x="1389358" y="547721"/>
                </a:lnTo>
                <a:lnTo>
                  <a:pt x="1390175" y="518596"/>
                </a:lnTo>
                <a:lnTo>
                  <a:pt x="1390993" y="539996"/>
                </a:lnTo>
                <a:lnTo>
                  <a:pt x="1391811" y="584738"/>
                </a:lnTo>
                <a:lnTo>
                  <a:pt x="1393446" y="563498"/>
                </a:lnTo>
                <a:lnTo>
                  <a:pt x="1395082" y="564571"/>
                </a:lnTo>
                <a:lnTo>
                  <a:pt x="1397535" y="531671"/>
                </a:lnTo>
                <a:lnTo>
                  <a:pt x="1399171" y="559586"/>
                </a:lnTo>
                <a:lnTo>
                  <a:pt x="1400806" y="544459"/>
                </a:lnTo>
                <a:lnTo>
                  <a:pt x="1403259" y="525299"/>
                </a:lnTo>
                <a:lnTo>
                  <a:pt x="1404077" y="561275"/>
                </a:lnTo>
                <a:lnTo>
                  <a:pt x="1405713" y="528490"/>
                </a:lnTo>
                <a:lnTo>
                  <a:pt x="1406530" y="521107"/>
                </a:lnTo>
                <a:lnTo>
                  <a:pt x="1407348" y="535758"/>
                </a:lnTo>
                <a:lnTo>
                  <a:pt x="1408166" y="535476"/>
                </a:lnTo>
                <a:lnTo>
                  <a:pt x="1409801" y="538941"/>
                </a:lnTo>
                <a:lnTo>
                  <a:pt x="1411437" y="518074"/>
                </a:lnTo>
                <a:lnTo>
                  <a:pt x="1412255" y="532653"/>
                </a:lnTo>
                <a:lnTo>
                  <a:pt x="1413890" y="517930"/>
                </a:lnTo>
                <a:lnTo>
                  <a:pt x="1415526" y="543413"/>
                </a:lnTo>
                <a:lnTo>
                  <a:pt x="1417979" y="503731"/>
                </a:lnTo>
                <a:lnTo>
                  <a:pt x="1420432" y="515600"/>
                </a:lnTo>
                <a:lnTo>
                  <a:pt x="1422885" y="534072"/>
                </a:lnTo>
                <a:lnTo>
                  <a:pt x="1425339" y="457454"/>
                </a:lnTo>
                <a:lnTo>
                  <a:pt x="1426974" y="477946"/>
                </a:lnTo>
                <a:lnTo>
                  <a:pt x="1427792" y="477284"/>
                </a:lnTo>
                <a:lnTo>
                  <a:pt x="1429428" y="518076"/>
                </a:lnTo>
                <a:lnTo>
                  <a:pt x="1431063" y="496443"/>
                </a:lnTo>
                <a:lnTo>
                  <a:pt x="1432699" y="460178"/>
                </a:lnTo>
                <a:lnTo>
                  <a:pt x="1434334" y="479947"/>
                </a:lnTo>
                <a:lnTo>
                  <a:pt x="1436787" y="496566"/>
                </a:lnTo>
                <a:lnTo>
                  <a:pt x="1438423" y="469488"/>
                </a:lnTo>
                <a:lnTo>
                  <a:pt x="1440058" y="480022"/>
                </a:lnTo>
                <a:lnTo>
                  <a:pt x="1442512" y="511314"/>
                </a:lnTo>
                <a:lnTo>
                  <a:pt x="1444147" y="464530"/>
                </a:lnTo>
                <a:lnTo>
                  <a:pt x="1445783" y="470674"/>
                </a:lnTo>
                <a:lnTo>
                  <a:pt x="1449054" y="491616"/>
                </a:lnTo>
                <a:lnTo>
                  <a:pt x="1452325" y="405089"/>
                </a:lnTo>
                <a:lnTo>
                  <a:pt x="1453142" y="452676"/>
                </a:lnTo>
                <a:lnTo>
                  <a:pt x="1455596" y="416907"/>
                </a:lnTo>
                <a:lnTo>
                  <a:pt x="1456413" y="448140"/>
                </a:lnTo>
                <a:lnTo>
                  <a:pt x="1458049" y="416468"/>
                </a:lnTo>
                <a:lnTo>
                  <a:pt x="1458867" y="425525"/>
                </a:lnTo>
                <a:lnTo>
                  <a:pt x="1460502" y="413262"/>
                </a:lnTo>
                <a:lnTo>
                  <a:pt x="1464591" y="492103"/>
                </a:lnTo>
                <a:lnTo>
                  <a:pt x="1467044" y="400395"/>
                </a:lnTo>
                <a:lnTo>
                  <a:pt x="1468679" y="457297"/>
                </a:lnTo>
                <a:lnTo>
                  <a:pt x="1469497" y="474530"/>
                </a:lnTo>
                <a:lnTo>
                  <a:pt x="1470315" y="441716"/>
                </a:lnTo>
                <a:lnTo>
                  <a:pt x="1472768" y="371027"/>
                </a:lnTo>
                <a:lnTo>
                  <a:pt x="1473586" y="412286"/>
                </a:lnTo>
                <a:lnTo>
                  <a:pt x="1476857" y="522431"/>
                </a:lnTo>
                <a:lnTo>
                  <a:pt x="1477675" y="486184"/>
                </a:lnTo>
                <a:lnTo>
                  <a:pt x="1480128" y="437767"/>
                </a:lnTo>
                <a:lnTo>
                  <a:pt x="1480946" y="514586"/>
                </a:lnTo>
                <a:lnTo>
                  <a:pt x="1483399" y="466527"/>
                </a:lnTo>
                <a:lnTo>
                  <a:pt x="1485852" y="406425"/>
                </a:lnTo>
                <a:lnTo>
                  <a:pt x="1487488" y="445884"/>
                </a:lnTo>
                <a:lnTo>
                  <a:pt x="1488305" y="435524"/>
                </a:lnTo>
                <a:lnTo>
                  <a:pt x="1489123" y="452268"/>
                </a:lnTo>
                <a:lnTo>
                  <a:pt x="1489941" y="463143"/>
                </a:lnTo>
                <a:lnTo>
                  <a:pt x="1492394" y="423166"/>
                </a:lnTo>
                <a:lnTo>
                  <a:pt x="1493212" y="448853"/>
                </a:lnTo>
                <a:lnTo>
                  <a:pt x="1494030" y="467760"/>
                </a:lnTo>
                <a:lnTo>
                  <a:pt x="1495665" y="459926"/>
                </a:lnTo>
                <a:lnTo>
                  <a:pt x="1497301" y="407177"/>
                </a:lnTo>
                <a:lnTo>
                  <a:pt x="1498118" y="430771"/>
                </a:lnTo>
                <a:lnTo>
                  <a:pt x="1499754" y="429197"/>
                </a:lnTo>
                <a:lnTo>
                  <a:pt x="1501389" y="495247"/>
                </a:lnTo>
                <a:lnTo>
                  <a:pt x="1503025" y="500804"/>
                </a:lnTo>
                <a:lnTo>
                  <a:pt x="1504660" y="437311"/>
                </a:lnTo>
                <a:lnTo>
                  <a:pt x="1505478" y="485473"/>
                </a:lnTo>
                <a:lnTo>
                  <a:pt x="1507931" y="450035"/>
                </a:lnTo>
                <a:lnTo>
                  <a:pt x="1508749" y="456311"/>
                </a:lnTo>
                <a:lnTo>
                  <a:pt x="1509567" y="444781"/>
                </a:lnTo>
                <a:lnTo>
                  <a:pt x="1510385" y="443007"/>
                </a:lnTo>
                <a:lnTo>
                  <a:pt x="1511202" y="450200"/>
                </a:lnTo>
                <a:lnTo>
                  <a:pt x="1512838" y="437558"/>
                </a:lnTo>
                <a:lnTo>
                  <a:pt x="1513656" y="429870"/>
                </a:lnTo>
                <a:lnTo>
                  <a:pt x="1515291" y="485253"/>
                </a:lnTo>
                <a:lnTo>
                  <a:pt x="1516109" y="447106"/>
                </a:lnTo>
                <a:lnTo>
                  <a:pt x="1516927" y="391185"/>
                </a:lnTo>
                <a:lnTo>
                  <a:pt x="1518562" y="465083"/>
                </a:lnTo>
                <a:lnTo>
                  <a:pt x="1519380" y="396342"/>
                </a:lnTo>
                <a:lnTo>
                  <a:pt x="1521016" y="413972"/>
                </a:lnTo>
                <a:lnTo>
                  <a:pt x="1522651" y="375297"/>
                </a:lnTo>
                <a:lnTo>
                  <a:pt x="1525104" y="490669"/>
                </a:lnTo>
                <a:lnTo>
                  <a:pt x="1526740" y="451630"/>
                </a:lnTo>
                <a:lnTo>
                  <a:pt x="1527558" y="368840"/>
                </a:lnTo>
                <a:lnTo>
                  <a:pt x="1530011" y="415592"/>
                </a:lnTo>
                <a:lnTo>
                  <a:pt x="1531646" y="440333"/>
                </a:lnTo>
                <a:lnTo>
                  <a:pt x="1532464" y="431462"/>
                </a:lnTo>
                <a:lnTo>
                  <a:pt x="1534100" y="364880"/>
                </a:lnTo>
                <a:lnTo>
                  <a:pt x="1535735" y="414758"/>
                </a:lnTo>
                <a:lnTo>
                  <a:pt x="1537371" y="428894"/>
                </a:lnTo>
                <a:lnTo>
                  <a:pt x="1538188" y="423949"/>
                </a:lnTo>
                <a:lnTo>
                  <a:pt x="1539006" y="390536"/>
                </a:lnTo>
                <a:lnTo>
                  <a:pt x="1539824" y="411057"/>
                </a:lnTo>
                <a:lnTo>
                  <a:pt x="1540642" y="455040"/>
                </a:lnTo>
                <a:lnTo>
                  <a:pt x="1541459" y="364898"/>
                </a:lnTo>
                <a:lnTo>
                  <a:pt x="1542277" y="393935"/>
                </a:lnTo>
                <a:lnTo>
                  <a:pt x="1543913" y="405119"/>
                </a:lnTo>
                <a:lnTo>
                  <a:pt x="1545548" y="378752"/>
                </a:lnTo>
                <a:lnTo>
                  <a:pt x="1546366" y="415811"/>
                </a:lnTo>
                <a:lnTo>
                  <a:pt x="1547183" y="347718"/>
                </a:lnTo>
                <a:lnTo>
                  <a:pt x="1548001" y="323818"/>
                </a:lnTo>
                <a:lnTo>
                  <a:pt x="1548819" y="356666"/>
                </a:lnTo>
                <a:lnTo>
                  <a:pt x="1552090" y="428339"/>
                </a:lnTo>
                <a:lnTo>
                  <a:pt x="1553725" y="333469"/>
                </a:lnTo>
                <a:lnTo>
                  <a:pt x="1555361" y="401950"/>
                </a:lnTo>
                <a:lnTo>
                  <a:pt x="1557814" y="515771"/>
                </a:lnTo>
                <a:lnTo>
                  <a:pt x="1561085" y="379892"/>
                </a:lnTo>
                <a:lnTo>
                  <a:pt x="1565174" y="489043"/>
                </a:lnTo>
                <a:lnTo>
                  <a:pt x="1569263" y="341105"/>
                </a:lnTo>
                <a:lnTo>
                  <a:pt x="1570898" y="416842"/>
                </a:lnTo>
                <a:lnTo>
                  <a:pt x="1572534" y="404747"/>
                </a:lnTo>
                <a:lnTo>
                  <a:pt x="1573351" y="492564"/>
                </a:lnTo>
                <a:lnTo>
                  <a:pt x="1574987" y="387053"/>
                </a:lnTo>
                <a:lnTo>
                  <a:pt x="1579893" y="473434"/>
                </a:lnTo>
                <a:lnTo>
                  <a:pt x="1580711" y="471299"/>
                </a:lnTo>
                <a:lnTo>
                  <a:pt x="1581529" y="423996"/>
                </a:lnTo>
                <a:lnTo>
                  <a:pt x="1583164" y="430507"/>
                </a:lnTo>
                <a:lnTo>
                  <a:pt x="1583982" y="491124"/>
                </a:lnTo>
                <a:lnTo>
                  <a:pt x="1585618" y="455665"/>
                </a:lnTo>
                <a:lnTo>
                  <a:pt x="1587253" y="384968"/>
                </a:lnTo>
                <a:lnTo>
                  <a:pt x="1588071" y="449733"/>
                </a:lnTo>
                <a:lnTo>
                  <a:pt x="1588889" y="454707"/>
                </a:lnTo>
                <a:lnTo>
                  <a:pt x="1590524" y="522167"/>
                </a:lnTo>
                <a:lnTo>
                  <a:pt x="1592977" y="494374"/>
                </a:lnTo>
                <a:lnTo>
                  <a:pt x="1594613" y="419886"/>
                </a:lnTo>
                <a:lnTo>
                  <a:pt x="1595431" y="422256"/>
                </a:lnTo>
                <a:lnTo>
                  <a:pt x="1597066" y="513796"/>
                </a:lnTo>
                <a:lnTo>
                  <a:pt x="1598702" y="501810"/>
                </a:lnTo>
                <a:lnTo>
                  <a:pt x="1604426" y="430365"/>
                </a:lnTo>
                <a:lnTo>
                  <a:pt x="1605244" y="453199"/>
                </a:lnTo>
                <a:lnTo>
                  <a:pt x="1606879" y="488612"/>
                </a:lnTo>
                <a:lnTo>
                  <a:pt x="1607697" y="464817"/>
                </a:lnTo>
                <a:lnTo>
                  <a:pt x="1610150" y="426453"/>
                </a:lnTo>
                <a:lnTo>
                  <a:pt x="1610968" y="357976"/>
                </a:lnTo>
                <a:lnTo>
                  <a:pt x="1612604" y="445156"/>
                </a:lnTo>
                <a:lnTo>
                  <a:pt x="1614239" y="474078"/>
                </a:lnTo>
                <a:lnTo>
                  <a:pt x="1615875" y="496926"/>
                </a:lnTo>
                <a:lnTo>
                  <a:pt x="1616692" y="418465"/>
                </a:lnTo>
                <a:lnTo>
                  <a:pt x="1619146" y="462833"/>
                </a:lnTo>
                <a:lnTo>
                  <a:pt x="1619963" y="503215"/>
                </a:lnTo>
                <a:lnTo>
                  <a:pt x="1621599" y="442734"/>
                </a:lnTo>
                <a:lnTo>
                  <a:pt x="1623234" y="393993"/>
                </a:lnTo>
                <a:lnTo>
                  <a:pt x="1624870" y="412487"/>
                </a:lnTo>
                <a:lnTo>
                  <a:pt x="1628141" y="511464"/>
                </a:lnTo>
                <a:lnTo>
                  <a:pt x="1628959" y="449400"/>
                </a:lnTo>
                <a:lnTo>
                  <a:pt x="1629776" y="398672"/>
                </a:lnTo>
                <a:lnTo>
                  <a:pt x="1631412" y="409523"/>
                </a:lnTo>
                <a:lnTo>
                  <a:pt x="1634683" y="562416"/>
                </a:lnTo>
                <a:lnTo>
                  <a:pt x="1635500" y="531004"/>
                </a:lnTo>
                <a:lnTo>
                  <a:pt x="1637136" y="426728"/>
                </a:lnTo>
                <a:lnTo>
                  <a:pt x="1638771" y="482861"/>
                </a:lnTo>
                <a:lnTo>
                  <a:pt x="1639589" y="479024"/>
                </a:lnTo>
                <a:lnTo>
                  <a:pt x="1642042" y="435304"/>
                </a:lnTo>
                <a:lnTo>
                  <a:pt x="1645313" y="532146"/>
                </a:lnTo>
                <a:lnTo>
                  <a:pt x="1646949" y="443259"/>
                </a:lnTo>
                <a:lnTo>
                  <a:pt x="1648584" y="470722"/>
                </a:lnTo>
                <a:lnTo>
                  <a:pt x="1649402" y="443507"/>
                </a:lnTo>
                <a:lnTo>
                  <a:pt x="1650220" y="474168"/>
                </a:lnTo>
                <a:lnTo>
                  <a:pt x="1651038" y="501934"/>
                </a:lnTo>
                <a:lnTo>
                  <a:pt x="1652673" y="454410"/>
                </a:lnTo>
                <a:lnTo>
                  <a:pt x="1653491" y="494984"/>
                </a:lnTo>
                <a:lnTo>
                  <a:pt x="1655944" y="450673"/>
                </a:lnTo>
                <a:lnTo>
                  <a:pt x="1657580" y="452047"/>
                </a:lnTo>
                <a:lnTo>
                  <a:pt x="1658397" y="456124"/>
                </a:lnTo>
                <a:lnTo>
                  <a:pt x="1659215" y="444163"/>
                </a:lnTo>
                <a:lnTo>
                  <a:pt x="1660033" y="469139"/>
                </a:lnTo>
                <a:lnTo>
                  <a:pt x="1660851" y="461757"/>
                </a:lnTo>
                <a:lnTo>
                  <a:pt x="1661668" y="458220"/>
                </a:lnTo>
                <a:lnTo>
                  <a:pt x="1662486" y="458757"/>
                </a:lnTo>
                <a:lnTo>
                  <a:pt x="1665757" y="435830"/>
                </a:lnTo>
                <a:lnTo>
                  <a:pt x="1666575" y="435510"/>
                </a:lnTo>
                <a:lnTo>
                  <a:pt x="1668210" y="511152"/>
                </a:lnTo>
                <a:lnTo>
                  <a:pt x="1669846" y="490738"/>
                </a:lnTo>
                <a:lnTo>
                  <a:pt x="1670664" y="499689"/>
                </a:lnTo>
                <a:lnTo>
                  <a:pt x="1671481" y="417371"/>
                </a:lnTo>
                <a:lnTo>
                  <a:pt x="1673935" y="437776"/>
                </a:lnTo>
                <a:lnTo>
                  <a:pt x="1675570" y="419593"/>
                </a:lnTo>
                <a:lnTo>
                  <a:pt x="1676388" y="439822"/>
                </a:lnTo>
                <a:lnTo>
                  <a:pt x="1678841" y="479772"/>
                </a:lnTo>
                <a:lnTo>
                  <a:pt x="1682930" y="389381"/>
                </a:lnTo>
                <a:lnTo>
                  <a:pt x="1686201" y="446210"/>
                </a:lnTo>
                <a:lnTo>
                  <a:pt x="1689472" y="315340"/>
                </a:lnTo>
                <a:lnTo>
                  <a:pt x="1690290" y="338645"/>
                </a:lnTo>
                <a:lnTo>
                  <a:pt x="1691925" y="450930"/>
                </a:lnTo>
                <a:lnTo>
                  <a:pt x="1693561" y="398873"/>
                </a:lnTo>
                <a:lnTo>
                  <a:pt x="1699285" y="290927"/>
                </a:lnTo>
                <a:lnTo>
                  <a:pt x="1701738" y="364312"/>
                </a:lnTo>
                <a:lnTo>
                  <a:pt x="1702556" y="326867"/>
                </a:lnTo>
                <a:lnTo>
                  <a:pt x="1706645" y="268253"/>
                </a:lnTo>
                <a:lnTo>
                  <a:pt x="1709916" y="303309"/>
                </a:lnTo>
                <a:lnTo>
                  <a:pt x="1711551" y="252228"/>
                </a:lnTo>
                <a:lnTo>
                  <a:pt x="1713187" y="284819"/>
                </a:lnTo>
                <a:lnTo>
                  <a:pt x="1714004" y="280756"/>
                </a:lnTo>
                <a:lnTo>
                  <a:pt x="1718093" y="219652"/>
                </a:lnTo>
                <a:lnTo>
                  <a:pt x="1718911" y="216812"/>
                </a:lnTo>
                <a:lnTo>
                  <a:pt x="1721364" y="264097"/>
                </a:lnTo>
                <a:lnTo>
                  <a:pt x="1722182" y="230783"/>
                </a:lnTo>
                <a:lnTo>
                  <a:pt x="1725453" y="185273"/>
                </a:lnTo>
                <a:lnTo>
                  <a:pt x="1726271" y="218937"/>
                </a:lnTo>
                <a:lnTo>
                  <a:pt x="1728724" y="194073"/>
                </a:lnTo>
                <a:lnTo>
                  <a:pt x="1729542" y="189398"/>
                </a:lnTo>
                <a:lnTo>
                  <a:pt x="1730359" y="197849"/>
                </a:lnTo>
                <a:lnTo>
                  <a:pt x="1731177" y="157542"/>
                </a:lnTo>
                <a:lnTo>
                  <a:pt x="1733630" y="181079"/>
                </a:lnTo>
                <a:lnTo>
                  <a:pt x="1736901" y="112411"/>
                </a:lnTo>
                <a:lnTo>
                  <a:pt x="1737719" y="130688"/>
                </a:lnTo>
                <a:lnTo>
                  <a:pt x="1740172" y="172825"/>
                </a:lnTo>
                <a:lnTo>
                  <a:pt x="1739355" y="119622"/>
                </a:lnTo>
                <a:lnTo>
                  <a:pt x="1740990" y="146804"/>
                </a:lnTo>
                <a:lnTo>
                  <a:pt x="1742626" y="94261"/>
                </a:lnTo>
                <a:lnTo>
                  <a:pt x="1744261" y="110008"/>
                </a:lnTo>
                <a:lnTo>
                  <a:pt x="1745897" y="90355"/>
                </a:lnTo>
                <a:lnTo>
                  <a:pt x="1747532" y="0"/>
                </a:lnTo>
                <a:lnTo>
                  <a:pt x="1749168" y="74686"/>
                </a:lnTo>
                <a:lnTo>
                  <a:pt x="1749985" y="26276"/>
                </a:lnTo>
                <a:lnTo>
                  <a:pt x="1750803" y="93611"/>
                </a:lnTo>
                <a:lnTo>
                  <a:pt x="1751621" y="77392"/>
                </a:lnTo>
                <a:lnTo>
                  <a:pt x="1752439" y="160376"/>
                </a:lnTo>
                <a:lnTo>
                  <a:pt x="1753256" y="76165"/>
                </a:lnTo>
                <a:lnTo>
                  <a:pt x="1754074" y="13686"/>
                </a:lnTo>
                <a:lnTo>
                  <a:pt x="1755710" y="62170"/>
                </a:lnTo>
                <a:lnTo>
                  <a:pt x="1759799" y="184845"/>
                </a:lnTo>
                <a:lnTo>
                  <a:pt x="1760616" y="135848"/>
                </a:lnTo>
                <a:lnTo>
                  <a:pt x="1761434" y="82302"/>
                </a:lnTo>
                <a:lnTo>
                  <a:pt x="1763070" y="132164"/>
                </a:lnTo>
                <a:lnTo>
                  <a:pt x="1766341" y="268512"/>
                </a:lnTo>
                <a:lnTo>
                  <a:pt x="1767976" y="111980"/>
                </a:lnTo>
                <a:lnTo>
                  <a:pt x="1768794" y="179836"/>
                </a:lnTo>
                <a:lnTo>
                  <a:pt x="1771247" y="404740"/>
                </a:lnTo>
                <a:lnTo>
                  <a:pt x="1772883" y="162528"/>
                </a:lnTo>
                <a:lnTo>
                  <a:pt x="1774518" y="236466"/>
                </a:lnTo>
                <a:lnTo>
                  <a:pt x="1776154" y="334271"/>
                </a:lnTo>
                <a:lnTo>
                  <a:pt x="1776971" y="256892"/>
                </a:lnTo>
                <a:lnTo>
                  <a:pt x="1778607" y="133638"/>
                </a:lnTo>
                <a:lnTo>
                  <a:pt x="1779425" y="228544"/>
                </a:lnTo>
                <a:lnTo>
                  <a:pt x="1780242" y="264614"/>
                </a:lnTo>
                <a:lnTo>
                  <a:pt x="1781060" y="160940"/>
                </a:lnTo>
                <a:lnTo>
                  <a:pt x="1782696" y="253073"/>
                </a:lnTo>
                <a:lnTo>
                  <a:pt x="1784331" y="448934"/>
                </a:lnTo>
                <a:lnTo>
                  <a:pt x="1785967" y="305969"/>
                </a:lnTo>
                <a:lnTo>
                  <a:pt x="1786784" y="248657"/>
                </a:lnTo>
                <a:lnTo>
                  <a:pt x="1789238" y="277062"/>
                </a:lnTo>
                <a:lnTo>
                  <a:pt x="1791691" y="276528"/>
                </a:lnTo>
                <a:lnTo>
                  <a:pt x="1793326" y="435149"/>
                </a:lnTo>
                <a:lnTo>
                  <a:pt x="1796597" y="374327"/>
                </a:lnTo>
                <a:lnTo>
                  <a:pt x="1797415" y="386787"/>
                </a:lnTo>
                <a:lnTo>
                  <a:pt x="1798233" y="379515"/>
                </a:lnTo>
                <a:lnTo>
                  <a:pt x="1799050" y="341347"/>
                </a:lnTo>
                <a:lnTo>
                  <a:pt x="1800686" y="373534"/>
                </a:lnTo>
                <a:lnTo>
                  <a:pt x="1801504" y="374289"/>
                </a:lnTo>
                <a:lnTo>
                  <a:pt x="1803957" y="383357"/>
                </a:lnTo>
                <a:lnTo>
                  <a:pt x="1804775" y="379902"/>
                </a:lnTo>
                <a:lnTo>
                  <a:pt x="1805592" y="374225"/>
                </a:lnTo>
                <a:lnTo>
                  <a:pt x="1806410" y="384450"/>
                </a:lnTo>
                <a:lnTo>
                  <a:pt x="1807228" y="384783"/>
                </a:lnTo>
                <a:lnTo>
                  <a:pt x="1808046" y="380570"/>
                </a:lnTo>
                <a:lnTo>
                  <a:pt x="1812952" y="468186"/>
                </a:lnTo>
                <a:lnTo>
                  <a:pt x="1813770" y="452839"/>
                </a:lnTo>
                <a:lnTo>
                  <a:pt x="1815405" y="457068"/>
                </a:lnTo>
                <a:lnTo>
                  <a:pt x="1817041" y="423902"/>
                </a:lnTo>
                <a:lnTo>
                  <a:pt x="1817859" y="444747"/>
                </a:lnTo>
                <a:lnTo>
                  <a:pt x="1819494" y="426314"/>
                </a:lnTo>
                <a:lnTo>
                  <a:pt x="1826854" y="383778"/>
                </a:lnTo>
                <a:lnTo>
                  <a:pt x="1827672" y="391205"/>
                </a:lnTo>
                <a:lnTo>
                  <a:pt x="1828489" y="400126"/>
                </a:lnTo>
                <a:lnTo>
                  <a:pt x="1829307" y="365478"/>
                </a:lnTo>
                <a:lnTo>
                  <a:pt x="1831760" y="386604"/>
                </a:lnTo>
                <a:lnTo>
                  <a:pt x="1833396" y="360536"/>
                </a:lnTo>
                <a:lnTo>
                  <a:pt x="1834214" y="386838"/>
                </a:lnTo>
                <a:lnTo>
                  <a:pt x="1835031" y="373717"/>
                </a:lnTo>
                <a:lnTo>
                  <a:pt x="1835849" y="378439"/>
                </a:lnTo>
                <a:lnTo>
                  <a:pt x="1836667" y="370301"/>
                </a:lnTo>
                <a:lnTo>
                  <a:pt x="1838302" y="330875"/>
                </a:lnTo>
                <a:lnTo>
                  <a:pt x="1839938" y="361020"/>
                </a:lnTo>
                <a:lnTo>
                  <a:pt x="1841573" y="383907"/>
                </a:lnTo>
                <a:lnTo>
                  <a:pt x="1843209" y="374064"/>
                </a:lnTo>
                <a:lnTo>
                  <a:pt x="1845662" y="312781"/>
                </a:lnTo>
                <a:lnTo>
                  <a:pt x="1846480" y="331001"/>
                </a:lnTo>
                <a:lnTo>
                  <a:pt x="1849751" y="388174"/>
                </a:lnTo>
                <a:lnTo>
                  <a:pt x="1852204" y="311115"/>
                </a:lnTo>
                <a:lnTo>
                  <a:pt x="1854658" y="332699"/>
                </a:lnTo>
                <a:lnTo>
                  <a:pt x="1855475" y="328798"/>
                </a:lnTo>
                <a:lnTo>
                  <a:pt x="1856293" y="334396"/>
                </a:lnTo>
                <a:lnTo>
                  <a:pt x="1857929" y="358164"/>
                </a:lnTo>
                <a:lnTo>
                  <a:pt x="1860382" y="313528"/>
                </a:lnTo>
                <a:lnTo>
                  <a:pt x="1861200" y="332707"/>
                </a:lnTo>
                <a:lnTo>
                  <a:pt x="1863653" y="377155"/>
                </a:lnTo>
                <a:lnTo>
                  <a:pt x="1864471" y="368232"/>
                </a:lnTo>
                <a:lnTo>
                  <a:pt x="1866106" y="299208"/>
                </a:lnTo>
                <a:lnTo>
                  <a:pt x="1866924" y="357174"/>
                </a:lnTo>
                <a:lnTo>
                  <a:pt x="1867742" y="363929"/>
                </a:lnTo>
                <a:lnTo>
                  <a:pt x="1868559" y="337113"/>
                </a:lnTo>
                <a:lnTo>
                  <a:pt x="1870195" y="381549"/>
                </a:lnTo>
                <a:lnTo>
                  <a:pt x="1871013" y="349457"/>
                </a:lnTo>
                <a:lnTo>
                  <a:pt x="1873466" y="323261"/>
                </a:lnTo>
                <a:lnTo>
                  <a:pt x="1874284" y="342262"/>
                </a:lnTo>
                <a:lnTo>
                  <a:pt x="1875919" y="360008"/>
                </a:lnTo>
                <a:lnTo>
                  <a:pt x="1876737" y="337207"/>
                </a:lnTo>
                <a:lnTo>
                  <a:pt x="1877555" y="329705"/>
                </a:lnTo>
                <a:lnTo>
                  <a:pt x="1878372" y="361385"/>
                </a:lnTo>
                <a:lnTo>
                  <a:pt x="1880008" y="339260"/>
                </a:lnTo>
                <a:lnTo>
                  <a:pt x="1881643" y="325730"/>
                </a:lnTo>
                <a:lnTo>
                  <a:pt x="1882461" y="338715"/>
                </a:lnTo>
                <a:lnTo>
                  <a:pt x="1884096" y="358343"/>
                </a:lnTo>
                <a:lnTo>
                  <a:pt x="1884914" y="321743"/>
                </a:lnTo>
                <a:lnTo>
                  <a:pt x="1885732" y="360311"/>
                </a:lnTo>
                <a:lnTo>
                  <a:pt x="1887367" y="346934"/>
                </a:lnTo>
                <a:lnTo>
                  <a:pt x="1888185" y="350537"/>
                </a:lnTo>
                <a:lnTo>
                  <a:pt x="1889003" y="325636"/>
                </a:lnTo>
                <a:lnTo>
                  <a:pt x="1890638" y="333766"/>
                </a:lnTo>
                <a:lnTo>
                  <a:pt x="1892274" y="369939"/>
                </a:lnTo>
                <a:lnTo>
                  <a:pt x="1893092" y="325140"/>
                </a:lnTo>
                <a:lnTo>
                  <a:pt x="1893909" y="368571"/>
                </a:lnTo>
                <a:lnTo>
                  <a:pt x="1895545" y="314950"/>
                </a:lnTo>
                <a:lnTo>
                  <a:pt x="1897180" y="347254"/>
                </a:lnTo>
                <a:lnTo>
                  <a:pt x="1898816" y="336282"/>
                </a:lnTo>
                <a:lnTo>
                  <a:pt x="1899634" y="349916"/>
                </a:lnTo>
                <a:lnTo>
                  <a:pt x="1900451" y="374834"/>
                </a:lnTo>
                <a:lnTo>
                  <a:pt x="1902087" y="334825"/>
                </a:lnTo>
                <a:lnTo>
                  <a:pt x="1902905" y="333205"/>
                </a:lnTo>
                <a:lnTo>
                  <a:pt x="1906176" y="366226"/>
                </a:lnTo>
                <a:lnTo>
                  <a:pt x="1906993" y="361739"/>
                </a:lnTo>
                <a:lnTo>
                  <a:pt x="1911082" y="338463"/>
                </a:lnTo>
                <a:lnTo>
                  <a:pt x="1914353" y="378223"/>
                </a:lnTo>
                <a:lnTo>
                  <a:pt x="1915989" y="316312"/>
                </a:lnTo>
                <a:lnTo>
                  <a:pt x="1917624" y="339885"/>
                </a:lnTo>
                <a:lnTo>
                  <a:pt x="1921713" y="377264"/>
                </a:lnTo>
                <a:lnTo>
                  <a:pt x="1922531" y="378272"/>
                </a:lnTo>
                <a:lnTo>
                  <a:pt x="1923348" y="352643"/>
                </a:lnTo>
                <a:lnTo>
                  <a:pt x="1924984" y="391338"/>
                </a:lnTo>
                <a:lnTo>
                  <a:pt x="1925802" y="358535"/>
                </a:lnTo>
                <a:lnTo>
                  <a:pt x="1926619" y="380245"/>
                </a:lnTo>
                <a:lnTo>
                  <a:pt x="1929073" y="368824"/>
                </a:lnTo>
                <a:lnTo>
                  <a:pt x="1929890" y="365366"/>
                </a:lnTo>
                <a:lnTo>
                  <a:pt x="1930708" y="388418"/>
                </a:lnTo>
                <a:lnTo>
                  <a:pt x="1932344" y="368888"/>
                </a:lnTo>
                <a:lnTo>
                  <a:pt x="1933162" y="347608"/>
                </a:lnTo>
                <a:lnTo>
                  <a:pt x="1934797" y="381569"/>
                </a:lnTo>
                <a:lnTo>
                  <a:pt x="1935615" y="389936"/>
                </a:lnTo>
                <a:lnTo>
                  <a:pt x="1936433" y="379816"/>
                </a:lnTo>
                <a:lnTo>
                  <a:pt x="1938886" y="368647"/>
                </a:lnTo>
                <a:lnTo>
                  <a:pt x="1944610" y="436342"/>
                </a:lnTo>
                <a:lnTo>
                  <a:pt x="1941339" y="362798"/>
                </a:lnTo>
                <a:lnTo>
                  <a:pt x="1945428" y="426557"/>
                </a:lnTo>
                <a:lnTo>
                  <a:pt x="1947881" y="381562"/>
                </a:lnTo>
                <a:lnTo>
                  <a:pt x="1948699" y="430551"/>
                </a:lnTo>
                <a:lnTo>
                  <a:pt x="1951152" y="409163"/>
                </a:lnTo>
                <a:lnTo>
                  <a:pt x="1955241" y="383485"/>
                </a:lnTo>
                <a:lnTo>
                  <a:pt x="1956876" y="436730"/>
                </a:lnTo>
                <a:lnTo>
                  <a:pt x="1958512" y="431848"/>
                </a:lnTo>
                <a:lnTo>
                  <a:pt x="1960147" y="407085"/>
                </a:lnTo>
                <a:lnTo>
                  <a:pt x="1963418" y="478721"/>
                </a:lnTo>
                <a:lnTo>
                  <a:pt x="1964236" y="418486"/>
                </a:lnTo>
                <a:lnTo>
                  <a:pt x="1966689" y="455680"/>
                </a:lnTo>
                <a:lnTo>
                  <a:pt x="1967507" y="418448"/>
                </a:lnTo>
                <a:lnTo>
                  <a:pt x="1968325" y="460493"/>
                </a:lnTo>
                <a:lnTo>
                  <a:pt x="1969960" y="425378"/>
                </a:lnTo>
                <a:lnTo>
                  <a:pt x="1972413" y="451407"/>
                </a:lnTo>
                <a:lnTo>
                  <a:pt x="1973231" y="426145"/>
                </a:lnTo>
                <a:lnTo>
                  <a:pt x="1974867" y="440547"/>
                </a:lnTo>
                <a:lnTo>
                  <a:pt x="1976502" y="496665"/>
                </a:lnTo>
                <a:lnTo>
                  <a:pt x="1977320" y="451647"/>
                </a:lnTo>
                <a:lnTo>
                  <a:pt x="1978138" y="433845"/>
                </a:lnTo>
                <a:lnTo>
                  <a:pt x="1978955" y="477754"/>
                </a:lnTo>
                <a:lnTo>
                  <a:pt x="1980591" y="443862"/>
                </a:lnTo>
                <a:lnTo>
                  <a:pt x="1982226" y="445742"/>
                </a:lnTo>
                <a:lnTo>
                  <a:pt x="1983862" y="431056"/>
                </a:lnTo>
                <a:lnTo>
                  <a:pt x="1987951" y="497557"/>
                </a:lnTo>
                <a:lnTo>
                  <a:pt x="1989586" y="453367"/>
                </a:lnTo>
                <a:lnTo>
                  <a:pt x="1991222" y="483683"/>
                </a:lnTo>
                <a:lnTo>
                  <a:pt x="1992039" y="499516"/>
                </a:lnTo>
                <a:lnTo>
                  <a:pt x="1992857" y="474231"/>
                </a:lnTo>
                <a:lnTo>
                  <a:pt x="1993675" y="476368"/>
                </a:lnTo>
                <a:lnTo>
                  <a:pt x="1994493" y="422077"/>
                </a:lnTo>
                <a:lnTo>
                  <a:pt x="1996128" y="491187"/>
                </a:lnTo>
                <a:lnTo>
                  <a:pt x="1997764" y="501714"/>
                </a:lnTo>
                <a:lnTo>
                  <a:pt x="2000217" y="469011"/>
                </a:lnTo>
                <a:lnTo>
                  <a:pt x="2001035" y="483626"/>
                </a:lnTo>
                <a:lnTo>
                  <a:pt x="2001852" y="474274"/>
                </a:lnTo>
                <a:lnTo>
                  <a:pt x="2005123" y="426075"/>
                </a:lnTo>
                <a:lnTo>
                  <a:pt x="2007577" y="491527"/>
                </a:lnTo>
                <a:lnTo>
                  <a:pt x="2008395" y="446489"/>
                </a:lnTo>
                <a:lnTo>
                  <a:pt x="2009212" y="430788"/>
                </a:lnTo>
                <a:lnTo>
                  <a:pt x="2010030" y="469211"/>
                </a:lnTo>
                <a:lnTo>
                  <a:pt x="2010848" y="500856"/>
                </a:lnTo>
                <a:lnTo>
                  <a:pt x="2011666" y="462316"/>
                </a:lnTo>
                <a:lnTo>
                  <a:pt x="2012483" y="424622"/>
                </a:lnTo>
                <a:lnTo>
                  <a:pt x="2014119" y="475470"/>
                </a:lnTo>
                <a:lnTo>
                  <a:pt x="2015754" y="507560"/>
                </a:lnTo>
                <a:lnTo>
                  <a:pt x="2016572" y="481715"/>
                </a:lnTo>
                <a:lnTo>
                  <a:pt x="2017390" y="447245"/>
                </a:lnTo>
                <a:lnTo>
                  <a:pt x="2018208" y="501322"/>
                </a:lnTo>
                <a:lnTo>
                  <a:pt x="2019025" y="496275"/>
                </a:lnTo>
                <a:lnTo>
                  <a:pt x="2021479" y="450845"/>
                </a:lnTo>
                <a:lnTo>
                  <a:pt x="2022296" y="499463"/>
                </a:lnTo>
                <a:lnTo>
                  <a:pt x="2023932" y="449011"/>
                </a:lnTo>
                <a:lnTo>
                  <a:pt x="2024750" y="438470"/>
                </a:lnTo>
                <a:lnTo>
                  <a:pt x="2025567" y="502513"/>
                </a:lnTo>
                <a:lnTo>
                  <a:pt x="2027203" y="461895"/>
                </a:lnTo>
                <a:lnTo>
                  <a:pt x="2028021" y="431393"/>
                </a:lnTo>
                <a:lnTo>
                  <a:pt x="2028838" y="474613"/>
                </a:lnTo>
                <a:lnTo>
                  <a:pt x="2029656" y="489794"/>
                </a:lnTo>
                <a:lnTo>
                  <a:pt x="2030474" y="442818"/>
                </a:lnTo>
                <a:lnTo>
                  <a:pt x="2032109" y="487514"/>
                </a:lnTo>
                <a:lnTo>
                  <a:pt x="2032927" y="526445"/>
                </a:lnTo>
                <a:lnTo>
                  <a:pt x="2034563" y="477871"/>
                </a:lnTo>
                <a:lnTo>
                  <a:pt x="2035380" y="442928"/>
                </a:lnTo>
                <a:lnTo>
                  <a:pt x="2037834" y="450405"/>
                </a:lnTo>
                <a:lnTo>
                  <a:pt x="2038651" y="437615"/>
                </a:lnTo>
                <a:lnTo>
                  <a:pt x="2040287" y="456830"/>
                </a:lnTo>
                <a:lnTo>
                  <a:pt x="2041105" y="496465"/>
                </a:lnTo>
                <a:lnTo>
                  <a:pt x="2042740" y="445155"/>
                </a:lnTo>
                <a:lnTo>
                  <a:pt x="2043558" y="433319"/>
                </a:lnTo>
                <a:lnTo>
                  <a:pt x="2044376" y="441663"/>
                </a:lnTo>
                <a:lnTo>
                  <a:pt x="2047647" y="526933"/>
                </a:lnTo>
                <a:lnTo>
                  <a:pt x="2049282" y="427829"/>
                </a:lnTo>
                <a:lnTo>
                  <a:pt x="2050918" y="491039"/>
                </a:lnTo>
                <a:lnTo>
                  <a:pt x="2055006" y="440420"/>
                </a:lnTo>
                <a:lnTo>
                  <a:pt x="2055824" y="461482"/>
                </a:lnTo>
                <a:lnTo>
                  <a:pt x="2059913" y="522211"/>
                </a:lnTo>
                <a:lnTo>
                  <a:pt x="2062366" y="431158"/>
                </a:lnTo>
                <a:lnTo>
                  <a:pt x="2063184" y="521150"/>
                </a:lnTo>
                <a:lnTo>
                  <a:pt x="2065637" y="502397"/>
                </a:lnTo>
                <a:lnTo>
                  <a:pt x="2066455" y="528240"/>
                </a:lnTo>
                <a:lnTo>
                  <a:pt x="2067272" y="501386"/>
                </a:lnTo>
                <a:lnTo>
                  <a:pt x="2068908" y="407002"/>
                </a:lnTo>
                <a:lnTo>
                  <a:pt x="2070543" y="432947"/>
                </a:lnTo>
                <a:lnTo>
                  <a:pt x="2071361" y="492400"/>
                </a:lnTo>
                <a:lnTo>
                  <a:pt x="2072997" y="469740"/>
                </a:lnTo>
                <a:lnTo>
                  <a:pt x="2075450" y="436996"/>
                </a:lnTo>
                <a:lnTo>
                  <a:pt x="2078721" y="504623"/>
                </a:lnTo>
                <a:lnTo>
                  <a:pt x="2079539" y="433012"/>
                </a:lnTo>
                <a:lnTo>
                  <a:pt x="2081992" y="446843"/>
                </a:lnTo>
                <a:lnTo>
                  <a:pt x="2082810" y="496131"/>
                </a:lnTo>
                <a:lnTo>
                  <a:pt x="2084445" y="451140"/>
                </a:lnTo>
                <a:lnTo>
                  <a:pt x="2085263" y="434305"/>
                </a:lnTo>
                <a:lnTo>
                  <a:pt x="2086081" y="449848"/>
                </a:lnTo>
                <a:lnTo>
                  <a:pt x="2088534" y="517486"/>
                </a:lnTo>
                <a:lnTo>
                  <a:pt x="2089352" y="463467"/>
                </a:lnTo>
                <a:lnTo>
                  <a:pt x="2091805" y="451174"/>
                </a:lnTo>
                <a:lnTo>
                  <a:pt x="2095076" y="566117"/>
                </a:lnTo>
                <a:lnTo>
                  <a:pt x="2095894" y="459752"/>
                </a:lnTo>
                <a:lnTo>
                  <a:pt x="2098347" y="503747"/>
                </a:lnTo>
                <a:lnTo>
                  <a:pt x="2099165" y="462848"/>
                </a:lnTo>
                <a:lnTo>
                  <a:pt x="2100800" y="466125"/>
                </a:lnTo>
                <a:lnTo>
                  <a:pt x="2103254" y="647965"/>
                </a:lnTo>
                <a:lnTo>
                  <a:pt x="2104071" y="426992"/>
                </a:lnTo>
                <a:lnTo>
                  <a:pt x="2106525" y="586231"/>
                </a:lnTo>
                <a:lnTo>
                  <a:pt x="2107342" y="509908"/>
                </a:lnTo>
                <a:lnTo>
                  <a:pt x="2108978" y="578185"/>
                </a:lnTo>
                <a:lnTo>
                  <a:pt x="2109796" y="574164"/>
                </a:lnTo>
                <a:lnTo>
                  <a:pt x="2110613" y="501868"/>
                </a:lnTo>
                <a:lnTo>
                  <a:pt x="2113067" y="555141"/>
                </a:lnTo>
                <a:lnTo>
                  <a:pt x="2113884" y="518001"/>
                </a:lnTo>
                <a:lnTo>
                  <a:pt x="2115520" y="539708"/>
                </a:lnTo>
                <a:lnTo>
                  <a:pt x="2116338" y="551916"/>
                </a:lnTo>
                <a:lnTo>
                  <a:pt x="2117973" y="530627"/>
                </a:lnTo>
                <a:lnTo>
                  <a:pt x="2118791" y="518472"/>
                </a:lnTo>
                <a:lnTo>
                  <a:pt x="2120426" y="538838"/>
                </a:lnTo>
                <a:lnTo>
                  <a:pt x="2122880" y="510426"/>
                </a:lnTo>
                <a:lnTo>
                  <a:pt x="2123697" y="586048"/>
                </a:lnTo>
                <a:lnTo>
                  <a:pt x="2125333" y="532130"/>
                </a:lnTo>
                <a:lnTo>
                  <a:pt x="2128604" y="492649"/>
                </a:lnTo>
                <a:lnTo>
                  <a:pt x="2130239" y="581043"/>
                </a:lnTo>
                <a:lnTo>
                  <a:pt x="2132693" y="557052"/>
                </a:lnTo>
                <a:lnTo>
                  <a:pt x="2135146" y="483886"/>
                </a:lnTo>
                <a:lnTo>
                  <a:pt x="2135964" y="568018"/>
                </a:lnTo>
                <a:lnTo>
                  <a:pt x="2137599" y="525289"/>
                </a:lnTo>
                <a:lnTo>
                  <a:pt x="2138417" y="480540"/>
                </a:lnTo>
                <a:lnTo>
                  <a:pt x="2139234" y="527033"/>
                </a:lnTo>
                <a:lnTo>
                  <a:pt x="2140052" y="559016"/>
                </a:lnTo>
                <a:lnTo>
                  <a:pt x="2140870" y="516708"/>
                </a:lnTo>
                <a:lnTo>
                  <a:pt x="2141688" y="475413"/>
                </a:lnTo>
                <a:lnTo>
                  <a:pt x="2144141" y="482153"/>
                </a:lnTo>
                <a:lnTo>
                  <a:pt x="2146594" y="470415"/>
                </a:lnTo>
                <a:lnTo>
                  <a:pt x="2145776" y="484870"/>
                </a:lnTo>
                <a:lnTo>
                  <a:pt x="2147412" y="475054"/>
                </a:lnTo>
                <a:lnTo>
                  <a:pt x="2148230" y="477605"/>
                </a:lnTo>
                <a:lnTo>
                  <a:pt x="2149865" y="574607"/>
                </a:lnTo>
                <a:lnTo>
                  <a:pt x="2151501" y="501701"/>
                </a:lnTo>
                <a:lnTo>
                  <a:pt x="2152318" y="467924"/>
                </a:lnTo>
                <a:lnTo>
                  <a:pt x="2153136" y="530905"/>
                </a:lnTo>
                <a:lnTo>
                  <a:pt x="2153954" y="515257"/>
                </a:lnTo>
                <a:lnTo>
                  <a:pt x="2154772" y="533486"/>
                </a:lnTo>
                <a:lnTo>
                  <a:pt x="2155589" y="531619"/>
                </a:lnTo>
                <a:lnTo>
                  <a:pt x="2159678" y="453691"/>
                </a:lnTo>
                <a:lnTo>
                  <a:pt x="2161314" y="561314"/>
                </a:lnTo>
                <a:lnTo>
                  <a:pt x="2162949" y="492980"/>
                </a:lnTo>
                <a:lnTo>
                  <a:pt x="2164585" y="503615"/>
                </a:lnTo>
                <a:lnTo>
                  <a:pt x="2167038" y="451806"/>
                </a:lnTo>
                <a:lnTo>
                  <a:pt x="2167856" y="528282"/>
                </a:lnTo>
                <a:lnTo>
                  <a:pt x="2170309" y="513567"/>
                </a:lnTo>
                <a:lnTo>
                  <a:pt x="2171944" y="538811"/>
                </a:lnTo>
                <a:lnTo>
                  <a:pt x="2172762" y="513868"/>
                </a:lnTo>
                <a:lnTo>
                  <a:pt x="2173580" y="420660"/>
                </a:lnTo>
                <a:lnTo>
                  <a:pt x="2175215" y="543940"/>
                </a:lnTo>
                <a:lnTo>
                  <a:pt x="2176851" y="578719"/>
                </a:lnTo>
                <a:lnTo>
                  <a:pt x="2177669" y="533505"/>
                </a:lnTo>
                <a:lnTo>
                  <a:pt x="2179304" y="413559"/>
                </a:lnTo>
                <a:lnTo>
                  <a:pt x="2181758" y="443254"/>
                </a:lnTo>
                <a:lnTo>
                  <a:pt x="2183393" y="438070"/>
                </a:lnTo>
                <a:lnTo>
                  <a:pt x="2185846" y="492045"/>
                </a:lnTo>
                <a:lnTo>
                  <a:pt x="2187482" y="416038"/>
                </a:lnTo>
                <a:lnTo>
                  <a:pt x="2188300" y="494915"/>
                </a:lnTo>
                <a:lnTo>
                  <a:pt x="2189117" y="507155"/>
                </a:lnTo>
                <a:lnTo>
                  <a:pt x="2189935" y="457507"/>
                </a:lnTo>
                <a:lnTo>
                  <a:pt x="2192388" y="466396"/>
                </a:lnTo>
                <a:lnTo>
                  <a:pt x="2193206" y="502660"/>
                </a:lnTo>
                <a:lnTo>
                  <a:pt x="2194024" y="450411"/>
                </a:lnTo>
                <a:lnTo>
                  <a:pt x="2194842" y="405168"/>
                </a:lnTo>
                <a:lnTo>
                  <a:pt x="2195659" y="487279"/>
                </a:lnTo>
                <a:lnTo>
                  <a:pt x="2196477" y="505493"/>
                </a:lnTo>
                <a:lnTo>
                  <a:pt x="2197295" y="489768"/>
                </a:lnTo>
                <a:lnTo>
                  <a:pt x="2199748" y="419234"/>
                </a:lnTo>
                <a:lnTo>
                  <a:pt x="2201384" y="493259"/>
                </a:lnTo>
                <a:lnTo>
                  <a:pt x="2203019" y="485660"/>
                </a:lnTo>
                <a:lnTo>
                  <a:pt x="2203837" y="482561"/>
                </a:lnTo>
                <a:lnTo>
                  <a:pt x="2204655" y="483997"/>
                </a:lnTo>
                <a:lnTo>
                  <a:pt x="2205472" y="443553"/>
                </a:lnTo>
                <a:lnTo>
                  <a:pt x="2207108" y="500259"/>
                </a:lnTo>
                <a:lnTo>
                  <a:pt x="2211197" y="437846"/>
                </a:lnTo>
                <a:lnTo>
                  <a:pt x="2212014" y="516414"/>
                </a:lnTo>
                <a:lnTo>
                  <a:pt x="2214468" y="492890"/>
                </a:lnTo>
                <a:lnTo>
                  <a:pt x="2215285" y="511729"/>
                </a:lnTo>
                <a:lnTo>
                  <a:pt x="2218556" y="438241"/>
                </a:lnTo>
                <a:lnTo>
                  <a:pt x="2220192" y="541499"/>
                </a:lnTo>
                <a:lnTo>
                  <a:pt x="2221010" y="499902"/>
                </a:lnTo>
                <a:lnTo>
                  <a:pt x="2225098" y="435204"/>
                </a:lnTo>
                <a:lnTo>
                  <a:pt x="2227551" y="590063"/>
                </a:lnTo>
                <a:lnTo>
                  <a:pt x="2229187" y="473772"/>
                </a:lnTo>
                <a:lnTo>
                  <a:pt x="2230005" y="485023"/>
                </a:lnTo>
                <a:lnTo>
                  <a:pt x="2230822" y="434361"/>
                </a:lnTo>
                <a:lnTo>
                  <a:pt x="2231640" y="520257"/>
                </a:lnTo>
                <a:lnTo>
                  <a:pt x="2232458" y="488785"/>
                </a:lnTo>
                <a:lnTo>
                  <a:pt x="2234093" y="446724"/>
                </a:lnTo>
                <a:lnTo>
                  <a:pt x="2237364" y="545559"/>
                </a:lnTo>
                <a:lnTo>
                  <a:pt x="2239000" y="436630"/>
                </a:lnTo>
                <a:lnTo>
                  <a:pt x="2241453" y="457260"/>
                </a:lnTo>
                <a:lnTo>
                  <a:pt x="2245542" y="528532"/>
                </a:lnTo>
                <a:lnTo>
                  <a:pt x="2246360" y="532194"/>
                </a:lnTo>
                <a:lnTo>
                  <a:pt x="2247177" y="452014"/>
                </a:lnTo>
                <a:lnTo>
                  <a:pt x="2248813" y="533889"/>
                </a:lnTo>
                <a:lnTo>
                  <a:pt x="2249631" y="507478"/>
                </a:lnTo>
                <a:lnTo>
                  <a:pt x="2250448" y="448380"/>
                </a:lnTo>
                <a:lnTo>
                  <a:pt x="2252084" y="527640"/>
                </a:lnTo>
                <a:lnTo>
                  <a:pt x="2254537" y="474630"/>
                </a:lnTo>
                <a:lnTo>
                  <a:pt x="2255355" y="517842"/>
                </a:lnTo>
                <a:lnTo>
                  <a:pt x="2256173" y="520101"/>
                </a:lnTo>
                <a:lnTo>
                  <a:pt x="2259444" y="464407"/>
                </a:lnTo>
                <a:lnTo>
                  <a:pt x="2260261" y="469340"/>
                </a:lnTo>
                <a:lnTo>
                  <a:pt x="2261079" y="457356"/>
                </a:lnTo>
                <a:lnTo>
                  <a:pt x="2261897" y="531298"/>
                </a:lnTo>
                <a:lnTo>
                  <a:pt x="2264350" y="495349"/>
                </a:lnTo>
                <a:lnTo>
                  <a:pt x="2265986" y="537472"/>
                </a:lnTo>
                <a:lnTo>
                  <a:pt x="2266804" y="493197"/>
                </a:lnTo>
                <a:lnTo>
                  <a:pt x="2267621" y="521670"/>
                </a:lnTo>
                <a:lnTo>
                  <a:pt x="2268439" y="475942"/>
                </a:lnTo>
                <a:lnTo>
                  <a:pt x="2270892" y="476477"/>
                </a:lnTo>
                <a:lnTo>
                  <a:pt x="2272528" y="468037"/>
                </a:lnTo>
                <a:lnTo>
                  <a:pt x="2274981" y="553077"/>
                </a:lnTo>
                <a:lnTo>
                  <a:pt x="2276617" y="465693"/>
                </a:lnTo>
                <a:lnTo>
                  <a:pt x="2277434" y="520523"/>
                </a:lnTo>
                <a:lnTo>
                  <a:pt x="2278252" y="562381"/>
                </a:lnTo>
                <a:lnTo>
                  <a:pt x="2279070" y="489366"/>
                </a:lnTo>
                <a:lnTo>
                  <a:pt x="2279888" y="532631"/>
                </a:lnTo>
                <a:lnTo>
                  <a:pt x="2280705" y="527023"/>
                </a:lnTo>
                <a:lnTo>
                  <a:pt x="2281523" y="491855"/>
                </a:lnTo>
                <a:lnTo>
                  <a:pt x="2282341" y="535064"/>
                </a:lnTo>
                <a:lnTo>
                  <a:pt x="2283159" y="518539"/>
                </a:lnTo>
                <a:lnTo>
                  <a:pt x="2284794" y="506581"/>
                </a:lnTo>
                <a:lnTo>
                  <a:pt x="2285612" y="541607"/>
                </a:lnTo>
                <a:lnTo>
                  <a:pt x="2288065" y="482021"/>
                </a:lnTo>
                <a:lnTo>
                  <a:pt x="2288883" y="486335"/>
                </a:lnTo>
                <a:lnTo>
                  <a:pt x="2289701" y="492969"/>
                </a:lnTo>
                <a:lnTo>
                  <a:pt x="2290518" y="536053"/>
                </a:lnTo>
              </a:path>
            </a:pathLst>
          </a:custGeom>
          <a:noFill/>
          <a:ln w="2208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path 82"/>
          <p:cNvSpPr/>
          <p:nvPr/>
        </p:nvSpPr>
        <p:spPr>
          <a:xfrm>
            <a:off x="3741645" y="3873839"/>
            <a:ext cx="2290518" cy="376195"/>
          </a:xfrm>
          <a:custGeom>
            <a:avLst/>
            <a:gdLst/>
            <a:ahLst/>
            <a:cxnLst/>
            <a:rect l="l" t="t" r="r" b="b"/>
            <a:pathLst>
              <a:path w="2290518" h="376195">
                <a:moveTo>
                  <a:pt x="0" y="186521"/>
                </a:moveTo>
                <a:lnTo>
                  <a:pt x="5725" y="186517"/>
                </a:lnTo>
                <a:lnTo>
                  <a:pt x="6542" y="183348"/>
                </a:lnTo>
                <a:lnTo>
                  <a:pt x="7360" y="188600"/>
                </a:lnTo>
                <a:lnTo>
                  <a:pt x="8178" y="185647"/>
                </a:lnTo>
                <a:lnTo>
                  <a:pt x="12267" y="187227"/>
                </a:lnTo>
                <a:lnTo>
                  <a:pt x="15538" y="187211"/>
                </a:lnTo>
                <a:lnTo>
                  <a:pt x="37617" y="194576"/>
                </a:lnTo>
                <a:lnTo>
                  <a:pt x="38435" y="191929"/>
                </a:lnTo>
                <a:lnTo>
                  <a:pt x="39252" y="195869"/>
                </a:lnTo>
                <a:lnTo>
                  <a:pt x="40070" y="195106"/>
                </a:lnTo>
                <a:lnTo>
                  <a:pt x="40888" y="201438"/>
                </a:lnTo>
                <a:lnTo>
                  <a:pt x="42523" y="193987"/>
                </a:lnTo>
                <a:lnTo>
                  <a:pt x="43341" y="194316"/>
                </a:lnTo>
                <a:lnTo>
                  <a:pt x="44159" y="198840"/>
                </a:lnTo>
                <a:lnTo>
                  <a:pt x="46612" y="196273"/>
                </a:lnTo>
                <a:lnTo>
                  <a:pt x="53154" y="197135"/>
                </a:lnTo>
                <a:lnTo>
                  <a:pt x="54790" y="195552"/>
                </a:lnTo>
                <a:lnTo>
                  <a:pt x="56425" y="199685"/>
                </a:lnTo>
                <a:lnTo>
                  <a:pt x="58061" y="197191"/>
                </a:lnTo>
                <a:lnTo>
                  <a:pt x="59696" y="199899"/>
                </a:lnTo>
                <a:lnTo>
                  <a:pt x="61332" y="199303"/>
                </a:lnTo>
                <a:lnTo>
                  <a:pt x="62149" y="204096"/>
                </a:lnTo>
                <a:lnTo>
                  <a:pt x="64603" y="200677"/>
                </a:lnTo>
                <a:lnTo>
                  <a:pt x="66238" y="196896"/>
                </a:lnTo>
                <a:lnTo>
                  <a:pt x="67056" y="200075"/>
                </a:lnTo>
                <a:lnTo>
                  <a:pt x="70327" y="202207"/>
                </a:lnTo>
                <a:lnTo>
                  <a:pt x="73598" y="198630"/>
                </a:lnTo>
                <a:lnTo>
                  <a:pt x="76869" y="204267"/>
                </a:lnTo>
                <a:lnTo>
                  <a:pt x="77687" y="201784"/>
                </a:lnTo>
                <a:lnTo>
                  <a:pt x="79322" y="202880"/>
                </a:lnTo>
                <a:lnTo>
                  <a:pt x="81775" y="205375"/>
                </a:lnTo>
                <a:lnTo>
                  <a:pt x="82593" y="199571"/>
                </a:lnTo>
                <a:lnTo>
                  <a:pt x="84229" y="204565"/>
                </a:lnTo>
                <a:lnTo>
                  <a:pt x="85864" y="202257"/>
                </a:lnTo>
                <a:lnTo>
                  <a:pt x="87500" y="206815"/>
                </a:lnTo>
                <a:lnTo>
                  <a:pt x="89135" y="202944"/>
                </a:lnTo>
                <a:lnTo>
                  <a:pt x="91588" y="203025"/>
                </a:lnTo>
                <a:lnTo>
                  <a:pt x="95677" y="210424"/>
                </a:lnTo>
                <a:lnTo>
                  <a:pt x="97313" y="200278"/>
                </a:lnTo>
                <a:lnTo>
                  <a:pt x="98948" y="206733"/>
                </a:lnTo>
                <a:lnTo>
                  <a:pt x="102219" y="205286"/>
                </a:lnTo>
                <a:lnTo>
                  <a:pt x="105490" y="208571"/>
                </a:lnTo>
                <a:lnTo>
                  <a:pt x="109579" y="201888"/>
                </a:lnTo>
                <a:lnTo>
                  <a:pt x="110397" y="208243"/>
                </a:lnTo>
                <a:lnTo>
                  <a:pt x="112850" y="204625"/>
                </a:lnTo>
                <a:lnTo>
                  <a:pt x="115303" y="208359"/>
                </a:lnTo>
                <a:lnTo>
                  <a:pt x="116121" y="205192"/>
                </a:lnTo>
                <a:lnTo>
                  <a:pt x="119392" y="206798"/>
                </a:lnTo>
                <a:lnTo>
                  <a:pt x="120210" y="203480"/>
                </a:lnTo>
                <a:lnTo>
                  <a:pt x="121845" y="206193"/>
                </a:lnTo>
                <a:lnTo>
                  <a:pt x="128387" y="207321"/>
                </a:lnTo>
                <a:lnTo>
                  <a:pt x="129205" y="204556"/>
                </a:lnTo>
                <a:lnTo>
                  <a:pt x="130023" y="210196"/>
                </a:lnTo>
                <a:lnTo>
                  <a:pt x="130840" y="205735"/>
                </a:lnTo>
                <a:lnTo>
                  <a:pt x="132476" y="212890"/>
                </a:lnTo>
                <a:lnTo>
                  <a:pt x="134111" y="205701"/>
                </a:lnTo>
                <a:lnTo>
                  <a:pt x="134929" y="205535"/>
                </a:lnTo>
                <a:lnTo>
                  <a:pt x="135747" y="210615"/>
                </a:lnTo>
                <a:lnTo>
                  <a:pt x="138200" y="207467"/>
                </a:lnTo>
                <a:lnTo>
                  <a:pt x="141471" y="210121"/>
                </a:lnTo>
                <a:lnTo>
                  <a:pt x="142289" y="209435"/>
                </a:lnTo>
                <a:lnTo>
                  <a:pt x="145560" y="208911"/>
                </a:lnTo>
                <a:lnTo>
                  <a:pt x="148831" y="209541"/>
                </a:lnTo>
                <a:lnTo>
                  <a:pt x="150466" y="213241"/>
                </a:lnTo>
                <a:lnTo>
                  <a:pt x="151284" y="207429"/>
                </a:lnTo>
                <a:lnTo>
                  <a:pt x="152102" y="211065"/>
                </a:lnTo>
                <a:lnTo>
                  <a:pt x="157826" y="216963"/>
                </a:lnTo>
                <a:lnTo>
                  <a:pt x="158644" y="213634"/>
                </a:lnTo>
                <a:lnTo>
                  <a:pt x="162733" y="209049"/>
                </a:lnTo>
                <a:lnTo>
                  <a:pt x="164368" y="213538"/>
                </a:lnTo>
                <a:lnTo>
                  <a:pt x="166004" y="212257"/>
                </a:lnTo>
                <a:lnTo>
                  <a:pt x="167639" y="213615"/>
                </a:lnTo>
                <a:lnTo>
                  <a:pt x="168457" y="214702"/>
                </a:lnTo>
                <a:lnTo>
                  <a:pt x="170092" y="211807"/>
                </a:lnTo>
                <a:lnTo>
                  <a:pt x="181541" y="217769"/>
                </a:lnTo>
                <a:lnTo>
                  <a:pt x="183176" y="211203"/>
                </a:lnTo>
                <a:lnTo>
                  <a:pt x="184812" y="212976"/>
                </a:lnTo>
                <a:lnTo>
                  <a:pt x="186447" y="211761"/>
                </a:lnTo>
                <a:lnTo>
                  <a:pt x="187265" y="213541"/>
                </a:lnTo>
                <a:lnTo>
                  <a:pt x="188083" y="215920"/>
                </a:lnTo>
                <a:lnTo>
                  <a:pt x="190536" y="214960"/>
                </a:lnTo>
                <a:lnTo>
                  <a:pt x="195443" y="217217"/>
                </a:lnTo>
                <a:lnTo>
                  <a:pt x="196260" y="215256"/>
                </a:lnTo>
                <a:lnTo>
                  <a:pt x="208527" y="216461"/>
                </a:lnTo>
                <a:lnTo>
                  <a:pt x="210162" y="217916"/>
                </a:lnTo>
                <a:lnTo>
                  <a:pt x="210980" y="215752"/>
                </a:lnTo>
                <a:lnTo>
                  <a:pt x="212615" y="216945"/>
                </a:lnTo>
                <a:lnTo>
                  <a:pt x="214251" y="213436"/>
                </a:lnTo>
                <a:lnTo>
                  <a:pt x="217522" y="217690"/>
                </a:lnTo>
                <a:lnTo>
                  <a:pt x="220793" y="217178"/>
                </a:lnTo>
                <a:lnTo>
                  <a:pt x="228970" y="219309"/>
                </a:lnTo>
                <a:lnTo>
                  <a:pt x="232241" y="218386"/>
                </a:lnTo>
                <a:lnTo>
                  <a:pt x="237148" y="224981"/>
                </a:lnTo>
                <a:lnTo>
                  <a:pt x="240419" y="216238"/>
                </a:lnTo>
                <a:lnTo>
                  <a:pt x="241237" y="218063"/>
                </a:lnTo>
                <a:lnTo>
                  <a:pt x="242872" y="221747"/>
                </a:lnTo>
                <a:lnTo>
                  <a:pt x="244508" y="220262"/>
                </a:lnTo>
                <a:lnTo>
                  <a:pt x="255956" y="216275"/>
                </a:lnTo>
                <a:lnTo>
                  <a:pt x="256774" y="221827"/>
                </a:lnTo>
                <a:lnTo>
                  <a:pt x="257592" y="214524"/>
                </a:lnTo>
                <a:lnTo>
                  <a:pt x="258409" y="211178"/>
                </a:lnTo>
                <a:lnTo>
                  <a:pt x="259227" y="214546"/>
                </a:lnTo>
                <a:lnTo>
                  <a:pt x="260863" y="223749"/>
                </a:lnTo>
                <a:lnTo>
                  <a:pt x="262498" y="218478"/>
                </a:lnTo>
                <a:lnTo>
                  <a:pt x="264951" y="223730"/>
                </a:lnTo>
                <a:lnTo>
                  <a:pt x="265769" y="214226"/>
                </a:lnTo>
                <a:lnTo>
                  <a:pt x="268222" y="216993"/>
                </a:lnTo>
                <a:lnTo>
                  <a:pt x="269858" y="214214"/>
                </a:lnTo>
                <a:lnTo>
                  <a:pt x="271493" y="216106"/>
                </a:lnTo>
                <a:lnTo>
                  <a:pt x="272311" y="220855"/>
                </a:lnTo>
                <a:lnTo>
                  <a:pt x="273947" y="217110"/>
                </a:lnTo>
                <a:lnTo>
                  <a:pt x="274764" y="215382"/>
                </a:lnTo>
                <a:lnTo>
                  <a:pt x="276400" y="219075"/>
                </a:lnTo>
                <a:lnTo>
                  <a:pt x="282124" y="218843"/>
                </a:lnTo>
                <a:lnTo>
                  <a:pt x="287031" y="220122"/>
                </a:lnTo>
                <a:lnTo>
                  <a:pt x="288666" y="217169"/>
                </a:lnTo>
                <a:lnTo>
                  <a:pt x="290302" y="219561"/>
                </a:lnTo>
                <a:lnTo>
                  <a:pt x="291937" y="217624"/>
                </a:lnTo>
                <a:lnTo>
                  <a:pt x="293573" y="218897"/>
                </a:lnTo>
                <a:lnTo>
                  <a:pt x="312381" y="219011"/>
                </a:lnTo>
                <a:lnTo>
                  <a:pt x="318923" y="220148"/>
                </a:lnTo>
                <a:lnTo>
                  <a:pt x="321376" y="220744"/>
                </a:lnTo>
                <a:lnTo>
                  <a:pt x="323012" y="221775"/>
                </a:lnTo>
                <a:lnTo>
                  <a:pt x="324647" y="220258"/>
                </a:lnTo>
                <a:lnTo>
                  <a:pt x="330371" y="224310"/>
                </a:lnTo>
                <a:lnTo>
                  <a:pt x="332825" y="220112"/>
                </a:lnTo>
                <a:lnTo>
                  <a:pt x="334460" y="221027"/>
                </a:lnTo>
                <a:lnTo>
                  <a:pt x="335278" y="222654"/>
                </a:lnTo>
                <a:lnTo>
                  <a:pt x="337731" y="221157"/>
                </a:lnTo>
                <a:lnTo>
                  <a:pt x="347544" y="219213"/>
                </a:lnTo>
                <a:lnTo>
                  <a:pt x="351633" y="223925"/>
                </a:lnTo>
                <a:lnTo>
                  <a:pt x="355722" y="220724"/>
                </a:lnTo>
                <a:lnTo>
                  <a:pt x="357357" y="224407"/>
                </a:lnTo>
                <a:lnTo>
                  <a:pt x="358993" y="221235"/>
                </a:lnTo>
                <a:lnTo>
                  <a:pt x="360628" y="218479"/>
                </a:lnTo>
                <a:lnTo>
                  <a:pt x="361446" y="219322"/>
                </a:lnTo>
                <a:lnTo>
                  <a:pt x="363899" y="224614"/>
                </a:lnTo>
                <a:lnTo>
                  <a:pt x="364717" y="224386"/>
                </a:lnTo>
                <a:lnTo>
                  <a:pt x="365535" y="224453"/>
                </a:lnTo>
                <a:lnTo>
                  <a:pt x="367988" y="216215"/>
                </a:lnTo>
                <a:lnTo>
                  <a:pt x="369623" y="218374"/>
                </a:lnTo>
                <a:lnTo>
                  <a:pt x="371259" y="219377"/>
                </a:lnTo>
                <a:lnTo>
                  <a:pt x="374530" y="224152"/>
                </a:lnTo>
                <a:lnTo>
                  <a:pt x="375348" y="222679"/>
                </a:lnTo>
                <a:lnTo>
                  <a:pt x="381890" y="221782"/>
                </a:lnTo>
                <a:lnTo>
                  <a:pt x="387614" y="223531"/>
                </a:lnTo>
                <a:lnTo>
                  <a:pt x="393338" y="221226"/>
                </a:lnTo>
                <a:lnTo>
                  <a:pt x="398245" y="221557"/>
                </a:lnTo>
                <a:lnTo>
                  <a:pt x="421959" y="223756"/>
                </a:lnTo>
                <a:lnTo>
                  <a:pt x="425230" y="223434"/>
                </a:lnTo>
                <a:lnTo>
                  <a:pt x="428501" y="225507"/>
                </a:lnTo>
                <a:lnTo>
                  <a:pt x="433408" y="222563"/>
                </a:lnTo>
                <a:lnTo>
                  <a:pt x="438314" y="224661"/>
                </a:lnTo>
                <a:lnTo>
                  <a:pt x="443221" y="224318"/>
                </a:lnTo>
                <a:lnTo>
                  <a:pt x="453852" y="223687"/>
                </a:lnTo>
                <a:lnTo>
                  <a:pt x="455487" y="225806"/>
                </a:lnTo>
                <a:lnTo>
                  <a:pt x="456305" y="224379"/>
                </a:lnTo>
                <a:lnTo>
                  <a:pt x="457123" y="222761"/>
                </a:lnTo>
                <a:lnTo>
                  <a:pt x="459576" y="224219"/>
                </a:lnTo>
                <a:lnTo>
                  <a:pt x="486562" y="225175"/>
                </a:lnTo>
                <a:lnTo>
                  <a:pt x="490650" y="224215"/>
                </a:lnTo>
                <a:lnTo>
                  <a:pt x="495557" y="225059"/>
                </a:lnTo>
                <a:lnTo>
                  <a:pt x="505370" y="225263"/>
                </a:lnTo>
                <a:lnTo>
                  <a:pt x="506188" y="226659"/>
                </a:lnTo>
                <a:lnTo>
                  <a:pt x="507005" y="224072"/>
                </a:lnTo>
                <a:lnTo>
                  <a:pt x="507823" y="223972"/>
                </a:lnTo>
                <a:lnTo>
                  <a:pt x="513547" y="227597"/>
                </a:lnTo>
                <a:lnTo>
                  <a:pt x="514365" y="225549"/>
                </a:lnTo>
                <a:lnTo>
                  <a:pt x="533991" y="226483"/>
                </a:lnTo>
                <a:lnTo>
                  <a:pt x="535627" y="225397"/>
                </a:lnTo>
                <a:lnTo>
                  <a:pt x="536444" y="227043"/>
                </a:lnTo>
                <a:lnTo>
                  <a:pt x="544622" y="226570"/>
                </a:lnTo>
                <a:lnTo>
                  <a:pt x="547893" y="225833"/>
                </a:lnTo>
                <a:lnTo>
                  <a:pt x="548711" y="226663"/>
                </a:lnTo>
                <a:lnTo>
                  <a:pt x="558524" y="225886"/>
                </a:lnTo>
                <a:lnTo>
                  <a:pt x="560159" y="228151"/>
                </a:lnTo>
                <a:lnTo>
                  <a:pt x="561795" y="226066"/>
                </a:lnTo>
                <a:lnTo>
                  <a:pt x="565883" y="226825"/>
                </a:lnTo>
                <a:lnTo>
                  <a:pt x="580603" y="225982"/>
                </a:lnTo>
                <a:lnTo>
                  <a:pt x="583874" y="226693"/>
                </a:lnTo>
                <a:lnTo>
                  <a:pt x="587963" y="225105"/>
                </a:lnTo>
                <a:lnTo>
                  <a:pt x="588780" y="226362"/>
                </a:lnTo>
                <a:lnTo>
                  <a:pt x="614948" y="223649"/>
                </a:lnTo>
                <a:lnTo>
                  <a:pt x="618219" y="223244"/>
                </a:lnTo>
                <a:lnTo>
                  <a:pt x="623944" y="221975"/>
                </a:lnTo>
                <a:lnTo>
                  <a:pt x="631303" y="220836"/>
                </a:lnTo>
                <a:lnTo>
                  <a:pt x="635392" y="218708"/>
                </a:lnTo>
                <a:lnTo>
                  <a:pt x="636210" y="220995"/>
                </a:lnTo>
                <a:lnTo>
                  <a:pt x="637028" y="218078"/>
                </a:lnTo>
                <a:lnTo>
                  <a:pt x="637845" y="219164"/>
                </a:lnTo>
                <a:lnTo>
                  <a:pt x="641116" y="218637"/>
                </a:lnTo>
                <a:lnTo>
                  <a:pt x="641934" y="220166"/>
                </a:lnTo>
                <a:lnTo>
                  <a:pt x="644387" y="218650"/>
                </a:lnTo>
                <a:lnTo>
                  <a:pt x="650929" y="216559"/>
                </a:lnTo>
                <a:lnTo>
                  <a:pt x="655018" y="217447"/>
                </a:lnTo>
                <a:lnTo>
                  <a:pt x="682822" y="214863"/>
                </a:lnTo>
                <a:lnTo>
                  <a:pt x="683639" y="217088"/>
                </a:lnTo>
                <a:lnTo>
                  <a:pt x="685275" y="214116"/>
                </a:lnTo>
                <a:lnTo>
                  <a:pt x="690181" y="216696"/>
                </a:lnTo>
                <a:lnTo>
                  <a:pt x="695088" y="219131"/>
                </a:lnTo>
                <a:lnTo>
                  <a:pt x="709807" y="224618"/>
                </a:lnTo>
                <a:lnTo>
                  <a:pt x="716349" y="228266"/>
                </a:lnTo>
                <a:lnTo>
                  <a:pt x="721256" y="228849"/>
                </a:lnTo>
                <a:lnTo>
                  <a:pt x="726162" y="229220"/>
                </a:lnTo>
                <a:lnTo>
                  <a:pt x="729433" y="229439"/>
                </a:lnTo>
                <a:lnTo>
                  <a:pt x="733522" y="230435"/>
                </a:lnTo>
                <a:lnTo>
                  <a:pt x="736793" y="230912"/>
                </a:lnTo>
                <a:lnTo>
                  <a:pt x="737611" y="226347"/>
                </a:lnTo>
                <a:lnTo>
                  <a:pt x="739246" y="230897"/>
                </a:lnTo>
                <a:lnTo>
                  <a:pt x="744971" y="231640"/>
                </a:lnTo>
                <a:lnTo>
                  <a:pt x="754784" y="230689"/>
                </a:lnTo>
                <a:lnTo>
                  <a:pt x="758873" y="230852"/>
                </a:lnTo>
                <a:lnTo>
                  <a:pt x="764597" y="230757"/>
                </a:lnTo>
                <a:lnTo>
                  <a:pt x="768686" y="230444"/>
                </a:lnTo>
                <a:lnTo>
                  <a:pt x="780952" y="232674"/>
                </a:lnTo>
                <a:lnTo>
                  <a:pt x="790765" y="238813"/>
                </a:lnTo>
                <a:lnTo>
                  <a:pt x="804666" y="232020"/>
                </a:lnTo>
                <a:lnTo>
                  <a:pt x="807937" y="230575"/>
                </a:lnTo>
                <a:lnTo>
                  <a:pt x="812844" y="229267"/>
                </a:lnTo>
                <a:lnTo>
                  <a:pt x="817750" y="230275"/>
                </a:lnTo>
                <a:lnTo>
                  <a:pt x="821839" y="229105"/>
                </a:lnTo>
                <a:lnTo>
                  <a:pt x="825928" y="228530"/>
                </a:lnTo>
                <a:lnTo>
                  <a:pt x="841465" y="223082"/>
                </a:lnTo>
                <a:lnTo>
                  <a:pt x="843918" y="223849"/>
                </a:lnTo>
                <a:lnTo>
                  <a:pt x="848007" y="220152"/>
                </a:lnTo>
                <a:lnTo>
                  <a:pt x="851278" y="215832"/>
                </a:lnTo>
                <a:lnTo>
                  <a:pt x="855367" y="213839"/>
                </a:lnTo>
                <a:lnTo>
                  <a:pt x="856185" y="215612"/>
                </a:lnTo>
                <a:lnTo>
                  <a:pt x="858638" y="213946"/>
                </a:lnTo>
                <a:lnTo>
                  <a:pt x="861091" y="214931"/>
                </a:lnTo>
                <a:lnTo>
                  <a:pt x="861909" y="213630"/>
                </a:lnTo>
                <a:lnTo>
                  <a:pt x="865998" y="210458"/>
                </a:lnTo>
                <a:lnTo>
                  <a:pt x="866816" y="212563"/>
                </a:lnTo>
                <a:lnTo>
                  <a:pt x="872540" y="212712"/>
                </a:lnTo>
                <a:lnTo>
                  <a:pt x="896254" y="203455"/>
                </a:lnTo>
                <a:lnTo>
                  <a:pt x="897072" y="204319"/>
                </a:lnTo>
                <a:lnTo>
                  <a:pt x="897890" y="201471"/>
                </a:lnTo>
                <a:lnTo>
                  <a:pt x="898708" y="194496"/>
                </a:lnTo>
                <a:lnTo>
                  <a:pt x="900343" y="200023"/>
                </a:lnTo>
                <a:lnTo>
                  <a:pt x="901161" y="202110"/>
                </a:lnTo>
                <a:lnTo>
                  <a:pt x="901979" y="199744"/>
                </a:lnTo>
                <a:lnTo>
                  <a:pt x="904432" y="193297"/>
                </a:lnTo>
                <a:lnTo>
                  <a:pt x="905250" y="195871"/>
                </a:lnTo>
                <a:lnTo>
                  <a:pt x="906067" y="195642"/>
                </a:lnTo>
                <a:lnTo>
                  <a:pt x="909338" y="188461"/>
                </a:lnTo>
                <a:lnTo>
                  <a:pt x="910156" y="188955"/>
                </a:lnTo>
                <a:lnTo>
                  <a:pt x="910974" y="193430"/>
                </a:lnTo>
                <a:lnTo>
                  <a:pt x="912609" y="190522"/>
                </a:lnTo>
                <a:lnTo>
                  <a:pt x="916698" y="180570"/>
                </a:lnTo>
                <a:lnTo>
                  <a:pt x="917516" y="183441"/>
                </a:lnTo>
                <a:lnTo>
                  <a:pt x="919151" y="180869"/>
                </a:lnTo>
                <a:lnTo>
                  <a:pt x="923240" y="178535"/>
                </a:lnTo>
                <a:lnTo>
                  <a:pt x="924058" y="175761"/>
                </a:lnTo>
                <a:lnTo>
                  <a:pt x="924876" y="177660"/>
                </a:lnTo>
                <a:lnTo>
                  <a:pt x="925693" y="181124"/>
                </a:lnTo>
                <a:lnTo>
                  <a:pt x="926511" y="178640"/>
                </a:lnTo>
                <a:lnTo>
                  <a:pt x="927329" y="172452"/>
                </a:lnTo>
                <a:lnTo>
                  <a:pt x="929782" y="175990"/>
                </a:lnTo>
                <a:lnTo>
                  <a:pt x="942049" y="173999"/>
                </a:lnTo>
                <a:lnTo>
                  <a:pt x="948591" y="172283"/>
                </a:lnTo>
                <a:lnTo>
                  <a:pt x="962492" y="167345"/>
                </a:lnTo>
                <a:lnTo>
                  <a:pt x="967399" y="167474"/>
                </a:lnTo>
                <a:lnTo>
                  <a:pt x="976394" y="163713"/>
                </a:lnTo>
                <a:lnTo>
                  <a:pt x="979665" y="163473"/>
                </a:lnTo>
                <a:lnTo>
                  <a:pt x="984571" y="161988"/>
                </a:lnTo>
                <a:lnTo>
                  <a:pt x="987842" y="159075"/>
                </a:lnTo>
                <a:lnTo>
                  <a:pt x="991113" y="162388"/>
                </a:lnTo>
                <a:lnTo>
                  <a:pt x="993567" y="159047"/>
                </a:lnTo>
                <a:lnTo>
                  <a:pt x="995202" y="160198"/>
                </a:lnTo>
                <a:lnTo>
                  <a:pt x="998473" y="160821"/>
                </a:lnTo>
                <a:lnTo>
                  <a:pt x="1000109" y="159574"/>
                </a:lnTo>
                <a:lnTo>
                  <a:pt x="1001744" y="160886"/>
                </a:lnTo>
                <a:lnTo>
                  <a:pt x="1009104" y="159906"/>
                </a:lnTo>
                <a:lnTo>
                  <a:pt x="1033637" y="161762"/>
                </a:lnTo>
                <a:lnTo>
                  <a:pt x="1037725" y="164662"/>
                </a:lnTo>
                <a:lnTo>
                  <a:pt x="1041814" y="162693"/>
                </a:lnTo>
                <a:lnTo>
                  <a:pt x="1042632" y="163676"/>
                </a:lnTo>
                <a:lnTo>
                  <a:pt x="1051627" y="161494"/>
                </a:lnTo>
                <a:lnTo>
                  <a:pt x="1058169" y="160010"/>
                </a:lnTo>
                <a:lnTo>
                  <a:pt x="1060622" y="157502"/>
                </a:lnTo>
                <a:lnTo>
                  <a:pt x="1061440" y="158297"/>
                </a:lnTo>
                <a:lnTo>
                  <a:pt x="1086790" y="166404"/>
                </a:lnTo>
                <a:lnTo>
                  <a:pt x="1096603" y="173917"/>
                </a:lnTo>
                <a:lnTo>
                  <a:pt x="1104781" y="181706"/>
                </a:lnTo>
                <a:lnTo>
                  <a:pt x="1108052" y="183525"/>
                </a:lnTo>
                <a:lnTo>
                  <a:pt x="1115412" y="189125"/>
                </a:lnTo>
                <a:lnTo>
                  <a:pt x="1127678" y="200407"/>
                </a:lnTo>
                <a:lnTo>
                  <a:pt x="1139944" y="216892"/>
                </a:lnTo>
                <a:lnTo>
                  <a:pt x="1151392" y="232076"/>
                </a:lnTo>
                <a:lnTo>
                  <a:pt x="1155481" y="233370"/>
                </a:lnTo>
                <a:lnTo>
                  <a:pt x="1158752" y="229593"/>
                </a:lnTo>
                <a:lnTo>
                  <a:pt x="1160388" y="230652"/>
                </a:lnTo>
                <a:lnTo>
                  <a:pt x="1163659" y="230091"/>
                </a:lnTo>
                <a:lnTo>
                  <a:pt x="1168565" y="230618"/>
                </a:lnTo>
                <a:lnTo>
                  <a:pt x="1173472" y="230949"/>
                </a:lnTo>
                <a:lnTo>
                  <a:pt x="1175107" y="232077"/>
                </a:lnTo>
                <a:lnTo>
                  <a:pt x="1176743" y="229514"/>
                </a:lnTo>
                <a:lnTo>
                  <a:pt x="1181649" y="233447"/>
                </a:lnTo>
                <a:lnTo>
                  <a:pt x="1182467" y="230517"/>
                </a:lnTo>
                <a:lnTo>
                  <a:pt x="1186556" y="225898"/>
                </a:lnTo>
                <a:lnTo>
                  <a:pt x="1187374" y="226957"/>
                </a:lnTo>
                <a:lnTo>
                  <a:pt x="1191462" y="220746"/>
                </a:lnTo>
                <a:lnTo>
                  <a:pt x="1198822" y="210047"/>
                </a:lnTo>
                <a:lnTo>
                  <a:pt x="1200458" y="214349"/>
                </a:lnTo>
                <a:lnTo>
                  <a:pt x="1201275" y="212308"/>
                </a:lnTo>
                <a:lnTo>
                  <a:pt x="1204546" y="206746"/>
                </a:lnTo>
                <a:lnTo>
                  <a:pt x="1205364" y="208590"/>
                </a:lnTo>
                <a:lnTo>
                  <a:pt x="1206999" y="205869"/>
                </a:lnTo>
                <a:lnTo>
                  <a:pt x="1214359" y="196421"/>
                </a:lnTo>
                <a:lnTo>
                  <a:pt x="1220901" y="187000"/>
                </a:lnTo>
                <a:lnTo>
                  <a:pt x="1240527" y="165137"/>
                </a:lnTo>
                <a:lnTo>
                  <a:pt x="1242980" y="169446"/>
                </a:lnTo>
                <a:lnTo>
                  <a:pt x="1243798" y="167172"/>
                </a:lnTo>
                <a:lnTo>
                  <a:pt x="1246251" y="161602"/>
                </a:lnTo>
                <a:lnTo>
                  <a:pt x="1248705" y="163718"/>
                </a:lnTo>
                <a:lnTo>
                  <a:pt x="1249522" y="166198"/>
                </a:lnTo>
                <a:lnTo>
                  <a:pt x="1251158" y="164050"/>
                </a:lnTo>
                <a:lnTo>
                  <a:pt x="1254429" y="160045"/>
                </a:lnTo>
                <a:lnTo>
                  <a:pt x="1256882" y="163424"/>
                </a:lnTo>
                <a:lnTo>
                  <a:pt x="1256064" y="158816"/>
                </a:lnTo>
                <a:lnTo>
                  <a:pt x="1257700" y="159954"/>
                </a:lnTo>
                <a:lnTo>
                  <a:pt x="1258518" y="156031"/>
                </a:lnTo>
                <a:lnTo>
                  <a:pt x="1260153" y="158608"/>
                </a:lnTo>
                <a:lnTo>
                  <a:pt x="1261789" y="160605"/>
                </a:lnTo>
                <a:lnTo>
                  <a:pt x="1262606" y="158641"/>
                </a:lnTo>
                <a:lnTo>
                  <a:pt x="1267513" y="147906"/>
                </a:lnTo>
                <a:lnTo>
                  <a:pt x="1269149" y="153760"/>
                </a:lnTo>
                <a:lnTo>
                  <a:pt x="1270784" y="149771"/>
                </a:lnTo>
                <a:lnTo>
                  <a:pt x="1273237" y="145051"/>
                </a:lnTo>
                <a:lnTo>
                  <a:pt x="1274055" y="147210"/>
                </a:lnTo>
                <a:lnTo>
                  <a:pt x="1275691" y="149872"/>
                </a:lnTo>
                <a:lnTo>
                  <a:pt x="1277326" y="147147"/>
                </a:lnTo>
                <a:lnTo>
                  <a:pt x="1279779" y="133095"/>
                </a:lnTo>
                <a:lnTo>
                  <a:pt x="1282233" y="136822"/>
                </a:lnTo>
                <a:lnTo>
                  <a:pt x="1294499" y="141635"/>
                </a:lnTo>
                <a:lnTo>
                  <a:pt x="1296134" y="135192"/>
                </a:lnTo>
                <a:lnTo>
                  <a:pt x="1297770" y="140978"/>
                </a:lnTo>
                <a:lnTo>
                  <a:pt x="1301858" y="141665"/>
                </a:lnTo>
                <a:lnTo>
                  <a:pt x="1302676" y="138767"/>
                </a:lnTo>
                <a:lnTo>
                  <a:pt x="1304312" y="142493"/>
                </a:lnTo>
                <a:lnTo>
                  <a:pt x="1305129" y="146421"/>
                </a:lnTo>
                <a:lnTo>
                  <a:pt x="1306765" y="140725"/>
                </a:lnTo>
                <a:lnTo>
                  <a:pt x="1309218" y="147165"/>
                </a:lnTo>
                <a:lnTo>
                  <a:pt x="1310036" y="140554"/>
                </a:lnTo>
                <a:lnTo>
                  <a:pt x="1310854" y="136341"/>
                </a:lnTo>
                <a:lnTo>
                  <a:pt x="1311671" y="141802"/>
                </a:lnTo>
                <a:lnTo>
                  <a:pt x="1312489" y="144080"/>
                </a:lnTo>
                <a:lnTo>
                  <a:pt x="1314125" y="134094"/>
                </a:lnTo>
                <a:lnTo>
                  <a:pt x="1315760" y="141316"/>
                </a:lnTo>
                <a:lnTo>
                  <a:pt x="1316578" y="142071"/>
                </a:lnTo>
                <a:lnTo>
                  <a:pt x="1318213" y="133295"/>
                </a:lnTo>
                <a:lnTo>
                  <a:pt x="1319849" y="134652"/>
                </a:lnTo>
                <a:lnTo>
                  <a:pt x="1323938" y="140763"/>
                </a:lnTo>
                <a:lnTo>
                  <a:pt x="1325573" y="132954"/>
                </a:lnTo>
                <a:lnTo>
                  <a:pt x="1326391" y="133802"/>
                </a:lnTo>
                <a:lnTo>
                  <a:pt x="1327209" y="141376"/>
                </a:lnTo>
                <a:lnTo>
                  <a:pt x="1328844" y="132790"/>
                </a:lnTo>
                <a:lnTo>
                  <a:pt x="1332115" y="137911"/>
                </a:lnTo>
                <a:lnTo>
                  <a:pt x="1332933" y="136344"/>
                </a:lnTo>
                <a:lnTo>
                  <a:pt x="1336204" y="131205"/>
                </a:lnTo>
                <a:lnTo>
                  <a:pt x="1340293" y="134955"/>
                </a:lnTo>
                <a:lnTo>
                  <a:pt x="1344382" y="131922"/>
                </a:lnTo>
                <a:lnTo>
                  <a:pt x="1346017" y="137393"/>
                </a:lnTo>
                <a:lnTo>
                  <a:pt x="1347653" y="132718"/>
                </a:lnTo>
                <a:lnTo>
                  <a:pt x="1351741" y="121399"/>
                </a:lnTo>
                <a:lnTo>
                  <a:pt x="1354195" y="124508"/>
                </a:lnTo>
                <a:lnTo>
                  <a:pt x="1355012" y="123170"/>
                </a:lnTo>
                <a:lnTo>
                  <a:pt x="1359101" y="119218"/>
                </a:lnTo>
                <a:lnTo>
                  <a:pt x="1362372" y="117117"/>
                </a:lnTo>
                <a:lnTo>
                  <a:pt x="1366461" y="108256"/>
                </a:lnTo>
                <a:lnTo>
                  <a:pt x="1367279" y="105859"/>
                </a:lnTo>
                <a:lnTo>
                  <a:pt x="1368914" y="109987"/>
                </a:lnTo>
                <a:lnTo>
                  <a:pt x="1373003" y="101681"/>
                </a:lnTo>
                <a:lnTo>
                  <a:pt x="1373821" y="105060"/>
                </a:lnTo>
                <a:lnTo>
                  <a:pt x="1374638" y="112489"/>
                </a:lnTo>
                <a:lnTo>
                  <a:pt x="1376274" y="105885"/>
                </a:lnTo>
                <a:lnTo>
                  <a:pt x="1379545" y="105218"/>
                </a:lnTo>
                <a:lnTo>
                  <a:pt x="1387722" y="91883"/>
                </a:lnTo>
                <a:lnTo>
                  <a:pt x="1388540" y="95744"/>
                </a:lnTo>
                <a:lnTo>
                  <a:pt x="1389358" y="97621"/>
                </a:lnTo>
                <a:lnTo>
                  <a:pt x="1390993" y="93868"/>
                </a:lnTo>
                <a:lnTo>
                  <a:pt x="1392629" y="97645"/>
                </a:lnTo>
                <a:lnTo>
                  <a:pt x="1393446" y="94846"/>
                </a:lnTo>
                <a:lnTo>
                  <a:pt x="1399171" y="87443"/>
                </a:lnTo>
                <a:lnTo>
                  <a:pt x="1401624" y="88969"/>
                </a:lnTo>
                <a:lnTo>
                  <a:pt x="1406530" y="80883"/>
                </a:lnTo>
                <a:lnTo>
                  <a:pt x="1408166" y="82727"/>
                </a:lnTo>
                <a:lnTo>
                  <a:pt x="1409801" y="81558"/>
                </a:lnTo>
                <a:lnTo>
                  <a:pt x="1411437" y="79850"/>
                </a:lnTo>
                <a:lnTo>
                  <a:pt x="1417161" y="72333"/>
                </a:lnTo>
                <a:lnTo>
                  <a:pt x="1420432" y="72819"/>
                </a:lnTo>
                <a:lnTo>
                  <a:pt x="1435970" y="55759"/>
                </a:lnTo>
                <a:lnTo>
                  <a:pt x="1440058" y="52998"/>
                </a:lnTo>
                <a:lnTo>
                  <a:pt x="1444147" y="49753"/>
                </a:lnTo>
                <a:lnTo>
                  <a:pt x="1446600" y="49292"/>
                </a:lnTo>
                <a:lnTo>
                  <a:pt x="1448236" y="46646"/>
                </a:lnTo>
                <a:lnTo>
                  <a:pt x="1449054" y="51219"/>
                </a:lnTo>
                <a:lnTo>
                  <a:pt x="1450689" y="48905"/>
                </a:lnTo>
                <a:lnTo>
                  <a:pt x="1455596" y="25429"/>
                </a:lnTo>
                <a:lnTo>
                  <a:pt x="1456413" y="29373"/>
                </a:lnTo>
                <a:lnTo>
                  <a:pt x="1458049" y="31385"/>
                </a:lnTo>
                <a:lnTo>
                  <a:pt x="1459684" y="36350"/>
                </a:lnTo>
                <a:lnTo>
                  <a:pt x="1460502" y="33886"/>
                </a:lnTo>
                <a:lnTo>
                  <a:pt x="1462137" y="29195"/>
                </a:lnTo>
                <a:lnTo>
                  <a:pt x="1463773" y="32091"/>
                </a:lnTo>
                <a:lnTo>
                  <a:pt x="1465408" y="38549"/>
                </a:lnTo>
                <a:lnTo>
                  <a:pt x="1466226" y="33578"/>
                </a:lnTo>
                <a:lnTo>
                  <a:pt x="1470315" y="24368"/>
                </a:lnTo>
                <a:lnTo>
                  <a:pt x="1471950" y="25198"/>
                </a:lnTo>
                <a:lnTo>
                  <a:pt x="1473586" y="16741"/>
                </a:lnTo>
                <a:lnTo>
                  <a:pt x="1475221" y="19161"/>
                </a:lnTo>
                <a:lnTo>
                  <a:pt x="1476857" y="31367"/>
                </a:lnTo>
                <a:lnTo>
                  <a:pt x="1477675" y="40653"/>
                </a:lnTo>
                <a:lnTo>
                  <a:pt x="1480128" y="34517"/>
                </a:lnTo>
                <a:lnTo>
                  <a:pt x="1480946" y="39500"/>
                </a:lnTo>
                <a:lnTo>
                  <a:pt x="1482581" y="36427"/>
                </a:lnTo>
                <a:lnTo>
                  <a:pt x="1489123" y="24818"/>
                </a:lnTo>
                <a:lnTo>
                  <a:pt x="1491576" y="31886"/>
                </a:lnTo>
                <a:lnTo>
                  <a:pt x="1493212" y="29340"/>
                </a:lnTo>
                <a:lnTo>
                  <a:pt x="1500572" y="36843"/>
                </a:lnTo>
                <a:lnTo>
                  <a:pt x="1501389" y="40134"/>
                </a:lnTo>
                <a:lnTo>
                  <a:pt x="1503025" y="36295"/>
                </a:lnTo>
                <a:lnTo>
                  <a:pt x="1504660" y="33158"/>
                </a:lnTo>
                <a:lnTo>
                  <a:pt x="1505478" y="38026"/>
                </a:lnTo>
                <a:lnTo>
                  <a:pt x="1507114" y="41590"/>
                </a:lnTo>
                <a:lnTo>
                  <a:pt x="1508749" y="40824"/>
                </a:lnTo>
                <a:lnTo>
                  <a:pt x="1512838" y="35038"/>
                </a:lnTo>
                <a:lnTo>
                  <a:pt x="1513656" y="35936"/>
                </a:lnTo>
                <a:lnTo>
                  <a:pt x="1515291" y="38103"/>
                </a:lnTo>
                <a:lnTo>
                  <a:pt x="1516109" y="35045"/>
                </a:lnTo>
                <a:lnTo>
                  <a:pt x="1517745" y="27890"/>
                </a:lnTo>
                <a:lnTo>
                  <a:pt x="1520198" y="29329"/>
                </a:lnTo>
                <a:lnTo>
                  <a:pt x="1521833" y="25791"/>
                </a:lnTo>
                <a:lnTo>
                  <a:pt x="1522651" y="20107"/>
                </a:lnTo>
                <a:lnTo>
                  <a:pt x="1524287" y="24003"/>
                </a:lnTo>
                <a:lnTo>
                  <a:pt x="1526740" y="39650"/>
                </a:lnTo>
                <a:lnTo>
                  <a:pt x="1528375" y="37659"/>
                </a:lnTo>
                <a:lnTo>
                  <a:pt x="1530829" y="29597"/>
                </a:lnTo>
                <a:lnTo>
                  <a:pt x="1532464" y="31766"/>
                </a:lnTo>
                <a:lnTo>
                  <a:pt x="1533282" y="33890"/>
                </a:lnTo>
                <a:lnTo>
                  <a:pt x="1534917" y="30842"/>
                </a:lnTo>
                <a:lnTo>
                  <a:pt x="1538188" y="29148"/>
                </a:lnTo>
                <a:lnTo>
                  <a:pt x="1539006" y="32720"/>
                </a:lnTo>
                <a:lnTo>
                  <a:pt x="1540642" y="40626"/>
                </a:lnTo>
                <a:lnTo>
                  <a:pt x="1542277" y="33334"/>
                </a:lnTo>
                <a:lnTo>
                  <a:pt x="1545548" y="25634"/>
                </a:lnTo>
                <a:lnTo>
                  <a:pt x="1546366" y="32151"/>
                </a:lnTo>
                <a:lnTo>
                  <a:pt x="1548001" y="25707"/>
                </a:lnTo>
                <a:lnTo>
                  <a:pt x="1551272" y="17031"/>
                </a:lnTo>
                <a:lnTo>
                  <a:pt x="1552908" y="21093"/>
                </a:lnTo>
                <a:lnTo>
                  <a:pt x="1555361" y="24909"/>
                </a:lnTo>
                <a:lnTo>
                  <a:pt x="1557814" y="37680"/>
                </a:lnTo>
                <a:lnTo>
                  <a:pt x="1558632" y="26451"/>
                </a:lnTo>
                <a:lnTo>
                  <a:pt x="1559450" y="27000"/>
                </a:lnTo>
                <a:lnTo>
                  <a:pt x="1563538" y="35355"/>
                </a:lnTo>
                <a:lnTo>
                  <a:pt x="1564356" y="33147"/>
                </a:lnTo>
                <a:lnTo>
                  <a:pt x="1565174" y="37647"/>
                </a:lnTo>
                <a:lnTo>
                  <a:pt x="1565992" y="37458"/>
                </a:lnTo>
                <a:lnTo>
                  <a:pt x="1567627" y="39479"/>
                </a:lnTo>
                <a:lnTo>
                  <a:pt x="1570898" y="20192"/>
                </a:lnTo>
                <a:lnTo>
                  <a:pt x="1572534" y="21276"/>
                </a:lnTo>
                <a:lnTo>
                  <a:pt x="1574987" y="35967"/>
                </a:lnTo>
                <a:lnTo>
                  <a:pt x="1575805" y="32534"/>
                </a:lnTo>
                <a:lnTo>
                  <a:pt x="1579076" y="20392"/>
                </a:lnTo>
                <a:lnTo>
                  <a:pt x="1579893" y="24521"/>
                </a:lnTo>
                <a:lnTo>
                  <a:pt x="1584800" y="33803"/>
                </a:lnTo>
                <a:lnTo>
                  <a:pt x="1587253" y="22219"/>
                </a:lnTo>
                <a:lnTo>
                  <a:pt x="1589706" y="25076"/>
                </a:lnTo>
                <a:lnTo>
                  <a:pt x="1591342" y="27080"/>
                </a:lnTo>
                <a:lnTo>
                  <a:pt x="1592977" y="25011"/>
                </a:lnTo>
                <a:lnTo>
                  <a:pt x="1595431" y="23138"/>
                </a:lnTo>
                <a:lnTo>
                  <a:pt x="1597066" y="31913"/>
                </a:lnTo>
                <a:lnTo>
                  <a:pt x="1598702" y="30159"/>
                </a:lnTo>
                <a:lnTo>
                  <a:pt x="1602791" y="18848"/>
                </a:lnTo>
                <a:lnTo>
                  <a:pt x="1605244" y="21072"/>
                </a:lnTo>
                <a:lnTo>
                  <a:pt x="1610150" y="20645"/>
                </a:lnTo>
                <a:lnTo>
                  <a:pt x="1613421" y="6202"/>
                </a:lnTo>
                <a:lnTo>
                  <a:pt x="1614239" y="10959"/>
                </a:lnTo>
                <a:lnTo>
                  <a:pt x="1615875" y="24635"/>
                </a:lnTo>
                <a:lnTo>
                  <a:pt x="1618328" y="21492"/>
                </a:lnTo>
                <a:lnTo>
                  <a:pt x="1626505" y="0"/>
                </a:lnTo>
                <a:lnTo>
                  <a:pt x="1628141" y="8218"/>
                </a:lnTo>
                <a:lnTo>
                  <a:pt x="1629776" y="10409"/>
                </a:lnTo>
                <a:lnTo>
                  <a:pt x="1630594" y="9102"/>
                </a:lnTo>
                <a:lnTo>
                  <a:pt x="1631412" y="2884"/>
                </a:lnTo>
                <a:lnTo>
                  <a:pt x="1633047" y="12126"/>
                </a:lnTo>
                <a:lnTo>
                  <a:pt x="1634683" y="15711"/>
                </a:lnTo>
                <a:lnTo>
                  <a:pt x="1635500" y="17610"/>
                </a:lnTo>
                <a:lnTo>
                  <a:pt x="1637136" y="14567"/>
                </a:lnTo>
                <a:lnTo>
                  <a:pt x="1639589" y="14194"/>
                </a:lnTo>
                <a:lnTo>
                  <a:pt x="1641225" y="11305"/>
                </a:lnTo>
                <a:lnTo>
                  <a:pt x="1642042" y="12376"/>
                </a:lnTo>
                <a:lnTo>
                  <a:pt x="1645313" y="24700"/>
                </a:lnTo>
                <a:lnTo>
                  <a:pt x="1646131" y="23331"/>
                </a:lnTo>
                <a:lnTo>
                  <a:pt x="1648584" y="18360"/>
                </a:lnTo>
                <a:lnTo>
                  <a:pt x="1649402" y="19748"/>
                </a:lnTo>
                <a:lnTo>
                  <a:pt x="1651038" y="26113"/>
                </a:lnTo>
                <a:lnTo>
                  <a:pt x="1654309" y="23826"/>
                </a:lnTo>
                <a:lnTo>
                  <a:pt x="1658397" y="21561"/>
                </a:lnTo>
                <a:lnTo>
                  <a:pt x="1662486" y="17800"/>
                </a:lnTo>
                <a:lnTo>
                  <a:pt x="1665757" y="21775"/>
                </a:lnTo>
                <a:lnTo>
                  <a:pt x="1666575" y="20583"/>
                </a:lnTo>
                <a:lnTo>
                  <a:pt x="1668210" y="31178"/>
                </a:lnTo>
                <a:lnTo>
                  <a:pt x="1669846" y="24639"/>
                </a:lnTo>
                <a:lnTo>
                  <a:pt x="1670664" y="27514"/>
                </a:lnTo>
                <a:lnTo>
                  <a:pt x="1673117" y="25016"/>
                </a:lnTo>
                <a:lnTo>
                  <a:pt x="1674752" y="25246"/>
                </a:lnTo>
                <a:lnTo>
                  <a:pt x="1676388" y="20219"/>
                </a:lnTo>
                <a:lnTo>
                  <a:pt x="1678024" y="23964"/>
                </a:lnTo>
                <a:lnTo>
                  <a:pt x="1679659" y="27850"/>
                </a:lnTo>
                <a:lnTo>
                  <a:pt x="1680477" y="26118"/>
                </a:lnTo>
                <a:lnTo>
                  <a:pt x="1684566" y="19255"/>
                </a:lnTo>
                <a:lnTo>
                  <a:pt x="1687019" y="23248"/>
                </a:lnTo>
                <a:lnTo>
                  <a:pt x="1687837" y="22143"/>
                </a:lnTo>
                <a:lnTo>
                  <a:pt x="1694379" y="11401"/>
                </a:lnTo>
                <a:lnTo>
                  <a:pt x="1699285" y="9038"/>
                </a:lnTo>
                <a:lnTo>
                  <a:pt x="1700921" y="7341"/>
                </a:lnTo>
                <a:lnTo>
                  <a:pt x="1701738" y="8654"/>
                </a:lnTo>
                <a:lnTo>
                  <a:pt x="1703374" y="12521"/>
                </a:lnTo>
                <a:lnTo>
                  <a:pt x="1705009" y="10463"/>
                </a:lnTo>
                <a:lnTo>
                  <a:pt x="1716458" y="11055"/>
                </a:lnTo>
                <a:lnTo>
                  <a:pt x="1719729" y="11410"/>
                </a:lnTo>
                <a:lnTo>
                  <a:pt x="1722182" y="11874"/>
                </a:lnTo>
                <a:lnTo>
                  <a:pt x="1723000" y="10811"/>
                </a:lnTo>
                <a:lnTo>
                  <a:pt x="1729542" y="1506"/>
                </a:lnTo>
                <a:lnTo>
                  <a:pt x="1731177" y="7477"/>
                </a:lnTo>
                <a:lnTo>
                  <a:pt x="1731995" y="4336"/>
                </a:lnTo>
                <a:lnTo>
                  <a:pt x="1736084" y="239"/>
                </a:lnTo>
                <a:lnTo>
                  <a:pt x="1737719" y="1848"/>
                </a:lnTo>
                <a:lnTo>
                  <a:pt x="1740990" y="12620"/>
                </a:lnTo>
                <a:lnTo>
                  <a:pt x="1743443" y="10875"/>
                </a:lnTo>
                <a:lnTo>
                  <a:pt x="1748350" y="15500"/>
                </a:lnTo>
                <a:lnTo>
                  <a:pt x="1749985" y="12331"/>
                </a:lnTo>
                <a:lnTo>
                  <a:pt x="1754074" y="81596"/>
                </a:lnTo>
                <a:lnTo>
                  <a:pt x="1767158" y="365372"/>
                </a:lnTo>
                <a:lnTo>
                  <a:pt x="1768794" y="360546"/>
                </a:lnTo>
                <a:lnTo>
                  <a:pt x="1769612" y="361839"/>
                </a:lnTo>
                <a:lnTo>
                  <a:pt x="1771247" y="376195"/>
                </a:lnTo>
                <a:lnTo>
                  <a:pt x="1773700" y="375221"/>
                </a:lnTo>
                <a:lnTo>
                  <a:pt x="1777789" y="367790"/>
                </a:lnTo>
                <a:lnTo>
                  <a:pt x="1781878" y="363085"/>
                </a:lnTo>
                <a:lnTo>
                  <a:pt x="1784331" y="370393"/>
                </a:lnTo>
                <a:lnTo>
                  <a:pt x="1791691" y="329565"/>
                </a:lnTo>
                <a:lnTo>
                  <a:pt x="1794962" y="317248"/>
                </a:lnTo>
                <a:lnTo>
                  <a:pt x="1811317" y="247596"/>
                </a:lnTo>
                <a:lnTo>
                  <a:pt x="1812134" y="248139"/>
                </a:lnTo>
                <a:lnTo>
                  <a:pt x="1812952" y="250566"/>
                </a:lnTo>
                <a:lnTo>
                  <a:pt x="1813770" y="249291"/>
                </a:lnTo>
                <a:lnTo>
                  <a:pt x="1822765" y="212261"/>
                </a:lnTo>
                <a:lnTo>
                  <a:pt x="1826854" y="204018"/>
                </a:lnTo>
                <a:lnTo>
                  <a:pt x="1833396" y="187584"/>
                </a:lnTo>
                <a:lnTo>
                  <a:pt x="1834214" y="188313"/>
                </a:lnTo>
                <a:lnTo>
                  <a:pt x="1835031" y="186405"/>
                </a:lnTo>
                <a:lnTo>
                  <a:pt x="1847298" y="161992"/>
                </a:lnTo>
                <a:lnTo>
                  <a:pt x="1848116" y="159385"/>
                </a:lnTo>
                <a:lnTo>
                  <a:pt x="1848933" y="161903"/>
                </a:lnTo>
                <a:lnTo>
                  <a:pt x="1850569" y="164598"/>
                </a:lnTo>
                <a:lnTo>
                  <a:pt x="1851387" y="160380"/>
                </a:lnTo>
                <a:lnTo>
                  <a:pt x="1853022" y="158763"/>
                </a:lnTo>
                <a:lnTo>
                  <a:pt x="1853840" y="160396"/>
                </a:lnTo>
                <a:lnTo>
                  <a:pt x="1854658" y="161018"/>
                </a:lnTo>
                <a:lnTo>
                  <a:pt x="1856293" y="154731"/>
                </a:lnTo>
                <a:lnTo>
                  <a:pt x="1857929" y="158519"/>
                </a:lnTo>
                <a:lnTo>
                  <a:pt x="1860382" y="155148"/>
                </a:lnTo>
                <a:lnTo>
                  <a:pt x="1861200" y="150265"/>
                </a:lnTo>
                <a:lnTo>
                  <a:pt x="1862835" y="152778"/>
                </a:lnTo>
                <a:lnTo>
                  <a:pt x="1863653" y="156215"/>
                </a:lnTo>
                <a:lnTo>
                  <a:pt x="1865288" y="150542"/>
                </a:lnTo>
                <a:lnTo>
                  <a:pt x="1866106" y="146851"/>
                </a:lnTo>
                <a:lnTo>
                  <a:pt x="1866924" y="149693"/>
                </a:lnTo>
                <a:lnTo>
                  <a:pt x="1870195" y="159032"/>
                </a:lnTo>
                <a:lnTo>
                  <a:pt x="1871013" y="156832"/>
                </a:lnTo>
                <a:lnTo>
                  <a:pt x="1874284" y="153701"/>
                </a:lnTo>
                <a:lnTo>
                  <a:pt x="1877555" y="153106"/>
                </a:lnTo>
                <a:lnTo>
                  <a:pt x="1879190" y="155255"/>
                </a:lnTo>
                <a:lnTo>
                  <a:pt x="1880826" y="153565"/>
                </a:lnTo>
                <a:lnTo>
                  <a:pt x="1882461" y="151100"/>
                </a:lnTo>
                <a:lnTo>
                  <a:pt x="1883279" y="152221"/>
                </a:lnTo>
                <a:lnTo>
                  <a:pt x="1886550" y="154194"/>
                </a:lnTo>
                <a:lnTo>
                  <a:pt x="1891456" y="150400"/>
                </a:lnTo>
                <a:lnTo>
                  <a:pt x="1894727" y="156299"/>
                </a:lnTo>
                <a:lnTo>
                  <a:pt x="1897998" y="147397"/>
                </a:lnTo>
                <a:lnTo>
                  <a:pt x="1899634" y="152279"/>
                </a:lnTo>
                <a:lnTo>
                  <a:pt x="1901269" y="155242"/>
                </a:lnTo>
                <a:lnTo>
                  <a:pt x="1902087" y="152032"/>
                </a:lnTo>
                <a:lnTo>
                  <a:pt x="1904540" y="146317"/>
                </a:lnTo>
                <a:lnTo>
                  <a:pt x="1905358" y="148819"/>
                </a:lnTo>
                <a:lnTo>
                  <a:pt x="1907811" y="148193"/>
                </a:lnTo>
                <a:lnTo>
                  <a:pt x="1913535" y="140530"/>
                </a:lnTo>
                <a:lnTo>
                  <a:pt x="1914353" y="143471"/>
                </a:lnTo>
                <a:lnTo>
                  <a:pt x="1915989" y="141239"/>
                </a:lnTo>
                <a:lnTo>
                  <a:pt x="1918442" y="133853"/>
                </a:lnTo>
                <a:lnTo>
                  <a:pt x="1920895" y="135283"/>
                </a:lnTo>
                <a:lnTo>
                  <a:pt x="1927437" y="135627"/>
                </a:lnTo>
                <a:lnTo>
                  <a:pt x="1929073" y="131442"/>
                </a:lnTo>
                <a:lnTo>
                  <a:pt x="1930708" y="132263"/>
                </a:lnTo>
                <a:lnTo>
                  <a:pt x="1932344" y="135963"/>
                </a:lnTo>
                <a:lnTo>
                  <a:pt x="1933162" y="133703"/>
                </a:lnTo>
                <a:lnTo>
                  <a:pt x="1934797" y="128516"/>
                </a:lnTo>
                <a:lnTo>
                  <a:pt x="1936433" y="130697"/>
                </a:lnTo>
                <a:lnTo>
                  <a:pt x="1938886" y="125946"/>
                </a:lnTo>
                <a:lnTo>
                  <a:pt x="1941339" y="127621"/>
                </a:lnTo>
                <a:lnTo>
                  <a:pt x="1942975" y="127137"/>
                </a:lnTo>
                <a:lnTo>
                  <a:pt x="1945428" y="133667"/>
                </a:lnTo>
                <a:lnTo>
                  <a:pt x="1947063" y="132828"/>
                </a:lnTo>
                <a:lnTo>
                  <a:pt x="1951152" y="129976"/>
                </a:lnTo>
                <a:lnTo>
                  <a:pt x="1956059" y="126056"/>
                </a:lnTo>
                <a:lnTo>
                  <a:pt x="1956876" y="129026"/>
                </a:lnTo>
                <a:lnTo>
                  <a:pt x="1957694" y="132540"/>
                </a:lnTo>
                <a:lnTo>
                  <a:pt x="1959330" y="130067"/>
                </a:lnTo>
                <a:lnTo>
                  <a:pt x="1962601" y="128943"/>
                </a:lnTo>
                <a:lnTo>
                  <a:pt x="1963418" y="132139"/>
                </a:lnTo>
                <a:lnTo>
                  <a:pt x="1965872" y="130495"/>
                </a:lnTo>
                <a:lnTo>
                  <a:pt x="1969142" y="131276"/>
                </a:lnTo>
                <a:lnTo>
                  <a:pt x="1974867" y="127064"/>
                </a:lnTo>
                <a:lnTo>
                  <a:pt x="1976502" y="132517"/>
                </a:lnTo>
                <a:lnTo>
                  <a:pt x="1978955" y="129302"/>
                </a:lnTo>
                <a:lnTo>
                  <a:pt x="1984680" y="124212"/>
                </a:lnTo>
                <a:lnTo>
                  <a:pt x="1985497" y="125528"/>
                </a:lnTo>
                <a:lnTo>
                  <a:pt x="1987951" y="130586"/>
                </a:lnTo>
                <a:lnTo>
                  <a:pt x="1988768" y="129319"/>
                </a:lnTo>
                <a:lnTo>
                  <a:pt x="1991222" y="127690"/>
                </a:lnTo>
                <a:lnTo>
                  <a:pt x="1992857" y="132782"/>
                </a:lnTo>
                <a:lnTo>
                  <a:pt x="1993675" y="130851"/>
                </a:lnTo>
                <a:lnTo>
                  <a:pt x="1995310" y="122869"/>
                </a:lnTo>
                <a:lnTo>
                  <a:pt x="1996946" y="126460"/>
                </a:lnTo>
                <a:lnTo>
                  <a:pt x="1998581" y="134867"/>
                </a:lnTo>
                <a:lnTo>
                  <a:pt x="2000217" y="132079"/>
                </a:lnTo>
                <a:lnTo>
                  <a:pt x="2001035" y="132024"/>
                </a:lnTo>
                <a:lnTo>
                  <a:pt x="2005123" y="121451"/>
                </a:lnTo>
                <a:lnTo>
                  <a:pt x="2005941" y="123134"/>
                </a:lnTo>
                <a:lnTo>
                  <a:pt x="2010848" y="127662"/>
                </a:lnTo>
                <a:lnTo>
                  <a:pt x="2013301" y="121753"/>
                </a:lnTo>
                <a:lnTo>
                  <a:pt x="2014119" y="123271"/>
                </a:lnTo>
                <a:lnTo>
                  <a:pt x="2015754" y="137265"/>
                </a:lnTo>
                <a:lnTo>
                  <a:pt x="2018208" y="130399"/>
                </a:lnTo>
                <a:lnTo>
                  <a:pt x="2024750" y="125986"/>
                </a:lnTo>
                <a:lnTo>
                  <a:pt x="2026385" y="130438"/>
                </a:lnTo>
                <a:lnTo>
                  <a:pt x="2027203" y="129180"/>
                </a:lnTo>
                <a:lnTo>
                  <a:pt x="2030474" y="126729"/>
                </a:lnTo>
                <a:lnTo>
                  <a:pt x="2032109" y="128467"/>
                </a:lnTo>
                <a:lnTo>
                  <a:pt x="2034563" y="134837"/>
                </a:lnTo>
                <a:lnTo>
                  <a:pt x="2038651" y="123667"/>
                </a:lnTo>
                <a:lnTo>
                  <a:pt x="2039469" y="123441"/>
                </a:lnTo>
                <a:lnTo>
                  <a:pt x="2041105" y="131985"/>
                </a:lnTo>
                <a:lnTo>
                  <a:pt x="2042740" y="128886"/>
                </a:lnTo>
                <a:lnTo>
                  <a:pt x="2044376" y="122183"/>
                </a:lnTo>
                <a:lnTo>
                  <a:pt x="2045193" y="125817"/>
                </a:lnTo>
                <a:lnTo>
                  <a:pt x="2046829" y="136269"/>
                </a:lnTo>
                <a:lnTo>
                  <a:pt x="2048464" y="129597"/>
                </a:lnTo>
                <a:lnTo>
                  <a:pt x="2049282" y="123094"/>
                </a:lnTo>
                <a:lnTo>
                  <a:pt x="2050918" y="128831"/>
                </a:lnTo>
                <a:lnTo>
                  <a:pt x="2053371" y="132862"/>
                </a:lnTo>
                <a:lnTo>
                  <a:pt x="2054188" y="132111"/>
                </a:lnTo>
                <a:lnTo>
                  <a:pt x="2055824" y="127265"/>
                </a:lnTo>
                <a:lnTo>
                  <a:pt x="2057459" y="130111"/>
                </a:lnTo>
                <a:lnTo>
                  <a:pt x="2058277" y="129263"/>
                </a:lnTo>
                <a:lnTo>
                  <a:pt x="2059913" y="139298"/>
                </a:lnTo>
                <a:lnTo>
                  <a:pt x="2060730" y="130504"/>
                </a:lnTo>
                <a:lnTo>
                  <a:pt x="2062366" y="127345"/>
                </a:lnTo>
                <a:lnTo>
                  <a:pt x="2066455" y="136913"/>
                </a:lnTo>
                <a:lnTo>
                  <a:pt x="2068908" y="121878"/>
                </a:lnTo>
                <a:lnTo>
                  <a:pt x="2070543" y="125877"/>
                </a:lnTo>
                <a:lnTo>
                  <a:pt x="2072179" y="134791"/>
                </a:lnTo>
                <a:lnTo>
                  <a:pt x="2073814" y="133815"/>
                </a:lnTo>
                <a:lnTo>
                  <a:pt x="2076268" y="125573"/>
                </a:lnTo>
                <a:lnTo>
                  <a:pt x="2077085" y="129578"/>
                </a:lnTo>
                <a:lnTo>
                  <a:pt x="2078721" y="137076"/>
                </a:lnTo>
                <a:lnTo>
                  <a:pt x="2079539" y="130496"/>
                </a:lnTo>
                <a:lnTo>
                  <a:pt x="2080356" y="127930"/>
                </a:lnTo>
                <a:lnTo>
                  <a:pt x="2081174" y="132689"/>
                </a:lnTo>
                <a:lnTo>
                  <a:pt x="2081992" y="131544"/>
                </a:lnTo>
                <a:lnTo>
                  <a:pt x="2084445" y="134766"/>
                </a:lnTo>
                <a:lnTo>
                  <a:pt x="2086081" y="126017"/>
                </a:lnTo>
                <a:lnTo>
                  <a:pt x="2087716" y="133162"/>
                </a:lnTo>
                <a:lnTo>
                  <a:pt x="2088534" y="137186"/>
                </a:lnTo>
                <a:lnTo>
                  <a:pt x="2090987" y="134565"/>
                </a:lnTo>
                <a:lnTo>
                  <a:pt x="2094258" y="135710"/>
                </a:lnTo>
                <a:lnTo>
                  <a:pt x="2095076" y="140018"/>
                </a:lnTo>
                <a:lnTo>
                  <a:pt x="2095894" y="135242"/>
                </a:lnTo>
                <a:lnTo>
                  <a:pt x="2096712" y="136564"/>
                </a:lnTo>
                <a:lnTo>
                  <a:pt x="2100800" y="129716"/>
                </a:lnTo>
                <a:lnTo>
                  <a:pt x="2103254" y="144531"/>
                </a:lnTo>
                <a:lnTo>
                  <a:pt x="2104071" y="136157"/>
                </a:lnTo>
                <a:lnTo>
                  <a:pt x="2106525" y="138192"/>
                </a:lnTo>
                <a:lnTo>
                  <a:pt x="2108160" y="133002"/>
                </a:lnTo>
                <a:lnTo>
                  <a:pt x="2109796" y="135411"/>
                </a:lnTo>
                <a:lnTo>
                  <a:pt x="2110613" y="129852"/>
                </a:lnTo>
                <a:lnTo>
                  <a:pt x="2113067" y="132432"/>
                </a:lnTo>
                <a:lnTo>
                  <a:pt x="2117155" y="127520"/>
                </a:lnTo>
                <a:lnTo>
                  <a:pt x="2122880" y="121973"/>
                </a:lnTo>
                <a:lnTo>
                  <a:pt x="2124515" y="127642"/>
                </a:lnTo>
                <a:lnTo>
                  <a:pt x="2125333" y="124897"/>
                </a:lnTo>
                <a:lnTo>
                  <a:pt x="2129422" y="116193"/>
                </a:lnTo>
                <a:lnTo>
                  <a:pt x="2131057" y="122586"/>
                </a:lnTo>
                <a:lnTo>
                  <a:pt x="2132693" y="120028"/>
                </a:lnTo>
                <a:lnTo>
                  <a:pt x="2135146" y="112848"/>
                </a:lnTo>
                <a:lnTo>
                  <a:pt x="2135964" y="115918"/>
                </a:lnTo>
                <a:lnTo>
                  <a:pt x="2136781" y="117253"/>
                </a:lnTo>
                <a:lnTo>
                  <a:pt x="2137599" y="115833"/>
                </a:lnTo>
                <a:lnTo>
                  <a:pt x="2139234" y="113131"/>
                </a:lnTo>
                <a:lnTo>
                  <a:pt x="2140052" y="118952"/>
                </a:lnTo>
                <a:lnTo>
                  <a:pt x="2141688" y="111054"/>
                </a:lnTo>
                <a:lnTo>
                  <a:pt x="2145776" y="106488"/>
                </a:lnTo>
                <a:lnTo>
                  <a:pt x="2147412" y="104570"/>
                </a:lnTo>
                <a:lnTo>
                  <a:pt x="2148230" y="103179"/>
                </a:lnTo>
                <a:lnTo>
                  <a:pt x="2149865" y="112364"/>
                </a:lnTo>
                <a:lnTo>
                  <a:pt x="2151501" y="109221"/>
                </a:lnTo>
                <a:lnTo>
                  <a:pt x="2153954" y="105142"/>
                </a:lnTo>
                <a:lnTo>
                  <a:pt x="2154772" y="107484"/>
                </a:lnTo>
                <a:lnTo>
                  <a:pt x="2155589" y="111015"/>
                </a:lnTo>
                <a:lnTo>
                  <a:pt x="2157225" y="106559"/>
                </a:lnTo>
                <a:lnTo>
                  <a:pt x="2158043" y="103460"/>
                </a:lnTo>
                <a:lnTo>
                  <a:pt x="2160496" y="105530"/>
                </a:lnTo>
                <a:lnTo>
                  <a:pt x="2166220" y="98819"/>
                </a:lnTo>
                <a:lnTo>
                  <a:pt x="2167038" y="98272"/>
                </a:lnTo>
                <a:lnTo>
                  <a:pt x="2169491" y="104402"/>
                </a:lnTo>
                <a:lnTo>
                  <a:pt x="2170309" y="102232"/>
                </a:lnTo>
                <a:lnTo>
                  <a:pt x="2171127" y="100345"/>
                </a:lnTo>
                <a:lnTo>
                  <a:pt x="2171944" y="103479"/>
                </a:lnTo>
                <a:lnTo>
                  <a:pt x="2172762" y="105609"/>
                </a:lnTo>
                <a:lnTo>
                  <a:pt x="2173580" y="99688"/>
                </a:lnTo>
                <a:lnTo>
                  <a:pt x="2175215" y="97247"/>
                </a:lnTo>
                <a:lnTo>
                  <a:pt x="2176033" y="99230"/>
                </a:lnTo>
                <a:lnTo>
                  <a:pt x="2176851" y="102771"/>
                </a:lnTo>
                <a:lnTo>
                  <a:pt x="2177669" y="100191"/>
                </a:lnTo>
                <a:lnTo>
                  <a:pt x="2181758" y="93282"/>
                </a:lnTo>
                <a:lnTo>
                  <a:pt x="2184211" y="90907"/>
                </a:lnTo>
                <a:lnTo>
                  <a:pt x="2185029" y="91843"/>
                </a:lnTo>
                <a:lnTo>
                  <a:pt x="2185846" y="92746"/>
                </a:lnTo>
                <a:lnTo>
                  <a:pt x="2186664" y="90652"/>
                </a:lnTo>
                <a:lnTo>
                  <a:pt x="2187482" y="88993"/>
                </a:lnTo>
                <a:lnTo>
                  <a:pt x="2188300" y="91836"/>
                </a:lnTo>
                <a:lnTo>
                  <a:pt x="2190753" y="95786"/>
                </a:lnTo>
                <a:lnTo>
                  <a:pt x="2191571" y="94486"/>
                </a:lnTo>
                <a:lnTo>
                  <a:pt x="2194842" y="88498"/>
                </a:lnTo>
                <a:lnTo>
                  <a:pt x="2197295" y="93798"/>
                </a:lnTo>
                <a:lnTo>
                  <a:pt x="2198113" y="93415"/>
                </a:lnTo>
                <a:lnTo>
                  <a:pt x="2199748" y="89911"/>
                </a:lnTo>
                <a:lnTo>
                  <a:pt x="2200566" y="92614"/>
                </a:lnTo>
                <a:lnTo>
                  <a:pt x="2204655" y="93972"/>
                </a:lnTo>
                <a:lnTo>
                  <a:pt x="2242271" y="97021"/>
                </a:lnTo>
                <a:lnTo>
                  <a:pt x="2243089" y="97892"/>
                </a:lnTo>
                <a:lnTo>
                  <a:pt x="2243906" y="96860"/>
                </a:lnTo>
                <a:lnTo>
                  <a:pt x="2244724" y="92466"/>
                </a:lnTo>
                <a:lnTo>
                  <a:pt x="2246360" y="98358"/>
                </a:lnTo>
                <a:lnTo>
                  <a:pt x="2250448" y="93920"/>
                </a:lnTo>
                <a:lnTo>
                  <a:pt x="2255355" y="96142"/>
                </a:lnTo>
                <a:lnTo>
                  <a:pt x="2260261" y="91306"/>
                </a:lnTo>
                <a:lnTo>
                  <a:pt x="2261079" y="92422"/>
                </a:lnTo>
                <a:lnTo>
                  <a:pt x="2264350" y="98904"/>
                </a:lnTo>
                <a:lnTo>
                  <a:pt x="2265168" y="98269"/>
                </a:lnTo>
                <a:lnTo>
                  <a:pt x="2268439" y="95914"/>
                </a:lnTo>
                <a:lnTo>
                  <a:pt x="2270075" y="93422"/>
                </a:lnTo>
                <a:lnTo>
                  <a:pt x="2270892" y="94781"/>
                </a:lnTo>
                <a:lnTo>
                  <a:pt x="2272528" y="93483"/>
                </a:lnTo>
                <a:lnTo>
                  <a:pt x="2274981" y="98195"/>
                </a:lnTo>
                <a:lnTo>
                  <a:pt x="2276617" y="95364"/>
                </a:lnTo>
                <a:lnTo>
                  <a:pt x="2277434" y="96137"/>
                </a:lnTo>
                <a:lnTo>
                  <a:pt x="2280705" y="100362"/>
                </a:lnTo>
                <a:lnTo>
                  <a:pt x="2281523" y="97377"/>
                </a:lnTo>
                <a:lnTo>
                  <a:pt x="2283976" y="99671"/>
                </a:lnTo>
                <a:lnTo>
                  <a:pt x="2289701" y="96254"/>
                </a:lnTo>
                <a:lnTo>
                  <a:pt x="2290518" y="98021"/>
                </a:lnTo>
              </a:path>
            </a:pathLst>
          </a:custGeom>
          <a:noFill/>
          <a:ln w="2208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path 83"/>
          <p:cNvSpPr/>
          <p:nvPr/>
        </p:nvSpPr>
        <p:spPr>
          <a:xfrm>
            <a:off x="3741645" y="3723270"/>
            <a:ext cx="2290518" cy="448074"/>
          </a:xfrm>
          <a:custGeom>
            <a:avLst/>
            <a:gdLst/>
            <a:ahLst/>
            <a:cxnLst/>
            <a:rect l="l" t="t" r="r" b="b"/>
            <a:pathLst>
              <a:path w="2290518" h="448074">
                <a:moveTo>
                  <a:pt x="0" y="315321"/>
                </a:moveTo>
                <a:lnTo>
                  <a:pt x="9813" y="317403"/>
                </a:lnTo>
                <a:lnTo>
                  <a:pt x="17991" y="317177"/>
                </a:lnTo>
                <a:lnTo>
                  <a:pt x="19626" y="318884"/>
                </a:lnTo>
                <a:lnTo>
                  <a:pt x="20444" y="317565"/>
                </a:lnTo>
                <a:lnTo>
                  <a:pt x="21262" y="315823"/>
                </a:lnTo>
                <a:lnTo>
                  <a:pt x="23715" y="317655"/>
                </a:lnTo>
                <a:lnTo>
                  <a:pt x="36799" y="316438"/>
                </a:lnTo>
                <a:lnTo>
                  <a:pt x="38435" y="318296"/>
                </a:lnTo>
                <a:lnTo>
                  <a:pt x="40070" y="320163"/>
                </a:lnTo>
                <a:lnTo>
                  <a:pt x="40888" y="318590"/>
                </a:lnTo>
                <a:lnTo>
                  <a:pt x="41706" y="317829"/>
                </a:lnTo>
                <a:lnTo>
                  <a:pt x="42523" y="319157"/>
                </a:lnTo>
                <a:lnTo>
                  <a:pt x="43341" y="322138"/>
                </a:lnTo>
                <a:lnTo>
                  <a:pt x="45794" y="320576"/>
                </a:lnTo>
                <a:lnTo>
                  <a:pt x="62149" y="319119"/>
                </a:lnTo>
                <a:lnTo>
                  <a:pt x="62967" y="318185"/>
                </a:lnTo>
                <a:lnTo>
                  <a:pt x="64603" y="320184"/>
                </a:lnTo>
                <a:lnTo>
                  <a:pt x="67056" y="326363"/>
                </a:lnTo>
                <a:lnTo>
                  <a:pt x="69509" y="323833"/>
                </a:lnTo>
                <a:lnTo>
                  <a:pt x="72780" y="322385"/>
                </a:lnTo>
                <a:lnTo>
                  <a:pt x="76869" y="327341"/>
                </a:lnTo>
                <a:lnTo>
                  <a:pt x="77687" y="326440"/>
                </a:lnTo>
                <a:lnTo>
                  <a:pt x="81775" y="324619"/>
                </a:lnTo>
                <a:lnTo>
                  <a:pt x="85864" y="326439"/>
                </a:lnTo>
                <a:lnTo>
                  <a:pt x="89135" y="322868"/>
                </a:lnTo>
                <a:lnTo>
                  <a:pt x="89953" y="324804"/>
                </a:lnTo>
                <a:lnTo>
                  <a:pt x="91588" y="329685"/>
                </a:lnTo>
                <a:lnTo>
                  <a:pt x="93224" y="325829"/>
                </a:lnTo>
                <a:lnTo>
                  <a:pt x="96495" y="322097"/>
                </a:lnTo>
                <a:lnTo>
                  <a:pt x="98130" y="328961"/>
                </a:lnTo>
                <a:lnTo>
                  <a:pt x="99766" y="325136"/>
                </a:lnTo>
                <a:lnTo>
                  <a:pt x="103855" y="321141"/>
                </a:lnTo>
                <a:lnTo>
                  <a:pt x="107943" y="328986"/>
                </a:lnTo>
                <a:lnTo>
                  <a:pt x="109579" y="326678"/>
                </a:lnTo>
                <a:lnTo>
                  <a:pt x="112850" y="325533"/>
                </a:lnTo>
                <a:lnTo>
                  <a:pt x="117756" y="323332"/>
                </a:lnTo>
                <a:lnTo>
                  <a:pt x="120210" y="326667"/>
                </a:lnTo>
                <a:lnTo>
                  <a:pt x="121845" y="331445"/>
                </a:lnTo>
                <a:lnTo>
                  <a:pt x="122663" y="329321"/>
                </a:lnTo>
                <a:lnTo>
                  <a:pt x="125116" y="322529"/>
                </a:lnTo>
                <a:lnTo>
                  <a:pt x="127569" y="324579"/>
                </a:lnTo>
                <a:lnTo>
                  <a:pt x="134111" y="324265"/>
                </a:lnTo>
                <a:lnTo>
                  <a:pt x="134929" y="329361"/>
                </a:lnTo>
                <a:lnTo>
                  <a:pt x="137382" y="325641"/>
                </a:lnTo>
                <a:lnTo>
                  <a:pt x="140653" y="325859"/>
                </a:lnTo>
                <a:lnTo>
                  <a:pt x="142289" y="324815"/>
                </a:lnTo>
                <a:lnTo>
                  <a:pt x="143924" y="326590"/>
                </a:lnTo>
                <a:lnTo>
                  <a:pt x="151284" y="326538"/>
                </a:lnTo>
                <a:lnTo>
                  <a:pt x="153737" y="326569"/>
                </a:lnTo>
                <a:lnTo>
                  <a:pt x="158644" y="320983"/>
                </a:lnTo>
                <a:lnTo>
                  <a:pt x="159462" y="321620"/>
                </a:lnTo>
                <a:lnTo>
                  <a:pt x="168457" y="324662"/>
                </a:lnTo>
                <a:lnTo>
                  <a:pt x="171728" y="325234"/>
                </a:lnTo>
                <a:lnTo>
                  <a:pt x="174999" y="326129"/>
                </a:lnTo>
                <a:lnTo>
                  <a:pt x="175817" y="323447"/>
                </a:lnTo>
                <a:lnTo>
                  <a:pt x="177452" y="322602"/>
                </a:lnTo>
                <a:lnTo>
                  <a:pt x="178270" y="323544"/>
                </a:lnTo>
                <a:lnTo>
                  <a:pt x="179905" y="326098"/>
                </a:lnTo>
                <a:lnTo>
                  <a:pt x="180723" y="323761"/>
                </a:lnTo>
                <a:lnTo>
                  <a:pt x="181541" y="321251"/>
                </a:lnTo>
                <a:lnTo>
                  <a:pt x="182359" y="323180"/>
                </a:lnTo>
                <a:lnTo>
                  <a:pt x="183176" y="328804"/>
                </a:lnTo>
                <a:lnTo>
                  <a:pt x="185630" y="327778"/>
                </a:lnTo>
                <a:lnTo>
                  <a:pt x="209344" y="325879"/>
                </a:lnTo>
                <a:lnTo>
                  <a:pt x="210980" y="323586"/>
                </a:lnTo>
                <a:lnTo>
                  <a:pt x="211798" y="327304"/>
                </a:lnTo>
                <a:lnTo>
                  <a:pt x="215069" y="336028"/>
                </a:lnTo>
                <a:lnTo>
                  <a:pt x="215886" y="333754"/>
                </a:lnTo>
                <a:lnTo>
                  <a:pt x="218340" y="328457"/>
                </a:lnTo>
                <a:lnTo>
                  <a:pt x="219975" y="330042"/>
                </a:lnTo>
                <a:lnTo>
                  <a:pt x="226517" y="330672"/>
                </a:lnTo>
                <a:lnTo>
                  <a:pt x="228970" y="327512"/>
                </a:lnTo>
                <a:lnTo>
                  <a:pt x="230606" y="329543"/>
                </a:lnTo>
                <a:lnTo>
                  <a:pt x="234695" y="329622"/>
                </a:lnTo>
                <a:lnTo>
                  <a:pt x="237966" y="324144"/>
                </a:lnTo>
                <a:lnTo>
                  <a:pt x="238783" y="325968"/>
                </a:lnTo>
                <a:lnTo>
                  <a:pt x="241237" y="337868"/>
                </a:lnTo>
                <a:lnTo>
                  <a:pt x="242872" y="332371"/>
                </a:lnTo>
                <a:lnTo>
                  <a:pt x="246143" y="332961"/>
                </a:lnTo>
                <a:lnTo>
                  <a:pt x="254321" y="334541"/>
                </a:lnTo>
                <a:lnTo>
                  <a:pt x="259227" y="352729"/>
                </a:lnTo>
                <a:lnTo>
                  <a:pt x="264134" y="338599"/>
                </a:lnTo>
                <a:lnTo>
                  <a:pt x="264951" y="334214"/>
                </a:lnTo>
                <a:lnTo>
                  <a:pt x="265769" y="340348"/>
                </a:lnTo>
                <a:lnTo>
                  <a:pt x="270676" y="351780"/>
                </a:lnTo>
                <a:lnTo>
                  <a:pt x="271493" y="351109"/>
                </a:lnTo>
                <a:lnTo>
                  <a:pt x="273947" y="343374"/>
                </a:lnTo>
                <a:lnTo>
                  <a:pt x="274764" y="344876"/>
                </a:lnTo>
                <a:lnTo>
                  <a:pt x="275582" y="346438"/>
                </a:lnTo>
                <a:lnTo>
                  <a:pt x="278035" y="345092"/>
                </a:lnTo>
                <a:lnTo>
                  <a:pt x="279671" y="345284"/>
                </a:lnTo>
                <a:lnTo>
                  <a:pt x="280489" y="343331"/>
                </a:lnTo>
                <a:lnTo>
                  <a:pt x="283760" y="342781"/>
                </a:lnTo>
                <a:lnTo>
                  <a:pt x="289484" y="348374"/>
                </a:lnTo>
                <a:lnTo>
                  <a:pt x="291119" y="346677"/>
                </a:lnTo>
                <a:lnTo>
                  <a:pt x="292755" y="348771"/>
                </a:lnTo>
                <a:lnTo>
                  <a:pt x="298479" y="352279"/>
                </a:lnTo>
                <a:lnTo>
                  <a:pt x="303386" y="357663"/>
                </a:lnTo>
                <a:lnTo>
                  <a:pt x="305839" y="356097"/>
                </a:lnTo>
                <a:lnTo>
                  <a:pt x="306657" y="357689"/>
                </a:lnTo>
                <a:lnTo>
                  <a:pt x="308292" y="360185"/>
                </a:lnTo>
                <a:lnTo>
                  <a:pt x="310745" y="358311"/>
                </a:lnTo>
                <a:lnTo>
                  <a:pt x="314016" y="355225"/>
                </a:lnTo>
                <a:lnTo>
                  <a:pt x="314834" y="356364"/>
                </a:lnTo>
                <a:lnTo>
                  <a:pt x="320558" y="357723"/>
                </a:lnTo>
                <a:lnTo>
                  <a:pt x="335278" y="351131"/>
                </a:lnTo>
                <a:lnTo>
                  <a:pt x="340184" y="351954"/>
                </a:lnTo>
                <a:lnTo>
                  <a:pt x="341820" y="349285"/>
                </a:lnTo>
                <a:lnTo>
                  <a:pt x="343455" y="350886"/>
                </a:lnTo>
                <a:lnTo>
                  <a:pt x="351633" y="349980"/>
                </a:lnTo>
                <a:lnTo>
                  <a:pt x="352451" y="348685"/>
                </a:lnTo>
                <a:lnTo>
                  <a:pt x="353268" y="350428"/>
                </a:lnTo>
                <a:lnTo>
                  <a:pt x="355722" y="353195"/>
                </a:lnTo>
                <a:lnTo>
                  <a:pt x="356539" y="351881"/>
                </a:lnTo>
                <a:lnTo>
                  <a:pt x="358175" y="347793"/>
                </a:lnTo>
                <a:lnTo>
                  <a:pt x="358993" y="349310"/>
                </a:lnTo>
                <a:lnTo>
                  <a:pt x="361446" y="356973"/>
                </a:lnTo>
                <a:lnTo>
                  <a:pt x="362264" y="352118"/>
                </a:lnTo>
                <a:lnTo>
                  <a:pt x="365535" y="345389"/>
                </a:lnTo>
                <a:lnTo>
                  <a:pt x="366352" y="349258"/>
                </a:lnTo>
                <a:lnTo>
                  <a:pt x="367988" y="361069"/>
                </a:lnTo>
                <a:lnTo>
                  <a:pt x="370441" y="357862"/>
                </a:lnTo>
                <a:lnTo>
                  <a:pt x="374530" y="350781"/>
                </a:lnTo>
                <a:lnTo>
                  <a:pt x="375348" y="351984"/>
                </a:lnTo>
                <a:lnTo>
                  <a:pt x="381072" y="357192"/>
                </a:lnTo>
                <a:lnTo>
                  <a:pt x="381890" y="355938"/>
                </a:lnTo>
                <a:lnTo>
                  <a:pt x="387614" y="352208"/>
                </a:lnTo>
                <a:lnTo>
                  <a:pt x="390067" y="353479"/>
                </a:lnTo>
                <a:lnTo>
                  <a:pt x="390885" y="352574"/>
                </a:lnTo>
                <a:lnTo>
                  <a:pt x="391703" y="351473"/>
                </a:lnTo>
                <a:lnTo>
                  <a:pt x="393338" y="353413"/>
                </a:lnTo>
                <a:lnTo>
                  <a:pt x="399880" y="352147"/>
                </a:lnTo>
                <a:lnTo>
                  <a:pt x="404787" y="349829"/>
                </a:lnTo>
                <a:lnTo>
                  <a:pt x="409693" y="349003"/>
                </a:lnTo>
                <a:lnTo>
                  <a:pt x="418688" y="348003"/>
                </a:lnTo>
                <a:lnTo>
                  <a:pt x="422777" y="349081"/>
                </a:lnTo>
                <a:lnTo>
                  <a:pt x="430137" y="340962"/>
                </a:lnTo>
                <a:lnTo>
                  <a:pt x="435043" y="341905"/>
                </a:lnTo>
                <a:lnTo>
                  <a:pt x="445674" y="340917"/>
                </a:lnTo>
                <a:lnTo>
                  <a:pt x="448945" y="340400"/>
                </a:lnTo>
                <a:lnTo>
                  <a:pt x="452216" y="338604"/>
                </a:lnTo>
                <a:lnTo>
                  <a:pt x="463665" y="339982"/>
                </a:lnTo>
                <a:lnTo>
                  <a:pt x="473478" y="331478"/>
                </a:lnTo>
                <a:lnTo>
                  <a:pt x="476749" y="329289"/>
                </a:lnTo>
                <a:lnTo>
                  <a:pt x="482473" y="330409"/>
                </a:lnTo>
                <a:lnTo>
                  <a:pt x="484926" y="327764"/>
                </a:lnTo>
                <a:lnTo>
                  <a:pt x="485744" y="326779"/>
                </a:lnTo>
                <a:lnTo>
                  <a:pt x="486562" y="328322"/>
                </a:lnTo>
                <a:lnTo>
                  <a:pt x="491468" y="332128"/>
                </a:lnTo>
                <a:lnTo>
                  <a:pt x="493104" y="329530"/>
                </a:lnTo>
                <a:lnTo>
                  <a:pt x="493921" y="332708"/>
                </a:lnTo>
                <a:lnTo>
                  <a:pt x="498010" y="332671"/>
                </a:lnTo>
                <a:lnTo>
                  <a:pt x="502099" y="327891"/>
                </a:lnTo>
                <a:lnTo>
                  <a:pt x="507005" y="327299"/>
                </a:lnTo>
                <a:lnTo>
                  <a:pt x="508641" y="330052"/>
                </a:lnTo>
                <a:lnTo>
                  <a:pt x="509459" y="327894"/>
                </a:lnTo>
                <a:lnTo>
                  <a:pt x="513547" y="320427"/>
                </a:lnTo>
                <a:lnTo>
                  <a:pt x="516818" y="324829"/>
                </a:lnTo>
                <a:lnTo>
                  <a:pt x="518454" y="327853"/>
                </a:lnTo>
                <a:lnTo>
                  <a:pt x="520089" y="326640"/>
                </a:lnTo>
                <a:lnTo>
                  <a:pt x="529085" y="325173"/>
                </a:lnTo>
                <a:lnTo>
                  <a:pt x="530720" y="326156"/>
                </a:lnTo>
                <a:lnTo>
                  <a:pt x="531538" y="323744"/>
                </a:lnTo>
                <a:lnTo>
                  <a:pt x="533991" y="325486"/>
                </a:lnTo>
                <a:lnTo>
                  <a:pt x="535627" y="329855"/>
                </a:lnTo>
                <a:lnTo>
                  <a:pt x="537262" y="328032"/>
                </a:lnTo>
                <a:lnTo>
                  <a:pt x="538080" y="325297"/>
                </a:lnTo>
                <a:lnTo>
                  <a:pt x="540533" y="326957"/>
                </a:lnTo>
                <a:lnTo>
                  <a:pt x="542169" y="327063"/>
                </a:lnTo>
                <a:lnTo>
                  <a:pt x="542986" y="325255"/>
                </a:lnTo>
                <a:lnTo>
                  <a:pt x="551164" y="327286"/>
                </a:lnTo>
                <a:lnTo>
                  <a:pt x="558524" y="333542"/>
                </a:lnTo>
                <a:lnTo>
                  <a:pt x="561795" y="327978"/>
                </a:lnTo>
                <a:lnTo>
                  <a:pt x="562612" y="329517"/>
                </a:lnTo>
                <a:lnTo>
                  <a:pt x="565883" y="328778"/>
                </a:lnTo>
                <a:lnTo>
                  <a:pt x="568337" y="333369"/>
                </a:lnTo>
                <a:lnTo>
                  <a:pt x="569154" y="334857"/>
                </a:lnTo>
                <a:lnTo>
                  <a:pt x="569972" y="333530"/>
                </a:lnTo>
                <a:lnTo>
                  <a:pt x="574879" y="325088"/>
                </a:lnTo>
                <a:lnTo>
                  <a:pt x="575696" y="325773"/>
                </a:lnTo>
                <a:lnTo>
                  <a:pt x="581421" y="326499"/>
                </a:lnTo>
                <a:lnTo>
                  <a:pt x="582238" y="325319"/>
                </a:lnTo>
                <a:lnTo>
                  <a:pt x="583056" y="326808"/>
                </a:lnTo>
                <a:lnTo>
                  <a:pt x="590416" y="337284"/>
                </a:lnTo>
                <a:lnTo>
                  <a:pt x="592869" y="330944"/>
                </a:lnTo>
                <a:lnTo>
                  <a:pt x="593687" y="331750"/>
                </a:lnTo>
                <a:lnTo>
                  <a:pt x="595322" y="335606"/>
                </a:lnTo>
                <a:lnTo>
                  <a:pt x="596958" y="333971"/>
                </a:lnTo>
                <a:lnTo>
                  <a:pt x="603500" y="330712"/>
                </a:lnTo>
                <a:lnTo>
                  <a:pt x="610860" y="337064"/>
                </a:lnTo>
                <a:lnTo>
                  <a:pt x="611677" y="339151"/>
                </a:lnTo>
                <a:lnTo>
                  <a:pt x="614131" y="337594"/>
                </a:lnTo>
                <a:lnTo>
                  <a:pt x="615766" y="335565"/>
                </a:lnTo>
                <a:lnTo>
                  <a:pt x="617402" y="337851"/>
                </a:lnTo>
                <a:lnTo>
                  <a:pt x="623944" y="340473"/>
                </a:lnTo>
                <a:lnTo>
                  <a:pt x="627215" y="337108"/>
                </a:lnTo>
                <a:lnTo>
                  <a:pt x="628032" y="338000"/>
                </a:lnTo>
                <a:lnTo>
                  <a:pt x="632939" y="345764"/>
                </a:lnTo>
                <a:lnTo>
                  <a:pt x="636210" y="342962"/>
                </a:lnTo>
                <a:lnTo>
                  <a:pt x="640299" y="347965"/>
                </a:lnTo>
                <a:lnTo>
                  <a:pt x="642752" y="341713"/>
                </a:lnTo>
                <a:lnTo>
                  <a:pt x="644387" y="345200"/>
                </a:lnTo>
                <a:lnTo>
                  <a:pt x="647658" y="348231"/>
                </a:lnTo>
                <a:lnTo>
                  <a:pt x="648476" y="347754"/>
                </a:lnTo>
                <a:lnTo>
                  <a:pt x="650112" y="345450"/>
                </a:lnTo>
                <a:lnTo>
                  <a:pt x="650929" y="348030"/>
                </a:lnTo>
                <a:lnTo>
                  <a:pt x="653383" y="350698"/>
                </a:lnTo>
                <a:lnTo>
                  <a:pt x="654200" y="349833"/>
                </a:lnTo>
                <a:lnTo>
                  <a:pt x="659107" y="348570"/>
                </a:lnTo>
                <a:lnTo>
                  <a:pt x="660742" y="354772"/>
                </a:lnTo>
                <a:lnTo>
                  <a:pt x="662378" y="351758"/>
                </a:lnTo>
                <a:lnTo>
                  <a:pt x="667284" y="347820"/>
                </a:lnTo>
                <a:lnTo>
                  <a:pt x="670555" y="349945"/>
                </a:lnTo>
                <a:lnTo>
                  <a:pt x="674644" y="352710"/>
                </a:lnTo>
                <a:lnTo>
                  <a:pt x="677915" y="355854"/>
                </a:lnTo>
                <a:lnTo>
                  <a:pt x="678733" y="354037"/>
                </a:lnTo>
                <a:lnTo>
                  <a:pt x="682822" y="356919"/>
                </a:lnTo>
                <a:lnTo>
                  <a:pt x="684457" y="352525"/>
                </a:lnTo>
                <a:lnTo>
                  <a:pt x="685275" y="355554"/>
                </a:lnTo>
                <a:lnTo>
                  <a:pt x="686910" y="359149"/>
                </a:lnTo>
                <a:lnTo>
                  <a:pt x="688546" y="356994"/>
                </a:lnTo>
                <a:lnTo>
                  <a:pt x="689364" y="357962"/>
                </a:lnTo>
                <a:lnTo>
                  <a:pt x="690181" y="356370"/>
                </a:lnTo>
                <a:lnTo>
                  <a:pt x="696724" y="346510"/>
                </a:lnTo>
                <a:lnTo>
                  <a:pt x="699177" y="348583"/>
                </a:lnTo>
                <a:lnTo>
                  <a:pt x="701630" y="349673"/>
                </a:lnTo>
                <a:lnTo>
                  <a:pt x="704901" y="345612"/>
                </a:lnTo>
                <a:lnTo>
                  <a:pt x="705719" y="346400"/>
                </a:lnTo>
                <a:lnTo>
                  <a:pt x="711443" y="349114"/>
                </a:lnTo>
                <a:lnTo>
                  <a:pt x="722891" y="344748"/>
                </a:lnTo>
                <a:lnTo>
                  <a:pt x="725345" y="341789"/>
                </a:lnTo>
                <a:lnTo>
                  <a:pt x="726162" y="340542"/>
                </a:lnTo>
                <a:lnTo>
                  <a:pt x="727798" y="342585"/>
                </a:lnTo>
                <a:lnTo>
                  <a:pt x="746606" y="336801"/>
                </a:lnTo>
                <a:lnTo>
                  <a:pt x="747424" y="333685"/>
                </a:lnTo>
                <a:lnTo>
                  <a:pt x="749877" y="334947"/>
                </a:lnTo>
                <a:lnTo>
                  <a:pt x="751513" y="336381"/>
                </a:lnTo>
                <a:lnTo>
                  <a:pt x="753148" y="334908"/>
                </a:lnTo>
                <a:lnTo>
                  <a:pt x="756419" y="334923"/>
                </a:lnTo>
                <a:lnTo>
                  <a:pt x="777681" y="330266"/>
                </a:lnTo>
                <a:lnTo>
                  <a:pt x="778499" y="328217"/>
                </a:lnTo>
                <a:lnTo>
                  <a:pt x="779316" y="330708"/>
                </a:lnTo>
                <a:lnTo>
                  <a:pt x="781770" y="334750"/>
                </a:lnTo>
                <a:lnTo>
                  <a:pt x="782587" y="333652"/>
                </a:lnTo>
                <a:lnTo>
                  <a:pt x="783405" y="332346"/>
                </a:lnTo>
                <a:lnTo>
                  <a:pt x="784223" y="333742"/>
                </a:lnTo>
                <a:lnTo>
                  <a:pt x="787494" y="342065"/>
                </a:lnTo>
                <a:lnTo>
                  <a:pt x="788311" y="341261"/>
                </a:lnTo>
                <a:lnTo>
                  <a:pt x="790765" y="335020"/>
                </a:lnTo>
                <a:lnTo>
                  <a:pt x="792400" y="338183"/>
                </a:lnTo>
                <a:lnTo>
                  <a:pt x="794036" y="343986"/>
                </a:lnTo>
                <a:lnTo>
                  <a:pt x="795671" y="341514"/>
                </a:lnTo>
                <a:lnTo>
                  <a:pt x="799760" y="332101"/>
                </a:lnTo>
                <a:lnTo>
                  <a:pt x="801395" y="334327"/>
                </a:lnTo>
                <a:lnTo>
                  <a:pt x="811208" y="333103"/>
                </a:lnTo>
                <a:lnTo>
                  <a:pt x="812844" y="331432"/>
                </a:lnTo>
                <a:lnTo>
                  <a:pt x="813662" y="332609"/>
                </a:lnTo>
                <a:lnTo>
                  <a:pt x="818568" y="336562"/>
                </a:lnTo>
                <a:lnTo>
                  <a:pt x="842283" y="333919"/>
                </a:lnTo>
                <a:lnTo>
                  <a:pt x="844736" y="328902"/>
                </a:lnTo>
                <a:lnTo>
                  <a:pt x="845554" y="331248"/>
                </a:lnTo>
                <a:lnTo>
                  <a:pt x="870086" y="325416"/>
                </a:lnTo>
                <a:lnTo>
                  <a:pt x="873357" y="326929"/>
                </a:lnTo>
                <a:lnTo>
                  <a:pt x="878264" y="327647"/>
                </a:lnTo>
                <a:lnTo>
                  <a:pt x="915880" y="320165"/>
                </a:lnTo>
                <a:lnTo>
                  <a:pt x="925693" y="320887"/>
                </a:lnTo>
                <a:lnTo>
                  <a:pt x="933871" y="309490"/>
                </a:lnTo>
                <a:lnTo>
                  <a:pt x="934689" y="310910"/>
                </a:lnTo>
                <a:lnTo>
                  <a:pt x="937960" y="308288"/>
                </a:lnTo>
                <a:lnTo>
                  <a:pt x="942049" y="306386"/>
                </a:lnTo>
                <a:lnTo>
                  <a:pt x="944502" y="308477"/>
                </a:lnTo>
                <a:lnTo>
                  <a:pt x="945320" y="308009"/>
                </a:lnTo>
                <a:lnTo>
                  <a:pt x="951861" y="309447"/>
                </a:lnTo>
                <a:lnTo>
                  <a:pt x="955132" y="309102"/>
                </a:lnTo>
                <a:lnTo>
                  <a:pt x="957586" y="311557"/>
                </a:lnTo>
                <a:lnTo>
                  <a:pt x="982936" y="318400"/>
                </a:lnTo>
                <a:lnTo>
                  <a:pt x="985389" y="317736"/>
                </a:lnTo>
                <a:lnTo>
                  <a:pt x="986207" y="318505"/>
                </a:lnTo>
                <a:lnTo>
                  <a:pt x="1014828" y="334674"/>
                </a:lnTo>
                <a:lnTo>
                  <a:pt x="1018917" y="334500"/>
                </a:lnTo>
                <a:lnTo>
                  <a:pt x="1040178" y="333594"/>
                </a:lnTo>
                <a:lnTo>
                  <a:pt x="1046720" y="341643"/>
                </a:lnTo>
                <a:lnTo>
                  <a:pt x="1047538" y="340539"/>
                </a:lnTo>
                <a:lnTo>
                  <a:pt x="1048356" y="340761"/>
                </a:lnTo>
                <a:lnTo>
                  <a:pt x="1049174" y="346647"/>
                </a:lnTo>
                <a:lnTo>
                  <a:pt x="1051627" y="345364"/>
                </a:lnTo>
                <a:lnTo>
                  <a:pt x="1061440" y="358930"/>
                </a:lnTo>
                <a:lnTo>
                  <a:pt x="1076159" y="385995"/>
                </a:lnTo>
                <a:lnTo>
                  <a:pt x="1087608" y="401820"/>
                </a:lnTo>
                <a:lnTo>
                  <a:pt x="1097421" y="395698"/>
                </a:lnTo>
                <a:lnTo>
                  <a:pt x="1100692" y="393424"/>
                </a:lnTo>
                <a:lnTo>
                  <a:pt x="1129313" y="366091"/>
                </a:lnTo>
                <a:lnTo>
                  <a:pt x="1134220" y="361066"/>
                </a:lnTo>
                <a:lnTo>
                  <a:pt x="1143215" y="354819"/>
                </a:lnTo>
                <a:lnTo>
                  <a:pt x="1147304" y="354282"/>
                </a:lnTo>
                <a:lnTo>
                  <a:pt x="1152210" y="352219"/>
                </a:lnTo>
                <a:lnTo>
                  <a:pt x="1159570" y="358245"/>
                </a:lnTo>
                <a:lnTo>
                  <a:pt x="1170201" y="366943"/>
                </a:lnTo>
                <a:lnTo>
                  <a:pt x="1177560" y="373849"/>
                </a:lnTo>
                <a:lnTo>
                  <a:pt x="1183285" y="373211"/>
                </a:lnTo>
                <a:lnTo>
                  <a:pt x="1189009" y="375387"/>
                </a:lnTo>
                <a:lnTo>
                  <a:pt x="1197187" y="370720"/>
                </a:lnTo>
                <a:lnTo>
                  <a:pt x="1198822" y="368727"/>
                </a:lnTo>
                <a:lnTo>
                  <a:pt x="1199640" y="370828"/>
                </a:lnTo>
                <a:lnTo>
                  <a:pt x="1200458" y="371398"/>
                </a:lnTo>
                <a:lnTo>
                  <a:pt x="1201275" y="369786"/>
                </a:lnTo>
                <a:lnTo>
                  <a:pt x="1222537" y="338326"/>
                </a:lnTo>
                <a:lnTo>
                  <a:pt x="1229896" y="329135"/>
                </a:lnTo>
                <a:lnTo>
                  <a:pt x="1230714" y="331983"/>
                </a:lnTo>
                <a:lnTo>
                  <a:pt x="1232350" y="329341"/>
                </a:lnTo>
                <a:lnTo>
                  <a:pt x="1237256" y="322623"/>
                </a:lnTo>
                <a:lnTo>
                  <a:pt x="1239709" y="323743"/>
                </a:lnTo>
                <a:lnTo>
                  <a:pt x="1243798" y="319414"/>
                </a:lnTo>
                <a:lnTo>
                  <a:pt x="1247887" y="317372"/>
                </a:lnTo>
                <a:lnTo>
                  <a:pt x="1251976" y="315135"/>
                </a:lnTo>
                <a:lnTo>
                  <a:pt x="1253611" y="317808"/>
                </a:lnTo>
                <a:lnTo>
                  <a:pt x="1256064" y="311399"/>
                </a:lnTo>
                <a:lnTo>
                  <a:pt x="1256882" y="313967"/>
                </a:lnTo>
                <a:lnTo>
                  <a:pt x="1266695" y="306067"/>
                </a:lnTo>
                <a:lnTo>
                  <a:pt x="1269966" y="301978"/>
                </a:lnTo>
                <a:lnTo>
                  <a:pt x="1270784" y="303987"/>
                </a:lnTo>
                <a:lnTo>
                  <a:pt x="1273237" y="300055"/>
                </a:lnTo>
                <a:lnTo>
                  <a:pt x="1277326" y="307814"/>
                </a:lnTo>
                <a:lnTo>
                  <a:pt x="1281415" y="303855"/>
                </a:lnTo>
                <a:lnTo>
                  <a:pt x="1282233" y="303968"/>
                </a:lnTo>
                <a:lnTo>
                  <a:pt x="1283050" y="307190"/>
                </a:lnTo>
                <a:lnTo>
                  <a:pt x="1284686" y="304425"/>
                </a:lnTo>
                <a:lnTo>
                  <a:pt x="1285504" y="300157"/>
                </a:lnTo>
                <a:lnTo>
                  <a:pt x="1287139" y="303273"/>
                </a:lnTo>
                <a:lnTo>
                  <a:pt x="1288775" y="303683"/>
                </a:lnTo>
                <a:lnTo>
                  <a:pt x="1292045" y="300583"/>
                </a:lnTo>
                <a:lnTo>
                  <a:pt x="1295316" y="305284"/>
                </a:lnTo>
                <a:lnTo>
                  <a:pt x="1296134" y="298771"/>
                </a:lnTo>
                <a:lnTo>
                  <a:pt x="1297770" y="306829"/>
                </a:lnTo>
                <a:lnTo>
                  <a:pt x="1298587" y="303185"/>
                </a:lnTo>
                <a:lnTo>
                  <a:pt x="1303494" y="301075"/>
                </a:lnTo>
                <a:lnTo>
                  <a:pt x="1304312" y="302169"/>
                </a:lnTo>
                <a:lnTo>
                  <a:pt x="1305129" y="306432"/>
                </a:lnTo>
                <a:lnTo>
                  <a:pt x="1307583" y="304792"/>
                </a:lnTo>
                <a:lnTo>
                  <a:pt x="1308400" y="306375"/>
                </a:lnTo>
                <a:lnTo>
                  <a:pt x="1309218" y="303999"/>
                </a:lnTo>
                <a:lnTo>
                  <a:pt x="1310854" y="300044"/>
                </a:lnTo>
                <a:lnTo>
                  <a:pt x="1311671" y="300883"/>
                </a:lnTo>
                <a:lnTo>
                  <a:pt x="1312489" y="307815"/>
                </a:lnTo>
                <a:lnTo>
                  <a:pt x="1314942" y="303864"/>
                </a:lnTo>
                <a:lnTo>
                  <a:pt x="1316578" y="305590"/>
                </a:lnTo>
                <a:lnTo>
                  <a:pt x="1317396" y="303068"/>
                </a:lnTo>
                <a:lnTo>
                  <a:pt x="1323120" y="304968"/>
                </a:lnTo>
                <a:lnTo>
                  <a:pt x="1323938" y="307160"/>
                </a:lnTo>
                <a:lnTo>
                  <a:pt x="1325573" y="304007"/>
                </a:lnTo>
                <a:lnTo>
                  <a:pt x="1327209" y="301626"/>
                </a:lnTo>
                <a:lnTo>
                  <a:pt x="1328026" y="307804"/>
                </a:lnTo>
                <a:lnTo>
                  <a:pt x="1330480" y="305287"/>
                </a:lnTo>
                <a:lnTo>
                  <a:pt x="1332115" y="308151"/>
                </a:lnTo>
                <a:lnTo>
                  <a:pt x="1332933" y="306875"/>
                </a:lnTo>
                <a:lnTo>
                  <a:pt x="1336204" y="302989"/>
                </a:lnTo>
                <a:lnTo>
                  <a:pt x="1337022" y="304251"/>
                </a:lnTo>
                <a:lnTo>
                  <a:pt x="1343564" y="305251"/>
                </a:lnTo>
                <a:lnTo>
                  <a:pt x="1345199" y="302738"/>
                </a:lnTo>
                <a:lnTo>
                  <a:pt x="1346835" y="305240"/>
                </a:lnTo>
                <a:lnTo>
                  <a:pt x="1347653" y="306151"/>
                </a:lnTo>
                <a:lnTo>
                  <a:pt x="1348470" y="305067"/>
                </a:lnTo>
                <a:lnTo>
                  <a:pt x="1350106" y="301821"/>
                </a:lnTo>
                <a:lnTo>
                  <a:pt x="1351741" y="302920"/>
                </a:lnTo>
                <a:lnTo>
                  <a:pt x="1359101" y="301062"/>
                </a:lnTo>
                <a:lnTo>
                  <a:pt x="1362372" y="300837"/>
                </a:lnTo>
                <a:lnTo>
                  <a:pt x="1363190" y="303421"/>
                </a:lnTo>
                <a:lnTo>
                  <a:pt x="1364008" y="299424"/>
                </a:lnTo>
                <a:lnTo>
                  <a:pt x="1365643" y="298370"/>
                </a:lnTo>
                <a:lnTo>
                  <a:pt x="1366461" y="303048"/>
                </a:lnTo>
                <a:lnTo>
                  <a:pt x="1368096" y="297912"/>
                </a:lnTo>
                <a:lnTo>
                  <a:pt x="1368914" y="299285"/>
                </a:lnTo>
                <a:lnTo>
                  <a:pt x="1372185" y="297356"/>
                </a:lnTo>
                <a:lnTo>
                  <a:pt x="1374638" y="295459"/>
                </a:lnTo>
                <a:lnTo>
                  <a:pt x="1375456" y="301969"/>
                </a:lnTo>
                <a:lnTo>
                  <a:pt x="1377909" y="299267"/>
                </a:lnTo>
                <a:lnTo>
                  <a:pt x="1382816" y="294326"/>
                </a:lnTo>
                <a:lnTo>
                  <a:pt x="1385269" y="299132"/>
                </a:lnTo>
                <a:lnTo>
                  <a:pt x="1386087" y="298216"/>
                </a:lnTo>
                <a:lnTo>
                  <a:pt x="1387722" y="292586"/>
                </a:lnTo>
                <a:lnTo>
                  <a:pt x="1389358" y="296274"/>
                </a:lnTo>
                <a:lnTo>
                  <a:pt x="1390175" y="296717"/>
                </a:lnTo>
                <a:lnTo>
                  <a:pt x="1390993" y="294250"/>
                </a:lnTo>
                <a:lnTo>
                  <a:pt x="1391811" y="292010"/>
                </a:lnTo>
                <a:lnTo>
                  <a:pt x="1393446" y="295259"/>
                </a:lnTo>
                <a:lnTo>
                  <a:pt x="1397535" y="296591"/>
                </a:lnTo>
                <a:lnTo>
                  <a:pt x="1401624" y="294795"/>
                </a:lnTo>
                <a:lnTo>
                  <a:pt x="1406530" y="295678"/>
                </a:lnTo>
                <a:lnTo>
                  <a:pt x="1409801" y="293076"/>
                </a:lnTo>
                <a:lnTo>
                  <a:pt x="1410619" y="294669"/>
                </a:lnTo>
                <a:lnTo>
                  <a:pt x="1413890" y="294952"/>
                </a:lnTo>
                <a:lnTo>
                  <a:pt x="1416343" y="292956"/>
                </a:lnTo>
                <a:lnTo>
                  <a:pt x="1417161" y="294190"/>
                </a:lnTo>
                <a:lnTo>
                  <a:pt x="1422068" y="293312"/>
                </a:lnTo>
                <a:lnTo>
                  <a:pt x="1430245" y="291664"/>
                </a:lnTo>
                <a:lnTo>
                  <a:pt x="1444965" y="290549"/>
                </a:lnTo>
                <a:lnTo>
                  <a:pt x="1447418" y="290921"/>
                </a:lnTo>
                <a:lnTo>
                  <a:pt x="1449054" y="290006"/>
                </a:lnTo>
                <a:lnTo>
                  <a:pt x="1449871" y="291138"/>
                </a:lnTo>
                <a:lnTo>
                  <a:pt x="1452325" y="293359"/>
                </a:lnTo>
                <a:lnTo>
                  <a:pt x="1453142" y="290621"/>
                </a:lnTo>
                <a:lnTo>
                  <a:pt x="1454778" y="293322"/>
                </a:lnTo>
                <a:lnTo>
                  <a:pt x="1455596" y="293612"/>
                </a:lnTo>
                <a:lnTo>
                  <a:pt x="1458867" y="288044"/>
                </a:lnTo>
                <a:lnTo>
                  <a:pt x="1460502" y="289153"/>
                </a:lnTo>
                <a:lnTo>
                  <a:pt x="1461320" y="287128"/>
                </a:lnTo>
                <a:lnTo>
                  <a:pt x="1465408" y="284239"/>
                </a:lnTo>
                <a:lnTo>
                  <a:pt x="1467044" y="291430"/>
                </a:lnTo>
                <a:lnTo>
                  <a:pt x="1468679" y="287374"/>
                </a:lnTo>
                <a:lnTo>
                  <a:pt x="1469497" y="286123"/>
                </a:lnTo>
                <a:lnTo>
                  <a:pt x="1471133" y="289051"/>
                </a:lnTo>
                <a:lnTo>
                  <a:pt x="1474404" y="286017"/>
                </a:lnTo>
                <a:lnTo>
                  <a:pt x="1476857" y="283513"/>
                </a:lnTo>
                <a:lnTo>
                  <a:pt x="1477675" y="285476"/>
                </a:lnTo>
                <a:lnTo>
                  <a:pt x="1480128" y="289148"/>
                </a:lnTo>
                <a:lnTo>
                  <a:pt x="1480946" y="284381"/>
                </a:lnTo>
                <a:lnTo>
                  <a:pt x="1482581" y="287450"/>
                </a:lnTo>
                <a:lnTo>
                  <a:pt x="1484217" y="292093"/>
                </a:lnTo>
                <a:lnTo>
                  <a:pt x="1485852" y="290065"/>
                </a:lnTo>
                <a:lnTo>
                  <a:pt x="1489941" y="286712"/>
                </a:lnTo>
                <a:lnTo>
                  <a:pt x="1493212" y="288232"/>
                </a:lnTo>
                <a:lnTo>
                  <a:pt x="1494030" y="286680"/>
                </a:lnTo>
                <a:lnTo>
                  <a:pt x="1495665" y="287755"/>
                </a:lnTo>
                <a:lnTo>
                  <a:pt x="1497301" y="289661"/>
                </a:lnTo>
                <a:lnTo>
                  <a:pt x="1498118" y="288590"/>
                </a:lnTo>
                <a:lnTo>
                  <a:pt x="1501389" y="286361"/>
                </a:lnTo>
                <a:lnTo>
                  <a:pt x="1502207" y="290423"/>
                </a:lnTo>
                <a:lnTo>
                  <a:pt x="1504660" y="288147"/>
                </a:lnTo>
                <a:lnTo>
                  <a:pt x="1507114" y="286447"/>
                </a:lnTo>
                <a:lnTo>
                  <a:pt x="1511202" y="288867"/>
                </a:lnTo>
                <a:lnTo>
                  <a:pt x="1512838" y="290112"/>
                </a:lnTo>
                <a:lnTo>
                  <a:pt x="1513656" y="288748"/>
                </a:lnTo>
                <a:lnTo>
                  <a:pt x="1515291" y="286806"/>
                </a:lnTo>
                <a:lnTo>
                  <a:pt x="1516109" y="288397"/>
                </a:lnTo>
                <a:lnTo>
                  <a:pt x="1516927" y="291556"/>
                </a:lnTo>
                <a:lnTo>
                  <a:pt x="1519380" y="290160"/>
                </a:lnTo>
                <a:lnTo>
                  <a:pt x="1523469" y="289168"/>
                </a:lnTo>
                <a:lnTo>
                  <a:pt x="1525104" y="287085"/>
                </a:lnTo>
                <a:lnTo>
                  <a:pt x="1526740" y="288684"/>
                </a:lnTo>
                <a:lnTo>
                  <a:pt x="1530011" y="293088"/>
                </a:lnTo>
                <a:lnTo>
                  <a:pt x="1533282" y="292319"/>
                </a:lnTo>
                <a:lnTo>
                  <a:pt x="1534100" y="293840"/>
                </a:lnTo>
                <a:lnTo>
                  <a:pt x="1535735" y="292599"/>
                </a:lnTo>
                <a:lnTo>
                  <a:pt x="1537371" y="291938"/>
                </a:lnTo>
                <a:lnTo>
                  <a:pt x="1538188" y="294419"/>
                </a:lnTo>
                <a:lnTo>
                  <a:pt x="1539006" y="294813"/>
                </a:lnTo>
                <a:lnTo>
                  <a:pt x="1539824" y="292783"/>
                </a:lnTo>
                <a:lnTo>
                  <a:pt x="1540642" y="291831"/>
                </a:lnTo>
                <a:lnTo>
                  <a:pt x="1543095" y="295457"/>
                </a:lnTo>
                <a:lnTo>
                  <a:pt x="1543913" y="293385"/>
                </a:lnTo>
                <a:lnTo>
                  <a:pt x="1548001" y="297644"/>
                </a:lnTo>
                <a:lnTo>
                  <a:pt x="1552090" y="290472"/>
                </a:lnTo>
                <a:lnTo>
                  <a:pt x="1552908" y="291260"/>
                </a:lnTo>
                <a:lnTo>
                  <a:pt x="1554543" y="287231"/>
                </a:lnTo>
                <a:lnTo>
                  <a:pt x="1557814" y="262203"/>
                </a:lnTo>
                <a:lnTo>
                  <a:pt x="1560267" y="268047"/>
                </a:lnTo>
                <a:lnTo>
                  <a:pt x="1583164" y="215535"/>
                </a:lnTo>
                <a:lnTo>
                  <a:pt x="1586435" y="207482"/>
                </a:lnTo>
                <a:lnTo>
                  <a:pt x="1587253" y="211281"/>
                </a:lnTo>
                <a:lnTo>
                  <a:pt x="1588071" y="203962"/>
                </a:lnTo>
                <a:lnTo>
                  <a:pt x="1588889" y="204112"/>
                </a:lnTo>
                <a:lnTo>
                  <a:pt x="1592977" y="192866"/>
                </a:lnTo>
                <a:lnTo>
                  <a:pt x="1593795" y="193080"/>
                </a:lnTo>
                <a:lnTo>
                  <a:pt x="1595431" y="191562"/>
                </a:lnTo>
                <a:lnTo>
                  <a:pt x="1599520" y="176308"/>
                </a:lnTo>
                <a:lnTo>
                  <a:pt x="1604426" y="170607"/>
                </a:lnTo>
                <a:lnTo>
                  <a:pt x="1610150" y="156770"/>
                </a:lnTo>
                <a:lnTo>
                  <a:pt x="1610968" y="160377"/>
                </a:lnTo>
                <a:lnTo>
                  <a:pt x="1611786" y="155236"/>
                </a:lnTo>
                <a:lnTo>
                  <a:pt x="1615057" y="141881"/>
                </a:lnTo>
                <a:lnTo>
                  <a:pt x="1620781" y="127022"/>
                </a:lnTo>
                <a:lnTo>
                  <a:pt x="1622417" y="131452"/>
                </a:lnTo>
                <a:lnTo>
                  <a:pt x="1623234" y="130327"/>
                </a:lnTo>
                <a:lnTo>
                  <a:pt x="1628959" y="114632"/>
                </a:lnTo>
                <a:lnTo>
                  <a:pt x="1631412" y="112992"/>
                </a:lnTo>
                <a:lnTo>
                  <a:pt x="1634683" y="95869"/>
                </a:lnTo>
                <a:lnTo>
                  <a:pt x="1635500" y="96015"/>
                </a:lnTo>
                <a:lnTo>
                  <a:pt x="1637136" y="98993"/>
                </a:lnTo>
                <a:lnTo>
                  <a:pt x="1637954" y="95652"/>
                </a:lnTo>
                <a:lnTo>
                  <a:pt x="1645313" y="76506"/>
                </a:lnTo>
                <a:lnTo>
                  <a:pt x="1646131" y="78536"/>
                </a:lnTo>
                <a:lnTo>
                  <a:pt x="1649402" y="73237"/>
                </a:lnTo>
                <a:lnTo>
                  <a:pt x="1655126" y="60095"/>
                </a:lnTo>
                <a:lnTo>
                  <a:pt x="1659215" y="53523"/>
                </a:lnTo>
                <a:lnTo>
                  <a:pt x="1665757" y="41451"/>
                </a:lnTo>
                <a:lnTo>
                  <a:pt x="1666575" y="40652"/>
                </a:lnTo>
                <a:lnTo>
                  <a:pt x="1670664" y="29294"/>
                </a:lnTo>
                <a:lnTo>
                  <a:pt x="1671481" y="31979"/>
                </a:lnTo>
                <a:lnTo>
                  <a:pt x="1673117" y="29617"/>
                </a:lnTo>
                <a:lnTo>
                  <a:pt x="1677206" y="23070"/>
                </a:lnTo>
                <a:lnTo>
                  <a:pt x="1678841" y="18921"/>
                </a:lnTo>
                <a:lnTo>
                  <a:pt x="1681295" y="20506"/>
                </a:lnTo>
                <a:lnTo>
                  <a:pt x="1698467" y="7745"/>
                </a:lnTo>
                <a:lnTo>
                  <a:pt x="1700103" y="5689"/>
                </a:lnTo>
                <a:lnTo>
                  <a:pt x="1701738" y="3051"/>
                </a:lnTo>
                <a:lnTo>
                  <a:pt x="1704192" y="4683"/>
                </a:lnTo>
                <a:lnTo>
                  <a:pt x="1709916" y="1267"/>
                </a:lnTo>
                <a:lnTo>
                  <a:pt x="1710734" y="3407"/>
                </a:lnTo>
                <a:lnTo>
                  <a:pt x="1722182" y="0"/>
                </a:lnTo>
                <a:lnTo>
                  <a:pt x="1727088" y="3517"/>
                </a:lnTo>
                <a:lnTo>
                  <a:pt x="1727906" y="1896"/>
                </a:lnTo>
                <a:lnTo>
                  <a:pt x="1730359" y="3345"/>
                </a:lnTo>
                <a:lnTo>
                  <a:pt x="1734448" y="8216"/>
                </a:lnTo>
                <a:lnTo>
                  <a:pt x="1749168" y="35431"/>
                </a:lnTo>
                <a:lnTo>
                  <a:pt x="1754074" y="116591"/>
                </a:lnTo>
                <a:lnTo>
                  <a:pt x="1765523" y="375572"/>
                </a:lnTo>
                <a:lnTo>
                  <a:pt x="1766341" y="373965"/>
                </a:lnTo>
                <a:lnTo>
                  <a:pt x="1772065" y="402907"/>
                </a:lnTo>
                <a:lnTo>
                  <a:pt x="1772883" y="400509"/>
                </a:lnTo>
                <a:lnTo>
                  <a:pt x="1773700" y="396132"/>
                </a:lnTo>
                <a:lnTo>
                  <a:pt x="1774518" y="402537"/>
                </a:lnTo>
                <a:lnTo>
                  <a:pt x="1776154" y="398489"/>
                </a:lnTo>
                <a:lnTo>
                  <a:pt x="1778607" y="414239"/>
                </a:lnTo>
                <a:lnTo>
                  <a:pt x="1779425" y="407526"/>
                </a:lnTo>
                <a:lnTo>
                  <a:pt x="1780242" y="408646"/>
                </a:lnTo>
                <a:lnTo>
                  <a:pt x="1781060" y="415557"/>
                </a:lnTo>
                <a:lnTo>
                  <a:pt x="1782696" y="413859"/>
                </a:lnTo>
                <a:lnTo>
                  <a:pt x="1783513" y="405988"/>
                </a:lnTo>
                <a:lnTo>
                  <a:pt x="1785149" y="416921"/>
                </a:lnTo>
                <a:lnTo>
                  <a:pt x="1785967" y="422861"/>
                </a:lnTo>
                <a:lnTo>
                  <a:pt x="1788420" y="419453"/>
                </a:lnTo>
                <a:lnTo>
                  <a:pt x="1790055" y="418679"/>
                </a:lnTo>
                <a:lnTo>
                  <a:pt x="1791691" y="425290"/>
                </a:lnTo>
                <a:lnTo>
                  <a:pt x="1792509" y="418341"/>
                </a:lnTo>
                <a:lnTo>
                  <a:pt x="1794144" y="426005"/>
                </a:lnTo>
                <a:lnTo>
                  <a:pt x="1803139" y="429360"/>
                </a:lnTo>
                <a:lnTo>
                  <a:pt x="1812134" y="424503"/>
                </a:lnTo>
                <a:lnTo>
                  <a:pt x="1822765" y="409317"/>
                </a:lnTo>
                <a:lnTo>
                  <a:pt x="1823583" y="409804"/>
                </a:lnTo>
                <a:lnTo>
                  <a:pt x="1828489" y="405192"/>
                </a:lnTo>
                <a:lnTo>
                  <a:pt x="1829307" y="407638"/>
                </a:lnTo>
                <a:lnTo>
                  <a:pt x="1830943" y="406779"/>
                </a:lnTo>
                <a:lnTo>
                  <a:pt x="1835849" y="403232"/>
                </a:lnTo>
                <a:lnTo>
                  <a:pt x="1838302" y="407095"/>
                </a:lnTo>
                <a:lnTo>
                  <a:pt x="1839120" y="404605"/>
                </a:lnTo>
                <a:lnTo>
                  <a:pt x="1841573" y="401339"/>
                </a:lnTo>
                <a:lnTo>
                  <a:pt x="1842391" y="402285"/>
                </a:lnTo>
                <a:lnTo>
                  <a:pt x="1844027" y="409566"/>
                </a:lnTo>
                <a:lnTo>
                  <a:pt x="1846480" y="407556"/>
                </a:lnTo>
                <a:lnTo>
                  <a:pt x="1848933" y="401449"/>
                </a:lnTo>
                <a:lnTo>
                  <a:pt x="1849751" y="402029"/>
                </a:lnTo>
                <a:lnTo>
                  <a:pt x="1854658" y="408607"/>
                </a:lnTo>
                <a:lnTo>
                  <a:pt x="1857111" y="404105"/>
                </a:lnTo>
                <a:lnTo>
                  <a:pt x="1857929" y="405710"/>
                </a:lnTo>
                <a:lnTo>
                  <a:pt x="1860382" y="410591"/>
                </a:lnTo>
                <a:lnTo>
                  <a:pt x="1861200" y="406989"/>
                </a:lnTo>
                <a:lnTo>
                  <a:pt x="1862835" y="404073"/>
                </a:lnTo>
                <a:lnTo>
                  <a:pt x="1864471" y="406045"/>
                </a:lnTo>
                <a:lnTo>
                  <a:pt x="1867742" y="408594"/>
                </a:lnTo>
                <a:lnTo>
                  <a:pt x="1871830" y="413714"/>
                </a:lnTo>
                <a:lnTo>
                  <a:pt x="1873466" y="416568"/>
                </a:lnTo>
                <a:lnTo>
                  <a:pt x="1874284" y="413943"/>
                </a:lnTo>
                <a:lnTo>
                  <a:pt x="1875919" y="410805"/>
                </a:lnTo>
                <a:lnTo>
                  <a:pt x="1876737" y="413680"/>
                </a:lnTo>
                <a:lnTo>
                  <a:pt x="1881643" y="417569"/>
                </a:lnTo>
                <a:lnTo>
                  <a:pt x="1882461" y="416239"/>
                </a:lnTo>
                <a:lnTo>
                  <a:pt x="1883279" y="415248"/>
                </a:lnTo>
                <a:lnTo>
                  <a:pt x="1884096" y="417456"/>
                </a:lnTo>
                <a:lnTo>
                  <a:pt x="1886550" y="420519"/>
                </a:lnTo>
                <a:lnTo>
                  <a:pt x="1887367" y="418703"/>
                </a:lnTo>
                <a:lnTo>
                  <a:pt x="1892274" y="419132"/>
                </a:lnTo>
                <a:lnTo>
                  <a:pt x="1895545" y="426763"/>
                </a:lnTo>
                <a:lnTo>
                  <a:pt x="1897998" y="419144"/>
                </a:lnTo>
                <a:lnTo>
                  <a:pt x="1899634" y="420421"/>
                </a:lnTo>
                <a:lnTo>
                  <a:pt x="1902087" y="422240"/>
                </a:lnTo>
                <a:lnTo>
                  <a:pt x="1905358" y="416662"/>
                </a:lnTo>
                <a:lnTo>
                  <a:pt x="1912718" y="409381"/>
                </a:lnTo>
                <a:lnTo>
                  <a:pt x="1914353" y="407808"/>
                </a:lnTo>
                <a:lnTo>
                  <a:pt x="1915171" y="411173"/>
                </a:lnTo>
                <a:lnTo>
                  <a:pt x="1915989" y="411817"/>
                </a:lnTo>
                <a:lnTo>
                  <a:pt x="1916806" y="408966"/>
                </a:lnTo>
                <a:lnTo>
                  <a:pt x="1922531" y="399407"/>
                </a:lnTo>
                <a:lnTo>
                  <a:pt x="1923348" y="399893"/>
                </a:lnTo>
                <a:lnTo>
                  <a:pt x="1924166" y="396797"/>
                </a:lnTo>
                <a:lnTo>
                  <a:pt x="1925802" y="401847"/>
                </a:lnTo>
                <a:lnTo>
                  <a:pt x="1929073" y="400189"/>
                </a:lnTo>
                <a:lnTo>
                  <a:pt x="1933162" y="404517"/>
                </a:lnTo>
                <a:lnTo>
                  <a:pt x="1930708" y="398140"/>
                </a:lnTo>
                <a:lnTo>
                  <a:pt x="1933979" y="402185"/>
                </a:lnTo>
                <a:lnTo>
                  <a:pt x="1938068" y="401244"/>
                </a:lnTo>
                <a:lnTo>
                  <a:pt x="1941339" y="404865"/>
                </a:lnTo>
                <a:lnTo>
                  <a:pt x="1942157" y="402267"/>
                </a:lnTo>
                <a:lnTo>
                  <a:pt x="1944610" y="398706"/>
                </a:lnTo>
                <a:lnTo>
                  <a:pt x="1945428" y="401247"/>
                </a:lnTo>
                <a:lnTo>
                  <a:pt x="1949517" y="407725"/>
                </a:lnTo>
                <a:lnTo>
                  <a:pt x="1954423" y="409653"/>
                </a:lnTo>
                <a:lnTo>
                  <a:pt x="1955241" y="410823"/>
                </a:lnTo>
                <a:lnTo>
                  <a:pt x="1956059" y="408157"/>
                </a:lnTo>
                <a:lnTo>
                  <a:pt x="1956876" y="407265"/>
                </a:lnTo>
                <a:lnTo>
                  <a:pt x="1958512" y="409914"/>
                </a:lnTo>
                <a:lnTo>
                  <a:pt x="1961783" y="412263"/>
                </a:lnTo>
                <a:lnTo>
                  <a:pt x="1962601" y="409672"/>
                </a:lnTo>
                <a:lnTo>
                  <a:pt x="1963418" y="406925"/>
                </a:lnTo>
                <a:lnTo>
                  <a:pt x="1964236" y="412446"/>
                </a:lnTo>
                <a:lnTo>
                  <a:pt x="1965054" y="410197"/>
                </a:lnTo>
                <a:lnTo>
                  <a:pt x="1969960" y="414486"/>
                </a:lnTo>
                <a:lnTo>
                  <a:pt x="1972413" y="413436"/>
                </a:lnTo>
                <a:lnTo>
                  <a:pt x="1974049" y="415607"/>
                </a:lnTo>
                <a:lnTo>
                  <a:pt x="1974867" y="414759"/>
                </a:lnTo>
                <a:lnTo>
                  <a:pt x="1976502" y="412726"/>
                </a:lnTo>
                <a:lnTo>
                  <a:pt x="1978138" y="417413"/>
                </a:lnTo>
                <a:lnTo>
                  <a:pt x="1979773" y="416102"/>
                </a:lnTo>
                <a:lnTo>
                  <a:pt x="1991222" y="418414"/>
                </a:lnTo>
                <a:lnTo>
                  <a:pt x="1993675" y="418650"/>
                </a:lnTo>
                <a:lnTo>
                  <a:pt x="1994493" y="421357"/>
                </a:lnTo>
                <a:lnTo>
                  <a:pt x="1996128" y="417621"/>
                </a:lnTo>
                <a:lnTo>
                  <a:pt x="1996946" y="419870"/>
                </a:lnTo>
                <a:lnTo>
                  <a:pt x="2001035" y="418056"/>
                </a:lnTo>
                <a:lnTo>
                  <a:pt x="2001852" y="419562"/>
                </a:lnTo>
                <a:lnTo>
                  <a:pt x="2005123" y="421942"/>
                </a:lnTo>
                <a:lnTo>
                  <a:pt x="2007577" y="418425"/>
                </a:lnTo>
                <a:lnTo>
                  <a:pt x="2008395" y="421285"/>
                </a:lnTo>
                <a:lnTo>
                  <a:pt x="2009212" y="421963"/>
                </a:lnTo>
                <a:lnTo>
                  <a:pt x="2010030" y="419568"/>
                </a:lnTo>
                <a:lnTo>
                  <a:pt x="2010848" y="418563"/>
                </a:lnTo>
                <a:lnTo>
                  <a:pt x="2011666" y="421330"/>
                </a:lnTo>
                <a:lnTo>
                  <a:pt x="2012483" y="422903"/>
                </a:lnTo>
                <a:lnTo>
                  <a:pt x="2013301" y="421694"/>
                </a:lnTo>
                <a:lnTo>
                  <a:pt x="2014937" y="418320"/>
                </a:lnTo>
                <a:lnTo>
                  <a:pt x="2015754" y="419944"/>
                </a:lnTo>
                <a:lnTo>
                  <a:pt x="2017390" y="423893"/>
                </a:lnTo>
                <a:lnTo>
                  <a:pt x="2018208" y="420269"/>
                </a:lnTo>
                <a:lnTo>
                  <a:pt x="2023114" y="420430"/>
                </a:lnTo>
                <a:lnTo>
                  <a:pt x="2024750" y="422983"/>
                </a:lnTo>
                <a:lnTo>
                  <a:pt x="2025567" y="419228"/>
                </a:lnTo>
                <a:lnTo>
                  <a:pt x="2026385" y="421692"/>
                </a:lnTo>
                <a:lnTo>
                  <a:pt x="2030474" y="424801"/>
                </a:lnTo>
                <a:lnTo>
                  <a:pt x="2031292" y="422886"/>
                </a:lnTo>
                <a:lnTo>
                  <a:pt x="2032927" y="419185"/>
                </a:lnTo>
                <a:lnTo>
                  <a:pt x="2034563" y="423188"/>
                </a:lnTo>
                <a:lnTo>
                  <a:pt x="2036198" y="422205"/>
                </a:lnTo>
                <a:lnTo>
                  <a:pt x="2037834" y="423754"/>
                </a:lnTo>
                <a:lnTo>
                  <a:pt x="2040287" y="422853"/>
                </a:lnTo>
                <a:lnTo>
                  <a:pt x="2041105" y="421221"/>
                </a:lnTo>
                <a:lnTo>
                  <a:pt x="2041922" y="424809"/>
                </a:lnTo>
                <a:lnTo>
                  <a:pt x="2044376" y="424976"/>
                </a:lnTo>
                <a:lnTo>
                  <a:pt x="2047647" y="421629"/>
                </a:lnTo>
                <a:lnTo>
                  <a:pt x="2049282" y="424995"/>
                </a:lnTo>
                <a:lnTo>
                  <a:pt x="2050100" y="423354"/>
                </a:lnTo>
                <a:lnTo>
                  <a:pt x="2050918" y="420952"/>
                </a:lnTo>
                <a:lnTo>
                  <a:pt x="2051735" y="424301"/>
                </a:lnTo>
                <a:lnTo>
                  <a:pt x="2055006" y="429272"/>
                </a:lnTo>
                <a:lnTo>
                  <a:pt x="2059095" y="425902"/>
                </a:lnTo>
                <a:lnTo>
                  <a:pt x="2059913" y="426849"/>
                </a:lnTo>
                <a:lnTo>
                  <a:pt x="2060730" y="433092"/>
                </a:lnTo>
                <a:lnTo>
                  <a:pt x="2062366" y="431926"/>
                </a:lnTo>
                <a:lnTo>
                  <a:pt x="2063184" y="426659"/>
                </a:lnTo>
                <a:lnTo>
                  <a:pt x="2064001" y="432491"/>
                </a:lnTo>
                <a:lnTo>
                  <a:pt x="2065637" y="429689"/>
                </a:lnTo>
                <a:lnTo>
                  <a:pt x="2066455" y="427349"/>
                </a:lnTo>
                <a:lnTo>
                  <a:pt x="2067272" y="429988"/>
                </a:lnTo>
                <a:lnTo>
                  <a:pt x="2068908" y="432343"/>
                </a:lnTo>
                <a:lnTo>
                  <a:pt x="2069726" y="427458"/>
                </a:lnTo>
                <a:lnTo>
                  <a:pt x="2071361" y="427934"/>
                </a:lnTo>
                <a:lnTo>
                  <a:pt x="2075450" y="436236"/>
                </a:lnTo>
                <a:lnTo>
                  <a:pt x="2077903" y="431072"/>
                </a:lnTo>
                <a:lnTo>
                  <a:pt x="2078721" y="431511"/>
                </a:lnTo>
                <a:lnTo>
                  <a:pt x="2079539" y="435964"/>
                </a:lnTo>
                <a:lnTo>
                  <a:pt x="2081992" y="434817"/>
                </a:lnTo>
                <a:lnTo>
                  <a:pt x="2082810" y="431789"/>
                </a:lnTo>
                <a:lnTo>
                  <a:pt x="2084445" y="435506"/>
                </a:lnTo>
                <a:lnTo>
                  <a:pt x="2085263" y="436429"/>
                </a:lnTo>
                <a:lnTo>
                  <a:pt x="2086081" y="434014"/>
                </a:lnTo>
                <a:lnTo>
                  <a:pt x="2087716" y="430968"/>
                </a:lnTo>
                <a:lnTo>
                  <a:pt x="2088534" y="431640"/>
                </a:lnTo>
                <a:lnTo>
                  <a:pt x="2089352" y="436013"/>
                </a:lnTo>
                <a:lnTo>
                  <a:pt x="2091805" y="435462"/>
                </a:lnTo>
                <a:lnTo>
                  <a:pt x="2094258" y="429510"/>
                </a:lnTo>
                <a:lnTo>
                  <a:pt x="2095076" y="431160"/>
                </a:lnTo>
                <a:lnTo>
                  <a:pt x="2095894" y="435794"/>
                </a:lnTo>
                <a:lnTo>
                  <a:pt x="2098347" y="433854"/>
                </a:lnTo>
                <a:lnTo>
                  <a:pt x="2100800" y="438114"/>
                </a:lnTo>
                <a:lnTo>
                  <a:pt x="2102436" y="433985"/>
                </a:lnTo>
                <a:lnTo>
                  <a:pt x="2103254" y="433581"/>
                </a:lnTo>
                <a:lnTo>
                  <a:pt x="2104071" y="445679"/>
                </a:lnTo>
                <a:lnTo>
                  <a:pt x="2105707" y="433306"/>
                </a:lnTo>
                <a:lnTo>
                  <a:pt x="2107342" y="438727"/>
                </a:lnTo>
                <a:lnTo>
                  <a:pt x="2108978" y="434565"/>
                </a:lnTo>
                <a:lnTo>
                  <a:pt x="2115520" y="435835"/>
                </a:lnTo>
                <a:lnTo>
                  <a:pt x="2120426" y="435188"/>
                </a:lnTo>
                <a:lnTo>
                  <a:pt x="2122880" y="436156"/>
                </a:lnTo>
                <a:lnTo>
                  <a:pt x="2123697" y="432155"/>
                </a:lnTo>
                <a:lnTo>
                  <a:pt x="2125333" y="436598"/>
                </a:lnTo>
                <a:lnTo>
                  <a:pt x="2128604" y="437941"/>
                </a:lnTo>
                <a:lnTo>
                  <a:pt x="2129422" y="436576"/>
                </a:lnTo>
                <a:lnTo>
                  <a:pt x="2130239" y="433663"/>
                </a:lnTo>
                <a:lnTo>
                  <a:pt x="2132693" y="436020"/>
                </a:lnTo>
                <a:lnTo>
                  <a:pt x="2135146" y="439113"/>
                </a:lnTo>
                <a:lnTo>
                  <a:pt x="2135964" y="434632"/>
                </a:lnTo>
                <a:lnTo>
                  <a:pt x="2137599" y="437526"/>
                </a:lnTo>
                <a:lnTo>
                  <a:pt x="2141688" y="441779"/>
                </a:lnTo>
                <a:lnTo>
                  <a:pt x="2149865" y="438294"/>
                </a:lnTo>
                <a:lnTo>
                  <a:pt x="2152318" y="442505"/>
                </a:lnTo>
                <a:lnTo>
                  <a:pt x="2154772" y="438461"/>
                </a:lnTo>
                <a:lnTo>
                  <a:pt x="2155589" y="439463"/>
                </a:lnTo>
                <a:lnTo>
                  <a:pt x="2159678" y="442828"/>
                </a:lnTo>
                <a:lnTo>
                  <a:pt x="2161314" y="438449"/>
                </a:lnTo>
                <a:lnTo>
                  <a:pt x="2162949" y="440507"/>
                </a:lnTo>
                <a:lnTo>
                  <a:pt x="2168673" y="442514"/>
                </a:lnTo>
                <a:lnTo>
                  <a:pt x="2171127" y="442954"/>
                </a:lnTo>
                <a:lnTo>
                  <a:pt x="2171944" y="441862"/>
                </a:lnTo>
                <a:lnTo>
                  <a:pt x="2172762" y="444057"/>
                </a:lnTo>
                <a:lnTo>
                  <a:pt x="2173580" y="448074"/>
                </a:lnTo>
                <a:lnTo>
                  <a:pt x="2175215" y="441214"/>
                </a:lnTo>
                <a:lnTo>
                  <a:pt x="2176851" y="438881"/>
                </a:lnTo>
                <a:lnTo>
                  <a:pt x="2177669" y="442654"/>
                </a:lnTo>
                <a:lnTo>
                  <a:pt x="2179304" y="445906"/>
                </a:lnTo>
                <a:lnTo>
                  <a:pt x="2180122" y="439656"/>
                </a:lnTo>
                <a:lnTo>
                  <a:pt x="2182575" y="442845"/>
                </a:lnTo>
                <a:lnTo>
                  <a:pt x="2183393" y="444512"/>
                </a:lnTo>
                <a:lnTo>
                  <a:pt x="2185029" y="442524"/>
                </a:lnTo>
                <a:lnTo>
                  <a:pt x="2185846" y="442035"/>
                </a:lnTo>
                <a:lnTo>
                  <a:pt x="2186664" y="444702"/>
                </a:lnTo>
                <a:lnTo>
                  <a:pt x="2187482" y="445516"/>
                </a:lnTo>
                <a:lnTo>
                  <a:pt x="2188300" y="441414"/>
                </a:lnTo>
                <a:lnTo>
                  <a:pt x="2190753" y="443279"/>
                </a:lnTo>
                <a:lnTo>
                  <a:pt x="2191571" y="445833"/>
                </a:lnTo>
                <a:lnTo>
                  <a:pt x="2193206" y="442020"/>
                </a:lnTo>
                <a:lnTo>
                  <a:pt x="2194024" y="444031"/>
                </a:lnTo>
                <a:lnTo>
                  <a:pt x="2194842" y="445384"/>
                </a:lnTo>
                <a:lnTo>
                  <a:pt x="2195659" y="440972"/>
                </a:lnTo>
                <a:lnTo>
                  <a:pt x="2205472" y="445803"/>
                </a:lnTo>
                <a:lnTo>
                  <a:pt x="2209561" y="442998"/>
                </a:lnTo>
                <a:lnTo>
                  <a:pt x="2213650" y="443429"/>
                </a:lnTo>
                <a:lnTo>
                  <a:pt x="2216921" y="441798"/>
                </a:lnTo>
                <a:lnTo>
                  <a:pt x="2216103" y="445168"/>
                </a:lnTo>
                <a:lnTo>
                  <a:pt x="2217739" y="442734"/>
                </a:lnTo>
                <a:lnTo>
                  <a:pt x="2218556" y="444960"/>
                </a:lnTo>
                <a:lnTo>
                  <a:pt x="2219374" y="441345"/>
                </a:lnTo>
                <a:lnTo>
                  <a:pt x="2220192" y="440111"/>
                </a:lnTo>
                <a:lnTo>
                  <a:pt x="2221010" y="442323"/>
                </a:lnTo>
                <a:lnTo>
                  <a:pt x="2225098" y="444778"/>
                </a:lnTo>
                <a:lnTo>
                  <a:pt x="2227551" y="436056"/>
                </a:lnTo>
                <a:lnTo>
                  <a:pt x="2230005" y="439932"/>
                </a:lnTo>
                <a:lnTo>
                  <a:pt x="2230822" y="442975"/>
                </a:lnTo>
                <a:lnTo>
                  <a:pt x="2231640" y="438538"/>
                </a:lnTo>
                <a:lnTo>
                  <a:pt x="2233276" y="441748"/>
                </a:lnTo>
                <a:lnTo>
                  <a:pt x="2234093" y="442368"/>
                </a:lnTo>
                <a:lnTo>
                  <a:pt x="2237364" y="434376"/>
                </a:lnTo>
                <a:lnTo>
                  <a:pt x="2239000" y="439553"/>
                </a:lnTo>
                <a:lnTo>
                  <a:pt x="2241453" y="438533"/>
                </a:lnTo>
                <a:lnTo>
                  <a:pt x="2245542" y="434248"/>
                </a:lnTo>
                <a:lnTo>
                  <a:pt x="2250448" y="438851"/>
                </a:lnTo>
                <a:lnTo>
                  <a:pt x="2252084" y="433882"/>
                </a:lnTo>
                <a:lnTo>
                  <a:pt x="2253719" y="435190"/>
                </a:lnTo>
                <a:lnTo>
                  <a:pt x="2256990" y="435708"/>
                </a:lnTo>
                <a:lnTo>
                  <a:pt x="2263533" y="434812"/>
                </a:lnTo>
                <a:lnTo>
                  <a:pt x="2266804" y="436844"/>
                </a:lnTo>
                <a:lnTo>
                  <a:pt x="2267621" y="434762"/>
                </a:lnTo>
                <a:lnTo>
                  <a:pt x="2268439" y="437663"/>
                </a:lnTo>
                <a:lnTo>
                  <a:pt x="2270075" y="436365"/>
                </a:lnTo>
                <a:lnTo>
                  <a:pt x="2274163" y="433604"/>
                </a:lnTo>
                <a:lnTo>
                  <a:pt x="2274981" y="432498"/>
                </a:lnTo>
                <a:lnTo>
                  <a:pt x="2275799" y="435447"/>
                </a:lnTo>
                <a:lnTo>
                  <a:pt x="2276617" y="438184"/>
                </a:lnTo>
                <a:lnTo>
                  <a:pt x="2278252" y="433044"/>
                </a:lnTo>
                <a:lnTo>
                  <a:pt x="2279070" y="436527"/>
                </a:lnTo>
                <a:lnTo>
                  <a:pt x="2283159" y="434599"/>
                </a:lnTo>
                <a:lnTo>
                  <a:pt x="2290518" y="432488"/>
                </a:lnTo>
              </a:path>
            </a:pathLst>
          </a:custGeom>
          <a:noFill/>
          <a:ln w="2208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path 84"/>
          <p:cNvSpPr/>
          <p:nvPr/>
        </p:nvSpPr>
        <p:spPr>
          <a:xfrm>
            <a:off x="3627120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85"/>
          <p:cNvSpPr/>
          <p:nvPr/>
        </p:nvSpPr>
        <p:spPr>
          <a:xfrm>
            <a:off x="6146689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path 86"/>
          <p:cNvSpPr/>
          <p:nvPr/>
        </p:nvSpPr>
        <p:spPr>
          <a:xfrm>
            <a:off x="3627120" y="4291439"/>
            <a:ext cx="2519569" cy="0"/>
          </a:xfrm>
          <a:custGeom>
            <a:avLst/>
            <a:gdLst/>
            <a:ahLst/>
            <a:cxnLst/>
            <a:rect l="l" t="t" r="r" b="b"/>
            <a:pathLst>
              <a:path w="2519569" h="0">
                <a:moveTo>
                  <a:pt x="0" y="0"/>
                </a:moveTo>
                <a:lnTo>
                  <a:pt x="2519569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path 87"/>
          <p:cNvSpPr/>
          <p:nvPr/>
        </p:nvSpPr>
        <p:spPr>
          <a:xfrm>
            <a:off x="3627120" y="3380529"/>
            <a:ext cx="2519569" cy="0"/>
          </a:xfrm>
          <a:custGeom>
            <a:avLst/>
            <a:gdLst/>
            <a:ahLst/>
            <a:cxnLst/>
            <a:rect l="l" t="t" r="r" b="b"/>
            <a:pathLst>
              <a:path w="2519569" h="0">
                <a:moveTo>
                  <a:pt x="0" y="0"/>
                </a:moveTo>
                <a:lnTo>
                  <a:pt x="2519569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379594" y="3171614"/>
            <a:ext cx="1069174" cy="2252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78" b="0" i="0">
                <a:solidFill>
                  <a:srgbClr val="3A9A94"/>
                </a:solidFill>
                <a:latin typeface="Times New Roman"/>
              </a:rPr>
              <a:t>Robot B · left</a:t>
            </a:r>
          </a:p>
        </p:txBody>
      </p:sp>
      <p:sp>
        <p:nvSpPr>
          <p:cNvPr id="122" name="Editable path 88"/>
          <p:cNvSpPr/>
          <p:nvPr/>
        </p:nvSpPr>
        <p:spPr>
          <a:xfrm>
            <a:off x="6902560" y="3380529"/>
            <a:ext cx="2519570" cy="910910"/>
          </a:xfrm>
          <a:custGeom>
            <a:avLst/>
            <a:gdLst/>
            <a:ahLst/>
            <a:cxnLst/>
            <a:rect l="l" t="t" r="r" b="b"/>
            <a:pathLst>
              <a:path w="2519570" h="910910">
                <a:moveTo>
                  <a:pt x="0" y="0"/>
                </a:moveTo>
                <a:lnTo>
                  <a:pt x="2519570" y="0"/>
                </a:lnTo>
                <a:lnTo>
                  <a:pt x="2519570" y="910910"/>
                </a:lnTo>
                <a:lnTo>
                  <a:pt x="0" y="910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path 89"/>
          <p:cNvSpPr/>
          <p:nvPr/>
        </p:nvSpPr>
        <p:spPr>
          <a:xfrm>
            <a:off x="7017086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90"/>
          <p:cNvSpPr/>
          <p:nvPr/>
        </p:nvSpPr>
        <p:spPr>
          <a:xfrm>
            <a:off x="7017086" y="4291439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975672" y="4393085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26" name="Editable path 91"/>
          <p:cNvSpPr/>
          <p:nvPr/>
        </p:nvSpPr>
        <p:spPr>
          <a:xfrm>
            <a:off x="7834836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path 92"/>
          <p:cNvSpPr/>
          <p:nvPr/>
        </p:nvSpPr>
        <p:spPr>
          <a:xfrm>
            <a:off x="7834836" y="4291439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752009" y="4393085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29" name="Editable path 93"/>
          <p:cNvSpPr/>
          <p:nvPr/>
        </p:nvSpPr>
        <p:spPr>
          <a:xfrm>
            <a:off x="8652586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94"/>
          <p:cNvSpPr/>
          <p:nvPr/>
        </p:nvSpPr>
        <p:spPr>
          <a:xfrm>
            <a:off x="8652586" y="4291439"/>
            <a:ext cx="0" cy="96630"/>
          </a:xfrm>
          <a:custGeom>
            <a:avLst/>
            <a:gdLst/>
            <a:ahLst/>
            <a:cxnLst/>
            <a:rect l="l" t="t" r="r" b="b"/>
            <a:pathLst>
              <a:path w="0" h="96630">
                <a:moveTo>
                  <a:pt x="0" y="0"/>
                </a:moveTo>
                <a:lnTo>
                  <a:pt x="0" y="9663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569759" y="4393085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32" name="Editable path 95"/>
          <p:cNvSpPr/>
          <p:nvPr/>
        </p:nvSpPr>
        <p:spPr>
          <a:xfrm>
            <a:off x="6902560" y="4114980"/>
            <a:ext cx="2519570" cy="0"/>
          </a:xfrm>
          <a:custGeom>
            <a:avLst/>
            <a:gdLst/>
            <a:ahLst/>
            <a:cxnLst/>
            <a:rect l="l" t="t" r="r" b="b"/>
            <a:pathLst>
              <a:path w="2519570" h="0">
                <a:moveTo>
                  <a:pt x="0" y="0"/>
                </a:moveTo>
                <a:lnTo>
                  <a:pt x="251957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path 96"/>
          <p:cNvSpPr/>
          <p:nvPr/>
        </p:nvSpPr>
        <p:spPr>
          <a:xfrm>
            <a:off x="6805930" y="4114980"/>
            <a:ext cx="96630" cy="0"/>
          </a:xfrm>
          <a:custGeom>
            <a:avLst/>
            <a:gdLst/>
            <a:ahLst/>
            <a:cxnLst/>
            <a:rect l="l" t="t" r="r" b="b"/>
            <a:pathLst>
              <a:path w="96630" h="0">
                <a:moveTo>
                  <a:pt x="9663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16388" y="4035876"/>
            <a:ext cx="403363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−250</a:t>
            </a:r>
          </a:p>
        </p:txBody>
      </p:sp>
      <p:sp>
        <p:nvSpPr>
          <p:cNvPr id="135" name="Editable path 97"/>
          <p:cNvSpPr/>
          <p:nvPr/>
        </p:nvSpPr>
        <p:spPr>
          <a:xfrm>
            <a:off x="6902560" y="3616762"/>
            <a:ext cx="2519570" cy="0"/>
          </a:xfrm>
          <a:custGeom>
            <a:avLst/>
            <a:gdLst/>
            <a:ahLst/>
            <a:cxnLst/>
            <a:rect l="l" t="t" r="r" b="b"/>
            <a:pathLst>
              <a:path w="2519570" h="0">
                <a:moveTo>
                  <a:pt x="0" y="0"/>
                </a:moveTo>
                <a:lnTo>
                  <a:pt x="251957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path 98"/>
          <p:cNvSpPr/>
          <p:nvPr/>
        </p:nvSpPr>
        <p:spPr>
          <a:xfrm>
            <a:off x="6805930" y="3616762"/>
            <a:ext cx="96630" cy="0"/>
          </a:xfrm>
          <a:custGeom>
            <a:avLst/>
            <a:gdLst/>
            <a:ahLst/>
            <a:cxnLst/>
            <a:rect l="l" t="t" r="r" b="b"/>
            <a:pathLst>
              <a:path w="96630" h="0">
                <a:moveTo>
                  <a:pt x="9663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695494" y="3537658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38" name="Editable path 99"/>
          <p:cNvSpPr/>
          <p:nvPr/>
        </p:nvSpPr>
        <p:spPr>
          <a:xfrm>
            <a:off x="7017086" y="3516319"/>
            <a:ext cx="2290518" cy="733715"/>
          </a:xfrm>
          <a:custGeom>
            <a:avLst/>
            <a:gdLst/>
            <a:ahLst/>
            <a:cxnLst/>
            <a:rect l="l" t="t" r="r" b="b"/>
            <a:pathLst>
              <a:path w="2290518" h="733715">
                <a:moveTo>
                  <a:pt x="0" y="100704"/>
                </a:moveTo>
                <a:lnTo>
                  <a:pt x="3271" y="99625"/>
                </a:lnTo>
                <a:lnTo>
                  <a:pt x="23715" y="93494"/>
                </a:lnTo>
                <a:lnTo>
                  <a:pt x="28621" y="98941"/>
                </a:lnTo>
                <a:lnTo>
                  <a:pt x="31892" y="93741"/>
                </a:lnTo>
                <a:lnTo>
                  <a:pt x="32710" y="95616"/>
                </a:lnTo>
                <a:lnTo>
                  <a:pt x="35163" y="93437"/>
                </a:lnTo>
                <a:lnTo>
                  <a:pt x="37616" y="99669"/>
                </a:lnTo>
                <a:lnTo>
                  <a:pt x="38434" y="95271"/>
                </a:lnTo>
                <a:lnTo>
                  <a:pt x="39252" y="89331"/>
                </a:lnTo>
                <a:lnTo>
                  <a:pt x="40888" y="98825"/>
                </a:lnTo>
                <a:lnTo>
                  <a:pt x="41705" y="97962"/>
                </a:lnTo>
                <a:lnTo>
                  <a:pt x="43341" y="87515"/>
                </a:lnTo>
                <a:lnTo>
                  <a:pt x="44976" y="90582"/>
                </a:lnTo>
                <a:lnTo>
                  <a:pt x="45794" y="92736"/>
                </a:lnTo>
                <a:lnTo>
                  <a:pt x="47430" y="88736"/>
                </a:lnTo>
                <a:lnTo>
                  <a:pt x="51518" y="92301"/>
                </a:lnTo>
                <a:lnTo>
                  <a:pt x="52336" y="89640"/>
                </a:lnTo>
                <a:lnTo>
                  <a:pt x="54789" y="88690"/>
                </a:lnTo>
                <a:lnTo>
                  <a:pt x="57242" y="91342"/>
                </a:lnTo>
                <a:lnTo>
                  <a:pt x="56425" y="85778"/>
                </a:lnTo>
                <a:lnTo>
                  <a:pt x="58060" y="90471"/>
                </a:lnTo>
                <a:lnTo>
                  <a:pt x="58878" y="87153"/>
                </a:lnTo>
                <a:lnTo>
                  <a:pt x="61331" y="88336"/>
                </a:lnTo>
                <a:lnTo>
                  <a:pt x="62149" y="95358"/>
                </a:lnTo>
                <a:lnTo>
                  <a:pt x="63784" y="89976"/>
                </a:lnTo>
                <a:lnTo>
                  <a:pt x="65420" y="89257"/>
                </a:lnTo>
                <a:lnTo>
                  <a:pt x="67056" y="82392"/>
                </a:lnTo>
                <a:lnTo>
                  <a:pt x="68691" y="86457"/>
                </a:lnTo>
                <a:lnTo>
                  <a:pt x="70326" y="88906"/>
                </a:lnTo>
                <a:lnTo>
                  <a:pt x="71144" y="90209"/>
                </a:lnTo>
                <a:lnTo>
                  <a:pt x="71962" y="88282"/>
                </a:lnTo>
                <a:lnTo>
                  <a:pt x="76051" y="80117"/>
                </a:lnTo>
                <a:lnTo>
                  <a:pt x="77686" y="83124"/>
                </a:lnTo>
                <a:lnTo>
                  <a:pt x="79322" y="85074"/>
                </a:lnTo>
                <a:lnTo>
                  <a:pt x="80139" y="83690"/>
                </a:lnTo>
                <a:lnTo>
                  <a:pt x="83410" y="80303"/>
                </a:lnTo>
                <a:lnTo>
                  <a:pt x="85046" y="81307"/>
                </a:lnTo>
                <a:lnTo>
                  <a:pt x="85864" y="80251"/>
                </a:lnTo>
                <a:lnTo>
                  <a:pt x="88317" y="88758"/>
                </a:lnTo>
                <a:lnTo>
                  <a:pt x="89135" y="83845"/>
                </a:lnTo>
                <a:lnTo>
                  <a:pt x="89952" y="84411"/>
                </a:lnTo>
                <a:lnTo>
                  <a:pt x="91588" y="75872"/>
                </a:lnTo>
                <a:lnTo>
                  <a:pt x="92406" y="78575"/>
                </a:lnTo>
                <a:lnTo>
                  <a:pt x="95677" y="89422"/>
                </a:lnTo>
                <a:lnTo>
                  <a:pt x="96494" y="87870"/>
                </a:lnTo>
                <a:lnTo>
                  <a:pt x="98130" y="80164"/>
                </a:lnTo>
                <a:lnTo>
                  <a:pt x="98948" y="84458"/>
                </a:lnTo>
                <a:lnTo>
                  <a:pt x="105490" y="93066"/>
                </a:lnTo>
                <a:lnTo>
                  <a:pt x="107125" y="73364"/>
                </a:lnTo>
                <a:lnTo>
                  <a:pt x="109579" y="80061"/>
                </a:lnTo>
                <a:lnTo>
                  <a:pt x="115302" y="90798"/>
                </a:lnTo>
                <a:lnTo>
                  <a:pt x="116121" y="88907"/>
                </a:lnTo>
                <a:lnTo>
                  <a:pt x="120209" y="79525"/>
                </a:lnTo>
                <a:lnTo>
                  <a:pt x="121844" y="74468"/>
                </a:lnTo>
                <a:lnTo>
                  <a:pt x="122663" y="78020"/>
                </a:lnTo>
                <a:lnTo>
                  <a:pt x="125116" y="87902"/>
                </a:lnTo>
                <a:lnTo>
                  <a:pt x="125933" y="85072"/>
                </a:lnTo>
                <a:lnTo>
                  <a:pt x="127569" y="87313"/>
                </a:lnTo>
                <a:lnTo>
                  <a:pt x="129205" y="80018"/>
                </a:lnTo>
                <a:lnTo>
                  <a:pt x="132475" y="90675"/>
                </a:lnTo>
                <a:lnTo>
                  <a:pt x="133293" y="88392"/>
                </a:lnTo>
                <a:lnTo>
                  <a:pt x="134929" y="75406"/>
                </a:lnTo>
                <a:lnTo>
                  <a:pt x="136564" y="83561"/>
                </a:lnTo>
                <a:lnTo>
                  <a:pt x="140653" y="81160"/>
                </a:lnTo>
                <a:lnTo>
                  <a:pt x="142289" y="85141"/>
                </a:lnTo>
                <a:lnTo>
                  <a:pt x="143924" y="83095"/>
                </a:lnTo>
                <a:lnTo>
                  <a:pt x="148013" y="80782"/>
                </a:lnTo>
                <a:lnTo>
                  <a:pt x="149648" y="91907"/>
                </a:lnTo>
                <a:lnTo>
                  <a:pt x="151284" y="85911"/>
                </a:lnTo>
                <a:lnTo>
                  <a:pt x="152101" y="81452"/>
                </a:lnTo>
                <a:lnTo>
                  <a:pt x="153737" y="81902"/>
                </a:lnTo>
                <a:lnTo>
                  <a:pt x="157826" y="90118"/>
                </a:lnTo>
                <a:lnTo>
                  <a:pt x="158643" y="86335"/>
                </a:lnTo>
                <a:lnTo>
                  <a:pt x="160279" y="90519"/>
                </a:lnTo>
                <a:lnTo>
                  <a:pt x="161097" y="94670"/>
                </a:lnTo>
                <a:lnTo>
                  <a:pt x="162732" y="87563"/>
                </a:lnTo>
                <a:lnTo>
                  <a:pt x="166821" y="82463"/>
                </a:lnTo>
                <a:lnTo>
                  <a:pt x="168456" y="88928"/>
                </a:lnTo>
                <a:lnTo>
                  <a:pt x="170092" y="85481"/>
                </a:lnTo>
                <a:lnTo>
                  <a:pt x="173363" y="84146"/>
                </a:lnTo>
                <a:lnTo>
                  <a:pt x="174181" y="82646"/>
                </a:lnTo>
                <a:lnTo>
                  <a:pt x="174998" y="83671"/>
                </a:lnTo>
                <a:lnTo>
                  <a:pt x="178269" y="92114"/>
                </a:lnTo>
                <a:lnTo>
                  <a:pt x="182358" y="86193"/>
                </a:lnTo>
                <a:lnTo>
                  <a:pt x="183176" y="79555"/>
                </a:lnTo>
                <a:lnTo>
                  <a:pt x="184812" y="88775"/>
                </a:lnTo>
                <a:lnTo>
                  <a:pt x="185629" y="89116"/>
                </a:lnTo>
                <a:lnTo>
                  <a:pt x="186447" y="93811"/>
                </a:lnTo>
                <a:lnTo>
                  <a:pt x="187265" y="88453"/>
                </a:lnTo>
                <a:lnTo>
                  <a:pt x="188082" y="81763"/>
                </a:lnTo>
                <a:lnTo>
                  <a:pt x="190536" y="83521"/>
                </a:lnTo>
                <a:lnTo>
                  <a:pt x="195442" y="81470"/>
                </a:lnTo>
                <a:lnTo>
                  <a:pt x="198713" y="83389"/>
                </a:lnTo>
                <a:lnTo>
                  <a:pt x="199531" y="79931"/>
                </a:lnTo>
                <a:lnTo>
                  <a:pt x="201166" y="82182"/>
                </a:lnTo>
                <a:lnTo>
                  <a:pt x="203619" y="89843"/>
                </a:lnTo>
                <a:lnTo>
                  <a:pt x="204438" y="89309"/>
                </a:lnTo>
                <a:lnTo>
                  <a:pt x="208526" y="80111"/>
                </a:lnTo>
                <a:lnTo>
                  <a:pt x="210980" y="91196"/>
                </a:lnTo>
                <a:lnTo>
                  <a:pt x="212615" y="82537"/>
                </a:lnTo>
                <a:lnTo>
                  <a:pt x="215068" y="73589"/>
                </a:lnTo>
                <a:lnTo>
                  <a:pt x="215886" y="74647"/>
                </a:lnTo>
                <a:lnTo>
                  <a:pt x="218339" y="87924"/>
                </a:lnTo>
                <a:lnTo>
                  <a:pt x="219975" y="84817"/>
                </a:lnTo>
                <a:lnTo>
                  <a:pt x="222428" y="80168"/>
                </a:lnTo>
                <a:lnTo>
                  <a:pt x="223246" y="85883"/>
                </a:lnTo>
                <a:lnTo>
                  <a:pt x="224881" y="77894"/>
                </a:lnTo>
                <a:lnTo>
                  <a:pt x="229788" y="87608"/>
                </a:lnTo>
                <a:lnTo>
                  <a:pt x="230606" y="87246"/>
                </a:lnTo>
                <a:lnTo>
                  <a:pt x="233059" y="79275"/>
                </a:lnTo>
                <a:lnTo>
                  <a:pt x="235512" y="81520"/>
                </a:lnTo>
                <a:lnTo>
                  <a:pt x="237148" y="93017"/>
                </a:lnTo>
                <a:lnTo>
                  <a:pt x="238783" y="86207"/>
                </a:lnTo>
                <a:lnTo>
                  <a:pt x="241236" y="70613"/>
                </a:lnTo>
                <a:lnTo>
                  <a:pt x="242054" y="75539"/>
                </a:lnTo>
                <a:lnTo>
                  <a:pt x="243689" y="84503"/>
                </a:lnTo>
                <a:lnTo>
                  <a:pt x="245325" y="78871"/>
                </a:lnTo>
                <a:lnTo>
                  <a:pt x="246143" y="78543"/>
                </a:lnTo>
                <a:lnTo>
                  <a:pt x="246960" y="82711"/>
                </a:lnTo>
                <a:lnTo>
                  <a:pt x="248596" y="78339"/>
                </a:lnTo>
                <a:lnTo>
                  <a:pt x="253502" y="80682"/>
                </a:lnTo>
                <a:lnTo>
                  <a:pt x="259227" y="53598"/>
                </a:lnTo>
                <a:lnTo>
                  <a:pt x="260044" y="66508"/>
                </a:lnTo>
                <a:lnTo>
                  <a:pt x="264133" y="76991"/>
                </a:lnTo>
                <a:lnTo>
                  <a:pt x="271493" y="50513"/>
                </a:lnTo>
                <a:lnTo>
                  <a:pt x="273129" y="68260"/>
                </a:lnTo>
                <a:lnTo>
                  <a:pt x="274764" y="61889"/>
                </a:lnTo>
                <a:lnTo>
                  <a:pt x="275582" y="56565"/>
                </a:lnTo>
                <a:lnTo>
                  <a:pt x="276399" y="63506"/>
                </a:lnTo>
                <a:lnTo>
                  <a:pt x="277217" y="66839"/>
                </a:lnTo>
                <a:lnTo>
                  <a:pt x="278035" y="61735"/>
                </a:lnTo>
                <a:lnTo>
                  <a:pt x="278853" y="59797"/>
                </a:lnTo>
                <a:lnTo>
                  <a:pt x="279671" y="62297"/>
                </a:lnTo>
                <a:lnTo>
                  <a:pt x="281306" y="68372"/>
                </a:lnTo>
                <a:lnTo>
                  <a:pt x="282941" y="63984"/>
                </a:lnTo>
                <a:lnTo>
                  <a:pt x="285395" y="60108"/>
                </a:lnTo>
                <a:lnTo>
                  <a:pt x="286213" y="62762"/>
                </a:lnTo>
                <a:lnTo>
                  <a:pt x="287030" y="65225"/>
                </a:lnTo>
                <a:lnTo>
                  <a:pt x="287848" y="59375"/>
                </a:lnTo>
                <a:lnTo>
                  <a:pt x="288666" y="54819"/>
                </a:lnTo>
                <a:lnTo>
                  <a:pt x="290301" y="58836"/>
                </a:lnTo>
                <a:lnTo>
                  <a:pt x="291119" y="59270"/>
                </a:lnTo>
                <a:lnTo>
                  <a:pt x="296025" y="50138"/>
                </a:lnTo>
                <a:lnTo>
                  <a:pt x="297661" y="55263"/>
                </a:lnTo>
                <a:lnTo>
                  <a:pt x="298479" y="50381"/>
                </a:lnTo>
                <a:lnTo>
                  <a:pt x="300932" y="42722"/>
                </a:lnTo>
                <a:lnTo>
                  <a:pt x="303385" y="43814"/>
                </a:lnTo>
                <a:lnTo>
                  <a:pt x="304203" y="47457"/>
                </a:lnTo>
                <a:lnTo>
                  <a:pt x="305839" y="40833"/>
                </a:lnTo>
                <a:lnTo>
                  <a:pt x="306656" y="37532"/>
                </a:lnTo>
                <a:lnTo>
                  <a:pt x="308292" y="38434"/>
                </a:lnTo>
                <a:lnTo>
                  <a:pt x="311563" y="45890"/>
                </a:lnTo>
                <a:lnTo>
                  <a:pt x="312381" y="44781"/>
                </a:lnTo>
                <a:lnTo>
                  <a:pt x="314834" y="42067"/>
                </a:lnTo>
                <a:lnTo>
                  <a:pt x="315651" y="43366"/>
                </a:lnTo>
                <a:lnTo>
                  <a:pt x="316469" y="46800"/>
                </a:lnTo>
                <a:lnTo>
                  <a:pt x="318923" y="43873"/>
                </a:lnTo>
                <a:lnTo>
                  <a:pt x="319740" y="41039"/>
                </a:lnTo>
                <a:lnTo>
                  <a:pt x="322193" y="43061"/>
                </a:lnTo>
                <a:lnTo>
                  <a:pt x="327100" y="44065"/>
                </a:lnTo>
                <a:lnTo>
                  <a:pt x="331189" y="49172"/>
                </a:lnTo>
                <a:lnTo>
                  <a:pt x="332824" y="48687"/>
                </a:lnTo>
                <a:lnTo>
                  <a:pt x="333642" y="50269"/>
                </a:lnTo>
                <a:lnTo>
                  <a:pt x="335277" y="48491"/>
                </a:lnTo>
                <a:lnTo>
                  <a:pt x="336095" y="43963"/>
                </a:lnTo>
                <a:lnTo>
                  <a:pt x="337731" y="47193"/>
                </a:lnTo>
                <a:lnTo>
                  <a:pt x="341002" y="48949"/>
                </a:lnTo>
                <a:lnTo>
                  <a:pt x="341819" y="47402"/>
                </a:lnTo>
                <a:lnTo>
                  <a:pt x="343455" y="41306"/>
                </a:lnTo>
                <a:lnTo>
                  <a:pt x="345090" y="45301"/>
                </a:lnTo>
                <a:lnTo>
                  <a:pt x="345908" y="50224"/>
                </a:lnTo>
                <a:lnTo>
                  <a:pt x="347544" y="43967"/>
                </a:lnTo>
                <a:lnTo>
                  <a:pt x="348361" y="43562"/>
                </a:lnTo>
                <a:lnTo>
                  <a:pt x="349179" y="39623"/>
                </a:lnTo>
                <a:lnTo>
                  <a:pt x="350815" y="41864"/>
                </a:lnTo>
                <a:lnTo>
                  <a:pt x="352450" y="51281"/>
                </a:lnTo>
                <a:lnTo>
                  <a:pt x="354086" y="43176"/>
                </a:lnTo>
                <a:lnTo>
                  <a:pt x="358174" y="49568"/>
                </a:lnTo>
                <a:lnTo>
                  <a:pt x="355721" y="41363"/>
                </a:lnTo>
                <a:lnTo>
                  <a:pt x="358992" y="45876"/>
                </a:lnTo>
                <a:lnTo>
                  <a:pt x="361446" y="39231"/>
                </a:lnTo>
                <a:lnTo>
                  <a:pt x="363081" y="45533"/>
                </a:lnTo>
                <a:lnTo>
                  <a:pt x="363899" y="49726"/>
                </a:lnTo>
                <a:lnTo>
                  <a:pt x="365534" y="42641"/>
                </a:lnTo>
                <a:lnTo>
                  <a:pt x="367169" y="38034"/>
                </a:lnTo>
                <a:lnTo>
                  <a:pt x="367988" y="28090"/>
                </a:lnTo>
                <a:lnTo>
                  <a:pt x="370441" y="35588"/>
                </a:lnTo>
                <a:lnTo>
                  <a:pt x="373712" y="40783"/>
                </a:lnTo>
                <a:lnTo>
                  <a:pt x="374530" y="40443"/>
                </a:lnTo>
                <a:lnTo>
                  <a:pt x="376165" y="33892"/>
                </a:lnTo>
                <a:lnTo>
                  <a:pt x="377800" y="38064"/>
                </a:lnTo>
                <a:lnTo>
                  <a:pt x="378618" y="38383"/>
                </a:lnTo>
                <a:lnTo>
                  <a:pt x="380254" y="31252"/>
                </a:lnTo>
                <a:lnTo>
                  <a:pt x="381889" y="35692"/>
                </a:lnTo>
                <a:lnTo>
                  <a:pt x="387614" y="37930"/>
                </a:lnTo>
                <a:lnTo>
                  <a:pt x="390067" y="36964"/>
                </a:lnTo>
                <a:lnTo>
                  <a:pt x="390884" y="37895"/>
                </a:lnTo>
                <a:lnTo>
                  <a:pt x="391702" y="37525"/>
                </a:lnTo>
                <a:lnTo>
                  <a:pt x="392520" y="33589"/>
                </a:lnTo>
                <a:lnTo>
                  <a:pt x="394156" y="36715"/>
                </a:lnTo>
                <a:lnTo>
                  <a:pt x="400698" y="36653"/>
                </a:lnTo>
                <a:lnTo>
                  <a:pt x="401515" y="31891"/>
                </a:lnTo>
                <a:lnTo>
                  <a:pt x="402333" y="36835"/>
                </a:lnTo>
                <a:lnTo>
                  <a:pt x="406422" y="45528"/>
                </a:lnTo>
                <a:lnTo>
                  <a:pt x="407240" y="45855"/>
                </a:lnTo>
                <a:lnTo>
                  <a:pt x="408057" y="40620"/>
                </a:lnTo>
                <a:lnTo>
                  <a:pt x="410510" y="43471"/>
                </a:lnTo>
                <a:lnTo>
                  <a:pt x="411328" y="45820"/>
                </a:lnTo>
                <a:lnTo>
                  <a:pt x="412146" y="43850"/>
                </a:lnTo>
                <a:lnTo>
                  <a:pt x="412964" y="37848"/>
                </a:lnTo>
                <a:lnTo>
                  <a:pt x="414599" y="42240"/>
                </a:lnTo>
                <a:lnTo>
                  <a:pt x="415417" y="44150"/>
                </a:lnTo>
                <a:lnTo>
                  <a:pt x="416235" y="42719"/>
                </a:lnTo>
                <a:lnTo>
                  <a:pt x="418688" y="38356"/>
                </a:lnTo>
                <a:lnTo>
                  <a:pt x="419506" y="42437"/>
                </a:lnTo>
                <a:lnTo>
                  <a:pt x="421141" y="40728"/>
                </a:lnTo>
                <a:lnTo>
                  <a:pt x="421959" y="38209"/>
                </a:lnTo>
                <a:lnTo>
                  <a:pt x="423594" y="42599"/>
                </a:lnTo>
                <a:lnTo>
                  <a:pt x="426865" y="48502"/>
                </a:lnTo>
                <a:lnTo>
                  <a:pt x="428501" y="47308"/>
                </a:lnTo>
                <a:lnTo>
                  <a:pt x="430954" y="42973"/>
                </a:lnTo>
                <a:lnTo>
                  <a:pt x="431772" y="43518"/>
                </a:lnTo>
                <a:lnTo>
                  <a:pt x="432590" y="45997"/>
                </a:lnTo>
                <a:lnTo>
                  <a:pt x="434225" y="42607"/>
                </a:lnTo>
                <a:lnTo>
                  <a:pt x="435043" y="43271"/>
                </a:lnTo>
                <a:lnTo>
                  <a:pt x="435861" y="48149"/>
                </a:lnTo>
                <a:lnTo>
                  <a:pt x="437496" y="41842"/>
                </a:lnTo>
                <a:lnTo>
                  <a:pt x="441585" y="48224"/>
                </a:lnTo>
                <a:lnTo>
                  <a:pt x="442403" y="43871"/>
                </a:lnTo>
                <a:lnTo>
                  <a:pt x="444038" y="46351"/>
                </a:lnTo>
                <a:lnTo>
                  <a:pt x="444856" y="48440"/>
                </a:lnTo>
                <a:lnTo>
                  <a:pt x="445674" y="44542"/>
                </a:lnTo>
                <a:lnTo>
                  <a:pt x="446491" y="42115"/>
                </a:lnTo>
                <a:lnTo>
                  <a:pt x="448127" y="43359"/>
                </a:lnTo>
                <a:lnTo>
                  <a:pt x="452216" y="50376"/>
                </a:lnTo>
                <a:lnTo>
                  <a:pt x="453033" y="49218"/>
                </a:lnTo>
                <a:lnTo>
                  <a:pt x="460393" y="46115"/>
                </a:lnTo>
                <a:lnTo>
                  <a:pt x="462029" y="50411"/>
                </a:lnTo>
                <a:lnTo>
                  <a:pt x="463664" y="47484"/>
                </a:lnTo>
                <a:lnTo>
                  <a:pt x="464482" y="49044"/>
                </a:lnTo>
                <a:lnTo>
                  <a:pt x="465300" y="46179"/>
                </a:lnTo>
                <a:lnTo>
                  <a:pt x="466117" y="48161"/>
                </a:lnTo>
                <a:lnTo>
                  <a:pt x="466935" y="45546"/>
                </a:lnTo>
                <a:lnTo>
                  <a:pt x="468571" y="50245"/>
                </a:lnTo>
                <a:lnTo>
                  <a:pt x="469389" y="48378"/>
                </a:lnTo>
                <a:lnTo>
                  <a:pt x="470206" y="49363"/>
                </a:lnTo>
                <a:lnTo>
                  <a:pt x="474295" y="58008"/>
                </a:lnTo>
                <a:lnTo>
                  <a:pt x="475113" y="58910"/>
                </a:lnTo>
                <a:lnTo>
                  <a:pt x="475931" y="56982"/>
                </a:lnTo>
                <a:lnTo>
                  <a:pt x="478384" y="54359"/>
                </a:lnTo>
                <a:lnTo>
                  <a:pt x="479201" y="56271"/>
                </a:lnTo>
                <a:lnTo>
                  <a:pt x="480837" y="60006"/>
                </a:lnTo>
                <a:lnTo>
                  <a:pt x="482473" y="57944"/>
                </a:lnTo>
                <a:lnTo>
                  <a:pt x="486561" y="53221"/>
                </a:lnTo>
                <a:lnTo>
                  <a:pt x="487379" y="54130"/>
                </a:lnTo>
                <a:lnTo>
                  <a:pt x="489015" y="57487"/>
                </a:lnTo>
                <a:lnTo>
                  <a:pt x="490650" y="55092"/>
                </a:lnTo>
                <a:lnTo>
                  <a:pt x="493103" y="59144"/>
                </a:lnTo>
                <a:lnTo>
                  <a:pt x="493921" y="52220"/>
                </a:lnTo>
                <a:lnTo>
                  <a:pt x="496374" y="55608"/>
                </a:lnTo>
                <a:lnTo>
                  <a:pt x="497192" y="54205"/>
                </a:lnTo>
                <a:lnTo>
                  <a:pt x="498010" y="56685"/>
                </a:lnTo>
                <a:lnTo>
                  <a:pt x="501281" y="64484"/>
                </a:lnTo>
                <a:lnTo>
                  <a:pt x="499645" y="52953"/>
                </a:lnTo>
                <a:lnTo>
                  <a:pt x="502098" y="63026"/>
                </a:lnTo>
                <a:lnTo>
                  <a:pt x="503734" y="58384"/>
                </a:lnTo>
                <a:lnTo>
                  <a:pt x="504552" y="59837"/>
                </a:lnTo>
                <a:lnTo>
                  <a:pt x="506187" y="66680"/>
                </a:lnTo>
                <a:lnTo>
                  <a:pt x="507005" y="62288"/>
                </a:lnTo>
                <a:lnTo>
                  <a:pt x="509458" y="55484"/>
                </a:lnTo>
                <a:lnTo>
                  <a:pt x="513547" y="71991"/>
                </a:lnTo>
                <a:lnTo>
                  <a:pt x="516818" y="69852"/>
                </a:lnTo>
                <a:lnTo>
                  <a:pt x="519271" y="61304"/>
                </a:lnTo>
                <a:lnTo>
                  <a:pt x="520089" y="62715"/>
                </a:lnTo>
                <a:lnTo>
                  <a:pt x="524996" y="66350"/>
                </a:lnTo>
                <a:lnTo>
                  <a:pt x="525813" y="71068"/>
                </a:lnTo>
                <a:lnTo>
                  <a:pt x="527449" y="68520"/>
                </a:lnTo>
                <a:lnTo>
                  <a:pt x="529902" y="64175"/>
                </a:lnTo>
                <a:lnTo>
                  <a:pt x="530720" y="65543"/>
                </a:lnTo>
                <a:lnTo>
                  <a:pt x="531538" y="72168"/>
                </a:lnTo>
                <a:lnTo>
                  <a:pt x="533173" y="65066"/>
                </a:lnTo>
                <a:lnTo>
                  <a:pt x="536444" y="60434"/>
                </a:lnTo>
                <a:lnTo>
                  <a:pt x="537262" y="61587"/>
                </a:lnTo>
                <a:lnTo>
                  <a:pt x="538080" y="70952"/>
                </a:lnTo>
                <a:lnTo>
                  <a:pt x="540533" y="63835"/>
                </a:lnTo>
                <a:lnTo>
                  <a:pt x="541350" y="61598"/>
                </a:lnTo>
                <a:lnTo>
                  <a:pt x="542168" y="62889"/>
                </a:lnTo>
                <a:lnTo>
                  <a:pt x="544622" y="70701"/>
                </a:lnTo>
                <a:lnTo>
                  <a:pt x="545439" y="70195"/>
                </a:lnTo>
                <a:lnTo>
                  <a:pt x="546257" y="64903"/>
                </a:lnTo>
                <a:lnTo>
                  <a:pt x="548710" y="65355"/>
                </a:lnTo>
                <a:lnTo>
                  <a:pt x="549528" y="71302"/>
                </a:lnTo>
                <a:lnTo>
                  <a:pt x="550346" y="64785"/>
                </a:lnTo>
                <a:lnTo>
                  <a:pt x="551164" y="65411"/>
                </a:lnTo>
                <a:lnTo>
                  <a:pt x="556070" y="58674"/>
                </a:lnTo>
                <a:lnTo>
                  <a:pt x="558523" y="56840"/>
                </a:lnTo>
                <a:lnTo>
                  <a:pt x="560159" y="69110"/>
                </a:lnTo>
                <a:lnTo>
                  <a:pt x="561794" y="66357"/>
                </a:lnTo>
                <a:lnTo>
                  <a:pt x="567518" y="56659"/>
                </a:lnTo>
                <a:lnTo>
                  <a:pt x="568336" y="56087"/>
                </a:lnTo>
                <a:lnTo>
                  <a:pt x="569972" y="58555"/>
                </a:lnTo>
                <a:lnTo>
                  <a:pt x="574878" y="70985"/>
                </a:lnTo>
                <a:lnTo>
                  <a:pt x="576514" y="69895"/>
                </a:lnTo>
                <a:lnTo>
                  <a:pt x="577332" y="70186"/>
                </a:lnTo>
                <a:lnTo>
                  <a:pt x="580602" y="66020"/>
                </a:lnTo>
                <a:lnTo>
                  <a:pt x="581420" y="70202"/>
                </a:lnTo>
                <a:lnTo>
                  <a:pt x="583056" y="66705"/>
                </a:lnTo>
                <a:lnTo>
                  <a:pt x="591233" y="57404"/>
                </a:lnTo>
                <a:lnTo>
                  <a:pt x="592869" y="67192"/>
                </a:lnTo>
                <a:lnTo>
                  <a:pt x="596140" y="64391"/>
                </a:lnTo>
                <a:lnTo>
                  <a:pt x="600228" y="60565"/>
                </a:lnTo>
                <a:lnTo>
                  <a:pt x="601046" y="61252"/>
                </a:lnTo>
                <a:lnTo>
                  <a:pt x="603499" y="66890"/>
                </a:lnTo>
                <a:lnTo>
                  <a:pt x="604317" y="66350"/>
                </a:lnTo>
                <a:lnTo>
                  <a:pt x="607588" y="62719"/>
                </a:lnTo>
                <a:lnTo>
                  <a:pt x="612495" y="56851"/>
                </a:lnTo>
                <a:lnTo>
                  <a:pt x="613313" y="57591"/>
                </a:lnTo>
                <a:lnTo>
                  <a:pt x="615766" y="66417"/>
                </a:lnTo>
                <a:lnTo>
                  <a:pt x="616583" y="63801"/>
                </a:lnTo>
                <a:lnTo>
                  <a:pt x="618219" y="57070"/>
                </a:lnTo>
                <a:lnTo>
                  <a:pt x="619855" y="60159"/>
                </a:lnTo>
                <a:lnTo>
                  <a:pt x="621490" y="65624"/>
                </a:lnTo>
                <a:lnTo>
                  <a:pt x="622308" y="63169"/>
                </a:lnTo>
                <a:lnTo>
                  <a:pt x="623125" y="54643"/>
                </a:lnTo>
                <a:lnTo>
                  <a:pt x="624761" y="58690"/>
                </a:lnTo>
                <a:lnTo>
                  <a:pt x="628032" y="64711"/>
                </a:lnTo>
                <a:lnTo>
                  <a:pt x="628850" y="62171"/>
                </a:lnTo>
                <a:lnTo>
                  <a:pt x="635392" y="54507"/>
                </a:lnTo>
                <a:lnTo>
                  <a:pt x="636209" y="60075"/>
                </a:lnTo>
                <a:lnTo>
                  <a:pt x="637845" y="55044"/>
                </a:lnTo>
                <a:lnTo>
                  <a:pt x="640298" y="53119"/>
                </a:lnTo>
                <a:lnTo>
                  <a:pt x="641116" y="54629"/>
                </a:lnTo>
                <a:lnTo>
                  <a:pt x="642751" y="62516"/>
                </a:lnTo>
                <a:lnTo>
                  <a:pt x="644387" y="56377"/>
                </a:lnTo>
                <a:lnTo>
                  <a:pt x="646023" y="53517"/>
                </a:lnTo>
                <a:lnTo>
                  <a:pt x="647658" y="55616"/>
                </a:lnTo>
                <a:lnTo>
                  <a:pt x="650111" y="61795"/>
                </a:lnTo>
                <a:lnTo>
                  <a:pt x="650929" y="57101"/>
                </a:lnTo>
                <a:lnTo>
                  <a:pt x="651747" y="54393"/>
                </a:lnTo>
                <a:lnTo>
                  <a:pt x="653382" y="55824"/>
                </a:lnTo>
                <a:lnTo>
                  <a:pt x="654200" y="57493"/>
                </a:lnTo>
                <a:lnTo>
                  <a:pt x="655835" y="56592"/>
                </a:lnTo>
                <a:lnTo>
                  <a:pt x="656653" y="51535"/>
                </a:lnTo>
                <a:lnTo>
                  <a:pt x="657471" y="56651"/>
                </a:lnTo>
                <a:lnTo>
                  <a:pt x="658289" y="60671"/>
                </a:lnTo>
                <a:lnTo>
                  <a:pt x="659107" y="55161"/>
                </a:lnTo>
                <a:lnTo>
                  <a:pt x="659924" y="56416"/>
                </a:lnTo>
                <a:lnTo>
                  <a:pt x="666466" y="64755"/>
                </a:lnTo>
                <a:lnTo>
                  <a:pt x="668102" y="62418"/>
                </a:lnTo>
                <a:lnTo>
                  <a:pt x="671373" y="55694"/>
                </a:lnTo>
                <a:lnTo>
                  <a:pt x="672190" y="56682"/>
                </a:lnTo>
                <a:lnTo>
                  <a:pt x="676279" y="62496"/>
                </a:lnTo>
                <a:lnTo>
                  <a:pt x="680368" y="58141"/>
                </a:lnTo>
                <a:lnTo>
                  <a:pt x="682821" y="57343"/>
                </a:lnTo>
                <a:lnTo>
                  <a:pt x="683639" y="65264"/>
                </a:lnTo>
                <a:lnTo>
                  <a:pt x="685274" y="58393"/>
                </a:lnTo>
                <a:lnTo>
                  <a:pt x="686092" y="53736"/>
                </a:lnTo>
                <a:lnTo>
                  <a:pt x="687728" y="61119"/>
                </a:lnTo>
                <a:lnTo>
                  <a:pt x="691816" y="64601"/>
                </a:lnTo>
                <a:lnTo>
                  <a:pt x="693452" y="59214"/>
                </a:lnTo>
                <a:lnTo>
                  <a:pt x="694270" y="61793"/>
                </a:lnTo>
                <a:lnTo>
                  <a:pt x="698358" y="72035"/>
                </a:lnTo>
                <a:lnTo>
                  <a:pt x="699176" y="70602"/>
                </a:lnTo>
                <a:lnTo>
                  <a:pt x="701630" y="61403"/>
                </a:lnTo>
                <a:lnTo>
                  <a:pt x="702447" y="66665"/>
                </a:lnTo>
                <a:lnTo>
                  <a:pt x="707354" y="76512"/>
                </a:lnTo>
                <a:lnTo>
                  <a:pt x="711442" y="65620"/>
                </a:lnTo>
                <a:lnTo>
                  <a:pt x="713078" y="67648"/>
                </a:lnTo>
                <a:lnTo>
                  <a:pt x="714714" y="68119"/>
                </a:lnTo>
                <a:lnTo>
                  <a:pt x="716349" y="77176"/>
                </a:lnTo>
                <a:lnTo>
                  <a:pt x="717984" y="75332"/>
                </a:lnTo>
                <a:lnTo>
                  <a:pt x="722073" y="72863"/>
                </a:lnTo>
                <a:lnTo>
                  <a:pt x="724526" y="81592"/>
                </a:lnTo>
                <a:lnTo>
                  <a:pt x="725344" y="79957"/>
                </a:lnTo>
                <a:lnTo>
                  <a:pt x="727798" y="75544"/>
                </a:lnTo>
                <a:lnTo>
                  <a:pt x="730251" y="77525"/>
                </a:lnTo>
                <a:lnTo>
                  <a:pt x="732704" y="82433"/>
                </a:lnTo>
                <a:lnTo>
                  <a:pt x="733522" y="78173"/>
                </a:lnTo>
                <a:lnTo>
                  <a:pt x="735975" y="79907"/>
                </a:lnTo>
                <a:lnTo>
                  <a:pt x="737610" y="87489"/>
                </a:lnTo>
                <a:lnTo>
                  <a:pt x="739246" y="81680"/>
                </a:lnTo>
                <a:lnTo>
                  <a:pt x="747424" y="92361"/>
                </a:lnTo>
                <a:lnTo>
                  <a:pt x="748241" y="88628"/>
                </a:lnTo>
                <a:lnTo>
                  <a:pt x="750694" y="86015"/>
                </a:lnTo>
                <a:lnTo>
                  <a:pt x="751512" y="87607"/>
                </a:lnTo>
                <a:lnTo>
                  <a:pt x="759690" y="89776"/>
                </a:lnTo>
                <a:lnTo>
                  <a:pt x="762143" y="95007"/>
                </a:lnTo>
                <a:lnTo>
                  <a:pt x="762961" y="91993"/>
                </a:lnTo>
                <a:lnTo>
                  <a:pt x="769503" y="89350"/>
                </a:lnTo>
                <a:lnTo>
                  <a:pt x="771956" y="89174"/>
                </a:lnTo>
                <a:lnTo>
                  <a:pt x="773591" y="92163"/>
                </a:lnTo>
                <a:lnTo>
                  <a:pt x="774409" y="89395"/>
                </a:lnTo>
                <a:lnTo>
                  <a:pt x="775227" y="87783"/>
                </a:lnTo>
                <a:lnTo>
                  <a:pt x="776863" y="90407"/>
                </a:lnTo>
                <a:lnTo>
                  <a:pt x="778498" y="95535"/>
                </a:lnTo>
                <a:lnTo>
                  <a:pt x="779316" y="91399"/>
                </a:lnTo>
                <a:lnTo>
                  <a:pt x="781769" y="88751"/>
                </a:lnTo>
                <a:lnTo>
                  <a:pt x="782587" y="90588"/>
                </a:lnTo>
                <a:lnTo>
                  <a:pt x="783405" y="94711"/>
                </a:lnTo>
                <a:lnTo>
                  <a:pt x="785040" y="89131"/>
                </a:lnTo>
                <a:lnTo>
                  <a:pt x="786675" y="83865"/>
                </a:lnTo>
                <a:lnTo>
                  <a:pt x="788311" y="88748"/>
                </a:lnTo>
                <a:lnTo>
                  <a:pt x="790764" y="96027"/>
                </a:lnTo>
                <a:lnTo>
                  <a:pt x="791582" y="95122"/>
                </a:lnTo>
                <a:lnTo>
                  <a:pt x="793217" y="85835"/>
                </a:lnTo>
                <a:lnTo>
                  <a:pt x="795671" y="88270"/>
                </a:lnTo>
                <a:lnTo>
                  <a:pt x="798942" y="101407"/>
                </a:lnTo>
                <a:lnTo>
                  <a:pt x="800577" y="99637"/>
                </a:lnTo>
                <a:lnTo>
                  <a:pt x="802213" y="97001"/>
                </a:lnTo>
                <a:lnTo>
                  <a:pt x="803848" y="98869"/>
                </a:lnTo>
                <a:lnTo>
                  <a:pt x="807937" y="98759"/>
                </a:lnTo>
                <a:lnTo>
                  <a:pt x="808755" y="101002"/>
                </a:lnTo>
                <a:lnTo>
                  <a:pt x="810390" y="100098"/>
                </a:lnTo>
                <a:lnTo>
                  <a:pt x="811208" y="98308"/>
                </a:lnTo>
                <a:lnTo>
                  <a:pt x="812026" y="99745"/>
                </a:lnTo>
                <a:lnTo>
                  <a:pt x="812843" y="106140"/>
                </a:lnTo>
                <a:lnTo>
                  <a:pt x="814479" y="97185"/>
                </a:lnTo>
                <a:lnTo>
                  <a:pt x="818568" y="94788"/>
                </a:lnTo>
                <a:lnTo>
                  <a:pt x="820203" y="104390"/>
                </a:lnTo>
                <a:lnTo>
                  <a:pt x="821839" y="98742"/>
                </a:lnTo>
                <a:lnTo>
                  <a:pt x="822657" y="101091"/>
                </a:lnTo>
                <a:lnTo>
                  <a:pt x="824292" y="97589"/>
                </a:lnTo>
                <a:lnTo>
                  <a:pt x="828381" y="97700"/>
                </a:lnTo>
                <a:lnTo>
                  <a:pt x="834105" y="96079"/>
                </a:lnTo>
                <a:lnTo>
                  <a:pt x="834923" y="95716"/>
                </a:lnTo>
                <a:lnTo>
                  <a:pt x="839011" y="100188"/>
                </a:lnTo>
                <a:lnTo>
                  <a:pt x="840647" y="94609"/>
                </a:lnTo>
                <a:lnTo>
                  <a:pt x="842282" y="100365"/>
                </a:lnTo>
                <a:lnTo>
                  <a:pt x="843100" y="107983"/>
                </a:lnTo>
                <a:lnTo>
                  <a:pt x="845554" y="103932"/>
                </a:lnTo>
                <a:lnTo>
                  <a:pt x="846371" y="102186"/>
                </a:lnTo>
                <a:lnTo>
                  <a:pt x="847189" y="103317"/>
                </a:lnTo>
                <a:lnTo>
                  <a:pt x="848007" y="106070"/>
                </a:lnTo>
                <a:lnTo>
                  <a:pt x="849642" y="102495"/>
                </a:lnTo>
                <a:lnTo>
                  <a:pt x="852096" y="104765"/>
                </a:lnTo>
                <a:lnTo>
                  <a:pt x="852913" y="96427"/>
                </a:lnTo>
                <a:lnTo>
                  <a:pt x="854549" y="106139"/>
                </a:lnTo>
                <a:lnTo>
                  <a:pt x="857002" y="105514"/>
                </a:lnTo>
                <a:lnTo>
                  <a:pt x="860273" y="103817"/>
                </a:lnTo>
                <a:lnTo>
                  <a:pt x="862726" y="106245"/>
                </a:lnTo>
                <a:lnTo>
                  <a:pt x="864362" y="94366"/>
                </a:lnTo>
                <a:lnTo>
                  <a:pt x="865180" y="104483"/>
                </a:lnTo>
                <a:lnTo>
                  <a:pt x="865997" y="108269"/>
                </a:lnTo>
                <a:lnTo>
                  <a:pt x="866815" y="104795"/>
                </a:lnTo>
                <a:lnTo>
                  <a:pt x="867633" y="96600"/>
                </a:lnTo>
                <a:lnTo>
                  <a:pt x="869268" y="106500"/>
                </a:lnTo>
                <a:lnTo>
                  <a:pt x="870086" y="106471"/>
                </a:lnTo>
                <a:lnTo>
                  <a:pt x="870904" y="97102"/>
                </a:lnTo>
                <a:lnTo>
                  <a:pt x="872539" y="100486"/>
                </a:lnTo>
                <a:lnTo>
                  <a:pt x="874175" y="106612"/>
                </a:lnTo>
                <a:lnTo>
                  <a:pt x="875810" y="104222"/>
                </a:lnTo>
                <a:lnTo>
                  <a:pt x="876628" y="99315"/>
                </a:lnTo>
                <a:lnTo>
                  <a:pt x="878264" y="104920"/>
                </a:lnTo>
                <a:lnTo>
                  <a:pt x="879081" y="105044"/>
                </a:lnTo>
                <a:lnTo>
                  <a:pt x="879899" y="100322"/>
                </a:lnTo>
                <a:lnTo>
                  <a:pt x="881534" y="108119"/>
                </a:lnTo>
                <a:lnTo>
                  <a:pt x="882352" y="108718"/>
                </a:lnTo>
                <a:lnTo>
                  <a:pt x="883170" y="107204"/>
                </a:lnTo>
                <a:lnTo>
                  <a:pt x="884806" y="101117"/>
                </a:lnTo>
                <a:lnTo>
                  <a:pt x="887259" y="102736"/>
                </a:lnTo>
                <a:lnTo>
                  <a:pt x="889712" y="106299"/>
                </a:lnTo>
                <a:lnTo>
                  <a:pt x="890530" y="103152"/>
                </a:lnTo>
                <a:lnTo>
                  <a:pt x="892165" y="101885"/>
                </a:lnTo>
                <a:lnTo>
                  <a:pt x="892983" y="102765"/>
                </a:lnTo>
                <a:lnTo>
                  <a:pt x="894618" y="105740"/>
                </a:lnTo>
                <a:lnTo>
                  <a:pt x="895436" y="103474"/>
                </a:lnTo>
                <a:lnTo>
                  <a:pt x="896254" y="98849"/>
                </a:lnTo>
                <a:lnTo>
                  <a:pt x="897890" y="106088"/>
                </a:lnTo>
                <a:lnTo>
                  <a:pt x="899525" y="109971"/>
                </a:lnTo>
                <a:lnTo>
                  <a:pt x="900343" y="106551"/>
                </a:lnTo>
                <a:lnTo>
                  <a:pt x="901978" y="103659"/>
                </a:lnTo>
                <a:lnTo>
                  <a:pt x="903614" y="105805"/>
                </a:lnTo>
                <a:lnTo>
                  <a:pt x="906067" y="102270"/>
                </a:lnTo>
                <a:lnTo>
                  <a:pt x="906885" y="104485"/>
                </a:lnTo>
                <a:lnTo>
                  <a:pt x="910156" y="112716"/>
                </a:lnTo>
                <a:lnTo>
                  <a:pt x="912609" y="105653"/>
                </a:lnTo>
                <a:lnTo>
                  <a:pt x="913427" y="106529"/>
                </a:lnTo>
                <a:lnTo>
                  <a:pt x="915880" y="104813"/>
                </a:lnTo>
                <a:lnTo>
                  <a:pt x="922422" y="95736"/>
                </a:lnTo>
                <a:lnTo>
                  <a:pt x="924057" y="99549"/>
                </a:lnTo>
                <a:lnTo>
                  <a:pt x="924875" y="96302"/>
                </a:lnTo>
                <a:lnTo>
                  <a:pt x="925693" y="92599"/>
                </a:lnTo>
                <a:lnTo>
                  <a:pt x="926511" y="98531"/>
                </a:lnTo>
                <a:lnTo>
                  <a:pt x="927328" y="96882"/>
                </a:lnTo>
                <a:lnTo>
                  <a:pt x="928964" y="110425"/>
                </a:lnTo>
                <a:lnTo>
                  <a:pt x="931417" y="110142"/>
                </a:lnTo>
                <a:lnTo>
                  <a:pt x="932235" y="103733"/>
                </a:lnTo>
                <a:lnTo>
                  <a:pt x="933870" y="113946"/>
                </a:lnTo>
                <a:lnTo>
                  <a:pt x="934688" y="104955"/>
                </a:lnTo>
                <a:lnTo>
                  <a:pt x="937959" y="117018"/>
                </a:lnTo>
                <a:lnTo>
                  <a:pt x="938777" y="114754"/>
                </a:lnTo>
                <a:lnTo>
                  <a:pt x="942048" y="107608"/>
                </a:lnTo>
                <a:lnTo>
                  <a:pt x="943683" y="118458"/>
                </a:lnTo>
                <a:lnTo>
                  <a:pt x="945319" y="111903"/>
                </a:lnTo>
                <a:lnTo>
                  <a:pt x="955950" y="109086"/>
                </a:lnTo>
                <a:lnTo>
                  <a:pt x="957585" y="104368"/>
                </a:lnTo>
                <a:lnTo>
                  <a:pt x="959221" y="106469"/>
                </a:lnTo>
                <a:lnTo>
                  <a:pt x="960039" y="107219"/>
                </a:lnTo>
                <a:lnTo>
                  <a:pt x="960856" y="105684"/>
                </a:lnTo>
                <a:lnTo>
                  <a:pt x="964945" y="103148"/>
                </a:lnTo>
                <a:lnTo>
                  <a:pt x="966581" y="107057"/>
                </a:lnTo>
                <a:lnTo>
                  <a:pt x="968216" y="104268"/>
                </a:lnTo>
                <a:lnTo>
                  <a:pt x="971487" y="101657"/>
                </a:lnTo>
                <a:lnTo>
                  <a:pt x="972305" y="102010"/>
                </a:lnTo>
                <a:lnTo>
                  <a:pt x="973123" y="105716"/>
                </a:lnTo>
                <a:lnTo>
                  <a:pt x="974758" y="100824"/>
                </a:lnTo>
                <a:lnTo>
                  <a:pt x="976393" y="98538"/>
                </a:lnTo>
                <a:lnTo>
                  <a:pt x="977211" y="102907"/>
                </a:lnTo>
                <a:lnTo>
                  <a:pt x="978847" y="95456"/>
                </a:lnTo>
                <a:lnTo>
                  <a:pt x="979665" y="92784"/>
                </a:lnTo>
                <a:lnTo>
                  <a:pt x="980482" y="97845"/>
                </a:lnTo>
                <a:lnTo>
                  <a:pt x="981300" y="96881"/>
                </a:lnTo>
                <a:lnTo>
                  <a:pt x="982118" y="96264"/>
                </a:lnTo>
                <a:lnTo>
                  <a:pt x="983753" y="102800"/>
                </a:lnTo>
                <a:lnTo>
                  <a:pt x="985389" y="99745"/>
                </a:lnTo>
                <a:lnTo>
                  <a:pt x="991113" y="92322"/>
                </a:lnTo>
                <a:lnTo>
                  <a:pt x="991931" y="97525"/>
                </a:lnTo>
                <a:lnTo>
                  <a:pt x="994384" y="93992"/>
                </a:lnTo>
                <a:lnTo>
                  <a:pt x="999291" y="85882"/>
                </a:lnTo>
                <a:lnTo>
                  <a:pt x="1001744" y="89592"/>
                </a:lnTo>
                <a:lnTo>
                  <a:pt x="1002561" y="84258"/>
                </a:lnTo>
                <a:lnTo>
                  <a:pt x="1005015" y="84879"/>
                </a:lnTo>
                <a:lnTo>
                  <a:pt x="1009103" y="78179"/>
                </a:lnTo>
                <a:lnTo>
                  <a:pt x="1009921" y="75356"/>
                </a:lnTo>
                <a:lnTo>
                  <a:pt x="1010739" y="81550"/>
                </a:lnTo>
                <a:lnTo>
                  <a:pt x="1011557" y="86502"/>
                </a:lnTo>
                <a:lnTo>
                  <a:pt x="1013192" y="79107"/>
                </a:lnTo>
                <a:lnTo>
                  <a:pt x="1017281" y="71803"/>
                </a:lnTo>
                <a:lnTo>
                  <a:pt x="1024641" y="69795"/>
                </a:lnTo>
                <a:lnTo>
                  <a:pt x="1025458" y="65504"/>
                </a:lnTo>
                <a:lnTo>
                  <a:pt x="1026276" y="71142"/>
                </a:lnTo>
                <a:lnTo>
                  <a:pt x="1027912" y="67060"/>
                </a:lnTo>
                <a:lnTo>
                  <a:pt x="1034454" y="71097"/>
                </a:lnTo>
                <a:lnTo>
                  <a:pt x="1036089" y="73064"/>
                </a:lnTo>
                <a:lnTo>
                  <a:pt x="1037725" y="68558"/>
                </a:lnTo>
                <a:lnTo>
                  <a:pt x="1039360" y="71659"/>
                </a:lnTo>
                <a:lnTo>
                  <a:pt x="1043449" y="58258"/>
                </a:lnTo>
                <a:lnTo>
                  <a:pt x="1045084" y="65866"/>
                </a:lnTo>
                <a:lnTo>
                  <a:pt x="1045902" y="61723"/>
                </a:lnTo>
                <a:lnTo>
                  <a:pt x="1049173" y="46960"/>
                </a:lnTo>
                <a:lnTo>
                  <a:pt x="1049991" y="54751"/>
                </a:lnTo>
                <a:lnTo>
                  <a:pt x="1050809" y="57845"/>
                </a:lnTo>
                <a:lnTo>
                  <a:pt x="1052444" y="52944"/>
                </a:lnTo>
                <a:lnTo>
                  <a:pt x="1057351" y="46784"/>
                </a:lnTo>
                <a:lnTo>
                  <a:pt x="1058168" y="51954"/>
                </a:lnTo>
                <a:lnTo>
                  <a:pt x="1058986" y="38615"/>
                </a:lnTo>
                <a:lnTo>
                  <a:pt x="1059804" y="45233"/>
                </a:lnTo>
                <a:lnTo>
                  <a:pt x="1068799" y="28603"/>
                </a:lnTo>
                <a:lnTo>
                  <a:pt x="1069617" y="36316"/>
                </a:lnTo>
                <a:lnTo>
                  <a:pt x="1070435" y="23851"/>
                </a:lnTo>
                <a:lnTo>
                  <a:pt x="1071252" y="35580"/>
                </a:lnTo>
                <a:lnTo>
                  <a:pt x="1075341" y="21173"/>
                </a:lnTo>
                <a:lnTo>
                  <a:pt x="1079430" y="10144"/>
                </a:lnTo>
                <a:lnTo>
                  <a:pt x="1080248" y="15448"/>
                </a:lnTo>
                <a:lnTo>
                  <a:pt x="1081883" y="10264"/>
                </a:lnTo>
                <a:lnTo>
                  <a:pt x="1085154" y="3759"/>
                </a:lnTo>
                <a:lnTo>
                  <a:pt x="1086790" y="0"/>
                </a:lnTo>
                <a:lnTo>
                  <a:pt x="1089243" y="12063"/>
                </a:lnTo>
                <a:lnTo>
                  <a:pt x="1090061" y="4649"/>
                </a:lnTo>
                <a:lnTo>
                  <a:pt x="1092514" y="7245"/>
                </a:lnTo>
                <a:lnTo>
                  <a:pt x="1094967" y="7035"/>
                </a:lnTo>
                <a:lnTo>
                  <a:pt x="1096603" y="10133"/>
                </a:lnTo>
                <a:lnTo>
                  <a:pt x="1097420" y="6345"/>
                </a:lnTo>
                <a:lnTo>
                  <a:pt x="1098238" y="4678"/>
                </a:lnTo>
                <a:lnTo>
                  <a:pt x="1099056" y="9125"/>
                </a:lnTo>
                <a:lnTo>
                  <a:pt x="1099874" y="6754"/>
                </a:lnTo>
                <a:lnTo>
                  <a:pt x="1103145" y="13353"/>
                </a:lnTo>
                <a:lnTo>
                  <a:pt x="1103963" y="11789"/>
                </a:lnTo>
                <a:lnTo>
                  <a:pt x="1104780" y="5381"/>
                </a:lnTo>
                <a:lnTo>
                  <a:pt x="1105598" y="15114"/>
                </a:lnTo>
                <a:lnTo>
                  <a:pt x="1106416" y="7388"/>
                </a:lnTo>
                <a:lnTo>
                  <a:pt x="1107233" y="16022"/>
                </a:lnTo>
                <a:lnTo>
                  <a:pt x="1109687" y="15734"/>
                </a:lnTo>
                <a:lnTo>
                  <a:pt x="1112140" y="16935"/>
                </a:lnTo>
                <a:lnTo>
                  <a:pt x="1112958" y="13419"/>
                </a:lnTo>
                <a:lnTo>
                  <a:pt x="1117047" y="23916"/>
                </a:lnTo>
                <a:lnTo>
                  <a:pt x="1118682" y="22170"/>
                </a:lnTo>
                <a:lnTo>
                  <a:pt x="1119500" y="21537"/>
                </a:lnTo>
                <a:lnTo>
                  <a:pt x="1120317" y="22628"/>
                </a:lnTo>
                <a:lnTo>
                  <a:pt x="1123589" y="38639"/>
                </a:lnTo>
                <a:lnTo>
                  <a:pt x="1124406" y="36383"/>
                </a:lnTo>
                <a:lnTo>
                  <a:pt x="1125224" y="30391"/>
                </a:lnTo>
                <a:lnTo>
                  <a:pt x="1126042" y="42911"/>
                </a:lnTo>
                <a:lnTo>
                  <a:pt x="1126859" y="32774"/>
                </a:lnTo>
                <a:lnTo>
                  <a:pt x="1128495" y="43218"/>
                </a:lnTo>
                <a:lnTo>
                  <a:pt x="1130131" y="36205"/>
                </a:lnTo>
                <a:lnTo>
                  <a:pt x="1130948" y="36000"/>
                </a:lnTo>
                <a:lnTo>
                  <a:pt x="1139943" y="76900"/>
                </a:lnTo>
                <a:lnTo>
                  <a:pt x="1141579" y="68020"/>
                </a:lnTo>
                <a:lnTo>
                  <a:pt x="1142397" y="74832"/>
                </a:lnTo>
                <a:lnTo>
                  <a:pt x="1143215" y="94860"/>
                </a:lnTo>
                <a:lnTo>
                  <a:pt x="1145668" y="85125"/>
                </a:lnTo>
                <a:lnTo>
                  <a:pt x="1150574" y="107692"/>
                </a:lnTo>
                <a:lnTo>
                  <a:pt x="1152210" y="113848"/>
                </a:lnTo>
                <a:lnTo>
                  <a:pt x="1153027" y="91479"/>
                </a:lnTo>
                <a:lnTo>
                  <a:pt x="1154663" y="113029"/>
                </a:lnTo>
                <a:lnTo>
                  <a:pt x="1155481" y="112071"/>
                </a:lnTo>
                <a:lnTo>
                  <a:pt x="1157934" y="112297"/>
                </a:lnTo>
                <a:lnTo>
                  <a:pt x="1158752" y="88745"/>
                </a:lnTo>
                <a:lnTo>
                  <a:pt x="1160387" y="108692"/>
                </a:lnTo>
                <a:lnTo>
                  <a:pt x="1162023" y="101029"/>
                </a:lnTo>
                <a:lnTo>
                  <a:pt x="1164476" y="105909"/>
                </a:lnTo>
                <a:lnTo>
                  <a:pt x="1165294" y="105399"/>
                </a:lnTo>
                <a:lnTo>
                  <a:pt x="1166111" y="100375"/>
                </a:lnTo>
                <a:lnTo>
                  <a:pt x="1166929" y="106128"/>
                </a:lnTo>
                <a:lnTo>
                  <a:pt x="1167747" y="104714"/>
                </a:lnTo>
                <a:lnTo>
                  <a:pt x="1169383" y="112144"/>
                </a:lnTo>
                <a:lnTo>
                  <a:pt x="1170200" y="107249"/>
                </a:lnTo>
                <a:lnTo>
                  <a:pt x="1171018" y="99902"/>
                </a:lnTo>
                <a:lnTo>
                  <a:pt x="1171836" y="108502"/>
                </a:lnTo>
                <a:lnTo>
                  <a:pt x="1173471" y="119841"/>
                </a:lnTo>
                <a:lnTo>
                  <a:pt x="1174289" y="82266"/>
                </a:lnTo>
                <a:lnTo>
                  <a:pt x="1176742" y="103717"/>
                </a:lnTo>
                <a:lnTo>
                  <a:pt x="1181649" y="147562"/>
                </a:lnTo>
                <a:lnTo>
                  <a:pt x="1183284" y="123137"/>
                </a:lnTo>
                <a:lnTo>
                  <a:pt x="1184920" y="136376"/>
                </a:lnTo>
                <a:lnTo>
                  <a:pt x="1185738" y="134261"/>
                </a:lnTo>
                <a:lnTo>
                  <a:pt x="1188191" y="107945"/>
                </a:lnTo>
                <a:lnTo>
                  <a:pt x="1189826" y="138275"/>
                </a:lnTo>
                <a:lnTo>
                  <a:pt x="1191462" y="128554"/>
                </a:lnTo>
                <a:lnTo>
                  <a:pt x="1192280" y="115167"/>
                </a:lnTo>
                <a:lnTo>
                  <a:pt x="1193097" y="140886"/>
                </a:lnTo>
                <a:lnTo>
                  <a:pt x="1193915" y="129715"/>
                </a:lnTo>
                <a:lnTo>
                  <a:pt x="1195550" y="123647"/>
                </a:lnTo>
                <a:lnTo>
                  <a:pt x="1197186" y="152960"/>
                </a:lnTo>
                <a:lnTo>
                  <a:pt x="1198004" y="138145"/>
                </a:lnTo>
                <a:lnTo>
                  <a:pt x="1198822" y="117420"/>
                </a:lnTo>
                <a:lnTo>
                  <a:pt x="1200457" y="122166"/>
                </a:lnTo>
                <a:lnTo>
                  <a:pt x="1202910" y="154859"/>
                </a:lnTo>
                <a:lnTo>
                  <a:pt x="1203728" y="141434"/>
                </a:lnTo>
                <a:lnTo>
                  <a:pt x="1206181" y="127129"/>
                </a:lnTo>
                <a:lnTo>
                  <a:pt x="1206999" y="127491"/>
                </a:lnTo>
                <a:lnTo>
                  <a:pt x="1208634" y="156592"/>
                </a:lnTo>
                <a:lnTo>
                  <a:pt x="1210270" y="146257"/>
                </a:lnTo>
                <a:lnTo>
                  <a:pt x="1212723" y="113149"/>
                </a:lnTo>
                <a:lnTo>
                  <a:pt x="1213541" y="127931"/>
                </a:lnTo>
                <a:lnTo>
                  <a:pt x="1215176" y="159202"/>
                </a:lnTo>
                <a:lnTo>
                  <a:pt x="1216812" y="143464"/>
                </a:lnTo>
                <a:lnTo>
                  <a:pt x="1221718" y="163280"/>
                </a:lnTo>
                <a:lnTo>
                  <a:pt x="1223354" y="183124"/>
                </a:lnTo>
                <a:lnTo>
                  <a:pt x="1224172" y="174548"/>
                </a:lnTo>
                <a:lnTo>
                  <a:pt x="1225807" y="151487"/>
                </a:lnTo>
                <a:lnTo>
                  <a:pt x="1227443" y="158802"/>
                </a:lnTo>
                <a:lnTo>
                  <a:pt x="1228260" y="169921"/>
                </a:lnTo>
                <a:lnTo>
                  <a:pt x="1229078" y="151621"/>
                </a:lnTo>
                <a:lnTo>
                  <a:pt x="1229896" y="138673"/>
                </a:lnTo>
                <a:lnTo>
                  <a:pt x="1230714" y="158203"/>
                </a:lnTo>
                <a:lnTo>
                  <a:pt x="1232349" y="177794"/>
                </a:lnTo>
                <a:lnTo>
                  <a:pt x="1233985" y="169297"/>
                </a:lnTo>
                <a:lnTo>
                  <a:pt x="1234802" y="171859"/>
                </a:lnTo>
                <a:lnTo>
                  <a:pt x="1237256" y="139644"/>
                </a:lnTo>
                <a:lnTo>
                  <a:pt x="1238891" y="152275"/>
                </a:lnTo>
                <a:lnTo>
                  <a:pt x="1239709" y="164788"/>
                </a:lnTo>
                <a:lnTo>
                  <a:pt x="1240527" y="136468"/>
                </a:lnTo>
                <a:lnTo>
                  <a:pt x="1241344" y="139786"/>
                </a:lnTo>
                <a:lnTo>
                  <a:pt x="1242162" y="106451"/>
                </a:lnTo>
                <a:lnTo>
                  <a:pt x="1244616" y="115348"/>
                </a:lnTo>
                <a:lnTo>
                  <a:pt x="1247069" y="162398"/>
                </a:lnTo>
                <a:lnTo>
                  <a:pt x="1247886" y="135256"/>
                </a:lnTo>
                <a:lnTo>
                  <a:pt x="1251158" y="95917"/>
                </a:lnTo>
                <a:lnTo>
                  <a:pt x="1252793" y="116867"/>
                </a:lnTo>
                <a:lnTo>
                  <a:pt x="1253611" y="160957"/>
                </a:lnTo>
                <a:lnTo>
                  <a:pt x="1256064" y="137724"/>
                </a:lnTo>
                <a:lnTo>
                  <a:pt x="1257700" y="172585"/>
                </a:lnTo>
                <a:lnTo>
                  <a:pt x="1258517" y="150929"/>
                </a:lnTo>
                <a:lnTo>
                  <a:pt x="1259335" y="129670"/>
                </a:lnTo>
                <a:lnTo>
                  <a:pt x="1260153" y="155322"/>
                </a:lnTo>
                <a:lnTo>
                  <a:pt x="1261788" y="137559"/>
                </a:lnTo>
                <a:lnTo>
                  <a:pt x="1262606" y="136697"/>
                </a:lnTo>
                <a:lnTo>
                  <a:pt x="1266695" y="169540"/>
                </a:lnTo>
                <a:lnTo>
                  <a:pt x="1269148" y="140177"/>
                </a:lnTo>
                <a:lnTo>
                  <a:pt x="1269966" y="155499"/>
                </a:lnTo>
                <a:lnTo>
                  <a:pt x="1270783" y="178381"/>
                </a:lnTo>
                <a:lnTo>
                  <a:pt x="1272419" y="154311"/>
                </a:lnTo>
                <a:lnTo>
                  <a:pt x="1273237" y="150696"/>
                </a:lnTo>
                <a:lnTo>
                  <a:pt x="1274872" y="149606"/>
                </a:lnTo>
                <a:lnTo>
                  <a:pt x="1277325" y="181248"/>
                </a:lnTo>
                <a:lnTo>
                  <a:pt x="1281414" y="135215"/>
                </a:lnTo>
                <a:lnTo>
                  <a:pt x="1283050" y="170530"/>
                </a:lnTo>
                <a:lnTo>
                  <a:pt x="1283867" y="141659"/>
                </a:lnTo>
                <a:lnTo>
                  <a:pt x="1284685" y="143048"/>
                </a:lnTo>
                <a:lnTo>
                  <a:pt x="1285503" y="117773"/>
                </a:lnTo>
                <a:lnTo>
                  <a:pt x="1286321" y="149273"/>
                </a:lnTo>
                <a:lnTo>
                  <a:pt x="1287139" y="137556"/>
                </a:lnTo>
                <a:lnTo>
                  <a:pt x="1288774" y="144923"/>
                </a:lnTo>
                <a:lnTo>
                  <a:pt x="1289592" y="119696"/>
                </a:lnTo>
                <a:lnTo>
                  <a:pt x="1292045" y="130471"/>
                </a:lnTo>
                <a:lnTo>
                  <a:pt x="1292863" y="133754"/>
                </a:lnTo>
                <a:lnTo>
                  <a:pt x="1293681" y="132658"/>
                </a:lnTo>
                <a:lnTo>
                  <a:pt x="1296134" y="121211"/>
                </a:lnTo>
                <a:lnTo>
                  <a:pt x="1297769" y="164614"/>
                </a:lnTo>
                <a:lnTo>
                  <a:pt x="1301040" y="114859"/>
                </a:lnTo>
                <a:lnTo>
                  <a:pt x="1302676" y="142389"/>
                </a:lnTo>
                <a:lnTo>
                  <a:pt x="1304311" y="122725"/>
                </a:lnTo>
                <a:lnTo>
                  <a:pt x="1305947" y="133684"/>
                </a:lnTo>
                <a:lnTo>
                  <a:pt x="1307582" y="124431"/>
                </a:lnTo>
                <a:lnTo>
                  <a:pt x="1309218" y="116096"/>
                </a:lnTo>
                <a:lnTo>
                  <a:pt x="1312489" y="182095"/>
                </a:lnTo>
                <a:lnTo>
                  <a:pt x="1311671" y="105336"/>
                </a:lnTo>
                <a:lnTo>
                  <a:pt x="1313307" y="159146"/>
                </a:lnTo>
                <a:lnTo>
                  <a:pt x="1314124" y="127665"/>
                </a:lnTo>
                <a:lnTo>
                  <a:pt x="1316577" y="133276"/>
                </a:lnTo>
                <a:lnTo>
                  <a:pt x="1319849" y="159411"/>
                </a:lnTo>
                <a:lnTo>
                  <a:pt x="1320666" y="123114"/>
                </a:lnTo>
                <a:lnTo>
                  <a:pt x="1323119" y="126431"/>
                </a:lnTo>
                <a:lnTo>
                  <a:pt x="1324755" y="129612"/>
                </a:lnTo>
                <a:lnTo>
                  <a:pt x="1325573" y="143045"/>
                </a:lnTo>
                <a:lnTo>
                  <a:pt x="1326391" y="122600"/>
                </a:lnTo>
                <a:lnTo>
                  <a:pt x="1327208" y="103510"/>
                </a:lnTo>
                <a:lnTo>
                  <a:pt x="1328026" y="165694"/>
                </a:lnTo>
                <a:lnTo>
                  <a:pt x="1330479" y="135535"/>
                </a:lnTo>
                <a:lnTo>
                  <a:pt x="1332115" y="127369"/>
                </a:lnTo>
                <a:lnTo>
                  <a:pt x="1332933" y="129757"/>
                </a:lnTo>
                <a:lnTo>
                  <a:pt x="1334568" y="140755"/>
                </a:lnTo>
                <a:lnTo>
                  <a:pt x="1336203" y="136722"/>
                </a:lnTo>
                <a:lnTo>
                  <a:pt x="1339475" y="118036"/>
                </a:lnTo>
                <a:lnTo>
                  <a:pt x="1342745" y="134760"/>
                </a:lnTo>
                <a:lnTo>
                  <a:pt x="1345199" y="117873"/>
                </a:lnTo>
                <a:lnTo>
                  <a:pt x="1346016" y="129187"/>
                </a:lnTo>
                <a:lnTo>
                  <a:pt x="1346834" y="128518"/>
                </a:lnTo>
                <a:lnTo>
                  <a:pt x="1348470" y="157487"/>
                </a:lnTo>
                <a:lnTo>
                  <a:pt x="1350923" y="153334"/>
                </a:lnTo>
                <a:lnTo>
                  <a:pt x="1352558" y="129603"/>
                </a:lnTo>
                <a:lnTo>
                  <a:pt x="1355012" y="132420"/>
                </a:lnTo>
                <a:lnTo>
                  <a:pt x="1355830" y="162524"/>
                </a:lnTo>
                <a:lnTo>
                  <a:pt x="1357465" y="136944"/>
                </a:lnTo>
                <a:lnTo>
                  <a:pt x="1358283" y="134402"/>
                </a:lnTo>
                <a:lnTo>
                  <a:pt x="1359918" y="135544"/>
                </a:lnTo>
                <a:lnTo>
                  <a:pt x="1361554" y="139413"/>
                </a:lnTo>
                <a:lnTo>
                  <a:pt x="1363189" y="169836"/>
                </a:lnTo>
                <a:lnTo>
                  <a:pt x="1364007" y="142933"/>
                </a:lnTo>
                <a:lnTo>
                  <a:pt x="1364825" y="132968"/>
                </a:lnTo>
                <a:lnTo>
                  <a:pt x="1365642" y="147181"/>
                </a:lnTo>
                <a:lnTo>
                  <a:pt x="1366460" y="185807"/>
                </a:lnTo>
                <a:lnTo>
                  <a:pt x="1368096" y="142496"/>
                </a:lnTo>
                <a:lnTo>
                  <a:pt x="1370549" y="178414"/>
                </a:lnTo>
                <a:lnTo>
                  <a:pt x="1373002" y="172247"/>
                </a:lnTo>
                <a:lnTo>
                  <a:pt x="1374638" y="148073"/>
                </a:lnTo>
                <a:lnTo>
                  <a:pt x="1375456" y="183802"/>
                </a:lnTo>
                <a:lnTo>
                  <a:pt x="1376273" y="164592"/>
                </a:lnTo>
                <a:lnTo>
                  <a:pt x="1379544" y="155818"/>
                </a:lnTo>
                <a:lnTo>
                  <a:pt x="1381180" y="169588"/>
                </a:lnTo>
                <a:lnTo>
                  <a:pt x="1381998" y="158693"/>
                </a:lnTo>
                <a:lnTo>
                  <a:pt x="1382815" y="155483"/>
                </a:lnTo>
                <a:lnTo>
                  <a:pt x="1383633" y="159459"/>
                </a:lnTo>
                <a:lnTo>
                  <a:pt x="1386086" y="205485"/>
                </a:lnTo>
                <a:lnTo>
                  <a:pt x="1387722" y="190178"/>
                </a:lnTo>
                <a:lnTo>
                  <a:pt x="1389357" y="190884"/>
                </a:lnTo>
                <a:lnTo>
                  <a:pt x="1391810" y="160159"/>
                </a:lnTo>
                <a:lnTo>
                  <a:pt x="1394264" y="182284"/>
                </a:lnTo>
                <a:lnTo>
                  <a:pt x="1395082" y="174809"/>
                </a:lnTo>
                <a:lnTo>
                  <a:pt x="1395899" y="170136"/>
                </a:lnTo>
                <a:lnTo>
                  <a:pt x="1399988" y="197998"/>
                </a:lnTo>
                <a:lnTo>
                  <a:pt x="1401624" y="185309"/>
                </a:lnTo>
                <a:lnTo>
                  <a:pt x="1402441" y="195988"/>
                </a:lnTo>
                <a:lnTo>
                  <a:pt x="1404077" y="186263"/>
                </a:lnTo>
                <a:lnTo>
                  <a:pt x="1405712" y="211624"/>
                </a:lnTo>
                <a:lnTo>
                  <a:pt x="1407348" y="197390"/>
                </a:lnTo>
                <a:lnTo>
                  <a:pt x="1409801" y="197775"/>
                </a:lnTo>
                <a:lnTo>
                  <a:pt x="1413890" y="215910"/>
                </a:lnTo>
                <a:lnTo>
                  <a:pt x="1414708" y="211390"/>
                </a:lnTo>
                <a:lnTo>
                  <a:pt x="1418796" y="220768"/>
                </a:lnTo>
                <a:lnTo>
                  <a:pt x="1419614" y="213664"/>
                </a:lnTo>
                <a:lnTo>
                  <a:pt x="1421250" y="220387"/>
                </a:lnTo>
                <a:lnTo>
                  <a:pt x="1425338" y="250024"/>
                </a:lnTo>
                <a:lnTo>
                  <a:pt x="1426156" y="235566"/>
                </a:lnTo>
                <a:lnTo>
                  <a:pt x="1428609" y="242965"/>
                </a:lnTo>
                <a:lnTo>
                  <a:pt x="1431062" y="251809"/>
                </a:lnTo>
                <a:lnTo>
                  <a:pt x="1431880" y="240366"/>
                </a:lnTo>
                <a:lnTo>
                  <a:pt x="1433516" y="255857"/>
                </a:lnTo>
                <a:lnTo>
                  <a:pt x="1436787" y="247525"/>
                </a:lnTo>
                <a:lnTo>
                  <a:pt x="1437605" y="248719"/>
                </a:lnTo>
                <a:lnTo>
                  <a:pt x="1440875" y="262637"/>
                </a:lnTo>
                <a:lnTo>
                  <a:pt x="1441693" y="251269"/>
                </a:lnTo>
                <a:lnTo>
                  <a:pt x="1442511" y="258571"/>
                </a:lnTo>
                <a:lnTo>
                  <a:pt x="1443329" y="271518"/>
                </a:lnTo>
                <a:lnTo>
                  <a:pt x="1444147" y="254996"/>
                </a:lnTo>
                <a:lnTo>
                  <a:pt x="1444964" y="264445"/>
                </a:lnTo>
                <a:lnTo>
                  <a:pt x="1447417" y="269204"/>
                </a:lnTo>
                <a:lnTo>
                  <a:pt x="1449053" y="252068"/>
                </a:lnTo>
                <a:lnTo>
                  <a:pt x="1450689" y="274504"/>
                </a:lnTo>
                <a:lnTo>
                  <a:pt x="1455595" y="329982"/>
                </a:lnTo>
                <a:lnTo>
                  <a:pt x="1459684" y="294752"/>
                </a:lnTo>
                <a:lnTo>
                  <a:pt x="1460501" y="312402"/>
                </a:lnTo>
                <a:lnTo>
                  <a:pt x="1462137" y="308854"/>
                </a:lnTo>
                <a:lnTo>
                  <a:pt x="1465408" y="283792"/>
                </a:lnTo>
                <a:lnTo>
                  <a:pt x="1467043" y="321285"/>
                </a:lnTo>
                <a:lnTo>
                  <a:pt x="1468679" y="306943"/>
                </a:lnTo>
                <a:lnTo>
                  <a:pt x="1472768" y="342383"/>
                </a:lnTo>
                <a:lnTo>
                  <a:pt x="1475221" y="326946"/>
                </a:lnTo>
                <a:lnTo>
                  <a:pt x="1479310" y="284453"/>
                </a:lnTo>
                <a:lnTo>
                  <a:pt x="1480127" y="295508"/>
                </a:lnTo>
                <a:lnTo>
                  <a:pt x="1480945" y="254041"/>
                </a:lnTo>
                <a:lnTo>
                  <a:pt x="1482581" y="282571"/>
                </a:lnTo>
                <a:lnTo>
                  <a:pt x="1484216" y="315671"/>
                </a:lnTo>
                <a:lnTo>
                  <a:pt x="1486669" y="304042"/>
                </a:lnTo>
                <a:lnTo>
                  <a:pt x="1488305" y="311109"/>
                </a:lnTo>
                <a:lnTo>
                  <a:pt x="1489941" y="289981"/>
                </a:lnTo>
                <a:lnTo>
                  <a:pt x="1492394" y="304298"/>
                </a:lnTo>
                <a:lnTo>
                  <a:pt x="1493211" y="297398"/>
                </a:lnTo>
                <a:lnTo>
                  <a:pt x="1494029" y="297123"/>
                </a:lnTo>
                <a:lnTo>
                  <a:pt x="1494847" y="307100"/>
                </a:lnTo>
                <a:lnTo>
                  <a:pt x="1495665" y="289532"/>
                </a:lnTo>
                <a:lnTo>
                  <a:pt x="1496483" y="288050"/>
                </a:lnTo>
                <a:lnTo>
                  <a:pt x="1497300" y="301969"/>
                </a:lnTo>
                <a:lnTo>
                  <a:pt x="1498118" y="294705"/>
                </a:lnTo>
                <a:lnTo>
                  <a:pt x="1499753" y="297265"/>
                </a:lnTo>
                <a:lnTo>
                  <a:pt x="1501389" y="263838"/>
                </a:lnTo>
                <a:lnTo>
                  <a:pt x="1503842" y="306229"/>
                </a:lnTo>
                <a:lnTo>
                  <a:pt x="1504660" y="295415"/>
                </a:lnTo>
                <a:lnTo>
                  <a:pt x="1505478" y="271148"/>
                </a:lnTo>
                <a:lnTo>
                  <a:pt x="1507931" y="287539"/>
                </a:lnTo>
                <a:lnTo>
                  <a:pt x="1508749" y="282166"/>
                </a:lnTo>
                <a:lnTo>
                  <a:pt x="1509567" y="290103"/>
                </a:lnTo>
                <a:lnTo>
                  <a:pt x="1510384" y="290007"/>
                </a:lnTo>
                <a:lnTo>
                  <a:pt x="1512020" y="301377"/>
                </a:lnTo>
                <a:lnTo>
                  <a:pt x="1513655" y="297021"/>
                </a:lnTo>
                <a:lnTo>
                  <a:pt x="1514473" y="290793"/>
                </a:lnTo>
                <a:lnTo>
                  <a:pt x="1515291" y="292284"/>
                </a:lnTo>
                <a:lnTo>
                  <a:pt x="1516926" y="340133"/>
                </a:lnTo>
                <a:lnTo>
                  <a:pt x="1520197" y="337292"/>
                </a:lnTo>
                <a:lnTo>
                  <a:pt x="1521015" y="319916"/>
                </a:lnTo>
                <a:lnTo>
                  <a:pt x="1521833" y="345410"/>
                </a:lnTo>
                <a:lnTo>
                  <a:pt x="1522650" y="362631"/>
                </a:lnTo>
                <a:lnTo>
                  <a:pt x="1523468" y="352833"/>
                </a:lnTo>
                <a:lnTo>
                  <a:pt x="1526739" y="299324"/>
                </a:lnTo>
                <a:lnTo>
                  <a:pt x="1527557" y="315572"/>
                </a:lnTo>
                <a:lnTo>
                  <a:pt x="1528375" y="316626"/>
                </a:lnTo>
                <a:lnTo>
                  <a:pt x="1530010" y="337577"/>
                </a:lnTo>
                <a:lnTo>
                  <a:pt x="1532464" y="327754"/>
                </a:lnTo>
                <a:lnTo>
                  <a:pt x="1533281" y="323433"/>
                </a:lnTo>
                <a:lnTo>
                  <a:pt x="1534099" y="348957"/>
                </a:lnTo>
                <a:lnTo>
                  <a:pt x="1536552" y="337505"/>
                </a:lnTo>
                <a:lnTo>
                  <a:pt x="1537370" y="348258"/>
                </a:lnTo>
                <a:lnTo>
                  <a:pt x="1539006" y="330958"/>
                </a:lnTo>
                <a:lnTo>
                  <a:pt x="1540641" y="305874"/>
                </a:lnTo>
                <a:lnTo>
                  <a:pt x="1543094" y="373346"/>
                </a:lnTo>
                <a:lnTo>
                  <a:pt x="1543912" y="355448"/>
                </a:lnTo>
                <a:lnTo>
                  <a:pt x="1544730" y="358871"/>
                </a:lnTo>
                <a:lnTo>
                  <a:pt x="1545548" y="355605"/>
                </a:lnTo>
                <a:lnTo>
                  <a:pt x="1546365" y="330014"/>
                </a:lnTo>
                <a:lnTo>
                  <a:pt x="1547183" y="357113"/>
                </a:lnTo>
                <a:lnTo>
                  <a:pt x="1549636" y="393347"/>
                </a:lnTo>
                <a:lnTo>
                  <a:pt x="1550454" y="390498"/>
                </a:lnTo>
                <a:lnTo>
                  <a:pt x="1551272" y="386341"/>
                </a:lnTo>
                <a:lnTo>
                  <a:pt x="1552090" y="355648"/>
                </a:lnTo>
                <a:lnTo>
                  <a:pt x="1552907" y="387018"/>
                </a:lnTo>
                <a:lnTo>
                  <a:pt x="1554543" y="363314"/>
                </a:lnTo>
                <a:lnTo>
                  <a:pt x="1557814" y="302708"/>
                </a:lnTo>
                <a:lnTo>
                  <a:pt x="1558632" y="373759"/>
                </a:lnTo>
                <a:lnTo>
                  <a:pt x="1561085" y="326839"/>
                </a:lnTo>
                <a:lnTo>
                  <a:pt x="1565174" y="279283"/>
                </a:lnTo>
                <a:lnTo>
                  <a:pt x="1569262" y="360782"/>
                </a:lnTo>
                <a:lnTo>
                  <a:pt x="1570898" y="344443"/>
                </a:lnTo>
                <a:lnTo>
                  <a:pt x="1574169" y="283389"/>
                </a:lnTo>
                <a:lnTo>
                  <a:pt x="1572533" y="351999"/>
                </a:lnTo>
                <a:lnTo>
                  <a:pt x="1574986" y="298428"/>
                </a:lnTo>
                <a:lnTo>
                  <a:pt x="1578258" y="335288"/>
                </a:lnTo>
                <a:lnTo>
                  <a:pt x="1579075" y="330640"/>
                </a:lnTo>
                <a:lnTo>
                  <a:pt x="1582346" y="289015"/>
                </a:lnTo>
                <a:lnTo>
                  <a:pt x="1583164" y="303069"/>
                </a:lnTo>
                <a:lnTo>
                  <a:pt x="1583982" y="264231"/>
                </a:lnTo>
                <a:lnTo>
                  <a:pt x="1586435" y="292768"/>
                </a:lnTo>
                <a:lnTo>
                  <a:pt x="1587253" y="334794"/>
                </a:lnTo>
                <a:lnTo>
                  <a:pt x="1588070" y="275193"/>
                </a:lnTo>
                <a:lnTo>
                  <a:pt x="1588888" y="307407"/>
                </a:lnTo>
                <a:lnTo>
                  <a:pt x="1590524" y="286556"/>
                </a:lnTo>
                <a:lnTo>
                  <a:pt x="1592977" y="290497"/>
                </a:lnTo>
                <a:lnTo>
                  <a:pt x="1595430" y="306114"/>
                </a:lnTo>
                <a:lnTo>
                  <a:pt x="1597066" y="259602"/>
                </a:lnTo>
                <a:lnTo>
                  <a:pt x="1598701" y="267801"/>
                </a:lnTo>
                <a:lnTo>
                  <a:pt x="1602790" y="295438"/>
                </a:lnTo>
                <a:lnTo>
                  <a:pt x="1604425" y="287133"/>
                </a:lnTo>
                <a:lnTo>
                  <a:pt x="1606061" y="282898"/>
                </a:lnTo>
                <a:lnTo>
                  <a:pt x="1607697" y="285874"/>
                </a:lnTo>
                <a:lnTo>
                  <a:pt x="1608514" y="287289"/>
                </a:lnTo>
                <a:lnTo>
                  <a:pt x="1609332" y="283093"/>
                </a:lnTo>
                <a:lnTo>
                  <a:pt x="1610150" y="284337"/>
                </a:lnTo>
                <a:lnTo>
                  <a:pt x="1610967" y="325921"/>
                </a:lnTo>
                <a:lnTo>
                  <a:pt x="1613421" y="318291"/>
                </a:lnTo>
                <a:lnTo>
                  <a:pt x="1615874" y="258733"/>
                </a:lnTo>
                <a:lnTo>
                  <a:pt x="1617509" y="270668"/>
                </a:lnTo>
                <a:lnTo>
                  <a:pt x="1619963" y="258131"/>
                </a:lnTo>
                <a:lnTo>
                  <a:pt x="1620781" y="263450"/>
                </a:lnTo>
                <a:lnTo>
                  <a:pt x="1626505" y="324663"/>
                </a:lnTo>
                <a:lnTo>
                  <a:pt x="1628140" y="288277"/>
                </a:lnTo>
                <a:lnTo>
                  <a:pt x="1629776" y="297319"/>
                </a:lnTo>
                <a:lnTo>
                  <a:pt x="1631411" y="328433"/>
                </a:lnTo>
                <a:lnTo>
                  <a:pt x="1632229" y="290251"/>
                </a:lnTo>
                <a:lnTo>
                  <a:pt x="1634682" y="258245"/>
                </a:lnTo>
                <a:lnTo>
                  <a:pt x="1636318" y="277918"/>
                </a:lnTo>
                <a:lnTo>
                  <a:pt x="1640407" y="303067"/>
                </a:lnTo>
                <a:lnTo>
                  <a:pt x="1641224" y="296777"/>
                </a:lnTo>
                <a:lnTo>
                  <a:pt x="1642042" y="293513"/>
                </a:lnTo>
                <a:lnTo>
                  <a:pt x="1645313" y="254111"/>
                </a:lnTo>
                <a:lnTo>
                  <a:pt x="1646949" y="287680"/>
                </a:lnTo>
                <a:lnTo>
                  <a:pt x="1649402" y="274745"/>
                </a:lnTo>
                <a:lnTo>
                  <a:pt x="1651037" y="255670"/>
                </a:lnTo>
                <a:lnTo>
                  <a:pt x="1651855" y="280598"/>
                </a:lnTo>
                <a:lnTo>
                  <a:pt x="1652673" y="277131"/>
                </a:lnTo>
                <a:lnTo>
                  <a:pt x="1653491" y="259357"/>
                </a:lnTo>
                <a:lnTo>
                  <a:pt x="1655126" y="278105"/>
                </a:lnTo>
                <a:lnTo>
                  <a:pt x="1655944" y="281497"/>
                </a:lnTo>
                <a:lnTo>
                  <a:pt x="1656761" y="267410"/>
                </a:lnTo>
                <a:lnTo>
                  <a:pt x="1658397" y="283343"/>
                </a:lnTo>
                <a:lnTo>
                  <a:pt x="1661668" y="299572"/>
                </a:lnTo>
                <a:lnTo>
                  <a:pt x="1662486" y="295078"/>
                </a:lnTo>
                <a:lnTo>
                  <a:pt x="1663303" y="286452"/>
                </a:lnTo>
                <a:lnTo>
                  <a:pt x="1664939" y="291562"/>
                </a:lnTo>
                <a:lnTo>
                  <a:pt x="1666575" y="301021"/>
                </a:lnTo>
                <a:lnTo>
                  <a:pt x="1667392" y="262067"/>
                </a:lnTo>
                <a:lnTo>
                  <a:pt x="1669845" y="284970"/>
                </a:lnTo>
                <a:lnTo>
                  <a:pt x="1670663" y="276773"/>
                </a:lnTo>
                <a:lnTo>
                  <a:pt x="1671481" y="299685"/>
                </a:lnTo>
                <a:lnTo>
                  <a:pt x="1673934" y="296911"/>
                </a:lnTo>
                <a:lnTo>
                  <a:pt x="1675570" y="322608"/>
                </a:lnTo>
                <a:lnTo>
                  <a:pt x="1677205" y="310979"/>
                </a:lnTo>
                <a:lnTo>
                  <a:pt x="1678841" y="298455"/>
                </a:lnTo>
                <a:lnTo>
                  <a:pt x="1679659" y="309122"/>
                </a:lnTo>
                <a:lnTo>
                  <a:pt x="1683747" y="342023"/>
                </a:lnTo>
                <a:lnTo>
                  <a:pt x="1684565" y="339883"/>
                </a:lnTo>
                <a:lnTo>
                  <a:pt x="1685383" y="328323"/>
                </a:lnTo>
                <a:lnTo>
                  <a:pt x="1686200" y="335171"/>
                </a:lnTo>
                <a:lnTo>
                  <a:pt x="1689472" y="380321"/>
                </a:lnTo>
                <a:lnTo>
                  <a:pt x="1691107" y="379842"/>
                </a:lnTo>
                <a:lnTo>
                  <a:pt x="1691925" y="381092"/>
                </a:lnTo>
                <a:lnTo>
                  <a:pt x="1697649" y="418953"/>
                </a:lnTo>
                <a:lnTo>
                  <a:pt x="1700920" y="435810"/>
                </a:lnTo>
                <a:lnTo>
                  <a:pt x="1701738" y="428996"/>
                </a:lnTo>
                <a:lnTo>
                  <a:pt x="1702556" y="423449"/>
                </a:lnTo>
                <a:lnTo>
                  <a:pt x="1703373" y="434339"/>
                </a:lnTo>
                <a:lnTo>
                  <a:pt x="1709098" y="457214"/>
                </a:lnTo>
                <a:lnTo>
                  <a:pt x="1709915" y="449271"/>
                </a:lnTo>
                <a:lnTo>
                  <a:pt x="1710733" y="461380"/>
                </a:lnTo>
                <a:lnTo>
                  <a:pt x="1725452" y="539888"/>
                </a:lnTo>
                <a:lnTo>
                  <a:pt x="1726270" y="529361"/>
                </a:lnTo>
                <a:lnTo>
                  <a:pt x="1729541" y="568973"/>
                </a:lnTo>
                <a:lnTo>
                  <a:pt x="1731177" y="548250"/>
                </a:lnTo>
                <a:lnTo>
                  <a:pt x="1731994" y="567475"/>
                </a:lnTo>
                <a:lnTo>
                  <a:pt x="1736083" y="624467"/>
                </a:lnTo>
                <a:lnTo>
                  <a:pt x="1738536" y="607176"/>
                </a:lnTo>
                <a:lnTo>
                  <a:pt x="1740172" y="594693"/>
                </a:lnTo>
                <a:lnTo>
                  <a:pt x="1742625" y="641811"/>
                </a:lnTo>
                <a:lnTo>
                  <a:pt x="1746714" y="680443"/>
                </a:lnTo>
                <a:lnTo>
                  <a:pt x="1749985" y="733715"/>
                </a:lnTo>
                <a:lnTo>
                  <a:pt x="1752438" y="656850"/>
                </a:lnTo>
                <a:lnTo>
                  <a:pt x="1753256" y="675565"/>
                </a:lnTo>
                <a:lnTo>
                  <a:pt x="1754892" y="708587"/>
                </a:lnTo>
                <a:lnTo>
                  <a:pt x="1755709" y="689586"/>
                </a:lnTo>
                <a:lnTo>
                  <a:pt x="1759798" y="556428"/>
                </a:lnTo>
                <a:lnTo>
                  <a:pt x="1760616" y="581956"/>
                </a:lnTo>
                <a:lnTo>
                  <a:pt x="1763069" y="640724"/>
                </a:lnTo>
                <a:lnTo>
                  <a:pt x="1764705" y="541043"/>
                </a:lnTo>
                <a:lnTo>
                  <a:pt x="1766340" y="559456"/>
                </a:lnTo>
                <a:lnTo>
                  <a:pt x="1767975" y="589759"/>
                </a:lnTo>
                <a:lnTo>
                  <a:pt x="1768793" y="575043"/>
                </a:lnTo>
                <a:lnTo>
                  <a:pt x="1771247" y="456822"/>
                </a:lnTo>
                <a:lnTo>
                  <a:pt x="1772064" y="578958"/>
                </a:lnTo>
                <a:lnTo>
                  <a:pt x="1774517" y="553166"/>
                </a:lnTo>
                <a:lnTo>
                  <a:pt x="1776153" y="478693"/>
                </a:lnTo>
                <a:lnTo>
                  <a:pt x="1777789" y="539447"/>
                </a:lnTo>
                <a:lnTo>
                  <a:pt x="1778606" y="574552"/>
                </a:lnTo>
                <a:lnTo>
                  <a:pt x="1779424" y="511594"/>
                </a:lnTo>
                <a:lnTo>
                  <a:pt x="1780242" y="492952"/>
                </a:lnTo>
                <a:lnTo>
                  <a:pt x="1781059" y="555769"/>
                </a:lnTo>
                <a:lnTo>
                  <a:pt x="1782695" y="483426"/>
                </a:lnTo>
                <a:lnTo>
                  <a:pt x="1784331" y="381304"/>
                </a:lnTo>
                <a:lnTo>
                  <a:pt x="1785148" y="445012"/>
                </a:lnTo>
                <a:lnTo>
                  <a:pt x="1785966" y="499799"/>
                </a:lnTo>
                <a:lnTo>
                  <a:pt x="1787601" y="464088"/>
                </a:lnTo>
                <a:lnTo>
                  <a:pt x="1793326" y="324670"/>
                </a:lnTo>
                <a:lnTo>
                  <a:pt x="1794961" y="357872"/>
                </a:lnTo>
                <a:lnTo>
                  <a:pt x="1795779" y="357003"/>
                </a:lnTo>
                <a:lnTo>
                  <a:pt x="1796597" y="378347"/>
                </a:lnTo>
                <a:lnTo>
                  <a:pt x="1798232" y="358525"/>
                </a:lnTo>
                <a:lnTo>
                  <a:pt x="1799050" y="359394"/>
                </a:lnTo>
                <a:lnTo>
                  <a:pt x="1799868" y="347801"/>
                </a:lnTo>
                <a:lnTo>
                  <a:pt x="1802321" y="350138"/>
                </a:lnTo>
                <a:lnTo>
                  <a:pt x="1804774" y="343174"/>
                </a:lnTo>
                <a:lnTo>
                  <a:pt x="1805592" y="348892"/>
                </a:lnTo>
                <a:lnTo>
                  <a:pt x="1806410" y="360391"/>
                </a:lnTo>
                <a:lnTo>
                  <a:pt x="1807227" y="357037"/>
                </a:lnTo>
                <a:lnTo>
                  <a:pt x="1808863" y="316549"/>
                </a:lnTo>
                <a:lnTo>
                  <a:pt x="1810499" y="336752"/>
                </a:lnTo>
                <a:lnTo>
                  <a:pt x="1811316" y="355152"/>
                </a:lnTo>
                <a:lnTo>
                  <a:pt x="1813769" y="245202"/>
                </a:lnTo>
                <a:lnTo>
                  <a:pt x="1815405" y="251103"/>
                </a:lnTo>
                <a:lnTo>
                  <a:pt x="1817858" y="310108"/>
                </a:lnTo>
                <a:lnTo>
                  <a:pt x="1819494" y="291431"/>
                </a:lnTo>
                <a:lnTo>
                  <a:pt x="1829307" y="345623"/>
                </a:lnTo>
                <a:lnTo>
                  <a:pt x="1830125" y="334377"/>
                </a:lnTo>
                <a:lnTo>
                  <a:pt x="1831760" y="352842"/>
                </a:lnTo>
                <a:lnTo>
                  <a:pt x="1834213" y="348839"/>
                </a:lnTo>
                <a:lnTo>
                  <a:pt x="1835031" y="362597"/>
                </a:lnTo>
                <a:lnTo>
                  <a:pt x="1837484" y="358713"/>
                </a:lnTo>
                <a:lnTo>
                  <a:pt x="1839937" y="380156"/>
                </a:lnTo>
                <a:lnTo>
                  <a:pt x="1840755" y="377539"/>
                </a:lnTo>
                <a:lnTo>
                  <a:pt x="1842391" y="350560"/>
                </a:lnTo>
                <a:lnTo>
                  <a:pt x="1844026" y="370022"/>
                </a:lnTo>
                <a:lnTo>
                  <a:pt x="1848115" y="410718"/>
                </a:lnTo>
                <a:lnTo>
                  <a:pt x="1848933" y="382234"/>
                </a:lnTo>
                <a:lnTo>
                  <a:pt x="1851386" y="394063"/>
                </a:lnTo>
                <a:lnTo>
                  <a:pt x="1852204" y="401461"/>
                </a:lnTo>
                <a:lnTo>
                  <a:pt x="1853022" y="390690"/>
                </a:lnTo>
                <a:lnTo>
                  <a:pt x="1853839" y="383306"/>
                </a:lnTo>
                <a:lnTo>
                  <a:pt x="1854657" y="389159"/>
                </a:lnTo>
                <a:lnTo>
                  <a:pt x="1856292" y="407893"/>
                </a:lnTo>
                <a:lnTo>
                  <a:pt x="1857110" y="396330"/>
                </a:lnTo>
                <a:lnTo>
                  <a:pt x="1857928" y="377801"/>
                </a:lnTo>
                <a:lnTo>
                  <a:pt x="1859564" y="391591"/>
                </a:lnTo>
                <a:lnTo>
                  <a:pt x="1861199" y="415194"/>
                </a:lnTo>
                <a:lnTo>
                  <a:pt x="1862017" y="399670"/>
                </a:lnTo>
                <a:lnTo>
                  <a:pt x="1863652" y="377837"/>
                </a:lnTo>
                <a:lnTo>
                  <a:pt x="1865288" y="425687"/>
                </a:lnTo>
                <a:lnTo>
                  <a:pt x="1866923" y="396026"/>
                </a:lnTo>
                <a:lnTo>
                  <a:pt x="1868559" y="379703"/>
                </a:lnTo>
                <a:lnTo>
                  <a:pt x="1870194" y="384873"/>
                </a:lnTo>
                <a:lnTo>
                  <a:pt x="1871012" y="394004"/>
                </a:lnTo>
                <a:lnTo>
                  <a:pt x="1872648" y="381695"/>
                </a:lnTo>
                <a:lnTo>
                  <a:pt x="1873465" y="386030"/>
                </a:lnTo>
                <a:lnTo>
                  <a:pt x="1875101" y="411583"/>
                </a:lnTo>
                <a:lnTo>
                  <a:pt x="1875918" y="393752"/>
                </a:lnTo>
                <a:lnTo>
                  <a:pt x="1878372" y="382024"/>
                </a:lnTo>
                <a:lnTo>
                  <a:pt x="1877554" y="394320"/>
                </a:lnTo>
                <a:lnTo>
                  <a:pt x="1879190" y="390226"/>
                </a:lnTo>
                <a:lnTo>
                  <a:pt x="1880007" y="389048"/>
                </a:lnTo>
                <a:lnTo>
                  <a:pt x="1881643" y="407212"/>
                </a:lnTo>
                <a:lnTo>
                  <a:pt x="1882460" y="406842"/>
                </a:lnTo>
                <a:lnTo>
                  <a:pt x="1884096" y="385672"/>
                </a:lnTo>
                <a:lnTo>
                  <a:pt x="1885732" y="388768"/>
                </a:lnTo>
                <a:lnTo>
                  <a:pt x="1886549" y="395882"/>
                </a:lnTo>
                <a:lnTo>
                  <a:pt x="1888185" y="383248"/>
                </a:lnTo>
                <a:lnTo>
                  <a:pt x="1889820" y="389000"/>
                </a:lnTo>
                <a:lnTo>
                  <a:pt x="1890638" y="410106"/>
                </a:lnTo>
                <a:lnTo>
                  <a:pt x="1891456" y="404216"/>
                </a:lnTo>
                <a:lnTo>
                  <a:pt x="1892274" y="368835"/>
                </a:lnTo>
                <a:lnTo>
                  <a:pt x="1894727" y="382525"/>
                </a:lnTo>
                <a:lnTo>
                  <a:pt x="1897998" y="414489"/>
                </a:lnTo>
                <a:lnTo>
                  <a:pt x="1900451" y="356630"/>
                </a:lnTo>
                <a:lnTo>
                  <a:pt x="1901269" y="365442"/>
                </a:lnTo>
                <a:lnTo>
                  <a:pt x="1902904" y="401303"/>
                </a:lnTo>
                <a:lnTo>
                  <a:pt x="1904540" y="394677"/>
                </a:lnTo>
                <a:lnTo>
                  <a:pt x="1907811" y="364016"/>
                </a:lnTo>
                <a:lnTo>
                  <a:pt x="1909446" y="394731"/>
                </a:lnTo>
                <a:lnTo>
                  <a:pt x="1911082" y="378351"/>
                </a:lnTo>
                <a:lnTo>
                  <a:pt x="1914353" y="351047"/>
                </a:lnTo>
                <a:lnTo>
                  <a:pt x="1915988" y="365024"/>
                </a:lnTo>
                <a:lnTo>
                  <a:pt x="1917624" y="394614"/>
                </a:lnTo>
                <a:lnTo>
                  <a:pt x="1919259" y="381873"/>
                </a:lnTo>
                <a:lnTo>
                  <a:pt x="1920077" y="367640"/>
                </a:lnTo>
                <a:lnTo>
                  <a:pt x="1922530" y="378268"/>
                </a:lnTo>
                <a:lnTo>
                  <a:pt x="1923348" y="376320"/>
                </a:lnTo>
                <a:lnTo>
                  <a:pt x="1926619" y="342220"/>
                </a:lnTo>
                <a:lnTo>
                  <a:pt x="1928254" y="374690"/>
                </a:lnTo>
                <a:lnTo>
                  <a:pt x="1929890" y="362932"/>
                </a:lnTo>
                <a:lnTo>
                  <a:pt x="1932343" y="329404"/>
                </a:lnTo>
                <a:lnTo>
                  <a:pt x="1933161" y="343314"/>
                </a:lnTo>
                <a:lnTo>
                  <a:pt x="1933979" y="373340"/>
                </a:lnTo>
                <a:lnTo>
                  <a:pt x="1935614" y="338305"/>
                </a:lnTo>
                <a:lnTo>
                  <a:pt x="1936432" y="339451"/>
                </a:lnTo>
                <a:lnTo>
                  <a:pt x="1938885" y="370408"/>
                </a:lnTo>
                <a:lnTo>
                  <a:pt x="1939703" y="355348"/>
                </a:lnTo>
                <a:lnTo>
                  <a:pt x="1940521" y="347360"/>
                </a:lnTo>
                <a:lnTo>
                  <a:pt x="1942156" y="355042"/>
                </a:lnTo>
                <a:lnTo>
                  <a:pt x="1942974" y="359150"/>
                </a:lnTo>
                <a:lnTo>
                  <a:pt x="1947063" y="315967"/>
                </a:lnTo>
                <a:lnTo>
                  <a:pt x="1947881" y="335709"/>
                </a:lnTo>
                <a:lnTo>
                  <a:pt x="1948698" y="310251"/>
                </a:lnTo>
                <a:lnTo>
                  <a:pt x="1950334" y="325133"/>
                </a:lnTo>
                <a:lnTo>
                  <a:pt x="1951151" y="330584"/>
                </a:lnTo>
                <a:lnTo>
                  <a:pt x="1952787" y="322672"/>
                </a:lnTo>
                <a:lnTo>
                  <a:pt x="1954423" y="329168"/>
                </a:lnTo>
                <a:lnTo>
                  <a:pt x="1955240" y="344257"/>
                </a:lnTo>
                <a:lnTo>
                  <a:pt x="1956058" y="332237"/>
                </a:lnTo>
                <a:lnTo>
                  <a:pt x="1958511" y="295850"/>
                </a:lnTo>
                <a:lnTo>
                  <a:pt x="1959329" y="320001"/>
                </a:lnTo>
                <a:lnTo>
                  <a:pt x="1963418" y="288888"/>
                </a:lnTo>
                <a:lnTo>
                  <a:pt x="1961782" y="321359"/>
                </a:lnTo>
                <a:lnTo>
                  <a:pt x="1965053" y="292468"/>
                </a:lnTo>
                <a:lnTo>
                  <a:pt x="1965871" y="307429"/>
                </a:lnTo>
                <a:lnTo>
                  <a:pt x="1966689" y="283511"/>
                </a:lnTo>
                <a:lnTo>
                  <a:pt x="1967507" y="295854"/>
                </a:lnTo>
                <a:lnTo>
                  <a:pt x="1968324" y="282736"/>
                </a:lnTo>
                <a:lnTo>
                  <a:pt x="1969960" y="297524"/>
                </a:lnTo>
                <a:lnTo>
                  <a:pt x="1970777" y="297442"/>
                </a:lnTo>
                <a:lnTo>
                  <a:pt x="1972413" y="290265"/>
                </a:lnTo>
                <a:lnTo>
                  <a:pt x="1974049" y="295272"/>
                </a:lnTo>
                <a:lnTo>
                  <a:pt x="1974866" y="296260"/>
                </a:lnTo>
                <a:lnTo>
                  <a:pt x="1976502" y="259248"/>
                </a:lnTo>
                <a:lnTo>
                  <a:pt x="1978137" y="288792"/>
                </a:lnTo>
                <a:lnTo>
                  <a:pt x="1982226" y="266193"/>
                </a:lnTo>
                <a:lnTo>
                  <a:pt x="1983044" y="269623"/>
                </a:lnTo>
                <a:lnTo>
                  <a:pt x="1983861" y="296237"/>
                </a:lnTo>
                <a:lnTo>
                  <a:pt x="1985497" y="275000"/>
                </a:lnTo>
                <a:lnTo>
                  <a:pt x="1987950" y="249454"/>
                </a:lnTo>
                <a:lnTo>
                  <a:pt x="1988768" y="275000"/>
                </a:lnTo>
                <a:lnTo>
                  <a:pt x="1991221" y="260267"/>
                </a:lnTo>
                <a:lnTo>
                  <a:pt x="1992039" y="239313"/>
                </a:lnTo>
                <a:lnTo>
                  <a:pt x="1993675" y="260029"/>
                </a:lnTo>
                <a:lnTo>
                  <a:pt x="1994492" y="287509"/>
                </a:lnTo>
                <a:lnTo>
                  <a:pt x="1995310" y="281996"/>
                </a:lnTo>
                <a:lnTo>
                  <a:pt x="1997763" y="228485"/>
                </a:lnTo>
                <a:lnTo>
                  <a:pt x="1998581" y="230049"/>
                </a:lnTo>
                <a:lnTo>
                  <a:pt x="2003487" y="283974"/>
                </a:lnTo>
                <a:lnTo>
                  <a:pt x="2005941" y="258720"/>
                </a:lnTo>
                <a:lnTo>
                  <a:pt x="2005123" y="292611"/>
                </a:lnTo>
                <a:lnTo>
                  <a:pt x="2007576" y="262174"/>
                </a:lnTo>
                <a:lnTo>
                  <a:pt x="2008394" y="283731"/>
                </a:lnTo>
                <a:lnTo>
                  <a:pt x="2010029" y="249572"/>
                </a:lnTo>
                <a:lnTo>
                  <a:pt x="2010847" y="248021"/>
                </a:lnTo>
                <a:lnTo>
                  <a:pt x="2012483" y="284214"/>
                </a:lnTo>
                <a:lnTo>
                  <a:pt x="2014118" y="265166"/>
                </a:lnTo>
                <a:lnTo>
                  <a:pt x="2015754" y="240392"/>
                </a:lnTo>
                <a:lnTo>
                  <a:pt x="2016571" y="245502"/>
                </a:lnTo>
                <a:lnTo>
                  <a:pt x="2019843" y="287364"/>
                </a:lnTo>
                <a:lnTo>
                  <a:pt x="2022296" y="252165"/>
                </a:lnTo>
                <a:lnTo>
                  <a:pt x="2023114" y="273991"/>
                </a:lnTo>
                <a:lnTo>
                  <a:pt x="2023931" y="286095"/>
                </a:lnTo>
                <a:lnTo>
                  <a:pt x="2024749" y="278200"/>
                </a:lnTo>
                <a:lnTo>
                  <a:pt x="2025567" y="253577"/>
                </a:lnTo>
                <a:lnTo>
                  <a:pt x="2027202" y="272422"/>
                </a:lnTo>
                <a:lnTo>
                  <a:pt x="2028020" y="286775"/>
                </a:lnTo>
                <a:lnTo>
                  <a:pt x="2028838" y="253659"/>
                </a:lnTo>
                <a:lnTo>
                  <a:pt x="2029656" y="256958"/>
                </a:lnTo>
                <a:lnTo>
                  <a:pt x="2031291" y="279535"/>
                </a:lnTo>
                <a:lnTo>
                  <a:pt x="2032109" y="260348"/>
                </a:lnTo>
                <a:lnTo>
                  <a:pt x="2032926" y="240080"/>
                </a:lnTo>
                <a:lnTo>
                  <a:pt x="2034562" y="252878"/>
                </a:lnTo>
                <a:lnTo>
                  <a:pt x="2038651" y="307539"/>
                </a:lnTo>
                <a:lnTo>
                  <a:pt x="2041104" y="239519"/>
                </a:lnTo>
                <a:lnTo>
                  <a:pt x="2042740" y="269571"/>
                </a:lnTo>
                <a:lnTo>
                  <a:pt x="2044375" y="290289"/>
                </a:lnTo>
                <a:lnTo>
                  <a:pt x="2045193" y="264314"/>
                </a:lnTo>
                <a:lnTo>
                  <a:pt x="2046010" y="233697"/>
                </a:lnTo>
                <a:lnTo>
                  <a:pt x="2047646" y="260409"/>
                </a:lnTo>
                <a:lnTo>
                  <a:pt x="2049282" y="314297"/>
                </a:lnTo>
                <a:lnTo>
                  <a:pt x="2050099" y="286910"/>
                </a:lnTo>
                <a:lnTo>
                  <a:pt x="2053370" y="241796"/>
                </a:lnTo>
                <a:lnTo>
                  <a:pt x="2055006" y="289050"/>
                </a:lnTo>
                <a:lnTo>
                  <a:pt x="2056641" y="253447"/>
                </a:lnTo>
                <a:lnTo>
                  <a:pt x="2058277" y="272034"/>
                </a:lnTo>
                <a:lnTo>
                  <a:pt x="2059094" y="230586"/>
                </a:lnTo>
                <a:lnTo>
                  <a:pt x="2060730" y="294511"/>
                </a:lnTo>
                <a:lnTo>
                  <a:pt x="2063183" y="227102"/>
                </a:lnTo>
                <a:lnTo>
                  <a:pt x="2064001" y="246062"/>
                </a:lnTo>
                <a:lnTo>
                  <a:pt x="2068908" y="316425"/>
                </a:lnTo>
                <a:lnTo>
                  <a:pt x="2072178" y="245825"/>
                </a:lnTo>
                <a:lnTo>
                  <a:pt x="2072996" y="255361"/>
                </a:lnTo>
                <a:lnTo>
                  <a:pt x="2074632" y="251725"/>
                </a:lnTo>
                <a:lnTo>
                  <a:pt x="2076267" y="292001"/>
                </a:lnTo>
                <a:lnTo>
                  <a:pt x="2077085" y="279653"/>
                </a:lnTo>
                <a:lnTo>
                  <a:pt x="2078720" y="252239"/>
                </a:lnTo>
                <a:lnTo>
                  <a:pt x="2079538" y="300839"/>
                </a:lnTo>
                <a:lnTo>
                  <a:pt x="2081174" y="250119"/>
                </a:lnTo>
                <a:lnTo>
                  <a:pt x="2081992" y="276083"/>
                </a:lnTo>
                <a:lnTo>
                  <a:pt x="2082809" y="246371"/>
                </a:lnTo>
                <a:lnTo>
                  <a:pt x="2084445" y="252317"/>
                </a:lnTo>
                <a:lnTo>
                  <a:pt x="2086080" y="295530"/>
                </a:lnTo>
                <a:lnTo>
                  <a:pt x="2086898" y="288042"/>
                </a:lnTo>
                <a:lnTo>
                  <a:pt x="2088534" y="231695"/>
                </a:lnTo>
                <a:lnTo>
                  <a:pt x="2090169" y="259879"/>
                </a:lnTo>
                <a:lnTo>
                  <a:pt x="2092622" y="233994"/>
                </a:lnTo>
                <a:lnTo>
                  <a:pt x="2093440" y="256193"/>
                </a:lnTo>
                <a:lnTo>
                  <a:pt x="2095076" y="211775"/>
                </a:lnTo>
                <a:lnTo>
                  <a:pt x="2096711" y="215493"/>
                </a:lnTo>
                <a:lnTo>
                  <a:pt x="2097529" y="254157"/>
                </a:lnTo>
                <a:lnTo>
                  <a:pt x="2099164" y="225536"/>
                </a:lnTo>
                <a:lnTo>
                  <a:pt x="2099982" y="214469"/>
                </a:lnTo>
                <a:lnTo>
                  <a:pt x="2100800" y="259270"/>
                </a:lnTo>
                <a:lnTo>
                  <a:pt x="2101618" y="190282"/>
                </a:lnTo>
                <a:lnTo>
                  <a:pt x="2103253" y="106070"/>
                </a:lnTo>
                <a:lnTo>
                  <a:pt x="2104071" y="226994"/>
                </a:lnTo>
                <a:lnTo>
                  <a:pt x="2106524" y="163794"/>
                </a:lnTo>
                <a:lnTo>
                  <a:pt x="2110613" y="228097"/>
                </a:lnTo>
                <a:lnTo>
                  <a:pt x="2113066" y="175422"/>
                </a:lnTo>
                <a:lnTo>
                  <a:pt x="2113884" y="198844"/>
                </a:lnTo>
                <a:lnTo>
                  <a:pt x="2114701" y="198996"/>
                </a:lnTo>
                <a:lnTo>
                  <a:pt x="2115519" y="194049"/>
                </a:lnTo>
                <a:lnTo>
                  <a:pt x="2116337" y="170209"/>
                </a:lnTo>
                <a:lnTo>
                  <a:pt x="2117155" y="196900"/>
                </a:lnTo>
                <a:lnTo>
                  <a:pt x="2117973" y="196375"/>
                </a:lnTo>
                <a:lnTo>
                  <a:pt x="2119608" y="218483"/>
                </a:lnTo>
                <a:lnTo>
                  <a:pt x="2120426" y="198417"/>
                </a:lnTo>
                <a:lnTo>
                  <a:pt x="2121243" y="195837"/>
                </a:lnTo>
                <a:lnTo>
                  <a:pt x="2122061" y="202508"/>
                </a:lnTo>
                <a:lnTo>
                  <a:pt x="2122879" y="210162"/>
                </a:lnTo>
                <a:lnTo>
                  <a:pt x="2123697" y="165319"/>
                </a:lnTo>
                <a:lnTo>
                  <a:pt x="2125332" y="181752"/>
                </a:lnTo>
                <a:lnTo>
                  <a:pt x="2126968" y="218706"/>
                </a:lnTo>
                <a:lnTo>
                  <a:pt x="2128603" y="217361"/>
                </a:lnTo>
                <a:lnTo>
                  <a:pt x="2129421" y="221071"/>
                </a:lnTo>
                <a:lnTo>
                  <a:pt x="2130239" y="173379"/>
                </a:lnTo>
                <a:lnTo>
                  <a:pt x="2132692" y="204816"/>
                </a:lnTo>
                <a:lnTo>
                  <a:pt x="2134327" y="242641"/>
                </a:lnTo>
                <a:lnTo>
                  <a:pt x="2135145" y="225553"/>
                </a:lnTo>
                <a:lnTo>
                  <a:pt x="2136781" y="193886"/>
                </a:lnTo>
                <a:lnTo>
                  <a:pt x="2137599" y="212942"/>
                </a:lnTo>
                <a:lnTo>
                  <a:pt x="2138416" y="236551"/>
                </a:lnTo>
                <a:lnTo>
                  <a:pt x="2139234" y="204594"/>
                </a:lnTo>
                <a:lnTo>
                  <a:pt x="2140052" y="172458"/>
                </a:lnTo>
                <a:lnTo>
                  <a:pt x="2140869" y="211386"/>
                </a:lnTo>
                <a:lnTo>
                  <a:pt x="2142505" y="245460"/>
                </a:lnTo>
                <a:lnTo>
                  <a:pt x="2143323" y="211083"/>
                </a:lnTo>
                <a:lnTo>
                  <a:pt x="2144141" y="234654"/>
                </a:lnTo>
                <a:lnTo>
                  <a:pt x="2147411" y="263252"/>
                </a:lnTo>
                <a:lnTo>
                  <a:pt x="2148229" y="262160"/>
                </a:lnTo>
                <a:lnTo>
                  <a:pt x="2149865" y="188286"/>
                </a:lnTo>
                <a:lnTo>
                  <a:pt x="2151500" y="231319"/>
                </a:lnTo>
                <a:lnTo>
                  <a:pt x="2152318" y="249820"/>
                </a:lnTo>
                <a:lnTo>
                  <a:pt x="2153953" y="249734"/>
                </a:lnTo>
                <a:lnTo>
                  <a:pt x="2155589" y="197919"/>
                </a:lnTo>
                <a:lnTo>
                  <a:pt x="2157225" y="237273"/>
                </a:lnTo>
                <a:lnTo>
                  <a:pt x="2158042" y="254751"/>
                </a:lnTo>
                <a:lnTo>
                  <a:pt x="2158860" y="217682"/>
                </a:lnTo>
                <a:lnTo>
                  <a:pt x="2159678" y="243083"/>
                </a:lnTo>
                <a:lnTo>
                  <a:pt x="2160495" y="223483"/>
                </a:lnTo>
                <a:lnTo>
                  <a:pt x="2162131" y="257677"/>
                </a:lnTo>
                <a:lnTo>
                  <a:pt x="2164584" y="235873"/>
                </a:lnTo>
                <a:lnTo>
                  <a:pt x="2165402" y="255761"/>
                </a:lnTo>
                <a:lnTo>
                  <a:pt x="2167037" y="270986"/>
                </a:lnTo>
                <a:lnTo>
                  <a:pt x="2169491" y="221350"/>
                </a:lnTo>
                <a:lnTo>
                  <a:pt x="2170309" y="247092"/>
                </a:lnTo>
                <a:lnTo>
                  <a:pt x="2171126" y="245656"/>
                </a:lnTo>
                <a:lnTo>
                  <a:pt x="2171944" y="212905"/>
                </a:lnTo>
                <a:lnTo>
                  <a:pt x="2173579" y="269382"/>
                </a:lnTo>
                <a:lnTo>
                  <a:pt x="2176033" y="238237"/>
                </a:lnTo>
                <a:lnTo>
                  <a:pt x="2176851" y="215607"/>
                </a:lnTo>
                <a:lnTo>
                  <a:pt x="2177668" y="253025"/>
                </a:lnTo>
                <a:lnTo>
                  <a:pt x="2179304" y="293410"/>
                </a:lnTo>
                <a:lnTo>
                  <a:pt x="2180121" y="248815"/>
                </a:lnTo>
                <a:lnTo>
                  <a:pt x="2180939" y="261375"/>
                </a:lnTo>
                <a:lnTo>
                  <a:pt x="2183393" y="291695"/>
                </a:lnTo>
                <a:lnTo>
                  <a:pt x="2184210" y="285499"/>
                </a:lnTo>
                <a:lnTo>
                  <a:pt x="2185846" y="269556"/>
                </a:lnTo>
                <a:lnTo>
                  <a:pt x="2187481" y="300486"/>
                </a:lnTo>
                <a:lnTo>
                  <a:pt x="2188299" y="266998"/>
                </a:lnTo>
                <a:lnTo>
                  <a:pt x="2190752" y="242924"/>
                </a:lnTo>
                <a:lnTo>
                  <a:pt x="2194841" y="307031"/>
                </a:lnTo>
                <a:lnTo>
                  <a:pt x="2196476" y="252794"/>
                </a:lnTo>
                <a:lnTo>
                  <a:pt x="2198112" y="272036"/>
                </a:lnTo>
                <a:lnTo>
                  <a:pt x="2199748" y="298512"/>
                </a:lnTo>
                <a:lnTo>
                  <a:pt x="2200565" y="267548"/>
                </a:lnTo>
                <a:lnTo>
                  <a:pt x="2201383" y="252134"/>
                </a:lnTo>
                <a:lnTo>
                  <a:pt x="2202201" y="268851"/>
                </a:lnTo>
                <a:lnTo>
                  <a:pt x="2203018" y="258517"/>
                </a:lnTo>
                <a:lnTo>
                  <a:pt x="2203836" y="269272"/>
                </a:lnTo>
                <a:lnTo>
                  <a:pt x="2204654" y="257012"/>
                </a:lnTo>
                <a:lnTo>
                  <a:pt x="2205472" y="259572"/>
                </a:lnTo>
                <a:lnTo>
                  <a:pt x="2206290" y="254540"/>
                </a:lnTo>
                <a:lnTo>
                  <a:pt x="2207107" y="268455"/>
                </a:lnTo>
                <a:lnTo>
                  <a:pt x="2209560" y="246900"/>
                </a:lnTo>
                <a:lnTo>
                  <a:pt x="2210378" y="250569"/>
                </a:lnTo>
                <a:lnTo>
                  <a:pt x="2211196" y="272226"/>
                </a:lnTo>
                <a:lnTo>
                  <a:pt x="2213649" y="270658"/>
                </a:lnTo>
                <a:lnTo>
                  <a:pt x="2215285" y="240369"/>
                </a:lnTo>
                <a:lnTo>
                  <a:pt x="2216102" y="274701"/>
                </a:lnTo>
                <a:lnTo>
                  <a:pt x="2217738" y="242117"/>
                </a:lnTo>
                <a:lnTo>
                  <a:pt x="2221827" y="285107"/>
                </a:lnTo>
                <a:lnTo>
                  <a:pt x="2227551" y="221830"/>
                </a:lnTo>
                <a:lnTo>
                  <a:pt x="2230822" y="281617"/>
                </a:lnTo>
                <a:lnTo>
                  <a:pt x="2231640" y="240094"/>
                </a:lnTo>
                <a:lnTo>
                  <a:pt x="2234093" y="263922"/>
                </a:lnTo>
                <a:lnTo>
                  <a:pt x="2235728" y="270447"/>
                </a:lnTo>
                <a:lnTo>
                  <a:pt x="2237364" y="238268"/>
                </a:lnTo>
                <a:lnTo>
                  <a:pt x="2239000" y="284365"/>
                </a:lnTo>
                <a:lnTo>
                  <a:pt x="2239817" y="267550"/>
                </a:lnTo>
                <a:lnTo>
                  <a:pt x="2242270" y="223382"/>
                </a:lnTo>
                <a:lnTo>
                  <a:pt x="2243088" y="234157"/>
                </a:lnTo>
                <a:lnTo>
                  <a:pt x="2244724" y="270857"/>
                </a:lnTo>
                <a:lnTo>
                  <a:pt x="2245542" y="237495"/>
                </a:lnTo>
                <a:lnTo>
                  <a:pt x="2247995" y="222802"/>
                </a:lnTo>
                <a:lnTo>
                  <a:pt x="2248812" y="224434"/>
                </a:lnTo>
                <a:lnTo>
                  <a:pt x="2250448" y="267265"/>
                </a:lnTo>
                <a:lnTo>
                  <a:pt x="2252084" y="252630"/>
                </a:lnTo>
                <a:lnTo>
                  <a:pt x="2252901" y="255393"/>
                </a:lnTo>
                <a:lnTo>
                  <a:pt x="2253719" y="232207"/>
                </a:lnTo>
                <a:lnTo>
                  <a:pt x="2256172" y="247705"/>
                </a:lnTo>
                <a:lnTo>
                  <a:pt x="2256990" y="261663"/>
                </a:lnTo>
                <a:lnTo>
                  <a:pt x="2257808" y="245195"/>
                </a:lnTo>
                <a:lnTo>
                  <a:pt x="2258626" y="232453"/>
                </a:lnTo>
                <a:lnTo>
                  <a:pt x="2259443" y="270858"/>
                </a:lnTo>
                <a:lnTo>
                  <a:pt x="2261079" y="253237"/>
                </a:lnTo>
                <a:lnTo>
                  <a:pt x="2264350" y="215127"/>
                </a:lnTo>
                <a:lnTo>
                  <a:pt x="2270074" y="253009"/>
                </a:lnTo>
                <a:lnTo>
                  <a:pt x="2270892" y="241223"/>
                </a:lnTo>
                <a:lnTo>
                  <a:pt x="2272527" y="256613"/>
                </a:lnTo>
                <a:lnTo>
                  <a:pt x="2274981" y="209429"/>
                </a:lnTo>
                <a:lnTo>
                  <a:pt x="2276616" y="237444"/>
                </a:lnTo>
                <a:lnTo>
                  <a:pt x="2277434" y="235848"/>
                </a:lnTo>
                <a:lnTo>
                  <a:pt x="2279887" y="199175"/>
                </a:lnTo>
                <a:lnTo>
                  <a:pt x="2279069" y="236268"/>
                </a:lnTo>
                <a:lnTo>
                  <a:pt x="2280705" y="207275"/>
                </a:lnTo>
                <a:lnTo>
                  <a:pt x="2281523" y="233627"/>
                </a:lnTo>
                <a:lnTo>
                  <a:pt x="2282340" y="204043"/>
                </a:lnTo>
                <a:lnTo>
                  <a:pt x="2283976" y="214595"/>
                </a:lnTo>
                <a:lnTo>
                  <a:pt x="2286429" y="224041"/>
                </a:lnTo>
                <a:lnTo>
                  <a:pt x="2285611" y="211301"/>
                </a:lnTo>
                <a:lnTo>
                  <a:pt x="2287247" y="214526"/>
                </a:lnTo>
                <a:lnTo>
                  <a:pt x="2289700" y="240456"/>
                </a:lnTo>
                <a:lnTo>
                  <a:pt x="2290518" y="217912"/>
                </a:lnTo>
              </a:path>
            </a:pathLst>
          </a:custGeom>
          <a:noFill/>
          <a:ln w="2208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path 100"/>
          <p:cNvSpPr/>
          <p:nvPr/>
        </p:nvSpPr>
        <p:spPr>
          <a:xfrm>
            <a:off x="7017086" y="3421934"/>
            <a:ext cx="2290518" cy="415790"/>
          </a:xfrm>
          <a:custGeom>
            <a:avLst/>
            <a:gdLst/>
            <a:ahLst/>
            <a:cxnLst/>
            <a:rect l="l" t="t" r="r" b="b"/>
            <a:pathLst>
              <a:path w="2290518" h="415790">
                <a:moveTo>
                  <a:pt x="0" y="185879"/>
                </a:moveTo>
                <a:lnTo>
                  <a:pt x="24532" y="179766"/>
                </a:lnTo>
                <a:lnTo>
                  <a:pt x="26985" y="178343"/>
                </a:lnTo>
                <a:lnTo>
                  <a:pt x="27804" y="178787"/>
                </a:lnTo>
                <a:lnTo>
                  <a:pt x="29439" y="179010"/>
                </a:lnTo>
                <a:lnTo>
                  <a:pt x="30257" y="177554"/>
                </a:lnTo>
                <a:lnTo>
                  <a:pt x="38434" y="175888"/>
                </a:lnTo>
                <a:lnTo>
                  <a:pt x="40888" y="170923"/>
                </a:lnTo>
                <a:lnTo>
                  <a:pt x="41705" y="176024"/>
                </a:lnTo>
                <a:lnTo>
                  <a:pt x="44158" y="172601"/>
                </a:lnTo>
                <a:lnTo>
                  <a:pt x="53154" y="172760"/>
                </a:lnTo>
                <a:lnTo>
                  <a:pt x="56425" y="171751"/>
                </a:lnTo>
                <a:lnTo>
                  <a:pt x="60514" y="172859"/>
                </a:lnTo>
                <a:lnTo>
                  <a:pt x="66238" y="168267"/>
                </a:lnTo>
                <a:lnTo>
                  <a:pt x="67873" y="165489"/>
                </a:lnTo>
                <a:lnTo>
                  <a:pt x="68691" y="168679"/>
                </a:lnTo>
                <a:lnTo>
                  <a:pt x="76051" y="167003"/>
                </a:lnTo>
                <a:lnTo>
                  <a:pt x="76868" y="164202"/>
                </a:lnTo>
                <a:lnTo>
                  <a:pt x="78504" y="166260"/>
                </a:lnTo>
                <a:lnTo>
                  <a:pt x="79322" y="168300"/>
                </a:lnTo>
                <a:lnTo>
                  <a:pt x="81775" y="166826"/>
                </a:lnTo>
                <a:lnTo>
                  <a:pt x="87499" y="162418"/>
                </a:lnTo>
                <a:lnTo>
                  <a:pt x="88317" y="165726"/>
                </a:lnTo>
                <a:lnTo>
                  <a:pt x="90770" y="163042"/>
                </a:lnTo>
                <a:lnTo>
                  <a:pt x="100583" y="163046"/>
                </a:lnTo>
                <a:lnTo>
                  <a:pt x="101401" y="165115"/>
                </a:lnTo>
                <a:lnTo>
                  <a:pt x="103037" y="161006"/>
                </a:lnTo>
                <a:lnTo>
                  <a:pt x="103854" y="163777"/>
                </a:lnTo>
                <a:lnTo>
                  <a:pt x="105490" y="157704"/>
                </a:lnTo>
                <a:lnTo>
                  <a:pt x="107943" y="158865"/>
                </a:lnTo>
                <a:lnTo>
                  <a:pt x="108761" y="159441"/>
                </a:lnTo>
                <a:lnTo>
                  <a:pt x="112032" y="163991"/>
                </a:lnTo>
                <a:lnTo>
                  <a:pt x="115302" y="161290"/>
                </a:lnTo>
                <a:lnTo>
                  <a:pt x="118574" y="164856"/>
                </a:lnTo>
                <a:lnTo>
                  <a:pt x="121844" y="158965"/>
                </a:lnTo>
                <a:lnTo>
                  <a:pt x="122663" y="160379"/>
                </a:lnTo>
                <a:lnTo>
                  <a:pt x="134929" y="159670"/>
                </a:lnTo>
                <a:lnTo>
                  <a:pt x="139017" y="159336"/>
                </a:lnTo>
                <a:lnTo>
                  <a:pt x="140653" y="162811"/>
                </a:lnTo>
                <a:lnTo>
                  <a:pt x="141471" y="159728"/>
                </a:lnTo>
                <a:lnTo>
                  <a:pt x="152101" y="156955"/>
                </a:lnTo>
                <a:lnTo>
                  <a:pt x="161097" y="156477"/>
                </a:lnTo>
                <a:lnTo>
                  <a:pt x="161914" y="158538"/>
                </a:lnTo>
                <a:lnTo>
                  <a:pt x="162732" y="154469"/>
                </a:lnTo>
                <a:lnTo>
                  <a:pt x="168456" y="154299"/>
                </a:lnTo>
                <a:lnTo>
                  <a:pt x="173363" y="156644"/>
                </a:lnTo>
                <a:lnTo>
                  <a:pt x="176634" y="155313"/>
                </a:lnTo>
                <a:lnTo>
                  <a:pt x="180723" y="154829"/>
                </a:lnTo>
                <a:lnTo>
                  <a:pt x="185629" y="151402"/>
                </a:lnTo>
                <a:lnTo>
                  <a:pt x="186447" y="152478"/>
                </a:lnTo>
                <a:lnTo>
                  <a:pt x="189718" y="153637"/>
                </a:lnTo>
                <a:lnTo>
                  <a:pt x="197077" y="152201"/>
                </a:lnTo>
                <a:lnTo>
                  <a:pt x="202802" y="150635"/>
                </a:lnTo>
                <a:lnTo>
                  <a:pt x="210980" y="152129"/>
                </a:lnTo>
                <a:lnTo>
                  <a:pt x="214250" y="146676"/>
                </a:lnTo>
                <a:lnTo>
                  <a:pt x="215068" y="147653"/>
                </a:lnTo>
                <a:lnTo>
                  <a:pt x="221610" y="149254"/>
                </a:lnTo>
                <a:lnTo>
                  <a:pt x="227334" y="147901"/>
                </a:lnTo>
                <a:lnTo>
                  <a:pt x="232241" y="147295"/>
                </a:lnTo>
                <a:lnTo>
                  <a:pt x="238783" y="146204"/>
                </a:lnTo>
                <a:lnTo>
                  <a:pt x="240418" y="145444"/>
                </a:lnTo>
                <a:lnTo>
                  <a:pt x="241236" y="147054"/>
                </a:lnTo>
                <a:lnTo>
                  <a:pt x="245325" y="146555"/>
                </a:lnTo>
                <a:lnTo>
                  <a:pt x="248596" y="145925"/>
                </a:lnTo>
                <a:lnTo>
                  <a:pt x="252685" y="146736"/>
                </a:lnTo>
                <a:lnTo>
                  <a:pt x="253502" y="147055"/>
                </a:lnTo>
                <a:lnTo>
                  <a:pt x="254320" y="144899"/>
                </a:lnTo>
                <a:lnTo>
                  <a:pt x="259227" y="143721"/>
                </a:lnTo>
                <a:lnTo>
                  <a:pt x="260862" y="146155"/>
                </a:lnTo>
                <a:lnTo>
                  <a:pt x="262498" y="144753"/>
                </a:lnTo>
                <a:lnTo>
                  <a:pt x="267404" y="142837"/>
                </a:lnTo>
                <a:lnTo>
                  <a:pt x="270675" y="143677"/>
                </a:lnTo>
                <a:lnTo>
                  <a:pt x="287030" y="143788"/>
                </a:lnTo>
                <a:lnTo>
                  <a:pt x="288666" y="140775"/>
                </a:lnTo>
                <a:lnTo>
                  <a:pt x="289483" y="143024"/>
                </a:lnTo>
                <a:lnTo>
                  <a:pt x="291119" y="143648"/>
                </a:lnTo>
                <a:lnTo>
                  <a:pt x="291937" y="140621"/>
                </a:lnTo>
                <a:lnTo>
                  <a:pt x="294390" y="141534"/>
                </a:lnTo>
                <a:lnTo>
                  <a:pt x="297661" y="143366"/>
                </a:lnTo>
                <a:lnTo>
                  <a:pt x="300114" y="138426"/>
                </a:lnTo>
                <a:lnTo>
                  <a:pt x="301750" y="139320"/>
                </a:lnTo>
                <a:lnTo>
                  <a:pt x="305839" y="138464"/>
                </a:lnTo>
                <a:lnTo>
                  <a:pt x="314834" y="136796"/>
                </a:lnTo>
                <a:lnTo>
                  <a:pt x="318105" y="137093"/>
                </a:lnTo>
                <a:lnTo>
                  <a:pt x="326282" y="135739"/>
                </a:lnTo>
                <a:lnTo>
                  <a:pt x="331189" y="137524"/>
                </a:lnTo>
                <a:lnTo>
                  <a:pt x="335277" y="138047"/>
                </a:lnTo>
                <a:lnTo>
                  <a:pt x="340184" y="136885"/>
                </a:lnTo>
                <a:lnTo>
                  <a:pt x="344273" y="137901"/>
                </a:lnTo>
                <a:lnTo>
                  <a:pt x="346726" y="137498"/>
                </a:lnTo>
                <a:lnTo>
                  <a:pt x="349997" y="135731"/>
                </a:lnTo>
                <a:lnTo>
                  <a:pt x="352450" y="138138"/>
                </a:lnTo>
                <a:lnTo>
                  <a:pt x="354086" y="136494"/>
                </a:lnTo>
                <a:lnTo>
                  <a:pt x="355721" y="135059"/>
                </a:lnTo>
                <a:lnTo>
                  <a:pt x="357357" y="138134"/>
                </a:lnTo>
                <a:lnTo>
                  <a:pt x="359810" y="135895"/>
                </a:lnTo>
                <a:lnTo>
                  <a:pt x="361446" y="135154"/>
                </a:lnTo>
                <a:lnTo>
                  <a:pt x="362263" y="136234"/>
                </a:lnTo>
                <a:lnTo>
                  <a:pt x="365534" y="139461"/>
                </a:lnTo>
                <a:lnTo>
                  <a:pt x="366352" y="136325"/>
                </a:lnTo>
                <a:lnTo>
                  <a:pt x="370441" y="135420"/>
                </a:lnTo>
                <a:lnTo>
                  <a:pt x="374530" y="137681"/>
                </a:lnTo>
                <a:lnTo>
                  <a:pt x="375347" y="136341"/>
                </a:lnTo>
                <a:lnTo>
                  <a:pt x="376983" y="136244"/>
                </a:lnTo>
                <a:lnTo>
                  <a:pt x="377800" y="137567"/>
                </a:lnTo>
                <a:lnTo>
                  <a:pt x="383525" y="137770"/>
                </a:lnTo>
                <a:lnTo>
                  <a:pt x="390067" y="136637"/>
                </a:lnTo>
                <a:lnTo>
                  <a:pt x="394156" y="138112"/>
                </a:lnTo>
                <a:lnTo>
                  <a:pt x="399062" y="138815"/>
                </a:lnTo>
                <a:lnTo>
                  <a:pt x="401515" y="137602"/>
                </a:lnTo>
                <a:lnTo>
                  <a:pt x="402333" y="139492"/>
                </a:lnTo>
                <a:lnTo>
                  <a:pt x="408057" y="138468"/>
                </a:lnTo>
                <a:lnTo>
                  <a:pt x="414599" y="138208"/>
                </a:lnTo>
                <a:lnTo>
                  <a:pt x="427683" y="141568"/>
                </a:lnTo>
                <a:lnTo>
                  <a:pt x="431772" y="143635"/>
                </a:lnTo>
                <a:lnTo>
                  <a:pt x="432590" y="142148"/>
                </a:lnTo>
                <a:lnTo>
                  <a:pt x="434225" y="141496"/>
                </a:lnTo>
                <a:lnTo>
                  <a:pt x="435043" y="143168"/>
                </a:lnTo>
                <a:lnTo>
                  <a:pt x="454669" y="143132"/>
                </a:lnTo>
                <a:lnTo>
                  <a:pt x="456305" y="144337"/>
                </a:lnTo>
                <a:lnTo>
                  <a:pt x="457122" y="141693"/>
                </a:lnTo>
                <a:lnTo>
                  <a:pt x="457940" y="141077"/>
                </a:lnTo>
                <a:lnTo>
                  <a:pt x="459575" y="143471"/>
                </a:lnTo>
                <a:lnTo>
                  <a:pt x="462029" y="142648"/>
                </a:lnTo>
                <a:lnTo>
                  <a:pt x="463664" y="141953"/>
                </a:lnTo>
                <a:lnTo>
                  <a:pt x="464482" y="144195"/>
                </a:lnTo>
                <a:lnTo>
                  <a:pt x="496374" y="146508"/>
                </a:lnTo>
                <a:lnTo>
                  <a:pt x="497192" y="144435"/>
                </a:lnTo>
                <a:lnTo>
                  <a:pt x="499645" y="145559"/>
                </a:lnTo>
                <a:lnTo>
                  <a:pt x="503734" y="146201"/>
                </a:lnTo>
                <a:lnTo>
                  <a:pt x="508640" y="144112"/>
                </a:lnTo>
                <a:lnTo>
                  <a:pt x="512729" y="149552"/>
                </a:lnTo>
                <a:lnTo>
                  <a:pt x="515182" y="150538"/>
                </a:lnTo>
                <a:lnTo>
                  <a:pt x="516000" y="149043"/>
                </a:lnTo>
                <a:lnTo>
                  <a:pt x="518454" y="146049"/>
                </a:lnTo>
                <a:lnTo>
                  <a:pt x="520089" y="147245"/>
                </a:lnTo>
                <a:lnTo>
                  <a:pt x="526631" y="148606"/>
                </a:lnTo>
                <a:lnTo>
                  <a:pt x="536444" y="146575"/>
                </a:lnTo>
                <a:lnTo>
                  <a:pt x="539715" y="146493"/>
                </a:lnTo>
                <a:lnTo>
                  <a:pt x="542168" y="147402"/>
                </a:lnTo>
                <a:lnTo>
                  <a:pt x="547075" y="147989"/>
                </a:lnTo>
                <a:lnTo>
                  <a:pt x="551164" y="145843"/>
                </a:lnTo>
                <a:lnTo>
                  <a:pt x="586327" y="144745"/>
                </a:lnTo>
                <a:lnTo>
                  <a:pt x="592051" y="143186"/>
                </a:lnTo>
                <a:lnTo>
                  <a:pt x="596140" y="144757"/>
                </a:lnTo>
                <a:lnTo>
                  <a:pt x="599411" y="144232"/>
                </a:lnTo>
                <a:lnTo>
                  <a:pt x="603499" y="146656"/>
                </a:lnTo>
                <a:lnTo>
                  <a:pt x="609224" y="146475"/>
                </a:lnTo>
                <a:lnTo>
                  <a:pt x="623943" y="149447"/>
                </a:lnTo>
                <a:lnTo>
                  <a:pt x="628850" y="149213"/>
                </a:lnTo>
                <a:lnTo>
                  <a:pt x="633756" y="152316"/>
                </a:lnTo>
                <a:lnTo>
                  <a:pt x="637027" y="152328"/>
                </a:lnTo>
                <a:lnTo>
                  <a:pt x="658289" y="154814"/>
                </a:lnTo>
                <a:lnTo>
                  <a:pt x="660742" y="154175"/>
                </a:lnTo>
                <a:lnTo>
                  <a:pt x="664831" y="156441"/>
                </a:lnTo>
                <a:lnTo>
                  <a:pt x="671373" y="157641"/>
                </a:lnTo>
                <a:lnTo>
                  <a:pt x="682821" y="157492"/>
                </a:lnTo>
                <a:lnTo>
                  <a:pt x="683639" y="158947"/>
                </a:lnTo>
                <a:lnTo>
                  <a:pt x="686092" y="157344"/>
                </a:lnTo>
                <a:lnTo>
                  <a:pt x="690999" y="156759"/>
                </a:lnTo>
                <a:lnTo>
                  <a:pt x="695088" y="155774"/>
                </a:lnTo>
                <a:lnTo>
                  <a:pt x="696723" y="157526"/>
                </a:lnTo>
                <a:lnTo>
                  <a:pt x="698358" y="155828"/>
                </a:lnTo>
                <a:lnTo>
                  <a:pt x="701630" y="152132"/>
                </a:lnTo>
                <a:lnTo>
                  <a:pt x="703265" y="153164"/>
                </a:lnTo>
                <a:lnTo>
                  <a:pt x="723709" y="143182"/>
                </a:lnTo>
                <a:lnTo>
                  <a:pt x="728615" y="142380"/>
                </a:lnTo>
                <a:lnTo>
                  <a:pt x="779316" y="138172"/>
                </a:lnTo>
                <a:lnTo>
                  <a:pt x="789128" y="132988"/>
                </a:lnTo>
                <a:lnTo>
                  <a:pt x="803848" y="146160"/>
                </a:lnTo>
                <a:lnTo>
                  <a:pt x="842282" y="158351"/>
                </a:lnTo>
                <a:lnTo>
                  <a:pt x="843918" y="158154"/>
                </a:lnTo>
                <a:lnTo>
                  <a:pt x="848007" y="161376"/>
                </a:lnTo>
                <a:lnTo>
                  <a:pt x="852096" y="162552"/>
                </a:lnTo>
                <a:lnTo>
                  <a:pt x="853731" y="164915"/>
                </a:lnTo>
                <a:lnTo>
                  <a:pt x="855366" y="163967"/>
                </a:lnTo>
                <a:lnTo>
                  <a:pt x="893801" y="173195"/>
                </a:lnTo>
                <a:lnTo>
                  <a:pt x="897890" y="178284"/>
                </a:lnTo>
                <a:lnTo>
                  <a:pt x="898707" y="181591"/>
                </a:lnTo>
                <a:lnTo>
                  <a:pt x="899525" y="177208"/>
                </a:lnTo>
                <a:lnTo>
                  <a:pt x="900343" y="178212"/>
                </a:lnTo>
                <a:lnTo>
                  <a:pt x="901160" y="177238"/>
                </a:lnTo>
                <a:lnTo>
                  <a:pt x="901978" y="178393"/>
                </a:lnTo>
                <a:lnTo>
                  <a:pt x="906885" y="185553"/>
                </a:lnTo>
                <a:lnTo>
                  <a:pt x="908520" y="183469"/>
                </a:lnTo>
                <a:lnTo>
                  <a:pt x="910156" y="184933"/>
                </a:lnTo>
                <a:lnTo>
                  <a:pt x="913427" y="186214"/>
                </a:lnTo>
                <a:lnTo>
                  <a:pt x="922422" y="190724"/>
                </a:lnTo>
                <a:lnTo>
                  <a:pt x="927328" y="192966"/>
                </a:lnTo>
                <a:lnTo>
                  <a:pt x="942048" y="195557"/>
                </a:lnTo>
                <a:lnTo>
                  <a:pt x="946955" y="197958"/>
                </a:lnTo>
                <a:lnTo>
                  <a:pt x="987024" y="204890"/>
                </a:lnTo>
                <a:lnTo>
                  <a:pt x="987842" y="206833"/>
                </a:lnTo>
                <a:lnTo>
                  <a:pt x="990295" y="204777"/>
                </a:lnTo>
                <a:lnTo>
                  <a:pt x="991113" y="203483"/>
                </a:lnTo>
                <a:lnTo>
                  <a:pt x="992749" y="204877"/>
                </a:lnTo>
                <a:lnTo>
                  <a:pt x="995202" y="205477"/>
                </a:lnTo>
                <a:lnTo>
                  <a:pt x="998473" y="203821"/>
                </a:lnTo>
                <a:lnTo>
                  <a:pt x="1031183" y="201593"/>
                </a:lnTo>
                <a:lnTo>
                  <a:pt x="1037725" y="198412"/>
                </a:lnTo>
                <a:lnTo>
                  <a:pt x="1042631" y="197467"/>
                </a:lnTo>
                <a:lnTo>
                  <a:pt x="1069617" y="196195"/>
                </a:lnTo>
                <a:lnTo>
                  <a:pt x="1103963" y="170552"/>
                </a:lnTo>
                <a:lnTo>
                  <a:pt x="1139126" y="136959"/>
                </a:lnTo>
                <a:lnTo>
                  <a:pt x="1156299" y="121861"/>
                </a:lnTo>
                <a:lnTo>
                  <a:pt x="1158752" y="120323"/>
                </a:lnTo>
                <a:lnTo>
                  <a:pt x="1160387" y="122848"/>
                </a:lnTo>
                <a:lnTo>
                  <a:pt x="1167747" y="122365"/>
                </a:lnTo>
                <a:lnTo>
                  <a:pt x="1173471" y="120639"/>
                </a:lnTo>
                <a:lnTo>
                  <a:pt x="1174289" y="116943"/>
                </a:lnTo>
                <a:lnTo>
                  <a:pt x="1175107" y="121706"/>
                </a:lnTo>
                <a:lnTo>
                  <a:pt x="1175924" y="120213"/>
                </a:lnTo>
                <a:lnTo>
                  <a:pt x="1196368" y="138878"/>
                </a:lnTo>
                <a:lnTo>
                  <a:pt x="1219265" y="167639"/>
                </a:lnTo>
                <a:lnTo>
                  <a:pt x="1226625" y="183453"/>
                </a:lnTo>
                <a:lnTo>
                  <a:pt x="1229896" y="183417"/>
                </a:lnTo>
                <a:lnTo>
                  <a:pt x="1236438" y="191921"/>
                </a:lnTo>
                <a:lnTo>
                  <a:pt x="1237256" y="190686"/>
                </a:lnTo>
                <a:lnTo>
                  <a:pt x="1238074" y="194182"/>
                </a:lnTo>
                <a:lnTo>
                  <a:pt x="1238891" y="191951"/>
                </a:lnTo>
                <a:lnTo>
                  <a:pt x="1239709" y="194312"/>
                </a:lnTo>
                <a:lnTo>
                  <a:pt x="1241344" y="193301"/>
                </a:lnTo>
                <a:lnTo>
                  <a:pt x="1242162" y="189714"/>
                </a:lnTo>
                <a:lnTo>
                  <a:pt x="1242980" y="195283"/>
                </a:lnTo>
                <a:lnTo>
                  <a:pt x="1244616" y="191184"/>
                </a:lnTo>
                <a:lnTo>
                  <a:pt x="1247069" y="199313"/>
                </a:lnTo>
                <a:lnTo>
                  <a:pt x="1248704" y="197021"/>
                </a:lnTo>
                <a:lnTo>
                  <a:pt x="1249522" y="197124"/>
                </a:lnTo>
                <a:lnTo>
                  <a:pt x="1251158" y="193039"/>
                </a:lnTo>
                <a:lnTo>
                  <a:pt x="1252793" y="194479"/>
                </a:lnTo>
                <a:lnTo>
                  <a:pt x="1255246" y="201836"/>
                </a:lnTo>
                <a:lnTo>
                  <a:pt x="1256064" y="201399"/>
                </a:lnTo>
                <a:lnTo>
                  <a:pt x="1256882" y="201798"/>
                </a:lnTo>
                <a:lnTo>
                  <a:pt x="1259335" y="200540"/>
                </a:lnTo>
                <a:lnTo>
                  <a:pt x="1260153" y="206718"/>
                </a:lnTo>
                <a:lnTo>
                  <a:pt x="1260970" y="202116"/>
                </a:lnTo>
                <a:lnTo>
                  <a:pt x="1262606" y="205626"/>
                </a:lnTo>
                <a:lnTo>
                  <a:pt x="1267512" y="212655"/>
                </a:lnTo>
                <a:lnTo>
                  <a:pt x="1268330" y="209546"/>
                </a:lnTo>
                <a:lnTo>
                  <a:pt x="1269148" y="209893"/>
                </a:lnTo>
                <a:lnTo>
                  <a:pt x="1270783" y="218654"/>
                </a:lnTo>
                <a:lnTo>
                  <a:pt x="1272419" y="214720"/>
                </a:lnTo>
                <a:lnTo>
                  <a:pt x="1280597" y="226111"/>
                </a:lnTo>
                <a:lnTo>
                  <a:pt x="1281414" y="219370"/>
                </a:lnTo>
                <a:lnTo>
                  <a:pt x="1282232" y="227388"/>
                </a:lnTo>
                <a:lnTo>
                  <a:pt x="1283867" y="223107"/>
                </a:lnTo>
                <a:lnTo>
                  <a:pt x="1287139" y="219950"/>
                </a:lnTo>
                <a:lnTo>
                  <a:pt x="1287956" y="220682"/>
                </a:lnTo>
                <a:lnTo>
                  <a:pt x="1290409" y="222211"/>
                </a:lnTo>
                <a:lnTo>
                  <a:pt x="1289592" y="217901"/>
                </a:lnTo>
                <a:lnTo>
                  <a:pt x="1291227" y="220532"/>
                </a:lnTo>
                <a:lnTo>
                  <a:pt x="1297769" y="223864"/>
                </a:lnTo>
                <a:lnTo>
                  <a:pt x="1301040" y="215987"/>
                </a:lnTo>
                <a:lnTo>
                  <a:pt x="1302676" y="220912"/>
                </a:lnTo>
                <a:lnTo>
                  <a:pt x="1303493" y="217740"/>
                </a:lnTo>
                <a:lnTo>
                  <a:pt x="1305129" y="213932"/>
                </a:lnTo>
                <a:lnTo>
                  <a:pt x="1305947" y="218977"/>
                </a:lnTo>
                <a:lnTo>
                  <a:pt x="1306765" y="220413"/>
                </a:lnTo>
                <a:lnTo>
                  <a:pt x="1307582" y="218064"/>
                </a:lnTo>
                <a:lnTo>
                  <a:pt x="1309218" y="211026"/>
                </a:lnTo>
                <a:lnTo>
                  <a:pt x="1310035" y="218288"/>
                </a:lnTo>
                <a:lnTo>
                  <a:pt x="1310853" y="218713"/>
                </a:lnTo>
                <a:lnTo>
                  <a:pt x="1311671" y="211312"/>
                </a:lnTo>
                <a:lnTo>
                  <a:pt x="1312489" y="226331"/>
                </a:lnTo>
                <a:lnTo>
                  <a:pt x="1314124" y="223807"/>
                </a:lnTo>
                <a:lnTo>
                  <a:pt x="1314942" y="227925"/>
                </a:lnTo>
                <a:lnTo>
                  <a:pt x="1315760" y="219317"/>
                </a:lnTo>
                <a:lnTo>
                  <a:pt x="1318213" y="224573"/>
                </a:lnTo>
                <a:lnTo>
                  <a:pt x="1321484" y="225704"/>
                </a:lnTo>
                <a:lnTo>
                  <a:pt x="1323937" y="219180"/>
                </a:lnTo>
                <a:lnTo>
                  <a:pt x="1324755" y="220775"/>
                </a:lnTo>
                <a:lnTo>
                  <a:pt x="1325573" y="224853"/>
                </a:lnTo>
                <a:lnTo>
                  <a:pt x="1326391" y="221084"/>
                </a:lnTo>
                <a:lnTo>
                  <a:pt x="1327208" y="212093"/>
                </a:lnTo>
                <a:lnTo>
                  <a:pt x="1328026" y="225594"/>
                </a:lnTo>
                <a:lnTo>
                  <a:pt x="1328844" y="225430"/>
                </a:lnTo>
                <a:lnTo>
                  <a:pt x="1332933" y="221577"/>
                </a:lnTo>
                <a:lnTo>
                  <a:pt x="1330479" y="227404"/>
                </a:lnTo>
                <a:lnTo>
                  <a:pt x="1333750" y="223708"/>
                </a:lnTo>
                <a:lnTo>
                  <a:pt x="1337839" y="228544"/>
                </a:lnTo>
                <a:lnTo>
                  <a:pt x="1338657" y="228602"/>
                </a:lnTo>
                <a:lnTo>
                  <a:pt x="1339475" y="222456"/>
                </a:lnTo>
                <a:lnTo>
                  <a:pt x="1341928" y="224940"/>
                </a:lnTo>
                <a:lnTo>
                  <a:pt x="1344381" y="226842"/>
                </a:lnTo>
                <a:lnTo>
                  <a:pt x="1346016" y="222082"/>
                </a:lnTo>
                <a:lnTo>
                  <a:pt x="1346834" y="224653"/>
                </a:lnTo>
                <a:lnTo>
                  <a:pt x="1350923" y="239102"/>
                </a:lnTo>
                <a:lnTo>
                  <a:pt x="1351741" y="237082"/>
                </a:lnTo>
                <a:lnTo>
                  <a:pt x="1353376" y="238768"/>
                </a:lnTo>
                <a:lnTo>
                  <a:pt x="1355012" y="236539"/>
                </a:lnTo>
                <a:lnTo>
                  <a:pt x="1355830" y="245402"/>
                </a:lnTo>
                <a:lnTo>
                  <a:pt x="1358283" y="240573"/>
                </a:lnTo>
                <a:lnTo>
                  <a:pt x="1362372" y="247364"/>
                </a:lnTo>
                <a:lnTo>
                  <a:pt x="1363189" y="255248"/>
                </a:lnTo>
                <a:lnTo>
                  <a:pt x="1364825" y="244333"/>
                </a:lnTo>
                <a:lnTo>
                  <a:pt x="1371367" y="264407"/>
                </a:lnTo>
                <a:lnTo>
                  <a:pt x="1374638" y="249697"/>
                </a:lnTo>
                <a:lnTo>
                  <a:pt x="1375456" y="263097"/>
                </a:lnTo>
                <a:lnTo>
                  <a:pt x="1377909" y="260177"/>
                </a:lnTo>
                <a:lnTo>
                  <a:pt x="1380362" y="259912"/>
                </a:lnTo>
                <a:lnTo>
                  <a:pt x="1386086" y="279268"/>
                </a:lnTo>
                <a:lnTo>
                  <a:pt x="1388540" y="270235"/>
                </a:lnTo>
                <a:lnTo>
                  <a:pt x="1389357" y="274027"/>
                </a:lnTo>
                <a:lnTo>
                  <a:pt x="1390175" y="275872"/>
                </a:lnTo>
                <a:lnTo>
                  <a:pt x="1390993" y="273989"/>
                </a:lnTo>
                <a:lnTo>
                  <a:pt x="1391810" y="267484"/>
                </a:lnTo>
                <a:lnTo>
                  <a:pt x="1393446" y="271517"/>
                </a:lnTo>
                <a:lnTo>
                  <a:pt x="1397535" y="280787"/>
                </a:lnTo>
                <a:lnTo>
                  <a:pt x="1398352" y="277897"/>
                </a:lnTo>
                <a:lnTo>
                  <a:pt x="1399988" y="283179"/>
                </a:lnTo>
                <a:lnTo>
                  <a:pt x="1400806" y="280478"/>
                </a:lnTo>
                <a:lnTo>
                  <a:pt x="1401624" y="279296"/>
                </a:lnTo>
                <a:lnTo>
                  <a:pt x="1402441" y="282923"/>
                </a:lnTo>
                <a:lnTo>
                  <a:pt x="1404077" y="281134"/>
                </a:lnTo>
                <a:lnTo>
                  <a:pt x="1406530" y="289879"/>
                </a:lnTo>
                <a:lnTo>
                  <a:pt x="1408166" y="286888"/>
                </a:lnTo>
                <a:lnTo>
                  <a:pt x="1409801" y="287517"/>
                </a:lnTo>
                <a:lnTo>
                  <a:pt x="1417161" y="300207"/>
                </a:lnTo>
                <a:lnTo>
                  <a:pt x="1421250" y="299876"/>
                </a:lnTo>
                <a:lnTo>
                  <a:pt x="1425338" y="315931"/>
                </a:lnTo>
                <a:lnTo>
                  <a:pt x="1426156" y="312169"/>
                </a:lnTo>
                <a:lnTo>
                  <a:pt x="1431062" y="318924"/>
                </a:lnTo>
                <a:lnTo>
                  <a:pt x="1431880" y="316412"/>
                </a:lnTo>
                <a:lnTo>
                  <a:pt x="1432698" y="320487"/>
                </a:lnTo>
                <a:lnTo>
                  <a:pt x="1435969" y="321718"/>
                </a:lnTo>
                <a:lnTo>
                  <a:pt x="1437605" y="319857"/>
                </a:lnTo>
                <a:lnTo>
                  <a:pt x="1438422" y="321157"/>
                </a:lnTo>
                <a:lnTo>
                  <a:pt x="1440875" y="326778"/>
                </a:lnTo>
                <a:lnTo>
                  <a:pt x="1441693" y="323903"/>
                </a:lnTo>
                <a:lnTo>
                  <a:pt x="1442511" y="323158"/>
                </a:lnTo>
                <a:lnTo>
                  <a:pt x="1444964" y="330051"/>
                </a:lnTo>
                <a:lnTo>
                  <a:pt x="1445782" y="329025"/>
                </a:lnTo>
                <a:lnTo>
                  <a:pt x="1449053" y="325195"/>
                </a:lnTo>
                <a:lnTo>
                  <a:pt x="1447417" y="330827"/>
                </a:lnTo>
                <a:lnTo>
                  <a:pt x="1449871" y="327615"/>
                </a:lnTo>
                <a:lnTo>
                  <a:pt x="1455595" y="362533"/>
                </a:lnTo>
                <a:lnTo>
                  <a:pt x="1459684" y="350694"/>
                </a:lnTo>
                <a:lnTo>
                  <a:pt x="1460501" y="355298"/>
                </a:lnTo>
                <a:lnTo>
                  <a:pt x="1462137" y="352157"/>
                </a:lnTo>
                <a:lnTo>
                  <a:pt x="1465408" y="341776"/>
                </a:lnTo>
                <a:lnTo>
                  <a:pt x="1467861" y="361116"/>
                </a:lnTo>
                <a:lnTo>
                  <a:pt x="1469497" y="355761"/>
                </a:lnTo>
                <a:lnTo>
                  <a:pt x="1472768" y="372902"/>
                </a:lnTo>
                <a:lnTo>
                  <a:pt x="1473585" y="371823"/>
                </a:lnTo>
                <a:lnTo>
                  <a:pt x="1477674" y="342091"/>
                </a:lnTo>
                <a:lnTo>
                  <a:pt x="1479310" y="343613"/>
                </a:lnTo>
                <a:lnTo>
                  <a:pt x="1480127" y="349240"/>
                </a:lnTo>
                <a:lnTo>
                  <a:pt x="1480945" y="334871"/>
                </a:lnTo>
                <a:lnTo>
                  <a:pt x="1481763" y="343657"/>
                </a:lnTo>
                <a:lnTo>
                  <a:pt x="1482581" y="342748"/>
                </a:lnTo>
                <a:lnTo>
                  <a:pt x="1488305" y="358595"/>
                </a:lnTo>
                <a:lnTo>
                  <a:pt x="1494029" y="350011"/>
                </a:lnTo>
                <a:lnTo>
                  <a:pt x="1496483" y="347531"/>
                </a:lnTo>
                <a:lnTo>
                  <a:pt x="1497300" y="352366"/>
                </a:lnTo>
                <a:lnTo>
                  <a:pt x="1498118" y="351118"/>
                </a:lnTo>
                <a:lnTo>
                  <a:pt x="1501389" y="334128"/>
                </a:lnTo>
                <a:lnTo>
                  <a:pt x="1503842" y="349734"/>
                </a:lnTo>
                <a:lnTo>
                  <a:pt x="1504660" y="348794"/>
                </a:lnTo>
                <a:lnTo>
                  <a:pt x="1507113" y="336478"/>
                </a:lnTo>
                <a:lnTo>
                  <a:pt x="1507931" y="340842"/>
                </a:lnTo>
                <a:lnTo>
                  <a:pt x="1508749" y="339245"/>
                </a:lnTo>
                <a:lnTo>
                  <a:pt x="1509567" y="342253"/>
                </a:lnTo>
                <a:lnTo>
                  <a:pt x="1512020" y="347128"/>
                </a:lnTo>
                <a:lnTo>
                  <a:pt x="1512837" y="348407"/>
                </a:lnTo>
                <a:lnTo>
                  <a:pt x="1513655" y="347132"/>
                </a:lnTo>
                <a:lnTo>
                  <a:pt x="1515291" y="341735"/>
                </a:lnTo>
                <a:lnTo>
                  <a:pt x="1516108" y="348716"/>
                </a:lnTo>
                <a:lnTo>
                  <a:pt x="1516926" y="361433"/>
                </a:lnTo>
                <a:lnTo>
                  <a:pt x="1518562" y="347863"/>
                </a:lnTo>
                <a:lnTo>
                  <a:pt x="1519380" y="357013"/>
                </a:lnTo>
                <a:lnTo>
                  <a:pt x="1522650" y="370437"/>
                </a:lnTo>
                <a:lnTo>
                  <a:pt x="1523468" y="367063"/>
                </a:lnTo>
                <a:lnTo>
                  <a:pt x="1526739" y="341899"/>
                </a:lnTo>
                <a:lnTo>
                  <a:pt x="1527557" y="350250"/>
                </a:lnTo>
                <a:lnTo>
                  <a:pt x="1534099" y="361621"/>
                </a:lnTo>
                <a:lnTo>
                  <a:pt x="1535734" y="357025"/>
                </a:lnTo>
                <a:lnTo>
                  <a:pt x="1539823" y="350654"/>
                </a:lnTo>
                <a:lnTo>
                  <a:pt x="1540641" y="341936"/>
                </a:lnTo>
                <a:lnTo>
                  <a:pt x="1541459" y="359469"/>
                </a:lnTo>
                <a:lnTo>
                  <a:pt x="1542276" y="355589"/>
                </a:lnTo>
                <a:lnTo>
                  <a:pt x="1543094" y="367516"/>
                </a:lnTo>
                <a:lnTo>
                  <a:pt x="1545548" y="365450"/>
                </a:lnTo>
                <a:lnTo>
                  <a:pt x="1546365" y="355020"/>
                </a:lnTo>
                <a:lnTo>
                  <a:pt x="1547183" y="363522"/>
                </a:lnTo>
                <a:lnTo>
                  <a:pt x="1549636" y="375584"/>
                </a:lnTo>
                <a:lnTo>
                  <a:pt x="1550454" y="372321"/>
                </a:lnTo>
                <a:lnTo>
                  <a:pt x="1551272" y="373495"/>
                </a:lnTo>
                <a:lnTo>
                  <a:pt x="1552090" y="365985"/>
                </a:lnTo>
                <a:lnTo>
                  <a:pt x="1552907" y="377201"/>
                </a:lnTo>
                <a:lnTo>
                  <a:pt x="1553725" y="373777"/>
                </a:lnTo>
                <a:lnTo>
                  <a:pt x="1554543" y="372754"/>
                </a:lnTo>
                <a:lnTo>
                  <a:pt x="1557814" y="341664"/>
                </a:lnTo>
                <a:lnTo>
                  <a:pt x="1558632" y="368597"/>
                </a:lnTo>
                <a:lnTo>
                  <a:pt x="1561085" y="357326"/>
                </a:lnTo>
                <a:lnTo>
                  <a:pt x="1565174" y="341294"/>
                </a:lnTo>
                <a:lnTo>
                  <a:pt x="1565991" y="344809"/>
                </a:lnTo>
                <a:lnTo>
                  <a:pt x="1566809" y="342795"/>
                </a:lnTo>
                <a:lnTo>
                  <a:pt x="1567627" y="347218"/>
                </a:lnTo>
                <a:lnTo>
                  <a:pt x="1569262" y="372646"/>
                </a:lnTo>
                <a:lnTo>
                  <a:pt x="1572533" y="372302"/>
                </a:lnTo>
                <a:lnTo>
                  <a:pt x="1574169" y="346255"/>
                </a:lnTo>
                <a:lnTo>
                  <a:pt x="1575804" y="358581"/>
                </a:lnTo>
                <a:lnTo>
                  <a:pt x="1579075" y="364798"/>
                </a:lnTo>
                <a:lnTo>
                  <a:pt x="1583982" y="343872"/>
                </a:lnTo>
                <a:lnTo>
                  <a:pt x="1587253" y="372903"/>
                </a:lnTo>
                <a:lnTo>
                  <a:pt x="1588888" y="360924"/>
                </a:lnTo>
                <a:lnTo>
                  <a:pt x="1590524" y="353117"/>
                </a:lnTo>
                <a:lnTo>
                  <a:pt x="1592977" y="355758"/>
                </a:lnTo>
                <a:lnTo>
                  <a:pt x="1595430" y="367679"/>
                </a:lnTo>
                <a:lnTo>
                  <a:pt x="1597066" y="345563"/>
                </a:lnTo>
                <a:lnTo>
                  <a:pt x="1598701" y="350945"/>
                </a:lnTo>
                <a:lnTo>
                  <a:pt x="1602790" y="367371"/>
                </a:lnTo>
                <a:lnTo>
                  <a:pt x="1605243" y="364878"/>
                </a:lnTo>
                <a:lnTo>
                  <a:pt x="1606879" y="362021"/>
                </a:lnTo>
                <a:lnTo>
                  <a:pt x="1607697" y="364856"/>
                </a:lnTo>
                <a:lnTo>
                  <a:pt x="1610150" y="366673"/>
                </a:lnTo>
                <a:lnTo>
                  <a:pt x="1610967" y="383886"/>
                </a:lnTo>
                <a:lnTo>
                  <a:pt x="1613421" y="379945"/>
                </a:lnTo>
                <a:lnTo>
                  <a:pt x="1615874" y="357054"/>
                </a:lnTo>
                <a:lnTo>
                  <a:pt x="1617509" y="364743"/>
                </a:lnTo>
                <a:lnTo>
                  <a:pt x="1619963" y="357325"/>
                </a:lnTo>
                <a:lnTo>
                  <a:pt x="1620781" y="359199"/>
                </a:lnTo>
                <a:lnTo>
                  <a:pt x="1624869" y="385693"/>
                </a:lnTo>
                <a:lnTo>
                  <a:pt x="1625687" y="383971"/>
                </a:lnTo>
                <a:lnTo>
                  <a:pt x="1626505" y="386802"/>
                </a:lnTo>
                <a:lnTo>
                  <a:pt x="1628140" y="372124"/>
                </a:lnTo>
                <a:lnTo>
                  <a:pt x="1629776" y="379500"/>
                </a:lnTo>
                <a:lnTo>
                  <a:pt x="1631411" y="389745"/>
                </a:lnTo>
                <a:lnTo>
                  <a:pt x="1634682" y="358442"/>
                </a:lnTo>
                <a:lnTo>
                  <a:pt x="1635500" y="361416"/>
                </a:lnTo>
                <a:lnTo>
                  <a:pt x="1640407" y="375455"/>
                </a:lnTo>
                <a:lnTo>
                  <a:pt x="1642042" y="373284"/>
                </a:lnTo>
                <a:lnTo>
                  <a:pt x="1645313" y="351729"/>
                </a:lnTo>
                <a:lnTo>
                  <a:pt x="1646949" y="367234"/>
                </a:lnTo>
                <a:lnTo>
                  <a:pt x="1649402" y="363542"/>
                </a:lnTo>
                <a:lnTo>
                  <a:pt x="1651037" y="353148"/>
                </a:lnTo>
                <a:lnTo>
                  <a:pt x="1653491" y="353919"/>
                </a:lnTo>
                <a:lnTo>
                  <a:pt x="1655944" y="362886"/>
                </a:lnTo>
                <a:lnTo>
                  <a:pt x="1657579" y="361435"/>
                </a:lnTo>
                <a:lnTo>
                  <a:pt x="1660850" y="365696"/>
                </a:lnTo>
                <a:lnTo>
                  <a:pt x="1661668" y="367070"/>
                </a:lnTo>
                <a:lnTo>
                  <a:pt x="1662486" y="365330"/>
                </a:lnTo>
                <a:lnTo>
                  <a:pt x="1663303" y="362070"/>
                </a:lnTo>
                <a:lnTo>
                  <a:pt x="1665757" y="363603"/>
                </a:lnTo>
                <a:lnTo>
                  <a:pt x="1666575" y="365544"/>
                </a:lnTo>
                <a:lnTo>
                  <a:pt x="1668210" y="348679"/>
                </a:lnTo>
                <a:lnTo>
                  <a:pt x="1669845" y="355701"/>
                </a:lnTo>
                <a:lnTo>
                  <a:pt x="1670663" y="350929"/>
                </a:lnTo>
                <a:lnTo>
                  <a:pt x="1671481" y="360813"/>
                </a:lnTo>
                <a:lnTo>
                  <a:pt x="1672299" y="358730"/>
                </a:lnTo>
                <a:lnTo>
                  <a:pt x="1673934" y="358780"/>
                </a:lnTo>
                <a:lnTo>
                  <a:pt x="1675570" y="366868"/>
                </a:lnTo>
                <a:lnTo>
                  <a:pt x="1677205" y="361638"/>
                </a:lnTo>
                <a:lnTo>
                  <a:pt x="1678841" y="352754"/>
                </a:lnTo>
                <a:lnTo>
                  <a:pt x="1679659" y="357756"/>
                </a:lnTo>
                <a:lnTo>
                  <a:pt x="1682929" y="369139"/>
                </a:lnTo>
                <a:lnTo>
                  <a:pt x="1683747" y="368061"/>
                </a:lnTo>
                <a:lnTo>
                  <a:pt x="1685383" y="361917"/>
                </a:lnTo>
                <a:lnTo>
                  <a:pt x="1686200" y="362244"/>
                </a:lnTo>
                <a:lnTo>
                  <a:pt x="1689472" y="381109"/>
                </a:lnTo>
                <a:lnTo>
                  <a:pt x="1690289" y="379296"/>
                </a:lnTo>
                <a:lnTo>
                  <a:pt x="1691925" y="371785"/>
                </a:lnTo>
                <a:lnTo>
                  <a:pt x="1693560" y="378286"/>
                </a:lnTo>
                <a:lnTo>
                  <a:pt x="1697649" y="389635"/>
                </a:lnTo>
                <a:lnTo>
                  <a:pt x="1699284" y="393568"/>
                </a:lnTo>
                <a:lnTo>
                  <a:pt x="1700102" y="390379"/>
                </a:lnTo>
                <a:lnTo>
                  <a:pt x="1702556" y="385487"/>
                </a:lnTo>
                <a:lnTo>
                  <a:pt x="1703373" y="388313"/>
                </a:lnTo>
                <a:lnTo>
                  <a:pt x="1706644" y="393463"/>
                </a:lnTo>
                <a:lnTo>
                  <a:pt x="1708280" y="390777"/>
                </a:lnTo>
                <a:lnTo>
                  <a:pt x="1709915" y="386617"/>
                </a:lnTo>
                <a:lnTo>
                  <a:pt x="1710733" y="390973"/>
                </a:lnTo>
                <a:lnTo>
                  <a:pt x="1711551" y="392971"/>
                </a:lnTo>
                <a:lnTo>
                  <a:pt x="1712368" y="389449"/>
                </a:lnTo>
                <a:lnTo>
                  <a:pt x="1714004" y="385132"/>
                </a:lnTo>
                <a:lnTo>
                  <a:pt x="1714822" y="392334"/>
                </a:lnTo>
                <a:lnTo>
                  <a:pt x="1716457" y="391428"/>
                </a:lnTo>
                <a:lnTo>
                  <a:pt x="1718093" y="396714"/>
                </a:lnTo>
                <a:lnTo>
                  <a:pt x="1719728" y="393513"/>
                </a:lnTo>
                <a:lnTo>
                  <a:pt x="1722182" y="394675"/>
                </a:lnTo>
                <a:lnTo>
                  <a:pt x="1728724" y="407823"/>
                </a:lnTo>
                <a:lnTo>
                  <a:pt x="1729541" y="408511"/>
                </a:lnTo>
                <a:lnTo>
                  <a:pt x="1731177" y="400376"/>
                </a:lnTo>
                <a:lnTo>
                  <a:pt x="1731994" y="407018"/>
                </a:lnTo>
                <a:lnTo>
                  <a:pt x="1736083" y="415790"/>
                </a:lnTo>
                <a:lnTo>
                  <a:pt x="1733630" y="406191"/>
                </a:lnTo>
                <a:lnTo>
                  <a:pt x="1736901" y="413572"/>
                </a:lnTo>
                <a:lnTo>
                  <a:pt x="1740172" y="396449"/>
                </a:lnTo>
                <a:lnTo>
                  <a:pt x="1741808" y="403744"/>
                </a:lnTo>
                <a:lnTo>
                  <a:pt x="1742625" y="405256"/>
                </a:lnTo>
                <a:lnTo>
                  <a:pt x="1743443" y="403824"/>
                </a:lnTo>
                <a:lnTo>
                  <a:pt x="1745896" y="398636"/>
                </a:lnTo>
                <a:lnTo>
                  <a:pt x="1747532" y="411743"/>
                </a:lnTo>
                <a:lnTo>
                  <a:pt x="1749985" y="408830"/>
                </a:lnTo>
                <a:lnTo>
                  <a:pt x="1766340" y="29352"/>
                </a:lnTo>
                <a:lnTo>
                  <a:pt x="1767975" y="38184"/>
                </a:lnTo>
                <a:lnTo>
                  <a:pt x="1768793" y="36042"/>
                </a:lnTo>
                <a:lnTo>
                  <a:pt x="1771247" y="0"/>
                </a:lnTo>
                <a:lnTo>
                  <a:pt x="1772064" y="22121"/>
                </a:lnTo>
                <a:lnTo>
                  <a:pt x="1772882" y="21580"/>
                </a:lnTo>
                <a:lnTo>
                  <a:pt x="1774517" y="23755"/>
                </a:lnTo>
                <a:lnTo>
                  <a:pt x="1776153" y="7102"/>
                </a:lnTo>
                <a:lnTo>
                  <a:pt x="1778606" y="33373"/>
                </a:lnTo>
                <a:lnTo>
                  <a:pt x="1779424" y="23693"/>
                </a:lnTo>
                <a:lnTo>
                  <a:pt x="1780242" y="19477"/>
                </a:lnTo>
                <a:lnTo>
                  <a:pt x="1781059" y="32390"/>
                </a:lnTo>
                <a:lnTo>
                  <a:pt x="1782695" y="19548"/>
                </a:lnTo>
                <a:lnTo>
                  <a:pt x="1784331" y="1903"/>
                </a:lnTo>
                <a:lnTo>
                  <a:pt x="1785148" y="18708"/>
                </a:lnTo>
                <a:lnTo>
                  <a:pt x="1789237" y="45526"/>
                </a:lnTo>
                <a:lnTo>
                  <a:pt x="1790055" y="39346"/>
                </a:lnTo>
                <a:lnTo>
                  <a:pt x="1790873" y="46481"/>
                </a:lnTo>
                <a:lnTo>
                  <a:pt x="1791690" y="57333"/>
                </a:lnTo>
                <a:lnTo>
                  <a:pt x="1793326" y="40687"/>
                </a:lnTo>
                <a:lnTo>
                  <a:pt x="1794143" y="52124"/>
                </a:lnTo>
                <a:lnTo>
                  <a:pt x="1803139" y="95727"/>
                </a:lnTo>
                <a:lnTo>
                  <a:pt x="1811316" y="128692"/>
                </a:lnTo>
                <a:lnTo>
                  <a:pt x="1812952" y="115078"/>
                </a:lnTo>
                <a:lnTo>
                  <a:pt x="1814587" y="126224"/>
                </a:lnTo>
                <a:lnTo>
                  <a:pt x="1816223" y="133653"/>
                </a:lnTo>
                <a:lnTo>
                  <a:pt x="1821129" y="153615"/>
                </a:lnTo>
                <a:lnTo>
                  <a:pt x="1826853" y="171624"/>
                </a:lnTo>
                <a:lnTo>
                  <a:pt x="1835031" y="190059"/>
                </a:lnTo>
                <a:lnTo>
                  <a:pt x="1835849" y="189631"/>
                </a:lnTo>
                <a:lnTo>
                  <a:pt x="1836667" y="191422"/>
                </a:lnTo>
                <a:lnTo>
                  <a:pt x="1840755" y="203209"/>
                </a:lnTo>
                <a:lnTo>
                  <a:pt x="1841573" y="199992"/>
                </a:lnTo>
                <a:lnTo>
                  <a:pt x="1843209" y="196339"/>
                </a:lnTo>
                <a:lnTo>
                  <a:pt x="1844026" y="201552"/>
                </a:lnTo>
                <a:lnTo>
                  <a:pt x="1848115" y="218494"/>
                </a:lnTo>
                <a:lnTo>
                  <a:pt x="1848933" y="212126"/>
                </a:lnTo>
                <a:lnTo>
                  <a:pt x="1849751" y="208833"/>
                </a:lnTo>
                <a:lnTo>
                  <a:pt x="1850568" y="213047"/>
                </a:lnTo>
                <a:lnTo>
                  <a:pt x="1852204" y="222908"/>
                </a:lnTo>
                <a:lnTo>
                  <a:pt x="1853839" y="217802"/>
                </a:lnTo>
                <a:lnTo>
                  <a:pt x="1856292" y="224225"/>
                </a:lnTo>
                <a:lnTo>
                  <a:pt x="1857110" y="222320"/>
                </a:lnTo>
                <a:lnTo>
                  <a:pt x="1857928" y="217444"/>
                </a:lnTo>
                <a:lnTo>
                  <a:pt x="1859564" y="222478"/>
                </a:lnTo>
                <a:lnTo>
                  <a:pt x="1861199" y="229081"/>
                </a:lnTo>
                <a:lnTo>
                  <a:pt x="1862017" y="224404"/>
                </a:lnTo>
                <a:lnTo>
                  <a:pt x="1863652" y="217719"/>
                </a:lnTo>
                <a:lnTo>
                  <a:pt x="1864470" y="223395"/>
                </a:lnTo>
                <a:lnTo>
                  <a:pt x="1866106" y="234278"/>
                </a:lnTo>
                <a:lnTo>
                  <a:pt x="1866923" y="226259"/>
                </a:lnTo>
                <a:lnTo>
                  <a:pt x="1870194" y="216910"/>
                </a:lnTo>
                <a:lnTo>
                  <a:pt x="1874283" y="225828"/>
                </a:lnTo>
                <a:lnTo>
                  <a:pt x="1877554" y="226264"/>
                </a:lnTo>
                <a:lnTo>
                  <a:pt x="1878372" y="221517"/>
                </a:lnTo>
                <a:lnTo>
                  <a:pt x="1880007" y="223829"/>
                </a:lnTo>
                <a:lnTo>
                  <a:pt x="1881643" y="228170"/>
                </a:lnTo>
                <a:lnTo>
                  <a:pt x="1882460" y="227447"/>
                </a:lnTo>
                <a:lnTo>
                  <a:pt x="1884096" y="222754"/>
                </a:lnTo>
                <a:lnTo>
                  <a:pt x="1885732" y="223193"/>
                </a:lnTo>
                <a:lnTo>
                  <a:pt x="1890638" y="228627"/>
                </a:lnTo>
                <a:lnTo>
                  <a:pt x="1892274" y="218916"/>
                </a:lnTo>
                <a:lnTo>
                  <a:pt x="1894727" y="222684"/>
                </a:lnTo>
                <a:lnTo>
                  <a:pt x="1897998" y="230939"/>
                </a:lnTo>
                <a:lnTo>
                  <a:pt x="1900451" y="220002"/>
                </a:lnTo>
                <a:lnTo>
                  <a:pt x="1901269" y="222247"/>
                </a:lnTo>
                <a:lnTo>
                  <a:pt x="1902904" y="231553"/>
                </a:lnTo>
                <a:lnTo>
                  <a:pt x="1904540" y="230818"/>
                </a:lnTo>
                <a:lnTo>
                  <a:pt x="1905358" y="226003"/>
                </a:lnTo>
                <a:lnTo>
                  <a:pt x="1907811" y="228793"/>
                </a:lnTo>
                <a:lnTo>
                  <a:pt x="1909446" y="235700"/>
                </a:lnTo>
                <a:lnTo>
                  <a:pt x="1911900" y="234677"/>
                </a:lnTo>
                <a:lnTo>
                  <a:pt x="1913535" y="234405"/>
                </a:lnTo>
                <a:lnTo>
                  <a:pt x="1914353" y="230247"/>
                </a:lnTo>
                <a:lnTo>
                  <a:pt x="1915170" y="235431"/>
                </a:lnTo>
                <a:lnTo>
                  <a:pt x="1917624" y="243762"/>
                </a:lnTo>
                <a:lnTo>
                  <a:pt x="1919259" y="239602"/>
                </a:lnTo>
                <a:lnTo>
                  <a:pt x="1920077" y="238008"/>
                </a:lnTo>
                <a:lnTo>
                  <a:pt x="1921712" y="239106"/>
                </a:lnTo>
                <a:lnTo>
                  <a:pt x="1923348" y="241290"/>
                </a:lnTo>
                <a:lnTo>
                  <a:pt x="1924984" y="234469"/>
                </a:lnTo>
                <a:lnTo>
                  <a:pt x="1926619" y="235848"/>
                </a:lnTo>
                <a:lnTo>
                  <a:pt x="1929072" y="242748"/>
                </a:lnTo>
                <a:lnTo>
                  <a:pt x="1929890" y="241255"/>
                </a:lnTo>
                <a:lnTo>
                  <a:pt x="1932343" y="236448"/>
                </a:lnTo>
                <a:lnTo>
                  <a:pt x="1933979" y="247250"/>
                </a:lnTo>
                <a:lnTo>
                  <a:pt x="1935614" y="239963"/>
                </a:lnTo>
                <a:lnTo>
                  <a:pt x="1941339" y="246080"/>
                </a:lnTo>
                <a:lnTo>
                  <a:pt x="1942156" y="245043"/>
                </a:lnTo>
                <a:lnTo>
                  <a:pt x="1945427" y="234737"/>
                </a:lnTo>
                <a:lnTo>
                  <a:pt x="1947063" y="236022"/>
                </a:lnTo>
                <a:lnTo>
                  <a:pt x="1947881" y="242081"/>
                </a:lnTo>
                <a:lnTo>
                  <a:pt x="1950334" y="240519"/>
                </a:lnTo>
                <a:lnTo>
                  <a:pt x="1954423" y="243680"/>
                </a:lnTo>
                <a:lnTo>
                  <a:pt x="1955240" y="248110"/>
                </a:lnTo>
                <a:lnTo>
                  <a:pt x="1956058" y="244035"/>
                </a:lnTo>
                <a:lnTo>
                  <a:pt x="1957693" y="236744"/>
                </a:lnTo>
                <a:lnTo>
                  <a:pt x="1959329" y="242080"/>
                </a:lnTo>
                <a:lnTo>
                  <a:pt x="1960147" y="242383"/>
                </a:lnTo>
                <a:lnTo>
                  <a:pt x="1961782" y="243096"/>
                </a:lnTo>
                <a:lnTo>
                  <a:pt x="1963418" y="233226"/>
                </a:lnTo>
                <a:lnTo>
                  <a:pt x="1965871" y="240500"/>
                </a:lnTo>
                <a:lnTo>
                  <a:pt x="1966689" y="235544"/>
                </a:lnTo>
                <a:lnTo>
                  <a:pt x="1969960" y="240828"/>
                </a:lnTo>
                <a:lnTo>
                  <a:pt x="1972413" y="239468"/>
                </a:lnTo>
                <a:lnTo>
                  <a:pt x="1974866" y="242522"/>
                </a:lnTo>
                <a:lnTo>
                  <a:pt x="1976502" y="232277"/>
                </a:lnTo>
                <a:lnTo>
                  <a:pt x="1977319" y="238012"/>
                </a:lnTo>
                <a:lnTo>
                  <a:pt x="1978137" y="241572"/>
                </a:lnTo>
                <a:lnTo>
                  <a:pt x="1978955" y="237368"/>
                </a:lnTo>
                <a:lnTo>
                  <a:pt x="1980591" y="240726"/>
                </a:lnTo>
                <a:lnTo>
                  <a:pt x="1983044" y="240854"/>
                </a:lnTo>
                <a:lnTo>
                  <a:pt x="1983861" y="246826"/>
                </a:lnTo>
                <a:lnTo>
                  <a:pt x="1985497" y="240863"/>
                </a:lnTo>
                <a:lnTo>
                  <a:pt x="1987950" y="234438"/>
                </a:lnTo>
                <a:lnTo>
                  <a:pt x="1989586" y="240964"/>
                </a:lnTo>
                <a:lnTo>
                  <a:pt x="1991221" y="236891"/>
                </a:lnTo>
                <a:lnTo>
                  <a:pt x="1992039" y="232203"/>
                </a:lnTo>
                <a:lnTo>
                  <a:pt x="1993675" y="236270"/>
                </a:lnTo>
                <a:lnTo>
                  <a:pt x="1994492" y="247224"/>
                </a:lnTo>
                <a:lnTo>
                  <a:pt x="1996128" y="234506"/>
                </a:lnTo>
                <a:lnTo>
                  <a:pt x="1996945" y="239147"/>
                </a:lnTo>
                <a:lnTo>
                  <a:pt x="1997763" y="229935"/>
                </a:lnTo>
                <a:lnTo>
                  <a:pt x="2000217" y="234189"/>
                </a:lnTo>
                <a:lnTo>
                  <a:pt x="2002670" y="241691"/>
                </a:lnTo>
                <a:lnTo>
                  <a:pt x="2005123" y="249054"/>
                </a:lnTo>
                <a:lnTo>
                  <a:pt x="2007576" y="239634"/>
                </a:lnTo>
                <a:lnTo>
                  <a:pt x="2008394" y="245657"/>
                </a:lnTo>
                <a:lnTo>
                  <a:pt x="2009212" y="245967"/>
                </a:lnTo>
                <a:lnTo>
                  <a:pt x="2010847" y="237141"/>
                </a:lnTo>
                <a:lnTo>
                  <a:pt x="2011665" y="244199"/>
                </a:lnTo>
                <a:lnTo>
                  <a:pt x="2012483" y="247893"/>
                </a:lnTo>
                <a:lnTo>
                  <a:pt x="2014118" y="242574"/>
                </a:lnTo>
                <a:lnTo>
                  <a:pt x="2015754" y="228019"/>
                </a:lnTo>
                <a:lnTo>
                  <a:pt x="2017389" y="238641"/>
                </a:lnTo>
                <a:lnTo>
                  <a:pt x="2018207" y="235032"/>
                </a:lnTo>
                <a:lnTo>
                  <a:pt x="2019843" y="239237"/>
                </a:lnTo>
                <a:lnTo>
                  <a:pt x="2020660" y="236170"/>
                </a:lnTo>
                <a:lnTo>
                  <a:pt x="2022296" y="234524"/>
                </a:lnTo>
                <a:lnTo>
                  <a:pt x="2024749" y="242855"/>
                </a:lnTo>
                <a:lnTo>
                  <a:pt x="2025567" y="234281"/>
                </a:lnTo>
                <a:lnTo>
                  <a:pt x="2027202" y="237986"/>
                </a:lnTo>
                <a:lnTo>
                  <a:pt x="2028020" y="244190"/>
                </a:lnTo>
                <a:lnTo>
                  <a:pt x="2029656" y="236649"/>
                </a:lnTo>
                <a:lnTo>
                  <a:pt x="2030473" y="242535"/>
                </a:lnTo>
                <a:lnTo>
                  <a:pt x="2032109" y="236028"/>
                </a:lnTo>
                <a:lnTo>
                  <a:pt x="2032926" y="228248"/>
                </a:lnTo>
                <a:lnTo>
                  <a:pt x="2034562" y="232036"/>
                </a:lnTo>
                <a:lnTo>
                  <a:pt x="2038651" y="247091"/>
                </a:lnTo>
                <a:lnTo>
                  <a:pt x="2041104" y="231913"/>
                </a:lnTo>
                <a:lnTo>
                  <a:pt x="2042740" y="240083"/>
                </a:lnTo>
                <a:lnTo>
                  <a:pt x="2044375" y="247093"/>
                </a:lnTo>
                <a:lnTo>
                  <a:pt x="2045193" y="238234"/>
                </a:lnTo>
                <a:lnTo>
                  <a:pt x="2046828" y="227974"/>
                </a:lnTo>
                <a:lnTo>
                  <a:pt x="2047646" y="228198"/>
                </a:lnTo>
                <a:lnTo>
                  <a:pt x="2049282" y="247313"/>
                </a:lnTo>
                <a:lnTo>
                  <a:pt x="2050917" y="234756"/>
                </a:lnTo>
                <a:lnTo>
                  <a:pt x="2054188" y="237109"/>
                </a:lnTo>
                <a:lnTo>
                  <a:pt x="2055006" y="242871"/>
                </a:lnTo>
                <a:lnTo>
                  <a:pt x="2056641" y="235453"/>
                </a:lnTo>
                <a:lnTo>
                  <a:pt x="2057459" y="235374"/>
                </a:lnTo>
                <a:lnTo>
                  <a:pt x="2058277" y="238500"/>
                </a:lnTo>
                <a:lnTo>
                  <a:pt x="2059912" y="224655"/>
                </a:lnTo>
                <a:lnTo>
                  <a:pt x="2060730" y="242117"/>
                </a:lnTo>
                <a:lnTo>
                  <a:pt x="2063183" y="225724"/>
                </a:lnTo>
                <a:lnTo>
                  <a:pt x="2062366" y="243045"/>
                </a:lnTo>
                <a:lnTo>
                  <a:pt x="2064819" y="233573"/>
                </a:lnTo>
                <a:lnTo>
                  <a:pt x="2066454" y="225794"/>
                </a:lnTo>
                <a:lnTo>
                  <a:pt x="2067272" y="232230"/>
                </a:lnTo>
                <a:lnTo>
                  <a:pt x="2068908" y="249571"/>
                </a:lnTo>
                <a:lnTo>
                  <a:pt x="2070543" y="244282"/>
                </a:lnTo>
                <a:lnTo>
                  <a:pt x="2072178" y="231395"/>
                </a:lnTo>
                <a:lnTo>
                  <a:pt x="2073814" y="235810"/>
                </a:lnTo>
                <a:lnTo>
                  <a:pt x="2075450" y="245560"/>
                </a:lnTo>
                <a:lnTo>
                  <a:pt x="2076267" y="240668"/>
                </a:lnTo>
                <a:lnTo>
                  <a:pt x="2078720" y="227662"/>
                </a:lnTo>
                <a:lnTo>
                  <a:pt x="2079538" y="241291"/>
                </a:lnTo>
                <a:lnTo>
                  <a:pt x="2081992" y="237797"/>
                </a:lnTo>
                <a:lnTo>
                  <a:pt x="2082809" y="229995"/>
                </a:lnTo>
                <a:lnTo>
                  <a:pt x="2084445" y="233352"/>
                </a:lnTo>
                <a:lnTo>
                  <a:pt x="2086080" y="243631"/>
                </a:lnTo>
                <a:lnTo>
                  <a:pt x="2086898" y="238615"/>
                </a:lnTo>
                <a:lnTo>
                  <a:pt x="2088534" y="225733"/>
                </a:lnTo>
                <a:lnTo>
                  <a:pt x="2090169" y="230456"/>
                </a:lnTo>
                <a:lnTo>
                  <a:pt x="2091804" y="233517"/>
                </a:lnTo>
                <a:lnTo>
                  <a:pt x="2095076" y="219827"/>
                </a:lnTo>
                <a:lnTo>
                  <a:pt x="2098347" y="232545"/>
                </a:lnTo>
                <a:lnTo>
                  <a:pt x="2099164" y="233524"/>
                </a:lnTo>
                <a:lnTo>
                  <a:pt x="2099982" y="230245"/>
                </a:lnTo>
                <a:lnTo>
                  <a:pt x="2100800" y="240946"/>
                </a:lnTo>
                <a:lnTo>
                  <a:pt x="2101618" y="223446"/>
                </a:lnTo>
                <a:lnTo>
                  <a:pt x="2103253" y="206428"/>
                </a:lnTo>
                <a:lnTo>
                  <a:pt x="2104071" y="239024"/>
                </a:lnTo>
                <a:lnTo>
                  <a:pt x="2106524" y="219018"/>
                </a:lnTo>
                <a:lnTo>
                  <a:pt x="2110613" y="237873"/>
                </a:lnTo>
                <a:lnTo>
                  <a:pt x="2112248" y="228044"/>
                </a:lnTo>
                <a:lnTo>
                  <a:pt x="2113884" y="235182"/>
                </a:lnTo>
                <a:lnTo>
                  <a:pt x="2116337" y="230099"/>
                </a:lnTo>
                <a:lnTo>
                  <a:pt x="2117155" y="235754"/>
                </a:lnTo>
                <a:lnTo>
                  <a:pt x="2118790" y="239649"/>
                </a:lnTo>
                <a:lnTo>
                  <a:pt x="2120426" y="237314"/>
                </a:lnTo>
                <a:lnTo>
                  <a:pt x="2122879" y="242317"/>
                </a:lnTo>
                <a:lnTo>
                  <a:pt x="2123697" y="230765"/>
                </a:lnTo>
                <a:lnTo>
                  <a:pt x="2125332" y="238278"/>
                </a:lnTo>
                <a:lnTo>
                  <a:pt x="2128603" y="247168"/>
                </a:lnTo>
                <a:lnTo>
                  <a:pt x="2129421" y="246572"/>
                </a:lnTo>
                <a:lnTo>
                  <a:pt x="2130239" y="235352"/>
                </a:lnTo>
                <a:lnTo>
                  <a:pt x="2132692" y="242804"/>
                </a:lnTo>
                <a:lnTo>
                  <a:pt x="2134327" y="253587"/>
                </a:lnTo>
                <a:lnTo>
                  <a:pt x="2135145" y="252193"/>
                </a:lnTo>
                <a:lnTo>
                  <a:pt x="2135963" y="243329"/>
                </a:lnTo>
                <a:lnTo>
                  <a:pt x="2137599" y="248760"/>
                </a:lnTo>
                <a:lnTo>
                  <a:pt x="2138416" y="256628"/>
                </a:lnTo>
                <a:lnTo>
                  <a:pt x="2139234" y="248532"/>
                </a:lnTo>
                <a:lnTo>
                  <a:pt x="2140052" y="241621"/>
                </a:lnTo>
                <a:lnTo>
                  <a:pt x="2140869" y="250498"/>
                </a:lnTo>
                <a:lnTo>
                  <a:pt x="2144958" y="262160"/>
                </a:lnTo>
                <a:lnTo>
                  <a:pt x="2145776" y="261083"/>
                </a:lnTo>
                <a:lnTo>
                  <a:pt x="2146594" y="261780"/>
                </a:lnTo>
                <a:lnTo>
                  <a:pt x="2147411" y="265152"/>
                </a:lnTo>
                <a:lnTo>
                  <a:pt x="2148229" y="264688"/>
                </a:lnTo>
                <a:lnTo>
                  <a:pt x="2149865" y="247811"/>
                </a:lnTo>
                <a:lnTo>
                  <a:pt x="2151500" y="257836"/>
                </a:lnTo>
                <a:lnTo>
                  <a:pt x="2152318" y="263156"/>
                </a:lnTo>
                <a:lnTo>
                  <a:pt x="2153136" y="257317"/>
                </a:lnTo>
                <a:lnTo>
                  <a:pt x="2153953" y="260178"/>
                </a:lnTo>
                <a:lnTo>
                  <a:pt x="2155589" y="252347"/>
                </a:lnTo>
                <a:lnTo>
                  <a:pt x="2156407" y="258926"/>
                </a:lnTo>
                <a:lnTo>
                  <a:pt x="2158042" y="263375"/>
                </a:lnTo>
                <a:lnTo>
                  <a:pt x="2158860" y="257137"/>
                </a:lnTo>
                <a:lnTo>
                  <a:pt x="2159678" y="265788"/>
                </a:lnTo>
                <a:lnTo>
                  <a:pt x="2162131" y="263739"/>
                </a:lnTo>
                <a:lnTo>
                  <a:pt x="2167037" y="271618"/>
                </a:lnTo>
                <a:lnTo>
                  <a:pt x="2167855" y="260155"/>
                </a:lnTo>
                <a:lnTo>
                  <a:pt x="2170309" y="264290"/>
                </a:lnTo>
                <a:lnTo>
                  <a:pt x="2171126" y="263653"/>
                </a:lnTo>
                <a:lnTo>
                  <a:pt x="2171944" y="258168"/>
                </a:lnTo>
                <a:lnTo>
                  <a:pt x="2172762" y="259800"/>
                </a:lnTo>
                <a:lnTo>
                  <a:pt x="2173579" y="274469"/>
                </a:lnTo>
                <a:lnTo>
                  <a:pt x="2175215" y="265702"/>
                </a:lnTo>
                <a:lnTo>
                  <a:pt x="2176851" y="256695"/>
                </a:lnTo>
                <a:lnTo>
                  <a:pt x="2177668" y="264644"/>
                </a:lnTo>
                <a:lnTo>
                  <a:pt x="2179304" y="279407"/>
                </a:lnTo>
                <a:lnTo>
                  <a:pt x="2181757" y="277778"/>
                </a:lnTo>
                <a:lnTo>
                  <a:pt x="2185846" y="272832"/>
                </a:lnTo>
                <a:lnTo>
                  <a:pt x="2187481" y="282483"/>
                </a:lnTo>
                <a:lnTo>
                  <a:pt x="2188299" y="273121"/>
                </a:lnTo>
                <a:lnTo>
                  <a:pt x="2189935" y="275374"/>
                </a:lnTo>
                <a:lnTo>
                  <a:pt x="2190752" y="269010"/>
                </a:lnTo>
                <a:lnTo>
                  <a:pt x="2194841" y="283809"/>
                </a:lnTo>
                <a:lnTo>
                  <a:pt x="2196476" y="270123"/>
                </a:lnTo>
                <a:lnTo>
                  <a:pt x="2198112" y="275032"/>
                </a:lnTo>
                <a:lnTo>
                  <a:pt x="2199748" y="282049"/>
                </a:lnTo>
                <a:lnTo>
                  <a:pt x="2200565" y="273177"/>
                </a:lnTo>
                <a:lnTo>
                  <a:pt x="2201383" y="271064"/>
                </a:lnTo>
                <a:lnTo>
                  <a:pt x="2202201" y="277283"/>
                </a:lnTo>
                <a:lnTo>
                  <a:pt x="2203018" y="272927"/>
                </a:lnTo>
                <a:lnTo>
                  <a:pt x="2205472" y="275309"/>
                </a:lnTo>
                <a:lnTo>
                  <a:pt x="2206290" y="272630"/>
                </a:lnTo>
                <a:lnTo>
                  <a:pt x="2208743" y="272648"/>
                </a:lnTo>
                <a:lnTo>
                  <a:pt x="2209560" y="270103"/>
                </a:lnTo>
                <a:lnTo>
                  <a:pt x="2210378" y="271074"/>
                </a:lnTo>
                <a:lnTo>
                  <a:pt x="2211196" y="277334"/>
                </a:lnTo>
                <a:lnTo>
                  <a:pt x="2212014" y="270272"/>
                </a:lnTo>
                <a:lnTo>
                  <a:pt x="2213649" y="274628"/>
                </a:lnTo>
                <a:lnTo>
                  <a:pt x="2215285" y="267970"/>
                </a:lnTo>
                <a:lnTo>
                  <a:pt x="2216102" y="277505"/>
                </a:lnTo>
                <a:lnTo>
                  <a:pt x="2217738" y="269309"/>
                </a:lnTo>
                <a:lnTo>
                  <a:pt x="2218556" y="276945"/>
                </a:lnTo>
                <a:lnTo>
                  <a:pt x="2220191" y="267649"/>
                </a:lnTo>
                <a:lnTo>
                  <a:pt x="2225916" y="277249"/>
                </a:lnTo>
                <a:lnTo>
                  <a:pt x="2227551" y="259882"/>
                </a:lnTo>
                <a:lnTo>
                  <a:pt x="2229186" y="272402"/>
                </a:lnTo>
                <a:lnTo>
                  <a:pt x="2230004" y="271380"/>
                </a:lnTo>
                <a:lnTo>
                  <a:pt x="2230822" y="278032"/>
                </a:lnTo>
                <a:lnTo>
                  <a:pt x="2231640" y="267656"/>
                </a:lnTo>
                <a:lnTo>
                  <a:pt x="2233275" y="272935"/>
                </a:lnTo>
                <a:lnTo>
                  <a:pt x="2234093" y="275727"/>
                </a:lnTo>
                <a:lnTo>
                  <a:pt x="2234911" y="268179"/>
                </a:lnTo>
                <a:lnTo>
                  <a:pt x="2235728" y="272247"/>
                </a:lnTo>
                <a:lnTo>
                  <a:pt x="2237364" y="264988"/>
                </a:lnTo>
                <a:lnTo>
                  <a:pt x="2238182" y="269389"/>
                </a:lnTo>
                <a:lnTo>
                  <a:pt x="2239000" y="278190"/>
                </a:lnTo>
                <a:lnTo>
                  <a:pt x="2240635" y="265743"/>
                </a:lnTo>
                <a:lnTo>
                  <a:pt x="2241453" y="274361"/>
                </a:lnTo>
                <a:lnTo>
                  <a:pt x="2242270" y="265488"/>
                </a:lnTo>
                <a:lnTo>
                  <a:pt x="2243906" y="267274"/>
                </a:lnTo>
                <a:lnTo>
                  <a:pt x="2244724" y="272850"/>
                </a:lnTo>
                <a:lnTo>
                  <a:pt x="2246359" y="263175"/>
                </a:lnTo>
                <a:lnTo>
                  <a:pt x="2247177" y="271151"/>
                </a:lnTo>
                <a:lnTo>
                  <a:pt x="2248812" y="265060"/>
                </a:lnTo>
                <a:lnTo>
                  <a:pt x="2249630" y="269187"/>
                </a:lnTo>
                <a:lnTo>
                  <a:pt x="2250448" y="275234"/>
                </a:lnTo>
                <a:lnTo>
                  <a:pt x="2252084" y="267674"/>
                </a:lnTo>
                <a:lnTo>
                  <a:pt x="2253719" y="266619"/>
                </a:lnTo>
                <a:lnTo>
                  <a:pt x="2254537" y="270890"/>
                </a:lnTo>
                <a:lnTo>
                  <a:pt x="2255354" y="267234"/>
                </a:lnTo>
                <a:lnTo>
                  <a:pt x="2256990" y="272524"/>
                </a:lnTo>
                <a:lnTo>
                  <a:pt x="2257808" y="270195"/>
                </a:lnTo>
                <a:lnTo>
                  <a:pt x="2258626" y="267900"/>
                </a:lnTo>
                <a:lnTo>
                  <a:pt x="2259443" y="275513"/>
                </a:lnTo>
                <a:lnTo>
                  <a:pt x="2261079" y="273672"/>
                </a:lnTo>
                <a:lnTo>
                  <a:pt x="2261896" y="264387"/>
                </a:lnTo>
                <a:lnTo>
                  <a:pt x="2264350" y="264959"/>
                </a:lnTo>
                <a:lnTo>
                  <a:pt x="2265985" y="263817"/>
                </a:lnTo>
                <a:lnTo>
                  <a:pt x="2269256" y="271216"/>
                </a:lnTo>
                <a:lnTo>
                  <a:pt x="2270074" y="270656"/>
                </a:lnTo>
                <a:lnTo>
                  <a:pt x="2270892" y="270569"/>
                </a:lnTo>
                <a:lnTo>
                  <a:pt x="2272527" y="273250"/>
                </a:lnTo>
                <a:lnTo>
                  <a:pt x="2274981" y="261377"/>
                </a:lnTo>
                <a:lnTo>
                  <a:pt x="2276616" y="270914"/>
                </a:lnTo>
                <a:lnTo>
                  <a:pt x="2277434" y="267235"/>
                </a:lnTo>
                <a:lnTo>
                  <a:pt x="2278251" y="260497"/>
                </a:lnTo>
                <a:lnTo>
                  <a:pt x="2279069" y="269265"/>
                </a:lnTo>
                <a:lnTo>
                  <a:pt x="2280705" y="262423"/>
                </a:lnTo>
                <a:lnTo>
                  <a:pt x="2281523" y="268214"/>
                </a:lnTo>
                <a:lnTo>
                  <a:pt x="2282340" y="261352"/>
                </a:lnTo>
                <a:lnTo>
                  <a:pt x="2283158" y="262993"/>
                </a:lnTo>
                <a:lnTo>
                  <a:pt x="2285611" y="261936"/>
                </a:lnTo>
                <a:lnTo>
                  <a:pt x="2288065" y="268859"/>
                </a:lnTo>
                <a:lnTo>
                  <a:pt x="2289700" y="268498"/>
                </a:lnTo>
                <a:lnTo>
                  <a:pt x="2290518" y="262890"/>
                </a:lnTo>
              </a:path>
            </a:pathLst>
          </a:custGeom>
          <a:noFill/>
          <a:ln w="2208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path 101"/>
          <p:cNvSpPr/>
          <p:nvPr/>
        </p:nvSpPr>
        <p:spPr>
          <a:xfrm>
            <a:off x="7017086" y="3478829"/>
            <a:ext cx="2290518" cy="446221"/>
          </a:xfrm>
          <a:custGeom>
            <a:avLst/>
            <a:gdLst/>
            <a:ahLst/>
            <a:cxnLst/>
            <a:rect l="l" t="t" r="r" b="b"/>
            <a:pathLst>
              <a:path w="2290518" h="446221">
                <a:moveTo>
                  <a:pt x="0" y="133617"/>
                </a:moveTo>
                <a:lnTo>
                  <a:pt x="8995" y="130059"/>
                </a:lnTo>
                <a:lnTo>
                  <a:pt x="10631" y="131910"/>
                </a:lnTo>
                <a:lnTo>
                  <a:pt x="12266" y="130997"/>
                </a:lnTo>
                <a:lnTo>
                  <a:pt x="17173" y="131902"/>
                </a:lnTo>
                <a:lnTo>
                  <a:pt x="17990" y="132756"/>
                </a:lnTo>
                <a:lnTo>
                  <a:pt x="18808" y="130273"/>
                </a:lnTo>
                <a:lnTo>
                  <a:pt x="19626" y="129868"/>
                </a:lnTo>
                <a:lnTo>
                  <a:pt x="20444" y="132400"/>
                </a:lnTo>
                <a:lnTo>
                  <a:pt x="21261" y="134337"/>
                </a:lnTo>
                <a:lnTo>
                  <a:pt x="22897" y="132532"/>
                </a:lnTo>
                <a:lnTo>
                  <a:pt x="27804" y="132034"/>
                </a:lnTo>
                <a:lnTo>
                  <a:pt x="28621" y="133457"/>
                </a:lnTo>
                <a:lnTo>
                  <a:pt x="30257" y="131680"/>
                </a:lnTo>
                <a:lnTo>
                  <a:pt x="34346" y="130918"/>
                </a:lnTo>
                <a:lnTo>
                  <a:pt x="38434" y="130590"/>
                </a:lnTo>
                <a:lnTo>
                  <a:pt x="39252" y="127795"/>
                </a:lnTo>
                <a:lnTo>
                  <a:pt x="40888" y="130301"/>
                </a:lnTo>
                <a:lnTo>
                  <a:pt x="41705" y="131257"/>
                </a:lnTo>
                <a:lnTo>
                  <a:pt x="42523" y="129511"/>
                </a:lnTo>
                <a:lnTo>
                  <a:pt x="43341" y="126198"/>
                </a:lnTo>
                <a:lnTo>
                  <a:pt x="45794" y="128661"/>
                </a:lnTo>
                <a:lnTo>
                  <a:pt x="61331" y="127290"/>
                </a:lnTo>
                <a:lnTo>
                  <a:pt x="62967" y="130977"/>
                </a:lnTo>
                <a:lnTo>
                  <a:pt x="64602" y="128482"/>
                </a:lnTo>
                <a:lnTo>
                  <a:pt x="67056" y="121215"/>
                </a:lnTo>
                <a:lnTo>
                  <a:pt x="69509" y="124268"/>
                </a:lnTo>
                <a:lnTo>
                  <a:pt x="72780" y="126786"/>
                </a:lnTo>
                <a:lnTo>
                  <a:pt x="76868" y="120711"/>
                </a:lnTo>
                <a:lnTo>
                  <a:pt x="79322" y="125515"/>
                </a:lnTo>
                <a:lnTo>
                  <a:pt x="80139" y="123418"/>
                </a:lnTo>
                <a:lnTo>
                  <a:pt x="81775" y="124875"/>
                </a:lnTo>
                <a:lnTo>
                  <a:pt x="83410" y="120923"/>
                </a:lnTo>
                <a:lnTo>
                  <a:pt x="88317" y="126141"/>
                </a:lnTo>
                <a:lnTo>
                  <a:pt x="91588" y="118053"/>
                </a:lnTo>
                <a:lnTo>
                  <a:pt x="93223" y="122518"/>
                </a:lnTo>
                <a:lnTo>
                  <a:pt x="96494" y="126257"/>
                </a:lnTo>
                <a:lnTo>
                  <a:pt x="98130" y="119000"/>
                </a:lnTo>
                <a:lnTo>
                  <a:pt x="99765" y="122858"/>
                </a:lnTo>
                <a:lnTo>
                  <a:pt x="103854" y="126486"/>
                </a:lnTo>
                <a:lnTo>
                  <a:pt x="107943" y="117585"/>
                </a:lnTo>
                <a:lnTo>
                  <a:pt x="110396" y="119983"/>
                </a:lnTo>
                <a:lnTo>
                  <a:pt x="114485" y="124117"/>
                </a:lnTo>
                <a:lnTo>
                  <a:pt x="119391" y="123325"/>
                </a:lnTo>
                <a:lnTo>
                  <a:pt x="121844" y="115626"/>
                </a:lnTo>
                <a:lnTo>
                  <a:pt x="123480" y="120651"/>
                </a:lnTo>
                <a:lnTo>
                  <a:pt x="125116" y="125720"/>
                </a:lnTo>
                <a:lnTo>
                  <a:pt x="126751" y="122966"/>
                </a:lnTo>
                <a:lnTo>
                  <a:pt x="134111" y="123262"/>
                </a:lnTo>
                <a:lnTo>
                  <a:pt x="134929" y="117918"/>
                </a:lnTo>
                <a:lnTo>
                  <a:pt x="137382" y="121290"/>
                </a:lnTo>
                <a:lnTo>
                  <a:pt x="140653" y="122033"/>
                </a:lnTo>
                <a:lnTo>
                  <a:pt x="146377" y="120097"/>
                </a:lnTo>
                <a:lnTo>
                  <a:pt x="148013" y="119581"/>
                </a:lnTo>
                <a:lnTo>
                  <a:pt x="148831" y="120302"/>
                </a:lnTo>
                <a:lnTo>
                  <a:pt x="150466" y="121469"/>
                </a:lnTo>
                <a:lnTo>
                  <a:pt x="151284" y="119653"/>
                </a:lnTo>
                <a:lnTo>
                  <a:pt x="153737" y="120125"/>
                </a:lnTo>
                <a:lnTo>
                  <a:pt x="157826" y="126139"/>
                </a:lnTo>
                <a:lnTo>
                  <a:pt x="159461" y="125061"/>
                </a:lnTo>
                <a:lnTo>
                  <a:pt x="162732" y="119580"/>
                </a:lnTo>
                <a:lnTo>
                  <a:pt x="163550" y="118334"/>
                </a:lnTo>
                <a:lnTo>
                  <a:pt x="166003" y="120060"/>
                </a:lnTo>
                <a:lnTo>
                  <a:pt x="174998" y="120480"/>
                </a:lnTo>
                <a:lnTo>
                  <a:pt x="177452" y="124349"/>
                </a:lnTo>
                <a:lnTo>
                  <a:pt x="178269" y="122815"/>
                </a:lnTo>
                <a:lnTo>
                  <a:pt x="179905" y="120246"/>
                </a:lnTo>
                <a:lnTo>
                  <a:pt x="180723" y="122729"/>
                </a:lnTo>
                <a:lnTo>
                  <a:pt x="181540" y="124718"/>
                </a:lnTo>
                <a:lnTo>
                  <a:pt x="182358" y="122680"/>
                </a:lnTo>
                <a:lnTo>
                  <a:pt x="183176" y="116434"/>
                </a:lnTo>
                <a:lnTo>
                  <a:pt x="185629" y="117353"/>
                </a:lnTo>
                <a:lnTo>
                  <a:pt x="190536" y="119841"/>
                </a:lnTo>
                <a:lnTo>
                  <a:pt x="197077" y="119931"/>
                </a:lnTo>
                <a:lnTo>
                  <a:pt x="202802" y="114998"/>
                </a:lnTo>
                <a:lnTo>
                  <a:pt x="203619" y="116258"/>
                </a:lnTo>
                <a:lnTo>
                  <a:pt x="210980" y="122380"/>
                </a:lnTo>
                <a:lnTo>
                  <a:pt x="215068" y="108607"/>
                </a:lnTo>
                <a:lnTo>
                  <a:pt x="215886" y="111324"/>
                </a:lnTo>
                <a:lnTo>
                  <a:pt x="218339" y="116922"/>
                </a:lnTo>
                <a:lnTo>
                  <a:pt x="219157" y="115421"/>
                </a:lnTo>
                <a:lnTo>
                  <a:pt x="224881" y="114810"/>
                </a:lnTo>
                <a:lnTo>
                  <a:pt x="231423" y="114652"/>
                </a:lnTo>
                <a:lnTo>
                  <a:pt x="232241" y="113100"/>
                </a:lnTo>
                <a:lnTo>
                  <a:pt x="233876" y="114425"/>
                </a:lnTo>
                <a:lnTo>
                  <a:pt x="237148" y="121705"/>
                </a:lnTo>
                <a:lnTo>
                  <a:pt x="238783" y="118574"/>
                </a:lnTo>
                <a:lnTo>
                  <a:pt x="241236" y="107337"/>
                </a:lnTo>
                <a:lnTo>
                  <a:pt x="242872" y="113304"/>
                </a:lnTo>
                <a:lnTo>
                  <a:pt x="255138" y="105569"/>
                </a:lnTo>
                <a:lnTo>
                  <a:pt x="259227" y="91578"/>
                </a:lnTo>
                <a:lnTo>
                  <a:pt x="256773" y="107442"/>
                </a:lnTo>
                <a:lnTo>
                  <a:pt x="260044" y="98555"/>
                </a:lnTo>
                <a:lnTo>
                  <a:pt x="260862" y="105700"/>
                </a:lnTo>
                <a:lnTo>
                  <a:pt x="263315" y="104798"/>
                </a:lnTo>
                <a:lnTo>
                  <a:pt x="264951" y="110376"/>
                </a:lnTo>
                <a:lnTo>
                  <a:pt x="265769" y="103765"/>
                </a:lnTo>
                <a:lnTo>
                  <a:pt x="270675" y="92921"/>
                </a:lnTo>
                <a:lnTo>
                  <a:pt x="271493" y="93919"/>
                </a:lnTo>
                <a:lnTo>
                  <a:pt x="273129" y="102658"/>
                </a:lnTo>
                <a:lnTo>
                  <a:pt x="274764" y="99665"/>
                </a:lnTo>
                <a:lnTo>
                  <a:pt x="275582" y="98174"/>
                </a:lnTo>
                <a:lnTo>
                  <a:pt x="277217" y="101467"/>
                </a:lnTo>
                <a:lnTo>
                  <a:pt x="278035" y="99620"/>
                </a:lnTo>
                <a:lnTo>
                  <a:pt x="279671" y="100308"/>
                </a:lnTo>
                <a:lnTo>
                  <a:pt x="282941" y="103020"/>
                </a:lnTo>
                <a:lnTo>
                  <a:pt x="287848" y="99523"/>
                </a:lnTo>
                <a:lnTo>
                  <a:pt x="288666" y="95938"/>
                </a:lnTo>
                <a:lnTo>
                  <a:pt x="291119" y="98917"/>
                </a:lnTo>
                <a:lnTo>
                  <a:pt x="296025" y="94272"/>
                </a:lnTo>
                <a:lnTo>
                  <a:pt x="297661" y="97521"/>
                </a:lnTo>
                <a:lnTo>
                  <a:pt x="298479" y="93643"/>
                </a:lnTo>
                <a:lnTo>
                  <a:pt x="300932" y="87049"/>
                </a:lnTo>
                <a:lnTo>
                  <a:pt x="302567" y="87656"/>
                </a:lnTo>
                <a:lnTo>
                  <a:pt x="308292" y="84898"/>
                </a:lnTo>
                <a:lnTo>
                  <a:pt x="309109" y="86464"/>
                </a:lnTo>
                <a:lnTo>
                  <a:pt x="314016" y="89448"/>
                </a:lnTo>
                <a:lnTo>
                  <a:pt x="318105" y="88774"/>
                </a:lnTo>
                <a:lnTo>
                  <a:pt x="321376" y="87544"/>
                </a:lnTo>
                <a:lnTo>
                  <a:pt x="322193" y="88814"/>
                </a:lnTo>
                <a:lnTo>
                  <a:pt x="336095" y="93573"/>
                </a:lnTo>
                <a:lnTo>
                  <a:pt x="341002" y="94753"/>
                </a:lnTo>
                <a:lnTo>
                  <a:pt x="344273" y="94418"/>
                </a:lnTo>
                <a:lnTo>
                  <a:pt x="347544" y="91055"/>
                </a:lnTo>
                <a:lnTo>
                  <a:pt x="349997" y="89948"/>
                </a:lnTo>
                <a:lnTo>
                  <a:pt x="350815" y="91836"/>
                </a:lnTo>
                <a:lnTo>
                  <a:pt x="352450" y="97036"/>
                </a:lnTo>
                <a:lnTo>
                  <a:pt x="354086" y="92841"/>
                </a:lnTo>
                <a:lnTo>
                  <a:pt x="356539" y="93201"/>
                </a:lnTo>
                <a:lnTo>
                  <a:pt x="358174" y="97157"/>
                </a:lnTo>
                <a:lnTo>
                  <a:pt x="358992" y="95682"/>
                </a:lnTo>
                <a:lnTo>
                  <a:pt x="361446" y="87618"/>
                </a:lnTo>
                <a:lnTo>
                  <a:pt x="362263" y="92106"/>
                </a:lnTo>
                <a:lnTo>
                  <a:pt x="365534" y="100825"/>
                </a:lnTo>
                <a:lnTo>
                  <a:pt x="366352" y="96320"/>
                </a:lnTo>
                <a:lnTo>
                  <a:pt x="367988" y="84422"/>
                </a:lnTo>
                <a:lnTo>
                  <a:pt x="371258" y="88548"/>
                </a:lnTo>
                <a:lnTo>
                  <a:pt x="372076" y="88080"/>
                </a:lnTo>
                <a:lnTo>
                  <a:pt x="372894" y="89906"/>
                </a:lnTo>
                <a:lnTo>
                  <a:pt x="374530" y="93280"/>
                </a:lnTo>
                <a:lnTo>
                  <a:pt x="376983" y="91306"/>
                </a:lnTo>
                <a:lnTo>
                  <a:pt x="378618" y="91554"/>
                </a:lnTo>
                <a:lnTo>
                  <a:pt x="379436" y="89980"/>
                </a:lnTo>
                <a:lnTo>
                  <a:pt x="381072" y="87103"/>
                </a:lnTo>
                <a:lnTo>
                  <a:pt x="382707" y="89330"/>
                </a:lnTo>
                <a:lnTo>
                  <a:pt x="392520" y="91339"/>
                </a:lnTo>
                <a:lnTo>
                  <a:pt x="398244" y="90371"/>
                </a:lnTo>
                <a:lnTo>
                  <a:pt x="406422" y="97243"/>
                </a:lnTo>
                <a:lnTo>
                  <a:pt x="407240" y="96251"/>
                </a:lnTo>
                <a:lnTo>
                  <a:pt x="410510" y="95548"/>
                </a:lnTo>
                <a:lnTo>
                  <a:pt x="411328" y="97627"/>
                </a:lnTo>
                <a:lnTo>
                  <a:pt x="412964" y="95741"/>
                </a:lnTo>
                <a:lnTo>
                  <a:pt x="413781" y="94796"/>
                </a:lnTo>
                <a:lnTo>
                  <a:pt x="415417" y="96474"/>
                </a:lnTo>
                <a:lnTo>
                  <a:pt x="419506" y="95834"/>
                </a:lnTo>
                <a:lnTo>
                  <a:pt x="422777" y="94981"/>
                </a:lnTo>
                <a:lnTo>
                  <a:pt x="430136" y="104284"/>
                </a:lnTo>
                <a:lnTo>
                  <a:pt x="435861" y="103963"/>
                </a:lnTo>
                <a:lnTo>
                  <a:pt x="442403" y="104354"/>
                </a:lnTo>
                <a:lnTo>
                  <a:pt x="445674" y="104410"/>
                </a:lnTo>
                <a:lnTo>
                  <a:pt x="448127" y="105068"/>
                </a:lnTo>
                <a:lnTo>
                  <a:pt x="456305" y="107993"/>
                </a:lnTo>
                <a:lnTo>
                  <a:pt x="457940" y="103885"/>
                </a:lnTo>
                <a:lnTo>
                  <a:pt x="459575" y="105705"/>
                </a:lnTo>
                <a:lnTo>
                  <a:pt x="472659" y="110752"/>
                </a:lnTo>
                <a:lnTo>
                  <a:pt x="476748" y="116038"/>
                </a:lnTo>
                <a:lnTo>
                  <a:pt x="481655" y="112956"/>
                </a:lnTo>
                <a:lnTo>
                  <a:pt x="482473" y="114259"/>
                </a:lnTo>
                <a:lnTo>
                  <a:pt x="484926" y="117164"/>
                </a:lnTo>
                <a:lnTo>
                  <a:pt x="485743" y="118656"/>
                </a:lnTo>
                <a:lnTo>
                  <a:pt x="487379" y="115665"/>
                </a:lnTo>
                <a:lnTo>
                  <a:pt x="500463" y="114856"/>
                </a:lnTo>
                <a:lnTo>
                  <a:pt x="503734" y="117095"/>
                </a:lnTo>
                <a:lnTo>
                  <a:pt x="508640" y="113882"/>
                </a:lnTo>
                <a:lnTo>
                  <a:pt x="513547" y="124849"/>
                </a:lnTo>
                <a:lnTo>
                  <a:pt x="516818" y="119541"/>
                </a:lnTo>
                <a:lnTo>
                  <a:pt x="518454" y="115912"/>
                </a:lnTo>
                <a:lnTo>
                  <a:pt x="520089" y="117615"/>
                </a:lnTo>
                <a:lnTo>
                  <a:pt x="527449" y="122173"/>
                </a:lnTo>
                <a:lnTo>
                  <a:pt x="528266" y="119864"/>
                </a:lnTo>
                <a:lnTo>
                  <a:pt x="530720" y="117865"/>
                </a:lnTo>
                <a:lnTo>
                  <a:pt x="531538" y="120330"/>
                </a:lnTo>
                <a:lnTo>
                  <a:pt x="533991" y="119407"/>
                </a:lnTo>
                <a:lnTo>
                  <a:pt x="535626" y="114428"/>
                </a:lnTo>
                <a:lnTo>
                  <a:pt x="537262" y="116999"/>
                </a:lnTo>
                <a:lnTo>
                  <a:pt x="538080" y="119453"/>
                </a:lnTo>
                <a:lnTo>
                  <a:pt x="539715" y="117571"/>
                </a:lnTo>
                <a:lnTo>
                  <a:pt x="542168" y="117849"/>
                </a:lnTo>
                <a:lnTo>
                  <a:pt x="546257" y="119331"/>
                </a:lnTo>
                <a:lnTo>
                  <a:pt x="549528" y="119250"/>
                </a:lnTo>
                <a:lnTo>
                  <a:pt x="558523" y="109869"/>
                </a:lnTo>
                <a:lnTo>
                  <a:pt x="561794" y="116155"/>
                </a:lnTo>
                <a:lnTo>
                  <a:pt x="562612" y="114283"/>
                </a:lnTo>
                <a:lnTo>
                  <a:pt x="563430" y="112801"/>
                </a:lnTo>
                <a:lnTo>
                  <a:pt x="565065" y="114915"/>
                </a:lnTo>
                <a:lnTo>
                  <a:pt x="566701" y="115500"/>
                </a:lnTo>
                <a:lnTo>
                  <a:pt x="567518" y="113470"/>
                </a:lnTo>
                <a:lnTo>
                  <a:pt x="569154" y="109464"/>
                </a:lnTo>
                <a:lnTo>
                  <a:pt x="570790" y="112557"/>
                </a:lnTo>
                <a:lnTo>
                  <a:pt x="577332" y="117793"/>
                </a:lnTo>
                <a:lnTo>
                  <a:pt x="580602" y="116155"/>
                </a:lnTo>
                <a:lnTo>
                  <a:pt x="582238" y="118265"/>
                </a:lnTo>
                <a:lnTo>
                  <a:pt x="583056" y="116816"/>
                </a:lnTo>
                <a:lnTo>
                  <a:pt x="590415" y="105582"/>
                </a:lnTo>
                <a:lnTo>
                  <a:pt x="592869" y="112280"/>
                </a:lnTo>
                <a:lnTo>
                  <a:pt x="594504" y="108406"/>
                </a:lnTo>
                <a:lnTo>
                  <a:pt x="595322" y="107190"/>
                </a:lnTo>
                <a:lnTo>
                  <a:pt x="596957" y="109122"/>
                </a:lnTo>
                <a:lnTo>
                  <a:pt x="604317" y="112125"/>
                </a:lnTo>
                <a:lnTo>
                  <a:pt x="611677" y="103627"/>
                </a:lnTo>
                <a:lnTo>
                  <a:pt x="618219" y="103976"/>
                </a:lnTo>
                <a:lnTo>
                  <a:pt x="623943" y="101483"/>
                </a:lnTo>
                <a:lnTo>
                  <a:pt x="627214" y="104851"/>
                </a:lnTo>
                <a:lnTo>
                  <a:pt x="628032" y="104242"/>
                </a:lnTo>
                <a:lnTo>
                  <a:pt x="632939" y="96180"/>
                </a:lnTo>
                <a:lnTo>
                  <a:pt x="636209" y="99009"/>
                </a:lnTo>
                <a:lnTo>
                  <a:pt x="640298" y="93699"/>
                </a:lnTo>
                <a:lnTo>
                  <a:pt x="642751" y="99663"/>
                </a:lnTo>
                <a:lnTo>
                  <a:pt x="645205" y="94715"/>
                </a:lnTo>
                <a:lnTo>
                  <a:pt x="651747" y="91141"/>
                </a:lnTo>
                <a:lnTo>
                  <a:pt x="653382" y="90100"/>
                </a:lnTo>
                <a:lnTo>
                  <a:pt x="655018" y="91701"/>
                </a:lnTo>
                <a:lnTo>
                  <a:pt x="657471" y="91381"/>
                </a:lnTo>
                <a:lnTo>
                  <a:pt x="658289" y="94205"/>
                </a:lnTo>
                <a:lnTo>
                  <a:pt x="659107" y="92463"/>
                </a:lnTo>
                <a:lnTo>
                  <a:pt x="660742" y="86535"/>
                </a:lnTo>
                <a:lnTo>
                  <a:pt x="662377" y="89433"/>
                </a:lnTo>
                <a:lnTo>
                  <a:pt x="666466" y="93285"/>
                </a:lnTo>
                <a:lnTo>
                  <a:pt x="667284" y="92477"/>
                </a:lnTo>
                <a:lnTo>
                  <a:pt x="670555" y="91169"/>
                </a:lnTo>
                <a:lnTo>
                  <a:pt x="675461" y="86580"/>
                </a:lnTo>
                <a:lnTo>
                  <a:pt x="682821" y="83513"/>
                </a:lnTo>
                <a:lnTo>
                  <a:pt x="684457" y="87406"/>
                </a:lnTo>
                <a:lnTo>
                  <a:pt x="685274" y="84455"/>
                </a:lnTo>
                <a:lnTo>
                  <a:pt x="686910" y="81001"/>
                </a:lnTo>
                <a:lnTo>
                  <a:pt x="688546" y="82643"/>
                </a:lnTo>
                <a:lnTo>
                  <a:pt x="689363" y="81912"/>
                </a:lnTo>
                <a:lnTo>
                  <a:pt x="690181" y="83758"/>
                </a:lnTo>
                <a:lnTo>
                  <a:pt x="696723" y="94114"/>
                </a:lnTo>
                <a:lnTo>
                  <a:pt x="699176" y="90835"/>
                </a:lnTo>
                <a:lnTo>
                  <a:pt x="699994" y="88754"/>
                </a:lnTo>
                <a:lnTo>
                  <a:pt x="701630" y="89498"/>
                </a:lnTo>
                <a:lnTo>
                  <a:pt x="704900" y="94827"/>
                </a:lnTo>
                <a:lnTo>
                  <a:pt x="705718" y="93375"/>
                </a:lnTo>
                <a:lnTo>
                  <a:pt x="708989" y="88704"/>
                </a:lnTo>
                <a:lnTo>
                  <a:pt x="709807" y="89332"/>
                </a:lnTo>
                <a:lnTo>
                  <a:pt x="713078" y="91417"/>
                </a:lnTo>
                <a:lnTo>
                  <a:pt x="713896" y="90843"/>
                </a:lnTo>
                <a:lnTo>
                  <a:pt x="715531" y="90267"/>
                </a:lnTo>
                <a:lnTo>
                  <a:pt x="719620" y="94854"/>
                </a:lnTo>
                <a:lnTo>
                  <a:pt x="724526" y="94440"/>
                </a:lnTo>
                <a:lnTo>
                  <a:pt x="726162" y="97134"/>
                </a:lnTo>
                <a:lnTo>
                  <a:pt x="728615" y="95150"/>
                </a:lnTo>
                <a:lnTo>
                  <a:pt x="735157" y="95137"/>
                </a:lnTo>
                <a:lnTo>
                  <a:pt x="736793" y="98524"/>
                </a:lnTo>
                <a:lnTo>
                  <a:pt x="737610" y="94954"/>
                </a:lnTo>
                <a:lnTo>
                  <a:pt x="739246" y="94637"/>
                </a:lnTo>
                <a:lnTo>
                  <a:pt x="740064" y="95512"/>
                </a:lnTo>
                <a:lnTo>
                  <a:pt x="743335" y="100083"/>
                </a:lnTo>
                <a:lnTo>
                  <a:pt x="744152" y="99818"/>
                </a:lnTo>
                <a:lnTo>
                  <a:pt x="745788" y="98503"/>
                </a:lnTo>
                <a:lnTo>
                  <a:pt x="746606" y="100462"/>
                </a:lnTo>
                <a:lnTo>
                  <a:pt x="747424" y="102877"/>
                </a:lnTo>
                <a:lnTo>
                  <a:pt x="749877" y="101663"/>
                </a:lnTo>
                <a:lnTo>
                  <a:pt x="753148" y="100100"/>
                </a:lnTo>
                <a:lnTo>
                  <a:pt x="757236" y="101321"/>
                </a:lnTo>
                <a:lnTo>
                  <a:pt x="779316" y="103716"/>
                </a:lnTo>
                <a:lnTo>
                  <a:pt x="781769" y="99598"/>
                </a:lnTo>
                <a:lnTo>
                  <a:pt x="782587" y="100750"/>
                </a:lnTo>
                <a:lnTo>
                  <a:pt x="783405" y="101878"/>
                </a:lnTo>
                <a:lnTo>
                  <a:pt x="784222" y="100323"/>
                </a:lnTo>
                <a:lnTo>
                  <a:pt x="787493" y="92396"/>
                </a:lnTo>
                <a:lnTo>
                  <a:pt x="788311" y="93516"/>
                </a:lnTo>
                <a:lnTo>
                  <a:pt x="790764" y="100602"/>
                </a:lnTo>
                <a:lnTo>
                  <a:pt x="792400" y="97936"/>
                </a:lnTo>
                <a:lnTo>
                  <a:pt x="794035" y="93457"/>
                </a:lnTo>
                <a:lnTo>
                  <a:pt x="795671" y="96064"/>
                </a:lnTo>
                <a:lnTo>
                  <a:pt x="799759" y="107137"/>
                </a:lnTo>
                <a:lnTo>
                  <a:pt x="802213" y="106106"/>
                </a:lnTo>
                <a:lnTo>
                  <a:pt x="813661" y="112548"/>
                </a:lnTo>
                <a:lnTo>
                  <a:pt x="814479" y="110385"/>
                </a:lnTo>
                <a:lnTo>
                  <a:pt x="816932" y="108523"/>
                </a:lnTo>
                <a:lnTo>
                  <a:pt x="821021" y="113885"/>
                </a:lnTo>
                <a:lnTo>
                  <a:pt x="825110" y="112734"/>
                </a:lnTo>
                <a:lnTo>
                  <a:pt x="831652" y="116033"/>
                </a:lnTo>
                <a:lnTo>
                  <a:pt x="839011" y="116211"/>
                </a:lnTo>
                <a:lnTo>
                  <a:pt x="842282" y="117209"/>
                </a:lnTo>
                <a:lnTo>
                  <a:pt x="844736" y="122172"/>
                </a:lnTo>
                <a:lnTo>
                  <a:pt x="845554" y="118615"/>
                </a:lnTo>
                <a:lnTo>
                  <a:pt x="866815" y="121304"/>
                </a:lnTo>
                <a:lnTo>
                  <a:pt x="867633" y="119979"/>
                </a:lnTo>
                <a:lnTo>
                  <a:pt x="868450" y="122374"/>
                </a:lnTo>
                <a:lnTo>
                  <a:pt x="869268" y="124635"/>
                </a:lnTo>
                <a:lnTo>
                  <a:pt x="870904" y="122020"/>
                </a:lnTo>
                <a:lnTo>
                  <a:pt x="874175" y="120870"/>
                </a:lnTo>
                <a:lnTo>
                  <a:pt x="875810" y="123751"/>
                </a:lnTo>
                <a:lnTo>
                  <a:pt x="876628" y="121616"/>
                </a:lnTo>
                <a:lnTo>
                  <a:pt x="880717" y="120064"/>
                </a:lnTo>
                <a:lnTo>
                  <a:pt x="897072" y="124852"/>
                </a:lnTo>
                <a:lnTo>
                  <a:pt x="897890" y="128214"/>
                </a:lnTo>
                <a:lnTo>
                  <a:pt x="899525" y="125042"/>
                </a:lnTo>
                <a:lnTo>
                  <a:pt x="904432" y="125868"/>
                </a:lnTo>
                <a:lnTo>
                  <a:pt x="907702" y="127715"/>
                </a:lnTo>
                <a:lnTo>
                  <a:pt x="910156" y="126134"/>
                </a:lnTo>
                <a:lnTo>
                  <a:pt x="910974" y="127050"/>
                </a:lnTo>
                <a:lnTo>
                  <a:pt x="914244" y="125757"/>
                </a:lnTo>
                <a:lnTo>
                  <a:pt x="916698" y="120684"/>
                </a:lnTo>
                <a:lnTo>
                  <a:pt x="918333" y="122987"/>
                </a:lnTo>
                <a:lnTo>
                  <a:pt x="926511" y="127472"/>
                </a:lnTo>
                <a:lnTo>
                  <a:pt x="927328" y="122998"/>
                </a:lnTo>
                <a:lnTo>
                  <a:pt x="928964" y="126878"/>
                </a:lnTo>
                <a:lnTo>
                  <a:pt x="930599" y="129207"/>
                </a:lnTo>
                <a:lnTo>
                  <a:pt x="939595" y="137477"/>
                </a:lnTo>
                <a:lnTo>
                  <a:pt x="942866" y="137208"/>
                </a:lnTo>
                <a:lnTo>
                  <a:pt x="946137" y="137401"/>
                </a:lnTo>
                <a:lnTo>
                  <a:pt x="965763" y="135442"/>
                </a:lnTo>
                <a:lnTo>
                  <a:pt x="969034" y="132859"/>
                </a:lnTo>
                <a:lnTo>
                  <a:pt x="979665" y="125280"/>
                </a:lnTo>
                <a:lnTo>
                  <a:pt x="983753" y="126333"/>
                </a:lnTo>
                <a:lnTo>
                  <a:pt x="1026276" y="102816"/>
                </a:lnTo>
                <a:lnTo>
                  <a:pt x="1038542" y="105228"/>
                </a:lnTo>
                <a:lnTo>
                  <a:pt x="1049173" y="90029"/>
                </a:lnTo>
                <a:lnTo>
                  <a:pt x="1049991" y="91726"/>
                </a:lnTo>
                <a:lnTo>
                  <a:pt x="1050809" y="92458"/>
                </a:lnTo>
                <a:lnTo>
                  <a:pt x="1052444" y="90063"/>
                </a:lnTo>
                <a:lnTo>
                  <a:pt x="1086790" y="39492"/>
                </a:lnTo>
                <a:lnTo>
                  <a:pt x="1087608" y="40097"/>
                </a:lnTo>
                <a:lnTo>
                  <a:pt x="1097420" y="48840"/>
                </a:lnTo>
                <a:lnTo>
                  <a:pt x="1102327" y="52570"/>
                </a:lnTo>
                <a:lnTo>
                  <a:pt x="1109687" y="59367"/>
                </a:lnTo>
                <a:lnTo>
                  <a:pt x="1145668" y="84790"/>
                </a:lnTo>
                <a:lnTo>
                  <a:pt x="1155481" y="84051"/>
                </a:lnTo>
                <a:lnTo>
                  <a:pt x="1169383" y="70205"/>
                </a:lnTo>
                <a:lnTo>
                  <a:pt x="1184920" y="61003"/>
                </a:lnTo>
                <a:lnTo>
                  <a:pt x="1188191" y="60866"/>
                </a:lnTo>
                <a:lnTo>
                  <a:pt x="1189826" y="60050"/>
                </a:lnTo>
                <a:lnTo>
                  <a:pt x="1190644" y="61347"/>
                </a:lnTo>
                <a:lnTo>
                  <a:pt x="1197186" y="64756"/>
                </a:lnTo>
                <a:lnTo>
                  <a:pt x="1198004" y="67679"/>
                </a:lnTo>
                <a:lnTo>
                  <a:pt x="1199639" y="64550"/>
                </a:lnTo>
                <a:lnTo>
                  <a:pt x="1200457" y="63281"/>
                </a:lnTo>
                <a:lnTo>
                  <a:pt x="1201275" y="64963"/>
                </a:lnTo>
                <a:lnTo>
                  <a:pt x="1206999" y="70700"/>
                </a:lnTo>
                <a:lnTo>
                  <a:pt x="1214359" y="80181"/>
                </a:lnTo>
                <a:lnTo>
                  <a:pt x="1218448" y="90403"/>
                </a:lnTo>
                <a:lnTo>
                  <a:pt x="1222536" y="99770"/>
                </a:lnTo>
                <a:lnTo>
                  <a:pt x="1224990" y="104594"/>
                </a:lnTo>
                <a:lnTo>
                  <a:pt x="1226625" y="102830"/>
                </a:lnTo>
                <a:lnTo>
                  <a:pt x="1242162" y="119326"/>
                </a:lnTo>
                <a:lnTo>
                  <a:pt x="1242980" y="117141"/>
                </a:lnTo>
                <a:lnTo>
                  <a:pt x="1244616" y="118596"/>
                </a:lnTo>
                <a:lnTo>
                  <a:pt x="1252793" y="123937"/>
                </a:lnTo>
                <a:lnTo>
                  <a:pt x="1253611" y="122816"/>
                </a:lnTo>
                <a:lnTo>
                  <a:pt x="1256064" y="128386"/>
                </a:lnTo>
                <a:lnTo>
                  <a:pt x="1256882" y="125959"/>
                </a:lnTo>
                <a:lnTo>
                  <a:pt x="1257700" y="126241"/>
                </a:lnTo>
                <a:lnTo>
                  <a:pt x="1258517" y="130168"/>
                </a:lnTo>
                <a:lnTo>
                  <a:pt x="1260970" y="129021"/>
                </a:lnTo>
                <a:lnTo>
                  <a:pt x="1261788" y="128603"/>
                </a:lnTo>
                <a:lnTo>
                  <a:pt x="1262606" y="130279"/>
                </a:lnTo>
                <a:lnTo>
                  <a:pt x="1267512" y="136985"/>
                </a:lnTo>
                <a:lnTo>
                  <a:pt x="1270783" y="135458"/>
                </a:lnTo>
                <a:lnTo>
                  <a:pt x="1273237" y="138651"/>
                </a:lnTo>
                <a:lnTo>
                  <a:pt x="1277325" y="129545"/>
                </a:lnTo>
                <a:lnTo>
                  <a:pt x="1281414" y="137137"/>
                </a:lnTo>
                <a:lnTo>
                  <a:pt x="1282232" y="136267"/>
                </a:lnTo>
                <a:lnTo>
                  <a:pt x="1284685" y="132658"/>
                </a:lnTo>
                <a:lnTo>
                  <a:pt x="1285503" y="137400"/>
                </a:lnTo>
                <a:lnTo>
                  <a:pt x="1287956" y="134845"/>
                </a:lnTo>
                <a:lnTo>
                  <a:pt x="1291227" y="136624"/>
                </a:lnTo>
                <a:lnTo>
                  <a:pt x="1292045" y="137237"/>
                </a:lnTo>
                <a:lnTo>
                  <a:pt x="1295316" y="131666"/>
                </a:lnTo>
                <a:lnTo>
                  <a:pt x="1296134" y="137276"/>
                </a:lnTo>
                <a:lnTo>
                  <a:pt x="1298587" y="134133"/>
                </a:lnTo>
                <a:lnTo>
                  <a:pt x="1303493" y="135589"/>
                </a:lnTo>
                <a:lnTo>
                  <a:pt x="1308400" y="128169"/>
                </a:lnTo>
                <a:lnTo>
                  <a:pt x="1310853" y="137420"/>
                </a:lnTo>
                <a:lnTo>
                  <a:pt x="1311671" y="136395"/>
                </a:lnTo>
                <a:lnTo>
                  <a:pt x="1312489" y="129352"/>
                </a:lnTo>
                <a:lnTo>
                  <a:pt x="1314942" y="130524"/>
                </a:lnTo>
                <a:lnTo>
                  <a:pt x="1315760" y="129191"/>
                </a:lnTo>
                <a:lnTo>
                  <a:pt x="1317395" y="131402"/>
                </a:lnTo>
                <a:lnTo>
                  <a:pt x="1318213" y="132809"/>
                </a:lnTo>
                <a:lnTo>
                  <a:pt x="1319031" y="131599"/>
                </a:lnTo>
                <a:lnTo>
                  <a:pt x="1323119" y="128275"/>
                </a:lnTo>
                <a:lnTo>
                  <a:pt x="1323937" y="126529"/>
                </a:lnTo>
                <a:lnTo>
                  <a:pt x="1324755" y="129063"/>
                </a:lnTo>
                <a:lnTo>
                  <a:pt x="1327208" y="133055"/>
                </a:lnTo>
                <a:lnTo>
                  <a:pt x="1331297" y="124720"/>
                </a:lnTo>
                <a:lnTo>
                  <a:pt x="1332115" y="123536"/>
                </a:lnTo>
                <a:lnTo>
                  <a:pt x="1332933" y="125322"/>
                </a:lnTo>
                <a:lnTo>
                  <a:pt x="1335386" y="131856"/>
                </a:lnTo>
                <a:lnTo>
                  <a:pt x="1336203" y="130730"/>
                </a:lnTo>
                <a:lnTo>
                  <a:pt x="1337839" y="127554"/>
                </a:lnTo>
                <a:lnTo>
                  <a:pt x="1338657" y="128767"/>
                </a:lnTo>
                <a:lnTo>
                  <a:pt x="1339475" y="132180"/>
                </a:lnTo>
                <a:lnTo>
                  <a:pt x="1340292" y="127994"/>
                </a:lnTo>
                <a:lnTo>
                  <a:pt x="1341928" y="129863"/>
                </a:lnTo>
                <a:lnTo>
                  <a:pt x="1346834" y="126783"/>
                </a:lnTo>
                <a:lnTo>
                  <a:pt x="1348470" y="127522"/>
                </a:lnTo>
                <a:lnTo>
                  <a:pt x="1350923" y="131075"/>
                </a:lnTo>
                <a:lnTo>
                  <a:pt x="1351741" y="130455"/>
                </a:lnTo>
                <a:lnTo>
                  <a:pt x="1355830" y="127403"/>
                </a:lnTo>
                <a:lnTo>
                  <a:pt x="1359918" y="132182"/>
                </a:lnTo>
                <a:lnTo>
                  <a:pt x="1363189" y="128306"/>
                </a:lnTo>
                <a:lnTo>
                  <a:pt x="1365642" y="133702"/>
                </a:lnTo>
                <a:lnTo>
                  <a:pt x="1366460" y="130348"/>
                </a:lnTo>
                <a:lnTo>
                  <a:pt x="1367278" y="130273"/>
                </a:lnTo>
                <a:lnTo>
                  <a:pt x="1369731" y="133572"/>
                </a:lnTo>
                <a:lnTo>
                  <a:pt x="1370549" y="131324"/>
                </a:lnTo>
                <a:lnTo>
                  <a:pt x="1371367" y="130230"/>
                </a:lnTo>
                <a:lnTo>
                  <a:pt x="1372184" y="133866"/>
                </a:lnTo>
                <a:lnTo>
                  <a:pt x="1374638" y="136614"/>
                </a:lnTo>
                <a:lnTo>
                  <a:pt x="1375456" y="130605"/>
                </a:lnTo>
                <a:lnTo>
                  <a:pt x="1377909" y="131784"/>
                </a:lnTo>
                <a:lnTo>
                  <a:pt x="1381180" y="134238"/>
                </a:lnTo>
                <a:lnTo>
                  <a:pt x="1382815" y="136969"/>
                </a:lnTo>
                <a:lnTo>
                  <a:pt x="1383633" y="133932"/>
                </a:lnTo>
                <a:lnTo>
                  <a:pt x="1385268" y="132469"/>
                </a:lnTo>
                <a:lnTo>
                  <a:pt x="1386086" y="134168"/>
                </a:lnTo>
                <a:lnTo>
                  <a:pt x="1387722" y="139948"/>
                </a:lnTo>
                <a:lnTo>
                  <a:pt x="1389357" y="135843"/>
                </a:lnTo>
                <a:lnTo>
                  <a:pt x="1390175" y="134215"/>
                </a:lnTo>
                <a:lnTo>
                  <a:pt x="1390993" y="136261"/>
                </a:lnTo>
                <a:lnTo>
                  <a:pt x="1391810" y="139226"/>
                </a:lnTo>
                <a:lnTo>
                  <a:pt x="1393446" y="136239"/>
                </a:lnTo>
                <a:lnTo>
                  <a:pt x="1397535" y="134741"/>
                </a:lnTo>
                <a:lnTo>
                  <a:pt x="1401624" y="136068"/>
                </a:lnTo>
                <a:lnTo>
                  <a:pt x="1403259" y="133666"/>
                </a:lnTo>
                <a:lnTo>
                  <a:pt x="1404077" y="137772"/>
                </a:lnTo>
                <a:lnTo>
                  <a:pt x="1407348" y="135907"/>
                </a:lnTo>
                <a:lnTo>
                  <a:pt x="1408166" y="136737"/>
                </a:lnTo>
                <a:lnTo>
                  <a:pt x="1409801" y="137989"/>
                </a:lnTo>
                <a:lnTo>
                  <a:pt x="1410619" y="135991"/>
                </a:lnTo>
                <a:lnTo>
                  <a:pt x="1412254" y="137253"/>
                </a:lnTo>
                <a:lnTo>
                  <a:pt x="1413890" y="135549"/>
                </a:lnTo>
                <a:lnTo>
                  <a:pt x="1416343" y="138813"/>
                </a:lnTo>
                <a:lnTo>
                  <a:pt x="1417161" y="137048"/>
                </a:lnTo>
                <a:lnTo>
                  <a:pt x="1420432" y="137582"/>
                </a:lnTo>
                <a:lnTo>
                  <a:pt x="1422885" y="138253"/>
                </a:lnTo>
                <a:lnTo>
                  <a:pt x="1423703" y="136907"/>
                </a:lnTo>
                <a:lnTo>
                  <a:pt x="1430245" y="140265"/>
                </a:lnTo>
                <a:lnTo>
                  <a:pt x="1438422" y="140057"/>
                </a:lnTo>
                <a:lnTo>
                  <a:pt x="1440058" y="139647"/>
                </a:lnTo>
                <a:lnTo>
                  <a:pt x="1440875" y="140758"/>
                </a:lnTo>
                <a:lnTo>
                  <a:pt x="1444964" y="139288"/>
                </a:lnTo>
                <a:lnTo>
                  <a:pt x="1445782" y="138188"/>
                </a:lnTo>
                <a:lnTo>
                  <a:pt x="1447417" y="140327"/>
                </a:lnTo>
                <a:lnTo>
                  <a:pt x="1449053" y="141471"/>
                </a:lnTo>
                <a:lnTo>
                  <a:pt x="1449871" y="138863"/>
                </a:lnTo>
                <a:lnTo>
                  <a:pt x="1452324" y="136737"/>
                </a:lnTo>
                <a:lnTo>
                  <a:pt x="1456413" y="142152"/>
                </a:lnTo>
                <a:lnTo>
                  <a:pt x="1465408" y="147910"/>
                </a:lnTo>
                <a:lnTo>
                  <a:pt x="1467043" y="140683"/>
                </a:lnTo>
                <a:lnTo>
                  <a:pt x="1468679" y="145609"/>
                </a:lnTo>
                <a:lnTo>
                  <a:pt x="1469497" y="147063"/>
                </a:lnTo>
                <a:lnTo>
                  <a:pt x="1470315" y="144233"/>
                </a:lnTo>
                <a:lnTo>
                  <a:pt x="1472768" y="140921"/>
                </a:lnTo>
                <a:lnTo>
                  <a:pt x="1473585" y="143308"/>
                </a:lnTo>
                <a:lnTo>
                  <a:pt x="1476039" y="149409"/>
                </a:lnTo>
                <a:lnTo>
                  <a:pt x="1477674" y="147582"/>
                </a:lnTo>
                <a:lnTo>
                  <a:pt x="1480127" y="141535"/>
                </a:lnTo>
                <a:lnTo>
                  <a:pt x="1480945" y="147233"/>
                </a:lnTo>
                <a:lnTo>
                  <a:pt x="1482581" y="144592"/>
                </a:lnTo>
                <a:lnTo>
                  <a:pt x="1485852" y="140748"/>
                </a:lnTo>
                <a:lnTo>
                  <a:pt x="1486669" y="141783"/>
                </a:lnTo>
                <a:lnTo>
                  <a:pt x="1489941" y="144963"/>
                </a:lnTo>
                <a:lnTo>
                  <a:pt x="1492394" y="142404"/>
                </a:lnTo>
                <a:lnTo>
                  <a:pt x="1493211" y="143037"/>
                </a:lnTo>
                <a:lnTo>
                  <a:pt x="1494029" y="145228"/>
                </a:lnTo>
                <a:lnTo>
                  <a:pt x="1495665" y="141894"/>
                </a:lnTo>
                <a:lnTo>
                  <a:pt x="1499753" y="142564"/>
                </a:lnTo>
                <a:lnTo>
                  <a:pt x="1501389" y="144438"/>
                </a:lnTo>
                <a:lnTo>
                  <a:pt x="1502207" y="140885"/>
                </a:lnTo>
                <a:lnTo>
                  <a:pt x="1503025" y="142992"/>
                </a:lnTo>
                <a:lnTo>
                  <a:pt x="1514473" y="143028"/>
                </a:lnTo>
                <a:lnTo>
                  <a:pt x="1515291" y="144968"/>
                </a:lnTo>
                <a:lnTo>
                  <a:pt x="1516108" y="143470"/>
                </a:lnTo>
                <a:lnTo>
                  <a:pt x="1516926" y="140236"/>
                </a:lnTo>
                <a:lnTo>
                  <a:pt x="1519380" y="141103"/>
                </a:lnTo>
                <a:lnTo>
                  <a:pt x="1521833" y="139410"/>
                </a:lnTo>
                <a:lnTo>
                  <a:pt x="1522650" y="140785"/>
                </a:lnTo>
                <a:lnTo>
                  <a:pt x="1525922" y="144921"/>
                </a:lnTo>
                <a:lnTo>
                  <a:pt x="1528375" y="137322"/>
                </a:lnTo>
                <a:lnTo>
                  <a:pt x="1530828" y="140204"/>
                </a:lnTo>
                <a:lnTo>
                  <a:pt x="1534099" y="136269"/>
                </a:lnTo>
                <a:lnTo>
                  <a:pt x="1535734" y="139024"/>
                </a:lnTo>
                <a:lnTo>
                  <a:pt x="1537370" y="140370"/>
                </a:lnTo>
                <a:lnTo>
                  <a:pt x="1538188" y="137383"/>
                </a:lnTo>
                <a:lnTo>
                  <a:pt x="1541459" y="135242"/>
                </a:lnTo>
                <a:lnTo>
                  <a:pt x="1543912" y="139058"/>
                </a:lnTo>
                <a:lnTo>
                  <a:pt x="1544730" y="136721"/>
                </a:lnTo>
                <a:lnTo>
                  <a:pt x="1548001" y="133455"/>
                </a:lnTo>
                <a:lnTo>
                  <a:pt x="1548818" y="136134"/>
                </a:lnTo>
                <a:lnTo>
                  <a:pt x="1552090" y="141251"/>
                </a:lnTo>
                <a:lnTo>
                  <a:pt x="1552907" y="140718"/>
                </a:lnTo>
                <a:lnTo>
                  <a:pt x="1554543" y="142233"/>
                </a:lnTo>
                <a:lnTo>
                  <a:pt x="1557814" y="164255"/>
                </a:lnTo>
                <a:lnTo>
                  <a:pt x="1559449" y="158484"/>
                </a:lnTo>
                <a:lnTo>
                  <a:pt x="1562720" y="165591"/>
                </a:lnTo>
                <a:lnTo>
                  <a:pt x="1567627" y="175440"/>
                </a:lnTo>
                <a:lnTo>
                  <a:pt x="1569262" y="173498"/>
                </a:lnTo>
                <a:lnTo>
                  <a:pt x="1589706" y="223047"/>
                </a:lnTo>
                <a:lnTo>
                  <a:pt x="1592977" y="230330"/>
                </a:lnTo>
                <a:lnTo>
                  <a:pt x="1593795" y="229328"/>
                </a:lnTo>
                <a:lnTo>
                  <a:pt x="1595430" y="230266"/>
                </a:lnTo>
                <a:lnTo>
                  <a:pt x="1600337" y="246875"/>
                </a:lnTo>
                <a:lnTo>
                  <a:pt x="1602790" y="249334"/>
                </a:lnTo>
                <a:lnTo>
                  <a:pt x="1614239" y="276311"/>
                </a:lnTo>
                <a:lnTo>
                  <a:pt x="1620781" y="297711"/>
                </a:lnTo>
                <a:lnTo>
                  <a:pt x="1622416" y="293858"/>
                </a:lnTo>
                <a:lnTo>
                  <a:pt x="1623234" y="295574"/>
                </a:lnTo>
                <a:lnTo>
                  <a:pt x="1630593" y="313477"/>
                </a:lnTo>
                <a:lnTo>
                  <a:pt x="1633865" y="326800"/>
                </a:lnTo>
                <a:lnTo>
                  <a:pt x="1635500" y="331808"/>
                </a:lnTo>
                <a:lnTo>
                  <a:pt x="1636318" y="328876"/>
                </a:lnTo>
                <a:lnTo>
                  <a:pt x="1637135" y="327209"/>
                </a:lnTo>
                <a:lnTo>
                  <a:pt x="1637953" y="330858"/>
                </a:lnTo>
                <a:lnTo>
                  <a:pt x="1645313" y="350930"/>
                </a:lnTo>
                <a:lnTo>
                  <a:pt x="1646949" y="348823"/>
                </a:lnTo>
                <a:lnTo>
                  <a:pt x="1647766" y="352277"/>
                </a:lnTo>
                <a:lnTo>
                  <a:pt x="1652673" y="362593"/>
                </a:lnTo>
                <a:lnTo>
                  <a:pt x="1657579" y="373281"/>
                </a:lnTo>
                <a:lnTo>
                  <a:pt x="1673117" y="402427"/>
                </a:lnTo>
                <a:lnTo>
                  <a:pt x="1677205" y="410639"/>
                </a:lnTo>
                <a:lnTo>
                  <a:pt x="1678841" y="414624"/>
                </a:lnTo>
                <a:lnTo>
                  <a:pt x="1681294" y="413652"/>
                </a:lnTo>
                <a:lnTo>
                  <a:pt x="1691107" y="429023"/>
                </a:lnTo>
                <a:lnTo>
                  <a:pt x="1691925" y="432961"/>
                </a:lnTo>
                <a:lnTo>
                  <a:pt x="1694378" y="431881"/>
                </a:lnTo>
                <a:lnTo>
                  <a:pt x="1695196" y="433012"/>
                </a:lnTo>
                <a:lnTo>
                  <a:pt x="1696014" y="430888"/>
                </a:lnTo>
                <a:lnTo>
                  <a:pt x="1696831" y="429819"/>
                </a:lnTo>
                <a:lnTo>
                  <a:pt x="1698467" y="431388"/>
                </a:lnTo>
                <a:lnTo>
                  <a:pt x="1709915" y="439995"/>
                </a:lnTo>
                <a:lnTo>
                  <a:pt x="1710733" y="438442"/>
                </a:lnTo>
                <a:lnTo>
                  <a:pt x="1712368" y="440326"/>
                </a:lnTo>
                <a:lnTo>
                  <a:pt x="1716457" y="442782"/>
                </a:lnTo>
                <a:lnTo>
                  <a:pt x="1718093" y="441524"/>
                </a:lnTo>
                <a:lnTo>
                  <a:pt x="1718910" y="442060"/>
                </a:lnTo>
                <a:lnTo>
                  <a:pt x="1721364" y="446221"/>
                </a:lnTo>
                <a:lnTo>
                  <a:pt x="1722999" y="444734"/>
                </a:lnTo>
                <a:lnTo>
                  <a:pt x="1730359" y="445378"/>
                </a:lnTo>
                <a:lnTo>
                  <a:pt x="1731994" y="441182"/>
                </a:lnTo>
                <a:lnTo>
                  <a:pt x="1733630" y="442041"/>
                </a:lnTo>
                <a:lnTo>
                  <a:pt x="1749167" y="418341"/>
                </a:lnTo>
                <a:lnTo>
                  <a:pt x="1754074" y="336127"/>
                </a:lnTo>
                <a:lnTo>
                  <a:pt x="1765522" y="86278"/>
                </a:lnTo>
                <a:lnTo>
                  <a:pt x="1766340" y="85764"/>
                </a:lnTo>
                <a:lnTo>
                  <a:pt x="1774517" y="58020"/>
                </a:lnTo>
                <a:lnTo>
                  <a:pt x="1775335" y="59031"/>
                </a:lnTo>
                <a:lnTo>
                  <a:pt x="1776153" y="58177"/>
                </a:lnTo>
                <a:lnTo>
                  <a:pt x="1781059" y="47842"/>
                </a:lnTo>
                <a:lnTo>
                  <a:pt x="1785148" y="43245"/>
                </a:lnTo>
                <a:lnTo>
                  <a:pt x="1790873" y="35955"/>
                </a:lnTo>
                <a:lnTo>
                  <a:pt x="1794961" y="29377"/>
                </a:lnTo>
                <a:lnTo>
                  <a:pt x="1795779" y="29745"/>
                </a:lnTo>
                <a:lnTo>
                  <a:pt x="1796597" y="30727"/>
                </a:lnTo>
                <a:lnTo>
                  <a:pt x="1798232" y="28069"/>
                </a:lnTo>
                <a:lnTo>
                  <a:pt x="1799868" y="24897"/>
                </a:lnTo>
                <a:lnTo>
                  <a:pt x="1801503" y="26815"/>
                </a:lnTo>
                <a:lnTo>
                  <a:pt x="1805592" y="27638"/>
                </a:lnTo>
                <a:lnTo>
                  <a:pt x="1808863" y="28244"/>
                </a:lnTo>
                <a:lnTo>
                  <a:pt x="1809681" y="27071"/>
                </a:lnTo>
                <a:lnTo>
                  <a:pt x="1810499" y="28323"/>
                </a:lnTo>
                <a:lnTo>
                  <a:pt x="1816223" y="34940"/>
                </a:lnTo>
                <a:lnTo>
                  <a:pt x="1825218" y="47524"/>
                </a:lnTo>
                <a:lnTo>
                  <a:pt x="1826036" y="46805"/>
                </a:lnTo>
                <a:lnTo>
                  <a:pt x="1841573" y="56861"/>
                </a:lnTo>
                <a:lnTo>
                  <a:pt x="1842391" y="54708"/>
                </a:lnTo>
                <a:lnTo>
                  <a:pt x="1844026" y="49541"/>
                </a:lnTo>
                <a:lnTo>
                  <a:pt x="1845662" y="51298"/>
                </a:lnTo>
                <a:lnTo>
                  <a:pt x="1852204" y="58528"/>
                </a:lnTo>
                <a:lnTo>
                  <a:pt x="1853022" y="55039"/>
                </a:lnTo>
                <a:lnTo>
                  <a:pt x="1854657" y="52063"/>
                </a:lnTo>
                <a:lnTo>
                  <a:pt x="1855475" y="53725"/>
                </a:lnTo>
                <a:lnTo>
                  <a:pt x="1857110" y="56134"/>
                </a:lnTo>
                <a:lnTo>
                  <a:pt x="1857928" y="54444"/>
                </a:lnTo>
                <a:lnTo>
                  <a:pt x="1859564" y="52271"/>
                </a:lnTo>
                <a:lnTo>
                  <a:pt x="1860381" y="52801"/>
                </a:lnTo>
                <a:lnTo>
                  <a:pt x="1866106" y="58285"/>
                </a:lnTo>
                <a:lnTo>
                  <a:pt x="1873465" y="47029"/>
                </a:lnTo>
                <a:lnTo>
                  <a:pt x="1874283" y="49470"/>
                </a:lnTo>
                <a:lnTo>
                  <a:pt x="1875918" y="52177"/>
                </a:lnTo>
                <a:lnTo>
                  <a:pt x="1876736" y="49728"/>
                </a:lnTo>
                <a:lnTo>
                  <a:pt x="1886549" y="45735"/>
                </a:lnTo>
                <a:lnTo>
                  <a:pt x="1891456" y="47200"/>
                </a:lnTo>
                <a:lnTo>
                  <a:pt x="1895544" y="41074"/>
                </a:lnTo>
                <a:lnTo>
                  <a:pt x="1897998" y="48518"/>
                </a:lnTo>
                <a:lnTo>
                  <a:pt x="1899633" y="44927"/>
                </a:lnTo>
                <a:lnTo>
                  <a:pt x="1909446" y="51710"/>
                </a:lnTo>
                <a:lnTo>
                  <a:pt x="1913535" y="56517"/>
                </a:lnTo>
                <a:lnTo>
                  <a:pt x="1915988" y="54842"/>
                </a:lnTo>
                <a:lnTo>
                  <a:pt x="1916806" y="56086"/>
                </a:lnTo>
                <a:lnTo>
                  <a:pt x="1921712" y="64039"/>
                </a:lnTo>
                <a:lnTo>
                  <a:pt x="1924984" y="63164"/>
                </a:lnTo>
                <a:lnTo>
                  <a:pt x="1927437" y="61056"/>
                </a:lnTo>
                <a:lnTo>
                  <a:pt x="1928254" y="63237"/>
                </a:lnTo>
                <a:lnTo>
                  <a:pt x="1941339" y="56624"/>
                </a:lnTo>
                <a:lnTo>
                  <a:pt x="1942156" y="58544"/>
                </a:lnTo>
                <a:lnTo>
                  <a:pt x="1942974" y="61482"/>
                </a:lnTo>
                <a:lnTo>
                  <a:pt x="1944609" y="59686"/>
                </a:lnTo>
                <a:lnTo>
                  <a:pt x="1950334" y="52271"/>
                </a:lnTo>
                <a:lnTo>
                  <a:pt x="1951151" y="53520"/>
                </a:lnTo>
                <a:lnTo>
                  <a:pt x="1952787" y="50849"/>
                </a:lnTo>
                <a:lnTo>
                  <a:pt x="1956876" y="49633"/>
                </a:lnTo>
                <a:lnTo>
                  <a:pt x="1960147" y="47064"/>
                </a:lnTo>
                <a:lnTo>
                  <a:pt x="1960965" y="48361"/>
                </a:lnTo>
                <a:lnTo>
                  <a:pt x="1967507" y="43546"/>
                </a:lnTo>
                <a:lnTo>
                  <a:pt x="1971595" y="41576"/>
                </a:lnTo>
                <a:lnTo>
                  <a:pt x="1980591" y="37632"/>
                </a:lnTo>
                <a:lnTo>
                  <a:pt x="1983044" y="33226"/>
                </a:lnTo>
                <a:lnTo>
                  <a:pt x="1984679" y="36505"/>
                </a:lnTo>
                <a:lnTo>
                  <a:pt x="1992039" y="31928"/>
                </a:lnTo>
                <a:lnTo>
                  <a:pt x="1996945" y="31182"/>
                </a:lnTo>
                <a:lnTo>
                  <a:pt x="1999399" y="29944"/>
                </a:lnTo>
                <a:lnTo>
                  <a:pt x="2000217" y="31095"/>
                </a:lnTo>
                <a:lnTo>
                  <a:pt x="2001852" y="32563"/>
                </a:lnTo>
                <a:lnTo>
                  <a:pt x="2003487" y="30780"/>
                </a:lnTo>
                <a:lnTo>
                  <a:pt x="2008394" y="31231"/>
                </a:lnTo>
                <a:lnTo>
                  <a:pt x="2012483" y="29935"/>
                </a:lnTo>
                <a:lnTo>
                  <a:pt x="2017389" y="26527"/>
                </a:lnTo>
                <a:lnTo>
                  <a:pt x="2018207" y="29043"/>
                </a:lnTo>
                <a:lnTo>
                  <a:pt x="2019843" y="30717"/>
                </a:lnTo>
                <a:lnTo>
                  <a:pt x="2020660" y="29498"/>
                </a:lnTo>
                <a:lnTo>
                  <a:pt x="2025567" y="27944"/>
                </a:lnTo>
                <a:lnTo>
                  <a:pt x="2028020" y="28194"/>
                </a:lnTo>
                <a:lnTo>
                  <a:pt x="2028838" y="26232"/>
                </a:lnTo>
                <a:lnTo>
                  <a:pt x="2032926" y="26115"/>
                </a:lnTo>
                <a:lnTo>
                  <a:pt x="2037015" y="27714"/>
                </a:lnTo>
                <a:lnTo>
                  <a:pt x="2041922" y="25062"/>
                </a:lnTo>
                <a:lnTo>
                  <a:pt x="2046010" y="24060"/>
                </a:lnTo>
                <a:lnTo>
                  <a:pt x="2048464" y="27020"/>
                </a:lnTo>
                <a:lnTo>
                  <a:pt x="2050917" y="25083"/>
                </a:lnTo>
                <a:lnTo>
                  <a:pt x="2059912" y="18878"/>
                </a:lnTo>
                <a:lnTo>
                  <a:pt x="2063183" y="18872"/>
                </a:lnTo>
                <a:lnTo>
                  <a:pt x="2065636" y="16925"/>
                </a:lnTo>
                <a:lnTo>
                  <a:pt x="2066454" y="17722"/>
                </a:lnTo>
                <a:lnTo>
                  <a:pt x="2069725" y="20858"/>
                </a:lnTo>
                <a:lnTo>
                  <a:pt x="2070543" y="19245"/>
                </a:lnTo>
                <a:lnTo>
                  <a:pt x="2074632" y="13322"/>
                </a:lnTo>
                <a:lnTo>
                  <a:pt x="2075450" y="14026"/>
                </a:lnTo>
                <a:lnTo>
                  <a:pt x="2077085" y="16945"/>
                </a:lnTo>
                <a:lnTo>
                  <a:pt x="2078720" y="15379"/>
                </a:lnTo>
                <a:lnTo>
                  <a:pt x="2082809" y="15929"/>
                </a:lnTo>
                <a:lnTo>
                  <a:pt x="2085262" y="13554"/>
                </a:lnTo>
                <a:lnTo>
                  <a:pt x="2086080" y="15510"/>
                </a:lnTo>
                <a:lnTo>
                  <a:pt x="2090169" y="15430"/>
                </a:lnTo>
                <a:lnTo>
                  <a:pt x="2096711" y="12703"/>
                </a:lnTo>
                <a:lnTo>
                  <a:pt x="2098347" y="14422"/>
                </a:lnTo>
                <a:lnTo>
                  <a:pt x="2099164" y="13387"/>
                </a:lnTo>
                <a:lnTo>
                  <a:pt x="2104071" y="4393"/>
                </a:lnTo>
                <a:lnTo>
                  <a:pt x="2108977" y="9682"/>
                </a:lnTo>
                <a:lnTo>
                  <a:pt x="2117973" y="8298"/>
                </a:lnTo>
                <a:lnTo>
                  <a:pt x="2121243" y="9565"/>
                </a:lnTo>
                <a:lnTo>
                  <a:pt x="2126150" y="8776"/>
                </a:lnTo>
                <a:lnTo>
                  <a:pt x="2134327" y="8862"/>
                </a:lnTo>
                <a:lnTo>
                  <a:pt x="2138416" y="6948"/>
                </a:lnTo>
                <a:lnTo>
                  <a:pt x="2146594" y="4786"/>
                </a:lnTo>
                <a:lnTo>
                  <a:pt x="2148229" y="6611"/>
                </a:lnTo>
                <a:lnTo>
                  <a:pt x="2149865" y="5122"/>
                </a:lnTo>
                <a:lnTo>
                  <a:pt x="2154771" y="5789"/>
                </a:lnTo>
                <a:lnTo>
                  <a:pt x="2155589" y="4113"/>
                </a:lnTo>
                <a:lnTo>
                  <a:pt x="2157225" y="5592"/>
                </a:lnTo>
                <a:lnTo>
                  <a:pt x="2162131" y="6540"/>
                </a:lnTo>
                <a:lnTo>
                  <a:pt x="2167037" y="4343"/>
                </a:lnTo>
                <a:lnTo>
                  <a:pt x="2167855" y="5223"/>
                </a:lnTo>
                <a:lnTo>
                  <a:pt x="2168673" y="2985"/>
                </a:lnTo>
                <a:lnTo>
                  <a:pt x="2169491" y="889"/>
                </a:lnTo>
                <a:lnTo>
                  <a:pt x="2171944" y="2636"/>
                </a:lnTo>
                <a:lnTo>
                  <a:pt x="2173579" y="0"/>
                </a:lnTo>
                <a:lnTo>
                  <a:pt x="2174397" y="3250"/>
                </a:lnTo>
                <a:lnTo>
                  <a:pt x="2178486" y="5152"/>
                </a:lnTo>
                <a:lnTo>
                  <a:pt x="2182575" y="3437"/>
                </a:lnTo>
                <a:lnTo>
                  <a:pt x="2192388" y="3257"/>
                </a:lnTo>
                <a:lnTo>
                  <a:pt x="2193206" y="5802"/>
                </a:lnTo>
                <a:lnTo>
                  <a:pt x="2195659" y="4599"/>
                </a:lnTo>
                <a:lnTo>
                  <a:pt x="2201383" y="3317"/>
                </a:lnTo>
                <a:lnTo>
                  <a:pt x="2202201" y="844"/>
                </a:lnTo>
                <a:lnTo>
                  <a:pt x="2204654" y="2010"/>
                </a:lnTo>
                <a:lnTo>
                  <a:pt x="2208743" y="460"/>
                </a:lnTo>
                <a:lnTo>
                  <a:pt x="2212832" y="4203"/>
                </a:lnTo>
                <a:lnTo>
                  <a:pt x="2213649" y="2295"/>
                </a:lnTo>
                <a:lnTo>
                  <a:pt x="2223462" y="3599"/>
                </a:lnTo>
                <a:lnTo>
                  <a:pt x="2225098" y="576"/>
                </a:lnTo>
                <a:lnTo>
                  <a:pt x="2225916" y="2537"/>
                </a:lnTo>
                <a:lnTo>
                  <a:pt x="2228369" y="6528"/>
                </a:lnTo>
                <a:lnTo>
                  <a:pt x="2229186" y="4620"/>
                </a:lnTo>
                <a:lnTo>
                  <a:pt x="2240635" y="9266"/>
                </a:lnTo>
                <a:lnTo>
                  <a:pt x="2243088" y="5896"/>
                </a:lnTo>
                <a:lnTo>
                  <a:pt x="2243906" y="7658"/>
                </a:lnTo>
                <a:lnTo>
                  <a:pt x="2245542" y="10097"/>
                </a:lnTo>
                <a:lnTo>
                  <a:pt x="2246359" y="9213"/>
                </a:lnTo>
                <a:lnTo>
                  <a:pt x="2247995" y="6257"/>
                </a:lnTo>
                <a:lnTo>
                  <a:pt x="2249630" y="8026"/>
                </a:lnTo>
                <a:lnTo>
                  <a:pt x="2250448" y="7020"/>
                </a:lnTo>
                <a:lnTo>
                  <a:pt x="2251266" y="9247"/>
                </a:lnTo>
                <a:lnTo>
                  <a:pt x="2252901" y="11171"/>
                </a:lnTo>
                <a:lnTo>
                  <a:pt x="2253719" y="9173"/>
                </a:lnTo>
                <a:lnTo>
                  <a:pt x="2254537" y="7181"/>
                </a:lnTo>
                <a:lnTo>
                  <a:pt x="2256172" y="9590"/>
                </a:lnTo>
                <a:lnTo>
                  <a:pt x="2260261" y="9131"/>
                </a:lnTo>
                <a:lnTo>
                  <a:pt x="2264350" y="7028"/>
                </a:lnTo>
                <a:lnTo>
                  <a:pt x="2265985" y="8981"/>
                </a:lnTo>
                <a:lnTo>
                  <a:pt x="2267621" y="7943"/>
                </a:lnTo>
                <a:lnTo>
                  <a:pt x="2270892" y="7381"/>
                </a:lnTo>
                <a:lnTo>
                  <a:pt x="2275798" y="10100"/>
                </a:lnTo>
                <a:lnTo>
                  <a:pt x="2279069" y="6672"/>
                </a:lnTo>
                <a:lnTo>
                  <a:pt x="2290518" y="8857"/>
                </a:lnTo>
              </a:path>
            </a:pathLst>
          </a:custGeom>
          <a:noFill/>
          <a:ln w="2208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path 102"/>
          <p:cNvSpPr/>
          <p:nvPr/>
        </p:nvSpPr>
        <p:spPr>
          <a:xfrm>
            <a:off x="6902560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path 103"/>
          <p:cNvSpPr/>
          <p:nvPr/>
        </p:nvSpPr>
        <p:spPr>
          <a:xfrm>
            <a:off x="9422130" y="3380529"/>
            <a:ext cx="0" cy="910910"/>
          </a:xfrm>
          <a:custGeom>
            <a:avLst/>
            <a:gdLst/>
            <a:ahLst/>
            <a:cxnLst/>
            <a:rect l="l" t="t" r="r" b="b"/>
            <a:pathLst>
              <a:path w="0" h="910910">
                <a:moveTo>
                  <a:pt x="0" y="910910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path 104"/>
          <p:cNvSpPr/>
          <p:nvPr/>
        </p:nvSpPr>
        <p:spPr>
          <a:xfrm>
            <a:off x="6902560" y="4291439"/>
            <a:ext cx="2519570" cy="0"/>
          </a:xfrm>
          <a:custGeom>
            <a:avLst/>
            <a:gdLst/>
            <a:ahLst/>
            <a:cxnLst/>
            <a:rect l="l" t="t" r="r" b="b"/>
            <a:pathLst>
              <a:path w="2519570" h="0">
                <a:moveTo>
                  <a:pt x="0" y="0"/>
                </a:moveTo>
                <a:lnTo>
                  <a:pt x="251957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path 105"/>
          <p:cNvSpPr/>
          <p:nvPr/>
        </p:nvSpPr>
        <p:spPr>
          <a:xfrm>
            <a:off x="6902560" y="3380529"/>
            <a:ext cx="2519570" cy="0"/>
          </a:xfrm>
          <a:custGeom>
            <a:avLst/>
            <a:gdLst/>
            <a:ahLst/>
            <a:cxnLst/>
            <a:rect l="l" t="t" r="r" b="b"/>
            <a:pathLst>
              <a:path w="2519570" h="0">
                <a:moveTo>
                  <a:pt x="0" y="0"/>
                </a:moveTo>
                <a:lnTo>
                  <a:pt x="251957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603268" y="3171614"/>
            <a:ext cx="1173557" cy="2252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78" b="0" i="0">
                <a:solidFill>
                  <a:srgbClr val="3A9A94"/>
                </a:solidFill>
                <a:latin typeface="Times New Roman"/>
              </a:rPr>
              <a:t>Robot B · right</a:t>
            </a:r>
          </a:p>
        </p:txBody>
      </p:sp>
      <p:sp>
        <p:nvSpPr>
          <p:cNvPr id="146" name="Editable path 106"/>
          <p:cNvSpPr/>
          <p:nvPr/>
        </p:nvSpPr>
        <p:spPr>
          <a:xfrm>
            <a:off x="3627120" y="5154124"/>
            <a:ext cx="5795010" cy="1018076"/>
          </a:xfrm>
          <a:custGeom>
            <a:avLst/>
            <a:gdLst/>
            <a:ahLst/>
            <a:cxnLst/>
            <a:rect l="l" t="t" r="r" b="b"/>
            <a:pathLst>
              <a:path w="5795010" h="1018076">
                <a:moveTo>
                  <a:pt x="0" y="0"/>
                </a:moveTo>
                <a:lnTo>
                  <a:pt x="5795010" y="0"/>
                </a:lnTo>
                <a:lnTo>
                  <a:pt x="5795010" y="1018076"/>
                </a:lnTo>
                <a:lnTo>
                  <a:pt x="0" y="10180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path 107"/>
          <p:cNvSpPr/>
          <p:nvPr/>
        </p:nvSpPr>
        <p:spPr>
          <a:xfrm>
            <a:off x="3890529" y="5154124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path 108"/>
          <p:cNvSpPr/>
          <p:nvPr/>
        </p:nvSpPr>
        <p:spPr>
          <a:xfrm>
            <a:off x="3890529" y="6172200"/>
            <a:ext cx="0" cy="96631"/>
          </a:xfrm>
          <a:custGeom>
            <a:avLst/>
            <a:gdLst/>
            <a:ahLst/>
            <a:cxnLst/>
            <a:rect l="l" t="t" r="r" b="b"/>
            <a:pathLst>
              <a:path w="0" h="96631">
                <a:moveTo>
                  <a:pt x="0" y="0"/>
                </a:moveTo>
                <a:lnTo>
                  <a:pt x="0" y="96631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849116" y="6273847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50" name="Editable path 109"/>
          <p:cNvSpPr/>
          <p:nvPr/>
        </p:nvSpPr>
        <p:spPr>
          <a:xfrm>
            <a:off x="4830942" y="5154124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path 110"/>
          <p:cNvSpPr/>
          <p:nvPr/>
        </p:nvSpPr>
        <p:spPr>
          <a:xfrm>
            <a:off x="4830942" y="6172200"/>
            <a:ext cx="0" cy="96631"/>
          </a:xfrm>
          <a:custGeom>
            <a:avLst/>
            <a:gdLst/>
            <a:ahLst/>
            <a:cxnLst/>
            <a:rect l="l" t="t" r="r" b="b"/>
            <a:pathLst>
              <a:path w="0" h="96631">
                <a:moveTo>
                  <a:pt x="0" y="0"/>
                </a:moveTo>
                <a:lnTo>
                  <a:pt x="0" y="96631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748115" y="6273847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153" name="Editable path 111"/>
          <p:cNvSpPr/>
          <p:nvPr/>
        </p:nvSpPr>
        <p:spPr>
          <a:xfrm>
            <a:off x="5771354" y="5154124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path 112"/>
          <p:cNvSpPr/>
          <p:nvPr/>
        </p:nvSpPr>
        <p:spPr>
          <a:xfrm>
            <a:off x="5771354" y="6172200"/>
            <a:ext cx="0" cy="96631"/>
          </a:xfrm>
          <a:custGeom>
            <a:avLst/>
            <a:gdLst/>
            <a:ahLst/>
            <a:cxnLst/>
            <a:rect l="l" t="t" r="r" b="b"/>
            <a:pathLst>
              <a:path w="0" h="96631">
                <a:moveTo>
                  <a:pt x="0" y="0"/>
                </a:moveTo>
                <a:lnTo>
                  <a:pt x="0" y="96631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688528" y="6273847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56" name="Editable path 113"/>
          <p:cNvSpPr/>
          <p:nvPr/>
        </p:nvSpPr>
        <p:spPr>
          <a:xfrm>
            <a:off x="6711767" y="5154124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path 114"/>
          <p:cNvSpPr/>
          <p:nvPr/>
        </p:nvSpPr>
        <p:spPr>
          <a:xfrm>
            <a:off x="6711767" y="6172200"/>
            <a:ext cx="0" cy="96631"/>
          </a:xfrm>
          <a:custGeom>
            <a:avLst/>
            <a:gdLst/>
            <a:ahLst/>
            <a:cxnLst/>
            <a:rect l="l" t="t" r="r" b="b"/>
            <a:pathLst>
              <a:path w="0" h="96631">
                <a:moveTo>
                  <a:pt x="0" y="0"/>
                </a:moveTo>
                <a:lnTo>
                  <a:pt x="0" y="96631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628940" y="6273847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159" name="Editable path 115"/>
          <p:cNvSpPr/>
          <p:nvPr/>
        </p:nvSpPr>
        <p:spPr>
          <a:xfrm>
            <a:off x="7652179" y="5154124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path 116"/>
          <p:cNvSpPr/>
          <p:nvPr/>
        </p:nvSpPr>
        <p:spPr>
          <a:xfrm>
            <a:off x="7652179" y="6172200"/>
            <a:ext cx="0" cy="96631"/>
          </a:xfrm>
          <a:custGeom>
            <a:avLst/>
            <a:gdLst/>
            <a:ahLst/>
            <a:cxnLst/>
            <a:rect l="l" t="t" r="r" b="b"/>
            <a:pathLst>
              <a:path w="0" h="96631">
                <a:moveTo>
                  <a:pt x="0" y="0"/>
                </a:moveTo>
                <a:lnTo>
                  <a:pt x="0" y="96631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569353" y="6273847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62" name="Editable path 117"/>
          <p:cNvSpPr/>
          <p:nvPr/>
        </p:nvSpPr>
        <p:spPr>
          <a:xfrm>
            <a:off x="8592592" y="5154124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path 118"/>
          <p:cNvSpPr/>
          <p:nvPr/>
        </p:nvSpPr>
        <p:spPr>
          <a:xfrm>
            <a:off x="8592592" y="6172200"/>
            <a:ext cx="0" cy="96631"/>
          </a:xfrm>
          <a:custGeom>
            <a:avLst/>
            <a:gdLst/>
            <a:ahLst/>
            <a:cxnLst/>
            <a:rect l="l" t="t" r="r" b="b"/>
            <a:pathLst>
              <a:path w="0" h="96631">
                <a:moveTo>
                  <a:pt x="0" y="0"/>
                </a:moveTo>
                <a:lnTo>
                  <a:pt x="0" y="96631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509765" y="6273847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296900" y="6540789"/>
            <a:ext cx="2496420" cy="215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13" b="0" i="0">
                <a:solidFill>
                  <a:srgbClr val="2B2B2B"/>
                </a:solidFill>
                <a:latin typeface="Times New Roman"/>
              </a:rPr>
              <a:t>Time after reference activation (s)</a:t>
            </a:r>
          </a:p>
        </p:txBody>
      </p:sp>
      <p:sp>
        <p:nvSpPr>
          <p:cNvPr id="166" name="Editable path 119"/>
          <p:cNvSpPr/>
          <p:nvPr/>
        </p:nvSpPr>
        <p:spPr>
          <a:xfrm>
            <a:off x="3627120" y="6155161"/>
            <a:ext cx="5795010" cy="0"/>
          </a:xfrm>
          <a:custGeom>
            <a:avLst/>
            <a:gdLst/>
            <a:ahLst/>
            <a:cxnLst/>
            <a:rect l="l" t="t" r="r" b="b"/>
            <a:pathLst>
              <a:path w="5795010" h="0">
                <a:moveTo>
                  <a:pt x="0" y="0"/>
                </a:moveTo>
                <a:lnTo>
                  <a:pt x="579501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path 120"/>
          <p:cNvSpPr/>
          <p:nvPr/>
        </p:nvSpPr>
        <p:spPr>
          <a:xfrm>
            <a:off x="3530489" y="6155161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420054" y="6076057"/>
            <a:ext cx="124239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69" name="Editable path 121"/>
          <p:cNvSpPr/>
          <p:nvPr/>
        </p:nvSpPr>
        <p:spPr>
          <a:xfrm>
            <a:off x="3627120" y="5710816"/>
            <a:ext cx="5795010" cy="0"/>
          </a:xfrm>
          <a:custGeom>
            <a:avLst/>
            <a:gdLst/>
            <a:ahLst/>
            <a:cxnLst/>
            <a:rect l="l" t="t" r="r" b="b"/>
            <a:pathLst>
              <a:path w="5795010" h="0">
                <a:moveTo>
                  <a:pt x="0" y="0"/>
                </a:moveTo>
                <a:lnTo>
                  <a:pt x="579501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path 122"/>
          <p:cNvSpPr/>
          <p:nvPr/>
        </p:nvSpPr>
        <p:spPr>
          <a:xfrm>
            <a:off x="3530489" y="5710816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337228" y="5631712"/>
            <a:ext cx="207065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172" name="Editable path 123"/>
          <p:cNvSpPr/>
          <p:nvPr/>
        </p:nvSpPr>
        <p:spPr>
          <a:xfrm>
            <a:off x="3627120" y="5266471"/>
            <a:ext cx="5795010" cy="0"/>
          </a:xfrm>
          <a:custGeom>
            <a:avLst/>
            <a:gdLst/>
            <a:ahLst/>
            <a:cxnLst/>
            <a:rect l="l" t="t" r="r" b="b"/>
            <a:pathLst>
              <a:path w="5795010" h="0">
                <a:moveTo>
                  <a:pt x="0" y="0"/>
                </a:moveTo>
                <a:lnTo>
                  <a:pt x="5795010" y="0"/>
                </a:lnTo>
              </a:path>
            </a:pathLst>
          </a:custGeom>
          <a:noFill/>
          <a:ln w="22086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path 124"/>
          <p:cNvSpPr/>
          <p:nvPr/>
        </p:nvSpPr>
        <p:spPr>
          <a:xfrm>
            <a:off x="3530489" y="5266471"/>
            <a:ext cx="96631" cy="0"/>
          </a:xfrm>
          <a:custGeom>
            <a:avLst/>
            <a:gdLst/>
            <a:ahLst/>
            <a:cxnLst/>
            <a:rect l="l" t="t" r="r" b="b"/>
            <a:pathLst>
              <a:path w="96631" h="0">
                <a:moveTo>
                  <a:pt x="9663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208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254402" y="5187367"/>
            <a:ext cx="289891" cy="198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175" name="TextBox 174"/>
          <p:cNvSpPr txBox="1"/>
          <p:nvPr/>
        </p:nvSpPr>
        <p:spPr>
          <a:xfrm rot="16200000">
            <a:off x="2995070" y="5893128"/>
            <a:ext cx="149390" cy="2319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1" b="0" i="0">
                <a:solidFill>
                  <a:srgbClr val="2B2B2B"/>
                </a:solidFill>
                <a:latin typeface="Times New Roman"/>
              </a:rPr>
              <a:t>‖</a:t>
            </a:r>
          </a:p>
        </p:txBody>
      </p:sp>
      <p:sp>
        <p:nvSpPr>
          <p:cNvPr id="176" name="TextBox 175"/>
          <p:cNvSpPr txBox="1"/>
          <p:nvPr/>
        </p:nvSpPr>
        <p:spPr>
          <a:xfrm rot="16200000">
            <a:off x="3005990" y="5802972"/>
            <a:ext cx="127552" cy="2319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1" b="0" i="1">
                <a:solidFill>
                  <a:srgbClr val="2B2B2B"/>
                </a:solidFill>
                <a:latin typeface="Times New Roman"/>
              </a:rPr>
              <a:t>τ</a:t>
            </a:r>
          </a:p>
        </p:txBody>
      </p:sp>
      <p:sp>
        <p:nvSpPr>
          <p:cNvPr id="177" name="TextBox 176"/>
          <p:cNvSpPr txBox="1"/>
          <p:nvPr/>
        </p:nvSpPr>
        <p:spPr>
          <a:xfrm rot="16200000">
            <a:off x="2737454" y="5455200"/>
            <a:ext cx="664623" cy="2319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1" b="0" i="0">
                <a:solidFill>
                  <a:srgbClr val="2B2B2B"/>
                </a:solidFill>
                <a:latin typeface="Times New Roman"/>
              </a:rPr>
              <a:t>‖ (N m)</a:t>
            </a:r>
          </a:p>
        </p:txBody>
      </p:sp>
      <p:sp>
        <p:nvSpPr>
          <p:cNvPr id="178" name="Editable path 125"/>
          <p:cNvSpPr/>
          <p:nvPr/>
        </p:nvSpPr>
        <p:spPr>
          <a:xfrm>
            <a:off x="3890529" y="5813253"/>
            <a:ext cx="5268191" cy="270718"/>
          </a:xfrm>
          <a:custGeom>
            <a:avLst/>
            <a:gdLst/>
            <a:ahLst/>
            <a:cxnLst/>
            <a:rect l="l" t="t" r="r" b="b"/>
            <a:pathLst>
              <a:path w="5268191" h="270718">
                <a:moveTo>
                  <a:pt x="0" y="245734"/>
                </a:moveTo>
                <a:lnTo>
                  <a:pt x="3762" y="242749"/>
                </a:lnTo>
                <a:lnTo>
                  <a:pt x="7523" y="245396"/>
                </a:lnTo>
                <a:lnTo>
                  <a:pt x="9404" y="238887"/>
                </a:lnTo>
                <a:lnTo>
                  <a:pt x="11285" y="239961"/>
                </a:lnTo>
                <a:lnTo>
                  <a:pt x="15047" y="241201"/>
                </a:lnTo>
                <a:lnTo>
                  <a:pt x="20689" y="231960"/>
                </a:lnTo>
                <a:lnTo>
                  <a:pt x="24451" y="238384"/>
                </a:lnTo>
                <a:lnTo>
                  <a:pt x="26332" y="231449"/>
                </a:lnTo>
                <a:lnTo>
                  <a:pt x="28212" y="233755"/>
                </a:lnTo>
                <a:lnTo>
                  <a:pt x="30093" y="236342"/>
                </a:lnTo>
                <a:lnTo>
                  <a:pt x="31974" y="234844"/>
                </a:lnTo>
                <a:lnTo>
                  <a:pt x="33855" y="232887"/>
                </a:lnTo>
                <a:lnTo>
                  <a:pt x="37617" y="239066"/>
                </a:lnTo>
                <a:lnTo>
                  <a:pt x="39497" y="237584"/>
                </a:lnTo>
                <a:lnTo>
                  <a:pt x="41378" y="236564"/>
                </a:lnTo>
                <a:lnTo>
                  <a:pt x="43259" y="230656"/>
                </a:lnTo>
                <a:lnTo>
                  <a:pt x="48902" y="241271"/>
                </a:lnTo>
                <a:lnTo>
                  <a:pt x="60187" y="219159"/>
                </a:lnTo>
                <a:lnTo>
                  <a:pt x="65829" y="236980"/>
                </a:lnTo>
                <a:lnTo>
                  <a:pt x="71471" y="226636"/>
                </a:lnTo>
                <a:lnTo>
                  <a:pt x="73352" y="230542"/>
                </a:lnTo>
                <a:lnTo>
                  <a:pt x="75233" y="228312"/>
                </a:lnTo>
                <a:lnTo>
                  <a:pt x="82756" y="230747"/>
                </a:lnTo>
                <a:lnTo>
                  <a:pt x="84637" y="230933"/>
                </a:lnTo>
                <a:lnTo>
                  <a:pt x="90280" y="220780"/>
                </a:lnTo>
                <a:lnTo>
                  <a:pt x="92160" y="226268"/>
                </a:lnTo>
                <a:lnTo>
                  <a:pt x="94041" y="224468"/>
                </a:lnTo>
                <a:lnTo>
                  <a:pt x="105326" y="228457"/>
                </a:lnTo>
                <a:lnTo>
                  <a:pt x="107207" y="228567"/>
                </a:lnTo>
                <a:lnTo>
                  <a:pt x="109088" y="232053"/>
                </a:lnTo>
                <a:lnTo>
                  <a:pt x="110969" y="230322"/>
                </a:lnTo>
                <a:lnTo>
                  <a:pt x="112850" y="227506"/>
                </a:lnTo>
                <a:lnTo>
                  <a:pt x="114730" y="231859"/>
                </a:lnTo>
                <a:lnTo>
                  <a:pt x="116611" y="230688"/>
                </a:lnTo>
                <a:lnTo>
                  <a:pt x="131658" y="223149"/>
                </a:lnTo>
                <a:lnTo>
                  <a:pt x="133539" y="223352"/>
                </a:lnTo>
                <a:lnTo>
                  <a:pt x="137300" y="229996"/>
                </a:lnTo>
                <a:lnTo>
                  <a:pt x="142943" y="223860"/>
                </a:lnTo>
                <a:lnTo>
                  <a:pt x="148585" y="217913"/>
                </a:lnTo>
                <a:lnTo>
                  <a:pt x="150466" y="216031"/>
                </a:lnTo>
                <a:lnTo>
                  <a:pt x="152347" y="218723"/>
                </a:lnTo>
                <a:lnTo>
                  <a:pt x="156109" y="211525"/>
                </a:lnTo>
                <a:lnTo>
                  <a:pt x="169274" y="215543"/>
                </a:lnTo>
                <a:lnTo>
                  <a:pt x="173036" y="214325"/>
                </a:lnTo>
                <a:lnTo>
                  <a:pt x="176798" y="216360"/>
                </a:lnTo>
                <a:lnTo>
                  <a:pt x="184321" y="215982"/>
                </a:lnTo>
                <a:lnTo>
                  <a:pt x="188083" y="220464"/>
                </a:lnTo>
                <a:lnTo>
                  <a:pt x="189963" y="216643"/>
                </a:lnTo>
                <a:lnTo>
                  <a:pt x="191844" y="214003"/>
                </a:lnTo>
                <a:lnTo>
                  <a:pt x="195606" y="220248"/>
                </a:lnTo>
                <a:lnTo>
                  <a:pt x="201248" y="207442"/>
                </a:lnTo>
                <a:lnTo>
                  <a:pt x="203129" y="210985"/>
                </a:lnTo>
                <a:lnTo>
                  <a:pt x="212533" y="212239"/>
                </a:lnTo>
                <a:lnTo>
                  <a:pt x="214414" y="210293"/>
                </a:lnTo>
                <a:lnTo>
                  <a:pt x="216295" y="212457"/>
                </a:lnTo>
                <a:lnTo>
                  <a:pt x="220057" y="213985"/>
                </a:lnTo>
                <a:lnTo>
                  <a:pt x="227580" y="209069"/>
                </a:lnTo>
                <a:lnTo>
                  <a:pt x="233222" y="212495"/>
                </a:lnTo>
                <a:lnTo>
                  <a:pt x="235103" y="217138"/>
                </a:lnTo>
                <a:lnTo>
                  <a:pt x="236984" y="207775"/>
                </a:lnTo>
                <a:lnTo>
                  <a:pt x="238865" y="211657"/>
                </a:lnTo>
                <a:lnTo>
                  <a:pt x="240746" y="209534"/>
                </a:lnTo>
                <a:lnTo>
                  <a:pt x="242627" y="202583"/>
                </a:lnTo>
                <a:lnTo>
                  <a:pt x="246388" y="209534"/>
                </a:lnTo>
                <a:lnTo>
                  <a:pt x="248269" y="202599"/>
                </a:lnTo>
                <a:lnTo>
                  <a:pt x="250150" y="205608"/>
                </a:lnTo>
                <a:lnTo>
                  <a:pt x="252031" y="209754"/>
                </a:lnTo>
                <a:lnTo>
                  <a:pt x="253911" y="206030"/>
                </a:lnTo>
                <a:lnTo>
                  <a:pt x="255792" y="211614"/>
                </a:lnTo>
                <a:lnTo>
                  <a:pt x="257673" y="209092"/>
                </a:lnTo>
                <a:lnTo>
                  <a:pt x="278362" y="216466"/>
                </a:lnTo>
                <a:lnTo>
                  <a:pt x="285885" y="214138"/>
                </a:lnTo>
                <a:lnTo>
                  <a:pt x="291528" y="218340"/>
                </a:lnTo>
                <a:lnTo>
                  <a:pt x="295290" y="213365"/>
                </a:lnTo>
                <a:lnTo>
                  <a:pt x="299051" y="214286"/>
                </a:lnTo>
                <a:lnTo>
                  <a:pt x="302813" y="213144"/>
                </a:lnTo>
                <a:lnTo>
                  <a:pt x="304694" y="210426"/>
                </a:lnTo>
                <a:lnTo>
                  <a:pt x="306575" y="212461"/>
                </a:lnTo>
                <a:lnTo>
                  <a:pt x="310336" y="222820"/>
                </a:lnTo>
                <a:lnTo>
                  <a:pt x="312217" y="220373"/>
                </a:lnTo>
                <a:lnTo>
                  <a:pt x="314098" y="217150"/>
                </a:lnTo>
                <a:lnTo>
                  <a:pt x="315979" y="206402"/>
                </a:lnTo>
                <a:lnTo>
                  <a:pt x="317860" y="209943"/>
                </a:lnTo>
                <a:lnTo>
                  <a:pt x="323502" y="218160"/>
                </a:lnTo>
                <a:lnTo>
                  <a:pt x="325383" y="207954"/>
                </a:lnTo>
                <a:lnTo>
                  <a:pt x="327264" y="210638"/>
                </a:lnTo>
                <a:lnTo>
                  <a:pt x="334787" y="212829"/>
                </a:lnTo>
                <a:lnTo>
                  <a:pt x="338549" y="201292"/>
                </a:lnTo>
                <a:lnTo>
                  <a:pt x="340429" y="205745"/>
                </a:lnTo>
                <a:lnTo>
                  <a:pt x="342310" y="204673"/>
                </a:lnTo>
                <a:lnTo>
                  <a:pt x="344191" y="200973"/>
                </a:lnTo>
                <a:lnTo>
                  <a:pt x="346072" y="203424"/>
                </a:lnTo>
                <a:lnTo>
                  <a:pt x="349833" y="213562"/>
                </a:lnTo>
                <a:lnTo>
                  <a:pt x="351714" y="212283"/>
                </a:lnTo>
                <a:lnTo>
                  <a:pt x="355476" y="211899"/>
                </a:lnTo>
                <a:lnTo>
                  <a:pt x="359238" y="203945"/>
                </a:lnTo>
                <a:lnTo>
                  <a:pt x="362999" y="207241"/>
                </a:lnTo>
                <a:lnTo>
                  <a:pt x="364880" y="205012"/>
                </a:lnTo>
                <a:lnTo>
                  <a:pt x="368642" y="209414"/>
                </a:lnTo>
                <a:lnTo>
                  <a:pt x="374284" y="207882"/>
                </a:lnTo>
                <a:lnTo>
                  <a:pt x="376165" y="213404"/>
                </a:lnTo>
                <a:lnTo>
                  <a:pt x="378046" y="210341"/>
                </a:lnTo>
                <a:lnTo>
                  <a:pt x="383688" y="207303"/>
                </a:lnTo>
                <a:lnTo>
                  <a:pt x="389331" y="207711"/>
                </a:lnTo>
                <a:lnTo>
                  <a:pt x="402497" y="213522"/>
                </a:lnTo>
                <a:lnTo>
                  <a:pt x="406258" y="212367"/>
                </a:lnTo>
                <a:lnTo>
                  <a:pt x="408139" y="214893"/>
                </a:lnTo>
                <a:lnTo>
                  <a:pt x="410020" y="212342"/>
                </a:lnTo>
                <a:lnTo>
                  <a:pt x="415662" y="206273"/>
                </a:lnTo>
                <a:lnTo>
                  <a:pt x="421305" y="209675"/>
                </a:lnTo>
                <a:lnTo>
                  <a:pt x="426947" y="197881"/>
                </a:lnTo>
                <a:lnTo>
                  <a:pt x="430709" y="213573"/>
                </a:lnTo>
                <a:lnTo>
                  <a:pt x="434471" y="211376"/>
                </a:lnTo>
                <a:lnTo>
                  <a:pt x="443875" y="211200"/>
                </a:lnTo>
                <a:lnTo>
                  <a:pt x="449517" y="214701"/>
                </a:lnTo>
                <a:lnTo>
                  <a:pt x="455160" y="199844"/>
                </a:lnTo>
                <a:lnTo>
                  <a:pt x="457041" y="195222"/>
                </a:lnTo>
                <a:lnTo>
                  <a:pt x="458921" y="207046"/>
                </a:lnTo>
                <a:lnTo>
                  <a:pt x="460802" y="204911"/>
                </a:lnTo>
                <a:lnTo>
                  <a:pt x="462683" y="206956"/>
                </a:lnTo>
                <a:lnTo>
                  <a:pt x="468325" y="199595"/>
                </a:lnTo>
                <a:lnTo>
                  <a:pt x="473968" y="203375"/>
                </a:lnTo>
                <a:lnTo>
                  <a:pt x="475849" y="199923"/>
                </a:lnTo>
                <a:lnTo>
                  <a:pt x="477730" y="201679"/>
                </a:lnTo>
                <a:lnTo>
                  <a:pt x="490895" y="202605"/>
                </a:lnTo>
                <a:lnTo>
                  <a:pt x="492776" y="207390"/>
                </a:lnTo>
                <a:lnTo>
                  <a:pt x="496538" y="202017"/>
                </a:lnTo>
                <a:lnTo>
                  <a:pt x="504061" y="201287"/>
                </a:lnTo>
                <a:lnTo>
                  <a:pt x="509704" y="207449"/>
                </a:lnTo>
                <a:lnTo>
                  <a:pt x="519108" y="207620"/>
                </a:lnTo>
                <a:lnTo>
                  <a:pt x="526631" y="207085"/>
                </a:lnTo>
                <a:lnTo>
                  <a:pt x="530393" y="202991"/>
                </a:lnTo>
                <a:lnTo>
                  <a:pt x="534154" y="213764"/>
                </a:lnTo>
                <a:lnTo>
                  <a:pt x="536035" y="211846"/>
                </a:lnTo>
                <a:lnTo>
                  <a:pt x="537916" y="206924"/>
                </a:lnTo>
                <a:lnTo>
                  <a:pt x="539797" y="209041"/>
                </a:lnTo>
                <a:lnTo>
                  <a:pt x="543559" y="206236"/>
                </a:lnTo>
                <a:lnTo>
                  <a:pt x="545439" y="200483"/>
                </a:lnTo>
                <a:lnTo>
                  <a:pt x="547320" y="203956"/>
                </a:lnTo>
                <a:lnTo>
                  <a:pt x="551082" y="207181"/>
                </a:lnTo>
                <a:lnTo>
                  <a:pt x="552963" y="214911"/>
                </a:lnTo>
                <a:lnTo>
                  <a:pt x="554843" y="213068"/>
                </a:lnTo>
                <a:lnTo>
                  <a:pt x="558605" y="208420"/>
                </a:lnTo>
                <a:lnTo>
                  <a:pt x="560486" y="200393"/>
                </a:lnTo>
                <a:lnTo>
                  <a:pt x="564248" y="209938"/>
                </a:lnTo>
                <a:lnTo>
                  <a:pt x="568009" y="199541"/>
                </a:lnTo>
                <a:lnTo>
                  <a:pt x="579294" y="205242"/>
                </a:lnTo>
                <a:lnTo>
                  <a:pt x="581175" y="202784"/>
                </a:lnTo>
                <a:lnTo>
                  <a:pt x="583056" y="205511"/>
                </a:lnTo>
                <a:lnTo>
                  <a:pt x="584937" y="201217"/>
                </a:lnTo>
                <a:lnTo>
                  <a:pt x="588698" y="209662"/>
                </a:lnTo>
                <a:lnTo>
                  <a:pt x="590579" y="205765"/>
                </a:lnTo>
                <a:lnTo>
                  <a:pt x="592460" y="210982"/>
                </a:lnTo>
                <a:lnTo>
                  <a:pt x="594341" y="208438"/>
                </a:lnTo>
                <a:lnTo>
                  <a:pt x="598102" y="201581"/>
                </a:lnTo>
                <a:lnTo>
                  <a:pt x="599983" y="201195"/>
                </a:lnTo>
                <a:lnTo>
                  <a:pt x="601864" y="205464"/>
                </a:lnTo>
                <a:lnTo>
                  <a:pt x="605626" y="199684"/>
                </a:lnTo>
                <a:lnTo>
                  <a:pt x="611268" y="211145"/>
                </a:lnTo>
                <a:lnTo>
                  <a:pt x="613149" y="208236"/>
                </a:lnTo>
                <a:lnTo>
                  <a:pt x="616911" y="199287"/>
                </a:lnTo>
                <a:lnTo>
                  <a:pt x="620672" y="207620"/>
                </a:lnTo>
                <a:lnTo>
                  <a:pt x="624434" y="203500"/>
                </a:lnTo>
                <a:lnTo>
                  <a:pt x="630076" y="206996"/>
                </a:lnTo>
                <a:lnTo>
                  <a:pt x="631957" y="199210"/>
                </a:lnTo>
                <a:lnTo>
                  <a:pt x="633838" y="207599"/>
                </a:lnTo>
                <a:lnTo>
                  <a:pt x="635719" y="206990"/>
                </a:lnTo>
                <a:lnTo>
                  <a:pt x="639481" y="200206"/>
                </a:lnTo>
                <a:lnTo>
                  <a:pt x="643242" y="208464"/>
                </a:lnTo>
                <a:lnTo>
                  <a:pt x="648885" y="208672"/>
                </a:lnTo>
                <a:lnTo>
                  <a:pt x="650765" y="206105"/>
                </a:lnTo>
                <a:lnTo>
                  <a:pt x="652646" y="210809"/>
                </a:lnTo>
                <a:lnTo>
                  <a:pt x="654527" y="209316"/>
                </a:lnTo>
                <a:lnTo>
                  <a:pt x="658289" y="209482"/>
                </a:lnTo>
                <a:lnTo>
                  <a:pt x="662051" y="201659"/>
                </a:lnTo>
                <a:lnTo>
                  <a:pt x="667693" y="209632"/>
                </a:lnTo>
                <a:lnTo>
                  <a:pt x="671455" y="204460"/>
                </a:lnTo>
                <a:lnTo>
                  <a:pt x="673336" y="210314"/>
                </a:lnTo>
                <a:lnTo>
                  <a:pt x="675216" y="209169"/>
                </a:lnTo>
                <a:lnTo>
                  <a:pt x="682740" y="209976"/>
                </a:lnTo>
                <a:lnTo>
                  <a:pt x="686501" y="211598"/>
                </a:lnTo>
                <a:lnTo>
                  <a:pt x="692144" y="203134"/>
                </a:lnTo>
                <a:lnTo>
                  <a:pt x="694025" y="205027"/>
                </a:lnTo>
                <a:lnTo>
                  <a:pt x="695905" y="202431"/>
                </a:lnTo>
                <a:lnTo>
                  <a:pt x="697786" y="203856"/>
                </a:lnTo>
                <a:lnTo>
                  <a:pt x="709071" y="205314"/>
                </a:lnTo>
                <a:lnTo>
                  <a:pt x="714714" y="193782"/>
                </a:lnTo>
                <a:lnTo>
                  <a:pt x="720356" y="202183"/>
                </a:lnTo>
                <a:lnTo>
                  <a:pt x="724118" y="193195"/>
                </a:lnTo>
                <a:lnTo>
                  <a:pt x="725999" y="200288"/>
                </a:lnTo>
                <a:lnTo>
                  <a:pt x="727879" y="198044"/>
                </a:lnTo>
                <a:lnTo>
                  <a:pt x="731641" y="193475"/>
                </a:lnTo>
                <a:lnTo>
                  <a:pt x="733522" y="199769"/>
                </a:lnTo>
                <a:lnTo>
                  <a:pt x="735403" y="198510"/>
                </a:lnTo>
                <a:lnTo>
                  <a:pt x="737283" y="195328"/>
                </a:lnTo>
                <a:lnTo>
                  <a:pt x="741045" y="202301"/>
                </a:lnTo>
                <a:lnTo>
                  <a:pt x="742926" y="200492"/>
                </a:lnTo>
                <a:lnTo>
                  <a:pt x="746688" y="189318"/>
                </a:lnTo>
                <a:lnTo>
                  <a:pt x="754211" y="201896"/>
                </a:lnTo>
                <a:lnTo>
                  <a:pt x="759853" y="194788"/>
                </a:lnTo>
                <a:lnTo>
                  <a:pt x="763615" y="196504"/>
                </a:lnTo>
                <a:lnTo>
                  <a:pt x="767377" y="194419"/>
                </a:lnTo>
                <a:lnTo>
                  <a:pt x="773019" y="202076"/>
                </a:lnTo>
                <a:lnTo>
                  <a:pt x="776781" y="194810"/>
                </a:lnTo>
                <a:lnTo>
                  <a:pt x="793708" y="196971"/>
                </a:lnTo>
                <a:lnTo>
                  <a:pt x="797470" y="193442"/>
                </a:lnTo>
                <a:lnTo>
                  <a:pt x="803112" y="197086"/>
                </a:lnTo>
                <a:lnTo>
                  <a:pt x="806874" y="193838"/>
                </a:lnTo>
                <a:lnTo>
                  <a:pt x="812516" y="200153"/>
                </a:lnTo>
                <a:lnTo>
                  <a:pt x="814397" y="197878"/>
                </a:lnTo>
                <a:lnTo>
                  <a:pt x="816278" y="194191"/>
                </a:lnTo>
                <a:lnTo>
                  <a:pt x="818159" y="196617"/>
                </a:lnTo>
                <a:lnTo>
                  <a:pt x="821921" y="195767"/>
                </a:lnTo>
                <a:lnTo>
                  <a:pt x="831325" y="203646"/>
                </a:lnTo>
                <a:lnTo>
                  <a:pt x="833206" y="200272"/>
                </a:lnTo>
                <a:lnTo>
                  <a:pt x="835086" y="202388"/>
                </a:lnTo>
                <a:lnTo>
                  <a:pt x="838848" y="211915"/>
                </a:lnTo>
                <a:lnTo>
                  <a:pt x="840729" y="220274"/>
                </a:lnTo>
                <a:lnTo>
                  <a:pt x="842610" y="211600"/>
                </a:lnTo>
                <a:lnTo>
                  <a:pt x="844491" y="213064"/>
                </a:lnTo>
                <a:lnTo>
                  <a:pt x="853895" y="196719"/>
                </a:lnTo>
                <a:lnTo>
                  <a:pt x="861418" y="209580"/>
                </a:lnTo>
                <a:lnTo>
                  <a:pt x="865180" y="198694"/>
                </a:lnTo>
                <a:lnTo>
                  <a:pt x="870822" y="207641"/>
                </a:lnTo>
                <a:lnTo>
                  <a:pt x="872703" y="205698"/>
                </a:lnTo>
                <a:lnTo>
                  <a:pt x="876465" y="208472"/>
                </a:lnTo>
                <a:lnTo>
                  <a:pt x="883988" y="202924"/>
                </a:lnTo>
                <a:lnTo>
                  <a:pt x="887749" y="204603"/>
                </a:lnTo>
                <a:lnTo>
                  <a:pt x="891511" y="210379"/>
                </a:lnTo>
                <a:lnTo>
                  <a:pt x="893392" y="208935"/>
                </a:lnTo>
                <a:lnTo>
                  <a:pt x="895273" y="201110"/>
                </a:lnTo>
                <a:lnTo>
                  <a:pt x="897154" y="202872"/>
                </a:lnTo>
                <a:lnTo>
                  <a:pt x="902796" y="210302"/>
                </a:lnTo>
                <a:lnTo>
                  <a:pt x="908438" y="210888"/>
                </a:lnTo>
                <a:lnTo>
                  <a:pt x="915962" y="214308"/>
                </a:lnTo>
                <a:lnTo>
                  <a:pt x="919724" y="201245"/>
                </a:lnTo>
                <a:lnTo>
                  <a:pt x="921604" y="204193"/>
                </a:lnTo>
                <a:lnTo>
                  <a:pt x="925366" y="215197"/>
                </a:lnTo>
                <a:lnTo>
                  <a:pt x="931009" y="203224"/>
                </a:lnTo>
                <a:lnTo>
                  <a:pt x="932889" y="215509"/>
                </a:lnTo>
                <a:lnTo>
                  <a:pt x="934770" y="209948"/>
                </a:lnTo>
                <a:lnTo>
                  <a:pt x="938532" y="210162"/>
                </a:lnTo>
                <a:lnTo>
                  <a:pt x="942293" y="203946"/>
                </a:lnTo>
                <a:lnTo>
                  <a:pt x="944174" y="210004"/>
                </a:lnTo>
                <a:lnTo>
                  <a:pt x="946055" y="207888"/>
                </a:lnTo>
                <a:lnTo>
                  <a:pt x="947936" y="206030"/>
                </a:lnTo>
                <a:lnTo>
                  <a:pt x="951698" y="209151"/>
                </a:lnTo>
                <a:lnTo>
                  <a:pt x="957340" y="206723"/>
                </a:lnTo>
                <a:lnTo>
                  <a:pt x="959221" y="214744"/>
                </a:lnTo>
                <a:lnTo>
                  <a:pt x="961102" y="212444"/>
                </a:lnTo>
                <a:lnTo>
                  <a:pt x="962982" y="216226"/>
                </a:lnTo>
                <a:lnTo>
                  <a:pt x="964863" y="215122"/>
                </a:lnTo>
                <a:lnTo>
                  <a:pt x="966744" y="214175"/>
                </a:lnTo>
                <a:lnTo>
                  <a:pt x="968625" y="209036"/>
                </a:lnTo>
                <a:lnTo>
                  <a:pt x="970506" y="215622"/>
                </a:lnTo>
                <a:lnTo>
                  <a:pt x="972387" y="209715"/>
                </a:lnTo>
                <a:lnTo>
                  <a:pt x="978029" y="217197"/>
                </a:lnTo>
                <a:lnTo>
                  <a:pt x="979910" y="219174"/>
                </a:lnTo>
                <a:lnTo>
                  <a:pt x="981791" y="216377"/>
                </a:lnTo>
                <a:lnTo>
                  <a:pt x="985553" y="220457"/>
                </a:lnTo>
                <a:lnTo>
                  <a:pt x="1004361" y="220013"/>
                </a:lnTo>
                <a:lnTo>
                  <a:pt x="1006242" y="222289"/>
                </a:lnTo>
                <a:lnTo>
                  <a:pt x="1008122" y="220013"/>
                </a:lnTo>
                <a:lnTo>
                  <a:pt x="1036335" y="214690"/>
                </a:lnTo>
                <a:lnTo>
                  <a:pt x="1040096" y="208420"/>
                </a:lnTo>
                <a:lnTo>
                  <a:pt x="1043858" y="212411"/>
                </a:lnTo>
                <a:lnTo>
                  <a:pt x="1045739" y="212313"/>
                </a:lnTo>
                <a:lnTo>
                  <a:pt x="1051381" y="217015"/>
                </a:lnTo>
                <a:lnTo>
                  <a:pt x="1053262" y="210872"/>
                </a:lnTo>
                <a:lnTo>
                  <a:pt x="1055143" y="211674"/>
                </a:lnTo>
                <a:lnTo>
                  <a:pt x="1058905" y="215237"/>
                </a:lnTo>
                <a:lnTo>
                  <a:pt x="1062666" y="215753"/>
                </a:lnTo>
                <a:lnTo>
                  <a:pt x="1066428" y="210900"/>
                </a:lnTo>
                <a:lnTo>
                  <a:pt x="1072070" y="215073"/>
                </a:lnTo>
                <a:lnTo>
                  <a:pt x="1081475" y="216280"/>
                </a:lnTo>
                <a:lnTo>
                  <a:pt x="1085236" y="212576"/>
                </a:lnTo>
                <a:lnTo>
                  <a:pt x="1102164" y="213905"/>
                </a:lnTo>
                <a:lnTo>
                  <a:pt x="1111568" y="211908"/>
                </a:lnTo>
                <a:lnTo>
                  <a:pt x="1119091" y="209706"/>
                </a:lnTo>
                <a:lnTo>
                  <a:pt x="1122853" y="212557"/>
                </a:lnTo>
                <a:lnTo>
                  <a:pt x="1124733" y="210114"/>
                </a:lnTo>
                <a:lnTo>
                  <a:pt x="1126614" y="212685"/>
                </a:lnTo>
                <a:lnTo>
                  <a:pt x="1130376" y="211512"/>
                </a:lnTo>
                <a:lnTo>
                  <a:pt x="1134138" y="208086"/>
                </a:lnTo>
                <a:lnTo>
                  <a:pt x="1136018" y="211594"/>
                </a:lnTo>
                <a:lnTo>
                  <a:pt x="1137899" y="209199"/>
                </a:lnTo>
                <a:lnTo>
                  <a:pt x="1145422" y="207173"/>
                </a:lnTo>
                <a:lnTo>
                  <a:pt x="1147303" y="202322"/>
                </a:lnTo>
                <a:lnTo>
                  <a:pt x="1149184" y="209081"/>
                </a:lnTo>
                <a:lnTo>
                  <a:pt x="1151065" y="204737"/>
                </a:lnTo>
                <a:lnTo>
                  <a:pt x="1158588" y="201256"/>
                </a:lnTo>
                <a:lnTo>
                  <a:pt x="1160469" y="204996"/>
                </a:lnTo>
                <a:lnTo>
                  <a:pt x="1162350" y="203626"/>
                </a:lnTo>
                <a:lnTo>
                  <a:pt x="1164231" y="199190"/>
                </a:lnTo>
                <a:lnTo>
                  <a:pt x="1166112" y="201226"/>
                </a:lnTo>
                <a:lnTo>
                  <a:pt x="1167993" y="199025"/>
                </a:lnTo>
                <a:lnTo>
                  <a:pt x="1169873" y="201993"/>
                </a:lnTo>
                <a:lnTo>
                  <a:pt x="1171754" y="199345"/>
                </a:lnTo>
                <a:lnTo>
                  <a:pt x="1179277" y="198876"/>
                </a:lnTo>
                <a:lnTo>
                  <a:pt x="1181158" y="196952"/>
                </a:lnTo>
                <a:lnTo>
                  <a:pt x="1183039" y="199197"/>
                </a:lnTo>
                <a:lnTo>
                  <a:pt x="1186801" y="196775"/>
                </a:lnTo>
                <a:lnTo>
                  <a:pt x="1192443" y="201206"/>
                </a:lnTo>
                <a:lnTo>
                  <a:pt x="1196205" y="200234"/>
                </a:lnTo>
                <a:lnTo>
                  <a:pt x="1201847" y="198017"/>
                </a:lnTo>
                <a:lnTo>
                  <a:pt x="1207490" y="195996"/>
                </a:lnTo>
                <a:lnTo>
                  <a:pt x="1220656" y="198278"/>
                </a:lnTo>
                <a:lnTo>
                  <a:pt x="1224417" y="198446"/>
                </a:lnTo>
                <a:lnTo>
                  <a:pt x="1256391" y="195214"/>
                </a:lnTo>
                <a:lnTo>
                  <a:pt x="1258272" y="194556"/>
                </a:lnTo>
                <a:lnTo>
                  <a:pt x="1260153" y="197968"/>
                </a:lnTo>
                <a:lnTo>
                  <a:pt x="1262034" y="196617"/>
                </a:lnTo>
                <a:lnTo>
                  <a:pt x="1265795" y="196245"/>
                </a:lnTo>
                <a:lnTo>
                  <a:pt x="1271438" y="198927"/>
                </a:lnTo>
                <a:lnTo>
                  <a:pt x="1275199" y="198542"/>
                </a:lnTo>
                <a:lnTo>
                  <a:pt x="1286484" y="195695"/>
                </a:lnTo>
                <a:lnTo>
                  <a:pt x="1290246" y="195176"/>
                </a:lnTo>
                <a:lnTo>
                  <a:pt x="1309054" y="197848"/>
                </a:lnTo>
                <a:lnTo>
                  <a:pt x="1312816" y="193272"/>
                </a:lnTo>
                <a:lnTo>
                  <a:pt x="1318458" y="194518"/>
                </a:lnTo>
                <a:lnTo>
                  <a:pt x="1322220" y="193608"/>
                </a:lnTo>
                <a:lnTo>
                  <a:pt x="1331624" y="194119"/>
                </a:lnTo>
                <a:lnTo>
                  <a:pt x="1337267" y="192154"/>
                </a:lnTo>
                <a:lnTo>
                  <a:pt x="1350433" y="193824"/>
                </a:lnTo>
                <a:lnTo>
                  <a:pt x="1354194" y="194379"/>
                </a:lnTo>
                <a:lnTo>
                  <a:pt x="1359837" y="192131"/>
                </a:lnTo>
                <a:lnTo>
                  <a:pt x="1365479" y="190944"/>
                </a:lnTo>
                <a:lnTo>
                  <a:pt x="1369241" y="191687"/>
                </a:lnTo>
                <a:lnTo>
                  <a:pt x="1373002" y="189107"/>
                </a:lnTo>
                <a:lnTo>
                  <a:pt x="1378645" y="190415"/>
                </a:lnTo>
                <a:lnTo>
                  <a:pt x="1384287" y="188778"/>
                </a:lnTo>
                <a:lnTo>
                  <a:pt x="1403096" y="185904"/>
                </a:lnTo>
                <a:lnTo>
                  <a:pt x="1408738" y="187749"/>
                </a:lnTo>
                <a:lnTo>
                  <a:pt x="1414381" y="185958"/>
                </a:lnTo>
                <a:lnTo>
                  <a:pt x="1416261" y="189032"/>
                </a:lnTo>
                <a:lnTo>
                  <a:pt x="1418142" y="187742"/>
                </a:lnTo>
                <a:lnTo>
                  <a:pt x="1420023" y="181153"/>
                </a:lnTo>
                <a:lnTo>
                  <a:pt x="1421904" y="182855"/>
                </a:lnTo>
                <a:lnTo>
                  <a:pt x="1425666" y="185004"/>
                </a:lnTo>
                <a:lnTo>
                  <a:pt x="1431308" y="180777"/>
                </a:lnTo>
                <a:lnTo>
                  <a:pt x="1440712" y="181200"/>
                </a:lnTo>
                <a:lnTo>
                  <a:pt x="1444474" y="176735"/>
                </a:lnTo>
                <a:lnTo>
                  <a:pt x="1446355" y="181331"/>
                </a:lnTo>
                <a:lnTo>
                  <a:pt x="1448235" y="178538"/>
                </a:lnTo>
                <a:lnTo>
                  <a:pt x="1453878" y="178170"/>
                </a:lnTo>
                <a:lnTo>
                  <a:pt x="1455759" y="181598"/>
                </a:lnTo>
                <a:lnTo>
                  <a:pt x="1459520" y="174665"/>
                </a:lnTo>
                <a:lnTo>
                  <a:pt x="1461401" y="176588"/>
                </a:lnTo>
                <a:lnTo>
                  <a:pt x="1463282" y="172811"/>
                </a:lnTo>
                <a:lnTo>
                  <a:pt x="1465163" y="175576"/>
                </a:lnTo>
                <a:lnTo>
                  <a:pt x="1472686" y="174800"/>
                </a:lnTo>
                <a:lnTo>
                  <a:pt x="1474567" y="175095"/>
                </a:lnTo>
                <a:lnTo>
                  <a:pt x="1480209" y="168830"/>
                </a:lnTo>
                <a:lnTo>
                  <a:pt x="1483971" y="171070"/>
                </a:lnTo>
                <a:lnTo>
                  <a:pt x="1487733" y="160336"/>
                </a:lnTo>
                <a:lnTo>
                  <a:pt x="1489613" y="165749"/>
                </a:lnTo>
                <a:lnTo>
                  <a:pt x="1491494" y="164797"/>
                </a:lnTo>
                <a:lnTo>
                  <a:pt x="1495256" y="172804"/>
                </a:lnTo>
                <a:lnTo>
                  <a:pt x="1499018" y="163035"/>
                </a:lnTo>
                <a:lnTo>
                  <a:pt x="1500899" y="166611"/>
                </a:lnTo>
                <a:lnTo>
                  <a:pt x="1502779" y="164426"/>
                </a:lnTo>
                <a:lnTo>
                  <a:pt x="1506541" y="161645"/>
                </a:lnTo>
                <a:lnTo>
                  <a:pt x="1512183" y="161274"/>
                </a:lnTo>
                <a:lnTo>
                  <a:pt x="1517826" y="161313"/>
                </a:lnTo>
                <a:lnTo>
                  <a:pt x="1519707" y="161033"/>
                </a:lnTo>
                <a:lnTo>
                  <a:pt x="1525349" y="151737"/>
                </a:lnTo>
                <a:lnTo>
                  <a:pt x="1527230" y="152529"/>
                </a:lnTo>
                <a:lnTo>
                  <a:pt x="1530992" y="149150"/>
                </a:lnTo>
                <a:lnTo>
                  <a:pt x="1536634" y="150748"/>
                </a:lnTo>
                <a:lnTo>
                  <a:pt x="1544157" y="142793"/>
                </a:lnTo>
                <a:lnTo>
                  <a:pt x="1557323" y="144764"/>
                </a:lnTo>
                <a:lnTo>
                  <a:pt x="1564846" y="140090"/>
                </a:lnTo>
                <a:lnTo>
                  <a:pt x="1579893" y="138824"/>
                </a:lnTo>
                <a:lnTo>
                  <a:pt x="1589297" y="132538"/>
                </a:lnTo>
                <a:lnTo>
                  <a:pt x="1594940" y="134203"/>
                </a:lnTo>
                <a:lnTo>
                  <a:pt x="1600582" y="129612"/>
                </a:lnTo>
                <a:lnTo>
                  <a:pt x="1602463" y="127772"/>
                </a:lnTo>
                <a:lnTo>
                  <a:pt x="1609986" y="136001"/>
                </a:lnTo>
                <a:lnTo>
                  <a:pt x="1611867" y="136740"/>
                </a:lnTo>
                <a:lnTo>
                  <a:pt x="1613748" y="133983"/>
                </a:lnTo>
                <a:lnTo>
                  <a:pt x="1615629" y="125764"/>
                </a:lnTo>
                <a:lnTo>
                  <a:pt x="1617510" y="126721"/>
                </a:lnTo>
                <a:lnTo>
                  <a:pt x="1619390" y="128884"/>
                </a:lnTo>
                <a:lnTo>
                  <a:pt x="1621271" y="121939"/>
                </a:lnTo>
                <a:lnTo>
                  <a:pt x="1625033" y="132593"/>
                </a:lnTo>
                <a:lnTo>
                  <a:pt x="1628795" y="132267"/>
                </a:lnTo>
                <a:lnTo>
                  <a:pt x="1636318" y="126588"/>
                </a:lnTo>
                <a:lnTo>
                  <a:pt x="1660769" y="118786"/>
                </a:lnTo>
                <a:lnTo>
                  <a:pt x="1664530" y="122342"/>
                </a:lnTo>
                <a:lnTo>
                  <a:pt x="1666411" y="122281"/>
                </a:lnTo>
                <a:lnTo>
                  <a:pt x="1670173" y="116721"/>
                </a:lnTo>
                <a:lnTo>
                  <a:pt x="1672054" y="120311"/>
                </a:lnTo>
                <a:lnTo>
                  <a:pt x="1677696" y="115860"/>
                </a:lnTo>
                <a:lnTo>
                  <a:pt x="1679577" y="112433"/>
                </a:lnTo>
                <a:lnTo>
                  <a:pt x="1685219" y="119003"/>
                </a:lnTo>
                <a:lnTo>
                  <a:pt x="1692743" y="111830"/>
                </a:lnTo>
                <a:lnTo>
                  <a:pt x="1694623" y="112962"/>
                </a:lnTo>
                <a:lnTo>
                  <a:pt x="1696504" y="128694"/>
                </a:lnTo>
                <a:lnTo>
                  <a:pt x="1702147" y="111239"/>
                </a:lnTo>
                <a:lnTo>
                  <a:pt x="1715313" y="109201"/>
                </a:lnTo>
                <a:lnTo>
                  <a:pt x="1719074" y="109657"/>
                </a:lnTo>
                <a:lnTo>
                  <a:pt x="1726597" y="104702"/>
                </a:lnTo>
                <a:lnTo>
                  <a:pt x="1734121" y="107403"/>
                </a:lnTo>
                <a:lnTo>
                  <a:pt x="1739763" y="99615"/>
                </a:lnTo>
                <a:lnTo>
                  <a:pt x="1743525" y="100892"/>
                </a:lnTo>
                <a:lnTo>
                  <a:pt x="1747287" y="95331"/>
                </a:lnTo>
                <a:lnTo>
                  <a:pt x="1749167" y="97987"/>
                </a:lnTo>
                <a:lnTo>
                  <a:pt x="1752929" y="99929"/>
                </a:lnTo>
                <a:lnTo>
                  <a:pt x="1754810" y="91498"/>
                </a:lnTo>
                <a:lnTo>
                  <a:pt x="1756691" y="92148"/>
                </a:lnTo>
                <a:lnTo>
                  <a:pt x="1762333" y="90559"/>
                </a:lnTo>
                <a:lnTo>
                  <a:pt x="1767976" y="82122"/>
                </a:lnTo>
                <a:lnTo>
                  <a:pt x="1788665" y="74519"/>
                </a:lnTo>
                <a:lnTo>
                  <a:pt x="1790546" y="80011"/>
                </a:lnTo>
                <a:lnTo>
                  <a:pt x="1792426" y="72478"/>
                </a:lnTo>
                <a:lnTo>
                  <a:pt x="1794307" y="73143"/>
                </a:lnTo>
                <a:lnTo>
                  <a:pt x="1805592" y="64647"/>
                </a:lnTo>
                <a:lnTo>
                  <a:pt x="1824400" y="39882"/>
                </a:lnTo>
                <a:lnTo>
                  <a:pt x="1839447" y="19911"/>
                </a:lnTo>
                <a:lnTo>
                  <a:pt x="1850732" y="7738"/>
                </a:lnTo>
                <a:lnTo>
                  <a:pt x="1852613" y="0"/>
                </a:lnTo>
                <a:lnTo>
                  <a:pt x="1854494" y="4046"/>
                </a:lnTo>
                <a:lnTo>
                  <a:pt x="1860136" y="1693"/>
                </a:lnTo>
                <a:lnTo>
                  <a:pt x="1869540" y="4692"/>
                </a:lnTo>
                <a:lnTo>
                  <a:pt x="1871421" y="2887"/>
                </a:lnTo>
                <a:lnTo>
                  <a:pt x="1878944" y="24895"/>
                </a:lnTo>
                <a:lnTo>
                  <a:pt x="1880825" y="13855"/>
                </a:lnTo>
                <a:lnTo>
                  <a:pt x="1882706" y="20435"/>
                </a:lnTo>
                <a:lnTo>
                  <a:pt x="1884587" y="26942"/>
                </a:lnTo>
                <a:lnTo>
                  <a:pt x="1886468" y="23162"/>
                </a:lnTo>
                <a:lnTo>
                  <a:pt x="1890229" y="32258"/>
                </a:lnTo>
                <a:lnTo>
                  <a:pt x="1895872" y="40745"/>
                </a:lnTo>
                <a:lnTo>
                  <a:pt x="1899633" y="44324"/>
                </a:lnTo>
                <a:lnTo>
                  <a:pt x="1903395" y="60579"/>
                </a:lnTo>
                <a:lnTo>
                  <a:pt x="1905276" y="59042"/>
                </a:lnTo>
                <a:lnTo>
                  <a:pt x="1909038" y="68077"/>
                </a:lnTo>
                <a:lnTo>
                  <a:pt x="1910918" y="66350"/>
                </a:lnTo>
                <a:lnTo>
                  <a:pt x="1912799" y="56223"/>
                </a:lnTo>
                <a:lnTo>
                  <a:pt x="1918442" y="71616"/>
                </a:lnTo>
                <a:lnTo>
                  <a:pt x="1920323" y="64995"/>
                </a:lnTo>
                <a:lnTo>
                  <a:pt x="1922203" y="71262"/>
                </a:lnTo>
                <a:lnTo>
                  <a:pt x="1924084" y="66412"/>
                </a:lnTo>
                <a:lnTo>
                  <a:pt x="1929727" y="73952"/>
                </a:lnTo>
                <a:lnTo>
                  <a:pt x="1931607" y="70767"/>
                </a:lnTo>
                <a:lnTo>
                  <a:pt x="1939131" y="81960"/>
                </a:lnTo>
                <a:lnTo>
                  <a:pt x="1942892" y="77837"/>
                </a:lnTo>
                <a:lnTo>
                  <a:pt x="1944773" y="89638"/>
                </a:lnTo>
                <a:lnTo>
                  <a:pt x="1946654" y="87656"/>
                </a:lnTo>
                <a:lnTo>
                  <a:pt x="1948535" y="85051"/>
                </a:lnTo>
                <a:lnTo>
                  <a:pt x="1950416" y="86584"/>
                </a:lnTo>
                <a:lnTo>
                  <a:pt x="1956058" y="85864"/>
                </a:lnTo>
                <a:lnTo>
                  <a:pt x="1957939" y="90389"/>
                </a:lnTo>
                <a:lnTo>
                  <a:pt x="1959820" y="76755"/>
                </a:lnTo>
                <a:lnTo>
                  <a:pt x="1961701" y="81536"/>
                </a:lnTo>
                <a:lnTo>
                  <a:pt x="1963581" y="86014"/>
                </a:lnTo>
                <a:lnTo>
                  <a:pt x="1965462" y="83780"/>
                </a:lnTo>
                <a:lnTo>
                  <a:pt x="1967343" y="80450"/>
                </a:lnTo>
                <a:lnTo>
                  <a:pt x="1969224" y="85063"/>
                </a:lnTo>
                <a:lnTo>
                  <a:pt x="1971105" y="84194"/>
                </a:lnTo>
                <a:lnTo>
                  <a:pt x="1976747" y="82512"/>
                </a:lnTo>
                <a:lnTo>
                  <a:pt x="1980509" y="83830"/>
                </a:lnTo>
                <a:lnTo>
                  <a:pt x="1986151" y="80486"/>
                </a:lnTo>
                <a:lnTo>
                  <a:pt x="1988032" y="77033"/>
                </a:lnTo>
                <a:lnTo>
                  <a:pt x="1989913" y="85428"/>
                </a:lnTo>
                <a:lnTo>
                  <a:pt x="1991794" y="78794"/>
                </a:lnTo>
                <a:lnTo>
                  <a:pt x="1993675" y="80112"/>
                </a:lnTo>
                <a:lnTo>
                  <a:pt x="1995556" y="84225"/>
                </a:lnTo>
                <a:lnTo>
                  <a:pt x="1997436" y="81310"/>
                </a:lnTo>
                <a:lnTo>
                  <a:pt x="2003079" y="78562"/>
                </a:lnTo>
                <a:lnTo>
                  <a:pt x="2004960" y="83675"/>
                </a:lnTo>
                <a:lnTo>
                  <a:pt x="2006840" y="81418"/>
                </a:lnTo>
                <a:lnTo>
                  <a:pt x="2008721" y="84240"/>
                </a:lnTo>
                <a:lnTo>
                  <a:pt x="2012483" y="78641"/>
                </a:lnTo>
                <a:lnTo>
                  <a:pt x="2014364" y="86389"/>
                </a:lnTo>
                <a:lnTo>
                  <a:pt x="2016245" y="83304"/>
                </a:lnTo>
                <a:lnTo>
                  <a:pt x="2020006" y="82759"/>
                </a:lnTo>
                <a:lnTo>
                  <a:pt x="2023768" y="78550"/>
                </a:lnTo>
                <a:lnTo>
                  <a:pt x="2025649" y="83512"/>
                </a:lnTo>
                <a:lnTo>
                  <a:pt x="2027530" y="81135"/>
                </a:lnTo>
                <a:lnTo>
                  <a:pt x="2029410" y="78155"/>
                </a:lnTo>
                <a:lnTo>
                  <a:pt x="2031291" y="81803"/>
                </a:lnTo>
                <a:lnTo>
                  <a:pt x="2033172" y="79574"/>
                </a:lnTo>
                <a:lnTo>
                  <a:pt x="2038814" y="79394"/>
                </a:lnTo>
                <a:lnTo>
                  <a:pt x="2046338" y="79426"/>
                </a:lnTo>
                <a:lnTo>
                  <a:pt x="2051980" y="81702"/>
                </a:lnTo>
                <a:lnTo>
                  <a:pt x="2063265" y="81502"/>
                </a:lnTo>
                <a:lnTo>
                  <a:pt x="2067027" y="80094"/>
                </a:lnTo>
                <a:lnTo>
                  <a:pt x="2070789" y="77316"/>
                </a:lnTo>
                <a:lnTo>
                  <a:pt x="2074550" y="82818"/>
                </a:lnTo>
                <a:lnTo>
                  <a:pt x="2078312" y="81698"/>
                </a:lnTo>
                <a:lnTo>
                  <a:pt x="2083954" y="87317"/>
                </a:lnTo>
                <a:lnTo>
                  <a:pt x="2087716" y="84236"/>
                </a:lnTo>
                <a:lnTo>
                  <a:pt x="2089597" y="87776"/>
                </a:lnTo>
                <a:lnTo>
                  <a:pt x="2091478" y="84849"/>
                </a:lnTo>
                <a:lnTo>
                  <a:pt x="2095239" y="80870"/>
                </a:lnTo>
                <a:lnTo>
                  <a:pt x="2099001" y="88162"/>
                </a:lnTo>
                <a:lnTo>
                  <a:pt x="2104643" y="92630"/>
                </a:lnTo>
                <a:lnTo>
                  <a:pt x="2127213" y="110350"/>
                </a:lnTo>
                <a:lnTo>
                  <a:pt x="2132856" y="118705"/>
                </a:lnTo>
                <a:lnTo>
                  <a:pt x="2136617" y="108004"/>
                </a:lnTo>
                <a:lnTo>
                  <a:pt x="2138498" y="112075"/>
                </a:lnTo>
                <a:lnTo>
                  <a:pt x="2144141" y="118777"/>
                </a:lnTo>
                <a:lnTo>
                  <a:pt x="2146021" y="123153"/>
                </a:lnTo>
                <a:lnTo>
                  <a:pt x="2147902" y="118519"/>
                </a:lnTo>
                <a:lnTo>
                  <a:pt x="2149783" y="129057"/>
                </a:lnTo>
                <a:lnTo>
                  <a:pt x="2151664" y="128245"/>
                </a:lnTo>
                <a:lnTo>
                  <a:pt x="2155426" y="127988"/>
                </a:lnTo>
                <a:lnTo>
                  <a:pt x="2157307" y="122350"/>
                </a:lnTo>
                <a:lnTo>
                  <a:pt x="2168591" y="141442"/>
                </a:lnTo>
                <a:lnTo>
                  <a:pt x="2172353" y="137714"/>
                </a:lnTo>
                <a:lnTo>
                  <a:pt x="2177996" y="148237"/>
                </a:lnTo>
                <a:lnTo>
                  <a:pt x="2191161" y="159713"/>
                </a:lnTo>
                <a:lnTo>
                  <a:pt x="2194923" y="158173"/>
                </a:lnTo>
                <a:lnTo>
                  <a:pt x="2200565" y="168031"/>
                </a:lnTo>
                <a:lnTo>
                  <a:pt x="2204327" y="172826"/>
                </a:lnTo>
                <a:lnTo>
                  <a:pt x="2208089" y="172807"/>
                </a:lnTo>
                <a:lnTo>
                  <a:pt x="2213731" y="178736"/>
                </a:lnTo>
                <a:lnTo>
                  <a:pt x="2221254" y="183759"/>
                </a:lnTo>
                <a:lnTo>
                  <a:pt x="2232540" y="201202"/>
                </a:lnTo>
                <a:lnTo>
                  <a:pt x="2253229" y="212772"/>
                </a:lnTo>
                <a:lnTo>
                  <a:pt x="2258871" y="214201"/>
                </a:lnTo>
                <a:lnTo>
                  <a:pt x="2264513" y="219597"/>
                </a:lnTo>
                <a:lnTo>
                  <a:pt x="2268275" y="219174"/>
                </a:lnTo>
                <a:lnTo>
                  <a:pt x="2275798" y="222141"/>
                </a:lnTo>
                <a:lnTo>
                  <a:pt x="2287083" y="225194"/>
                </a:lnTo>
                <a:lnTo>
                  <a:pt x="2290845" y="226069"/>
                </a:lnTo>
                <a:lnTo>
                  <a:pt x="2298368" y="232361"/>
                </a:lnTo>
                <a:lnTo>
                  <a:pt x="2307772" y="229631"/>
                </a:lnTo>
                <a:lnTo>
                  <a:pt x="2311534" y="233274"/>
                </a:lnTo>
                <a:lnTo>
                  <a:pt x="2317177" y="231861"/>
                </a:lnTo>
                <a:lnTo>
                  <a:pt x="2337866" y="238291"/>
                </a:lnTo>
                <a:lnTo>
                  <a:pt x="2388648" y="241420"/>
                </a:lnTo>
                <a:lnTo>
                  <a:pt x="2394290" y="245039"/>
                </a:lnTo>
                <a:lnTo>
                  <a:pt x="2413099" y="251999"/>
                </a:lnTo>
                <a:lnTo>
                  <a:pt x="2475166" y="270718"/>
                </a:lnTo>
                <a:lnTo>
                  <a:pt x="2495855" y="265466"/>
                </a:lnTo>
                <a:lnTo>
                  <a:pt x="2518425" y="254978"/>
                </a:lnTo>
                <a:lnTo>
                  <a:pt x="2539114" y="250950"/>
                </a:lnTo>
                <a:lnTo>
                  <a:pt x="2546637" y="250012"/>
                </a:lnTo>
                <a:lnTo>
                  <a:pt x="2552280" y="250603"/>
                </a:lnTo>
                <a:lnTo>
                  <a:pt x="2580492" y="246486"/>
                </a:lnTo>
                <a:lnTo>
                  <a:pt x="2588015" y="242894"/>
                </a:lnTo>
                <a:lnTo>
                  <a:pt x="2593658" y="241819"/>
                </a:lnTo>
                <a:lnTo>
                  <a:pt x="2636917" y="218176"/>
                </a:lnTo>
                <a:lnTo>
                  <a:pt x="2642559" y="215510"/>
                </a:lnTo>
                <a:lnTo>
                  <a:pt x="2659487" y="207584"/>
                </a:lnTo>
                <a:lnTo>
                  <a:pt x="2665129" y="201851"/>
                </a:lnTo>
                <a:lnTo>
                  <a:pt x="2670772" y="202897"/>
                </a:lnTo>
                <a:lnTo>
                  <a:pt x="2680176" y="198998"/>
                </a:lnTo>
                <a:lnTo>
                  <a:pt x="2712150" y="195807"/>
                </a:lnTo>
                <a:lnTo>
                  <a:pt x="2714031" y="197752"/>
                </a:lnTo>
                <a:lnTo>
                  <a:pt x="2715912" y="195123"/>
                </a:lnTo>
                <a:lnTo>
                  <a:pt x="2719673" y="197654"/>
                </a:lnTo>
                <a:lnTo>
                  <a:pt x="2723435" y="195955"/>
                </a:lnTo>
                <a:lnTo>
                  <a:pt x="2727196" y="196046"/>
                </a:lnTo>
                <a:lnTo>
                  <a:pt x="2751647" y="200075"/>
                </a:lnTo>
                <a:lnTo>
                  <a:pt x="2753528" y="201662"/>
                </a:lnTo>
                <a:lnTo>
                  <a:pt x="2757290" y="194636"/>
                </a:lnTo>
                <a:lnTo>
                  <a:pt x="2761051" y="202469"/>
                </a:lnTo>
                <a:lnTo>
                  <a:pt x="2762932" y="201195"/>
                </a:lnTo>
                <a:lnTo>
                  <a:pt x="2776098" y="206766"/>
                </a:lnTo>
                <a:lnTo>
                  <a:pt x="2813714" y="225225"/>
                </a:lnTo>
                <a:lnTo>
                  <a:pt x="2817476" y="223144"/>
                </a:lnTo>
                <a:lnTo>
                  <a:pt x="2823119" y="224552"/>
                </a:lnTo>
                <a:lnTo>
                  <a:pt x="2826880" y="223785"/>
                </a:lnTo>
                <a:lnTo>
                  <a:pt x="2834403" y="224970"/>
                </a:lnTo>
                <a:lnTo>
                  <a:pt x="2843807" y="224115"/>
                </a:lnTo>
                <a:lnTo>
                  <a:pt x="2853212" y="224018"/>
                </a:lnTo>
                <a:lnTo>
                  <a:pt x="2856974" y="224201"/>
                </a:lnTo>
                <a:lnTo>
                  <a:pt x="2860735" y="223484"/>
                </a:lnTo>
                <a:lnTo>
                  <a:pt x="2866378" y="227444"/>
                </a:lnTo>
                <a:lnTo>
                  <a:pt x="2868258" y="225821"/>
                </a:lnTo>
                <a:lnTo>
                  <a:pt x="2872020" y="219459"/>
                </a:lnTo>
                <a:lnTo>
                  <a:pt x="2879543" y="218514"/>
                </a:lnTo>
                <a:lnTo>
                  <a:pt x="2883305" y="218017"/>
                </a:lnTo>
                <a:lnTo>
                  <a:pt x="2894590" y="215962"/>
                </a:lnTo>
                <a:lnTo>
                  <a:pt x="2896471" y="220783"/>
                </a:lnTo>
                <a:lnTo>
                  <a:pt x="2898352" y="219882"/>
                </a:lnTo>
                <a:lnTo>
                  <a:pt x="2902113" y="215622"/>
                </a:lnTo>
                <a:lnTo>
                  <a:pt x="2905875" y="215750"/>
                </a:lnTo>
                <a:lnTo>
                  <a:pt x="2911517" y="223434"/>
                </a:lnTo>
                <a:lnTo>
                  <a:pt x="2913398" y="220692"/>
                </a:lnTo>
                <a:lnTo>
                  <a:pt x="2915279" y="223417"/>
                </a:lnTo>
                <a:lnTo>
                  <a:pt x="2919040" y="214849"/>
                </a:lnTo>
                <a:lnTo>
                  <a:pt x="2922802" y="216557"/>
                </a:lnTo>
                <a:lnTo>
                  <a:pt x="2928445" y="224020"/>
                </a:lnTo>
                <a:lnTo>
                  <a:pt x="2935968" y="214240"/>
                </a:lnTo>
                <a:lnTo>
                  <a:pt x="2937849" y="220029"/>
                </a:lnTo>
                <a:lnTo>
                  <a:pt x="2939730" y="215852"/>
                </a:lnTo>
                <a:lnTo>
                  <a:pt x="2941611" y="217179"/>
                </a:lnTo>
                <a:lnTo>
                  <a:pt x="2947253" y="222093"/>
                </a:lnTo>
                <a:lnTo>
                  <a:pt x="2954776" y="214514"/>
                </a:lnTo>
                <a:lnTo>
                  <a:pt x="2956657" y="218771"/>
                </a:lnTo>
                <a:lnTo>
                  <a:pt x="2958538" y="216204"/>
                </a:lnTo>
                <a:lnTo>
                  <a:pt x="2964181" y="212847"/>
                </a:lnTo>
                <a:lnTo>
                  <a:pt x="2971704" y="221992"/>
                </a:lnTo>
                <a:lnTo>
                  <a:pt x="2975465" y="217086"/>
                </a:lnTo>
                <a:lnTo>
                  <a:pt x="2977346" y="219923"/>
                </a:lnTo>
                <a:lnTo>
                  <a:pt x="2979227" y="217651"/>
                </a:lnTo>
                <a:lnTo>
                  <a:pt x="2981108" y="219564"/>
                </a:lnTo>
                <a:lnTo>
                  <a:pt x="2982989" y="217251"/>
                </a:lnTo>
                <a:lnTo>
                  <a:pt x="2984869" y="215090"/>
                </a:lnTo>
                <a:lnTo>
                  <a:pt x="2986750" y="218862"/>
                </a:lnTo>
                <a:lnTo>
                  <a:pt x="2990512" y="213348"/>
                </a:lnTo>
                <a:lnTo>
                  <a:pt x="2996154" y="217547"/>
                </a:lnTo>
                <a:lnTo>
                  <a:pt x="2998035" y="217913"/>
                </a:lnTo>
                <a:lnTo>
                  <a:pt x="3003678" y="210268"/>
                </a:lnTo>
                <a:lnTo>
                  <a:pt x="3007439" y="212791"/>
                </a:lnTo>
                <a:lnTo>
                  <a:pt x="3011201" y="207572"/>
                </a:lnTo>
                <a:lnTo>
                  <a:pt x="3013082" y="213170"/>
                </a:lnTo>
                <a:lnTo>
                  <a:pt x="3014963" y="211938"/>
                </a:lnTo>
                <a:lnTo>
                  <a:pt x="3022486" y="211691"/>
                </a:lnTo>
                <a:lnTo>
                  <a:pt x="3026247" y="209098"/>
                </a:lnTo>
                <a:lnTo>
                  <a:pt x="3028128" y="201223"/>
                </a:lnTo>
                <a:lnTo>
                  <a:pt x="3030009" y="210595"/>
                </a:lnTo>
                <a:lnTo>
                  <a:pt x="3031890" y="207509"/>
                </a:lnTo>
                <a:lnTo>
                  <a:pt x="3035652" y="207394"/>
                </a:lnTo>
                <a:lnTo>
                  <a:pt x="3041294" y="202857"/>
                </a:lnTo>
                <a:lnTo>
                  <a:pt x="3045056" y="203523"/>
                </a:lnTo>
                <a:lnTo>
                  <a:pt x="3054460" y="199839"/>
                </a:lnTo>
                <a:lnTo>
                  <a:pt x="3073268" y="196023"/>
                </a:lnTo>
                <a:lnTo>
                  <a:pt x="3075149" y="197050"/>
                </a:lnTo>
                <a:lnTo>
                  <a:pt x="3078911" y="191503"/>
                </a:lnTo>
                <a:lnTo>
                  <a:pt x="3084553" y="192816"/>
                </a:lnTo>
                <a:lnTo>
                  <a:pt x="3086434" y="188525"/>
                </a:lnTo>
                <a:lnTo>
                  <a:pt x="3088315" y="190535"/>
                </a:lnTo>
                <a:lnTo>
                  <a:pt x="3092076" y="188192"/>
                </a:lnTo>
                <a:lnTo>
                  <a:pt x="3095838" y="184795"/>
                </a:lnTo>
                <a:lnTo>
                  <a:pt x="3101480" y="188506"/>
                </a:lnTo>
                <a:lnTo>
                  <a:pt x="3107123" y="182712"/>
                </a:lnTo>
                <a:lnTo>
                  <a:pt x="3109004" y="185083"/>
                </a:lnTo>
                <a:lnTo>
                  <a:pt x="3112766" y="181927"/>
                </a:lnTo>
                <a:lnTo>
                  <a:pt x="3114647" y="177146"/>
                </a:lnTo>
                <a:lnTo>
                  <a:pt x="3116527" y="184398"/>
                </a:lnTo>
                <a:lnTo>
                  <a:pt x="3118408" y="183140"/>
                </a:lnTo>
                <a:lnTo>
                  <a:pt x="3137216" y="176650"/>
                </a:lnTo>
                <a:lnTo>
                  <a:pt x="3140978" y="177155"/>
                </a:lnTo>
                <a:lnTo>
                  <a:pt x="3150382" y="166816"/>
                </a:lnTo>
                <a:lnTo>
                  <a:pt x="3152263" y="174870"/>
                </a:lnTo>
                <a:lnTo>
                  <a:pt x="3154144" y="173379"/>
                </a:lnTo>
                <a:lnTo>
                  <a:pt x="3157905" y="170744"/>
                </a:lnTo>
                <a:lnTo>
                  <a:pt x="3161667" y="164945"/>
                </a:lnTo>
                <a:lnTo>
                  <a:pt x="3163548" y="167731"/>
                </a:lnTo>
                <a:lnTo>
                  <a:pt x="3165429" y="166243"/>
                </a:lnTo>
                <a:lnTo>
                  <a:pt x="3169190" y="164106"/>
                </a:lnTo>
                <a:lnTo>
                  <a:pt x="3172952" y="164864"/>
                </a:lnTo>
                <a:lnTo>
                  <a:pt x="3184237" y="161570"/>
                </a:lnTo>
                <a:lnTo>
                  <a:pt x="3187999" y="158193"/>
                </a:lnTo>
                <a:lnTo>
                  <a:pt x="3189880" y="163104"/>
                </a:lnTo>
                <a:lnTo>
                  <a:pt x="3193641" y="154494"/>
                </a:lnTo>
                <a:lnTo>
                  <a:pt x="3195522" y="155661"/>
                </a:lnTo>
                <a:lnTo>
                  <a:pt x="3197403" y="160358"/>
                </a:lnTo>
                <a:lnTo>
                  <a:pt x="3199284" y="158510"/>
                </a:lnTo>
                <a:lnTo>
                  <a:pt x="3219973" y="151030"/>
                </a:lnTo>
                <a:lnTo>
                  <a:pt x="3229377" y="143862"/>
                </a:lnTo>
                <a:lnTo>
                  <a:pt x="3235019" y="146764"/>
                </a:lnTo>
                <a:lnTo>
                  <a:pt x="3242542" y="143259"/>
                </a:lnTo>
                <a:lnTo>
                  <a:pt x="3250066" y="138944"/>
                </a:lnTo>
                <a:lnTo>
                  <a:pt x="3255708" y="135884"/>
                </a:lnTo>
                <a:lnTo>
                  <a:pt x="3259470" y="136750"/>
                </a:lnTo>
                <a:lnTo>
                  <a:pt x="3263232" y="133619"/>
                </a:lnTo>
                <a:lnTo>
                  <a:pt x="3266993" y="131296"/>
                </a:lnTo>
                <a:lnTo>
                  <a:pt x="3310252" y="120240"/>
                </a:lnTo>
                <a:lnTo>
                  <a:pt x="3319656" y="115966"/>
                </a:lnTo>
                <a:lnTo>
                  <a:pt x="3323418" y="114200"/>
                </a:lnTo>
                <a:lnTo>
                  <a:pt x="3327180" y="109734"/>
                </a:lnTo>
                <a:lnTo>
                  <a:pt x="3334703" y="110214"/>
                </a:lnTo>
                <a:lnTo>
                  <a:pt x="3338465" y="110862"/>
                </a:lnTo>
                <a:lnTo>
                  <a:pt x="3340345" y="112790"/>
                </a:lnTo>
                <a:lnTo>
                  <a:pt x="3345988" y="108980"/>
                </a:lnTo>
                <a:lnTo>
                  <a:pt x="3368558" y="106124"/>
                </a:lnTo>
                <a:lnTo>
                  <a:pt x="3374200" y="106815"/>
                </a:lnTo>
                <a:lnTo>
                  <a:pt x="3385485" y="105071"/>
                </a:lnTo>
                <a:lnTo>
                  <a:pt x="3387366" y="106268"/>
                </a:lnTo>
                <a:lnTo>
                  <a:pt x="3393008" y="97476"/>
                </a:lnTo>
                <a:lnTo>
                  <a:pt x="3394889" y="99367"/>
                </a:lnTo>
                <a:lnTo>
                  <a:pt x="3396770" y="94838"/>
                </a:lnTo>
                <a:lnTo>
                  <a:pt x="3398651" y="96025"/>
                </a:lnTo>
                <a:lnTo>
                  <a:pt x="3400532" y="98194"/>
                </a:lnTo>
                <a:lnTo>
                  <a:pt x="3402413" y="95804"/>
                </a:lnTo>
                <a:lnTo>
                  <a:pt x="3404294" y="96102"/>
                </a:lnTo>
                <a:lnTo>
                  <a:pt x="3406174" y="91593"/>
                </a:lnTo>
                <a:lnTo>
                  <a:pt x="3409936" y="94867"/>
                </a:lnTo>
                <a:lnTo>
                  <a:pt x="3415578" y="91270"/>
                </a:lnTo>
                <a:lnTo>
                  <a:pt x="3419340" y="93954"/>
                </a:lnTo>
                <a:lnTo>
                  <a:pt x="3426863" y="84938"/>
                </a:lnTo>
                <a:lnTo>
                  <a:pt x="3432506" y="85186"/>
                </a:lnTo>
                <a:lnTo>
                  <a:pt x="3436267" y="84251"/>
                </a:lnTo>
                <a:lnTo>
                  <a:pt x="3438148" y="85140"/>
                </a:lnTo>
                <a:lnTo>
                  <a:pt x="3441910" y="76470"/>
                </a:lnTo>
                <a:lnTo>
                  <a:pt x="3445672" y="79215"/>
                </a:lnTo>
                <a:lnTo>
                  <a:pt x="3447553" y="76536"/>
                </a:lnTo>
                <a:lnTo>
                  <a:pt x="3451314" y="80451"/>
                </a:lnTo>
                <a:lnTo>
                  <a:pt x="3456957" y="76982"/>
                </a:lnTo>
                <a:lnTo>
                  <a:pt x="3460718" y="80632"/>
                </a:lnTo>
                <a:lnTo>
                  <a:pt x="3466361" y="76660"/>
                </a:lnTo>
                <a:lnTo>
                  <a:pt x="3473884" y="77916"/>
                </a:lnTo>
                <a:lnTo>
                  <a:pt x="3479527" y="76491"/>
                </a:lnTo>
                <a:lnTo>
                  <a:pt x="3487050" y="78290"/>
                </a:lnTo>
                <a:lnTo>
                  <a:pt x="3488931" y="80085"/>
                </a:lnTo>
                <a:lnTo>
                  <a:pt x="3492692" y="75752"/>
                </a:lnTo>
                <a:lnTo>
                  <a:pt x="3496454" y="78534"/>
                </a:lnTo>
                <a:lnTo>
                  <a:pt x="3500215" y="75043"/>
                </a:lnTo>
                <a:lnTo>
                  <a:pt x="3502096" y="76898"/>
                </a:lnTo>
                <a:lnTo>
                  <a:pt x="3503977" y="74935"/>
                </a:lnTo>
                <a:lnTo>
                  <a:pt x="3507739" y="70847"/>
                </a:lnTo>
                <a:lnTo>
                  <a:pt x="3509620" y="71153"/>
                </a:lnTo>
                <a:lnTo>
                  <a:pt x="3513382" y="78518"/>
                </a:lnTo>
                <a:lnTo>
                  <a:pt x="3515262" y="76939"/>
                </a:lnTo>
                <a:lnTo>
                  <a:pt x="3519024" y="70506"/>
                </a:lnTo>
                <a:lnTo>
                  <a:pt x="3530309" y="71723"/>
                </a:lnTo>
                <a:lnTo>
                  <a:pt x="3534070" y="72314"/>
                </a:lnTo>
                <a:lnTo>
                  <a:pt x="3537832" y="72520"/>
                </a:lnTo>
                <a:lnTo>
                  <a:pt x="3543474" y="67338"/>
                </a:lnTo>
                <a:lnTo>
                  <a:pt x="3545355" y="73219"/>
                </a:lnTo>
                <a:lnTo>
                  <a:pt x="3547236" y="72368"/>
                </a:lnTo>
                <a:lnTo>
                  <a:pt x="3556640" y="70956"/>
                </a:lnTo>
                <a:lnTo>
                  <a:pt x="3560402" y="73260"/>
                </a:lnTo>
                <a:lnTo>
                  <a:pt x="3569806" y="68752"/>
                </a:lnTo>
                <a:lnTo>
                  <a:pt x="3573568" y="74553"/>
                </a:lnTo>
                <a:lnTo>
                  <a:pt x="3579210" y="68920"/>
                </a:lnTo>
                <a:lnTo>
                  <a:pt x="3581091" y="70339"/>
                </a:lnTo>
                <a:lnTo>
                  <a:pt x="3586734" y="60091"/>
                </a:lnTo>
                <a:lnTo>
                  <a:pt x="3588614" y="64343"/>
                </a:lnTo>
                <a:lnTo>
                  <a:pt x="3590495" y="66502"/>
                </a:lnTo>
                <a:lnTo>
                  <a:pt x="3594257" y="60979"/>
                </a:lnTo>
                <a:lnTo>
                  <a:pt x="3598018" y="65596"/>
                </a:lnTo>
                <a:lnTo>
                  <a:pt x="3601780" y="56728"/>
                </a:lnTo>
                <a:lnTo>
                  <a:pt x="3609303" y="66471"/>
                </a:lnTo>
                <a:lnTo>
                  <a:pt x="3613065" y="62968"/>
                </a:lnTo>
                <a:lnTo>
                  <a:pt x="3616827" y="63171"/>
                </a:lnTo>
                <a:lnTo>
                  <a:pt x="3620588" y="61158"/>
                </a:lnTo>
                <a:lnTo>
                  <a:pt x="3622469" y="66130"/>
                </a:lnTo>
                <a:lnTo>
                  <a:pt x="3624350" y="64526"/>
                </a:lnTo>
                <a:lnTo>
                  <a:pt x="3635635" y="57112"/>
                </a:lnTo>
                <a:lnTo>
                  <a:pt x="3637516" y="60046"/>
                </a:lnTo>
                <a:lnTo>
                  <a:pt x="3639397" y="58544"/>
                </a:lnTo>
                <a:lnTo>
                  <a:pt x="3652562" y="61567"/>
                </a:lnTo>
                <a:lnTo>
                  <a:pt x="3654443" y="60910"/>
                </a:lnTo>
                <a:lnTo>
                  <a:pt x="3660086" y="63902"/>
                </a:lnTo>
                <a:lnTo>
                  <a:pt x="3663847" y="66446"/>
                </a:lnTo>
                <a:lnTo>
                  <a:pt x="3669490" y="70011"/>
                </a:lnTo>
                <a:lnTo>
                  <a:pt x="3671371" y="64877"/>
                </a:lnTo>
                <a:lnTo>
                  <a:pt x="3673251" y="65625"/>
                </a:lnTo>
                <a:lnTo>
                  <a:pt x="3686417" y="72708"/>
                </a:lnTo>
                <a:lnTo>
                  <a:pt x="3697702" y="72654"/>
                </a:lnTo>
                <a:lnTo>
                  <a:pt x="3701464" y="71884"/>
                </a:lnTo>
                <a:lnTo>
                  <a:pt x="3707106" y="72095"/>
                </a:lnTo>
                <a:lnTo>
                  <a:pt x="3710868" y="69119"/>
                </a:lnTo>
                <a:lnTo>
                  <a:pt x="3714630" y="69337"/>
                </a:lnTo>
                <a:lnTo>
                  <a:pt x="3722153" y="68894"/>
                </a:lnTo>
                <a:lnTo>
                  <a:pt x="3727795" y="66611"/>
                </a:lnTo>
                <a:lnTo>
                  <a:pt x="3737200" y="67650"/>
                </a:lnTo>
                <a:lnTo>
                  <a:pt x="3742842" y="64132"/>
                </a:lnTo>
                <a:lnTo>
                  <a:pt x="3744723" y="63685"/>
                </a:lnTo>
                <a:lnTo>
                  <a:pt x="3748484" y="72006"/>
                </a:lnTo>
                <a:lnTo>
                  <a:pt x="3756008" y="66474"/>
                </a:lnTo>
                <a:lnTo>
                  <a:pt x="3763531" y="70418"/>
                </a:lnTo>
                <a:lnTo>
                  <a:pt x="3776697" y="72054"/>
                </a:lnTo>
                <a:lnTo>
                  <a:pt x="3778578" y="68172"/>
                </a:lnTo>
                <a:lnTo>
                  <a:pt x="3780459" y="69503"/>
                </a:lnTo>
                <a:lnTo>
                  <a:pt x="3835002" y="76991"/>
                </a:lnTo>
                <a:lnTo>
                  <a:pt x="3836883" y="75834"/>
                </a:lnTo>
                <a:lnTo>
                  <a:pt x="3844407" y="84939"/>
                </a:lnTo>
                <a:lnTo>
                  <a:pt x="3848168" y="82516"/>
                </a:lnTo>
                <a:lnTo>
                  <a:pt x="3870738" y="85865"/>
                </a:lnTo>
                <a:lnTo>
                  <a:pt x="3874500" y="81282"/>
                </a:lnTo>
                <a:lnTo>
                  <a:pt x="3876381" y="83718"/>
                </a:lnTo>
                <a:lnTo>
                  <a:pt x="3878262" y="80551"/>
                </a:lnTo>
                <a:lnTo>
                  <a:pt x="3880142" y="86438"/>
                </a:lnTo>
                <a:lnTo>
                  <a:pt x="3882023" y="85488"/>
                </a:lnTo>
                <a:lnTo>
                  <a:pt x="3885785" y="92627"/>
                </a:lnTo>
                <a:lnTo>
                  <a:pt x="3887666" y="95712"/>
                </a:lnTo>
                <a:lnTo>
                  <a:pt x="3889546" y="91938"/>
                </a:lnTo>
                <a:lnTo>
                  <a:pt x="3891427" y="94355"/>
                </a:lnTo>
                <a:lnTo>
                  <a:pt x="3897070" y="103132"/>
                </a:lnTo>
                <a:lnTo>
                  <a:pt x="3900831" y="103131"/>
                </a:lnTo>
                <a:lnTo>
                  <a:pt x="3906474" y="107325"/>
                </a:lnTo>
                <a:lnTo>
                  <a:pt x="3910235" y="101745"/>
                </a:lnTo>
                <a:lnTo>
                  <a:pt x="3915878" y="105871"/>
                </a:lnTo>
                <a:lnTo>
                  <a:pt x="3919640" y="100820"/>
                </a:lnTo>
                <a:lnTo>
                  <a:pt x="3927163" y="103344"/>
                </a:lnTo>
                <a:lnTo>
                  <a:pt x="3930924" y="102426"/>
                </a:lnTo>
                <a:lnTo>
                  <a:pt x="3940328" y="106393"/>
                </a:lnTo>
                <a:lnTo>
                  <a:pt x="3949733" y="111458"/>
                </a:lnTo>
                <a:lnTo>
                  <a:pt x="3955375" y="110508"/>
                </a:lnTo>
                <a:lnTo>
                  <a:pt x="3957256" y="113099"/>
                </a:lnTo>
                <a:lnTo>
                  <a:pt x="3959137" y="110813"/>
                </a:lnTo>
                <a:lnTo>
                  <a:pt x="3983587" y="109225"/>
                </a:lnTo>
                <a:lnTo>
                  <a:pt x="3991111" y="108290"/>
                </a:lnTo>
                <a:lnTo>
                  <a:pt x="3994873" y="109401"/>
                </a:lnTo>
                <a:lnTo>
                  <a:pt x="4013681" y="111002"/>
                </a:lnTo>
                <a:lnTo>
                  <a:pt x="4015561" y="110075"/>
                </a:lnTo>
                <a:lnTo>
                  <a:pt x="4019323" y="113296"/>
                </a:lnTo>
                <a:lnTo>
                  <a:pt x="4023085" y="111184"/>
                </a:lnTo>
                <a:lnTo>
                  <a:pt x="4028728" y="119103"/>
                </a:lnTo>
                <a:lnTo>
                  <a:pt x="4032489" y="120113"/>
                </a:lnTo>
                <a:lnTo>
                  <a:pt x="4036251" y="127410"/>
                </a:lnTo>
                <a:lnTo>
                  <a:pt x="4041893" y="117966"/>
                </a:lnTo>
                <a:lnTo>
                  <a:pt x="4043774" y="120745"/>
                </a:lnTo>
                <a:lnTo>
                  <a:pt x="4045655" y="119404"/>
                </a:lnTo>
                <a:lnTo>
                  <a:pt x="4049416" y="115167"/>
                </a:lnTo>
                <a:lnTo>
                  <a:pt x="4053178" y="111676"/>
                </a:lnTo>
                <a:lnTo>
                  <a:pt x="4062582" y="98181"/>
                </a:lnTo>
                <a:lnTo>
                  <a:pt x="4066344" y="111512"/>
                </a:lnTo>
                <a:lnTo>
                  <a:pt x="4073867" y="95524"/>
                </a:lnTo>
                <a:lnTo>
                  <a:pt x="4077629" y="108135"/>
                </a:lnTo>
                <a:lnTo>
                  <a:pt x="4079510" y="101549"/>
                </a:lnTo>
                <a:lnTo>
                  <a:pt x="4081390" y="102227"/>
                </a:lnTo>
                <a:lnTo>
                  <a:pt x="4102080" y="97767"/>
                </a:lnTo>
                <a:lnTo>
                  <a:pt x="4105841" y="105057"/>
                </a:lnTo>
                <a:lnTo>
                  <a:pt x="4109603" y="106691"/>
                </a:lnTo>
                <a:lnTo>
                  <a:pt x="4113365" y="105379"/>
                </a:lnTo>
                <a:lnTo>
                  <a:pt x="4122769" y="110121"/>
                </a:lnTo>
                <a:lnTo>
                  <a:pt x="4124649" y="109456"/>
                </a:lnTo>
                <a:lnTo>
                  <a:pt x="4132173" y="116399"/>
                </a:lnTo>
                <a:lnTo>
                  <a:pt x="4139696" y="116683"/>
                </a:lnTo>
                <a:lnTo>
                  <a:pt x="4141577" y="116491"/>
                </a:lnTo>
                <a:lnTo>
                  <a:pt x="4143458" y="120068"/>
                </a:lnTo>
                <a:lnTo>
                  <a:pt x="4145339" y="117791"/>
                </a:lnTo>
                <a:lnTo>
                  <a:pt x="4150981" y="117496"/>
                </a:lnTo>
                <a:lnTo>
                  <a:pt x="4173551" y="121952"/>
                </a:lnTo>
                <a:lnTo>
                  <a:pt x="4181074" y="122837"/>
                </a:lnTo>
                <a:lnTo>
                  <a:pt x="4182955" y="124915"/>
                </a:lnTo>
                <a:lnTo>
                  <a:pt x="4188598" y="121723"/>
                </a:lnTo>
                <a:lnTo>
                  <a:pt x="4192359" y="123293"/>
                </a:lnTo>
                <a:lnTo>
                  <a:pt x="4196121" y="119926"/>
                </a:lnTo>
                <a:lnTo>
                  <a:pt x="4201763" y="123510"/>
                </a:lnTo>
                <a:lnTo>
                  <a:pt x="4209287" y="120212"/>
                </a:lnTo>
                <a:lnTo>
                  <a:pt x="4213048" y="119567"/>
                </a:lnTo>
                <a:lnTo>
                  <a:pt x="4216810" y="121801"/>
                </a:lnTo>
                <a:lnTo>
                  <a:pt x="4222452" y="117983"/>
                </a:lnTo>
                <a:lnTo>
                  <a:pt x="4229976" y="120659"/>
                </a:lnTo>
                <a:lnTo>
                  <a:pt x="4243142" y="113590"/>
                </a:lnTo>
                <a:lnTo>
                  <a:pt x="4246903" y="116060"/>
                </a:lnTo>
                <a:lnTo>
                  <a:pt x="4250665" y="115127"/>
                </a:lnTo>
                <a:lnTo>
                  <a:pt x="4252546" y="115929"/>
                </a:lnTo>
                <a:lnTo>
                  <a:pt x="4254426" y="109887"/>
                </a:lnTo>
                <a:lnTo>
                  <a:pt x="4256307" y="110920"/>
                </a:lnTo>
                <a:lnTo>
                  <a:pt x="4260069" y="115596"/>
                </a:lnTo>
                <a:lnTo>
                  <a:pt x="4265711" y="110427"/>
                </a:lnTo>
                <a:lnTo>
                  <a:pt x="4275115" y="108832"/>
                </a:lnTo>
                <a:lnTo>
                  <a:pt x="4278877" y="108950"/>
                </a:lnTo>
                <a:lnTo>
                  <a:pt x="4282639" y="111290"/>
                </a:lnTo>
                <a:lnTo>
                  <a:pt x="4286401" y="110767"/>
                </a:lnTo>
                <a:lnTo>
                  <a:pt x="4290162" y="113636"/>
                </a:lnTo>
                <a:lnTo>
                  <a:pt x="4299566" y="109197"/>
                </a:lnTo>
                <a:lnTo>
                  <a:pt x="4316494" y="110108"/>
                </a:lnTo>
                <a:lnTo>
                  <a:pt x="4320255" y="106839"/>
                </a:lnTo>
                <a:lnTo>
                  <a:pt x="4322136" y="108974"/>
                </a:lnTo>
                <a:lnTo>
                  <a:pt x="4354110" y="106817"/>
                </a:lnTo>
                <a:lnTo>
                  <a:pt x="4355991" y="103903"/>
                </a:lnTo>
                <a:lnTo>
                  <a:pt x="4361634" y="108508"/>
                </a:lnTo>
                <a:lnTo>
                  <a:pt x="4371038" y="104729"/>
                </a:lnTo>
                <a:lnTo>
                  <a:pt x="4376680" y="106888"/>
                </a:lnTo>
                <a:lnTo>
                  <a:pt x="4382322" y="104787"/>
                </a:lnTo>
                <a:lnTo>
                  <a:pt x="4387965" y="106474"/>
                </a:lnTo>
                <a:lnTo>
                  <a:pt x="4408654" y="101785"/>
                </a:lnTo>
                <a:lnTo>
                  <a:pt x="4414296" y="108926"/>
                </a:lnTo>
                <a:lnTo>
                  <a:pt x="4444390" y="102574"/>
                </a:lnTo>
                <a:lnTo>
                  <a:pt x="4450032" y="106382"/>
                </a:lnTo>
                <a:lnTo>
                  <a:pt x="4457555" y="100702"/>
                </a:lnTo>
                <a:lnTo>
                  <a:pt x="4463198" y="105991"/>
                </a:lnTo>
                <a:lnTo>
                  <a:pt x="4466960" y="104358"/>
                </a:lnTo>
                <a:lnTo>
                  <a:pt x="4470721" y="110931"/>
                </a:lnTo>
                <a:lnTo>
                  <a:pt x="4472602" y="101669"/>
                </a:lnTo>
                <a:lnTo>
                  <a:pt x="4474483" y="105837"/>
                </a:lnTo>
                <a:lnTo>
                  <a:pt x="4476364" y="107276"/>
                </a:lnTo>
                <a:lnTo>
                  <a:pt x="4482006" y="102379"/>
                </a:lnTo>
                <a:lnTo>
                  <a:pt x="4489529" y="102377"/>
                </a:lnTo>
                <a:lnTo>
                  <a:pt x="4498934" y="102218"/>
                </a:lnTo>
                <a:lnTo>
                  <a:pt x="4506457" y="105446"/>
                </a:lnTo>
                <a:lnTo>
                  <a:pt x="4515861" y="109000"/>
                </a:lnTo>
                <a:lnTo>
                  <a:pt x="4519623" y="108850"/>
                </a:lnTo>
                <a:lnTo>
                  <a:pt x="4527146" y="107428"/>
                </a:lnTo>
                <a:lnTo>
                  <a:pt x="4530907" y="108774"/>
                </a:lnTo>
                <a:lnTo>
                  <a:pt x="4536550" y="108384"/>
                </a:lnTo>
                <a:lnTo>
                  <a:pt x="4545954" y="110102"/>
                </a:lnTo>
                <a:lnTo>
                  <a:pt x="4561001" y="109703"/>
                </a:lnTo>
                <a:lnTo>
                  <a:pt x="4564762" y="109725"/>
                </a:lnTo>
                <a:lnTo>
                  <a:pt x="4566643" y="113202"/>
                </a:lnTo>
                <a:lnTo>
                  <a:pt x="4568524" y="111327"/>
                </a:lnTo>
                <a:lnTo>
                  <a:pt x="4570405" y="112006"/>
                </a:lnTo>
                <a:lnTo>
                  <a:pt x="4572286" y="108625"/>
                </a:lnTo>
                <a:lnTo>
                  <a:pt x="4574167" y="112399"/>
                </a:lnTo>
                <a:lnTo>
                  <a:pt x="4576048" y="109922"/>
                </a:lnTo>
                <a:lnTo>
                  <a:pt x="4581690" y="113308"/>
                </a:lnTo>
                <a:lnTo>
                  <a:pt x="4585452" y="108104"/>
                </a:lnTo>
                <a:lnTo>
                  <a:pt x="4589213" y="112044"/>
                </a:lnTo>
                <a:lnTo>
                  <a:pt x="4596736" y="107410"/>
                </a:lnTo>
                <a:lnTo>
                  <a:pt x="4598617" y="109643"/>
                </a:lnTo>
                <a:lnTo>
                  <a:pt x="4600498" y="107781"/>
                </a:lnTo>
                <a:lnTo>
                  <a:pt x="4604260" y="114286"/>
                </a:lnTo>
                <a:lnTo>
                  <a:pt x="4606141" y="118409"/>
                </a:lnTo>
                <a:lnTo>
                  <a:pt x="4609902" y="114113"/>
                </a:lnTo>
                <a:lnTo>
                  <a:pt x="4613664" y="116406"/>
                </a:lnTo>
                <a:lnTo>
                  <a:pt x="4617426" y="110188"/>
                </a:lnTo>
                <a:lnTo>
                  <a:pt x="4621187" y="113894"/>
                </a:lnTo>
                <a:lnTo>
                  <a:pt x="4624949" y="108782"/>
                </a:lnTo>
                <a:lnTo>
                  <a:pt x="4628711" y="115102"/>
                </a:lnTo>
                <a:lnTo>
                  <a:pt x="4630591" y="113158"/>
                </a:lnTo>
                <a:lnTo>
                  <a:pt x="4634353" y="110786"/>
                </a:lnTo>
                <a:lnTo>
                  <a:pt x="4638115" y="113549"/>
                </a:lnTo>
                <a:lnTo>
                  <a:pt x="4639995" y="114206"/>
                </a:lnTo>
                <a:lnTo>
                  <a:pt x="4641876" y="110706"/>
                </a:lnTo>
                <a:lnTo>
                  <a:pt x="4645638" y="119570"/>
                </a:lnTo>
                <a:lnTo>
                  <a:pt x="4651281" y="109843"/>
                </a:lnTo>
                <a:lnTo>
                  <a:pt x="4655042" y="115332"/>
                </a:lnTo>
                <a:lnTo>
                  <a:pt x="4664446" y="112892"/>
                </a:lnTo>
                <a:lnTo>
                  <a:pt x="4670089" y="113591"/>
                </a:lnTo>
                <a:lnTo>
                  <a:pt x="4683255" y="117435"/>
                </a:lnTo>
                <a:lnTo>
                  <a:pt x="4688897" y="119437"/>
                </a:lnTo>
                <a:lnTo>
                  <a:pt x="4698301" y="113325"/>
                </a:lnTo>
                <a:lnTo>
                  <a:pt x="4709586" y="114849"/>
                </a:lnTo>
                <a:lnTo>
                  <a:pt x="4711467" y="122433"/>
                </a:lnTo>
                <a:lnTo>
                  <a:pt x="4713348" y="121821"/>
                </a:lnTo>
                <a:lnTo>
                  <a:pt x="4722752" y="110586"/>
                </a:lnTo>
                <a:lnTo>
                  <a:pt x="4726514" y="111154"/>
                </a:lnTo>
                <a:lnTo>
                  <a:pt x="4737798" y="113140"/>
                </a:lnTo>
                <a:lnTo>
                  <a:pt x="4741560" y="111717"/>
                </a:lnTo>
                <a:lnTo>
                  <a:pt x="4749083" y="110493"/>
                </a:lnTo>
                <a:lnTo>
                  <a:pt x="4756607" y="114433"/>
                </a:lnTo>
                <a:lnTo>
                  <a:pt x="4760369" y="109797"/>
                </a:lnTo>
                <a:lnTo>
                  <a:pt x="4764130" y="111725"/>
                </a:lnTo>
                <a:lnTo>
                  <a:pt x="4781057" y="112332"/>
                </a:lnTo>
                <a:lnTo>
                  <a:pt x="4782938" y="115703"/>
                </a:lnTo>
                <a:lnTo>
                  <a:pt x="4784819" y="113759"/>
                </a:lnTo>
                <a:lnTo>
                  <a:pt x="4790461" y="111741"/>
                </a:lnTo>
                <a:lnTo>
                  <a:pt x="4792342" y="115460"/>
                </a:lnTo>
                <a:lnTo>
                  <a:pt x="4794223" y="112159"/>
                </a:lnTo>
                <a:lnTo>
                  <a:pt x="4799866" y="119042"/>
                </a:lnTo>
                <a:lnTo>
                  <a:pt x="4801747" y="114610"/>
                </a:lnTo>
                <a:lnTo>
                  <a:pt x="4803627" y="115517"/>
                </a:lnTo>
                <a:lnTo>
                  <a:pt x="4805508" y="118998"/>
                </a:lnTo>
                <a:lnTo>
                  <a:pt x="4807389" y="116750"/>
                </a:lnTo>
                <a:lnTo>
                  <a:pt x="4811151" y="118786"/>
                </a:lnTo>
                <a:lnTo>
                  <a:pt x="4813031" y="114286"/>
                </a:lnTo>
                <a:lnTo>
                  <a:pt x="4814912" y="119730"/>
                </a:lnTo>
                <a:lnTo>
                  <a:pt x="4816793" y="117098"/>
                </a:lnTo>
                <a:lnTo>
                  <a:pt x="4822435" y="119431"/>
                </a:lnTo>
                <a:lnTo>
                  <a:pt x="4828078" y="115075"/>
                </a:lnTo>
                <a:lnTo>
                  <a:pt x="4829959" y="122431"/>
                </a:lnTo>
                <a:lnTo>
                  <a:pt x="4831840" y="120517"/>
                </a:lnTo>
                <a:lnTo>
                  <a:pt x="4833721" y="114588"/>
                </a:lnTo>
                <a:lnTo>
                  <a:pt x="4835601" y="116088"/>
                </a:lnTo>
                <a:lnTo>
                  <a:pt x="4839363" y="121435"/>
                </a:lnTo>
                <a:lnTo>
                  <a:pt x="4841244" y="117616"/>
                </a:lnTo>
                <a:lnTo>
                  <a:pt x="4852529" y="119782"/>
                </a:lnTo>
                <a:lnTo>
                  <a:pt x="4858171" y="123315"/>
                </a:lnTo>
                <a:lnTo>
                  <a:pt x="4873218" y="122129"/>
                </a:lnTo>
                <a:lnTo>
                  <a:pt x="4876980" y="125678"/>
                </a:lnTo>
                <a:lnTo>
                  <a:pt x="4884503" y="118480"/>
                </a:lnTo>
                <a:lnTo>
                  <a:pt x="4888264" y="123536"/>
                </a:lnTo>
                <a:lnTo>
                  <a:pt x="4893907" y="121934"/>
                </a:lnTo>
                <a:lnTo>
                  <a:pt x="4901430" y="120609"/>
                </a:lnTo>
                <a:lnTo>
                  <a:pt x="4910834" y="123679"/>
                </a:lnTo>
                <a:lnTo>
                  <a:pt x="4912715" y="120620"/>
                </a:lnTo>
                <a:lnTo>
                  <a:pt x="4920238" y="127228"/>
                </a:lnTo>
                <a:lnTo>
                  <a:pt x="4922119" y="122773"/>
                </a:lnTo>
                <a:lnTo>
                  <a:pt x="4924000" y="123982"/>
                </a:lnTo>
                <a:lnTo>
                  <a:pt x="4927762" y="129032"/>
                </a:lnTo>
                <a:lnTo>
                  <a:pt x="4929642" y="126132"/>
                </a:lnTo>
                <a:lnTo>
                  <a:pt x="4937166" y="134064"/>
                </a:lnTo>
                <a:lnTo>
                  <a:pt x="4942809" y="133526"/>
                </a:lnTo>
                <a:lnTo>
                  <a:pt x="4946570" y="132707"/>
                </a:lnTo>
                <a:lnTo>
                  <a:pt x="4955974" y="138311"/>
                </a:lnTo>
                <a:lnTo>
                  <a:pt x="4961617" y="132483"/>
                </a:lnTo>
                <a:lnTo>
                  <a:pt x="4967259" y="136729"/>
                </a:lnTo>
                <a:lnTo>
                  <a:pt x="4971021" y="134487"/>
                </a:lnTo>
                <a:lnTo>
                  <a:pt x="4974782" y="137915"/>
                </a:lnTo>
                <a:lnTo>
                  <a:pt x="4978544" y="136102"/>
                </a:lnTo>
                <a:lnTo>
                  <a:pt x="4980425" y="139944"/>
                </a:lnTo>
                <a:lnTo>
                  <a:pt x="4982306" y="138314"/>
                </a:lnTo>
                <a:lnTo>
                  <a:pt x="4984187" y="136054"/>
                </a:lnTo>
                <a:lnTo>
                  <a:pt x="4986067" y="128756"/>
                </a:lnTo>
                <a:lnTo>
                  <a:pt x="4987948" y="132617"/>
                </a:lnTo>
                <a:lnTo>
                  <a:pt x="4997352" y="130761"/>
                </a:lnTo>
                <a:lnTo>
                  <a:pt x="4999233" y="134960"/>
                </a:lnTo>
                <a:lnTo>
                  <a:pt x="5001114" y="129933"/>
                </a:lnTo>
                <a:lnTo>
                  <a:pt x="5002995" y="135538"/>
                </a:lnTo>
                <a:lnTo>
                  <a:pt x="5004875" y="133872"/>
                </a:lnTo>
                <a:lnTo>
                  <a:pt x="5006756" y="132239"/>
                </a:lnTo>
                <a:lnTo>
                  <a:pt x="5010518" y="136584"/>
                </a:lnTo>
                <a:lnTo>
                  <a:pt x="5012399" y="136045"/>
                </a:lnTo>
                <a:lnTo>
                  <a:pt x="5014280" y="128461"/>
                </a:lnTo>
                <a:lnTo>
                  <a:pt x="5016161" y="129743"/>
                </a:lnTo>
                <a:lnTo>
                  <a:pt x="5019922" y="137191"/>
                </a:lnTo>
                <a:lnTo>
                  <a:pt x="5023684" y="135332"/>
                </a:lnTo>
                <a:lnTo>
                  <a:pt x="5027446" y="129923"/>
                </a:lnTo>
                <a:lnTo>
                  <a:pt x="5031207" y="136924"/>
                </a:lnTo>
                <a:lnTo>
                  <a:pt x="5034969" y="131372"/>
                </a:lnTo>
                <a:lnTo>
                  <a:pt x="5036850" y="134203"/>
                </a:lnTo>
                <a:lnTo>
                  <a:pt x="5040611" y="131353"/>
                </a:lnTo>
                <a:lnTo>
                  <a:pt x="5044373" y="135536"/>
                </a:lnTo>
                <a:lnTo>
                  <a:pt x="5048135" y="140258"/>
                </a:lnTo>
                <a:lnTo>
                  <a:pt x="5051896" y="135375"/>
                </a:lnTo>
                <a:lnTo>
                  <a:pt x="5055658" y="138941"/>
                </a:lnTo>
                <a:lnTo>
                  <a:pt x="5061300" y="131187"/>
                </a:lnTo>
                <a:lnTo>
                  <a:pt x="5065062" y="138707"/>
                </a:lnTo>
                <a:lnTo>
                  <a:pt x="5066943" y="134409"/>
                </a:lnTo>
                <a:lnTo>
                  <a:pt x="5076347" y="134659"/>
                </a:lnTo>
                <a:lnTo>
                  <a:pt x="5080108" y="139473"/>
                </a:lnTo>
                <a:lnTo>
                  <a:pt x="5083870" y="135680"/>
                </a:lnTo>
                <a:lnTo>
                  <a:pt x="5085751" y="141088"/>
                </a:lnTo>
                <a:lnTo>
                  <a:pt x="5087632" y="133676"/>
                </a:lnTo>
                <a:lnTo>
                  <a:pt x="5089513" y="136794"/>
                </a:lnTo>
                <a:lnTo>
                  <a:pt x="5093274" y="139983"/>
                </a:lnTo>
                <a:lnTo>
                  <a:pt x="5095155" y="139437"/>
                </a:lnTo>
                <a:lnTo>
                  <a:pt x="5097036" y="143310"/>
                </a:lnTo>
                <a:lnTo>
                  <a:pt x="5098917" y="137084"/>
                </a:lnTo>
                <a:lnTo>
                  <a:pt x="5100798" y="139113"/>
                </a:lnTo>
                <a:lnTo>
                  <a:pt x="5102679" y="139260"/>
                </a:lnTo>
                <a:lnTo>
                  <a:pt x="5106440" y="135153"/>
                </a:lnTo>
                <a:lnTo>
                  <a:pt x="5110202" y="139578"/>
                </a:lnTo>
                <a:lnTo>
                  <a:pt x="5113963" y="130953"/>
                </a:lnTo>
                <a:lnTo>
                  <a:pt x="5115844" y="136310"/>
                </a:lnTo>
                <a:lnTo>
                  <a:pt x="5117725" y="134961"/>
                </a:lnTo>
                <a:lnTo>
                  <a:pt x="5119606" y="133358"/>
                </a:lnTo>
                <a:lnTo>
                  <a:pt x="5121487" y="127537"/>
                </a:lnTo>
                <a:lnTo>
                  <a:pt x="5123368" y="128563"/>
                </a:lnTo>
                <a:lnTo>
                  <a:pt x="5130891" y="136411"/>
                </a:lnTo>
                <a:lnTo>
                  <a:pt x="5132772" y="132964"/>
                </a:lnTo>
                <a:lnTo>
                  <a:pt x="5136533" y="139315"/>
                </a:lnTo>
                <a:lnTo>
                  <a:pt x="5140295" y="129232"/>
                </a:lnTo>
                <a:lnTo>
                  <a:pt x="5144057" y="136038"/>
                </a:lnTo>
                <a:lnTo>
                  <a:pt x="5147818" y="133344"/>
                </a:lnTo>
                <a:lnTo>
                  <a:pt x="5149699" y="144116"/>
                </a:lnTo>
                <a:lnTo>
                  <a:pt x="5151580" y="141469"/>
                </a:lnTo>
                <a:lnTo>
                  <a:pt x="5160984" y="138602"/>
                </a:lnTo>
                <a:lnTo>
                  <a:pt x="5174150" y="138261"/>
                </a:lnTo>
                <a:lnTo>
                  <a:pt x="5176031" y="142276"/>
                </a:lnTo>
                <a:lnTo>
                  <a:pt x="5177911" y="136425"/>
                </a:lnTo>
                <a:lnTo>
                  <a:pt x="5179792" y="138858"/>
                </a:lnTo>
                <a:lnTo>
                  <a:pt x="5185435" y="142970"/>
                </a:lnTo>
                <a:lnTo>
                  <a:pt x="5189196" y="138397"/>
                </a:lnTo>
                <a:lnTo>
                  <a:pt x="5198601" y="145050"/>
                </a:lnTo>
                <a:lnTo>
                  <a:pt x="5200482" y="144819"/>
                </a:lnTo>
                <a:lnTo>
                  <a:pt x="5202362" y="135889"/>
                </a:lnTo>
                <a:lnTo>
                  <a:pt x="5204243" y="138277"/>
                </a:lnTo>
                <a:lnTo>
                  <a:pt x="5206124" y="143514"/>
                </a:lnTo>
                <a:lnTo>
                  <a:pt x="5209886" y="135374"/>
                </a:lnTo>
                <a:lnTo>
                  <a:pt x="5211766" y="136450"/>
                </a:lnTo>
                <a:lnTo>
                  <a:pt x="5213647" y="141853"/>
                </a:lnTo>
                <a:lnTo>
                  <a:pt x="5215528" y="137190"/>
                </a:lnTo>
                <a:lnTo>
                  <a:pt x="5221170" y="145614"/>
                </a:lnTo>
                <a:lnTo>
                  <a:pt x="5224932" y="143244"/>
                </a:lnTo>
                <a:lnTo>
                  <a:pt x="5226813" y="144954"/>
                </a:lnTo>
                <a:lnTo>
                  <a:pt x="5228694" y="142477"/>
                </a:lnTo>
                <a:lnTo>
                  <a:pt x="5232456" y="134872"/>
                </a:lnTo>
                <a:lnTo>
                  <a:pt x="5236217" y="141081"/>
                </a:lnTo>
                <a:lnTo>
                  <a:pt x="5239979" y="136936"/>
                </a:lnTo>
                <a:lnTo>
                  <a:pt x="5241860" y="144077"/>
                </a:lnTo>
                <a:lnTo>
                  <a:pt x="5243740" y="138256"/>
                </a:lnTo>
                <a:lnTo>
                  <a:pt x="5245621" y="139478"/>
                </a:lnTo>
                <a:lnTo>
                  <a:pt x="5256906" y="140205"/>
                </a:lnTo>
                <a:lnTo>
                  <a:pt x="5264429" y="146201"/>
                </a:lnTo>
                <a:lnTo>
                  <a:pt x="5266310" y="141714"/>
                </a:lnTo>
                <a:lnTo>
                  <a:pt x="5268191" y="139643"/>
                </a:lnTo>
              </a:path>
            </a:pathLst>
          </a:custGeom>
          <a:noFill/>
          <a:ln w="24847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path 126"/>
          <p:cNvSpPr/>
          <p:nvPr/>
        </p:nvSpPr>
        <p:spPr>
          <a:xfrm>
            <a:off x="3890529" y="5668171"/>
            <a:ext cx="5268191" cy="388263"/>
          </a:xfrm>
          <a:custGeom>
            <a:avLst/>
            <a:gdLst/>
            <a:ahLst/>
            <a:cxnLst/>
            <a:rect l="l" t="t" r="r" b="b"/>
            <a:pathLst>
              <a:path w="5268191" h="388263">
                <a:moveTo>
                  <a:pt x="0" y="383488"/>
                </a:moveTo>
                <a:lnTo>
                  <a:pt x="1881" y="376002"/>
                </a:lnTo>
                <a:lnTo>
                  <a:pt x="3762" y="378121"/>
                </a:lnTo>
                <a:lnTo>
                  <a:pt x="7523" y="381086"/>
                </a:lnTo>
                <a:lnTo>
                  <a:pt x="11285" y="370981"/>
                </a:lnTo>
                <a:lnTo>
                  <a:pt x="13166" y="375857"/>
                </a:lnTo>
                <a:lnTo>
                  <a:pt x="15047" y="374155"/>
                </a:lnTo>
                <a:lnTo>
                  <a:pt x="16928" y="372632"/>
                </a:lnTo>
                <a:lnTo>
                  <a:pt x="18808" y="375452"/>
                </a:lnTo>
                <a:lnTo>
                  <a:pt x="20689" y="373475"/>
                </a:lnTo>
                <a:lnTo>
                  <a:pt x="22570" y="364625"/>
                </a:lnTo>
                <a:lnTo>
                  <a:pt x="24451" y="373915"/>
                </a:lnTo>
                <a:lnTo>
                  <a:pt x="26332" y="371694"/>
                </a:lnTo>
                <a:lnTo>
                  <a:pt x="28212" y="361751"/>
                </a:lnTo>
                <a:lnTo>
                  <a:pt x="30093" y="368308"/>
                </a:lnTo>
                <a:lnTo>
                  <a:pt x="47021" y="366465"/>
                </a:lnTo>
                <a:lnTo>
                  <a:pt x="50782" y="366792"/>
                </a:lnTo>
                <a:lnTo>
                  <a:pt x="56425" y="363731"/>
                </a:lnTo>
                <a:lnTo>
                  <a:pt x="63948" y="362556"/>
                </a:lnTo>
                <a:lnTo>
                  <a:pt x="65829" y="368484"/>
                </a:lnTo>
                <a:lnTo>
                  <a:pt x="67710" y="364640"/>
                </a:lnTo>
                <a:lnTo>
                  <a:pt x="73352" y="358534"/>
                </a:lnTo>
                <a:lnTo>
                  <a:pt x="75233" y="362497"/>
                </a:lnTo>
                <a:lnTo>
                  <a:pt x="77114" y="357686"/>
                </a:lnTo>
                <a:lnTo>
                  <a:pt x="78995" y="362442"/>
                </a:lnTo>
                <a:lnTo>
                  <a:pt x="80876" y="361331"/>
                </a:lnTo>
                <a:lnTo>
                  <a:pt x="82756" y="356341"/>
                </a:lnTo>
                <a:lnTo>
                  <a:pt x="84637" y="363812"/>
                </a:lnTo>
                <a:lnTo>
                  <a:pt x="86518" y="362059"/>
                </a:lnTo>
                <a:lnTo>
                  <a:pt x="92160" y="355195"/>
                </a:lnTo>
                <a:lnTo>
                  <a:pt x="95922" y="360921"/>
                </a:lnTo>
                <a:lnTo>
                  <a:pt x="103445" y="354079"/>
                </a:lnTo>
                <a:lnTo>
                  <a:pt x="105326" y="358078"/>
                </a:lnTo>
                <a:lnTo>
                  <a:pt x="107207" y="356365"/>
                </a:lnTo>
                <a:lnTo>
                  <a:pt x="109088" y="353751"/>
                </a:lnTo>
                <a:lnTo>
                  <a:pt x="112850" y="358955"/>
                </a:lnTo>
                <a:lnTo>
                  <a:pt x="116611" y="356785"/>
                </a:lnTo>
                <a:lnTo>
                  <a:pt x="122254" y="357193"/>
                </a:lnTo>
                <a:lnTo>
                  <a:pt x="135419" y="355160"/>
                </a:lnTo>
                <a:lnTo>
                  <a:pt x="150466" y="355678"/>
                </a:lnTo>
                <a:lnTo>
                  <a:pt x="154228" y="350694"/>
                </a:lnTo>
                <a:lnTo>
                  <a:pt x="163632" y="353445"/>
                </a:lnTo>
                <a:lnTo>
                  <a:pt x="167393" y="353444"/>
                </a:lnTo>
                <a:lnTo>
                  <a:pt x="178678" y="350559"/>
                </a:lnTo>
                <a:lnTo>
                  <a:pt x="180559" y="352316"/>
                </a:lnTo>
                <a:lnTo>
                  <a:pt x="182440" y="346818"/>
                </a:lnTo>
                <a:lnTo>
                  <a:pt x="184321" y="352868"/>
                </a:lnTo>
                <a:lnTo>
                  <a:pt x="186202" y="352033"/>
                </a:lnTo>
                <a:lnTo>
                  <a:pt x="188083" y="348620"/>
                </a:lnTo>
                <a:lnTo>
                  <a:pt x="189963" y="351262"/>
                </a:lnTo>
                <a:lnTo>
                  <a:pt x="191844" y="351413"/>
                </a:lnTo>
                <a:lnTo>
                  <a:pt x="193725" y="346657"/>
                </a:lnTo>
                <a:lnTo>
                  <a:pt x="195606" y="349244"/>
                </a:lnTo>
                <a:lnTo>
                  <a:pt x="205010" y="352563"/>
                </a:lnTo>
                <a:lnTo>
                  <a:pt x="210652" y="347679"/>
                </a:lnTo>
                <a:lnTo>
                  <a:pt x="216295" y="351522"/>
                </a:lnTo>
                <a:lnTo>
                  <a:pt x="218176" y="350196"/>
                </a:lnTo>
                <a:lnTo>
                  <a:pt x="221937" y="354422"/>
                </a:lnTo>
                <a:lnTo>
                  <a:pt x="229461" y="347912"/>
                </a:lnTo>
                <a:lnTo>
                  <a:pt x="231342" y="349331"/>
                </a:lnTo>
                <a:lnTo>
                  <a:pt x="233222" y="346404"/>
                </a:lnTo>
                <a:lnTo>
                  <a:pt x="236984" y="352865"/>
                </a:lnTo>
                <a:lnTo>
                  <a:pt x="240746" y="351412"/>
                </a:lnTo>
                <a:lnTo>
                  <a:pt x="242627" y="350886"/>
                </a:lnTo>
                <a:lnTo>
                  <a:pt x="244507" y="345681"/>
                </a:lnTo>
                <a:lnTo>
                  <a:pt x="246388" y="347081"/>
                </a:lnTo>
                <a:lnTo>
                  <a:pt x="252031" y="345114"/>
                </a:lnTo>
                <a:lnTo>
                  <a:pt x="253911" y="349503"/>
                </a:lnTo>
                <a:lnTo>
                  <a:pt x="255792" y="342702"/>
                </a:lnTo>
                <a:lnTo>
                  <a:pt x="257673" y="348885"/>
                </a:lnTo>
                <a:lnTo>
                  <a:pt x="259554" y="337745"/>
                </a:lnTo>
                <a:lnTo>
                  <a:pt x="261435" y="340094"/>
                </a:lnTo>
                <a:lnTo>
                  <a:pt x="267077" y="340794"/>
                </a:lnTo>
                <a:lnTo>
                  <a:pt x="274601" y="340356"/>
                </a:lnTo>
                <a:lnTo>
                  <a:pt x="278362" y="343462"/>
                </a:lnTo>
                <a:lnTo>
                  <a:pt x="291528" y="343725"/>
                </a:lnTo>
                <a:lnTo>
                  <a:pt x="293409" y="349536"/>
                </a:lnTo>
                <a:lnTo>
                  <a:pt x="295290" y="348270"/>
                </a:lnTo>
                <a:lnTo>
                  <a:pt x="297170" y="345844"/>
                </a:lnTo>
                <a:lnTo>
                  <a:pt x="300932" y="348325"/>
                </a:lnTo>
                <a:lnTo>
                  <a:pt x="302813" y="346163"/>
                </a:lnTo>
                <a:lnTo>
                  <a:pt x="304694" y="348065"/>
                </a:lnTo>
                <a:lnTo>
                  <a:pt x="310336" y="348877"/>
                </a:lnTo>
                <a:lnTo>
                  <a:pt x="312217" y="342898"/>
                </a:lnTo>
                <a:lnTo>
                  <a:pt x="314098" y="344715"/>
                </a:lnTo>
                <a:lnTo>
                  <a:pt x="315979" y="348580"/>
                </a:lnTo>
                <a:lnTo>
                  <a:pt x="321621" y="340106"/>
                </a:lnTo>
                <a:lnTo>
                  <a:pt x="323502" y="342066"/>
                </a:lnTo>
                <a:lnTo>
                  <a:pt x="325383" y="350887"/>
                </a:lnTo>
                <a:lnTo>
                  <a:pt x="327264" y="349005"/>
                </a:lnTo>
                <a:lnTo>
                  <a:pt x="331025" y="349628"/>
                </a:lnTo>
                <a:lnTo>
                  <a:pt x="332906" y="342454"/>
                </a:lnTo>
                <a:lnTo>
                  <a:pt x="334787" y="346438"/>
                </a:lnTo>
                <a:lnTo>
                  <a:pt x="340429" y="346513"/>
                </a:lnTo>
                <a:lnTo>
                  <a:pt x="346072" y="347072"/>
                </a:lnTo>
                <a:lnTo>
                  <a:pt x="349833" y="339276"/>
                </a:lnTo>
                <a:lnTo>
                  <a:pt x="355476" y="343452"/>
                </a:lnTo>
                <a:lnTo>
                  <a:pt x="357357" y="349300"/>
                </a:lnTo>
                <a:lnTo>
                  <a:pt x="359238" y="347240"/>
                </a:lnTo>
                <a:lnTo>
                  <a:pt x="361119" y="342406"/>
                </a:lnTo>
                <a:lnTo>
                  <a:pt x="362999" y="345384"/>
                </a:lnTo>
                <a:lnTo>
                  <a:pt x="364880" y="348686"/>
                </a:lnTo>
                <a:lnTo>
                  <a:pt x="366761" y="342127"/>
                </a:lnTo>
                <a:lnTo>
                  <a:pt x="368642" y="347563"/>
                </a:lnTo>
                <a:lnTo>
                  <a:pt x="370523" y="342870"/>
                </a:lnTo>
                <a:lnTo>
                  <a:pt x="372403" y="345291"/>
                </a:lnTo>
                <a:lnTo>
                  <a:pt x="374284" y="348246"/>
                </a:lnTo>
                <a:lnTo>
                  <a:pt x="376165" y="345149"/>
                </a:lnTo>
                <a:lnTo>
                  <a:pt x="378046" y="347482"/>
                </a:lnTo>
                <a:lnTo>
                  <a:pt x="381808" y="347348"/>
                </a:lnTo>
                <a:lnTo>
                  <a:pt x="396854" y="347420"/>
                </a:lnTo>
                <a:lnTo>
                  <a:pt x="400616" y="345909"/>
                </a:lnTo>
                <a:lnTo>
                  <a:pt x="419424" y="349522"/>
                </a:lnTo>
                <a:lnTo>
                  <a:pt x="421305" y="344463"/>
                </a:lnTo>
                <a:lnTo>
                  <a:pt x="423186" y="346698"/>
                </a:lnTo>
                <a:lnTo>
                  <a:pt x="432590" y="336205"/>
                </a:lnTo>
                <a:lnTo>
                  <a:pt x="436352" y="338670"/>
                </a:lnTo>
                <a:lnTo>
                  <a:pt x="447636" y="336470"/>
                </a:lnTo>
                <a:lnTo>
                  <a:pt x="451398" y="349637"/>
                </a:lnTo>
                <a:lnTo>
                  <a:pt x="453279" y="344949"/>
                </a:lnTo>
                <a:lnTo>
                  <a:pt x="457041" y="342941"/>
                </a:lnTo>
                <a:lnTo>
                  <a:pt x="458921" y="334505"/>
                </a:lnTo>
                <a:lnTo>
                  <a:pt x="460802" y="344443"/>
                </a:lnTo>
                <a:lnTo>
                  <a:pt x="462683" y="340587"/>
                </a:lnTo>
                <a:lnTo>
                  <a:pt x="466445" y="344362"/>
                </a:lnTo>
                <a:lnTo>
                  <a:pt x="473968" y="339072"/>
                </a:lnTo>
                <a:lnTo>
                  <a:pt x="475849" y="344458"/>
                </a:lnTo>
                <a:lnTo>
                  <a:pt x="477730" y="343562"/>
                </a:lnTo>
                <a:lnTo>
                  <a:pt x="504061" y="344798"/>
                </a:lnTo>
                <a:lnTo>
                  <a:pt x="505942" y="337562"/>
                </a:lnTo>
                <a:lnTo>
                  <a:pt x="507823" y="339080"/>
                </a:lnTo>
                <a:lnTo>
                  <a:pt x="509704" y="335863"/>
                </a:lnTo>
                <a:lnTo>
                  <a:pt x="511584" y="337265"/>
                </a:lnTo>
                <a:lnTo>
                  <a:pt x="515346" y="341154"/>
                </a:lnTo>
                <a:lnTo>
                  <a:pt x="519108" y="337550"/>
                </a:lnTo>
                <a:lnTo>
                  <a:pt x="522869" y="340289"/>
                </a:lnTo>
                <a:lnTo>
                  <a:pt x="524750" y="335956"/>
                </a:lnTo>
                <a:lnTo>
                  <a:pt x="526631" y="337449"/>
                </a:lnTo>
                <a:lnTo>
                  <a:pt x="528512" y="345604"/>
                </a:lnTo>
                <a:lnTo>
                  <a:pt x="530393" y="343978"/>
                </a:lnTo>
                <a:lnTo>
                  <a:pt x="536035" y="334244"/>
                </a:lnTo>
                <a:lnTo>
                  <a:pt x="537916" y="339348"/>
                </a:lnTo>
                <a:lnTo>
                  <a:pt x="539797" y="336087"/>
                </a:lnTo>
                <a:lnTo>
                  <a:pt x="549201" y="343931"/>
                </a:lnTo>
                <a:lnTo>
                  <a:pt x="552963" y="338965"/>
                </a:lnTo>
                <a:lnTo>
                  <a:pt x="558605" y="337017"/>
                </a:lnTo>
                <a:lnTo>
                  <a:pt x="560486" y="344928"/>
                </a:lnTo>
                <a:lnTo>
                  <a:pt x="564248" y="335031"/>
                </a:lnTo>
                <a:lnTo>
                  <a:pt x="568009" y="342909"/>
                </a:lnTo>
                <a:lnTo>
                  <a:pt x="571771" y="341897"/>
                </a:lnTo>
                <a:lnTo>
                  <a:pt x="575532" y="336680"/>
                </a:lnTo>
                <a:lnTo>
                  <a:pt x="581175" y="340117"/>
                </a:lnTo>
                <a:lnTo>
                  <a:pt x="583056" y="335967"/>
                </a:lnTo>
                <a:lnTo>
                  <a:pt x="584937" y="340374"/>
                </a:lnTo>
                <a:lnTo>
                  <a:pt x="586818" y="337246"/>
                </a:lnTo>
                <a:lnTo>
                  <a:pt x="590579" y="332876"/>
                </a:lnTo>
                <a:lnTo>
                  <a:pt x="592460" y="335353"/>
                </a:lnTo>
                <a:lnTo>
                  <a:pt x="598102" y="328680"/>
                </a:lnTo>
                <a:lnTo>
                  <a:pt x="599983" y="328895"/>
                </a:lnTo>
                <a:lnTo>
                  <a:pt x="603745" y="336476"/>
                </a:lnTo>
                <a:lnTo>
                  <a:pt x="605626" y="335452"/>
                </a:lnTo>
                <a:lnTo>
                  <a:pt x="607507" y="331762"/>
                </a:lnTo>
                <a:lnTo>
                  <a:pt x="609387" y="332993"/>
                </a:lnTo>
                <a:lnTo>
                  <a:pt x="615030" y="331975"/>
                </a:lnTo>
                <a:lnTo>
                  <a:pt x="616911" y="332383"/>
                </a:lnTo>
                <a:lnTo>
                  <a:pt x="620672" y="328278"/>
                </a:lnTo>
                <a:lnTo>
                  <a:pt x="628196" y="329325"/>
                </a:lnTo>
                <a:lnTo>
                  <a:pt x="630076" y="327587"/>
                </a:lnTo>
                <a:lnTo>
                  <a:pt x="631957" y="333852"/>
                </a:lnTo>
                <a:lnTo>
                  <a:pt x="633838" y="325562"/>
                </a:lnTo>
                <a:lnTo>
                  <a:pt x="635719" y="326822"/>
                </a:lnTo>
                <a:lnTo>
                  <a:pt x="639481" y="334683"/>
                </a:lnTo>
                <a:lnTo>
                  <a:pt x="643242" y="325344"/>
                </a:lnTo>
                <a:lnTo>
                  <a:pt x="645123" y="327741"/>
                </a:lnTo>
                <a:lnTo>
                  <a:pt x="658289" y="330971"/>
                </a:lnTo>
                <a:lnTo>
                  <a:pt x="662051" y="337015"/>
                </a:lnTo>
                <a:lnTo>
                  <a:pt x="667693" y="327422"/>
                </a:lnTo>
                <a:lnTo>
                  <a:pt x="671455" y="331765"/>
                </a:lnTo>
                <a:lnTo>
                  <a:pt x="675216" y="325383"/>
                </a:lnTo>
                <a:lnTo>
                  <a:pt x="678978" y="333579"/>
                </a:lnTo>
                <a:lnTo>
                  <a:pt x="680859" y="328897"/>
                </a:lnTo>
                <a:lnTo>
                  <a:pt x="684620" y="328821"/>
                </a:lnTo>
                <a:lnTo>
                  <a:pt x="688382" y="329313"/>
                </a:lnTo>
                <a:lnTo>
                  <a:pt x="694025" y="326231"/>
                </a:lnTo>
                <a:lnTo>
                  <a:pt x="695905" y="328576"/>
                </a:lnTo>
                <a:lnTo>
                  <a:pt x="697786" y="326758"/>
                </a:lnTo>
                <a:lnTo>
                  <a:pt x="709071" y="326579"/>
                </a:lnTo>
                <a:lnTo>
                  <a:pt x="712833" y="330288"/>
                </a:lnTo>
                <a:lnTo>
                  <a:pt x="727879" y="327994"/>
                </a:lnTo>
                <a:lnTo>
                  <a:pt x="731641" y="329664"/>
                </a:lnTo>
                <a:lnTo>
                  <a:pt x="733522" y="325844"/>
                </a:lnTo>
                <a:lnTo>
                  <a:pt x="735403" y="326875"/>
                </a:lnTo>
                <a:lnTo>
                  <a:pt x="737283" y="327773"/>
                </a:lnTo>
                <a:lnTo>
                  <a:pt x="741045" y="322246"/>
                </a:lnTo>
                <a:lnTo>
                  <a:pt x="744807" y="330675"/>
                </a:lnTo>
                <a:lnTo>
                  <a:pt x="746688" y="329076"/>
                </a:lnTo>
                <a:lnTo>
                  <a:pt x="765496" y="326672"/>
                </a:lnTo>
                <a:lnTo>
                  <a:pt x="767377" y="328994"/>
                </a:lnTo>
                <a:lnTo>
                  <a:pt x="773019" y="322280"/>
                </a:lnTo>
                <a:lnTo>
                  <a:pt x="774900" y="330635"/>
                </a:lnTo>
                <a:lnTo>
                  <a:pt x="776781" y="329915"/>
                </a:lnTo>
                <a:lnTo>
                  <a:pt x="791827" y="323824"/>
                </a:lnTo>
                <a:lnTo>
                  <a:pt x="797470" y="329918"/>
                </a:lnTo>
                <a:lnTo>
                  <a:pt x="799351" y="326978"/>
                </a:lnTo>
                <a:lnTo>
                  <a:pt x="803112" y="324588"/>
                </a:lnTo>
                <a:lnTo>
                  <a:pt x="806874" y="328276"/>
                </a:lnTo>
                <a:lnTo>
                  <a:pt x="810636" y="326536"/>
                </a:lnTo>
                <a:lnTo>
                  <a:pt x="814397" y="324716"/>
                </a:lnTo>
                <a:lnTo>
                  <a:pt x="816278" y="329861"/>
                </a:lnTo>
                <a:lnTo>
                  <a:pt x="818159" y="326379"/>
                </a:lnTo>
                <a:lnTo>
                  <a:pt x="835086" y="325865"/>
                </a:lnTo>
                <a:lnTo>
                  <a:pt x="842610" y="336200"/>
                </a:lnTo>
                <a:lnTo>
                  <a:pt x="844491" y="333270"/>
                </a:lnTo>
                <a:lnTo>
                  <a:pt x="848252" y="328276"/>
                </a:lnTo>
                <a:lnTo>
                  <a:pt x="855776" y="333834"/>
                </a:lnTo>
                <a:lnTo>
                  <a:pt x="857656" y="323689"/>
                </a:lnTo>
                <a:lnTo>
                  <a:pt x="859537" y="325151"/>
                </a:lnTo>
                <a:lnTo>
                  <a:pt x="865180" y="331758"/>
                </a:lnTo>
                <a:lnTo>
                  <a:pt x="867060" y="331913"/>
                </a:lnTo>
                <a:lnTo>
                  <a:pt x="870822" y="327127"/>
                </a:lnTo>
                <a:lnTo>
                  <a:pt x="876465" y="329277"/>
                </a:lnTo>
                <a:lnTo>
                  <a:pt x="878345" y="325142"/>
                </a:lnTo>
                <a:lnTo>
                  <a:pt x="880226" y="328153"/>
                </a:lnTo>
                <a:lnTo>
                  <a:pt x="882107" y="326908"/>
                </a:lnTo>
                <a:lnTo>
                  <a:pt x="885869" y="331802"/>
                </a:lnTo>
                <a:lnTo>
                  <a:pt x="887749" y="332149"/>
                </a:lnTo>
                <a:lnTo>
                  <a:pt x="889630" y="324972"/>
                </a:lnTo>
                <a:lnTo>
                  <a:pt x="891511" y="326154"/>
                </a:lnTo>
                <a:lnTo>
                  <a:pt x="893392" y="326926"/>
                </a:lnTo>
                <a:lnTo>
                  <a:pt x="897154" y="333472"/>
                </a:lnTo>
                <a:lnTo>
                  <a:pt x="902796" y="325694"/>
                </a:lnTo>
                <a:lnTo>
                  <a:pt x="904677" y="327675"/>
                </a:lnTo>
                <a:lnTo>
                  <a:pt x="906558" y="325807"/>
                </a:lnTo>
                <a:lnTo>
                  <a:pt x="915962" y="326579"/>
                </a:lnTo>
                <a:lnTo>
                  <a:pt x="919724" y="336361"/>
                </a:lnTo>
                <a:lnTo>
                  <a:pt x="921604" y="334071"/>
                </a:lnTo>
                <a:lnTo>
                  <a:pt x="925366" y="326109"/>
                </a:lnTo>
                <a:lnTo>
                  <a:pt x="931009" y="336734"/>
                </a:lnTo>
                <a:lnTo>
                  <a:pt x="932889" y="327786"/>
                </a:lnTo>
                <a:lnTo>
                  <a:pt x="934770" y="333168"/>
                </a:lnTo>
                <a:lnTo>
                  <a:pt x="936651" y="331076"/>
                </a:lnTo>
                <a:lnTo>
                  <a:pt x="942293" y="337342"/>
                </a:lnTo>
                <a:lnTo>
                  <a:pt x="944174" y="330676"/>
                </a:lnTo>
                <a:lnTo>
                  <a:pt x="946055" y="332614"/>
                </a:lnTo>
                <a:lnTo>
                  <a:pt x="951698" y="335971"/>
                </a:lnTo>
                <a:lnTo>
                  <a:pt x="957340" y="337085"/>
                </a:lnTo>
                <a:lnTo>
                  <a:pt x="959221" y="327938"/>
                </a:lnTo>
                <a:lnTo>
                  <a:pt x="961102" y="332776"/>
                </a:lnTo>
                <a:lnTo>
                  <a:pt x="962982" y="329123"/>
                </a:lnTo>
                <a:lnTo>
                  <a:pt x="964863" y="330787"/>
                </a:lnTo>
                <a:lnTo>
                  <a:pt x="968625" y="335741"/>
                </a:lnTo>
                <a:lnTo>
                  <a:pt x="970506" y="331129"/>
                </a:lnTo>
                <a:lnTo>
                  <a:pt x="972387" y="335957"/>
                </a:lnTo>
                <a:lnTo>
                  <a:pt x="978029" y="330165"/>
                </a:lnTo>
                <a:lnTo>
                  <a:pt x="998718" y="338921"/>
                </a:lnTo>
                <a:lnTo>
                  <a:pt x="1000599" y="333422"/>
                </a:lnTo>
                <a:lnTo>
                  <a:pt x="1002480" y="336980"/>
                </a:lnTo>
                <a:lnTo>
                  <a:pt x="1004361" y="343004"/>
                </a:lnTo>
                <a:lnTo>
                  <a:pt x="1006242" y="332907"/>
                </a:lnTo>
                <a:lnTo>
                  <a:pt x="1008122" y="338260"/>
                </a:lnTo>
                <a:lnTo>
                  <a:pt x="1011884" y="333839"/>
                </a:lnTo>
                <a:lnTo>
                  <a:pt x="1015646" y="343465"/>
                </a:lnTo>
                <a:lnTo>
                  <a:pt x="1017526" y="336893"/>
                </a:lnTo>
                <a:lnTo>
                  <a:pt x="1019407" y="344092"/>
                </a:lnTo>
                <a:lnTo>
                  <a:pt x="1021288" y="339584"/>
                </a:lnTo>
                <a:lnTo>
                  <a:pt x="1023169" y="341780"/>
                </a:lnTo>
                <a:lnTo>
                  <a:pt x="1030692" y="332011"/>
                </a:lnTo>
                <a:lnTo>
                  <a:pt x="1032573" y="334501"/>
                </a:lnTo>
                <a:lnTo>
                  <a:pt x="1034454" y="345376"/>
                </a:lnTo>
                <a:lnTo>
                  <a:pt x="1036335" y="342607"/>
                </a:lnTo>
                <a:lnTo>
                  <a:pt x="1043858" y="342152"/>
                </a:lnTo>
                <a:lnTo>
                  <a:pt x="1045739" y="343358"/>
                </a:lnTo>
                <a:lnTo>
                  <a:pt x="1047620" y="334070"/>
                </a:lnTo>
                <a:lnTo>
                  <a:pt x="1049500" y="334840"/>
                </a:lnTo>
                <a:lnTo>
                  <a:pt x="1051381" y="341314"/>
                </a:lnTo>
                <a:lnTo>
                  <a:pt x="1053262" y="338819"/>
                </a:lnTo>
                <a:lnTo>
                  <a:pt x="1055143" y="337860"/>
                </a:lnTo>
                <a:lnTo>
                  <a:pt x="1058905" y="332496"/>
                </a:lnTo>
                <a:lnTo>
                  <a:pt x="1064547" y="341345"/>
                </a:lnTo>
                <a:lnTo>
                  <a:pt x="1075832" y="337530"/>
                </a:lnTo>
                <a:lnTo>
                  <a:pt x="1077713" y="342840"/>
                </a:lnTo>
                <a:lnTo>
                  <a:pt x="1079594" y="340347"/>
                </a:lnTo>
                <a:lnTo>
                  <a:pt x="1088998" y="339861"/>
                </a:lnTo>
                <a:lnTo>
                  <a:pt x="1094640" y="337112"/>
                </a:lnTo>
                <a:lnTo>
                  <a:pt x="1102164" y="341745"/>
                </a:lnTo>
                <a:lnTo>
                  <a:pt x="1109687" y="343742"/>
                </a:lnTo>
                <a:lnTo>
                  <a:pt x="1111568" y="343864"/>
                </a:lnTo>
                <a:lnTo>
                  <a:pt x="1113449" y="339186"/>
                </a:lnTo>
                <a:lnTo>
                  <a:pt x="1115329" y="342604"/>
                </a:lnTo>
                <a:lnTo>
                  <a:pt x="1117210" y="338173"/>
                </a:lnTo>
                <a:lnTo>
                  <a:pt x="1119091" y="341156"/>
                </a:lnTo>
                <a:lnTo>
                  <a:pt x="1120972" y="347357"/>
                </a:lnTo>
                <a:lnTo>
                  <a:pt x="1122853" y="345579"/>
                </a:lnTo>
                <a:lnTo>
                  <a:pt x="1124733" y="341202"/>
                </a:lnTo>
                <a:lnTo>
                  <a:pt x="1126614" y="344250"/>
                </a:lnTo>
                <a:lnTo>
                  <a:pt x="1128495" y="344960"/>
                </a:lnTo>
                <a:lnTo>
                  <a:pt x="1130376" y="341484"/>
                </a:lnTo>
                <a:lnTo>
                  <a:pt x="1132257" y="346433"/>
                </a:lnTo>
                <a:lnTo>
                  <a:pt x="1134138" y="345667"/>
                </a:lnTo>
                <a:lnTo>
                  <a:pt x="1137899" y="344051"/>
                </a:lnTo>
                <a:lnTo>
                  <a:pt x="1141661" y="344170"/>
                </a:lnTo>
                <a:lnTo>
                  <a:pt x="1143542" y="342830"/>
                </a:lnTo>
                <a:lnTo>
                  <a:pt x="1145422" y="337681"/>
                </a:lnTo>
                <a:lnTo>
                  <a:pt x="1147303" y="345422"/>
                </a:lnTo>
                <a:lnTo>
                  <a:pt x="1151065" y="336291"/>
                </a:lnTo>
                <a:lnTo>
                  <a:pt x="1154827" y="346736"/>
                </a:lnTo>
                <a:lnTo>
                  <a:pt x="1158588" y="345186"/>
                </a:lnTo>
                <a:lnTo>
                  <a:pt x="1162350" y="339685"/>
                </a:lnTo>
                <a:lnTo>
                  <a:pt x="1164231" y="345787"/>
                </a:lnTo>
                <a:lnTo>
                  <a:pt x="1166112" y="344592"/>
                </a:lnTo>
                <a:lnTo>
                  <a:pt x="1171754" y="336421"/>
                </a:lnTo>
                <a:lnTo>
                  <a:pt x="1175516" y="341654"/>
                </a:lnTo>
                <a:lnTo>
                  <a:pt x="1179277" y="339930"/>
                </a:lnTo>
                <a:lnTo>
                  <a:pt x="1186801" y="349970"/>
                </a:lnTo>
                <a:lnTo>
                  <a:pt x="1192443" y="342100"/>
                </a:lnTo>
                <a:lnTo>
                  <a:pt x="1194324" y="340267"/>
                </a:lnTo>
                <a:lnTo>
                  <a:pt x="1198086" y="341909"/>
                </a:lnTo>
                <a:lnTo>
                  <a:pt x="1199966" y="342106"/>
                </a:lnTo>
                <a:lnTo>
                  <a:pt x="1201847" y="335419"/>
                </a:lnTo>
                <a:lnTo>
                  <a:pt x="1203728" y="337006"/>
                </a:lnTo>
                <a:lnTo>
                  <a:pt x="1207490" y="341452"/>
                </a:lnTo>
                <a:lnTo>
                  <a:pt x="1209371" y="346107"/>
                </a:lnTo>
                <a:lnTo>
                  <a:pt x="1211251" y="345183"/>
                </a:lnTo>
                <a:lnTo>
                  <a:pt x="1218775" y="341649"/>
                </a:lnTo>
                <a:lnTo>
                  <a:pt x="1224417" y="340833"/>
                </a:lnTo>
                <a:lnTo>
                  <a:pt x="1226298" y="332931"/>
                </a:lnTo>
                <a:lnTo>
                  <a:pt x="1228179" y="334177"/>
                </a:lnTo>
                <a:lnTo>
                  <a:pt x="1230060" y="339229"/>
                </a:lnTo>
                <a:lnTo>
                  <a:pt x="1231940" y="337360"/>
                </a:lnTo>
                <a:lnTo>
                  <a:pt x="1233821" y="335683"/>
                </a:lnTo>
                <a:lnTo>
                  <a:pt x="1237583" y="342980"/>
                </a:lnTo>
                <a:lnTo>
                  <a:pt x="1239464" y="339781"/>
                </a:lnTo>
                <a:lnTo>
                  <a:pt x="1243226" y="338986"/>
                </a:lnTo>
                <a:lnTo>
                  <a:pt x="1245106" y="333884"/>
                </a:lnTo>
                <a:lnTo>
                  <a:pt x="1246987" y="335738"/>
                </a:lnTo>
                <a:lnTo>
                  <a:pt x="1254510" y="339941"/>
                </a:lnTo>
                <a:lnTo>
                  <a:pt x="1256391" y="333695"/>
                </a:lnTo>
                <a:lnTo>
                  <a:pt x="1260153" y="337952"/>
                </a:lnTo>
                <a:lnTo>
                  <a:pt x="1263915" y="338597"/>
                </a:lnTo>
                <a:lnTo>
                  <a:pt x="1265795" y="332293"/>
                </a:lnTo>
                <a:lnTo>
                  <a:pt x="1267676" y="337666"/>
                </a:lnTo>
                <a:lnTo>
                  <a:pt x="1269557" y="333175"/>
                </a:lnTo>
                <a:lnTo>
                  <a:pt x="1271438" y="335473"/>
                </a:lnTo>
                <a:lnTo>
                  <a:pt x="1278961" y="333052"/>
                </a:lnTo>
                <a:lnTo>
                  <a:pt x="1286484" y="327667"/>
                </a:lnTo>
                <a:lnTo>
                  <a:pt x="1288365" y="332064"/>
                </a:lnTo>
                <a:lnTo>
                  <a:pt x="1290246" y="326636"/>
                </a:lnTo>
                <a:lnTo>
                  <a:pt x="1292127" y="328404"/>
                </a:lnTo>
                <a:lnTo>
                  <a:pt x="1295889" y="331154"/>
                </a:lnTo>
                <a:lnTo>
                  <a:pt x="1297769" y="330616"/>
                </a:lnTo>
                <a:lnTo>
                  <a:pt x="1299650" y="323421"/>
                </a:lnTo>
                <a:lnTo>
                  <a:pt x="1301531" y="324000"/>
                </a:lnTo>
                <a:lnTo>
                  <a:pt x="1305293" y="329390"/>
                </a:lnTo>
                <a:lnTo>
                  <a:pt x="1307173" y="328305"/>
                </a:lnTo>
                <a:lnTo>
                  <a:pt x="1314697" y="331095"/>
                </a:lnTo>
                <a:lnTo>
                  <a:pt x="1322220" y="333507"/>
                </a:lnTo>
                <a:lnTo>
                  <a:pt x="1325982" y="331360"/>
                </a:lnTo>
                <a:lnTo>
                  <a:pt x="1335386" y="334113"/>
                </a:lnTo>
                <a:lnTo>
                  <a:pt x="1337267" y="328183"/>
                </a:lnTo>
                <a:lnTo>
                  <a:pt x="1339148" y="335073"/>
                </a:lnTo>
                <a:lnTo>
                  <a:pt x="1341028" y="330622"/>
                </a:lnTo>
                <a:lnTo>
                  <a:pt x="1342909" y="329464"/>
                </a:lnTo>
                <a:lnTo>
                  <a:pt x="1344790" y="333275"/>
                </a:lnTo>
                <a:lnTo>
                  <a:pt x="1348552" y="325582"/>
                </a:lnTo>
                <a:lnTo>
                  <a:pt x="1350433" y="332008"/>
                </a:lnTo>
                <a:lnTo>
                  <a:pt x="1354194" y="324220"/>
                </a:lnTo>
                <a:lnTo>
                  <a:pt x="1357956" y="325378"/>
                </a:lnTo>
                <a:lnTo>
                  <a:pt x="1361717" y="328164"/>
                </a:lnTo>
                <a:lnTo>
                  <a:pt x="1371122" y="320554"/>
                </a:lnTo>
                <a:lnTo>
                  <a:pt x="1376764" y="328843"/>
                </a:lnTo>
                <a:lnTo>
                  <a:pt x="1386168" y="323361"/>
                </a:lnTo>
                <a:lnTo>
                  <a:pt x="1393691" y="323605"/>
                </a:lnTo>
                <a:lnTo>
                  <a:pt x="1401215" y="315919"/>
                </a:lnTo>
                <a:lnTo>
                  <a:pt x="1403096" y="317319"/>
                </a:lnTo>
                <a:lnTo>
                  <a:pt x="1406857" y="311901"/>
                </a:lnTo>
                <a:lnTo>
                  <a:pt x="1408738" y="315161"/>
                </a:lnTo>
                <a:lnTo>
                  <a:pt x="1410619" y="313692"/>
                </a:lnTo>
                <a:lnTo>
                  <a:pt x="1412500" y="312236"/>
                </a:lnTo>
                <a:lnTo>
                  <a:pt x="1416261" y="321499"/>
                </a:lnTo>
                <a:lnTo>
                  <a:pt x="1420023" y="300933"/>
                </a:lnTo>
                <a:lnTo>
                  <a:pt x="1421904" y="305338"/>
                </a:lnTo>
                <a:lnTo>
                  <a:pt x="1425666" y="306139"/>
                </a:lnTo>
                <a:lnTo>
                  <a:pt x="1429427" y="304597"/>
                </a:lnTo>
                <a:lnTo>
                  <a:pt x="1433189" y="299972"/>
                </a:lnTo>
                <a:lnTo>
                  <a:pt x="1435070" y="300293"/>
                </a:lnTo>
                <a:lnTo>
                  <a:pt x="1436950" y="307661"/>
                </a:lnTo>
                <a:lnTo>
                  <a:pt x="1438831" y="306060"/>
                </a:lnTo>
                <a:lnTo>
                  <a:pt x="1442593" y="299671"/>
                </a:lnTo>
                <a:lnTo>
                  <a:pt x="1455759" y="284535"/>
                </a:lnTo>
                <a:lnTo>
                  <a:pt x="1459520" y="285022"/>
                </a:lnTo>
                <a:lnTo>
                  <a:pt x="1465163" y="273488"/>
                </a:lnTo>
                <a:lnTo>
                  <a:pt x="1468924" y="273014"/>
                </a:lnTo>
                <a:lnTo>
                  <a:pt x="1472686" y="268783"/>
                </a:lnTo>
                <a:lnTo>
                  <a:pt x="1476448" y="279997"/>
                </a:lnTo>
                <a:lnTo>
                  <a:pt x="1478329" y="275770"/>
                </a:lnTo>
                <a:lnTo>
                  <a:pt x="1482090" y="261556"/>
                </a:lnTo>
                <a:lnTo>
                  <a:pt x="1483971" y="260413"/>
                </a:lnTo>
                <a:lnTo>
                  <a:pt x="1487733" y="243926"/>
                </a:lnTo>
                <a:lnTo>
                  <a:pt x="1495256" y="271750"/>
                </a:lnTo>
                <a:lnTo>
                  <a:pt x="1499018" y="242195"/>
                </a:lnTo>
                <a:lnTo>
                  <a:pt x="1500899" y="251328"/>
                </a:lnTo>
                <a:lnTo>
                  <a:pt x="1504660" y="241328"/>
                </a:lnTo>
                <a:lnTo>
                  <a:pt x="1506541" y="245362"/>
                </a:lnTo>
                <a:lnTo>
                  <a:pt x="1510303" y="235147"/>
                </a:lnTo>
                <a:lnTo>
                  <a:pt x="1514064" y="242326"/>
                </a:lnTo>
                <a:lnTo>
                  <a:pt x="1523468" y="213845"/>
                </a:lnTo>
                <a:lnTo>
                  <a:pt x="1527230" y="217427"/>
                </a:lnTo>
                <a:lnTo>
                  <a:pt x="1529111" y="213535"/>
                </a:lnTo>
                <a:lnTo>
                  <a:pt x="1530992" y="215926"/>
                </a:lnTo>
                <a:lnTo>
                  <a:pt x="1534753" y="223504"/>
                </a:lnTo>
                <a:lnTo>
                  <a:pt x="1540396" y="206653"/>
                </a:lnTo>
                <a:lnTo>
                  <a:pt x="1546038" y="196180"/>
                </a:lnTo>
                <a:lnTo>
                  <a:pt x="1547919" y="191195"/>
                </a:lnTo>
                <a:lnTo>
                  <a:pt x="1549800" y="193726"/>
                </a:lnTo>
                <a:lnTo>
                  <a:pt x="1555442" y="187670"/>
                </a:lnTo>
                <a:lnTo>
                  <a:pt x="1561085" y="174962"/>
                </a:lnTo>
                <a:lnTo>
                  <a:pt x="1562966" y="172920"/>
                </a:lnTo>
                <a:lnTo>
                  <a:pt x="1568608" y="176913"/>
                </a:lnTo>
                <a:lnTo>
                  <a:pt x="1570489" y="167831"/>
                </a:lnTo>
                <a:lnTo>
                  <a:pt x="1572370" y="172143"/>
                </a:lnTo>
                <a:lnTo>
                  <a:pt x="1574251" y="171431"/>
                </a:lnTo>
                <a:lnTo>
                  <a:pt x="1578012" y="161380"/>
                </a:lnTo>
                <a:lnTo>
                  <a:pt x="1579893" y="161345"/>
                </a:lnTo>
                <a:lnTo>
                  <a:pt x="1583655" y="167770"/>
                </a:lnTo>
                <a:lnTo>
                  <a:pt x="1585536" y="158328"/>
                </a:lnTo>
                <a:lnTo>
                  <a:pt x="1587416" y="160696"/>
                </a:lnTo>
                <a:lnTo>
                  <a:pt x="1589297" y="159942"/>
                </a:lnTo>
                <a:lnTo>
                  <a:pt x="1591178" y="164796"/>
                </a:lnTo>
                <a:lnTo>
                  <a:pt x="1596821" y="153820"/>
                </a:lnTo>
                <a:lnTo>
                  <a:pt x="1600582" y="153213"/>
                </a:lnTo>
                <a:lnTo>
                  <a:pt x="1602463" y="150832"/>
                </a:lnTo>
                <a:lnTo>
                  <a:pt x="1608106" y="160368"/>
                </a:lnTo>
                <a:lnTo>
                  <a:pt x="1613748" y="157933"/>
                </a:lnTo>
                <a:lnTo>
                  <a:pt x="1615629" y="147282"/>
                </a:lnTo>
                <a:lnTo>
                  <a:pt x="1617510" y="148670"/>
                </a:lnTo>
                <a:lnTo>
                  <a:pt x="1619390" y="161295"/>
                </a:lnTo>
                <a:lnTo>
                  <a:pt x="1621271" y="125387"/>
                </a:lnTo>
                <a:lnTo>
                  <a:pt x="1625033" y="158879"/>
                </a:lnTo>
                <a:lnTo>
                  <a:pt x="1626914" y="163624"/>
                </a:lnTo>
                <a:lnTo>
                  <a:pt x="1640079" y="119186"/>
                </a:lnTo>
                <a:lnTo>
                  <a:pt x="1641960" y="120120"/>
                </a:lnTo>
                <a:lnTo>
                  <a:pt x="1643841" y="115816"/>
                </a:lnTo>
                <a:lnTo>
                  <a:pt x="1645722" y="123803"/>
                </a:lnTo>
                <a:lnTo>
                  <a:pt x="1651364" y="116447"/>
                </a:lnTo>
                <a:lnTo>
                  <a:pt x="1655126" y="108377"/>
                </a:lnTo>
                <a:lnTo>
                  <a:pt x="1658888" y="127857"/>
                </a:lnTo>
                <a:lnTo>
                  <a:pt x="1660769" y="110979"/>
                </a:lnTo>
                <a:lnTo>
                  <a:pt x="1662650" y="129939"/>
                </a:lnTo>
                <a:lnTo>
                  <a:pt x="1664530" y="124094"/>
                </a:lnTo>
                <a:lnTo>
                  <a:pt x="1666411" y="131029"/>
                </a:lnTo>
                <a:lnTo>
                  <a:pt x="1670173" y="123187"/>
                </a:lnTo>
                <a:lnTo>
                  <a:pt x="1672054" y="133071"/>
                </a:lnTo>
                <a:lnTo>
                  <a:pt x="1673934" y="115628"/>
                </a:lnTo>
                <a:lnTo>
                  <a:pt x="1675815" y="125854"/>
                </a:lnTo>
                <a:lnTo>
                  <a:pt x="1679577" y="104556"/>
                </a:lnTo>
                <a:lnTo>
                  <a:pt x="1681458" y="124184"/>
                </a:lnTo>
                <a:lnTo>
                  <a:pt x="1683339" y="114092"/>
                </a:lnTo>
                <a:lnTo>
                  <a:pt x="1685219" y="123911"/>
                </a:lnTo>
                <a:lnTo>
                  <a:pt x="1690862" y="103688"/>
                </a:lnTo>
                <a:lnTo>
                  <a:pt x="1696504" y="131761"/>
                </a:lnTo>
                <a:lnTo>
                  <a:pt x="1700266" y="93017"/>
                </a:lnTo>
                <a:lnTo>
                  <a:pt x="1702147" y="88583"/>
                </a:lnTo>
                <a:lnTo>
                  <a:pt x="1707789" y="102275"/>
                </a:lnTo>
                <a:lnTo>
                  <a:pt x="1709670" y="100045"/>
                </a:lnTo>
                <a:lnTo>
                  <a:pt x="1713432" y="90196"/>
                </a:lnTo>
                <a:lnTo>
                  <a:pt x="1720955" y="108310"/>
                </a:lnTo>
                <a:lnTo>
                  <a:pt x="1726597" y="95143"/>
                </a:lnTo>
                <a:lnTo>
                  <a:pt x="1728478" y="98485"/>
                </a:lnTo>
                <a:lnTo>
                  <a:pt x="1734121" y="120597"/>
                </a:lnTo>
                <a:lnTo>
                  <a:pt x="1737883" y="89854"/>
                </a:lnTo>
                <a:lnTo>
                  <a:pt x="1739763" y="92766"/>
                </a:lnTo>
                <a:lnTo>
                  <a:pt x="1741644" y="102400"/>
                </a:lnTo>
                <a:lnTo>
                  <a:pt x="1743525" y="101015"/>
                </a:lnTo>
                <a:lnTo>
                  <a:pt x="1747287" y="90801"/>
                </a:lnTo>
                <a:lnTo>
                  <a:pt x="1752929" y="115488"/>
                </a:lnTo>
                <a:lnTo>
                  <a:pt x="1754810" y="86255"/>
                </a:lnTo>
                <a:lnTo>
                  <a:pt x="1756691" y="89193"/>
                </a:lnTo>
                <a:lnTo>
                  <a:pt x="1760452" y="99748"/>
                </a:lnTo>
                <a:lnTo>
                  <a:pt x="1762333" y="96384"/>
                </a:lnTo>
                <a:lnTo>
                  <a:pt x="1764214" y="82786"/>
                </a:lnTo>
                <a:lnTo>
                  <a:pt x="1766095" y="83987"/>
                </a:lnTo>
                <a:lnTo>
                  <a:pt x="1771737" y="86895"/>
                </a:lnTo>
                <a:lnTo>
                  <a:pt x="1777380" y="82476"/>
                </a:lnTo>
                <a:lnTo>
                  <a:pt x="1779261" y="87804"/>
                </a:lnTo>
                <a:lnTo>
                  <a:pt x="1781141" y="83745"/>
                </a:lnTo>
                <a:lnTo>
                  <a:pt x="1783022" y="86121"/>
                </a:lnTo>
                <a:lnTo>
                  <a:pt x="1784903" y="86571"/>
                </a:lnTo>
                <a:lnTo>
                  <a:pt x="1786784" y="82953"/>
                </a:lnTo>
                <a:lnTo>
                  <a:pt x="1790546" y="104502"/>
                </a:lnTo>
                <a:lnTo>
                  <a:pt x="1794307" y="77017"/>
                </a:lnTo>
                <a:lnTo>
                  <a:pt x="1805592" y="49310"/>
                </a:lnTo>
                <a:lnTo>
                  <a:pt x="1816877" y="23852"/>
                </a:lnTo>
                <a:lnTo>
                  <a:pt x="1818758" y="21958"/>
                </a:lnTo>
                <a:lnTo>
                  <a:pt x="1826281" y="6040"/>
                </a:lnTo>
                <a:lnTo>
                  <a:pt x="1828162" y="13136"/>
                </a:lnTo>
                <a:lnTo>
                  <a:pt x="1830043" y="4150"/>
                </a:lnTo>
                <a:lnTo>
                  <a:pt x="1831924" y="10692"/>
                </a:lnTo>
                <a:lnTo>
                  <a:pt x="1833805" y="7931"/>
                </a:lnTo>
                <a:lnTo>
                  <a:pt x="1839447" y="6577"/>
                </a:lnTo>
                <a:lnTo>
                  <a:pt x="1841328" y="8320"/>
                </a:lnTo>
                <a:lnTo>
                  <a:pt x="1843209" y="6287"/>
                </a:lnTo>
                <a:lnTo>
                  <a:pt x="1850732" y="6516"/>
                </a:lnTo>
                <a:lnTo>
                  <a:pt x="1852613" y="0"/>
                </a:lnTo>
                <a:lnTo>
                  <a:pt x="1858255" y="13321"/>
                </a:lnTo>
                <a:lnTo>
                  <a:pt x="1869540" y="23121"/>
                </a:lnTo>
                <a:lnTo>
                  <a:pt x="1871421" y="19624"/>
                </a:lnTo>
                <a:lnTo>
                  <a:pt x="1873302" y="20911"/>
                </a:lnTo>
                <a:lnTo>
                  <a:pt x="1877063" y="26460"/>
                </a:lnTo>
                <a:lnTo>
                  <a:pt x="1878944" y="37447"/>
                </a:lnTo>
                <a:lnTo>
                  <a:pt x="1880825" y="33388"/>
                </a:lnTo>
                <a:lnTo>
                  <a:pt x="1882706" y="34686"/>
                </a:lnTo>
                <a:lnTo>
                  <a:pt x="1893991" y="58187"/>
                </a:lnTo>
                <a:lnTo>
                  <a:pt x="1901514" y="72894"/>
                </a:lnTo>
                <a:lnTo>
                  <a:pt x="1907157" y="83417"/>
                </a:lnTo>
                <a:lnTo>
                  <a:pt x="1909038" y="90300"/>
                </a:lnTo>
                <a:lnTo>
                  <a:pt x="1910918" y="89633"/>
                </a:lnTo>
                <a:lnTo>
                  <a:pt x="1912799" y="87111"/>
                </a:lnTo>
                <a:lnTo>
                  <a:pt x="1918442" y="98716"/>
                </a:lnTo>
                <a:lnTo>
                  <a:pt x="1920323" y="92662"/>
                </a:lnTo>
                <a:lnTo>
                  <a:pt x="1922203" y="98015"/>
                </a:lnTo>
                <a:lnTo>
                  <a:pt x="1924084" y="96255"/>
                </a:lnTo>
                <a:lnTo>
                  <a:pt x="1937250" y="104658"/>
                </a:lnTo>
                <a:lnTo>
                  <a:pt x="1944773" y="116315"/>
                </a:lnTo>
                <a:lnTo>
                  <a:pt x="1948535" y="120089"/>
                </a:lnTo>
                <a:lnTo>
                  <a:pt x="1950416" y="119324"/>
                </a:lnTo>
                <a:lnTo>
                  <a:pt x="1954177" y="130283"/>
                </a:lnTo>
                <a:lnTo>
                  <a:pt x="1956058" y="126414"/>
                </a:lnTo>
                <a:lnTo>
                  <a:pt x="1957939" y="130700"/>
                </a:lnTo>
                <a:lnTo>
                  <a:pt x="1961701" y="126791"/>
                </a:lnTo>
                <a:lnTo>
                  <a:pt x="1963581" y="126165"/>
                </a:lnTo>
                <a:lnTo>
                  <a:pt x="1967343" y="134746"/>
                </a:lnTo>
                <a:lnTo>
                  <a:pt x="1969224" y="130980"/>
                </a:lnTo>
                <a:lnTo>
                  <a:pt x="1971105" y="132685"/>
                </a:lnTo>
                <a:lnTo>
                  <a:pt x="1976747" y="130520"/>
                </a:lnTo>
                <a:lnTo>
                  <a:pt x="1986151" y="138464"/>
                </a:lnTo>
                <a:lnTo>
                  <a:pt x="1988032" y="130821"/>
                </a:lnTo>
                <a:lnTo>
                  <a:pt x="1989913" y="134429"/>
                </a:lnTo>
                <a:lnTo>
                  <a:pt x="1991794" y="138256"/>
                </a:lnTo>
                <a:lnTo>
                  <a:pt x="1993675" y="131677"/>
                </a:lnTo>
                <a:lnTo>
                  <a:pt x="1995556" y="140675"/>
                </a:lnTo>
                <a:lnTo>
                  <a:pt x="1997436" y="135893"/>
                </a:lnTo>
                <a:lnTo>
                  <a:pt x="2001198" y="130609"/>
                </a:lnTo>
                <a:lnTo>
                  <a:pt x="2003079" y="132007"/>
                </a:lnTo>
                <a:lnTo>
                  <a:pt x="2004960" y="144760"/>
                </a:lnTo>
                <a:lnTo>
                  <a:pt x="2008721" y="133061"/>
                </a:lnTo>
                <a:lnTo>
                  <a:pt x="2016245" y="139261"/>
                </a:lnTo>
                <a:lnTo>
                  <a:pt x="2018125" y="134719"/>
                </a:lnTo>
                <a:lnTo>
                  <a:pt x="2020006" y="135559"/>
                </a:lnTo>
                <a:lnTo>
                  <a:pt x="2021887" y="134691"/>
                </a:lnTo>
                <a:lnTo>
                  <a:pt x="2023768" y="127131"/>
                </a:lnTo>
                <a:lnTo>
                  <a:pt x="2029410" y="141325"/>
                </a:lnTo>
                <a:lnTo>
                  <a:pt x="2035053" y="136466"/>
                </a:lnTo>
                <a:lnTo>
                  <a:pt x="2042576" y="141732"/>
                </a:lnTo>
                <a:lnTo>
                  <a:pt x="2044457" y="138982"/>
                </a:lnTo>
                <a:lnTo>
                  <a:pt x="2046338" y="141144"/>
                </a:lnTo>
                <a:lnTo>
                  <a:pt x="2048219" y="141671"/>
                </a:lnTo>
                <a:lnTo>
                  <a:pt x="2053861" y="136805"/>
                </a:lnTo>
                <a:lnTo>
                  <a:pt x="2059503" y="143917"/>
                </a:lnTo>
                <a:lnTo>
                  <a:pt x="2061384" y="138335"/>
                </a:lnTo>
                <a:lnTo>
                  <a:pt x="2063265" y="141949"/>
                </a:lnTo>
                <a:lnTo>
                  <a:pt x="2065146" y="145254"/>
                </a:lnTo>
                <a:lnTo>
                  <a:pt x="2067027" y="140342"/>
                </a:lnTo>
                <a:lnTo>
                  <a:pt x="2068908" y="141635"/>
                </a:lnTo>
                <a:lnTo>
                  <a:pt x="2072669" y="152953"/>
                </a:lnTo>
                <a:lnTo>
                  <a:pt x="2074550" y="147832"/>
                </a:lnTo>
                <a:lnTo>
                  <a:pt x="2078312" y="146215"/>
                </a:lnTo>
                <a:lnTo>
                  <a:pt x="2082073" y="154914"/>
                </a:lnTo>
                <a:lnTo>
                  <a:pt x="2085835" y="152679"/>
                </a:lnTo>
                <a:lnTo>
                  <a:pt x="2089597" y="158338"/>
                </a:lnTo>
                <a:lnTo>
                  <a:pt x="2091478" y="165663"/>
                </a:lnTo>
                <a:lnTo>
                  <a:pt x="2093358" y="160987"/>
                </a:lnTo>
                <a:lnTo>
                  <a:pt x="2095239" y="153684"/>
                </a:lnTo>
                <a:lnTo>
                  <a:pt x="2097120" y="156726"/>
                </a:lnTo>
                <a:lnTo>
                  <a:pt x="2108405" y="192476"/>
                </a:lnTo>
                <a:lnTo>
                  <a:pt x="2114047" y="182721"/>
                </a:lnTo>
                <a:lnTo>
                  <a:pt x="2115928" y="182759"/>
                </a:lnTo>
                <a:lnTo>
                  <a:pt x="2127213" y="201418"/>
                </a:lnTo>
                <a:lnTo>
                  <a:pt x="2129094" y="200497"/>
                </a:lnTo>
                <a:lnTo>
                  <a:pt x="2144141" y="233602"/>
                </a:lnTo>
                <a:lnTo>
                  <a:pt x="2146021" y="232687"/>
                </a:lnTo>
                <a:lnTo>
                  <a:pt x="2147902" y="236324"/>
                </a:lnTo>
                <a:lnTo>
                  <a:pt x="2149783" y="233689"/>
                </a:lnTo>
                <a:lnTo>
                  <a:pt x="2153545" y="235476"/>
                </a:lnTo>
                <a:lnTo>
                  <a:pt x="2159187" y="248915"/>
                </a:lnTo>
                <a:lnTo>
                  <a:pt x="2161068" y="246787"/>
                </a:lnTo>
                <a:lnTo>
                  <a:pt x="2176115" y="263990"/>
                </a:lnTo>
                <a:lnTo>
                  <a:pt x="2179876" y="266085"/>
                </a:lnTo>
                <a:lnTo>
                  <a:pt x="2183638" y="276354"/>
                </a:lnTo>
                <a:lnTo>
                  <a:pt x="2185519" y="274356"/>
                </a:lnTo>
                <a:lnTo>
                  <a:pt x="2189280" y="276781"/>
                </a:lnTo>
                <a:lnTo>
                  <a:pt x="2193042" y="288682"/>
                </a:lnTo>
                <a:lnTo>
                  <a:pt x="2198685" y="297745"/>
                </a:lnTo>
                <a:lnTo>
                  <a:pt x="2200565" y="303611"/>
                </a:lnTo>
                <a:lnTo>
                  <a:pt x="2202446" y="303001"/>
                </a:lnTo>
                <a:lnTo>
                  <a:pt x="2206208" y="301685"/>
                </a:lnTo>
                <a:lnTo>
                  <a:pt x="2211850" y="312209"/>
                </a:lnTo>
                <a:lnTo>
                  <a:pt x="2226897" y="329072"/>
                </a:lnTo>
                <a:lnTo>
                  <a:pt x="2230659" y="334461"/>
                </a:lnTo>
                <a:lnTo>
                  <a:pt x="2236301" y="337364"/>
                </a:lnTo>
                <a:lnTo>
                  <a:pt x="2253229" y="362034"/>
                </a:lnTo>
                <a:lnTo>
                  <a:pt x="2258871" y="367684"/>
                </a:lnTo>
                <a:lnTo>
                  <a:pt x="2262633" y="377308"/>
                </a:lnTo>
                <a:lnTo>
                  <a:pt x="2264513" y="375577"/>
                </a:lnTo>
                <a:lnTo>
                  <a:pt x="2266394" y="379942"/>
                </a:lnTo>
                <a:lnTo>
                  <a:pt x="2268275" y="378539"/>
                </a:lnTo>
                <a:lnTo>
                  <a:pt x="2283322" y="381992"/>
                </a:lnTo>
                <a:lnTo>
                  <a:pt x="2287083" y="382813"/>
                </a:lnTo>
                <a:lnTo>
                  <a:pt x="2290845" y="382804"/>
                </a:lnTo>
                <a:lnTo>
                  <a:pt x="2296487" y="382265"/>
                </a:lnTo>
                <a:lnTo>
                  <a:pt x="2300249" y="385463"/>
                </a:lnTo>
                <a:lnTo>
                  <a:pt x="2302130" y="379228"/>
                </a:lnTo>
                <a:lnTo>
                  <a:pt x="2304011" y="385213"/>
                </a:lnTo>
                <a:lnTo>
                  <a:pt x="2305892" y="384447"/>
                </a:lnTo>
                <a:lnTo>
                  <a:pt x="2307772" y="383351"/>
                </a:lnTo>
                <a:lnTo>
                  <a:pt x="2309653" y="388263"/>
                </a:lnTo>
                <a:lnTo>
                  <a:pt x="2311534" y="386431"/>
                </a:lnTo>
                <a:lnTo>
                  <a:pt x="2313415" y="384263"/>
                </a:lnTo>
                <a:lnTo>
                  <a:pt x="2315296" y="386676"/>
                </a:lnTo>
                <a:lnTo>
                  <a:pt x="2322819" y="382749"/>
                </a:lnTo>
                <a:lnTo>
                  <a:pt x="2324700" y="377901"/>
                </a:lnTo>
                <a:lnTo>
                  <a:pt x="2328461" y="383742"/>
                </a:lnTo>
                <a:lnTo>
                  <a:pt x="2347270" y="382099"/>
                </a:lnTo>
                <a:lnTo>
                  <a:pt x="2351031" y="383453"/>
                </a:lnTo>
                <a:lnTo>
                  <a:pt x="2358555" y="382564"/>
                </a:lnTo>
                <a:lnTo>
                  <a:pt x="2362316" y="383684"/>
                </a:lnTo>
                <a:lnTo>
                  <a:pt x="2369839" y="378557"/>
                </a:lnTo>
                <a:lnTo>
                  <a:pt x="2383006" y="376147"/>
                </a:lnTo>
                <a:lnTo>
                  <a:pt x="2386767" y="376635"/>
                </a:lnTo>
                <a:lnTo>
                  <a:pt x="2396171" y="363347"/>
                </a:lnTo>
                <a:lnTo>
                  <a:pt x="2399933" y="362734"/>
                </a:lnTo>
                <a:lnTo>
                  <a:pt x="2424384" y="329837"/>
                </a:lnTo>
                <a:lnTo>
                  <a:pt x="2435668" y="301722"/>
                </a:lnTo>
                <a:lnTo>
                  <a:pt x="2437549" y="302444"/>
                </a:lnTo>
                <a:lnTo>
                  <a:pt x="2445072" y="282341"/>
                </a:lnTo>
                <a:lnTo>
                  <a:pt x="2458239" y="251474"/>
                </a:lnTo>
                <a:lnTo>
                  <a:pt x="2460119" y="250964"/>
                </a:lnTo>
                <a:lnTo>
                  <a:pt x="2471404" y="217387"/>
                </a:lnTo>
                <a:lnTo>
                  <a:pt x="2495855" y="149610"/>
                </a:lnTo>
                <a:lnTo>
                  <a:pt x="2499617" y="149172"/>
                </a:lnTo>
                <a:lnTo>
                  <a:pt x="2501497" y="142844"/>
                </a:lnTo>
                <a:lnTo>
                  <a:pt x="2503378" y="144987"/>
                </a:lnTo>
                <a:lnTo>
                  <a:pt x="2507140" y="141789"/>
                </a:lnTo>
                <a:lnTo>
                  <a:pt x="2509021" y="136650"/>
                </a:lnTo>
                <a:lnTo>
                  <a:pt x="2510901" y="138978"/>
                </a:lnTo>
                <a:lnTo>
                  <a:pt x="2525948" y="127133"/>
                </a:lnTo>
                <a:lnTo>
                  <a:pt x="2535352" y="126947"/>
                </a:lnTo>
                <a:lnTo>
                  <a:pt x="2544756" y="125429"/>
                </a:lnTo>
                <a:lnTo>
                  <a:pt x="2552280" y="126317"/>
                </a:lnTo>
                <a:lnTo>
                  <a:pt x="2559803" y="138923"/>
                </a:lnTo>
                <a:lnTo>
                  <a:pt x="2565446" y="136887"/>
                </a:lnTo>
                <a:lnTo>
                  <a:pt x="2569207" y="138272"/>
                </a:lnTo>
                <a:lnTo>
                  <a:pt x="2574850" y="135336"/>
                </a:lnTo>
                <a:lnTo>
                  <a:pt x="2576730" y="135573"/>
                </a:lnTo>
                <a:lnTo>
                  <a:pt x="2582373" y="130681"/>
                </a:lnTo>
                <a:lnTo>
                  <a:pt x="2589896" y="122845"/>
                </a:lnTo>
                <a:lnTo>
                  <a:pt x="2601181" y="109467"/>
                </a:lnTo>
                <a:lnTo>
                  <a:pt x="2627513" y="76370"/>
                </a:lnTo>
                <a:lnTo>
                  <a:pt x="2635036" y="63884"/>
                </a:lnTo>
                <a:lnTo>
                  <a:pt x="2668891" y="32390"/>
                </a:lnTo>
                <a:lnTo>
                  <a:pt x="2672653" y="32296"/>
                </a:lnTo>
                <a:lnTo>
                  <a:pt x="2693341" y="23017"/>
                </a:lnTo>
                <a:lnTo>
                  <a:pt x="2715912" y="20697"/>
                </a:lnTo>
                <a:lnTo>
                  <a:pt x="2721554" y="21492"/>
                </a:lnTo>
                <a:lnTo>
                  <a:pt x="2727196" y="19246"/>
                </a:lnTo>
                <a:lnTo>
                  <a:pt x="2734720" y="26998"/>
                </a:lnTo>
                <a:lnTo>
                  <a:pt x="2736600" y="26634"/>
                </a:lnTo>
                <a:lnTo>
                  <a:pt x="2744124" y="38255"/>
                </a:lnTo>
                <a:lnTo>
                  <a:pt x="2746005" y="34937"/>
                </a:lnTo>
                <a:lnTo>
                  <a:pt x="2751647" y="46742"/>
                </a:lnTo>
                <a:lnTo>
                  <a:pt x="2753528" y="41631"/>
                </a:lnTo>
                <a:lnTo>
                  <a:pt x="2757290" y="38585"/>
                </a:lnTo>
                <a:lnTo>
                  <a:pt x="2761051" y="43594"/>
                </a:lnTo>
                <a:lnTo>
                  <a:pt x="2762932" y="53878"/>
                </a:lnTo>
                <a:lnTo>
                  <a:pt x="2764813" y="51353"/>
                </a:lnTo>
                <a:lnTo>
                  <a:pt x="2768574" y="52398"/>
                </a:lnTo>
                <a:lnTo>
                  <a:pt x="2774217" y="63599"/>
                </a:lnTo>
                <a:lnTo>
                  <a:pt x="2777979" y="71118"/>
                </a:lnTo>
                <a:lnTo>
                  <a:pt x="2779860" y="67171"/>
                </a:lnTo>
                <a:lnTo>
                  <a:pt x="2785502" y="79331"/>
                </a:lnTo>
                <a:lnTo>
                  <a:pt x="2791145" y="99057"/>
                </a:lnTo>
                <a:lnTo>
                  <a:pt x="2793025" y="94940"/>
                </a:lnTo>
                <a:lnTo>
                  <a:pt x="2794906" y="96529"/>
                </a:lnTo>
                <a:lnTo>
                  <a:pt x="2798668" y="107934"/>
                </a:lnTo>
                <a:lnTo>
                  <a:pt x="2804310" y="119594"/>
                </a:lnTo>
                <a:lnTo>
                  <a:pt x="2806191" y="122890"/>
                </a:lnTo>
                <a:lnTo>
                  <a:pt x="2809953" y="135206"/>
                </a:lnTo>
                <a:lnTo>
                  <a:pt x="2815595" y="130517"/>
                </a:lnTo>
                <a:lnTo>
                  <a:pt x="2823119" y="149948"/>
                </a:lnTo>
                <a:lnTo>
                  <a:pt x="2826880" y="154691"/>
                </a:lnTo>
                <a:lnTo>
                  <a:pt x="2834403" y="167997"/>
                </a:lnTo>
                <a:lnTo>
                  <a:pt x="2836284" y="165503"/>
                </a:lnTo>
                <a:lnTo>
                  <a:pt x="2838165" y="175206"/>
                </a:lnTo>
                <a:lnTo>
                  <a:pt x="2840046" y="172864"/>
                </a:lnTo>
                <a:lnTo>
                  <a:pt x="2849450" y="192869"/>
                </a:lnTo>
                <a:lnTo>
                  <a:pt x="2851331" y="193078"/>
                </a:lnTo>
                <a:lnTo>
                  <a:pt x="2858854" y="214150"/>
                </a:lnTo>
                <a:lnTo>
                  <a:pt x="2862616" y="209307"/>
                </a:lnTo>
                <a:lnTo>
                  <a:pt x="2864497" y="211849"/>
                </a:lnTo>
                <a:lnTo>
                  <a:pt x="2866378" y="210685"/>
                </a:lnTo>
                <a:lnTo>
                  <a:pt x="2875782" y="223354"/>
                </a:lnTo>
                <a:lnTo>
                  <a:pt x="2883305" y="229736"/>
                </a:lnTo>
                <a:lnTo>
                  <a:pt x="2885186" y="234658"/>
                </a:lnTo>
                <a:lnTo>
                  <a:pt x="2887067" y="233661"/>
                </a:lnTo>
                <a:lnTo>
                  <a:pt x="2888948" y="231024"/>
                </a:lnTo>
                <a:lnTo>
                  <a:pt x="2892709" y="239577"/>
                </a:lnTo>
                <a:lnTo>
                  <a:pt x="2896471" y="235669"/>
                </a:lnTo>
                <a:lnTo>
                  <a:pt x="2902113" y="249741"/>
                </a:lnTo>
                <a:lnTo>
                  <a:pt x="2905875" y="254259"/>
                </a:lnTo>
                <a:lnTo>
                  <a:pt x="2907756" y="248636"/>
                </a:lnTo>
                <a:lnTo>
                  <a:pt x="2909636" y="250174"/>
                </a:lnTo>
                <a:lnTo>
                  <a:pt x="2913398" y="259723"/>
                </a:lnTo>
                <a:lnTo>
                  <a:pt x="2915279" y="253807"/>
                </a:lnTo>
                <a:lnTo>
                  <a:pt x="2917160" y="256205"/>
                </a:lnTo>
                <a:lnTo>
                  <a:pt x="2920921" y="264961"/>
                </a:lnTo>
                <a:lnTo>
                  <a:pt x="2928445" y="258565"/>
                </a:lnTo>
                <a:lnTo>
                  <a:pt x="2930326" y="262272"/>
                </a:lnTo>
                <a:lnTo>
                  <a:pt x="2934087" y="259595"/>
                </a:lnTo>
                <a:lnTo>
                  <a:pt x="2937849" y="262097"/>
                </a:lnTo>
                <a:lnTo>
                  <a:pt x="2945372" y="252314"/>
                </a:lnTo>
                <a:lnTo>
                  <a:pt x="2949134" y="252359"/>
                </a:lnTo>
                <a:lnTo>
                  <a:pt x="2952895" y="247978"/>
                </a:lnTo>
                <a:lnTo>
                  <a:pt x="2956657" y="258830"/>
                </a:lnTo>
                <a:lnTo>
                  <a:pt x="2962300" y="253179"/>
                </a:lnTo>
                <a:lnTo>
                  <a:pt x="2966061" y="260465"/>
                </a:lnTo>
                <a:lnTo>
                  <a:pt x="2969823" y="254433"/>
                </a:lnTo>
                <a:lnTo>
                  <a:pt x="2971704" y="257131"/>
                </a:lnTo>
                <a:lnTo>
                  <a:pt x="2988631" y="251480"/>
                </a:lnTo>
                <a:lnTo>
                  <a:pt x="2992393" y="253267"/>
                </a:lnTo>
                <a:lnTo>
                  <a:pt x="2998035" y="236892"/>
                </a:lnTo>
                <a:lnTo>
                  <a:pt x="3001797" y="235434"/>
                </a:lnTo>
                <a:lnTo>
                  <a:pt x="3007439" y="234847"/>
                </a:lnTo>
                <a:lnTo>
                  <a:pt x="3014963" y="226302"/>
                </a:lnTo>
                <a:lnTo>
                  <a:pt x="3018724" y="229979"/>
                </a:lnTo>
                <a:lnTo>
                  <a:pt x="3022486" y="218632"/>
                </a:lnTo>
                <a:lnTo>
                  <a:pt x="3024367" y="223745"/>
                </a:lnTo>
                <a:lnTo>
                  <a:pt x="3028128" y="228346"/>
                </a:lnTo>
                <a:lnTo>
                  <a:pt x="3031890" y="213391"/>
                </a:lnTo>
                <a:lnTo>
                  <a:pt x="3035652" y="215698"/>
                </a:lnTo>
                <a:lnTo>
                  <a:pt x="3050698" y="202040"/>
                </a:lnTo>
                <a:lnTo>
                  <a:pt x="3052579" y="206426"/>
                </a:lnTo>
                <a:lnTo>
                  <a:pt x="3054460" y="203556"/>
                </a:lnTo>
                <a:lnTo>
                  <a:pt x="3058222" y="196044"/>
                </a:lnTo>
                <a:lnTo>
                  <a:pt x="3061983" y="198357"/>
                </a:lnTo>
                <a:lnTo>
                  <a:pt x="3063864" y="197607"/>
                </a:lnTo>
                <a:lnTo>
                  <a:pt x="3067626" y="187711"/>
                </a:lnTo>
                <a:lnTo>
                  <a:pt x="3069507" y="191512"/>
                </a:lnTo>
                <a:lnTo>
                  <a:pt x="3071388" y="194043"/>
                </a:lnTo>
                <a:lnTo>
                  <a:pt x="3073268" y="191621"/>
                </a:lnTo>
                <a:lnTo>
                  <a:pt x="3077030" y="190870"/>
                </a:lnTo>
                <a:lnTo>
                  <a:pt x="3080792" y="195022"/>
                </a:lnTo>
                <a:lnTo>
                  <a:pt x="3086434" y="182499"/>
                </a:lnTo>
                <a:lnTo>
                  <a:pt x="3090196" y="184668"/>
                </a:lnTo>
                <a:lnTo>
                  <a:pt x="3097719" y="177132"/>
                </a:lnTo>
                <a:lnTo>
                  <a:pt x="3101480" y="182056"/>
                </a:lnTo>
                <a:lnTo>
                  <a:pt x="3109004" y="172252"/>
                </a:lnTo>
                <a:lnTo>
                  <a:pt x="3114647" y="181914"/>
                </a:lnTo>
                <a:lnTo>
                  <a:pt x="3118408" y="174920"/>
                </a:lnTo>
                <a:lnTo>
                  <a:pt x="3124051" y="175620"/>
                </a:lnTo>
                <a:lnTo>
                  <a:pt x="3137216" y="171701"/>
                </a:lnTo>
                <a:lnTo>
                  <a:pt x="3139097" y="174282"/>
                </a:lnTo>
                <a:lnTo>
                  <a:pt x="3142859" y="168734"/>
                </a:lnTo>
                <a:lnTo>
                  <a:pt x="3144740" y="170625"/>
                </a:lnTo>
                <a:lnTo>
                  <a:pt x="3154144" y="169390"/>
                </a:lnTo>
                <a:lnTo>
                  <a:pt x="3157905" y="163004"/>
                </a:lnTo>
                <a:lnTo>
                  <a:pt x="3159786" y="166747"/>
                </a:lnTo>
                <a:lnTo>
                  <a:pt x="3161667" y="173579"/>
                </a:lnTo>
                <a:lnTo>
                  <a:pt x="3163548" y="170915"/>
                </a:lnTo>
                <a:lnTo>
                  <a:pt x="3165429" y="164472"/>
                </a:lnTo>
                <a:lnTo>
                  <a:pt x="3167309" y="166639"/>
                </a:lnTo>
                <a:lnTo>
                  <a:pt x="3176713" y="166622"/>
                </a:lnTo>
                <a:lnTo>
                  <a:pt x="3180475" y="166252"/>
                </a:lnTo>
                <a:lnTo>
                  <a:pt x="3186118" y="165358"/>
                </a:lnTo>
                <a:lnTo>
                  <a:pt x="3187999" y="166447"/>
                </a:lnTo>
                <a:lnTo>
                  <a:pt x="3191760" y="161571"/>
                </a:lnTo>
                <a:lnTo>
                  <a:pt x="3193641" y="169619"/>
                </a:lnTo>
                <a:lnTo>
                  <a:pt x="3195522" y="168736"/>
                </a:lnTo>
                <a:lnTo>
                  <a:pt x="3204926" y="163452"/>
                </a:lnTo>
                <a:lnTo>
                  <a:pt x="3210568" y="160309"/>
                </a:lnTo>
                <a:lnTo>
                  <a:pt x="3214330" y="163877"/>
                </a:lnTo>
                <a:lnTo>
                  <a:pt x="3221854" y="153581"/>
                </a:lnTo>
                <a:lnTo>
                  <a:pt x="3225615" y="154259"/>
                </a:lnTo>
                <a:lnTo>
                  <a:pt x="3231258" y="147269"/>
                </a:lnTo>
                <a:lnTo>
                  <a:pt x="3238781" y="148142"/>
                </a:lnTo>
                <a:lnTo>
                  <a:pt x="3248185" y="145915"/>
                </a:lnTo>
                <a:lnTo>
                  <a:pt x="3251947" y="136129"/>
                </a:lnTo>
                <a:lnTo>
                  <a:pt x="3253827" y="138341"/>
                </a:lnTo>
                <a:lnTo>
                  <a:pt x="3255708" y="135983"/>
                </a:lnTo>
                <a:lnTo>
                  <a:pt x="3261351" y="137842"/>
                </a:lnTo>
                <a:lnTo>
                  <a:pt x="3266993" y="127461"/>
                </a:lnTo>
                <a:lnTo>
                  <a:pt x="3270755" y="130703"/>
                </a:lnTo>
                <a:lnTo>
                  <a:pt x="3276397" y="126477"/>
                </a:lnTo>
                <a:lnTo>
                  <a:pt x="3283920" y="126918"/>
                </a:lnTo>
                <a:lnTo>
                  <a:pt x="3287682" y="121705"/>
                </a:lnTo>
                <a:lnTo>
                  <a:pt x="3291444" y="124048"/>
                </a:lnTo>
                <a:lnTo>
                  <a:pt x="3293325" y="121320"/>
                </a:lnTo>
                <a:lnTo>
                  <a:pt x="3297087" y="125350"/>
                </a:lnTo>
                <a:lnTo>
                  <a:pt x="3300848" y="122009"/>
                </a:lnTo>
                <a:lnTo>
                  <a:pt x="3308371" y="108199"/>
                </a:lnTo>
                <a:lnTo>
                  <a:pt x="3310252" y="112501"/>
                </a:lnTo>
                <a:lnTo>
                  <a:pt x="3312133" y="111420"/>
                </a:lnTo>
                <a:lnTo>
                  <a:pt x="3314014" y="110955"/>
                </a:lnTo>
                <a:lnTo>
                  <a:pt x="3319656" y="101348"/>
                </a:lnTo>
                <a:lnTo>
                  <a:pt x="3321537" y="102291"/>
                </a:lnTo>
                <a:lnTo>
                  <a:pt x="3327180" y="96219"/>
                </a:lnTo>
                <a:lnTo>
                  <a:pt x="3342226" y="92285"/>
                </a:lnTo>
                <a:lnTo>
                  <a:pt x="3345988" y="84628"/>
                </a:lnTo>
                <a:lnTo>
                  <a:pt x="3347869" y="90377"/>
                </a:lnTo>
                <a:lnTo>
                  <a:pt x="3349749" y="87379"/>
                </a:lnTo>
                <a:lnTo>
                  <a:pt x="3353511" y="84147"/>
                </a:lnTo>
                <a:lnTo>
                  <a:pt x="3359153" y="94470"/>
                </a:lnTo>
                <a:lnTo>
                  <a:pt x="3362915" y="83671"/>
                </a:lnTo>
                <a:lnTo>
                  <a:pt x="3364796" y="96279"/>
                </a:lnTo>
                <a:lnTo>
                  <a:pt x="3366677" y="90064"/>
                </a:lnTo>
                <a:lnTo>
                  <a:pt x="3370439" y="90590"/>
                </a:lnTo>
                <a:lnTo>
                  <a:pt x="3372320" y="85645"/>
                </a:lnTo>
                <a:lnTo>
                  <a:pt x="3374200" y="86821"/>
                </a:lnTo>
                <a:lnTo>
                  <a:pt x="3376081" y="89625"/>
                </a:lnTo>
                <a:lnTo>
                  <a:pt x="3377962" y="87853"/>
                </a:lnTo>
                <a:lnTo>
                  <a:pt x="3383604" y="76243"/>
                </a:lnTo>
                <a:lnTo>
                  <a:pt x="3385485" y="86023"/>
                </a:lnTo>
                <a:lnTo>
                  <a:pt x="3387366" y="81434"/>
                </a:lnTo>
                <a:lnTo>
                  <a:pt x="3391128" y="72706"/>
                </a:lnTo>
                <a:lnTo>
                  <a:pt x="3394889" y="78218"/>
                </a:lnTo>
                <a:lnTo>
                  <a:pt x="3396770" y="68754"/>
                </a:lnTo>
                <a:lnTo>
                  <a:pt x="3398651" y="83568"/>
                </a:lnTo>
                <a:lnTo>
                  <a:pt x="3400532" y="78729"/>
                </a:lnTo>
                <a:lnTo>
                  <a:pt x="3404294" y="69689"/>
                </a:lnTo>
                <a:lnTo>
                  <a:pt x="3406174" y="73895"/>
                </a:lnTo>
                <a:lnTo>
                  <a:pt x="3411817" y="63757"/>
                </a:lnTo>
                <a:lnTo>
                  <a:pt x="3413698" y="64956"/>
                </a:lnTo>
                <a:lnTo>
                  <a:pt x="3415578" y="69187"/>
                </a:lnTo>
                <a:lnTo>
                  <a:pt x="3419340" y="60800"/>
                </a:lnTo>
                <a:lnTo>
                  <a:pt x="3423102" y="53289"/>
                </a:lnTo>
                <a:lnTo>
                  <a:pt x="3428744" y="47264"/>
                </a:lnTo>
                <a:lnTo>
                  <a:pt x="3432506" y="49990"/>
                </a:lnTo>
                <a:lnTo>
                  <a:pt x="3438148" y="43717"/>
                </a:lnTo>
                <a:lnTo>
                  <a:pt x="3441910" y="39871"/>
                </a:lnTo>
                <a:lnTo>
                  <a:pt x="3453195" y="42198"/>
                </a:lnTo>
                <a:lnTo>
                  <a:pt x="3455076" y="40164"/>
                </a:lnTo>
                <a:lnTo>
                  <a:pt x="3456957" y="42525"/>
                </a:lnTo>
                <a:lnTo>
                  <a:pt x="3468241" y="36168"/>
                </a:lnTo>
                <a:lnTo>
                  <a:pt x="3473884" y="35991"/>
                </a:lnTo>
                <a:lnTo>
                  <a:pt x="3475765" y="29658"/>
                </a:lnTo>
                <a:lnTo>
                  <a:pt x="3477646" y="34585"/>
                </a:lnTo>
                <a:lnTo>
                  <a:pt x="3479527" y="32624"/>
                </a:lnTo>
                <a:lnTo>
                  <a:pt x="3481407" y="29422"/>
                </a:lnTo>
                <a:lnTo>
                  <a:pt x="3483288" y="33689"/>
                </a:lnTo>
                <a:lnTo>
                  <a:pt x="3485169" y="32834"/>
                </a:lnTo>
                <a:lnTo>
                  <a:pt x="3490811" y="32320"/>
                </a:lnTo>
                <a:lnTo>
                  <a:pt x="3492692" y="33867"/>
                </a:lnTo>
                <a:lnTo>
                  <a:pt x="3498335" y="22754"/>
                </a:lnTo>
                <a:lnTo>
                  <a:pt x="3502096" y="25586"/>
                </a:lnTo>
                <a:lnTo>
                  <a:pt x="3505858" y="22540"/>
                </a:lnTo>
                <a:lnTo>
                  <a:pt x="3509620" y="30194"/>
                </a:lnTo>
                <a:lnTo>
                  <a:pt x="3511501" y="28784"/>
                </a:lnTo>
                <a:lnTo>
                  <a:pt x="3513382" y="27504"/>
                </a:lnTo>
                <a:lnTo>
                  <a:pt x="3519024" y="15717"/>
                </a:lnTo>
                <a:lnTo>
                  <a:pt x="3524666" y="22177"/>
                </a:lnTo>
                <a:lnTo>
                  <a:pt x="3530309" y="17208"/>
                </a:lnTo>
                <a:lnTo>
                  <a:pt x="3532190" y="20024"/>
                </a:lnTo>
                <a:lnTo>
                  <a:pt x="3534070" y="18490"/>
                </a:lnTo>
                <a:lnTo>
                  <a:pt x="3541594" y="10458"/>
                </a:lnTo>
                <a:lnTo>
                  <a:pt x="3547236" y="16440"/>
                </a:lnTo>
                <a:lnTo>
                  <a:pt x="3558521" y="8192"/>
                </a:lnTo>
                <a:lnTo>
                  <a:pt x="3569806" y="15054"/>
                </a:lnTo>
                <a:lnTo>
                  <a:pt x="3573568" y="13544"/>
                </a:lnTo>
                <a:lnTo>
                  <a:pt x="3577329" y="17663"/>
                </a:lnTo>
                <a:lnTo>
                  <a:pt x="3581091" y="24069"/>
                </a:lnTo>
                <a:lnTo>
                  <a:pt x="3584853" y="9600"/>
                </a:lnTo>
                <a:lnTo>
                  <a:pt x="3586734" y="10607"/>
                </a:lnTo>
                <a:lnTo>
                  <a:pt x="3592376" y="8688"/>
                </a:lnTo>
                <a:lnTo>
                  <a:pt x="3596138" y="19052"/>
                </a:lnTo>
                <a:lnTo>
                  <a:pt x="3598018" y="17383"/>
                </a:lnTo>
                <a:lnTo>
                  <a:pt x="3601780" y="6026"/>
                </a:lnTo>
                <a:lnTo>
                  <a:pt x="3607422" y="16049"/>
                </a:lnTo>
                <a:lnTo>
                  <a:pt x="3609303" y="10055"/>
                </a:lnTo>
                <a:lnTo>
                  <a:pt x="3611184" y="11441"/>
                </a:lnTo>
                <a:lnTo>
                  <a:pt x="3614946" y="12088"/>
                </a:lnTo>
                <a:lnTo>
                  <a:pt x="3618707" y="17080"/>
                </a:lnTo>
                <a:lnTo>
                  <a:pt x="3620588" y="14634"/>
                </a:lnTo>
                <a:lnTo>
                  <a:pt x="3622469" y="16521"/>
                </a:lnTo>
                <a:lnTo>
                  <a:pt x="3624350" y="17780"/>
                </a:lnTo>
                <a:lnTo>
                  <a:pt x="3626231" y="15215"/>
                </a:lnTo>
                <a:lnTo>
                  <a:pt x="3628112" y="17365"/>
                </a:lnTo>
                <a:lnTo>
                  <a:pt x="3629993" y="16743"/>
                </a:lnTo>
                <a:lnTo>
                  <a:pt x="3631873" y="8772"/>
                </a:lnTo>
                <a:lnTo>
                  <a:pt x="3633754" y="13568"/>
                </a:lnTo>
                <a:lnTo>
                  <a:pt x="3635635" y="13939"/>
                </a:lnTo>
                <a:lnTo>
                  <a:pt x="3637516" y="10842"/>
                </a:lnTo>
                <a:lnTo>
                  <a:pt x="3639397" y="12247"/>
                </a:lnTo>
                <a:lnTo>
                  <a:pt x="3650681" y="22971"/>
                </a:lnTo>
                <a:lnTo>
                  <a:pt x="3652562" y="19554"/>
                </a:lnTo>
                <a:lnTo>
                  <a:pt x="3667609" y="42402"/>
                </a:lnTo>
                <a:lnTo>
                  <a:pt x="3671371" y="37934"/>
                </a:lnTo>
                <a:lnTo>
                  <a:pt x="3678894" y="53037"/>
                </a:lnTo>
                <a:lnTo>
                  <a:pt x="3686417" y="57231"/>
                </a:lnTo>
                <a:lnTo>
                  <a:pt x="3688298" y="59922"/>
                </a:lnTo>
                <a:lnTo>
                  <a:pt x="3690179" y="58533"/>
                </a:lnTo>
                <a:lnTo>
                  <a:pt x="3693941" y="56722"/>
                </a:lnTo>
                <a:lnTo>
                  <a:pt x="3697702" y="62151"/>
                </a:lnTo>
                <a:lnTo>
                  <a:pt x="3699583" y="56119"/>
                </a:lnTo>
                <a:lnTo>
                  <a:pt x="3701464" y="59085"/>
                </a:lnTo>
                <a:lnTo>
                  <a:pt x="3705226" y="61358"/>
                </a:lnTo>
                <a:lnTo>
                  <a:pt x="3712749" y="66052"/>
                </a:lnTo>
                <a:lnTo>
                  <a:pt x="3716510" y="78190"/>
                </a:lnTo>
                <a:lnTo>
                  <a:pt x="3718391" y="75440"/>
                </a:lnTo>
                <a:lnTo>
                  <a:pt x="3722153" y="71789"/>
                </a:lnTo>
                <a:lnTo>
                  <a:pt x="3727795" y="81201"/>
                </a:lnTo>
                <a:lnTo>
                  <a:pt x="3729676" y="71549"/>
                </a:lnTo>
                <a:lnTo>
                  <a:pt x="3731557" y="76735"/>
                </a:lnTo>
                <a:lnTo>
                  <a:pt x="3737200" y="81340"/>
                </a:lnTo>
                <a:lnTo>
                  <a:pt x="3754127" y="102309"/>
                </a:lnTo>
                <a:lnTo>
                  <a:pt x="3757888" y="101609"/>
                </a:lnTo>
                <a:lnTo>
                  <a:pt x="3761650" y="114334"/>
                </a:lnTo>
                <a:lnTo>
                  <a:pt x="3763531" y="110250"/>
                </a:lnTo>
                <a:lnTo>
                  <a:pt x="3765412" y="106149"/>
                </a:lnTo>
                <a:lnTo>
                  <a:pt x="3771055" y="115549"/>
                </a:lnTo>
                <a:lnTo>
                  <a:pt x="3772935" y="112083"/>
                </a:lnTo>
                <a:lnTo>
                  <a:pt x="3774816" y="113833"/>
                </a:lnTo>
                <a:lnTo>
                  <a:pt x="3778578" y="114445"/>
                </a:lnTo>
                <a:lnTo>
                  <a:pt x="3780459" y="122599"/>
                </a:lnTo>
                <a:lnTo>
                  <a:pt x="3782339" y="119123"/>
                </a:lnTo>
                <a:lnTo>
                  <a:pt x="3786101" y="122232"/>
                </a:lnTo>
                <a:lnTo>
                  <a:pt x="3787982" y="120030"/>
                </a:lnTo>
                <a:lnTo>
                  <a:pt x="3789863" y="121771"/>
                </a:lnTo>
                <a:lnTo>
                  <a:pt x="3791743" y="123479"/>
                </a:lnTo>
                <a:lnTo>
                  <a:pt x="3793624" y="121008"/>
                </a:lnTo>
                <a:lnTo>
                  <a:pt x="3795505" y="123581"/>
                </a:lnTo>
                <a:lnTo>
                  <a:pt x="3799267" y="133300"/>
                </a:lnTo>
                <a:lnTo>
                  <a:pt x="3801147" y="130694"/>
                </a:lnTo>
                <a:lnTo>
                  <a:pt x="3804909" y="135639"/>
                </a:lnTo>
                <a:lnTo>
                  <a:pt x="3808671" y="135214"/>
                </a:lnTo>
                <a:lnTo>
                  <a:pt x="3816194" y="144517"/>
                </a:lnTo>
                <a:lnTo>
                  <a:pt x="3818075" y="142245"/>
                </a:lnTo>
                <a:lnTo>
                  <a:pt x="3821837" y="153170"/>
                </a:lnTo>
                <a:lnTo>
                  <a:pt x="3825598" y="144857"/>
                </a:lnTo>
                <a:lnTo>
                  <a:pt x="3835002" y="158826"/>
                </a:lnTo>
                <a:lnTo>
                  <a:pt x="3836883" y="159370"/>
                </a:lnTo>
                <a:lnTo>
                  <a:pt x="3842526" y="167915"/>
                </a:lnTo>
                <a:lnTo>
                  <a:pt x="3844407" y="164627"/>
                </a:lnTo>
                <a:lnTo>
                  <a:pt x="3850049" y="169640"/>
                </a:lnTo>
                <a:lnTo>
                  <a:pt x="3853811" y="173489"/>
                </a:lnTo>
                <a:lnTo>
                  <a:pt x="3857572" y="175786"/>
                </a:lnTo>
                <a:lnTo>
                  <a:pt x="3870738" y="183013"/>
                </a:lnTo>
                <a:lnTo>
                  <a:pt x="3874500" y="186175"/>
                </a:lnTo>
                <a:lnTo>
                  <a:pt x="3876381" y="180798"/>
                </a:lnTo>
                <a:lnTo>
                  <a:pt x="3878262" y="192547"/>
                </a:lnTo>
                <a:lnTo>
                  <a:pt x="3880142" y="191074"/>
                </a:lnTo>
                <a:lnTo>
                  <a:pt x="3882023" y="187738"/>
                </a:lnTo>
                <a:lnTo>
                  <a:pt x="3883904" y="189532"/>
                </a:lnTo>
                <a:lnTo>
                  <a:pt x="3887666" y="195458"/>
                </a:lnTo>
                <a:lnTo>
                  <a:pt x="3897070" y="218963"/>
                </a:lnTo>
                <a:lnTo>
                  <a:pt x="3902712" y="209181"/>
                </a:lnTo>
                <a:lnTo>
                  <a:pt x="3908354" y="217557"/>
                </a:lnTo>
                <a:lnTo>
                  <a:pt x="3912116" y="221623"/>
                </a:lnTo>
                <a:lnTo>
                  <a:pt x="3917759" y="218968"/>
                </a:lnTo>
                <a:lnTo>
                  <a:pt x="3925282" y="224526"/>
                </a:lnTo>
                <a:lnTo>
                  <a:pt x="3927163" y="220763"/>
                </a:lnTo>
                <a:lnTo>
                  <a:pt x="3930924" y="227198"/>
                </a:lnTo>
                <a:lnTo>
                  <a:pt x="3934686" y="224393"/>
                </a:lnTo>
                <a:lnTo>
                  <a:pt x="3940328" y="232119"/>
                </a:lnTo>
                <a:lnTo>
                  <a:pt x="3942209" y="230536"/>
                </a:lnTo>
                <a:lnTo>
                  <a:pt x="3949733" y="233091"/>
                </a:lnTo>
                <a:lnTo>
                  <a:pt x="3951614" y="231591"/>
                </a:lnTo>
                <a:lnTo>
                  <a:pt x="3955375" y="239087"/>
                </a:lnTo>
                <a:lnTo>
                  <a:pt x="3957256" y="237725"/>
                </a:lnTo>
                <a:lnTo>
                  <a:pt x="3961018" y="231389"/>
                </a:lnTo>
                <a:lnTo>
                  <a:pt x="3962899" y="235980"/>
                </a:lnTo>
                <a:lnTo>
                  <a:pt x="3966660" y="239874"/>
                </a:lnTo>
                <a:lnTo>
                  <a:pt x="3970422" y="237728"/>
                </a:lnTo>
                <a:lnTo>
                  <a:pt x="3972303" y="240980"/>
                </a:lnTo>
                <a:lnTo>
                  <a:pt x="3977945" y="231984"/>
                </a:lnTo>
                <a:lnTo>
                  <a:pt x="3979826" y="242677"/>
                </a:lnTo>
                <a:lnTo>
                  <a:pt x="3981707" y="237721"/>
                </a:lnTo>
                <a:lnTo>
                  <a:pt x="3985468" y="229174"/>
                </a:lnTo>
                <a:lnTo>
                  <a:pt x="3991111" y="234176"/>
                </a:lnTo>
                <a:lnTo>
                  <a:pt x="3996753" y="228947"/>
                </a:lnTo>
                <a:lnTo>
                  <a:pt x="4000515" y="232053"/>
                </a:lnTo>
                <a:lnTo>
                  <a:pt x="4002396" y="231505"/>
                </a:lnTo>
                <a:lnTo>
                  <a:pt x="4004277" y="234293"/>
                </a:lnTo>
                <a:lnTo>
                  <a:pt x="4009919" y="226030"/>
                </a:lnTo>
                <a:lnTo>
                  <a:pt x="4013681" y="227217"/>
                </a:lnTo>
                <a:lnTo>
                  <a:pt x="4021204" y="216139"/>
                </a:lnTo>
                <a:lnTo>
                  <a:pt x="4023085" y="220763"/>
                </a:lnTo>
                <a:lnTo>
                  <a:pt x="4026847" y="214452"/>
                </a:lnTo>
                <a:lnTo>
                  <a:pt x="4028728" y="220515"/>
                </a:lnTo>
                <a:lnTo>
                  <a:pt x="4041893" y="169681"/>
                </a:lnTo>
                <a:lnTo>
                  <a:pt x="4043774" y="169456"/>
                </a:lnTo>
                <a:lnTo>
                  <a:pt x="4049416" y="154324"/>
                </a:lnTo>
                <a:lnTo>
                  <a:pt x="4055059" y="142260"/>
                </a:lnTo>
                <a:lnTo>
                  <a:pt x="4058821" y="141937"/>
                </a:lnTo>
                <a:lnTo>
                  <a:pt x="4060702" y="152650"/>
                </a:lnTo>
                <a:lnTo>
                  <a:pt x="4062582" y="146991"/>
                </a:lnTo>
                <a:lnTo>
                  <a:pt x="4066344" y="146002"/>
                </a:lnTo>
                <a:lnTo>
                  <a:pt x="4068225" y="138572"/>
                </a:lnTo>
                <a:lnTo>
                  <a:pt x="4073867" y="156187"/>
                </a:lnTo>
                <a:lnTo>
                  <a:pt x="4077629" y="151423"/>
                </a:lnTo>
                <a:lnTo>
                  <a:pt x="4081390" y="152265"/>
                </a:lnTo>
                <a:lnTo>
                  <a:pt x="4083271" y="158668"/>
                </a:lnTo>
                <a:lnTo>
                  <a:pt x="4085152" y="157892"/>
                </a:lnTo>
                <a:lnTo>
                  <a:pt x="4092675" y="150690"/>
                </a:lnTo>
                <a:lnTo>
                  <a:pt x="4096437" y="156629"/>
                </a:lnTo>
                <a:lnTo>
                  <a:pt x="4098318" y="155733"/>
                </a:lnTo>
                <a:lnTo>
                  <a:pt x="4105841" y="188548"/>
                </a:lnTo>
                <a:lnTo>
                  <a:pt x="4111484" y="174405"/>
                </a:lnTo>
                <a:lnTo>
                  <a:pt x="4117126" y="190543"/>
                </a:lnTo>
                <a:lnTo>
                  <a:pt x="4119007" y="200712"/>
                </a:lnTo>
                <a:lnTo>
                  <a:pt x="4120888" y="198254"/>
                </a:lnTo>
                <a:lnTo>
                  <a:pt x="4122769" y="195299"/>
                </a:lnTo>
                <a:lnTo>
                  <a:pt x="4132173" y="219198"/>
                </a:lnTo>
                <a:lnTo>
                  <a:pt x="4135935" y="215557"/>
                </a:lnTo>
                <a:lnTo>
                  <a:pt x="4143458" y="226949"/>
                </a:lnTo>
                <a:lnTo>
                  <a:pt x="4149100" y="226271"/>
                </a:lnTo>
                <a:lnTo>
                  <a:pt x="4152862" y="231678"/>
                </a:lnTo>
                <a:lnTo>
                  <a:pt x="4156623" y="227281"/>
                </a:lnTo>
                <a:lnTo>
                  <a:pt x="4162266" y="235521"/>
                </a:lnTo>
                <a:lnTo>
                  <a:pt x="4164147" y="237252"/>
                </a:lnTo>
                <a:lnTo>
                  <a:pt x="4166027" y="235040"/>
                </a:lnTo>
                <a:lnTo>
                  <a:pt x="4167908" y="236130"/>
                </a:lnTo>
                <a:lnTo>
                  <a:pt x="4171670" y="247895"/>
                </a:lnTo>
                <a:lnTo>
                  <a:pt x="4177313" y="248842"/>
                </a:lnTo>
                <a:lnTo>
                  <a:pt x="4182955" y="236946"/>
                </a:lnTo>
                <a:lnTo>
                  <a:pt x="4203644" y="228577"/>
                </a:lnTo>
                <a:lnTo>
                  <a:pt x="4209287" y="227721"/>
                </a:lnTo>
                <a:lnTo>
                  <a:pt x="4211168" y="232408"/>
                </a:lnTo>
                <a:lnTo>
                  <a:pt x="4214929" y="225337"/>
                </a:lnTo>
                <a:lnTo>
                  <a:pt x="4216810" y="226196"/>
                </a:lnTo>
                <a:lnTo>
                  <a:pt x="4224333" y="228893"/>
                </a:lnTo>
                <a:lnTo>
                  <a:pt x="4233737" y="221953"/>
                </a:lnTo>
                <a:lnTo>
                  <a:pt x="4239380" y="229120"/>
                </a:lnTo>
                <a:lnTo>
                  <a:pt x="4252546" y="219911"/>
                </a:lnTo>
                <a:lnTo>
                  <a:pt x="4256307" y="230195"/>
                </a:lnTo>
                <a:lnTo>
                  <a:pt x="4260069" y="223023"/>
                </a:lnTo>
                <a:lnTo>
                  <a:pt x="4265711" y="228861"/>
                </a:lnTo>
                <a:lnTo>
                  <a:pt x="4271354" y="222463"/>
                </a:lnTo>
                <a:lnTo>
                  <a:pt x="4275115" y="231182"/>
                </a:lnTo>
                <a:lnTo>
                  <a:pt x="4282639" y="223683"/>
                </a:lnTo>
                <a:lnTo>
                  <a:pt x="4286401" y="238322"/>
                </a:lnTo>
                <a:lnTo>
                  <a:pt x="4288281" y="236101"/>
                </a:lnTo>
                <a:lnTo>
                  <a:pt x="4292043" y="226570"/>
                </a:lnTo>
                <a:lnTo>
                  <a:pt x="4293924" y="228697"/>
                </a:lnTo>
                <a:lnTo>
                  <a:pt x="4299566" y="246826"/>
                </a:lnTo>
                <a:lnTo>
                  <a:pt x="4305209" y="242593"/>
                </a:lnTo>
                <a:lnTo>
                  <a:pt x="4308970" y="247219"/>
                </a:lnTo>
                <a:lnTo>
                  <a:pt x="4312732" y="242889"/>
                </a:lnTo>
                <a:lnTo>
                  <a:pt x="4322136" y="252727"/>
                </a:lnTo>
                <a:lnTo>
                  <a:pt x="4324017" y="250378"/>
                </a:lnTo>
                <a:lnTo>
                  <a:pt x="4331540" y="249864"/>
                </a:lnTo>
                <a:lnTo>
                  <a:pt x="4335302" y="256695"/>
                </a:lnTo>
                <a:lnTo>
                  <a:pt x="4337183" y="254094"/>
                </a:lnTo>
                <a:lnTo>
                  <a:pt x="4344706" y="259798"/>
                </a:lnTo>
                <a:lnTo>
                  <a:pt x="4350348" y="253623"/>
                </a:lnTo>
                <a:lnTo>
                  <a:pt x="4355991" y="265441"/>
                </a:lnTo>
                <a:lnTo>
                  <a:pt x="4357872" y="268635"/>
                </a:lnTo>
                <a:lnTo>
                  <a:pt x="4359753" y="265918"/>
                </a:lnTo>
                <a:lnTo>
                  <a:pt x="4363514" y="254316"/>
                </a:lnTo>
                <a:lnTo>
                  <a:pt x="4372918" y="271657"/>
                </a:lnTo>
                <a:lnTo>
                  <a:pt x="4378561" y="260222"/>
                </a:lnTo>
                <a:lnTo>
                  <a:pt x="4380442" y="261734"/>
                </a:lnTo>
                <a:lnTo>
                  <a:pt x="4384203" y="272147"/>
                </a:lnTo>
                <a:lnTo>
                  <a:pt x="4387965" y="271628"/>
                </a:lnTo>
                <a:lnTo>
                  <a:pt x="4393608" y="261768"/>
                </a:lnTo>
                <a:lnTo>
                  <a:pt x="4399250" y="267203"/>
                </a:lnTo>
                <a:lnTo>
                  <a:pt x="4401131" y="264398"/>
                </a:lnTo>
                <a:lnTo>
                  <a:pt x="4406773" y="272026"/>
                </a:lnTo>
                <a:lnTo>
                  <a:pt x="4410535" y="262015"/>
                </a:lnTo>
                <a:lnTo>
                  <a:pt x="4412416" y="264120"/>
                </a:lnTo>
                <a:lnTo>
                  <a:pt x="4418058" y="269016"/>
                </a:lnTo>
                <a:lnTo>
                  <a:pt x="4423701" y="267560"/>
                </a:lnTo>
                <a:lnTo>
                  <a:pt x="4427462" y="271363"/>
                </a:lnTo>
                <a:lnTo>
                  <a:pt x="4436867" y="263125"/>
                </a:lnTo>
                <a:lnTo>
                  <a:pt x="4444390" y="273383"/>
                </a:lnTo>
                <a:lnTo>
                  <a:pt x="4446271" y="271252"/>
                </a:lnTo>
                <a:lnTo>
                  <a:pt x="4450032" y="263721"/>
                </a:lnTo>
                <a:lnTo>
                  <a:pt x="4455674" y="270209"/>
                </a:lnTo>
                <a:lnTo>
                  <a:pt x="4461317" y="264222"/>
                </a:lnTo>
                <a:lnTo>
                  <a:pt x="4463198" y="268085"/>
                </a:lnTo>
                <a:lnTo>
                  <a:pt x="4465079" y="266830"/>
                </a:lnTo>
                <a:lnTo>
                  <a:pt x="4468841" y="267912"/>
                </a:lnTo>
                <a:lnTo>
                  <a:pt x="4472602" y="275299"/>
                </a:lnTo>
                <a:lnTo>
                  <a:pt x="4476364" y="273580"/>
                </a:lnTo>
                <a:lnTo>
                  <a:pt x="4480125" y="272017"/>
                </a:lnTo>
                <a:lnTo>
                  <a:pt x="4482006" y="270904"/>
                </a:lnTo>
                <a:lnTo>
                  <a:pt x="4483887" y="275628"/>
                </a:lnTo>
                <a:lnTo>
                  <a:pt x="4489529" y="268683"/>
                </a:lnTo>
                <a:lnTo>
                  <a:pt x="4495172" y="270576"/>
                </a:lnTo>
                <a:lnTo>
                  <a:pt x="4498934" y="263033"/>
                </a:lnTo>
                <a:lnTo>
                  <a:pt x="4500815" y="270856"/>
                </a:lnTo>
                <a:lnTo>
                  <a:pt x="4502696" y="270254"/>
                </a:lnTo>
                <a:lnTo>
                  <a:pt x="4513980" y="263094"/>
                </a:lnTo>
                <a:lnTo>
                  <a:pt x="4517742" y="268523"/>
                </a:lnTo>
                <a:lnTo>
                  <a:pt x="4521503" y="262190"/>
                </a:lnTo>
                <a:lnTo>
                  <a:pt x="4525265" y="262750"/>
                </a:lnTo>
                <a:lnTo>
                  <a:pt x="4544074" y="252953"/>
                </a:lnTo>
                <a:lnTo>
                  <a:pt x="4545954" y="256852"/>
                </a:lnTo>
                <a:lnTo>
                  <a:pt x="4547835" y="255065"/>
                </a:lnTo>
                <a:lnTo>
                  <a:pt x="4553478" y="251491"/>
                </a:lnTo>
                <a:lnTo>
                  <a:pt x="4564762" y="242025"/>
                </a:lnTo>
                <a:lnTo>
                  <a:pt x="4572286" y="247622"/>
                </a:lnTo>
                <a:lnTo>
                  <a:pt x="4579809" y="239805"/>
                </a:lnTo>
                <a:lnTo>
                  <a:pt x="4581690" y="239665"/>
                </a:lnTo>
                <a:lnTo>
                  <a:pt x="4583571" y="244991"/>
                </a:lnTo>
                <a:lnTo>
                  <a:pt x="4585452" y="242628"/>
                </a:lnTo>
                <a:lnTo>
                  <a:pt x="4589213" y="234107"/>
                </a:lnTo>
                <a:lnTo>
                  <a:pt x="4594856" y="235592"/>
                </a:lnTo>
                <a:lnTo>
                  <a:pt x="4596736" y="241844"/>
                </a:lnTo>
                <a:lnTo>
                  <a:pt x="4598617" y="240806"/>
                </a:lnTo>
                <a:lnTo>
                  <a:pt x="4602379" y="238078"/>
                </a:lnTo>
                <a:lnTo>
                  <a:pt x="4606141" y="228958"/>
                </a:lnTo>
                <a:lnTo>
                  <a:pt x="4611783" y="224968"/>
                </a:lnTo>
                <a:lnTo>
                  <a:pt x="4615545" y="226482"/>
                </a:lnTo>
                <a:lnTo>
                  <a:pt x="4619307" y="222199"/>
                </a:lnTo>
                <a:lnTo>
                  <a:pt x="4628711" y="217981"/>
                </a:lnTo>
                <a:lnTo>
                  <a:pt x="4632472" y="213232"/>
                </a:lnTo>
                <a:lnTo>
                  <a:pt x="4638115" y="221902"/>
                </a:lnTo>
                <a:lnTo>
                  <a:pt x="4643757" y="209048"/>
                </a:lnTo>
                <a:lnTo>
                  <a:pt x="4645638" y="208324"/>
                </a:lnTo>
                <a:lnTo>
                  <a:pt x="4649400" y="214245"/>
                </a:lnTo>
                <a:lnTo>
                  <a:pt x="4656923" y="202725"/>
                </a:lnTo>
                <a:lnTo>
                  <a:pt x="4664446" y="200742"/>
                </a:lnTo>
                <a:lnTo>
                  <a:pt x="4673850" y="195038"/>
                </a:lnTo>
                <a:lnTo>
                  <a:pt x="4679493" y="206482"/>
                </a:lnTo>
                <a:lnTo>
                  <a:pt x="4685136" y="184376"/>
                </a:lnTo>
                <a:lnTo>
                  <a:pt x="4690778" y="184977"/>
                </a:lnTo>
                <a:lnTo>
                  <a:pt x="4694540" y="193426"/>
                </a:lnTo>
                <a:lnTo>
                  <a:pt x="4702063" y="175978"/>
                </a:lnTo>
                <a:lnTo>
                  <a:pt x="4707705" y="189760"/>
                </a:lnTo>
                <a:lnTo>
                  <a:pt x="4709586" y="187902"/>
                </a:lnTo>
                <a:lnTo>
                  <a:pt x="4713348" y="176421"/>
                </a:lnTo>
                <a:lnTo>
                  <a:pt x="4715228" y="178568"/>
                </a:lnTo>
                <a:lnTo>
                  <a:pt x="4717109" y="183956"/>
                </a:lnTo>
                <a:lnTo>
                  <a:pt x="4718990" y="181731"/>
                </a:lnTo>
                <a:lnTo>
                  <a:pt x="4720871" y="178924"/>
                </a:lnTo>
                <a:lnTo>
                  <a:pt x="4722752" y="183552"/>
                </a:lnTo>
                <a:lnTo>
                  <a:pt x="4724633" y="181871"/>
                </a:lnTo>
                <a:lnTo>
                  <a:pt x="4728394" y="172486"/>
                </a:lnTo>
                <a:lnTo>
                  <a:pt x="4730275" y="177961"/>
                </a:lnTo>
                <a:lnTo>
                  <a:pt x="4734037" y="174101"/>
                </a:lnTo>
                <a:lnTo>
                  <a:pt x="4737798" y="185464"/>
                </a:lnTo>
                <a:lnTo>
                  <a:pt x="4741560" y="171377"/>
                </a:lnTo>
                <a:lnTo>
                  <a:pt x="4743441" y="171359"/>
                </a:lnTo>
                <a:lnTo>
                  <a:pt x="4747202" y="183068"/>
                </a:lnTo>
                <a:lnTo>
                  <a:pt x="4750964" y="178024"/>
                </a:lnTo>
                <a:lnTo>
                  <a:pt x="4752845" y="181462"/>
                </a:lnTo>
                <a:lnTo>
                  <a:pt x="4754726" y="179228"/>
                </a:lnTo>
                <a:lnTo>
                  <a:pt x="4758488" y="165435"/>
                </a:lnTo>
                <a:lnTo>
                  <a:pt x="4766011" y="176924"/>
                </a:lnTo>
                <a:lnTo>
                  <a:pt x="4767892" y="173643"/>
                </a:lnTo>
                <a:lnTo>
                  <a:pt x="4769772" y="175020"/>
                </a:lnTo>
                <a:lnTo>
                  <a:pt x="4771653" y="174908"/>
                </a:lnTo>
                <a:lnTo>
                  <a:pt x="4773534" y="163530"/>
                </a:lnTo>
                <a:lnTo>
                  <a:pt x="4775415" y="164326"/>
                </a:lnTo>
                <a:lnTo>
                  <a:pt x="4781057" y="173984"/>
                </a:lnTo>
                <a:lnTo>
                  <a:pt x="4784819" y="165803"/>
                </a:lnTo>
                <a:lnTo>
                  <a:pt x="4786700" y="172195"/>
                </a:lnTo>
                <a:lnTo>
                  <a:pt x="4788581" y="170769"/>
                </a:lnTo>
                <a:lnTo>
                  <a:pt x="4790461" y="172323"/>
                </a:lnTo>
                <a:lnTo>
                  <a:pt x="4797985" y="163823"/>
                </a:lnTo>
                <a:lnTo>
                  <a:pt x="4803627" y="174084"/>
                </a:lnTo>
                <a:lnTo>
                  <a:pt x="4805508" y="171365"/>
                </a:lnTo>
                <a:lnTo>
                  <a:pt x="4809270" y="172229"/>
                </a:lnTo>
                <a:lnTo>
                  <a:pt x="4814912" y="171508"/>
                </a:lnTo>
                <a:lnTo>
                  <a:pt x="4816793" y="170513"/>
                </a:lnTo>
                <a:lnTo>
                  <a:pt x="4820555" y="177343"/>
                </a:lnTo>
                <a:lnTo>
                  <a:pt x="4822435" y="174692"/>
                </a:lnTo>
                <a:lnTo>
                  <a:pt x="4824316" y="168359"/>
                </a:lnTo>
                <a:lnTo>
                  <a:pt x="4826197" y="169554"/>
                </a:lnTo>
                <a:lnTo>
                  <a:pt x="4828078" y="173771"/>
                </a:lnTo>
                <a:lnTo>
                  <a:pt x="4831840" y="165296"/>
                </a:lnTo>
                <a:lnTo>
                  <a:pt x="4837482" y="190045"/>
                </a:lnTo>
                <a:lnTo>
                  <a:pt x="4841244" y="169807"/>
                </a:lnTo>
                <a:lnTo>
                  <a:pt x="4845005" y="179795"/>
                </a:lnTo>
                <a:lnTo>
                  <a:pt x="4846886" y="169973"/>
                </a:lnTo>
                <a:lnTo>
                  <a:pt x="4848767" y="170471"/>
                </a:lnTo>
                <a:lnTo>
                  <a:pt x="4850648" y="170734"/>
                </a:lnTo>
                <a:lnTo>
                  <a:pt x="4852529" y="174687"/>
                </a:lnTo>
                <a:lnTo>
                  <a:pt x="4856290" y="168786"/>
                </a:lnTo>
                <a:lnTo>
                  <a:pt x="4860052" y="173928"/>
                </a:lnTo>
                <a:lnTo>
                  <a:pt x="4867576" y="169595"/>
                </a:lnTo>
                <a:lnTo>
                  <a:pt x="4869456" y="172462"/>
                </a:lnTo>
                <a:lnTo>
                  <a:pt x="4875099" y="166885"/>
                </a:lnTo>
                <a:lnTo>
                  <a:pt x="4876980" y="167753"/>
                </a:lnTo>
                <a:lnTo>
                  <a:pt x="4878860" y="173065"/>
                </a:lnTo>
                <a:lnTo>
                  <a:pt x="4880741" y="167694"/>
                </a:lnTo>
                <a:lnTo>
                  <a:pt x="4882622" y="168654"/>
                </a:lnTo>
                <a:lnTo>
                  <a:pt x="4884503" y="172789"/>
                </a:lnTo>
                <a:lnTo>
                  <a:pt x="4886384" y="170312"/>
                </a:lnTo>
                <a:lnTo>
                  <a:pt x="4897668" y="160667"/>
                </a:lnTo>
                <a:lnTo>
                  <a:pt x="4901430" y="171252"/>
                </a:lnTo>
                <a:lnTo>
                  <a:pt x="4905192" y="162243"/>
                </a:lnTo>
                <a:lnTo>
                  <a:pt x="4910834" y="158489"/>
                </a:lnTo>
                <a:lnTo>
                  <a:pt x="4914596" y="167213"/>
                </a:lnTo>
                <a:lnTo>
                  <a:pt x="4920238" y="157335"/>
                </a:lnTo>
                <a:lnTo>
                  <a:pt x="4922119" y="167487"/>
                </a:lnTo>
                <a:lnTo>
                  <a:pt x="4924000" y="161756"/>
                </a:lnTo>
                <a:lnTo>
                  <a:pt x="4927762" y="154342"/>
                </a:lnTo>
                <a:lnTo>
                  <a:pt x="4929642" y="157846"/>
                </a:lnTo>
                <a:lnTo>
                  <a:pt x="4931523" y="156124"/>
                </a:lnTo>
                <a:lnTo>
                  <a:pt x="4933404" y="153416"/>
                </a:lnTo>
                <a:lnTo>
                  <a:pt x="4935285" y="154898"/>
                </a:lnTo>
                <a:lnTo>
                  <a:pt x="4939047" y="154131"/>
                </a:lnTo>
                <a:lnTo>
                  <a:pt x="4940928" y="151650"/>
                </a:lnTo>
                <a:lnTo>
                  <a:pt x="4944689" y="161038"/>
                </a:lnTo>
                <a:lnTo>
                  <a:pt x="4948451" y="158852"/>
                </a:lnTo>
                <a:lnTo>
                  <a:pt x="4954093" y="154471"/>
                </a:lnTo>
                <a:lnTo>
                  <a:pt x="4957855" y="160584"/>
                </a:lnTo>
                <a:lnTo>
                  <a:pt x="4963497" y="150845"/>
                </a:lnTo>
                <a:lnTo>
                  <a:pt x="4967259" y="156777"/>
                </a:lnTo>
                <a:lnTo>
                  <a:pt x="4972901" y="149007"/>
                </a:lnTo>
                <a:lnTo>
                  <a:pt x="4974782" y="153014"/>
                </a:lnTo>
                <a:lnTo>
                  <a:pt x="4978544" y="152901"/>
                </a:lnTo>
                <a:lnTo>
                  <a:pt x="4982306" y="146194"/>
                </a:lnTo>
                <a:lnTo>
                  <a:pt x="4984187" y="145917"/>
                </a:lnTo>
                <a:lnTo>
                  <a:pt x="4986067" y="150481"/>
                </a:lnTo>
                <a:lnTo>
                  <a:pt x="4987948" y="148042"/>
                </a:lnTo>
                <a:lnTo>
                  <a:pt x="4993591" y="142641"/>
                </a:lnTo>
                <a:lnTo>
                  <a:pt x="4997352" y="148471"/>
                </a:lnTo>
                <a:lnTo>
                  <a:pt x="5002995" y="140052"/>
                </a:lnTo>
                <a:lnTo>
                  <a:pt x="5004875" y="140730"/>
                </a:lnTo>
                <a:lnTo>
                  <a:pt x="5006756" y="146243"/>
                </a:lnTo>
                <a:lnTo>
                  <a:pt x="5008637" y="142519"/>
                </a:lnTo>
                <a:lnTo>
                  <a:pt x="5012399" y="138116"/>
                </a:lnTo>
                <a:lnTo>
                  <a:pt x="5016161" y="140423"/>
                </a:lnTo>
                <a:lnTo>
                  <a:pt x="5019922" y="136105"/>
                </a:lnTo>
                <a:lnTo>
                  <a:pt x="5025565" y="138776"/>
                </a:lnTo>
                <a:lnTo>
                  <a:pt x="5031207" y="135849"/>
                </a:lnTo>
                <a:lnTo>
                  <a:pt x="5040611" y="140359"/>
                </a:lnTo>
                <a:lnTo>
                  <a:pt x="5042492" y="134799"/>
                </a:lnTo>
                <a:lnTo>
                  <a:pt x="5044373" y="136525"/>
                </a:lnTo>
                <a:lnTo>
                  <a:pt x="5048135" y="134293"/>
                </a:lnTo>
                <a:lnTo>
                  <a:pt x="5051896" y="140736"/>
                </a:lnTo>
                <a:lnTo>
                  <a:pt x="5057539" y="135702"/>
                </a:lnTo>
                <a:lnTo>
                  <a:pt x="5065062" y="135345"/>
                </a:lnTo>
                <a:lnTo>
                  <a:pt x="5066943" y="139049"/>
                </a:lnTo>
                <a:lnTo>
                  <a:pt x="5068824" y="136801"/>
                </a:lnTo>
                <a:lnTo>
                  <a:pt x="5074466" y="137178"/>
                </a:lnTo>
                <a:lnTo>
                  <a:pt x="5078228" y="137419"/>
                </a:lnTo>
                <a:lnTo>
                  <a:pt x="5083870" y="139885"/>
                </a:lnTo>
                <a:lnTo>
                  <a:pt x="5085751" y="136476"/>
                </a:lnTo>
                <a:lnTo>
                  <a:pt x="5087632" y="137740"/>
                </a:lnTo>
                <a:lnTo>
                  <a:pt x="5095155" y="138684"/>
                </a:lnTo>
                <a:lnTo>
                  <a:pt x="5097036" y="136131"/>
                </a:lnTo>
                <a:lnTo>
                  <a:pt x="5100798" y="140927"/>
                </a:lnTo>
                <a:lnTo>
                  <a:pt x="5104559" y="138976"/>
                </a:lnTo>
                <a:lnTo>
                  <a:pt x="5115844" y="138333"/>
                </a:lnTo>
                <a:lnTo>
                  <a:pt x="5119606" y="139212"/>
                </a:lnTo>
                <a:lnTo>
                  <a:pt x="5121487" y="137118"/>
                </a:lnTo>
                <a:lnTo>
                  <a:pt x="5129010" y="145863"/>
                </a:lnTo>
                <a:lnTo>
                  <a:pt x="5130891" y="138146"/>
                </a:lnTo>
                <a:lnTo>
                  <a:pt x="5132772" y="140164"/>
                </a:lnTo>
                <a:lnTo>
                  <a:pt x="5134653" y="138004"/>
                </a:lnTo>
                <a:lnTo>
                  <a:pt x="5136533" y="140176"/>
                </a:lnTo>
                <a:lnTo>
                  <a:pt x="5140295" y="145909"/>
                </a:lnTo>
                <a:lnTo>
                  <a:pt x="5142176" y="142462"/>
                </a:lnTo>
                <a:lnTo>
                  <a:pt x="5144057" y="144140"/>
                </a:lnTo>
                <a:lnTo>
                  <a:pt x="5145937" y="147353"/>
                </a:lnTo>
                <a:lnTo>
                  <a:pt x="5151580" y="141046"/>
                </a:lnTo>
                <a:lnTo>
                  <a:pt x="5153461" y="146861"/>
                </a:lnTo>
                <a:lnTo>
                  <a:pt x="5155341" y="143388"/>
                </a:lnTo>
                <a:lnTo>
                  <a:pt x="5160984" y="145623"/>
                </a:lnTo>
                <a:lnTo>
                  <a:pt x="5162865" y="141288"/>
                </a:lnTo>
                <a:lnTo>
                  <a:pt x="5164746" y="145852"/>
                </a:lnTo>
                <a:lnTo>
                  <a:pt x="5166627" y="144620"/>
                </a:lnTo>
                <a:lnTo>
                  <a:pt x="5174150" y="144200"/>
                </a:lnTo>
                <a:lnTo>
                  <a:pt x="5176031" y="138383"/>
                </a:lnTo>
                <a:lnTo>
                  <a:pt x="5179792" y="144090"/>
                </a:lnTo>
                <a:lnTo>
                  <a:pt x="5185435" y="145354"/>
                </a:lnTo>
                <a:lnTo>
                  <a:pt x="5187315" y="140704"/>
                </a:lnTo>
                <a:lnTo>
                  <a:pt x="5189196" y="143238"/>
                </a:lnTo>
                <a:lnTo>
                  <a:pt x="5206124" y="141269"/>
                </a:lnTo>
                <a:lnTo>
                  <a:pt x="5208005" y="146644"/>
                </a:lnTo>
                <a:lnTo>
                  <a:pt x="5209886" y="145186"/>
                </a:lnTo>
                <a:lnTo>
                  <a:pt x="5215528" y="145249"/>
                </a:lnTo>
                <a:lnTo>
                  <a:pt x="5217409" y="141093"/>
                </a:lnTo>
                <a:lnTo>
                  <a:pt x="5219290" y="142081"/>
                </a:lnTo>
                <a:lnTo>
                  <a:pt x="5221170" y="141655"/>
                </a:lnTo>
                <a:lnTo>
                  <a:pt x="5224932" y="144907"/>
                </a:lnTo>
                <a:lnTo>
                  <a:pt x="5226813" y="141372"/>
                </a:lnTo>
                <a:lnTo>
                  <a:pt x="5228694" y="142931"/>
                </a:lnTo>
                <a:lnTo>
                  <a:pt x="5230575" y="146890"/>
                </a:lnTo>
                <a:lnTo>
                  <a:pt x="5232456" y="143992"/>
                </a:lnTo>
                <a:lnTo>
                  <a:pt x="5236217" y="144932"/>
                </a:lnTo>
                <a:lnTo>
                  <a:pt x="5238098" y="141332"/>
                </a:lnTo>
                <a:lnTo>
                  <a:pt x="5239979" y="147168"/>
                </a:lnTo>
                <a:lnTo>
                  <a:pt x="5241860" y="143637"/>
                </a:lnTo>
                <a:lnTo>
                  <a:pt x="5247502" y="145714"/>
                </a:lnTo>
                <a:lnTo>
                  <a:pt x="5268191" y="143960"/>
                </a:lnTo>
              </a:path>
            </a:pathLst>
          </a:custGeom>
          <a:noFill/>
          <a:ln w="24847">
            <a:solidFill>
              <a:srgbClr val="3B6C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path 127"/>
          <p:cNvSpPr/>
          <p:nvPr/>
        </p:nvSpPr>
        <p:spPr>
          <a:xfrm>
            <a:off x="3890529" y="5473086"/>
            <a:ext cx="5268191" cy="652838"/>
          </a:xfrm>
          <a:custGeom>
            <a:avLst/>
            <a:gdLst/>
            <a:ahLst/>
            <a:cxnLst/>
            <a:rect l="l" t="t" r="r" b="b"/>
            <a:pathLst>
              <a:path w="5268191" h="652838">
                <a:moveTo>
                  <a:pt x="0" y="589361"/>
                </a:moveTo>
                <a:lnTo>
                  <a:pt x="5643" y="588046"/>
                </a:lnTo>
                <a:lnTo>
                  <a:pt x="13166" y="585031"/>
                </a:lnTo>
                <a:lnTo>
                  <a:pt x="16928" y="580872"/>
                </a:lnTo>
                <a:lnTo>
                  <a:pt x="22570" y="579642"/>
                </a:lnTo>
                <a:lnTo>
                  <a:pt x="31974" y="575390"/>
                </a:lnTo>
                <a:lnTo>
                  <a:pt x="41378" y="574165"/>
                </a:lnTo>
                <a:lnTo>
                  <a:pt x="63948" y="569683"/>
                </a:lnTo>
                <a:lnTo>
                  <a:pt x="71471" y="568821"/>
                </a:lnTo>
                <a:lnTo>
                  <a:pt x="94041" y="567767"/>
                </a:lnTo>
                <a:lnTo>
                  <a:pt x="95922" y="570496"/>
                </a:lnTo>
                <a:lnTo>
                  <a:pt x="99684" y="565207"/>
                </a:lnTo>
                <a:lnTo>
                  <a:pt x="103445" y="564962"/>
                </a:lnTo>
                <a:lnTo>
                  <a:pt x="109088" y="563816"/>
                </a:lnTo>
                <a:lnTo>
                  <a:pt x="112850" y="563438"/>
                </a:lnTo>
                <a:lnTo>
                  <a:pt x="120373" y="563030"/>
                </a:lnTo>
                <a:lnTo>
                  <a:pt x="139181" y="561123"/>
                </a:lnTo>
                <a:lnTo>
                  <a:pt x="141062" y="561028"/>
                </a:lnTo>
                <a:lnTo>
                  <a:pt x="144824" y="566594"/>
                </a:lnTo>
                <a:lnTo>
                  <a:pt x="148585" y="561737"/>
                </a:lnTo>
                <a:lnTo>
                  <a:pt x="161751" y="561761"/>
                </a:lnTo>
                <a:lnTo>
                  <a:pt x="163632" y="565671"/>
                </a:lnTo>
                <a:lnTo>
                  <a:pt x="167393" y="559425"/>
                </a:lnTo>
                <a:lnTo>
                  <a:pt x="171155" y="559357"/>
                </a:lnTo>
                <a:lnTo>
                  <a:pt x="176798" y="555063"/>
                </a:lnTo>
                <a:lnTo>
                  <a:pt x="178678" y="554245"/>
                </a:lnTo>
                <a:lnTo>
                  <a:pt x="182440" y="558367"/>
                </a:lnTo>
                <a:lnTo>
                  <a:pt x="193725" y="554428"/>
                </a:lnTo>
                <a:lnTo>
                  <a:pt x="197487" y="556574"/>
                </a:lnTo>
                <a:lnTo>
                  <a:pt x="199368" y="555487"/>
                </a:lnTo>
                <a:lnTo>
                  <a:pt x="203129" y="564101"/>
                </a:lnTo>
                <a:lnTo>
                  <a:pt x="210652" y="553081"/>
                </a:lnTo>
                <a:lnTo>
                  <a:pt x="221937" y="560116"/>
                </a:lnTo>
                <a:lnTo>
                  <a:pt x="225699" y="552250"/>
                </a:lnTo>
                <a:lnTo>
                  <a:pt x="227580" y="554189"/>
                </a:lnTo>
                <a:lnTo>
                  <a:pt x="231342" y="559067"/>
                </a:lnTo>
                <a:lnTo>
                  <a:pt x="235103" y="555340"/>
                </a:lnTo>
                <a:lnTo>
                  <a:pt x="238865" y="565545"/>
                </a:lnTo>
                <a:lnTo>
                  <a:pt x="240746" y="561594"/>
                </a:lnTo>
                <a:lnTo>
                  <a:pt x="242627" y="562756"/>
                </a:lnTo>
                <a:lnTo>
                  <a:pt x="246388" y="552265"/>
                </a:lnTo>
                <a:lnTo>
                  <a:pt x="248269" y="556303"/>
                </a:lnTo>
                <a:lnTo>
                  <a:pt x="250150" y="557969"/>
                </a:lnTo>
                <a:lnTo>
                  <a:pt x="252031" y="555250"/>
                </a:lnTo>
                <a:lnTo>
                  <a:pt x="253911" y="559339"/>
                </a:lnTo>
                <a:lnTo>
                  <a:pt x="255792" y="556519"/>
                </a:lnTo>
                <a:lnTo>
                  <a:pt x="276481" y="553891"/>
                </a:lnTo>
                <a:lnTo>
                  <a:pt x="282124" y="552858"/>
                </a:lnTo>
                <a:lnTo>
                  <a:pt x="293409" y="555326"/>
                </a:lnTo>
                <a:lnTo>
                  <a:pt x="308455" y="555378"/>
                </a:lnTo>
                <a:lnTo>
                  <a:pt x="312217" y="550565"/>
                </a:lnTo>
                <a:lnTo>
                  <a:pt x="315979" y="555156"/>
                </a:lnTo>
                <a:lnTo>
                  <a:pt x="321621" y="551770"/>
                </a:lnTo>
                <a:lnTo>
                  <a:pt x="325383" y="556659"/>
                </a:lnTo>
                <a:lnTo>
                  <a:pt x="327264" y="554974"/>
                </a:lnTo>
                <a:lnTo>
                  <a:pt x="331025" y="552647"/>
                </a:lnTo>
                <a:lnTo>
                  <a:pt x="342310" y="553041"/>
                </a:lnTo>
                <a:lnTo>
                  <a:pt x="346072" y="561012"/>
                </a:lnTo>
                <a:lnTo>
                  <a:pt x="349833" y="550255"/>
                </a:lnTo>
                <a:lnTo>
                  <a:pt x="364880" y="556837"/>
                </a:lnTo>
                <a:lnTo>
                  <a:pt x="370523" y="550994"/>
                </a:lnTo>
                <a:lnTo>
                  <a:pt x="385569" y="551971"/>
                </a:lnTo>
                <a:lnTo>
                  <a:pt x="387450" y="554379"/>
                </a:lnTo>
                <a:lnTo>
                  <a:pt x="389331" y="552539"/>
                </a:lnTo>
                <a:lnTo>
                  <a:pt x="396854" y="550181"/>
                </a:lnTo>
                <a:lnTo>
                  <a:pt x="419424" y="551241"/>
                </a:lnTo>
                <a:lnTo>
                  <a:pt x="421305" y="548253"/>
                </a:lnTo>
                <a:lnTo>
                  <a:pt x="425067" y="550995"/>
                </a:lnTo>
                <a:lnTo>
                  <a:pt x="428828" y="549490"/>
                </a:lnTo>
                <a:lnTo>
                  <a:pt x="430709" y="545298"/>
                </a:lnTo>
                <a:lnTo>
                  <a:pt x="432590" y="548013"/>
                </a:lnTo>
                <a:lnTo>
                  <a:pt x="441994" y="548838"/>
                </a:lnTo>
                <a:lnTo>
                  <a:pt x="449517" y="546724"/>
                </a:lnTo>
                <a:lnTo>
                  <a:pt x="455160" y="549439"/>
                </a:lnTo>
                <a:lnTo>
                  <a:pt x="457041" y="551052"/>
                </a:lnTo>
                <a:lnTo>
                  <a:pt x="458921" y="546996"/>
                </a:lnTo>
                <a:lnTo>
                  <a:pt x="460802" y="548358"/>
                </a:lnTo>
                <a:lnTo>
                  <a:pt x="466445" y="547748"/>
                </a:lnTo>
                <a:lnTo>
                  <a:pt x="468325" y="551171"/>
                </a:lnTo>
                <a:lnTo>
                  <a:pt x="470206" y="549413"/>
                </a:lnTo>
                <a:lnTo>
                  <a:pt x="479610" y="549848"/>
                </a:lnTo>
                <a:lnTo>
                  <a:pt x="489015" y="547230"/>
                </a:lnTo>
                <a:lnTo>
                  <a:pt x="492776" y="540821"/>
                </a:lnTo>
                <a:lnTo>
                  <a:pt x="494657" y="545320"/>
                </a:lnTo>
                <a:lnTo>
                  <a:pt x="496538" y="543033"/>
                </a:lnTo>
                <a:lnTo>
                  <a:pt x="502180" y="545694"/>
                </a:lnTo>
                <a:lnTo>
                  <a:pt x="537916" y="542574"/>
                </a:lnTo>
                <a:lnTo>
                  <a:pt x="543559" y="547621"/>
                </a:lnTo>
                <a:lnTo>
                  <a:pt x="545439" y="553503"/>
                </a:lnTo>
                <a:lnTo>
                  <a:pt x="552963" y="536119"/>
                </a:lnTo>
                <a:lnTo>
                  <a:pt x="560486" y="547198"/>
                </a:lnTo>
                <a:lnTo>
                  <a:pt x="566128" y="541742"/>
                </a:lnTo>
                <a:lnTo>
                  <a:pt x="571771" y="541880"/>
                </a:lnTo>
                <a:lnTo>
                  <a:pt x="581175" y="542508"/>
                </a:lnTo>
                <a:lnTo>
                  <a:pt x="588698" y="538007"/>
                </a:lnTo>
                <a:lnTo>
                  <a:pt x="590579" y="543059"/>
                </a:lnTo>
                <a:lnTo>
                  <a:pt x="594341" y="527245"/>
                </a:lnTo>
                <a:lnTo>
                  <a:pt x="599983" y="544269"/>
                </a:lnTo>
                <a:lnTo>
                  <a:pt x="601864" y="540616"/>
                </a:lnTo>
                <a:lnTo>
                  <a:pt x="603745" y="542882"/>
                </a:lnTo>
                <a:lnTo>
                  <a:pt x="609387" y="548407"/>
                </a:lnTo>
                <a:lnTo>
                  <a:pt x="611268" y="534197"/>
                </a:lnTo>
                <a:lnTo>
                  <a:pt x="613149" y="536007"/>
                </a:lnTo>
                <a:lnTo>
                  <a:pt x="620672" y="527674"/>
                </a:lnTo>
                <a:lnTo>
                  <a:pt x="628196" y="543962"/>
                </a:lnTo>
                <a:lnTo>
                  <a:pt x="633838" y="532776"/>
                </a:lnTo>
                <a:lnTo>
                  <a:pt x="637600" y="539620"/>
                </a:lnTo>
                <a:lnTo>
                  <a:pt x="639481" y="537704"/>
                </a:lnTo>
                <a:lnTo>
                  <a:pt x="643242" y="534291"/>
                </a:lnTo>
                <a:lnTo>
                  <a:pt x="647004" y="536869"/>
                </a:lnTo>
                <a:lnTo>
                  <a:pt x="648885" y="534687"/>
                </a:lnTo>
                <a:lnTo>
                  <a:pt x="650765" y="536754"/>
                </a:lnTo>
                <a:lnTo>
                  <a:pt x="658289" y="534128"/>
                </a:lnTo>
                <a:lnTo>
                  <a:pt x="660170" y="537576"/>
                </a:lnTo>
                <a:lnTo>
                  <a:pt x="663931" y="529581"/>
                </a:lnTo>
                <a:lnTo>
                  <a:pt x="665812" y="531528"/>
                </a:lnTo>
                <a:lnTo>
                  <a:pt x="669574" y="533996"/>
                </a:lnTo>
                <a:lnTo>
                  <a:pt x="671455" y="528504"/>
                </a:lnTo>
                <a:lnTo>
                  <a:pt x="673336" y="529516"/>
                </a:lnTo>
                <a:lnTo>
                  <a:pt x="677097" y="528796"/>
                </a:lnTo>
                <a:lnTo>
                  <a:pt x="678978" y="531487"/>
                </a:lnTo>
                <a:lnTo>
                  <a:pt x="680859" y="527152"/>
                </a:lnTo>
                <a:lnTo>
                  <a:pt x="682740" y="528128"/>
                </a:lnTo>
                <a:lnTo>
                  <a:pt x="684620" y="529159"/>
                </a:lnTo>
                <a:lnTo>
                  <a:pt x="690263" y="520427"/>
                </a:lnTo>
                <a:lnTo>
                  <a:pt x="692144" y="524321"/>
                </a:lnTo>
                <a:lnTo>
                  <a:pt x="694025" y="522062"/>
                </a:lnTo>
                <a:lnTo>
                  <a:pt x="703429" y="522973"/>
                </a:lnTo>
                <a:lnTo>
                  <a:pt x="705309" y="519769"/>
                </a:lnTo>
                <a:lnTo>
                  <a:pt x="707190" y="522220"/>
                </a:lnTo>
                <a:lnTo>
                  <a:pt x="710952" y="523228"/>
                </a:lnTo>
                <a:lnTo>
                  <a:pt x="716594" y="527358"/>
                </a:lnTo>
                <a:lnTo>
                  <a:pt x="720356" y="526745"/>
                </a:lnTo>
                <a:lnTo>
                  <a:pt x="722237" y="530811"/>
                </a:lnTo>
                <a:lnTo>
                  <a:pt x="724118" y="528505"/>
                </a:lnTo>
                <a:lnTo>
                  <a:pt x="725999" y="525622"/>
                </a:lnTo>
                <a:lnTo>
                  <a:pt x="727879" y="530032"/>
                </a:lnTo>
                <a:lnTo>
                  <a:pt x="729760" y="528809"/>
                </a:lnTo>
                <a:lnTo>
                  <a:pt x="733522" y="527887"/>
                </a:lnTo>
                <a:lnTo>
                  <a:pt x="735403" y="524893"/>
                </a:lnTo>
                <a:lnTo>
                  <a:pt x="741045" y="528033"/>
                </a:lnTo>
                <a:lnTo>
                  <a:pt x="756092" y="532309"/>
                </a:lnTo>
                <a:lnTo>
                  <a:pt x="757973" y="531481"/>
                </a:lnTo>
                <a:lnTo>
                  <a:pt x="759853" y="536430"/>
                </a:lnTo>
                <a:lnTo>
                  <a:pt x="761734" y="533067"/>
                </a:lnTo>
                <a:lnTo>
                  <a:pt x="769258" y="534472"/>
                </a:lnTo>
                <a:lnTo>
                  <a:pt x="771138" y="535439"/>
                </a:lnTo>
                <a:lnTo>
                  <a:pt x="773019" y="532047"/>
                </a:lnTo>
                <a:lnTo>
                  <a:pt x="774900" y="534750"/>
                </a:lnTo>
                <a:lnTo>
                  <a:pt x="784304" y="536533"/>
                </a:lnTo>
                <a:lnTo>
                  <a:pt x="799351" y="531746"/>
                </a:lnTo>
                <a:lnTo>
                  <a:pt x="804993" y="533087"/>
                </a:lnTo>
                <a:lnTo>
                  <a:pt x="810636" y="536528"/>
                </a:lnTo>
                <a:lnTo>
                  <a:pt x="814397" y="531936"/>
                </a:lnTo>
                <a:lnTo>
                  <a:pt x="816278" y="535813"/>
                </a:lnTo>
                <a:lnTo>
                  <a:pt x="818159" y="530800"/>
                </a:lnTo>
                <a:lnTo>
                  <a:pt x="821921" y="537868"/>
                </a:lnTo>
                <a:lnTo>
                  <a:pt x="825682" y="533572"/>
                </a:lnTo>
                <a:lnTo>
                  <a:pt x="829444" y="521979"/>
                </a:lnTo>
                <a:lnTo>
                  <a:pt x="831325" y="523267"/>
                </a:lnTo>
                <a:lnTo>
                  <a:pt x="833206" y="534893"/>
                </a:lnTo>
                <a:lnTo>
                  <a:pt x="835086" y="533472"/>
                </a:lnTo>
                <a:lnTo>
                  <a:pt x="838848" y="535840"/>
                </a:lnTo>
                <a:lnTo>
                  <a:pt x="846371" y="514484"/>
                </a:lnTo>
                <a:lnTo>
                  <a:pt x="848252" y="524777"/>
                </a:lnTo>
                <a:lnTo>
                  <a:pt x="850133" y="521425"/>
                </a:lnTo>
                <a:lnTo>
                  <a:pt x="861418" y="536789"/>
                </a:lnTo>
                <a:lnTo>
                  <a:pt x="863299" y="535306"/>
                </a:lnTo>
                <a:lnTo>
                  <a:pt x="870822" y="533652"/>
                </a:lnTo>
                <a:lnTo>
                  <a:pt x="874584" y="523990"/>
                </a:lnTo>
                <a:lnTo>
                  <a:pt x="876465" y="527621"/>
                </a:lnTo>
                <a:lnTo>
                  <a:pt x="883988" y="535439"/>
                </a:lnTo>
                <a:lnTo>
                  <a:pt x="887749" y="536612"/>
                </a:lnTo>
                <a:lnTo>
                  <a:pt x="893392" y="533091"/>
                </a:lnTo>
                <a:lnTo>
                  <a:pt x="900915" y="538055"/>
                </a:lnTo>
                <a:lnTo>
                  <a:pt x="902796" y="528594"/>
                </a:lnTo>
                <a:lnTo>
                  <a:pt x="904677" y="529615"/>
                </a:lnTo>
                <a:lnTo>
                  <a:pt x="912200" y="534394"/>
                </a:lnTo>
                <a:lnTo>
                  <a:pt x="915962" y="528741"/>
                </a:lnTo>
                <a:lnTo>
                  <a:pt x="921604" y="541068"/>
                </a:lnTo>
                <a:lnTo>
                  <a:pt x="925366" y="534849"/>
                </a:lnTo>
                <a:lnTo>
                  <a:pt x="934770" y="542751"/>
                </a:lnTo>
                <a:lnTo>
                  <a:pt x="938532" y="537752"/>
                </a:lnTo>
                <a:lnTo>
                  <a:pt x="942293" y="542219"/>
                </a:lnTo>
                <a:lnTo>
                  <a:pt x="944174" y="540880"/>
                </a:lnTo>
                <a:lnTo>
                  <a:pt x="946055" y="543733"/>
                </a:lnTo>
                <a:lnTo>
                  <a:pt x="947936" y="541803"/>
                </a:lnTo>
                <a:lnTo>
                  <a:pt x="949817" y="538380"/>
                </a:lnTo>
                <a:lnTo>
                  <a:pt x="951698" y="539837"/>
                </a:lnTo>
                <a:lnTo>
                  <a:pt x="957340" y="542573"/>
                </a:lnTo>
                <a:lnTo>
                  <a:pt x="961102" y="538927"/>
                </a:lnTo>
                <a:lnTo>
                  <a:pt x="968625" y="539193"/>
                </a:lnTo>
                <a:lnTo>
                  <a:pt x="970506" y="536560"/>
                </a:lnTo>
                <a:lnTo>
                  <a:pt x="976148" y="543638"/>
                </a:lnTo>
                <a:lnTo>
                  <a:pt x="979910" y="540538"/>
                </a:lnTo>
                <a:lnTo>
                  <a:pt x="981791" y="543934"/>
                </a:lnTo>
                <a:lnTo>
                  <a:pt x="987433" y="536878"/>
                </a:lnTo>
                <a:lnTo>
                  <a:pt x="991195" y="536084"/>
                </a:lnTo>
                <a:lnTo>
                  <a:pt x="994957" y="537384"/>
                </a:lnTo>
                <a:lnTo>
                  <a:pt x="1015646" y="538115"/>
                </a:lnTo>
                <a:lnTo>
                  <a:pt x="1021288" y="538695"/>
                </a:lnTo>
                <a:lnTo>
                  <a:pt x="1038216" y="538965"/>
                </a:lnTo>
                <a:lnTo>
                  <a:pt x="1041977" y="540866"/>
                </a:lnTo>
                <a:lnTo>
                  <a:pt x="1047620" y="543486"/>
                </a:lnTo>
                <a:lnTo>
                  <a:pt x="1049500" y="537487"/>
                </a:lnTo>
                <a:lnTo>
                  <a:pt x="1051381" y="539050"/>
                </a:lnTo>
                <a:lnTo>
                  <a:pt x="1055143" y="540212"/>
                </a:lnTo>
                <a:lnTo>
                  <a:pt x="1058905" y="538167"/>
                </a:lnTo>
                <a:lnTo>
                  <a:pt x="1062666" y="539005"/>
                </a:lnTo>
                <a:lnTo>
                  <a:pt x="1083355" y="541794"/>
                </a:lnTo>
                <a:lnTo>
                  <a:pt x="1088998" y="548811"/>
                </a:lnTo>
                <a:lnTo>
                  <a:pt x="1100283" y="540774"/>
                </a:lnTo>
                <a:lnTo>
                  <a:pt x="1115329" y="547947"/>
                </a:lnTo>
                <a:lnTo>
                  <a:pt x="1119091" y="540769"/>
                </a:lnTo>
                <a:lnTo>
                  <a:pt x="1120972" y="542944"/>
                </a:lnTo>
                <a:lnTo>
                  <a:pt x="1128495" y="541706"/>
                </a:lnTo>
                <a:lnTo>
                  <a:pt x="1137899" y="541235"/>
                </a:lnTo>
                <a:lnTo>
                  <a:pt x="1141661" y="542938"/>
                </a:lnTo>
                <a:lnTo>
                  <a:pt x="1145422" y="538224"/>
                </a:lnTo>
                <a:lnTo>
                  <a:pt x="1147303" y="544281"/>
                </a:lnTo>
                <a:lnTo>
                  <a:pt x="1149184" y="541448"/>
                </a:lnTo>
                <a:lnTo>
                  <a:pt x="1151065" y="538385"/>
                </a:lnTo>
                <a:lnTo>
                  <a:pt x="1154827" y="544636"/>
                </a:lnTo>
                <a:lnTo>
                  <a:pt x="1156707" y="546705"/>
                </a:lnTo>
                <a:lnTo>
                  <a:pt x="1158588" y="544432"/>
                </a:lnTo>
                <a:lnTo>
                  <a:pt x="1160469" y="541611"/>
                </a:lnTo>
                <a:lnTo>
                  <a:pt x="1162350" y="543716"/>
                </a:lnTo>
                <a:lnTo>
                  <a:pt x="1164231" y="547226"/>
                </a:lnTo>
                <a:lnTo>
                  <a:pt x="1171754" y="536180"/>
                </a:lnTo>
                <a:lnTo>
                  <a:pt x="1175516" y="542755"/>
                </a:lnTo>
                <a:lnTo>
                  <a:pt x="1179277" y="536660"/>
                </a:lnTo>
                <a:lnTo>
                  <a:pt x="1181158" y="538607"/>
                </a:lnTo>
                <a:lnTo>
                  <a:pt x="1186801" y="541729"/>
                </a:lnTo>
                <a:lnTo>
                  <a:pt x="1199966" y="540884"/>
                </a:lnTo>
                <a:lnTo>
                  <a:pt x="1205609" y="537290"/>
                </a:lnTo>
                <a:lnTo>
                  <a:pt x="1218775" y="538949"/>
                </a:lnTo>
                <a:lnTo>
                  <a:pt x="1220656" y="539123"/>
                </a:lnTo>
                <a:lnTo>
                  <a:pt x="1224417" y="543061"/>
                </a:lnTo>
                <a:lnTo>
                  <a:pt x="1228179" y="538130"/>
                </a:lnTo>
                <a:lnTo>
                  <a:pt x="1231940" y="540356"/>
                </a:lnTo>
                <a:lnTo>
                  <a:pt x="1235702" y="537189"/>
                </a:lnTo>
                <a:lnTo>
                  <a:pt x="1237583" y="541548"/>
                </a:lnTo>
                <a:lnTo>
                  <a:pt x="1241345" y="538481"/>
                </a:lnTo>
                <a:lnTo>
                  <a:pt x="1250749" y="538038"/>
                </a:lnTo>
                <a:lnTo>
                  <a:pt x="1254510" y="537031"/>
                </a:lnTo>
                <a:lnTo>
                  <a:pt x="1275199" y="540544"/>
                </a:lnTo>
                <a:lnTo>
                  <a:pt x="1284604" y="538890"/>
                </a:lnTo>
                <a:lnTo>
                  <a:pt x="1286484" y="539817"/>
                </a:lnTo>
                <a:lnTo>
                  <a:pt x="1288365" y="544182"/>
                </a:lnTo>
                <a:lnTo>
                  <a:pt x="1290246" y="541920"/>
                </a:lnTo>
                <a:lnTo>
                  <a:pt x="1292127" y="538628"/>
                </a:lnTo>
                <a:lnTo>
                  <a:pt x="1294008" y="540420"/>
                </a:lnTo>
                <a:lnTo>
                  <a:pt x="1297769" y="539964"/>
                </a:lnTo>
                <a:lnTo>
                  <a:pt x="1303412" y="537527"/>
                </a:lnTo>
                <a:lnTo>
                  <a:pt x="1307173" y="542993"/>
                </a:lnTo>
                <a:lnTo>
                  <a:pt x="1309054" y="541317"/>
                </a:lnTo>
                <a:lnTo>
                  <a:pt x="1314697" y="537972"/>
                </a:lnTo>
                <a:lnTo>
                  <a:pt x="1327862" y="540883"/>
                </a:lnTo>
                <a:lnTo>
                  <a:pt x="1337267" y="540052"/>
                </a:lnTo>
                <a:lnTo>
                  <a:pt x="1341028" y="540719"/>
                </a:lnTo>
                <a:lnTo>
                  <a:pt x="1357956" y="539871"/>
                </a:lnTo>
                <a:lnTo>
                  <a:pt x="1361717" y="540222"/>
                </a:lnTo>
                <a:lnTo>
                  <a:pt x="1363598" y="544844"/>
                </a:lnTo>
                <a:lnTo>
                  <a:pt x="1367360" y="540149"/>
                </a:lnTo>
                <a:lnTo>
                  <a:pt x="1371122" y="540890"/>
                </a:lnTo>
                <a:lnTo>
                  <a:pt x="1374883" y="539201"/>
                </a:lnTo>
                <a:lnTo>
                  <a:pt x="1457639" y="546068"/>
                </a:lnTo>
                <a:lnTo>
                  <a:pt x="1461401" y="543948"/>
                </a:lnTo>
                <a:lnTo>
                  <a:pt x="1467044" y="546474"/>
                </a:lnTo>
                <a:lnTo>
                  <a:pt x="1472686" y="545751"/>
                </a:lnTo>
                <a:lnTo>
                  <a:pt x="1489613" y="545464"/>
                </a:lnTo>
                <a:lnTo>
                  <a:pt x="1495256" y="547960"/>
                </a:lnTo>
                <a:lnTo>
                  <a:pt x="1497137" y="543066"/>
                </a:lnTo>
                <a:lnTo>
                  <a:pt x="1499018" y="545914"/>
                </a:lnTo>
                <a:lnTo>
                  <a:pt x="1508422" y="545417"/>
                </a:lnTo>
                <a:lnTo>
                  <a:pt x="1512183" y="545210"/>
                </a:lnTo>
                <a:lnTo>
                  <a:pt x="1514064" y="552501"/>
                </a:lnTo>
                <a:lnTo>
                  <a:pt x="1515945" y="543810"/>
                </a:lnTo>
                <a:lnTo>
                  <a:pt x="1517826" y="545200"/>
                </a:lnTo>
                <a:lnTo>
                  <a:pt x="1530992" y="545563"/>
                </a:lnTo>
                <a:lnTo>
                  <a:pt x="1532873" y="549042"/>
                </a:lnTo>
                <a:lnTo>
                  <a:pt x="1534753" y="547096"/>
                </a:lnTo>
                <a:lnTo>
                  <a:pt x="1538515" y="547056"/>
                </a:lnTo>
                <a:lnTo>
                  <a:pt x="1544157" y="545512"/>
                </a:lnTo>
                <a:lnTo>
                  <a:pt x="1549800" y="545097"/>
                </a:lnTo>
                <a:lnTo>
                  <a:pt x="1559204" y="546000"/>
                </a:lnTo>
                <a:lnTo>
                  <a:pt x="1561085" y="550580"/>
                </a:lnTo>
                <a:lnTo>
                  <a:pt x="1562966" y="543251"/>
                </a:lnTo>
                <a:lnTo>
                  <a:pt x="1564846" y="544555"/>
                </a:lnTo>
                <a:lnTo>
                  <a:pt x="1570489" y="542907"/>
                </a:lnTo>
                <a:lnTo>
                  <a:pt x="1572370" y="551340"/>
                </a:lnTo>
                <a:lnTo>
                  <a:pt x="1574251" y="549443"/>
                </a:lnTo>
                <a:lnTo>
                  <a:pt x="1578012" y="542935"/>
                </a:lnTo>
                <a:lnTo>
                  <a:pt x="1583655" y="545967"/>
                </a:lnTo>
                <a:lnTo>
                  <a:pt x="1589297" y="543158"/>
                </a:lnTo>
                <a:lnTo>
                  <a:pt x="1602463" y="545714"/>
                </a:lnTo>
                <a:lnTo>
                  <a:pt x="1606225" y="545593"/>
                </a:lnTo>
                <a:lnTo>
                  <a:pt x="1611867" y="541583"/>
                </a:lnTo>
                <a:lnTo>
                  <a:pt x="1615629" y="540591"/>
                </a:lnTo>
                <a:lnTo>
                  <a:pt x="1621271" y="541036"/>
                </a:lnTo>
                <a:lnTo>
                  <a:pt x="1643841" y="522949"/>
                </a:lnTo>
                <a:lnTo>
                  <a:pt x="1647603" y="529345"/>
                </a:lnTo>
                <a:lnTo>
                  <a:pt x="1649484" y="525582"/>
                </a:lnTo>
                <a:lnTo>
                  <a:pt x="1657007" y="518676"/>
                </a:lnTo>
                <a:lnTo>
                  <a:pt x="1668292" y="525820"/>
                </a:lnTo>
                <a:lnTo>
                  <a:pt x="1675815" y="521129"/>
                </a:lnTo>
                <a:lnTo>
                  <a:pt x="1683339" y="518823"/>
                </a:lnTo>
                <a:lnTo>
                  <a:pt x="1685219" y="520835"/>
                </a:lnTo>
                <a:lnTo>
                  <a:pt x="1690862" y="515893"/>
                </a:lnTo>
                <a:lnTo>
                  <a:pt x="1696504" y="522201"/>
                </a:lnTo>
                <a:lnTo>
                  <a:pt x="1700266" y="515819"/>
                </a:lnTo>
                <a:lnTo>
                  <a:pt x="1702147" y="514944"/>
                </a:lnTo>
                <a:lnTo>
                  <a:pt x="1705908" y="518337"/>
                </a:lnTo>
                <a:lnTo>
                  <a:pt x="1707789" y="512657"/>
                </a:lnTo>
                <a:lnTo>
                  <a:pt x="1709670" y="513775"/>
                </a:lnTo>
                <a:lnTo>
                  <a:pt x="1713432" y="511169"/>
                </a:lnTo>
                <a:lnTo>
                  <a:pt x="1719074" y="519797"/>
                </a:lnTo>
                <a:lnTo>
                  <a:pt x="1720955" y="515046"/>
                </a:lnTo>
                <a:lnTo>
                  <a:pt x="1728478" y="513466"/>
                </a:lnTo>
                <a:lnTo>
                  <a:pt x="1734121" y="520153"/>
                </a:lnTo>
                <a:lnTo>
                  <a:pt x="1736002" y="516254"/>
                </a:lnTo>
                <a:lnTo>
                  <a:pt x="1739763" y="512511"/>
                </a:lnTo>
                <a:lnTo>
                  <a:pt x="1745406" y="516378"/>
                </a:lnTo>
                <a:lnTo>
                  <a:pt x="1747287" y="513285"/>
                </a:lnTo>
                <a:lnTo>
                  <a:pt x="1749167" y="515171"/>
                </a:lnTo>
                <a:lnTo>
                  <a:pt x="1752929" y="519655"/>
                </a:lnTo>
                <a:lnTo>
                  <a:pt x="1756691" y="514235"/>
                </a:lnTo>
                <a:lnTo>
                  <a:pt x="1760452" y="516527"/>
                </a:lnTo>
                <a:lnTo>
                  <a:pt x="1764214" y="515229"/>
                </a:lnTo>
                <a:lnTo>
                  <a:pt x="1771737" y="516274"/>
                </a:lnTo>
                <a:lnTo>
                  <a:pt x="1788665" y="518205"/>
                </a:lnTo>
                <a:lnTo>
                  <a:pt x="1790546" y="527213"/>
                </a:lnTo>
                <a:lnTo>
                  <a:pt x="1792426" y="521508"/>
                </a:lnTo>
                <a:lnTo>
                  <a:pt x="1807473" y="514044"/>
                </a:lnTo>
                <a:lnTo>
                  <a:pt x="1814996" y="510653"/>
                </a:lnTo>
                <a:lnTo>
                  <a:pt x="1822519" y="509507"/>
                </a:lnTo>
                <a:lnTo>
                  <a:pt x="1839447" y="516882"/>
                </a:lnTo>
                <a:lnTo>
                  <a:pt x="1845090" y="521731"/>
                </a:lnTo>
                <a:lnTo>
                  <a:pt x="1869540" y="528761"/>
                </a:lnTo>
                <a:lnTo>
                  <a:pt x="1877063" y="522716"/>
                </a:lnTo>
                <a:lnTo>
                  <a:pt x="1882706" y="526836"/>
                </a:lnTo>
                <a:lnTo>
                  <a:pt x="1901514" y="529850"/>
                </a:lnTo>
                <a:lnTo>
                  <a:pt x="1909038" y="533889"/>
                </a:lnTo>
                <a:lnTo>
                  <a:pt x="1956058" y="548350"/>
                </a:lnTo>
                <a:lnTo>
                  <a:pt x="1959820" y="553402"/>
                </a:lnTo>
                <a:lnTo>
                  <a:pt x="1961701" y="549317"/>
                </a:lnTo>
                <a:lnTo>
                  <a:pt x="1963581" y="552473"/>
                </a:lnTo>
                <a:lnTo>
                  <a:pt x="1965462" y="554897"/>
                </a:lnTo>
                <a:lnTo>
                  <a:pt x="1969224" y="550783"/>
                </a:lnTo>
                <a:lnTo>
                  <a:pt x="1974866" y="553624"/>
                </a:lnTo>
                <a:lnTo>
                  <a:pt x="1980509" y="552040"/>
                </a:lnTo>
                <a:lnTo>
                  <a:pt x="1986151" y="556107"/>
                </a:lnTo>
                <a:lnTo>
                  <a:pt x="1988032" y="551677"/>
                </a:lnTo>
                <a:lnTo>
                  <a:pt x="1991794" y="558813"/>
                </a:lnTo>
                <a:lnTo>
                  <a:pt x="1995556" y="554687"/>
                </a:lnTo>
                <a:lnTo>
                  <a:pt x="2001198" y="556260"/>
                </a:lnTo>
                <a:lnTo>
                  <a:pt x="2003079" y="552205"/>
                </a:lnTo>
                <a:lnTo>
                  <a:pt x="2004960" y="557036"/>
                </a:lnTo>
                <a:lnTo>
                  <a:pt x="2006840" y="555001"/>
                </a:lnTo>
                <a:lnTo>
                  <a:pt x="2014364" y="557352"/>
                </a:lnTo>
                <a:lnTo>
                  <a:pt x="2018125" y="557291"/>
                </a:lnTo>
                <a:lnTo>
                  <a:pt x="2021887" y="559561"/>
                </a:lnTo>
                <a:lnTo>
                  <a:pt x="2023768" y="556673"/>
                </a:lnTo>
                <a:lnTo>
                  <a:pt x="2029410" y="562685"/>
                </a:lnTo>
                <a:lnTo>
                  <a:pt x="2035053" y="562331"/>
                </a:lnTo>
                <a:lnTo>
                  <a:pt x="2042576" y="568930"/>
                </a:lnTo>
                <a:lnTo>
                  <a:pt x="2050099" y="567749"/>
                </a:lnTo>
                <a:lnTo>
                  <a:pt x="2055742" y="572972"/>
                </a:lnTo>
                <a:lnTo>
                  <a:pt x="2057623" y="577657"/>
                </a:lnTo>
                <a:lnTo>
                  <a:pt x="2061384" y="569350"/>
                </a:lnTo>
                <a:lnTo>
                  <a:pt x="2065146" y="587449"/>
                </a:lnTo>
                <a:lnTo>
                  <a:pt x="2067027" y="594960"/>
                </a:lnTo>
                <a:lnTo>
                  <a:pt x="2068908" y="584174"/>
                </a:lnTo>
                <a:lnTo>
                  <a:pt x="2070789" y="586361"/>
                </a:lnTo>
                <a:lnTo>
                  <a:pt x="2072669" y="588065"/>
                </a:lnTo>
                <a:lnTo>
                  <a:pt x="2074550" y="584443"/>
                </a:lnTo>
                <a:lnTo>
                  <a:pt x="2082073" y="603161"/>
                </a:lnTo>
                <a:lnTo>
                  <a:pt x="2083954" y="597132"/>
                </a:lnTo>
                <a:lnTo>
                  <a:pt x="2087716" y="608501"/>
                </a:lnTo>
                <a:lnTo>
                  <a:pt x="2089597" y="607223"/>
                </a:lnTo>
                <a:lnTo>
                  <a:pt x="2091478" y="612335"/>
                </a:lnTo>
                <a:lnTo>
                  <a:pt x="2093358" y="610953"/>
                </a:lnTo>
                <a:lnTo>
                  <a:pt x="2095239" y="607262"/>
                </a:lnTo>
                <a:lnTo>
                  <a:pt x="2097120" y="608280"/>
                </a:lnTo>
                <a:lnTo>
                  <a:pt x="2108405" y="618623"/>
                </a:lnTo>
                <a:lnTo>
                  <a:pt x="2110286" y="615533"/>
                </a:lnTo>
                <a:lnTo>
                  <a:pt x="2115928" y="613597"/>
                </a:lnTo>
                <a:lnTo>
                  <a:pt x="2117809" y="618375"/>
                </a:lnTo>
                <a:lnTo>
                  <a:pt x="2119690" y="616716"/>
                </a:lnTo>
                <a:lnTo>
                  <a:pt x="2125332" y="618838"/>
                </a:lnTo>
                <a:lnTo>
                  <a:pt x="2134736" y="617526"/>
                </a:lnTo>
                <a:lnTo>
                  <a:pt x="2136617" y="606344"/>
                </a:lnTo>
                <a:lnTo>
                  <a:pt x="2138498" y="610348"/>
                </a:lnTo>
                <a:lnTo>
                  <a:pt x="2140379" y="610238"/>
                </a:lnTo>
                <a:lnTo>
                  <a:pt x="2146021" y="605624"/>
                </a:lnTo>
                <a:lnTo>
                  <a:pt x="2149783" y="608003"/>
                </a:lnTo>
                <a:lnTo>
                  <a:pt x="2153545" y="606650"/>
                </a:lnTo>
                <a:lnTo>
                  <a:pt x="2155426" y="604442"/>
                </a:lnTo>
                <a:lnTo>
                  <a:pt x="2159187" y="593926"/>
                </a:lnTo>
                <a:lnTo>
                  <a:pt x="2161068" y="601494"/>
                </a:lnTo>
                <a:lnTo>
                  <a:pt x="2162949" y="600884"/>
                </a:lnTo>
                <a:lnTo>
                  <a:pt x="2166711" y="597491"/>
                </a:lnTo>
                <a:lnTo>
                  <a:pt x="2168591" y="598541"/>
                </a:lnTo>
                <a:lnTo>
                  <a:pt x="2174234" y="587948"/>
                </a:lnTo>
                <a:lnTo>
                  <a:pt x="2176115" y="585646"/>
                </a:lnTo>
                <a:lnTo>
                  <a:pt x="2177996" y="589470"/>
                </a:lnTo>
                <a:lnTo>
                  <a:pt x="2179876" y="588528"/>
                </a:lnTo>
                <a:lnTo>
                  <a:pt x="2183638" y="585397"/>
                </a:lnTo>
                <a:lnTo>
                  <a:pt x="2185519" y="588189"/>
                </a:lnTo>
                <a:lnTo>
                  <a:pt x="2187400" y="585921"/>
                </a:lnTo>
                <a:lnTo>
                  <a:pt x="2194923" y="573425"/>
                </a:lnTo>
                <a:lnTo>
                  <a:pt x="2202446" y="578657"/>
                </a:lnTo>
                <a:lnTo>
                  <a:pt x="2208089" y="570448"/>
                </a:lnTo>
                <a:lnTo>
                  <a:pt x="2215612" y="564708"/>
                </a:lnTo>
                <a:lnTo>
                  <a:pt x="2217493" y="567155"/>
                </a:lnTo>
                <a:lnTo>
                  <a:pt x="2219374" y="564826"/>
                </a:lnTo>
                <a:lnTo>
                  <a:pt x="2221254" y="558727"/>
                </a:lnTo>
                <a:lnTo>
                  <a:pt x="2223135" y="560629"/>
                </a:lnTo>
                <a:lnTo>
                  <a:pt x="2228778" y="564618"/>
                </a:lnTo>
                <a:lnTo>
                  <a:pt x="2232540" y="562995"/>
                </a:lnTo>
                <a:lnTo>
                  <a:pt x="2236301" y="560132"/>
                </a:lnTo>
                <a:lnTo>
                  <a:pt x="2240063" y="550934"/>
                </a:lnTo>
                <a:lnTo>
                  <a:pt x="2243824" y="555102"/>
                </a:lnTo>
                <a:lnTo>
                  <a:pt x="2245705" y="552058"/>
                </a:lnTo>
                <a:lnTo>
                  <a:pt x="2247586" y="547067"/>
                </a:lnTo>
                <a:lnTo>
                  <a:pt x="2249467" y="549889"/>
                </a:lnTo>
                <a:lnTo>
                  <a:pt x="2253229" y="546519"/>
                </a:lnTo>
                <a:lnTo>
                  <a:pt x="2255109" y="541487"/>
                </a:lnTo>
                <a:lnTo>
                  <a:pt x="2256990" y="544629"/>
                </a:lnTo>
                <a:lnTo>
                  <a:pt x="2266394" y="526649"/>
                </a:lnTo>
                <a:lnTo>
                  <a:pt x="2270156" y="528540"/>
                </a:lnTo>
                <a:lnTo>
                  <a:pt x="2272037" y="520079"/>
                </a:lnTo>
                <a:lnTo>
                  <a:pt x="2273918" y="531510"/>
                </a:lnTo>
                <a:lnTo>
                  <a:pt x="2275798" y="520794"/>
                </a:lnTo>
                <a:lnTo>
                  <a:pt x="2277679" y="526111"/>
                </a:lnTo>
                <a:lnTo>
                  <a:pt x="2279560" y="527773"/>
                </a:lnTo>
                <a:lnTo>
                  <a:pt x="2281441" y="518684"/>
                </a:lnTo>
                <a:lnTo>
                  <a:pt x="2283322" y="521333"/>
                </a:lnTo>
                <a:lnTo>
                  <a:pt x="2288964" y="517919"/>
                </a:lnTo>
                <a:lnTo>
                  <a:pt x="2290845" y="527647"/>
                </a:lnTo>
                <a:lnTo>
                  <a:pt x="2292726" y="524565"/>
                </a:lnTo>
                <a:lnTo>
                  <a:pt x="2296487" y="530631"/>
                </a:lnTo>
                <a:lnTo>
                  <a:pt x="2298368" y="527901"/>
                </a:lnTo>
                <a:lnTo>
                  <a:pt x="2302130" y="524322"/>
                </a:lnTo>
                <a:lnTo>
                  <a:pt x="2307772" y="525068"/>
                </a:lnTo>
                <a:lnTo>
                  <a:pt x="2311534" y="521526"/>
                </a:lnTo>
                <a:lnTo>
                  <a:pt x="2315296" y="523059"/>
                </a:lnTo>
                <a:lnTo>
                  <a:pt x="2319057" y="517863"/>
                </a:lnTo>
                <a:lnTo>
                  <a:pt x="2324700" y="525843"/>
                </a:lnTo>
                <a:lnTo>
                  <a:pt x="2328461" y="519455"/>
                </a:lnTo>
                <a:lnTo>
                  <a:pt x="2334104" y="524309"/>
                </a:lnTo>
                <a:lnTo>
                  <a:pt x="2341627" y="518050"/>
                </a:lnTo>
                <a:lnTo>
                  <a:pt x="2347270" y="523641"/>
                </a:lnTo>
                <a:lnTo>
                  <a:pt x="2349151" y="521241"/>
                </a:lnTo>
                <a:lnTo>
                  <a:pt x="2352912" y="525205"/>
                </a:lnTo>
                <a:lnTo>
                  <a:pt x="2364197" y="527690"/>
                </a:lnTo>
                <a:lnTo>
                  <a:pt x="2373601" y="535956"/>
                </a:lnTo>
                <a:lnTo>
                  <a:pt x="2377363" y="534816"/>
                </a:lnTo>
                <a:lnTo>
                  <a:pt x="2386767" y="543625"/>
                </a:lnTo>
                <a:lnTo>
                  <a:pt x="2411218" y="567433"/>
                </a:lnTo>
                <a:lnTo>
                  <a:pt x="2413099" y="563097"/>
                </a:lnTo>
                <a:lnTo>
                  <a:pt x="2414980" y="565877"/>
                </a:lnTo>
                <a:lnTo>
                  <a:pt x="2420622" y="571725"/>
                </a:lnTo>
                <a:lnTo>
                  <a:pt x="2433788" y="582844"/>
                </a:lnTo>
                <a:lnTo>
                  <a:pt x="2435668" y="587121"/>
                </a:lnTo>
                <a:lnTo>
                  <a:pt x="2437549" y="585752"/>
                </a:lnTo>
                <a:lnTo>
                  <a:pt x="2439430" y="586493"/>
                </a:lnTo>
                <a:lnTo>
                  <a:pt x="2446953" y="597415"/>
                </a:lnTo>
                <a:lnTo>
                  <a:pt x="2486451" y="637898"/>
                </a:lnTo>
                <a:lnTo>
                  <a:pt x="2493974" y="637998"/>
                </a:lnTo>
                <a:lnTo>
                  <a:pt x="2503378" y="639798"/>
                </a:lnTo>
                <a:lnTo>
                  <a:pt x="2516544" y="643066"/>
                </a:lnTo>
                <a:lnTo>
                  <a:pt x="2563565" y="652838"/>
                </a:lnTo>
                <a:lnTo>
                  <a:pt x="2580492" y="648634"/>
                </a:lnTo>
                <a:lnTo>
                  <a:pt x="2584254" y="643824"/>
                </a:lnTo>
                <a:lnTo>
                  <a:pt x="2588015" y="643873"/>
                </a:lnTo>
                <a:lnTo>
                  <a:pt x="2595539" y="639509"/>
                </a:lnTo>
                <a:lnTo>
                  <a:pt x="2599301" y="633495"/>
                </a:lnTo>
                <a:lnTo>
                  <a:pt x="2601181" y="639173"/>
                </a:lnTo>
                <a:lnTo>
                  <a:pt x="2603062" y="637048"/>
                </a:lnTo>
                <a:lnTo>
                  <a:pt x="2604943" y="636645"/>
                </a:lnTo>
                <a:lnTo>
                  <a:pt x="2616228" y="614854"/>
                </a:lnTo>
                <a:lnTo>
                  <a:pt x="2619989" y="616412"/>
                </a:lnTo>
                <a:lnTo>
                  <a:pt x="2621870" y="615374"/>
                </a:lnTo>
                <a:lnTo>
                  <a:pt x="2629393" y="602789"/>
                </a:lnTo>
                <a:lnTo>
                  <a:pt x="2651963" y="577160"/>
                </a:lnTo>
                <a:lnTo>
                  <a:pt x="2653844" y="583270"/>
                </a:lnTo>
                <a:lnTo>
                  <a:pt x="2655725" y="580050"/>
                </a:lnTo>
                <a:lnTo>
                  <a:pt x="2657606" y="582367"/>
                </a:lnTo>
                <a:lnTo>
                  <a:pt x="2665129" y="565342"/>
                </a:lnTo>
                <a:lnTo>
                  <a:pt x="2667010" y="569113"/>
                </a:lnTo>
                <a:lnTo>
                  <a:pt x="2670772" y="568501"/>
                </a:lnTo>
                <a:lnTo>
                  <a:pt x="2674533" y="563047"/>
                </a:lnTo>
                <a:lnTo>
                  <a:pt x="2676414" y="563556"/>
                </a:lnTo>
                <a:lnTo>
                  <a:pt x="2682057" y="557668"/>
                </a:lnTo>
                <a:lnTo>
                  <a:pt x="2683937" y="559359"/>
                </a:lnTo>
                <a:lnTo>
                  <a:pt x="2687699" y="555248"/>
                </a:lnTo>
                <a:lnTo>
                  <a:pt x="2689580" y="557596"/>
                </a:lnTo>
                <a:lnTo>
                  <a:pt x="2693341" y="549465"/>
                </a:lnTo>
                <a:lnTo>
                  <a:pt x="2695222" y="551460"/>
                </a:lnTo>
                <a:lnTo>
                  <a:pt x="2698984" y="547950"/>
                </a:lnTo>
                <a:lnTo>
                  <a:pt x="2700865" y="540796"/>
                </a:lnTo>
                <a:lnTo>
                  <a:pt x="2702746" y="547621"/>
                </a:lnTo>
                <a:lnTo>
                  <a:pt x="2704627" y="545038"/>
                </a:lnTo>
                <a:lnTo>
                  <a:pt x="2706508" y="541110"/>
                </a:lnTo>
                <a:lnTo>
                  <a:pt x="2708388" y="542569"/>
                </a:lnTo>
                <a:lnTo>
                  <a:pt x="2717792" y="562993"/>
                </a:lnTo>
                <a:lnTo>
                  <a:pt x="2719673" y="558133"/>
                </a:lnTo>
                <a:lnTo>
                  <a:pt x="2723435" y="549337"/>
                </a:lnTo>
                <a:lnTo>
                  <a:pt x="2727196" y="559849"/>
                </a:lnTo>
                <a:lnTo>
                  <a:pt x="2732839" y="551815"/>
                </a:lnTo>
                <a:lnTo>
                  <a:pt x="2736600" y="570047"/>
                </a:lnTo>
                <a:lnTo>
                  <a:pt x="2738481" y="567804"/>
                </a:lnTo>
                <a:lnTo>
                  <a:pt x="2740362" y="568668"/>
                </a:lnTo>
                <a:lnTo>
                  <a:pt x="2742243" y="566126"/>
                </a:lnTo>
                <a:lnTo>
                  <a:pt x="2744124" y="574840"/>
                </a:lnTo>
                <a:lnTo>
                  <a:pt x="2746005" y="573806"/>
                </a:lnTo>
                <a:lnTo>
                  <a:pt x="2753528" y="575329"/>
                </a:lnTo>
                <a:lnTo>
                  <a:pt x="2757290" y="560666"/>
                </a:lnTo>
                <a:lnTo>
                  <a:pt x="2761051" y="583309"/>
                </a:lnTo>
                <a:lnTo>
                  <a:pt x="2762932" y="581492"/>
                </a:lnTo>
                <a:lnTo>
                  <a:pt x="2764813" y="577670"/>
                </a:lnTo>
                <a:lnTo>
                  <a:pt x="2766694" y="580680"/>
                </a:lnTo>
                <a:lnTo>
                  <a:pt x="2768574" y="579856"/>
                </a:lnTo>
                <a:lnTo>
                  <a:pt x="2770455" y="574390"/>
                </a:lnTo>
                <a:lnTo>
                  <a:pt x="2774217" y="591018"/>
                </a:lnTo>
                <a:lnTo>
                  <a:pt x="2776098" y="586371"/>
                </a:lnTo>
                <a:lnTo>
                  <a:pt x="2777979" y="588781"/>
                </a:lnTo>
                <a:lnTo>
                  <a:pt x="2781741" y="601331"/>
                </a:lnTo>
                <a:lnTo>
                  <a:pt x="2783621" y="599130"/>
                </a:lnTo>
                <a:lnTo>
                  <a:pt x="2787383" y="604272"/>
                </a:lnTo>
                <a:lnTo>
                  <a:pt x="2789264" y="595869"/>
                </a:lnTo>
                <a:lnTo>
                  <a:pt x="2791145" y="597545"/>
                </a:lnTo>
                <a:lnTo>
                  <a:pt x="2794906" y="610822"/>
                </a:lnTo>
                <a:lnTo>
                  <a:pt x="2796787" y="609664"/>
                </a:lnTo>
                <a:lnTo>
                  <a:pt x="2802429" y="611885"/>
                </a:lnTo>
                <a:lnTo>
                  <a:pt x="2806191" y="611777"/>
                </a:lnTo>
                <a:lnTo>
                  <a:pt x="2811833" y="609148"/>
                </a:lnTo>
                <a:lnTo>
                  <a:pt x="2817476" y="604353"/>
                </a:lnTo>
                <a:lnTo>
                  <a:pt x="2824999" y="603236"/>
                </a:lnTo>
                <a:lnTo>
                  <a:pt x="2826880" y="604871"/>
                </a:lnTo>
                <a:lnTo>
                  <a:pt x="2828761" y="602564"/>
                </a:lnTo>
                <a:lnTo>
                  <a:pt x="2830642" y="598422"/>
                </a:lnTo>
                <a:lnTo>
                  <a:pt x="2832523" y="599351"/>
                </a:lnTo>
                <a:lnTo>
                  <a:pt x="2834403" y="599923"/>
                </a:lnTo>
                <a:lnTo>
                  <a:pt x="2836284" y="596196"/>
                </a:lnTo>
                <a:lnTo>
                  <a:pt x="2838165" y="597659"/>
                </a:lnTo>
                <a:lnTo>
                  <a:pt x="2841927" y="595455"/>
                </a:lnTo>
                <a:lnTo>
                  <a:pt x="2843807" y="589427"/>
                </a:lnTo>
                <a:lnTo>
                  <a:pt x="2845688" y="590152"/>
                </a:lnTo>
                <a:lnTo>
                  <a:pt x="2847569" y="588170"/>
                </a:lnTo>
                <a:lnTo>
                  <a:pt x="2855093" y="596068"/>
                </a:lnTo>
                <a:lnTo>
                  <a:pt x="2860735" y="585434"/>
                </a:lnTo>
                <a:lnTo>
                  <a:pt x="2864497" y="589483"/>
                </a:lnTo>
                <a:lnTo>
                  <a:pt x="2866378" y="588834"/>
                </a:lnTo>
                <a:lnTo>
                  <a:pt x="2868258" y="584066"/>
                </a:lnTo>
                <a:lnTo>
                  <a:pt x="2870139" y="592463"/>
                </a:lnTo>
                <a:lnTo>
                  <a:pt x="2872020" y="581608"/>
                </a:lnTo>
                <a:lnTo>
                  <a:pt x="2873901" y="586403"/>
                </a:lnTo>
                <a:lnTo>
                  <a:pt x="2881424" y="587394"/>
                </a:lnTo>
                <a:lnTo>
                  <a:pt x="2885186" y="588861"/>
                </a:lnTo>
                <a:lnTo>
                  <a:pt x="2888948" y="575453"/>
                </a:lnTo>
                <a:lnTo>
                  <a:pt x="2890828" y="583820"/>
                </a:lnTo>
                <a:lnTo>
                  <a:pt x="2892709" y="578225"/>
                </a:lnTo>
                <a:lnTo>
                  <a:pt x="2894590" y="576865"/>
                </a:lnTo>
                <a:lnTo>
                  <a:pt x="2902113" y="586506"/>
                </a:lnTo>
                <a:lnTo>
                  <a:pt x="2911517" y="569933"/>
                </a:lnTo>
                <a:lnTo>
                  <a:pt x="2913398" y="574503"/>
                </a:lnTo>
                <a:lnTo>
                  <a:pt x="2915279" y="564997"/>
                </a:lnTo>
                <a:lnTo>
                  <a:pt x="2917160" y="571228"/>
                </a:lnTo>
                <a:lnTo>
                  <a:pt x="2919040" y="573866"/>
                </a:lnTo>
                <a:lnTo>
                  <a:pt x="2922802" y="561059"/>
                </a:lnTo>
                <a:lnTo>
                  <a:pt x="2924683" y="563079"/>
                </a:lnTo>
                <a:lnTo>
                  <a:pt x="2926564" y="567749"/>
                </a:lnTo>
                <a:lnTo>
                  <a:pt x="2928445" y="560336"/>
                </a:lnTo>
                <a:lnTo>
                  <a:pt x="2930326" y="563709"/>
                </a:lnTo>
                <a:lnTo>
                  <a:pt x="2934087" y="568657"/>
                </a:lnTo>
                <a:lnTo>
                  <a:pt x="2935968" y="557545"/>
                </a:lnTo>
                <a:lnTo>
                  <a:pt x="2937849" y="562886"/>
                </a:lnTo>
                <a:lnTo>
                  <a:pt x="2939730" y="562884"/>
                </a:lnTo>
                <a:lnTo>
                  <a:pt x="2943491" y="553023"/>
                </a:lnTo>
                <a:lnTo>
                  <a:pt x="2945372" y="558829"/>
                </a:lnTo>
                <a:lnTo>
                  <a:pt x="2947253" y="557736"/>
                </a:lnTo>
                <a:lnTo>
                  <a:pt x="2949134" y="554438"/>
                </a:lnTo>
                <a:lnTo>
                  <a:pt x="2954776" y="563402"/>
                </a:lnTo>
                <a:lnTo>
                  <a:pt x="2956657" y="555977"/>
                </a:lnTo>
                <a:lnTo>
                  <a:pt x="2958538" y="560688"/>
                </a:lnTo>
                <a:lnTo>
                  <a:pt x="2962300" y="559835"/>
                </a:lnTo>
                <a:lnTo>
                  <a:pt x="2964181" y="561170"/>
                </a:lnTo>
                <a:lnTo>
                  <a:pt x="2971704" y="554889"/>
                </a:lnTo>
                <a:lnTo>
                  <a:pt x="2975465" y="562084"/>
                </a:lnTo>
                <a:lnTo>
                  <a:pt x="2979227" y="562308"/>
                </a:lnTo>
                <a:lnTo>
                  <a:pt x="2981108" y="551079"/>
                </a:lnTo>
                <a:lnTo>
                  <a:pt x="2984869" y="563916"/>
                </a:lnTo>
                <a:lnTo>
                  <a:pt x="2988631" y="557925"/>
                </a:lnTo>
                <a:lnTo>
                  <a:pt x="2990512" y="560528"/>
                </a:lnTo>
                <a:lnTo>
                  <a:pt x="2998035" y="555789"/>
                </a:lnTo>
                <a:lnTo>
                  <a:pt x="3001797" y="568722"/>
                </a:lnTo>
                <a:lnTo>
                  <a:pt x="3003678" y="565972"/>
                </a:lnTo>
                <a:lnTo>
                  <a:pt x="3005559" y="559591"/>
                </a:lnTo>
                <a:lnTo>
                  <a:pt x="3007439" y="562393"/>
                </a:lnTo>
                <a:lnTo>
                  <a:pt x="3009320" y="567802"/>
                </a:lnTo>
                <a:lnTo>
                  <a:pt x="3011201" y="566355"/>
                </a:lnTo>
                <a:lnTo>
                  <a:pt x="3014963" y="552128"/>
                </a:lnTo>
                <a:lnTo>
                  <a:pt x="3018724" y="559918"/>
                </a:lnTo>
                <a:lnTo>
                  <a:pt x="3020605" y="547982"/>
                </a:lnTo>
                <a:lnTo>
                  <a:pt x="3022486" y="550896"/>
                </a:lnTo>
                <a:lnTo>
                  <a:pt x="3028128" y="564175"/>
                </a:lnTo>
                <a:lnTo>
                  <a:pt x="3031890" y="551772"/>
                </a:lnTo>
                <a:lnTo>
                  <a:pt x="3035652" y="556803"/>
                </a:lnTo>
                <a:lnTo>
                  <a:pt x="3037533" y="555623"/>
                </a:lnTo>
                <a:lnTo>
                  <a:pt x="3045056" y="562083"/>
                </a:lnTo>
                <a:lnTo>
                  <a:pt x="3050698" y="552109"/>
                </a:lnTo>
                <a:lnTo>
                  <a:pt x="3054460" y="563070"/>
                </a:lnTo>
                <a:lnTo>
                  <a:pt x="3058222" y="555793"/>
                </a:lnTo>
                <a:lnTo>
                  <a:pt x="3065745" y="558210"/>
                </a:lnTo>
                <a:lnTo>
                  <a:pt x="3067626" y="551751"/>
                </a:lnTo>
                <a:lnTo>
                  <a:pt x="3069507" y="552513"/>
                </a:lnTo>
                <a:lnTo>
                  <a:pt x="3071388" y="553494"/>
                </a:lnTo>
                <a:lnTo>
                  <a:pt x="3075149" y="551621"/>
                </a:lnTo>
                <a:lnTo>
                  <a:pt x="3078911" y="553311"/>
                </a:lnTo>
                <a:lnTo>
                  <a:pt x="3084553" y="551248"/>
                </a:lnTo>
                <a:lnTo>
                  <a:pt x="3086434" y="551132"/>
                </a:lnTo>
                <a:lnTo>
                  <a:pt x="3088315" y="555261"/>
                </a:lnTo>
                <a:lnTo>
                  <a:pt x="3090196" y="553795"/>
                </a:lnTo>
                <a:lnTo>
                  <a:pt x="3093957" y="549966"/>
                </a:lnTo>
                <a:lnTo>
                  <a:pt x="3095838" y="557186"/>
                </a:lnTo>
                <a:lnTo>
                  <a:pt x="3097719" y="554857"/>
                </a:lnTo>
                <a:lnTo>
                  <a:pt x="3099600" y="555463"/>
                </a:lnTo>
                <a:lnTo>
                  <a:pt x="3105242" y="542741"/>
                </a:lnTo>
                <a:lnTo>
                  <a:pt x="3107123" y="543025"/>
                </a:lnTo>
                <a:lnTo>
                  <a:pt x="3109004" y="540045"/>
                </a:lnTo>
                <a:lnTo>
                  <a:pt x="3110885" y="542242"/>
                </a:lnTo>
                <a:lnTo>
                  <a:pt x="3118408" y="541068"/>
                </a:lnTo>
                <a:lnTo>
                  <a:pt x="3129693" y="537579"/>
                </a:lnTo>
                <a:lnTo>
                  <a:pt x="3131574" y="538347"/>
                </a:lnTo>
                <a:lnTo>
                  <a:pt x="3137216" y="533085"/>
                </a:lnTo>
                <a:lnTo>
                  <a:pt x="3157905" y="516164"/>
                </a:lnTo>
                <a:lnTo>
                  <a:pt x="3161667" y="525940"/>
                </a:lnTo>
                <a:lnTo>
                  <a:pt x="3163548" y="522757"/>
                </a:lnTo>
                <a:lnTo>
                  <a:pt x="3176713" y="518866"/>
                </a:lnTo>
                <a:lnTo>
                  <a:pt x="3180475" y="516391"/>
                </a:lnTo>
                <a:lnTo>
                  <a:pt x="3184237" y="518775"/>
                </a:lnTo>
                <a:lnTo>
                  <a:pt x="3187999" y="513448"/>
                </a:lnTo>
                <a:lnTo>
                  <a:pt x="3189880" y="505666"/>
                </a:lnTo>
                <a:lnTo>
                  <a:pt x="3191760" y="506133"/>
                </a:lnTo>
                <a:lnTo>
                  <a:pt x="3195522" y="513538"/>
                </a:lnTo>
                <a:lnTo>
                  <a:pt x="3201164" y="507671"/>
                </a:lnTo>
                <a:lnTo>
                  <a:pt x="3206807" y="509234"/>
                </a:lnTo>
                <a:lnTo>
                  <a:pt x="3210568" y="505602"/>
                </a:lnTo>
                <a:lnTo>
                  <a:pt x="3212449" y="509405"/>
                </a:lnTo>
                <a:lnTo>
                  <a:pt x="3214330" y="508048"/>
                </a:lnTo>
                <a:lnTo>
                  <a:pt x="3221854" y="503224"/>
                </a:lnTo>
                <a:lnTo>
                  <a:pt x="3225615" y="504665"/>
                </a:lnTo>
                <a:lnTo>
                  <a:pt x="3242542" y="497666"/>
                </a:lnTo>
                <a:lnTo>
                  <a:pt x="3246304" y="498694"/>
                </a:lnTo>
                <a:lnTo>
                  <a:pt x="3255708" y="491625"/>
                </a:lnTo>
                <a:lnTo>
                  <a:pt x="3259470" y="490642"/>
                </a:lnTo>
                <a:lnTo>
                  <a:pt x="3265113" y="490718"/>
                </a:lnTo>
                <a:lnTo>
                  <a:pt x="3304610" y="474669"/>
                </a:lnTo>
                <a:lnTo>
                  <a:pt x="3308371" y="475959"/>
                </a:lnTo>
                <a:lnTo>
                  <a:pt x="3330941" y="468526"/>
                </a:lnTo>
                <a:lnTo>
                  <a:pt x="3336584" y="473777"/>
                </a:lnTo>
                <a:lnTo>
                  <a:pt x="3351630" y="454277"/>
                </a:lnTo>
                <a:lnTo>
                  <a:pt x="3355392" y="458815"/>
                </a:lnTo>
                <a:lnTo>
                  <a:pt x="3357273" y="461978"/>
                </a:lnTo>
                <a:lnTo>
                  <a:pt x="3359153" y="459806"/>
                </a:lnTo>
                <a:lnTo>
                  <a:pt x="3362915" y="453334"/>
                </a:lnTo>
                <a:lnTo>
                  <a:pt x="3368558" y="458575"/>
                </a:lnTo>
                <a:lnTo>
                  <a:pt x="3387366" y="453007"/>
                </a:lnTo>
                <a:lnTo>
                  <a:pt x="3391128" y="447082"/>
                </a:lnTo>
                <a:lnTo>
                  <a:pt x="3394889" y="448257"/>
                </a:lnTo>
                <a:lnTo>
                  <a:pt x="3400532" y="464468"/>
                </a:lnTo>
                <a:lnTo>
                  <a:pt x="3409936" y="463257"/>
                </a:lnTo>
                <a:lnTo>
                  <a:pt x="3413698" y="462832"/>
                </a:lnTo>
                <a:lnTo>
                  <a:pt x="3421221" y="458765"/>
                </a:lnTo>
                <a:lnTo>
                  <a:pt x="3426863" y="458113"/>
                </a:lnTo>
                <a:lnTo>
                  <a:pt x="3434387" y="461495"/>
                </a:lnTo>
                <a:lnTo>
                  <a:pt x="3440029" y="460666"/>
                </a:lnTo>
                <a:lnTo>
                  <a:pt x="3443791" y="466456"/>
                </a:lnTo>
                <a:lnTo>
                  <a:pt x="3447553" y="465838"/>
                </a:lnTo>
                <a:lnTo>
                  <a:pt x="3456957" y="469715"/>
                </a:lnTo>
                <a:lnTo>
                  <a:pt x="3460718" y="466484"/>
                </a:lnTo>
                <a:lnTo>
                  <a:pt x="3470122" y="472163"/>
                </a:lnTo>
                <a:lnTo>
                  <a:pt x="3500215" y="468343"/>
                </a:lnTo>
                <a:lnTo>
                  <a:pt x="3503977" y="461456"/>
                </a:lnTo>
                <a:lnTo>
                  <a:pt x="3505858" y="462510"/>
                </a:lnTo>
                <a:lnTo>
                  <a:pt x="3513382" y="478445"/>
                </a:lnTo>
                <a:lnTo>
                  <a:pt x="3524666" y="475451"/>
                </a:lnTo>
                <a:lnTo>
                  <a:pt x="3532190" y="475446"/>
                </a:lnTo>
                <a:lnTo>
                  <a:pt x="3535951" y="473719"/>
                </a:lnTo>
                <a:lnTo>
                  <a:pt x="3545355" y="482503"/>
                </a:lnTo>
                <a:lnTo>
                  <a:pt x="3550998" y="474713"/>
                </a:lnTo>
                <a:lnTo>
                  <a:pt x="3560402" y="479412"/>
                </a:lnTo>
                <a:lnTo>
                  <a:pt x="3567925" y="470411"/>
                </a:lnTo>
                <a:lnTo>
                  <a:pt x="3571687" y="470032"/>
                </a:lnTo>
                <a:lnTo>
                  <a:pt x="3577329" y="463378"/>
                </a:lnTo>
                <a:lnTo>
                  <a:pt x="3582972" y="448749"/>
                </a:lnTo>
                <a:lnTo>
                  <a:pt x="3584853" y="452035"/>
                </a:lnTo>
                <a:lnTo>
                  <a:pt x="3588614" y="449033"/>
                </a:lnTo>
                <a:lnTo>
                  <a:pt x="3590495" y="450465"/>
                </a:lnTo>
                <a:lnTo>
                  <a:pt x="3599899" y="434867"/>
                </a:lnTo>
                <a:lnTo>
                  <a:pt x="3609303" y="424882"/>
                </a:lnTo>
                <a:lnTo>
                  <a:pt x="3620588" y="405891"/>
                </a:lnTo>
                <a:lnTo>
                  <a:pt x="3622469" y="406266"/>
                </a:lnTo>
                <a:lnTo>
                  <a:pt x="3631873" y="388966"/>
                </a:lnTo>
                <a:lnTo>
                  <a:pt x="3633754" y="389048"/>
                </a:lnTo>
                <a:lnTo>
                  <a:pt x="3646920" y="367195"/>
                </a:lnTo>
                <a:lnTo>
                  <a:pt x="3652562" y="364616"/>
                </a:lnTo>
                <a:lnTo>
                  <a:pt x="3658205" y="346318"/>
                </a:lnTo>
                <a:lnTo>
                  <a:pt x="3660086" y="348864"/>
                </a:lnTo>
                <a:lnTo>
                  <a:pt x="3665728" y="341898"/>
                </a:lnTo>
                <a:lnTo>
                  <a:pt x="3669490" y="339069"/>
                </a:lnTo>
                <a:lnTo>
                  <a:pt x="3680775" y="316481"/>
                </a:lnTo>
                <a:lnTo>
                  <a:pt x="3707106" y="277623"/>
                </a:lnTo>
                <a:lnTo>
                  <a:pt x="3718391" y="257978"/>
                </a:lnTo>
                <a:lnTo>
                  <a:pt x="3740961" y="217676"/>
                </a:lnTo>
                <a:lnTo>
                  <a:pt x="3746604" y="211841"/>
                </a:lnTo>
                <a:lnTo>
                  <a:pt x="3750365" y="207966"/>
                </a:lnTo>
                <a:lnTo>
                  <a:pt x="3752246" y="206247"/>
                </a:lnTo>
                <a:lnTo>
                  <a:pt x="3757888" y="193809"/>
                </a:lnTo>
                <a:lnTo>
                  <a:pt x="3763531" y="190484"/>
                </a:lnTo>
                <a:lnTo>
                  <a:pt x="3765412" y="191808"/>
                </a:lnTo>
                <a:lnTo>
                  <a:pt x="3774816" y="180174"/>
                </a:lnTo>
                <a:lnTo>
                  <a:pt x="3782339" y="167541"/>
                </a:lnTo>
                <a:lnTo>
                  <a:pt x="3784220" y="162165"/>
                </a:lnTo>
                <a:lnTo>
                  <a:pt x="3786101" y="166017"/>
                </a:lnTo>
                <a:lnTo>
                  <a:pt x="3795505" y="150330"/>
                </a:lnTo>
                <a:lnTo>
                  <a:pt x="3846288" y="82778"/>
                </a:lnTo>
                <a:lnTo>
                  <a:pt x="3851930" y="79240"/>
                </a:lnTo>
                <a:lnTo>
                  <a:pt x="3861334" y="64319"/>
                </a:lnTo>
                <a:lnTo>
                  <a:pt x="3865096" y="65786"/>
                </a:lnTo>
                <a:lnTo>
                  <a:pt x="3872619" y="56633"/>
                </a:lnTo>
                <a:lnTo>
                  <a:pt x="3878262" y="52094"/>
                </a:lnTo>
                <a:lnTo>
                  <a:pt x="3887666" y="43680"/>
                </a:lnTo>
                <a:lnTo>
                  <a:pt x="3893308" y="31645"/>
                </a:lnTo>
                <a:lnTo>
                  <a:pt x="3895189" y="32682"/>
                </a:lnTo>
                <a:lnTo>
                  <a:pt x="3897070" y="32719"/>
                </a:lnTo>
                <a:lnTo>
                  <a:pt x="3900831" y="26615"/>
                </a:lnTo>
                <a:lnTo>
                  <a:pt x="3906474" y="29767"/>
                </a:lnTo>
                <a:lnTo>
                  <a:pt x="3927163" y="18818"/>
                </a:lnTo>
                <a:lnTo>
                  <a:pt x="3930924" y="17640"/>
                </a:lnTo>
                <a:lnTo>
                  <a:pt x="3938448" y="14881"/>
                </a:lnTo>
                <a:lnTo>
                  <a:pt x="3957256" y="9389"/>
                </a:lnTo>
                <a:lnTo>
                  <a:pt x="3959137" y="4328"/>
                </a:lnTo>
                <a:lnTo>
                  <a:pt x="3961018" y="7434"/>
                </a:lnTo>
                <a:lnTo>
                  <a:pt x="3964779" y="4001"/>
                </a:lnTo>
                <a:lnTo>
                  <a:pt x="3966660" y="4998"/>
                </a:lnTo>
                <a:lnTo>
                  <a:pt x="3968541" y="1789"/>
                </a:lnTo>
                <a:lnTo>
                  <a:pt x="3972303" y="7314"/>
                </a:lnTo>
                <a:lnTo>
                  <a:pt x="3977945" y="3046"/>
                </a:lnTo>
                <a:lnTo>
                  <a:pt x="3979826" y="5221"/>
                </a:lnTo>
                <a:lnTo>
                  <a:pt x="3981707" y="0"/>
                </a:lnTo>
                <a:lnTo>
                  <a:pt x="3983587" y="3197"/>
                </a:lnTo>
                <a:lnTo>
                  <a:pt x="3987349" y="5621"/>
                </a:lnTo>
                <a:lnTo>
                  <a:pt x="3991111" y="3969"/>
                </a:lnTo>
                <a:lnTo>
                  <a:pt x="3998634" y="14697"/>
                </a:lnTo>
                <a:lnTo>
                  <a:pt x="4006157" y="30369"/>
                </a:lnTo>
                <a:lnTo>
                  <a:pt x="4008038" y="28964"/>
                </a:lnTo>
                <a:lnTo>
                  <a:pt x="4011800" y="29587"/>
                </a:lnTo>
                <a:lnTo>
                  <a:pt x="4013681" y="30982"/>
                </a:lnTo>
                <a:lnTo>
                  <a:pt x="4017442" y="37088"/>
                </a:lnTo>
                <a:lnTo>
                  <a:pt x="4019323" y="36998"/>
                </a:lnTo>
                <a:lnTo>
                  <a:pt x="4023085" y="50099"/>
                </a:lnTo>
                <a:lnTo>
                  <a:pt x="4026847" y="65334"/>
                </a:lnTo>
                <a:lnTo>
                  <a:pt x="4036251" y="245913"/>
                </a:lnTo>
                <a:lnTo>
                  <a:pt x="4049416" y="565256"/>
                </a:lnTo>
                <a:lnTo>
                  <a:pt x="4053178" y="572149"/>
                </a:lnTo>
                <a:lnTo>
                  <a:pt x="4055059" y="570429"/>
                </a:lnTo>
                <a:lnTo>
                  <a:pt x="4056940" y="573872"/>
                </a:lnTo>
                <a:lnTo>
                  <a:pt x="4058821" y="569118"/>
                </a:lnTo>
                <a:lnTo>
                  <a:pt x="4060702" y="546598"/>
                </a:lnTo>
                <a:lnTo>
                  <a:pt x="4062582" y="556577"/>
                </a:lnTo>
                <a:lnTo>
                  <a:pt x="4064463" y="548123"/>
                </a:lnTo>
                <a:lnTo>
                  <a:pt x="4066344" y="551014"/>
                </a:lnTo>
                <a:lnTo>
                  <a:pt x="4070106" y="554947"/>
                </a:lnTo>
                <a:lnTo>
                  <a:pt x="4073867" y="542403"/>
                </a:lnTo>
                <a:lnTo>
                  <a:pt x="4075748" y="531976"/>
                </a:lnTo>
                <a:lnTo>
                  <a:pt x="4077629" y="533366"/>
                </a:lnTo>
                <a:lnTo>
                  <a:pt x="4083271" y="535793"/>
                </a:lnTo>
                <a:lnTo>
                  <a:pt x="4085152" y="535034"/>
                </a:lnTo>
                <a:lnTo>
                  <a:pt x="4090794" y="528775"/>
                </a:lnTo>
                <a:lnTo>
                  <a:pt x="4092675" y="537684"/>
                </a:lnTo>
                <a:lnTo>
                  <a:pt x="4094556" y="532017"/>
                </a:lnTo>
                <a:lnTo>
                  <a:pt x="4096437" y="530184"/>
                </a:lnTo>
                <a:lnTo>
                  <a:pt x="4098318" y="539220"/>
                </a:lnTo>
                <a:lnTo>
                  <a:pt x="4100199" y="527113"/>
                </a:lnTo>
                <a:lnTo>
                  <a:pt x="4102080" y="536866"/>
                </a:lnTo>
                <a:lnTo>
                  <a:pt x="4103961" y="531648"/>
                </a:lnTo>
                <a:lnTo>
                  <a:pt x="4107722" y="529871"/>
                </a:lnTo>
                <a:lnTo>
                  <a:pt x="4109603" y="529719"/>
                </a:lnTo>
                <a:lnTo>
                  <a:pt x="4117126" y="539150"/>
                </a:lnTo>
                <a:lnTo>
                  <a:pt x="4120888" y="535541"/>
                </a:lnTo>
                <a:lnTo>
                  <a:pt x="4122769" y="549418"/>
                </a:lnTo>
                <a:lnTo>
                  <a:pt x="4124649" y="544050"/>
                </a:lnTo>
                <a:lnTo>
                  <a:pt x="4130292" y="541152"/>
                </a:lnTo>
                <a:lnTo>
                  <a:pt x="4150981" y="555313"/>
                </a:lnTo>
                <a:lnTo>
                  <a:pt x="4158504" y="560628"/>
                </a:lnTo>
                <a:lnTo>
                  <a:pt x="4160385" y="565370"/>
                </a:lnTo>
                <a:lnTo>
                  <a:pt x="4162266" y="563069"/>
                </a:lnTo>
                <a:lnTo>
                  <a:pt x="4166027" y="565361"/>
                </a:lnTo>
                <a:lnTo>
                  <a:pt x="4169789" y="578096"/>
                </a:lnTo>
                <a:lnTo>
                  <a:pt x="4173551" y="575965"/>
                </a:lnTo>
                <a:lnTo>
                  <a:pt x="4175432" y="582286"/>
                </a:lnTo>
                <a:lnTo>
                  <a:pt x="4177313" y="580566"/>
                </a:lnTo>
                <a:lnTo>
                  <a:pt x="4192359" y="601502"/>
                </a:lnTo>
                <a:lnTo>
                  <a:pt x="4205525" y="604016"/>
                </a:lnTo>
                <a:lnTo>
                  <a:pt x="4209287" y="605021"/>
                </a:lnTo>
                <a:lnTo>
                  <a:pt x="4214929" y="598302"/>
                </a:lnTo>
                <a:lnTo>
                  <a:pt x="4218691" y="603395"/>
                </a:lnTo>
                <a:lnTo>
                  <a:pt x="4222452" y="597174"/>
                </a:lnTo>
                <a:lnTo>
                  <a:pt x="4224333" y="596611"/>
                </a:lnTo>
                <a:lnTo>
                  <a:pt x="4228095" y="607169"/>
                </a:lnTo>
                <a:lnTo>
                  <a:pt x="4233737" y="598025"/>
                </a:lnTo>
                <a:lnTo>
                  <a:pt x="4237499" y="605610"/>
                </a:lnTo>
                <a:lnTo>
                  <a:pt x="4241261" y="597670"/>
                </a:lnTo>
                <a:lnTo>
                  <a:pt x="4245022" y="605385"/>
                </a:lnTo>
                <a:lnTo>
                  <a:pt x="4246903" y="599136"/>
                </a:lnTo>
                <a:lnTo>
                  <a:pt x="4250665" y="592970"/>
                </a:lnTo>
                <a:lnTo>
                  <a:pt x="4252546" y="599035"/>
                </a:lnTo>
                <a:lnTo>
                  <a:pt x="4254426" y="593712"/>
                </a:lnTo>
                <a:lnTo>
                  <a:pt x="4256307" y="595325"/>
                </a:lnTo>
                <a:lnTo>
                  <a:pt x="4260069" y="607128"/>
                </a:lnTo>
                <a:lnTo>
                  <a:pt x="4263830" y="595482"/>
                </a:lnTo>
                <a:lnTo>
                  <a:pt x="4269473" y="590731"/>
                </a:lnTo>
                <a:lnTo>
                  <a:pt x="4273234" y="596451"/>
                </a:lnTo>
                <a:lnTo>
                  <a:pt x="4280758" y="588973"/>
                </a:lnTo>
                <a:lnTo>
                  <a:pt x="4284520" y="589685"/>
                </a:lnTo>
                <a:lnTo>
                  <a:pt x="4288281" y="585052"/>
                </a:lnTo>
                <a:lnTo>
                  <a:pt x="4292043" y="595011"/>
                </a:lnTo>
                <a:lnTo>
                  <a:pt x="4293924" y="591800"/>
                </a:lnTo>
                <a:lnTo>
                  <a:pt x="4295805" y="583011"/>
                </a:lnTo>
                <a:lnTo>
                  <a:pt x="4297685" y="583809"/>
                </a:lnTo>
                <a:lnTo>
                  <a:pt x="4299566" y="582960"/>
                </a:lnTo>
                <a:lnTo>
                  <a:pt x="4301447" y="575498"/>
                </a:lnTo>
                <a:lnTo>
                  <a:pt x="4303328" y="576508"/>
                </a:lnTo>
                <a:lnTo>
                  <a:pt x="4308970" y="579848"/>
                </a:lnTo>
                <a:lnTo>
                  <a:pt x="4312732" y="572433"/>
                </a:lnTo>
                <a:lnTo>
                  <a:pt x="4316494" y="580170"/>
                </a:lnTo>
                <a:lnTo>
                  <a:pt x="4329659" y="570381"/>
                </a:lnTo>
                <a:lnTo>
                  <a:pt x="4331540" y="573481"/>
                </a:lnTo>
                <a:lnTo>
                  <a:pt x="4339063" y="565912"/>
                </a:lnTo>
                <a:lnTo>
                  <a:pt x="4344706" y="566492"/>
                </a:lnTo>
                <a:lnTo>
                  <a:pt x="4346587" y="566738"/>
                </a:lnTo>
                <a:lnTo>
                  <a:pt x="4348467" y="560593"/>
                </a:lnTo>
                <a:lnTo>
                  <a:pt x="4350348" y="562754"/>
                </a:lnTo>
                <a:lnTo>
                  <a:pt x="4355991" y="560803"/>
                </a:lnTo>
                <a:lnTo>
                  <a:pt x="4363514" y="556864"/>
                </a:lnTo>
                <a:lnTo>
                  <a:pt x="4365395" y="558292"/>
                </a:lnTo>
                <a:lnTo>
                  <a:pt x="4369157" y="567408"/>
                </a:lnTo>
                <a:lnTo>
                  <a:pt x="4374799" y="553830"/>
                </a:lnTo>
                <a:lnTo>
                  <a:pt x="4378561" y="554353"/>
                </a:lnTo>
                <a:lnTo>
                  <a:pt x="4382322" y="560913"/>
                </a:lnTo>
                <a:lnTo>
                  <a:pt x="4384203" y="559056"/>
                </a:lnTo>
                <a:lnTo>
                  <a:pt x="4387965" y="559928"/>
                </a:lnTo>
                <a:lnTo>
                  <a:pt x="4391727" y="555880"/>
                </a:lnTo>
                <a:lnTo>
                  <a:pt x="4393608" y="557938"/>
                </a:lnTo>
                <a:lnTo>
                  <a:pt x="4397369" y="565629"/>
                </a:lnTo>
                <a:lnTo>
                  <a:pt x="4403012" y="560047"/>
                </a:lnTo>
                <a:lnTo>
                  <a:pt x="4406773" y="564574"/>
                </a:lnTo>
                <a:lnTo>
                  <a:pt x="4410535" y="560202"/>
                </a:lnTo>
                <a:lnTo>
                  <a:pt x="4419939" y="563279"/>
                </a:lnTo>
                <a:lnTo>
                  <a:pt x="4423701" y="562002"/>
                </a:lnTo>
                <a:lnTo>
                  <a:pt x="4429343" y="565577"/>
                </a:lnTo>
                <a:lnTo>
                  <a:pt x="4436867" y="553261"/>
                </a:lnTo>
                <a:lnTo>
                  <a:pt x="4438747" y="559299"/>
                </a:lnTo>
                <a:lnTo>
                  <a:pt x="4440628" y="558034"/>
                </a:lnTo>
                <a:lnTo>
                  <a:pt x="4446271" y="561165"/>
                </a:lnTo>
                <a:lnTo>
                  <a:pt x="4450032" y="548902"/>
                </a:lnTo>
                <a:lnTo>
                  <a:pt x="4453794" y="554212"/>
                </a:lnTo>
                <a:lnTo>
                  <a:pt x="4457555" y="544699"/>
                </a:lnTo>
                <a:lnTo>
                  <a:pt x="4461317" y="549133"/>
                </a:lnTo>
                <a:lnTo>
                  <a:pt x="4463198" y="546583"/>
                </a:lnTo>
                <a:lnTo>
                  <a:pt x="4465079" y="547944"/>
                </a:lnTo>
                <a:lnTo>
                  <a:pt x="4468841" y="540986"/>
                </a:lnTo>
                <a:lnTo>
                  <a:pt x="4470721" y="542094"/>
                </a:lnTo>
                <a:lnTo>
                  <a:pt x="4472602" y="537682"/>
                </a:lnTo>
                <a:lnTo>
                  <a:pt x="4474483" y="539566"/>
                </a:lnTo>
                <a:lnTo>
                  <a:pt x="4476364" y="542680"/>
                </a:lnTo>
                <a:lnTo>
                  <a:pt x="4480125" y="534968"/>
                </a:lnTo>
                <a:lnTo>
                  <a:pt x="4482006" y="534289"/>
                </a:lnTo>
                <a:lnTo>
                  <a:pt x="4487649" y="525054"/>
                </a:lnTo>
                <a:lnTo>
                  <a:pt x="4489529" y="527540"/>
                </a:lnTo>
                <a:lnTo>
                  <a:pt x="4491410" y="525738"/>
                </a:lnTo>
                <a:lnTo>
                  <a:pt x="4493291" y="522193"/>
                </a:lnTo>
                <a:lnTo>
                  <a:pt x="4495172" y="523802"/>
                </a:lnTo>
                <a:lnTo>
                  <a:pt x="4498934" y="523445"/>
                </a:lnTo>
                <a:lnTo>
                  <a:pt x="4513980" y="514943"/>
                </a:lnTo>
                <a:lnTo>
                  <a:pt x="4517742" y="508815"/>
                </a:lnTo>
                <a:lnTo>
                  <a:pt x="4519623" y="514740"/>
                </a:lnTo>
                <a:lnTo>
                  <a:pt x="4521503" y="511010"/>
                </a:lnTo>
                <a:lnTo>
                  <a:pt x="4527146" y="508203"/>
                </a:lnTo>
                <a:lnTo>
                  <a:pt x="4532788" y="497453"/>
                </a:lnTo>
                <a:lnTo>
                  <a:pt x="4534669" y="502800"/>
                </a:lnTo>
                <a:lnTo>
                  <a:pt x="4536550" y="496854"/>
                </a:lnTo>
                <a:lnTo>
                  <a:pt x="4538431" y="500709"/>
                </a:lnTo>
                <a:lnTo>
                  <a:pt x="4547835" y="487509"/>
                </a:lnTo>
                <a:lnTo>
                  <a:pt x="4549716" y="492490"/>
                </a:lnTo>
                <a:lnTo>
                  <a:pt x="4553478" y="488348"/>
                </a:lnTo>
                <a:lnTo>
                  <a:pt x="4557239" y="489233"/>
                </a:lnTo>
                <a:lnTo>
                  <a:pt x="4574167" y="478238"/>
                </a:lnTo>
                <a:lnTo>
                  <a:pt x="4576048" y="480020"/>
                </a:lnTo>
                <a:lnTo>
                  <a:pt x="4581690" y="476982"/>
                </a:lnTo>
                <a:lnTo>
                  <a:pt x="4585452" y="477557"/>
                </a:lnTo>
                <a:lnTo>
                  <a:pt x="4587332" y="482965"/>
                </a:lnTo>
                <a:lnTo>
                  <a:pt x="4589213" y="480388"/>
                </a:lnTo>
                <a:lnTo>
                  <a:pt x="4594856" y="472963"/>
                </a:lnTo>
                <a:lnTo>
                  <a:pt x="4596736" y="474948"/>
                </a:lnTo>
                <a:lnTo>
                  <a:pt x="4598617" y="472090"/>
                </a:lnTo>
                <a:lnTo>
                  <a:pt x="4600498" y="474788"/>
                </a:lnTo>
                <a:lnTo>
                  <a:pt x="4602379" y="476879"/>
                </a:lnTo>
                <a:lnTo>
                  <a:pt x="4604260" y="471281"/>
                </a:lnTo>
                <a:lnTo>
                  <a:pt x="4606141" y="473048"/>
                </a:lnTo>
                <a:lnTo>
                  <a:pt x="4608022" y="475318"/>
                </a:lnTo>
                <a:lnTo>
                  <a:pt x="4611783" y="473335"/>
                </a:lnTo>
                <a:lnTo>
                  <a:pt x="4613664" y="476599"/>
                </a:lnTo>
                <a:lnTo>
                  <a:pt x="4619307" y="470781"/>
                </a:lnTo>
                <a:lnTo>
                  <a:pt x="4621187" y="476196"/>
                </a:lnTo>
                <a:lnTo>
                  <a:pt x="4623068" y="473213"/>
                </a:lnTo>
                <a:lnTo>
                  <a:pt x="4626830" y="468801"/>
                </a:lnTo>
                <a:lnTo>
                  <a:pt x="4628711" y="472517"/>
                </a:lnTo>
                <a:lnTo>
                  <a:pt x="4630591" y="470576"/>
                </a:lnTo>
                <a:lnTo>
                  <a:pt x="4636234" y="466847"/>
                </a:lnTo>
                <a:lnTo>
                  <a:pt x="4638115" y="470753"/>
                </a:lnTo>
                <a:lnTo>
                  <a:pt x="4641876" y="464625"/>
                </a:lnTo>
                <a:lnTo>
                  <a:pt x="4647519" y="473069"/>
                </a:lnTo>
                <a:lnTo>
                  <a:pt x="4649400" y="469670"/>
                </a:lnTo>
                <a:lnTo>
                  <a:pt x="4655042" y="462241"/>
                </a:lnTo>
                <a:lnTo>
                  <a:pt x="4656923" y="468460"/>
                </a:lnTo>
                <a:lnTo>
                  <a:pt x="4660685" y="461748"/>
                </a:lnTo>
                <a:lnTo>
                  <a:pt x="4664446" y="467915"/>
                </a:lnTo>
                <a:lnTo>
                  <a:pt x="4666327" y="464219"/>
                </a:lnTo>
                <a:lnTo>
                  <a:pt x="4671969" y="456414"/>
                </a:lnTo>
                <a:lnTo>
                  <a:pt x="4673850" y="461548"/>
                </a:lnTo>
                <a:lnTo>
                  <a:pt x="4675731" y="452401"/>
                </a:lnTo>
                <a:lnTo>
                  <a:pt x="4677612" y="454394"/>
                </a:lnTo>
                <a:lnTo>
                  <a:pt x="4681374" y="461323"/>
                </a:lnTo>
                <a:lnTo>
                  <a:pt x="4685136" y="447783"/>
                </a:lnTo>
                <a:lnTo>
                  <a:pt x="4690778" y="461441"/>
                </a:lnTo>
                <a:lnTo>
                  <a:pt x="4692659" y="461892"/>
                </a:lnTo>
                <a:lnTo>
                  <a:pt x="4696420" y="455059"/>
                </a:lnTo>
                <a:lnTo>
                  <a:pt x="4703944" y="453598"/>
                </a:lnTo>
                <a:lnTo>
                  <a:pt x="4707705" y="443055"/>
                </a:lnTo>
                <a:lnTo>
                  <a:pt x="4709586" y="444564"/>
                </a:lnTo>
                <a:lnTo>
                  <a:pt x="4715228" y="459654"/>
                </a:lnTo>
                <a:lnTo>
                  <a:pt x="4717109" y="455916"/>
                </a:lnTo>
                <a:lnTo>
                  <a:pt x="4728394" y="450195"/>
                </a:lnTo>
                <a:lnTo>
                  <a:pt x="4732156" y="451006"/>
                </a:lnTo>
                <a:lnTo>
                  <a:pt x="4737798" y="439854"/>
                </a:lnTo>
                <a:lnTo>
                  <a:pt x="4741560" y="448780"/>
                </a:lnTo>
                <a:lnTo>
                  <a:pt x="4750964" y="440216"/>
                </a:lnTo>
                <a:lnTo>
                  <a:pt x="4752845" y="433814"/>
                </a:lnTo>
                <a:lnTo>
                  <a:pt x="4754726" y="435624"/>
                </a:lnTo>
                <a:lnTo>
                  <a:pt x="4760369" y="451815"/>
                </a:lnTo>
                <a:lnTo>
                  <a:pt x="4766011" y="443906"/>
                </a:lnTo>
                <a:lnTo>
                  <a:pt x="4771653" y="440695"/>
                </a:lnTo>
                <a:lnTo>
                  <a:pt x="4775415" y="435987"/>
                </a:lnTo>
                <a:lnTo>
                  <a:pt x="4777296" y="437773"/>
                </a:lnTo>
                <a:lnTo>
                  <a:pt x="4786700" y="442959"/>
                </a:lnTo>
                <a:lnTo>
                  <a:pt x="4792342" y="438964"/>
                </a:lnTo>
                <a:lnTo>
                  <a:pt x="4796104" y="440782"/>
                </a:lnTo>
                <a:lnTo>
                  <a:pt x="4799866" y="437922"/>
                </a:lnTo>
                <a:lnTo>
                  <a:pt x="4809270" y="443042"/>
                </a:lnTo>
                <a:lnTo>
                  <a:pt x="4811151" y="441342"/>
                </a:lnTo>
                <a:lnTo>
                  <a:pt x="4813031" y="444573"/>
                </a:lnTo>
                <a:lnTo>
                  <a:pt x="4814912" y="439676"/>
                </a:lnTo>
                <a:lnTo>
                  <a:pt x="4818674" y="446699"/>
                </a:lnTo>
                <a:lnTo>
                  <a:pt x="4820555" y="441227"/>
                </a:lnTo>
                <a:lnTo>
                  <a:pt x="4822435" y="444440"/>
                </a:lnTo>
                <a:lnTo>
                  <a:pt x="4824316" y="441002"/>
                </a:lnTo>
                <a:lnTo>
                  <a:pt x="4826197" y="445798"/>
                </a:lnTo>
                <a:lnTo>
                  <a:pt x="4828078" y="444221"/>
                </a:lnTo>
                <a:lnTo>
                  <a:pt x="4829959" y="443668"/>
                </a:lnTo>
                <a:lnTo>
                  <a:pt x="4831840" y="435575"/>
                </a:lnTo>
                <a:lnTo>
                  <a:pt x="4833721" y="444064"/>
                </a:lnTo>
                <a:lnTo>
                  <a:pt x="4835601" y="442698"/>
                </a:lnTo>
                <a:lnTo>
                  <a:pt x="4837482" y="442134"/>
                </a:lnTo>
                <a:lnTo>
                  <a:pt x="4839363" y="426434"/>
                </a:lnTo>
                <a:lnTo>
                  <a:pt x="4841244" y="433624"/>
                </a:lnTo>
                <a:lnTo>
                  <a:pt x="4845005" y="439999"/>
                </a:lnTo>
                <a:lnTo>
                  <a:pt x="4846886" y="436293"/>
                </a:lnTo>
                <a:lnTo>
                  <a:pt x="4850648" y="442735"/>
                </a:lnTo>
                <a:lnTo>
                  <a:pt x="4852529" y="441000"/>
                </a:lnTo>
                <a:lnTo>
                  <a:pt x="4854409" y="438827"/>
                </a:lnTo>
                <a:lnTo>
                  <a:pt x="4856290" y="444826"/>
                </a:lnTo>
                <a:lnTo>
                  <a:pt x="4858171" y="442088"/>
                </a:lnTo>
                <a:lnTo>
                  <a:pt x="4876980" y="443113"/>
                </a:lnTo>
                <a:lnTo>
                  <a:pt x="4878860" y="444769"/>
                </a:lnTo>
                <a:lnTo>
                  <a:pt x="4882622" y="441059"/>
                </a:lnTo>
                <a:lnTo>
                  <a:pt x="4884503" y="445505"/>
                </a:lnTo>
                <a:lnTo>
                  <a:pt x="4886384" y="442935"/>
                </a:lnTo>
                <a:lnTo>
                  <a:pt x="4892026" y="438233"/>
                </a:lnTo>
                <a:lnTo>
                  <a:pt x="4893907" y="440668"/>
                </a:lnTo>
                <a:lnTo>
                  <a:pt x="4897668" y="435005"/>
                </a:lnTo>
                <a:lnTo>
                  <a:pt x="4899549" y="440920"/>
                </a:lnTo>
                <a:lnTo>
                  <a:pt x="4901430" y="439683"/>
                </a:lnTo>
                <a:lnTo>
                  <a:pt x="4907073" y="434303"/>
                </a:lnTo>
                <a:lnTo>
                  <a:pt x="4908954" y="437733"/>
                </a:lnTo>
                <a:lnTo>
                  <a:pt x="4922119" y="437479"/>
                </a:lnTo>
                <a:lnTo>
                  <a:pt x="4925881" y="427823"/>
                </a:lnTo>
                <a:lnTo>
                  <a:pt x="4927762" y="428496"/>
                </a:lnTo>
                <a:lnTo>
                  <a:pt x="4929642" y="434881"/>
                </a:lnTo>
                <a:lnTo>
                  <a:pt x="4933404" y="426531"/>
                </a:lnTo>
                <a:lnTo>
                  <a:pt x="4937166" y="428114"/>
                </a:lnTo>
                <a:lnTo>
                  <a:pt x="4939047" y="424906"/>
                </a:lnTo>
                <a:lnTo>
                  <a:pt x="4940928" y="426744"/>
                </a:lnTo>
                <a:lnTo>
                  <a:pt x="4946570" y="433503"/>
                </a:lnTo>
                <a:lnTo>
                  <a:pt x="4952213" y="428822"/>
                </a:lnTo>
                <a:lnTo>
                  <a:pt x="4954093" y="428739"/>
                </a:lnTo>
                <a:lnTo>
                  <a:pt x="4957855" y="434593"/>
                </a:lnTo>
                <a:lnTo>
                  <a:pt x="4963497" y="426458"/>
                </a:lnTo>
                <a:lnTo>
                  <a:pt x="4965378" y="432705"/>
                </a:lnTo>
                <a:lnTo>
                  <a:pt x="4967259" y="430927"/>
                </a:lnTo>
                <a:lnTo>
                  <a:pt x="4972901" y="425628"/>
                </a:lnTo>
                <a:lnTo>
                  <a:pt x="4976663" y="434225"/>
                </a:lnTo>
                <a:lnTo>
                  <a:pt x="4980425" y="425563"/>
                </a:lnTo>
                <a:lnTo>
                  <a:pt x="4982306" y="428205"/>
                </a:lnTo>
                <a:lnTo>
                  <a:pt x="4984187" y="427103"/>
                </a:lnTo>
                <a:lnTo>
                  <a:pt x="4987948" y="428844"/>
                </a:lnTo>
                <a:lnTo>
                  <a:pt x="4991710" y="419159"/>
                </a:lnTo>
                <a:lnTo>
                  <a:pt x="4993591" y="421568"/>
                </a:lnTo>
                <a:lnTo>
                  <a:pt x="4995471" y="427053"/>
                </a:lnTo>
                <a:lnTo>
                  <a:pt x="4997352" y="425873"/>
                </a:lnTo>
                <a:lnTo>
                  <a:pt x="5001114" y="420558"/>
                </a:lnTo>
                <a:lnTo>
                  <a:pt x="5004875" y="424759"/>
                </a:lnTo>
                <a:lnTo>
                  <a:pt x="5006756" y="428855"/>
                </a:lnTo>
                <a:lnTo>
                  <a:pt x="5012399" y="424635"/>
                </a:lnTo>
                <a:lnTo>
                  <a:pt x="5016161" y="425035"/>
                </a:lnTo>
                <a:lnTo>
                  <a:pt x="5023684" y="420465"/>
                </a:lnTo>
                <a:lnTo>
                  <a:pt x="5027446" y="422880"/>
                </a:lnTo>
                <a:lnTo>
                  <a:pt x="5033088" y="421825"/>
                </a:lnTo>
                <a:lnTo>
                  <a:pt x="5038730" y="422931"/>
                </a:lnTo>
                <a:lnTo>
                  <a:pt x="5042492" y="418375"/>
                </a:lnTo>
                <a:lnTo>
                  <a:pt x="5044373" y="421240"/>
                </a:lnTo>
                <a:lnTo>
                  <a:pt x="5053777" y="425540"/>
                </a:lnTo>
                <a:lnTo>
                  <a:pt x="5057539" y="422737"/>
                </a:lnTo>
                <a:lnTo>
                  <a:pt x="5061300" y="423245"/>
                </a:lnTo>
                <a:lnTo>
                  <a:pt x="5063181" y="425298"/>
                </a:lnTo>
                <a:lnTo>
                  <a:pt x="5068824" y="417449"/>
                </a:lnTo>
                <a:lnTo>
                  <a:pt x="5072585" y="422966"/>
                </a:lnTo>
                <a:lnTo>
                  <a:pt x="5074466" y="421549"/>
                </a:lnTo>
                <a:lnTo>
                  <a:pt x="5076347" y="418121"/>
                </a:lnTo>
                <a:lnTo>
                  <a:pt x="5078228" y="419493"/>
                </a:lnTo>
                <a:lnTo>
                  <a:pt x="5081989" y="423220"/>
                </a:lnTo>
                <a:lnTo>
                  <a:pt x="5089513" y="420432"/>
                </a:lnTo>
                <a:lnTo>
                  <a:pt x="5098917" y="424848"/>
                </a:lnTo>
                <a:lnTo>
                  <a:pt x="5100798" y="427073"/>
                </a:lnTo>
                <a:lnTo>
                  <a:pt x="5104559" y="422364"/>
                </a:lnTo>
                <a:lnTo>
                  <a:pt x="5113963" y="428462"/>
                </a:lnTo>
                <a:lnTo>
                  <a:pt x="5119606" y="417690"/>
                </a:lnTo>
                <a:lnTo>
                  <a:pt x="5121487" y="421799"/>
                </a:lnTo>
                <a:lnTo>
                  <a:pt x="5125249" y="430324"/>
                </a:lnTo>
                <a:lnTo>
                  <a:pt x="5130891" y="426071"/>
                </a:lnTo>
                <a:lnTo>
                  <a:pt x="5136533" y="428559"/>
                </a:lnTo>
                <a:lnTo>
                  <a:pt x="5142176" y="428975"/>
                </a:lnTo>
                <a:lnTo>
                  <a:pt x="5144057" y="433863"/>
                </a:lnTo>
                <a:lnTo>
                  <a:pt x="5145937" y="432969"/>
                </a:lnTo>
                <a:lnTo>
                  <a:pt x="5147818" y="435092"/>
                </a:lnTo>
                <a:lnTo>
                  <a:pt x="5149699" y="432751"/>
                </a:lnTo>
                <a:lnTo>
                  <a:pt x="5151580" y="432004"/>
                </a:lnTo>
                <a:lnTo>
                  <a:pt x="5157222" y="438163"/>
                </a:lnTo>
                <a:lnTo>
                  <a:pt x="5160984" y="429215"/>
                </a:lnTo>
                <a:lnTo>
                  <a:pt x="5162865" y="430021"/>
                </a:lnTo>
                <a:lnTo>
                  <a:pt x="5166627" y="435068"/>
                </a:lnTo>
                <a:lnTo>
                  <a:pt x="5170388" y="434266"/>
                </a:lnTo>
                <a:lnTo>
                  <a:pt x="5174150" y="428142"/>
                </a:lnTo>
                <a:lnTo>
                  <a:pt x="5183554" y="439995"/>
                </a:lnTo>
                <a:lnTo>
                  <a:pt x="5189196" y="431424"/>
                </a:lnTo>
                <a:lnTo>
                  <a:pt x="5196720" y="432044"/>
                </a:lnTo>
                <a:lnTo>
                  <a:pt x="5200482" y="434560"/>
                </a:lnTo>
                <a:lnTo>
                  <a:pt x="5202362" y="437467"/>
                </a:lnTo>
                <a:lnTo>
                  <a:pt x="5206124" y="431470"/>
                </a:lnTo>
                <a:lnTo>
                  <a:pt x="5208005" y="436386"/>
                </a:lnTo>
                <a:lnTo>
                  <a:pt x="5209886" y="433688"/>
                </a:lnTo>
                <a:lnTo>
                  <a:pt x="5219290" y="428918"/>
                </a:lnTo>
                <a:lnTo>
                  <a:pt x="5228694" y="431766"/>
                </a:lnTo>
                <a:lnTo>
                  <a:pt x="5232456" y="434822"/>
                </a:lnTo>
                <a:lnTo>
                  <a:pt x="5238098" y="431322"/>
                </a:lnTo>
                <a:lnTo>
                  <a:pt x="5243740" y="437356"/>
                </a:lnTo>
                <a:lnTo>
                  <a:pt x="5247502" y="431942"/>
                </a:lnTo>
                <a:lnTo>
                  <a:pt x="5249383" y="435642"/>
                </a:lnTo>
                <a:lnTo>
                  <a:pt x="5253144" y="431351"/>
                </a:lnTo>
                <a:lnTo>
                  <a:pt x="5258787" y="434079"/>
                </a:lnTo>
                <a:lnTo>
                  <a:pt x="5268191" y="435365"/>
                </a:lnTo>
              </a:path>
            </a:pathLst>
          </a:custGeom>
          <a:noFill/>
          <a:ln w="24847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path 128"/>
          <p:cNvSpPr/>
          <p:nvPr/>
        </p:nvSpPr>
        <p:spPr>
          <a:xfrm>
            <a:off x="3890529" y="5200400"/>
            <a:ext cx="5268191" cy="887608"/>
          </a:xfrm>
          <a:custGeom>
            <a:avLst/>
            <a:gdLst/>
            <a:ahLst/>
            <a:cxnLst/>
            <a:rect l="l" t="t" r="r" b="b"/>
            <a:pathLst>
              <a:path w="5268191" h="887608">
                <a:moveTo>
                  <a:pt x="0" y="878839"/>
                </a:moveTo>
                <a:lnTo>
                  <a:pt x="13166" y="880228"/>
                </a:lnTo>
                <a:lnTo>
                  <a:pt x="15047" y="887401"/>
                </a:lnTo>
                <a:lnTo>
                  <a:pt x="20689" y="876181"/>
                </a:lnTo>
                <a:lnTo>
                  <a:pt x="22570" y="882475"/>
                </a:lnTo>
                <a:lnTo>
                  <a:pt x="24451" y="880611"/>
                </a:lnTo>
                <a:lnTo>
                  <a:pt x="26332" y="876881"/>
                </a:lnTo>
                <a:lnTo>
                  <a:pt x="28212" y="878306"/>
                </a:lnTo>
                <a:lnTo>
                  <a:pt x="30093" y="879097"/>
                </a:lnTo>
                <a:lnTo>
                  <a:pt x="33855" y="876769"/>
                </a:lnTo>
                <a:lnTo>
                  <a:pt x="39497" y="879219"/>
                </a:lnTo>
                <a:lnTo>
                  <a:pt x="41378" y="884868"/>
                </a:lnTo>
                <a:lnTo>
                  <a:pt x="43259" y="883237"/>
                </a:lnTo>
                <a:lnTo>
                  <a:pt x="45140" y="876476"/>
                </a:lnTo>
                <a:lnTo>
                  <a:pt x="48902" y="887608"/>
                </a:lnTo>
                <a:lnTo>
                  <a:pt x="58306" y="872610"/>
                </a:lnTo>
                <a:lnTo>
                  <a:pt x="65829" y="874833"/>
                </a:lnTo>
                <a:lnTo>
                  <a:pt x="73352" y="872206"/>
                </a:lnTo>
                <a:lnTo>
                  <a:pt x="75233" y="874711"/>
                </a:lnTo>
                <a:lnTo>
                  <a:pt x="77114" y="871182"/>
                </a:lnTo>
                <a:lnTo>
                  <a:pt x="78995" y="873393"/>
                </a:lnTo>
                <a:lnTo>
                  <a:pt x="82756" y="871653"/>
                </a:lnTo>
                <a:lnTo>
                  <a:pt x="86518" y="871141"/>
                </a:lnTo>
                <a:lnTo>
                  <a:pt x="88399" y="878251"/>
                </a:lnTo>
                <a:lnTo>
                  <a:pt x="90280" y="875342"/>
                </a:lnTo>
                <a:lnTo>
                  <a:pt x="92160" y="878546"/>
                </a:lnTo>
                <a:lnTo>
                  <a:pt x="94041" y="862206"/>
                </a:lnTo>
                <a:lnTo>
                  <a:pt x="95922" y="871596"/>
                </a:lnTo>
                <a:lnTo>
                  <a:pt x="99684" y="877168"/>
                </a:lnTo>
                <a:lnTo>
                  <a:pt x="103445" y="867558"/>
                </a:lnTo>
                <a:lnTo>
                  <a:pt x="107207" y="870565"/>
                </a:lnTo>
                <a:lnTo>
                  <a:pt x="110969" y="876466"/>
                </a:lnTo>
                <a:lnTo>
                  <a:pt x="112850" y="867689"/>
                </a:lnTo>
                <a:lnTo>
                  <a:pt x="114730" y="869835"/>
                </a:lnTo>
                <a:lnTo>
                  <a:pt x="118492" y="871698"/>
                </a:lnTo>
                <a:lnTo>
                  <a:pt x="120373" y="877445"/>
                </a:lnTo>
                <a:lnTo>
                  <a:pt x="124135" y="864178"/>
                </a:lnTo>
                <a:lnTo>
                  <a:pt x="126015" y="868790"/>
                </a:lnTo>
                <a:lnTo>
                  <a:pt x="129777" y="865011"/>
                </a:lnTo>
                <a:lnTo>
                  <a:pt x="133539" y="867564"/>
                </a:lnTo>
                <a:lnTo>
                  <a:pt x="135419" y="868480"/>
                </a:lnTo>
                <a:lnTo>
                  <a:pt x="142943" y="857858"/>
                </a:lnTo>
                <a:lnTo>
                  <a:pt x="144824" y="864959"/>
                </a:lnTo>
                <a:lnTo>
                  <a:pt x="146704" y="863871"/>
                </a:lnTo>
                <a:lnTo>
                  <a:pt x="148585" y="860057"/>
                </a:lnTo>
                <a:lnTo>
                  <a:pt x="152347" y="869212"/>
                </a:lnTo>
                <a:lnTo>
                  <a:pt x="156109" y="855312"/>
                </a:lnTo>
                <a:lnTo>
                  <a:pt x="157989" y="859359"/>
                </a:lnTo>
                <a:lnTo>
                  <a:pt x="159870" y="859581"/>
                </a:lnTo>
                <a:lnTo>
                  <a:pt x="161751" y="856565"/>
                </a:lnTo>
                <a:lnTo>
                  <a:pt x="163632" y="862890"/>
                </a:lnTo>
                <a:lnTo>
                  <a:pt x="165513" y="854003"/>
                </a:lnTo>
                <a:lnTo>
                  <a:pt x="169274" y="865785"/>
                </a:lnTo>
                <a:lnTo>
                  <a:pt x="173036" y="856411"/>
                </a:lnTo>
                <a:lnTo>
                  <a:pt x="174917" y="864706"/>
                </a:lnTo>
                <a:lnTo>
                  <a:pt x="176798" y="850387"/>
                </a:lnTo>
                <a:lnTo>
                  <a:pt x="178678" y="856907"/>
                </a:lnTo>
                <a:lnTo>
                  <a:pt x="180559" y="853755"/>
                </a:lnTo>
                <a:lnTo>
                  <a:pt x="184321" y="858839"/>
                </a:lnTo>
                <a:lnTo>
                  <a:pt x="186202" y="853065"/>
                </a:lnTo>
                <a:lnTo>
                  <a:pt x="188083" y="855085"/>
                </a:lnTo>
                <a:lnTo>
                  <a:pt x="189963" y="859405"/>
                </a:lnTo>
                <a:lnTo>
                  <a:pt x="191844" y="853155"/>
                </a:lnTo>
                <a:lnTo>
                  <a:pt x="193725" y="854060"/>
                </a:lnTo>
                <a:lnTo>
                  <a:pt x="195606" y="858719"/>
                </a:lnTo>
                <a:lnTo>
                  <a:pt x="197487" y="856395"/>
                </a:lnTo>
                <a:lnTo>
                  <a:pt x="201248" y="846365"/>
                </a:lnTo>
                <a:lnTo>
                  <a:pt x="205010" y="853233"/>
                </a:lnTo>
                <a:lnTo>
                  <a:pt x="206891" y="851678"/>
                </a:lnTo>
                <a:lnTo>
                  <a:pt x="210652" y="858014"/>
                </a:lnTo>
                <a:lnTo>
                  <a:pt x="214414" y="843642"/>
                </a:lnTo>
                <a:lnTo>
                  <a:pt x="216295" y="851603"/>
                </a:lnTo>
                <a:lnTo>
                  <a:pt x="220057" y="842145"/>
                </a:lnTo>
                <a:lnTo>
                  <a:pt x="223818" y="860646"/>
                </a:lnTo>
                <a:lnTo>
                  <a:pt x="227580" y="841920"/>
                </a:lnTo>
                <a:lnTo>
                  <a:pt x="233222" y="853586"/>
                </a:lnTo>
                <a:lnTo>
                  <a:pt x="236984" y="840719"/>
                </a:lnTo>
                <a:lnTo>
                  <a:pt x="238865" y="850860"/>
                </a:lnTo>
                <a:lnTo>
                  <a:pt x="240746" y="846490"/>
                </a:lnTo>
                <a:lnTo>
                  <a:pt x="242627" y="838793"/>
                </a:lnTo>
                <a:lnTo>
                  <a:pt x="246388" y="860580"/>
                </a:lnTo>
                <a:lnTo>
                  <a:pt x="248269" y="844257"/>
                </a:lnTo>
                <a:lnTo>
                  <a:pt x="250150" y="849659"/>
                </a:lnTo>
                <a:lnTo>
                  <a:pt x="252031" y="858413"/>
                </a:lnTo>
                <a:lnTo>
                  <a:pt x="253911" y="843703"/>
                </a:lnTo>
                <a:lnTo>
                  <a:pt x="255792" y="851374"/>
                </a:lnTo>
                <a:lnTo>
                  <a:pt x="259554" y="855412"/>
                </a:lnTo>
                <a:lnTo>
                  <a:pt x="261435" y="845367"/>
                </a:lnTo>
                <a:lnTo>
                  <a:pt x="263316" y="853820"/>
                </a:lnTo>
                <a:lnTo>
                  <a:pt x="265196" y="845428"/>
                </a:lnTo>
                <a:lnTo>
                  <a:pt x="268958" y="855277"/>
                </a:lnTo>
                <a:lnTo>
                  <a:pt x="270839" y="852588"/>
                </a:lnTo>
                <a:lnTo>
                  <a:pt x="272720" y="859887"/>
                </a:lnTo>
                <a:lnTo>
                  <a:pt x="274601" y="857784"/>
                </a:lnTo>
                <a:lnTo>
                  <a:pt x="278362" y="858887"/>
                </a:lnTo>
                <a:lnTo>
                  <a:pt x="284005" y="846615"/>
                </a:lnTo>
                <a:lnTo>
                  <a:pt x="291528" y="854696"/>
                </a:lnTo>
                <a:lnTo>
                  <a:pt x="295290" y="847325"/>
                </a:lnTo>
                <a:lnTo>
                  <a:pt x="297170" y="860098"/>
                </a:lnTo>
                <a:lnTo>
                  <a:pt x="299051" y="840932"/>
                </a:lnTo>
                <a:lnTo>
                  <a:pt x="300932" y="858663"/>
                </a:lnTo>
                <a:lnTo>
                  <a:pt x="304694" y="839012"/>
                </a:lnTo>
                <a:lnTo>
                  <a:pt x="308455" y="858725"/>
                </a:lnTo>
                <a:lnTo>
                  <a:pt x="310336" y="857928"/>
                </a:lnTo>
                <a:lnTo>
                  <a:pt x="314098" y="845146"/>
                </a:lnTo>
                <a:lnTo>
                  <a:pt x="319740" y="848174"/>
                </a:lnTo>
                <a:lnTo>
                  <a:pt x="321621" y="847108"/>
                </a:lnTo>
                <a:lnTo>
                  <a:pt x="323502" y="854882"/>
                </a:lnTo>
                <a:lnTo>
                  <a:pt x="325383" y="841079"/>
                </a:lnTo>
                <a:lnTo>
                  <a:pt x="327264" y="844636"/>
                </a:lnTo>
                <a:lnTo>
                  <a:pt x="329144" y="845998"/>
                </a:lnTo>
                <a:lnTo>
                  <a:pt x="331025" y="839478"/>
                </a:lnTo>
                <a:lnTo>
                  <a:pt x="332906" y="843502"/>
                </a:lnTo>
                <a:lnTo>
                  <a:pt x="334787" y="845354"/>
                </a:lnTo>
                <a:lnTo>
                  <a:pt x="338549" y="842817"/>
                </a:lnTo>
                <a:lnTo>
                  <a:pt x="342310" y="839445"/>
                </a:lnTo>
                <a:lnTo>
                  <a:pt x="344191" y="835706"/>
                </a:lnTo>
                <a:lnTo>
                  <a:pt x="346072" y="838054"/>
                </a:lnTo>
                <a:lnTo>
                  <a:pt x="347953" y="851489"/>
                </a:lnTo>
                <a:lnTo>
                  <a:pt x="349833" y="843960"/>
                </a:lnTo>
                <a:lnTo>
                  <a:pt x="353595" y="844312"/>
                </a:lnTo>
                <a:lnTo>
                  <a:pt x="355476" y="838727"/>
                </a:lnTo>
                <a:lnTo>
                  <a:pt x="357357" y="839578"/>
                </a:lnTo>
                <a:lnTo>
                  <a:pt x="359238" y="840203"/>
                </a:lnTo>
                <a:lnTo>
                  <a:pt x="362999" y="834254"/>
                </a:lnTo>
                <a:lnTo>
                  <a:pt x="366761" y="842738"/>
                </a:lnTo>
                <a:lnTo>
                  <a:pt x="368642" y="836723"/>
                </a:lnTo>
                <a:lnTo>
                  <a:pt x="370523" y="838168"/>
                </a:lnTo>
                <a:lnTo>
                  <a:pt x="374284" y="849416"/>
                </a:lnTo>
                <a:lnTo>
                  <a:pt x="378046" y="837326"/>
                </a:lnTo>
                <a:lnTo>
                  <a:pt x="379927" y="839495"/>
                </a:lnTo>
                <a:lnTo>
                  <a:pt x="383688" y="843955"/>
                </a:lnTo>
                <a:lnTo>
                  <a:pt x="385569" y="834215"/>
                </a:lnTo>
                <a:lnTo>
                  <a:pt x="387450" y="835557"/>
                </a:lnTo>
                <a:lnTo>
                  <a:pt x="391212" y="843068"/>
                </a:lnTo>
                <a:lnTo>
                  <a:pt x="393093" y="840154"/>
                </a:lnTo>
                <a:lnTo>
                  <a:pt x="396854" y="839935"/>
                </a:lnTo>
                <a:lnTo>
                  <a:pt x="398735" y="847846"/>
                </a:lnTo>
                <a:lnTo>
                  <a:pt x="400616" y="846084"/>
                </a:lnTo>
                <a:lnTo>
                  <a:pt x="404377" y="833234"/>
                </a:lnTo>
                <a:lnTo>
                  <a:pt x="406258" y="836501"/>
                </a:lnTo>
                <a:lnTo>
                  <a:pt x="413782" y="840146"/>
                </a:lnTo>
                <a:lnTo>
                  <a:pt x="415662" y="829643"/>
                </a:lnTo>
                <a:lnTo>
                  <a:pt x="417543" y="834556"/>
                </a:lnTo>
                <a:lnTo>
                  <a:pt x="419424" y="847644"/>
                </a:lnTo>
                <a:lnTo>
                  <a:pt x="421305" y="846593"/>
                </a:lnTo>
                <a:lnTo>
                  <a:pt x="423186" y="832674"/>
                </a:lnTo>
                <a:lnTo>
                  <a:pt x="425067" y="837974"/>
                </a:lnTo>
                <a:lnTo>
                  <a:pt x="426947" y="836006"/>
                </a:lnTo>
                <a:lnTo>
                  <a:pt x="428828" y="837846"/>
                </a:lnTo>
                <a:lnTo>
                  <a:pt x="432590" y="841122"/>
                </a:lnTo>
                <a:lnTo>
                  <a:pt x="436352" y="835166"/>
                </a:lnTo>
                <a:lnTo>
                  <a:pt x="443875" y="840647"/>
                </a:lnTo>
                <a:lnTo>
                  <a:pt x="445756" y="842586"/>
                </a:lnTo>
                <a:lnTo>
                  <a:pt x="447636" y="840284"/>
                </a:lnTo>
                <a:lnTo>
                  <a:pt x="455160" y="833269"/>
                </a:lnTo>
                <a:lnTo>
                  <a:pt x="457041" y="834250"/>
                </a:lnTo>
                <a:lnTo>
                  <a:pt x="458921" y="839100"/>
                </a:lnTo>
                <a:lnTo>
                  <a:pt x="460802" y="838265"/>
                </a:lnTo>
                <a:lnTo>
                  <a:pt x="468325" y="827117"/>
                </a:lnTo>
                <a:lnTo>
                  <a:pt x="470206" y="829688"/>
                </a:lnTo>
                <a:lnTo>
                  <a:pt x="487134" y="840399"/>
                </a:lnTo>
                <a:lnTo>
                  <a:pt x="489015" y="828805"/>
                </a:lnTo>
                <a:lnTo>
                  <a:pt x="492776" y="838568"/>
                </a:lnTo>
                <a:lnTo>
                  <a:pt x="494657" y="829168"/>
                </a:lnTo>
                <a:lnTo>
                  <a:pt x="496538" y="831854"/>
                </a:lnTo>
                <a:lnTo>
                  <a:pt x="498419" y="826907"/>
                </a:lnTo>
                <a:lnTo>
                  <a:pt x="500300" y="827984"/>
                </a:lnTo>
                <a:lnTo>
                  <a:pt x="505942" y="831234"/>
                </a:lnTo>
                <a:lnTo>
                  <a:pt x="509704" y="831927"/>
                </a:lnTo>
                <a:lnTo>
                  <a:pt x="524750" y="823837"/>
                </a:lnTo>
                <a:lnTo>
                  <a:pt x="528512" y="826417"/>
                </a:lnTo>
                <a:lnTo>
                  <a:pt x="530393" y="824892"/>
                </a:lnTo>
                <a:lnTo>
                  <a:pt x="534154" y="832191"/>
                </a:lnTo>
                <a:lnTo>
                  <a:pt x="545439" y="815851"/>
                </a:lnTo>
                <a:lnTo>
                  <a:pt x="551082" y="832607"/>
                </a:lnTo>
                <a:lnTo>
                  <a:pt x="552963" y="837637"/>
                </a:lnTo>
                <a:lnTo>
                  <a:pt x="558605" y="820300"/>
                </a:lnTo>
                <a:lnTo>
                  <a:pt x="566128" y="829091"/>
                </a:lnTo>
                <a:lnTo>
                  <a:pt x="568009" y="823627"/>
                </a:lnTo>
                <a:lnTo>
                  <a:pt x="569890" y="825566"/>
                </a:lnTo>
                <a:lnTo>
                  <a:pt x="579294" y="825923"/>
                </a:lnTo>
                <a:lnTo>
                  <a:pt x="583056" y="826732"/>
                </a:lnTo>
                <a:lnTo>
                  <a:pt x="588698" y="831130"/>
                </a:lnTo>
                <a:lnTo>
                  <a:pt x="590579" y="819770"/>
                </a:lnTo>
                <a:lnTo>
                  <a:pt x="594341" y="835705"/>
                </a:lnTo>
                <a:lnTo>
                  <a:pt x="599983" y="816059"/>
                </a:lnTo>
                <a:lnTo>
                  <a:pt x="601864" y="824909"/>
                </a:lnTo>
                <a:lnTo>
                  <a:pt x="605626" y="814864"/>
                </a:lnTo>
                <a:lnTo>
                  <a:pt x="609387" y="814953"/>
                </a:lnTo>
                <a:lnTo>
                  <a:pt x="611268" y="830876"/>
                </a:lnTo>
                <a:lnTo>
                  <a:pt x="613149" y="826819"/>
                </a:lnTo>
                <a:lnTo>
                  <a:pt x="615030" y="827297"/>
                </a:lnTo>
                <a:lnTo>
                  <a:pt x="616911" y="822497"/>
                </a:lnTo>
                <a:lnTo>
                  <a:pt x="620672" y="831377"/>
                </a:lnTo>
                <a:lnTo>
                  <a:pt x="626315" y="812994"/>
                </a:lnTo>
                <a:lnTo>
                  <a:pt x="628196" y="813559"/>
                </a:lnTo>
                <a:lnTo>
                  <a:pt x="633838" y="826982"/>
                </a:lnTo>
                <a:lnTo>
                  <a:pt x="637600" y="813491"/>
                </a:lnTo>
                <a:lnTo>
                  <a:pt x="641361" y="823183"/>
                </a:lnTo>
                <a:lnTo>
                  <a:pt x="645123" y="811658"/>
                </a:lnTo>
                <a:lnTo>
                  <a:pt x="647004" y="811981"/>
                </a:lnTo>
                <a:lnTo>
                  <a:pt x="648885" y="818218"/>
                </a:lnTo>
                <a:lnTo>
                  <a:pt x="650765" y="811690"/>
                </a:lnTo>
                <a:lnTo>
                  <a:pt x="654527" y="819225"/>
                </a:lnTo>
                <a:lnTo>
                  <a:pt x="656408" y="817170"/>
                </a:lnTo>
                <a:lnTo>
                  <a:pt x="660170" y="806013"/>
                </a:lnTo>
                <a:lnTo>
                  <a:pt x="663931" y="817704"/>
                </a:lnTo>
                <a:lnTo>
                  <a:pt x="669574" y="806922"/>
                </a:lnTo>
                <a:lnTo>
                  <a:pt x="671455" y="817207"/>
                </a:lnTo>
                <a:lnTo>
                  <a:pt x="673336" y="814301"/>
                </a:lnTo>
                <a:lnTo>
                  <a:pt x="677097" y="813700"/>
                </a:lnTo>
                <a:lnTo>
                  <a:pt x="678978" y="805857"/>
                </a:lnTo>
                <a:lnTo>
                  <a:pt x="680859" y="814932"/>
                </a:lnTo>
                <a:lnTo>
                  <a:pt x="684620" y="804562"/>
                </a:lnTo>
                <a:lnTo>
                  <a:pt x="686501" y="814621"/>
                </a:lnTo>
                <a:lnTo>
                  <a:pt x="688382" y="812910"/>
                </a:lnTo>
                <a:lnTo>
                  <a:pt x="690263" y="813614"/>
                </a:lnTo>
                <a:lnTo>
                  <a:pt x="694025" y="802454"/>
                </a:lnTo>
                <a:lnTo>
                  <a:pt x="697786" y="804481"/>
                </a:lnTo>
                <a:lnTo>
                  <a:pt x="701548" y="800968"/>
                </a:lnTo>
                <a:lnTo>
                  <a:pt x="705309" y="811160"/>
                </a:lnTo>
                <a:lnTo>
                  <a:pt x="709071" y="809725"/>
                </a:lnTo>
                <a:lnTo>
                  <a:pt x="712833" y="795071"/>
                </a:lnTo>
                <a:lnTo>
                  <a:pt x="720356" y="795144"/>
                </a:lnTo>
                <a:lnTo>
                  <a:pt x="722237" y="793605"/>
                </a:lnTo>
                <a:lnTo>
                  <a:pt x="724118" y="796162"/>
                </a:lnTo>
                <a:lnTo>
                  <a:pt x="725999" y="794387"/>
                </a:lnTo>
                <a:lnTo>
                  <a:pt x="727879" y="790198"/>
                </a:lnTo>
                <a:lnTo>
                  <a:pt x="729760" y="796348"/>
                </a:lnTo>
                <a:lnTo>
                  <a:pt x="731641" y="790164"/>
                </a:lnTo>
                <a:lnTo>
                  <a:pt x="735403" y="798231"/>
                </a:lnTo>
                <a:lnTo>
                  <a:pt x="739164" y="789549"/>
                </a:lnTo>
                <a:lnTo>
                  <a:pt x="757973" y="788748"/>
                </a:lnTo>
                <a:lnTo>
                  <a:pt x="759853" y="786202"/>
                </a:lnTo>
                <a:lnTo>
                  <a:pt x="761734" y="794351"/>
                </a:lnTo>
                <a:lnTo>
                  <a:pt x="763615" y="793155"/>
                </a:lnTo>
                <a:lnTo>
                  <a:pt x="769258" y="791526"/>
                </a:lnTo>
                <a:lnTo>
                  <a:pt x="771138" y="788659"/>
                </a:lnTo>
                <a:lnTo>
                  <a:pt x="773019" y="795856"/>
                </a:lnTo>
                <a:lnTo>
                  <a:pt x="774900" y="791026"/>
                </a:lnTo>
                <a:lnTo>
                  <a:pt x="778662" y="792898"/>
                </a:lnTo>
                <a:lnTo>
                  <a:pt x="782423" y="793386"/>
                </a:lnTo>
                <a:lnTo>
                  <a:pt x="784304" y="789954"/>
                </a:lnTo>
                <a:lnTo>
                  <a:pt x="786185" y="791250"/>
                </a:lnTo>
                <a:lnTo>
                  <a:pt x="789947" y="795739"/>
                </a:lnTo>
                <a:lnTo>
                  <a:pt x="795589" y="793549"/>
                </a:lnTo>
                <a:lnTo>
                  <a:pt x="801232" y="789666"/>
                </a:lnTo>
                <a:lnTo>
                  <a:pt x="803112" y="794153"/>
                </a:lnTo>
                <a:lnTo>
                  <a:pt x="804993" y="792337"/>
                </a:lnTo>
                <a:lnTo>
                  <a:pt x="808755" y="787510"/>
                </a:lnTo>
                <a:lnTo>
                  <a:pt x="812516" y="791113"/>
                </a:lnTo>
                <a:lnTo>
                  <a:pt x="816278" y="788444"/>
                </a:lnTo>
                <a:lnTo>
                  <a:pt x="818159" y="794304"/>
                </a:lnTo>
                <a:lnTo>
                  <a:pt x="821921" y="787875"/>
                </a:lnTo>
                <a:lnTo>
                  <a:pt x="829444" y="797810"/>
                </a:lnTo>
                <a:lnTo>
                  <a:pt x="831325" y="794318"/>
                </a:lnTo>
                <a:lnTo>
                  <a:pt x="833206" y="782586"/>
                </a:lnTo>
                <a:lnTo>
                  <a:pt x="835086" y="787076"/>
                </a:lnTo>
                <a:lnTo>
                  <a:pt x="844491" y="799191"/>
                </a:lnTo>
                <a:lnTo>
                  <a:pt x="846371" y="806316"/>
                </a:lnTo>
                <a:lnTo>
                  <a:pt x="848252" y="792510"/>
                </a:lnTo>
                <a:lnTo>
                  <a:pt x="850133" y="795987"/>
                </a:lnTo>
                <a:lnTo>
                  <a:pt x="852014" y="795306"/>
                </a:lnTo>
                <a:lnTo>
                  <a:pt x="853895" y="787022"/>
                </a:lnTo>
                <a:lnTo>
                  <a:pt x="855776" y="792630"/>
                </a:lnTo>
                <a:lnTo>
                  <a:pt x="859537" y="786904"/>
                </a:lnTo>
                <a:lnTo>
                  <a:pt x="867060" y="793219"/>
                </a:lnTo>
                <a:lnTo>
                  <a:pt x="870822" y="793858"/>
                </a:lnTo>
                <a:lnTo>
                  <a:pt x="874584" y="804250"/>
                </a:lnTo>
                <a:lnTo>
                  <a:pt x="880226" y="789837"/>
                </a:lnTo>
                <a:lnTo>
                  <a:pt x="891511" y="788659"/>
                </a:lnTo>
                <a:lnTo>
                  <a:pt x="893392" y="798016"/>
                </a:lnTo>
                <a:lnTo>
                  <a:pt x="899034" y="787843"/>
                </a:lnTo>
                <a:lnTo>
                  <a:pt x="900915" y="789489"/>
                </a:lnTo>
                <a:lnTo>
                  <a:pt x="904677" y="801922"/>
                </a:lnTo>
                <a:lnTo>
                  <a:pt x="912200" y="790698"/>
                </a:lnTo>
                <a:lnTo>
                  <a:pt x="915962" y="800352"/>
                </a:lnTo>
                <a:lnTo>
                  <a:pt x="919724" y="789583"/>
                </a:lnTo>
                <a:lnTo>
                  <a:pt x="921604" y="791131"/>
                </a:lnTo>
                <a:lnTo>
                  <a:pt x="923485" y="797781"/>
                </a:lnTo>
                <a:lnTo>
                  <a:pt x="927247" y="790751"/>
                </a:lnTo>
                <a:lnTo>
                  <a:pt x="929128" y="795706"/>
                </a:lnTo>
                <a:lnTo>
                  <a:pt x="932889" y="789186"/>
                </a:lnTo>
                <a:lnTo>
                  <a:pt x="938532" y="792467"/>
                </a:lnTo>
                <a:lnTo>
                  <a:pt x="946055" y="789659"/>
                </a:lnTo>
                <a:lnTo>
                  <a:pt x="949817" y="797680"/>
                </a:lnTo>
                <a:lnTo>
                  <a:pt x="951698" y="794684"/>
                </a:lnTo>
                <a:lnTo>
                  <a:pt x="955459" y="790248"/>
                </a:lnTo>
                <a:lnTo>
                  <a:pt x="957340" y="791043"/>
                </a:lnTo>
                <a:lnTo>
                  <a:pt x="959221" y="799583"/>
                </a:lnTo>
                <a:lnTo>
                  <a:pt x="961102" y="793385"/>
                </a:lnTo>
                <a:lnTo>
                  <a:pt x="964863" y="798832"/>
                </a:lnTo>
                <a:lnTo>
                  <a:pt x="966744" y="798157"/>
                </a:lnTo>
                <a:lnTo>
                  <a:pt x="968625" y="790088"/>
                </a:lnTo>
                <a:lnTo>
                  <a:pt x="970506" y="797461"/>
                </a:lnTo>
                <a:lnTo>
                  <a:pt x="972387" y="793566"/>
                </a:lnTo>
                <a:lnTo>
                  <a:pt x="976148" y="792441"/>
                </a:lnTo>
                <a:lnTo>
                  <a:pt x="978029" y="798749"/>
                </a:lnTo>
                <a:lnTo>
                  <a:pt x="979910" y="793518"/>
                </a:lnTo>
                <a:lnTo>
                  <a:pt x="981791" y="794606"/>
                </a:lnTo>
                <a:lnTo>
                  <a:pt x="991195" y="803657"/>
                </a:lnTo>
                <a:lnTo>
                  <a:pt x="993076" y="799036"/>
                </a:lnTo>
                <a:lnTo>
                  <a:pt x="994957" y="801171"/>
                </a:lnTo>
                <a:lnTo>
                  <a:pt x="996837" y="804586"/>
                </a:lnTo>
                <a:lnTo>
                  <a:pt x="998718" y="803280"/>
                </a:lnTo>
                <a:lnTo>
                  <a:pt x="1004361" y="797356"/>
                </a:lnTo>
                <a:lnTo>
                  <a:pt x="1006242" y="803010"/>
                </a:lnTo>
                <a:lnTo>
                  <a:pt x="1008122" y="800564"/>
                </a:lnTo>
                <a:lnTo>
                  <a:pt x="1019407" y="795238"/>
                </a:lnTo>
                <a:lnTo>
                  <a:pt x="1021288" y="800312"/>
                </a:lnTo>
                <a:lnTo>
                  <a:pt x="1023169" y="797262"/>
                </a:lnTo>
                <a:lnTo>
                  <a:pt x="1025050" y="797429"/>
                </a:lnTo>
                <a:lnTo>
                  <a:pt x="1026931" y="804254"/>
                </a:lnTo>
                <a:lnTo>
                  <a:pt x="1028811" y="798642"/>
                </a:lnTo>
                <a:lnTo>
                  <a:pt x="1030692" y="800201"/>
                </a:lnTo>
                <a:lnTo>
                  <a:pt x="1032573" y="801334"/>
                </a:lnTo>
                <a:lnTo>
                  <a:pt x="1034454" y="797395"/>
                </a:lnTo>
                <a:lnTo>
                  <a:pt x="1036335" y="799535"/>
                </a:lnTo>
                <a:lnTo>
                  <a:pt x="1038216" y="803311"/>
                </a:lnTo>
                <a:lnTo>
                  <a:pt x="1040096" y="794541"/>
                </a:lnTo>
                <a:lnTo>
                  <a:pt x="1041977" y="802527"/>
                </a:lnTo>
                <a:lnTo>
                  <a:pt x="1043858" y="799458"/>
                </a:lnTo>
                <a:lnTo>
                  <a:pt x="1045739" y="795632"/>
                </a:lnTo>
                <a:lnTo>
                  <a:pt x="1051381" y="804467"/>
                </a:lnTo>
                <a:lnTo>
                  <a:pt x="1055143" y="797345"/>
                </a:lnTo>
                <a:lnTo>
                  <a:pt x="1057024" y="803188"/>
                </a:lnTo>
                <a:lnTo>
                  <a:pt x="1058905" y="801560"/>
                </a:lnTo>
                <a:lnTo>
                  <a:pt x="1064547" y="804030"/>
                </a:lnTo>
                <a:lnTo>
                  <a:pt x="1066428" y="802976"/>
                </a:lnTo>
                <a:lnTo>
                  <a:pt x="1068309" y="796765"/>
                </a:lnTo>
                <a:lnTo>
                  <a:pt x="1070189" y="799753"/>
                </a:lnTo>
                <a:lnTo>
                  <a:pt x="1072070" y="798153"/>
                </a:lnTo>
                <a:lnTo>
                  <a:pt x="1073951" y="801391"/>
                </a:lnTo>
                <a:lnTo>
                  <a:pt x="1075832" y="798709"/>
                </a:lnTo>
                <a:lnTo>
                  <a:pt x="1085236" y="799038"/>
                </a:lnTo>
                <a:lnTo>
                  <a:pt x="1088998" y="798559"/>
                </a:lnTo>
                <a:lnTo>
                  <a:pt x="1102164" y="809147"/>
                </a:lnTo>
                <a:lnTo>
                  <a:pt x="1107806" y="799622"/>
                </a:lnTo>
                <a:lnTo>
                  <a:pt x="1115329" y="801086"/>
                </a:lnTo>
                <a:lnTo>
                  <a:pt x="1119091" y="808467"/>
                </a:lnTo>
                <a:lnTo>
                  <a:pt x="1128495" y="810412"/>
                </a:lnTo>
                <a:lnTo>
                  <a:pt x="1132257" y="802092"/>
                </a:lnTo>
                <a:lnTo>
                  <a:pt x="1134138" y="806233"/>
                </a:lnTo>
                <a:lnTo>
                  <a:pt x="1136018" y="810098"/>
                </a:lnTo>
                <a:lnTo>
                  <a:pt x="1139780" y="800542"/>
                </a:lnTo>
                <a:lnTo>
                  <a:pt x="1141661" y="802761"/>
                </a:lnTo>
                <a:lnTo>
                  <a:pt x="1143542" y="808941"/>
                </a:lnTo>
                <a:lnTo>
                  <a:pt x="1145422" y="798715"/>
                </a:lnTo>
                <a:lnTo>
                  <a:pt x="1147303" y="810158"/>
                </a:lnTo>
                <a:lnTo>
                  <a:pt x="1149184" y="800944"/>
                </a:lnTo>
                <a:lnTo>
                  <a:pt x="1151065" y="802121"/>
                </a:lnTo>
                <a:lnTo>
                  <a:pt x="1156707" y="801889"/>
                </a:lnTo>
                <a:lnTo>
                  <a:pt x="1160469" y="809442"/>
                </a:lnTo>
                <a:lnTo>
                  <a:pt x="1162350" y="801298"/>
                </a:lnTo>
                <a:lnTo>
                  <a:pt x="1164231" y="802249"/>
                </a:lnTo>
                <a:lnTo>
                  <a:pt x="1166112" y="808999"/>
                </a:lnTo>
                <a:lnTo>
                  <a:pt x="1167993" y="807218"/>
                </a:lnTo>
                <a:lnTo>
                  <a:pt x="1169873" y="808306"/>
                </a:lnTo>
                <a:lnTo>
                  <a:pt x="1171754" y="804902"/>
                </a:lnTo>
                <a:lnTo>
                  <a:pt x="1173635" y="806565"/>
                </a:lnTo>
                <a:lnTo>
                  <a:pt x="1175516" y="804536"/>
                </a:lnTo>
                <a:lnTo>
                  <a:pt x="1177397" y="813188"/>
                </a:lnTo>
                <a:lnTo>
                  <a:pt x="1179277" y="806235"/>
                </a:lnTo>
                <a:lnTo>
                  <a:pt x="1181158" y="808495"/>
                </a:lnTo>
                <a:lnTo>
                  <a:pt x="1186801" y="808210"/>
                </a:lnTo>
                <a:lnTo>
                  <a:pt x="1188682" y="812592"/>
                </a:lnTo>
                <a:lnTo>
                  <a:pt x="1190562" y="811010"/>
                </a:lnTo>
                <a:lnTo>
                  <a:pt x="1207490" y="810166"/>
                </a:lnTo>
                <a:lnTo>
                  <a:pt x="1209371" y="805673"/>
                </a:lnTo>
                <a:lnTo>
                  <a:pt x="1211251" y="807208"/>
                </a:lnTo>
                <a:lnTo>
                  <a:pt x="1215013" y="812637"/>
                </a:lnTo>
                <a:lnTo>
                  <a:pt x="1218775" y="810740"/>
                </a:lnTo>
                <a:lnTo>
                  <a:pt x="1220656" y="810115"/>
                </a:lnTo>
                <a:lnTo>
                  <a:pt x="1222536" y="802263"/>
                </a:lnTo>
                <a:lnTo>
                  <a:pt x="1224417" y="805614"/>
                </a:lnTo>
                <a:lnTo>
                  <a:pt x="1226298" y="812815"/>
                </a:lnTo>
                <a:lnTo>
                  <a:pt x="1228179" y="810535"/>
                </a:lnTo>
                <a:lnTo>
                  <a:pt x="1231940" y="809856"/>
                </a:lnTo>
                <a:lnTo>
                  <a:pt x="1235702" y="807468"/>
                </a:lnTo>
                <a:lnTo>
                  <a:pt x="1237583" y="803208"/>
                </a:lnTo>
                <a:lnTo>
                  <a:pt x="1239464" y="811512"/>
                </a:lnTo>
                <a:lnTo>
                  <a:pt x="1241345" y="808914"/>
                </a:lnTo>
                <a:lnTo>
                  <a:pt x="1245106" y="810034"/>
                </a:lnTo>
                <a:lnTo>
                  <a:pt x="1246987" y="810878"/>
                </a:lnTo>
                <a:lnTo>
                  <a:pt x="1248868" y="806005"/>
                </a:lnTo>
                <a:lnTo>
                  <a:pt x="1250749" y="809352"/>
                </a:lnTo>
                <a:lnTo>
                  <a:pt x="1252630" y="805337"/>
                </a:lnTo>
                <a:lnTo>
                  <a:pt x="1254510" y="807701"/>
                </a:lnTo>
                <a:lnTo>
                  <a:pt x="1256391" y="810714"/>
                </a:lnTo>
                <a:lnTo>
                  <a:pt x="1258272" y="807130"/>
                </a:lnTo>
                <a:lnTo>
                  <a:pt x="1260153" y="811578"/>
                </a:lnTo>
                <a:lnTo>
                  <a:pt x="1262034" y="808962"/>
                </a:lnTo>
                <a:lnTo>
                  <a:pt x="1263915" y="804815"/>
                </a:lnTo>
                <a:lnTo>
                  <a:pt x="1267676" y="812392"/>
                </a:lnTo>
                <a:lnTo>
                  <a:pt x="1273319" y="806954"/>
                </a:lnTo>
                <a:lnTo>
                  <a:pt x="1284604" y="805696"/>
                </a:lnTo>
                <a:lnTo>
                  <a:pt x="1286484" y="799465"/>
                </a:lnTo>
                <a:lnTo>
                  <a:pt x="1288365" y="800281"/>
                </a:lnTo>
                <a:lnTo>
                  <a:pt x="1294008" y="809159"/>
                </a:lnTo>
                <a:lnTo>
                  <a:pt x="1295889" y="806385"/>
                </a:lnTo>
                <a:lnTo>
                  <a:pt x="1297769" y="805894"/>
                </a:lnTo>
                <a:lnTo>
                  <a:pt x="1301531" y="809741"/>
                </a:lnTo>
                <a:lnTo>
                  <a:pt x="1303412" y="805065"/>
                </a:lnTo>
                <a:lnTo>
                  <a:pt x="1305293" y="809917"/>
                </a:lnTo>
                <a:lnTo>
                  <a:pt x="1307173" y="806738"/>
                </a:lnTo>
                <a:lnTo>
                  <a:pt x="1309054" y="805768"/>
                </a:lnTo>
                <a:lnTo>
                  <a:pt x="1310935" y="798466"/>
                </a:lnTo>
                <a:lnTo>
                  <a:pt x="1312816" y="800185"/>
                </a:lnTo>
                <a:lnTo>
                  <a:pt x="1314697" y="803327"/>
                </a:lnTo>
                <a:lnTo>
                  <a:pt x="1316578" y="802008"/>
                </a:lnTo>
                <a:lnTo>
                  <a:pt x="1327862" y="801984"/>
                </a:lnTo>
                <a:lnTo>
                  <a:pt x="1331624" y="807192"/>
                </a:lnTo>
                <a:lnTo>
                  <a:pt x="1337267" y="802059"/>
                </a:lnTo>
                <a:lnTo>
                  <a:pt x="1339148" y="803995"/>
                </a:lnTo>
                <a:lnTo>
                  <a:pt x="1341028" y="810590"/>
                </a:lnTo>
                <a:lnTo>
                  <a:pt x="1342909" y="809534"/>
                </a:lnTo>
                <a:lnTo>
                  <a:pt x="1344790" y="804881"/>
                </a:lnTo>
                <a:lnTo>
                  <a:pt x="1346671" y="807640"/>
                </a:lnTo>
                <a:lnTo>
                  <a:pt x="1348552" y="807677"/>
                </a:lnTo>
                <a:lnTo>
                  <a:pt x="1350433" y="802628"/>
                </a:lnTo>
                <a:lnTo>
                  <a:pt x="1352313" y="805103"/>
                </a:lnTo>
                <a:lnTo>
                  <a:pt x="1359837" y="796219"/>
                </a:lnTo>
                <a:lnTo>
                  <a:pt x="1367360" y="807793"/>
                </a:lnTo>
                <a:lnTo>
                  <a:pt x="1371122" y="799687"/>
                </a:lnTo>
                <a:lnTo>
                  <a:pt x="1378645" y="806176"/>
                </a:lnTo>
                <a:lnTo>
                  <a:pt x="1380526" y="805014"/>
                </a:lnTo>
                <a:lnTo>
                  <a:pt x="1382406" y="812809"/>
                </a:lnTo>
                <a:lnTo>
                  <a:pt x="1384287" y="805901"/>
                </a:lnTo>
                <a:lnTo>
                  <a:pt x="1386168" y="806694"/>
                </a:lnTo>
                <a:lnTo>
                  <a:pt x="1388049" y="806660"/>
                </a:lnTo>
                <a:lnTo>
                  <a:pt x="1391811" y="814311"/>
                </a:lnTo>
                <a:lnTo>
                  <a:pt x="1393691" y="809248"/>
                </a:lnTo>
                <a:lnTo>
                  <a:pt x="1395572" y="812047"/>
                </a:lnTo>
                <a:lnTo>
                  <a:pt x="1401215" y="818287"/>
                </a:lnTo>
                <a:lnTo>
                  <a:pt x="1403096" y="816152"/>
                </a:lnTo>
                <a:lnTo>
                  <a:pt x="1404976" y="822741"/>
                </a:lnTo>
                <a:lnTo>
                  <a:pt x="1406857" y="820633"/>
                </a:lnTo>
                <a:lnTo>
                  <a:pt x="1410619" y="819371"/>
                </a:lnTo>
                <a:lnTo>
                  <a:pt x="1412500" y="821160"/>
                </a:lnTo>
                <a:lnTo>
                  <a:pt x="1416261" y="816007"/>
                </a:lnTo>
                <a:lnTo>
                  <a:pt x="1425666" y="828696"/>
                </a:lnTo>
                <a:lnTo>
                  <a:pt x="1429427" y="823601"/>
                </a:lnTo>
                <a:lnTo>
                  <a:pt x="1433189" y="834009"/>
                </a:lnTo>
                <a:lnTo>
                  <a:pt x="1436950" y="829576"/>
                </a:lnTo>
                <a:lnTo>
                  <a:pt x="1438831" y="831756"/>
                </a:lnTo>
                <a:lnTo>
                  <a:pt x="1440712" y="832119"/>
                </a:lnTo>
                <a:lnTo>
                  <a:pt x="1442593" y="827943"/>
                </a:lnTo>
                <a:lnTo>
                  <a:pt x="1446355" y="839353"/>
                </a:lnTo>
                <a:lnTo>
                  <a:pt x="1448235" y="833998"/>
                </a:lnTo>
                <a:lnTo>
                  <a:pt x="1450116" y="840106"/>
                </a:lnTo>
                <a:lnTo>
                  <a:pt x="1451997" y="837121"/>
                </a:lnTo>
                <a:lnTo>
                  <a:pt x="1455759" y="841695"/>
                </a:lnTo>
                <a:lnTo>
                  <a:pt x="1457639" y="835379"/>
                </a:lnTo>
                <a:lnTo>
                  <a:pt x="1461401" y="846686"/>
                </a:lnTo>
                <a:lnTo>
                  <a:pt x="1463282" y="839161"/>
                </a:lnTo>
                <a:lnTo>
                  <a:pt x="1465163" y="848500"/>
                </a:lnTo>
                <a:lnTo>
                  <a:pt x="1467044" y="843640"/>
                </a:lnTo>
                <a:lnTo>
                  <a:pt x="1470805" y="848749"/>
                </a:lnTo>
                <a:lnTo>
                  <a:pt x="1476448" y="837886"/>
                </a:lnTo>
                <a:lnTo>
                  <a:pt x="1478329" y="842595"/>
                </a:lnTo>
                <a:lnTo>
                  <a:pt x="1483971" y="851933"/>
                </a:lnTo>
                <a:lnTo>
                  <a:pt x="1489613" y="852878"/>
                </a:lnTo>
                <a:lnTo>
                  <a:pt x="1491494" y="849260"/>
                </a:lnTo>
                <a:lnTo>
                  <a:pt x="1493375" y="852458"/>
                </a:lnTo>
                <a:lnTo>
                  <a:pt x="1495256" y="844754"/>
                </a:lnTo>
                <a:lnTo>
                  <a:pt x="1497137" y="858527"/>
                </a:lnTo>
                <a:lnTo>
                  <a:pt x="1499018" y="855064"/>
                </a:lnTo>
                <a:lnTo>
                  <a:pt x="1504660" y="848934"/>
                </a:lnTo>
                <a:lnTo>
                  <a:pt x="1506541" y="852882"/>
                </a:lnTo>
                <a:lnTo>
                  <a:pt x="1510303" y="856729"/>
                </a:lnTo>
                <a:lnTo>
                  <a:pt x="1514064" y="847975"/>
                </a:lnTo>
                <a:lnTo>
                  <a:pt x="1515945" y="859911"/>
                </a:lnTo>
                <a:lnTo>
                  <a:pt x="1517826" y="859306"/>
                </a:lnTo>
                <a:lnTo>
                  <a:pt x="1519707" y="857960"/>
                </a:lnTo>
                <a:lnTo>
                  <a:pt x="1521588" y="850069"/>
                </a:lnTo>
                <a:lnTo>
                  <a:pt x="1523468" y="855132"/>
                </a:lnTo>
                <a:lnTo>
                  <a:pt x="1525349" y="851126"/>
                </a:lnTo>
                <a:lnTo>
                  <a:pt x="1527230" y="856330"/>
                </a:lnTo>
                <a:lnTo>
                  <a:pt x="1529111" y="851718"/>
                </a:lnTo>
                <a:lnTo>
                  <a:pt x="1530992" y="854345"/>
                </a:lnTo>
                <a:lnTo>
                  <a:pt x="1532873" y="852211"/>
                </a:lnTo>
                <a:lnTo>
                  <a:pt x="1534753" y="856713"/>
                </a:lnTo>
                <a:lnTo>
                  <a:pt x="1538515" y="852679"/>
                </a:lnTo>
                <a:lnTo>
                  <a:pt x="1542277" y="862961"/>
                </a:lnTo>
                <a:lnTo>
                  <a:pt x="1549800" y="862410"/>
                </a:lnTo>
                <a:lnTo>
                  <a:pt x="1553562" y="861191"/>
                </a:lnTo>
                <a:lnTo>
                  <a:pt x="1555442" y="855440"/>
                </a:lnTo>
                <a:lnTo>
                  <a:pt x="1557323" y="861104"/>
                </a:lnTo>
                <a:lnTo>
                  <a:pt x="1561085" y="852031"/>
                </a:lnTo>
                <a:lnTo>
                  <a:pt x="1564846" y="859947"/>
                </a:lnTo>
                <a:lnTo>
                  <a:pt x="1570489" y="858770"/>
                </a:lnTo>
                <a:lnTo>
                  <a:pt x="1572370" y="850007"/>
                </a:lnTo>
                <a:lnTo>
                  <a:pt x="1574251" y="854790"/>
                </a:lnTo>
                <a:lnTo>
                  <a:pt x="1581774" y="856698"/>
                </a:lnTo>
                <a:lnTo>
                  <a:pt x="1583655" y="856939"/>
                </a:lnTo>
                <a:lnTo>
                  <a:pt x="1585536" y="853209"/>
                </a:lnTo>
                <a:lnTo>
                  <a:pt x="1589297" y="857540"/>
                </a:lnTo>
                <a:lnTo>
                  <a:pt x="1598701" y="856259"/>
                </a:lnTo>
                <a:lnTo>
                  <a:pt x="1600582" y="847123"/>
                </a:lnTo>
                <a:lnTo>
                  <a:pt x="1602463" y="848291"/>
                </a:lnTo>
                <a:lnTo>
                  <a:pt x="1604344" y="847839"/>
                </a:lnTo>
                <a:lnTo>
                  <a:pt x="1608106" y="857722"/>
                </a:lnTo>
                <a:lnTo>
                  <a:pt x="1609986" y="855987"/>
                </a:lnTo>
                <a:lnTo>
                  <a:pt x="1617510" y="855646"/>
                </a:lnTo>
                <a:lnTo>
                  <a:pt x="1619390" y="856409"/>
                </a:lnTo>
                <a:lnTo>
                  <a:pt x="1621271" y="845677"/>
                </a:lnTo>
                <a:lnTo>
                  <a:pt x="1623152" y="856516"/>
                </a:lnTo>
                <a:lnTo>
                  <a:pt x="1625033" y="853459"/>
                </a:lnTo>
                <a:lnTo>
                  <a:pt x="1628795" y="854045"/>
                </a:lnTo>
                <a:lnTo>
                  <a:pt x="1645722" y="851967"/>
                </a:lnTo>
                <a:lnTo>
                  <a:pt x="1647603" y="843166"/>
                </a:lnTo>
                <a:lnTo>
                  <a:pt x="1649484" y="847889"/>
                </a:lnTo>
                <a:lnTo>
                  <a:pt x="1651364" y="852343"/>
                </a:lnTo>
                <a:lnTo>
                  <a:pt x="1653245" y="851056"/>
                </a:lnTo>
                <a:lnTo>
                  <a:pt x="1662650" y="850694"/>
                </a:lnTo>
                <a:lnTo>
                  <a:pt x="1666411" y="843569"/>
                </a:lnTo>
                <a:lnTo>
                  <a:pt x="1675815" y="849742"/>
                </a:lnTo>
                <a:lnTo>
                  <a:pt x="1690862" y="848813"/>
                </a:lnTo>
                <a:lnTo>
                  <a:pt x="1694623" y="850587"/>
                </a:lnTo>
                <a:lnTo>
                  <a:pt x="1704028" y="841003"/>
                </a:lnTo>
                <a:lnTo>
                  <a:pt x="1705908" y="843644"/>
                </a:lnTo>
                <a:lnTo>
                  <a:pt x="1707789" y="849829"/>
                </a:lnTo>
                <a:lnTo>
                  <a:pt x="1709670" y="848866"/>
                </a:lnTo>
                <a:lnTo>
                  <a:pt x="1717193" y="844171"/>
                </a:lnTo>
                <a:lnTo>
                  <a:pt x="1719074" y="841101"/>
                </a:lnTo>
                <a:lnTo>
                  <a:pt x="1720955" y="849644"/>
                </a:lnTo>
                <a:lnTo>
                  <a:pt x="1722836" y="849111"/>
                </a:lnTo>
                <a:lnTo>
                  <a:pt x="1739763" y="847948"/>
                </a:lnTo>
                <a:lnTo>
                  <a:pt x="1756691" y="848942"/>
                </a:lnTo>
                <a:lnTo>
                  <a:pt x="1794307" y="847120"/>
                </a:lnTo>
                <a:lnTo>
                  <a:pt x="1801830" y="844886"/>
                </a:lnTo>
                <a:lnTo>
                  <a:pt x="1805592" y="844791"/>
                </a:lnTo>
                <a:lnTo>
                  <a:pt x="1814996" y="842308"/>
                </a:lnTo>
                <a:lnTo>
                  <a:pt x="1820639" y="846574"/>
                </a:lnTo>
                <a:lnTo>
                  <a:pt x="1828162" y="846092"/>
                </a:lnTo>
                <a:lnTo>
                  <a:pt x="1845090" y="852903"/>
                </a:lnTo>
                <a:lnTo>
                  <a:pt x="1869540" y="857868"/>
                </a:lnTo>
                <a:lnTo>
                  <a:pt x="1878944" y="854865"/>
                </a:lnTo>
                <a:lnTo>
                  <a:pt x="1884587" y="856630"/>
                </a:lnTo>
                <a:lnTo>
                  <a:pt x="1895872" y="856329"/>
                </a:lnTo>
                <a:lnTo>
                  <a:pt x="1927846" y="858809"/>
                </a:lnTo>
                <a:lnTo>
                  <a:pt x="1937250" y="858302"/>
                </a:lnTo>
                <a:lnTo>
                  <a:pt x="1939131" y="852214"/>
                </a:lnTo>
                <a:lnTo>
                  <a:pt x="1942892" y="859307"/>
                </a:lnTo>
                <a:lnTo>
                  <a:pt x="1944773" y="858413"/>
                </a:lnTo>
                <a:lnTo>
                  <a:pt x="1952296" y="859922"/>
                </a:lnTo>
                <a:lnTo>
                  <a:pt x="1989913" y="858405"/>
                </a:lnTo>
                <a:lnTo>
                  <a:pt x="1993675" y="859991"/>
                </a:lnTo>
                <a:lnTo>
                  <a:pt x="2003079" y="858755"/>
                </a:lnTo>
                <a:lnTo>
                  <a:pt x="2021887" y="860149"/>
                </a:lnTo>
                <a:lnTo>
                  <a:pt x="2025649" y="859642"/>
                </a:lnTo>
                <a:lnTo>
                  <a:pt x="2063265" y="855661"/>
                </a:lnTo>
                <a:lnTo>
                  <a:pt x="2070789" y="855569"/>
                </a:lnTo>
                <a:lnTo>
                  <a:pt x="2074550" y="854798"/>
                </a:lnTo>
                <a:lnTo>
                  <a:pt x="2085835" y="845925"/>
                </a:lnTo>
                <a:lnTo>
                  <a:pt x="2112167" y="847232"/>
                </a:lnTo>
                <a:lnTo>
                  <a:pt x="2117809" y="844588"/>
                </a:lnTo>
                <a:lnTo>
                  <a:pt x="2121571" y="843720"/>
                </a:lnTo>
                <a:lnTo>
                  <a:pt x="2130975" y="840442"/>
                </a:lnTo>
                <a:lnTo>
                  <a:pt x="2138498" y="845605"/>
                </a:lnTo>
                <a:lnTo>
                  <a:pt x="2140379" y="842567"/>
                </a:lnTo>
                <a:lnTo>
                  <a:pt x="2142260" y="843997"/>
                </a:lnTo>
                <a:lnTo>
                  <a:pt x="2144141" y="846169"/>
                </a:lnTo>
                <a:lnTo>
                  <a:pt x="2146021" y="836269"/>
                </a:lnTo>
                <a:lnTo>
                  <a:pt x="2147902" y="841514"/>
                </a:lnTo>
                <a:lnTo>
                  <a:pt x="2153545" y="838144"/>
                </a:lnTo>
                <a:lnTo>
                  <a:pt x="2157307" y="838121"/>
                </a:lnTo>
                <a:lnTo>
                  <a:pt x="2168591" y="836634"/>
                </a:lnTo>
                <a:lnTo>
                  <a:pt x="2172353" y="838349"/>
                </a:lnTo>
                <a:lnTo>
                  <a:pt x="2185519" y="832425"/>
                </a:lnTo>
                <a:lnTo>
                  <a:pt x="2211850" y="830779"/>
                </a:lnTo>
                <a:lnTo>
                  <a:pt x="2223135" y="828225"/>
                </a:lnTo>
                <a:lnTo>
                  <a:pt x="2228778" y="830616"/>
                </a:lnTo>
                <a:lnTo>
                  <a:pt x="2230659" y="829566"/>
                </a:lnTo>
                <a:lnTo>
                  <a:pt x="2234420" y="831328"/>
                </a:lnTo>
                <a:lnTo>
                  <a:pt x="2236301" y="831854"/>
                </a:lnTo>
                <a:lnTo>
                  <a:pt x="2240063" y="824774"/>
                </a:lnTo>
                <a:lnTo>
                  <a:pt x="2245705" y="832259"/>
                </a:lnTo>
                <a:lnTo>
                  <a:pt x="2247586" y="830436"/>
                </a:lnTo>
                <a:lnTo>
                  <a:pt x="2249467" y="832570"/>
                </a:lnTo>
                <a:lnTo>
                  <a:pt x="2255109" y="830890"/>
                </a:lnTo>
                <a:lnTo>
                  <a:pt x="2258871" y="832229"/>
                </a:lnTo>
                <a:lnTo>
                  <a:pt x="2264513" y="825231"/>
                </a:lnTo>
                <a:lnTo>
                  <a:pt x="2266394" y="827752"/>
                </a:lnTo>
                <a:lnTo>
                  <a:pt x="2268275" y="825835"/>
                </a:lnTo>
                <a:lnTo>
                  <a:pt x="2270156" y="826648"/>
                </a:lnTo>
                <a:lnTo>
                  <a:pt x="2272037" y="821944"/>
                </a:lnTo>
                <a:lnTo>
                  <a:pt x="2273918" y="826650"/>
                </a:lnTo>
                <a:lnTo>
                  <a:pt x="2275798" y="821575"/>
                </a:lnTo>
                <a:lnTo>
                  <a:pt x="2279560" y="832569"/>
                </a:lnTo>
                <a:lnTo>
                  <a:pt x="2281441" y="826069"/>
                </a:lnTo>
                <a:lnTo>
                  <a:pt x="2283322" y="827088"/>
                </a:lnTo>
                <a:lnTo>
                  <a:pt x="2287083" y="827207"/>
                </a:lnTo>
                <a:lnTo>
                  <a:pt x="2290845" y="834998"/>
                </a:lnTo>
                <a:lnTo>
                  <a:pt x="2294607" y="826214"/>
                </a:lnTo>
                <a:lnTo>
                  <a:pt x="2309653" y="837013"/>
                </a:lnTo>
                <a:lnTo>
                  <a:pt x="2311534" y="837308"/>
                </a:lnTo>
                <a:lnTo>
                  <a:pt x="2313415" y="833911"/>
                </a:lnTo>
                <a:lnTo>
                  <a:pt x="2315296" y="839210"/>
                </a:lnTo>
                <a:lnTo>
                  <a:pt x="2317177" y="837715"/>
                </a:lnTo>
                <a:lnTo>
                  <a:pt x="2322819" y="838375"/>
                </a:lnTo>
                <a:lnTo>
                  <a:pt x="2377363" y="847254"/>
                </a:lnTo>
                <a:lnTo>
                  <a:pt x="2379244" y="850509"/>
                </a:lnTo>
                <a:lnTo>
                  <a:pt x="2381125" y="848618"/>
                </a:lnTo>
                <a:lnTo>
                  <a:pt x="2386767" y="850695"/>
                </a:lnTo>
                <a:lnTo>
                  <a:pt x="2392410" y="846797"/>
                </a:lnTo>
                <a:lnTo>
                  <a:pt x="2394290" y="849248"/>
                </a:lnTo>
                <a:lnTo>
                  <a:pt x="2396171" y="844527"/>
                </a:lnTo>
                <a:lnTo>
                  <a:pt x="2398052" y="851964"/>
                </a:lnTo>
                <a:lnTo>
                  <a:pt x="2399933" y="850204"/>
                </a:lnTo>
                <a:lnTo>
                  <a:pt x="2403694" y="852959"/>
                </a:lnTo>
                <a:lnTo>
                  <a:pt x="2405575" y="850434"/>
                </a:lnTo>
                <a:lnTo>
                  <a:pt x="2407456" y="852085"/>
                </a:lnTo>
                <a:lnTo>
                  <a:pt x="2409337" y="853734"/>
                </a:lnTo>
                <a:lnTo>
                  <a:pt x="2411218" y="846284"/>
                </a:lnTo>
                <a:lnTo>
                  <a:pt x="2413099" y="848246"/>
                </a:lnTo>
                <a:lnTo>
                  <a:pt x="2416860" y="851788"/>
                </a:lnTo>
                <a:lnTo>
                  <a:pt x="2430026" y="844933"/>
                </a:lnTo>
                <a:lnTo>
                  <a:pt x="2435668" y="840290"/>
                </a:lnTo>
                <a:lnTo>
                  <a:pt x="2439430" y="839881"/>
                </a:lnTo>
                <a:lnTo>
                  <a:pt x="2460119" y="845109"/>
                </a:lnTo>
                <a:lnTo>
                  <a:pt x="2462000" y="843952"/>
                </a:lnTo>
                <a:lnTo>
                  <a:pt x="2463881" y="846769"/>
                </a:lnTo>
                <a:lnTo>
                  <a:pt x="2465762" y="845004"/>
                </a:lnTo>
                <a:lnTo>
                  <a:pt x="2478927" y="844458"/>
                </a:lnTo>
                <a:lnTo>
                  <a:pt x="2490213" y="844234"/>
                </a:lnTo>
                <a:lnTo>
                  <a:pt x="2497736" y="843429"/>
                </a:lnTo>
                <a:lnTo>
                  <a:pt x="2548518" y="842452"/>
                </a:lnTo>
                <a:lnTo>
                  <a:pt x="2554160" y="843796"/>
                </a:lnTo>
                <a:lnTo>
                  <a:pt x="2559803" y="851834"/>
                </a:lnTo>
                <a:lnTo>
                  <a:pt x="2623751" y="839758"/>
                </a:lnTo>
                <a:lnTo>
                  <a:pt x="2633155" y="834814"/>
                </a:lnTo>
                <a:lnTo>
                  <a:pt x="2651963" y="829777"/>
                </a:lnTo>
                <a:lnTo>
                  <a:pt x="2657606" y="823488"/>
                </a:lnTo>
                <a:lnTo>
                  <a:pt x="2663248" y="823718"/>
                </a:lnTo>
                <a:lnTo>
                  <a:pt x="2665129" y="825483"/>
                </a:lnTo>
                <a:lnTo>
                  <a:pt x="2668891" y="819504"/>
                </a:lnTo>
                <a:lnTo>
                  <a:pt x="2687699" y="818019"/>
                </a:lnTo>
                <a:lnTo>
                  <a:pt x="2700865" y="825235"/>
                </a:lnTo>
                <a:lnTo>
                  <a:pt x="2704627" y="817412"/>
                </a:lnTo>
                <a:lnTo>
                  <a:pt x="2710269" y="818399"/>
                </a:lnTo>
                <a:lnTo>
                  <a:pt x="2734720" y="825095"/>
                </a:lnTo>
                <a:lnTo>
                  <a:pt x="2738481" y="827473"/>
                </a:lnTo>
                <a:lnTo>
                  <a:pt x="2747886" y="833126"/>
                </a:lnTo>
                <a:lnTo>
                  <a:pt x="2753528" y="835406"/>
                </a:lnTo>
                <a:lnTo>
                  <a:pt x="2757290" y="840462"/>
                </a:lnTo>
                <a:lnTo>
                  <a:pt x="2761051" y="836406"/>
                </a:lnTo>
                <a:lnTo>
                  <a:pt x="2764813" y="840391"/>
                </a:lnTo>
                <a:lnTo>
                  <a:pt x="2766694" y="839986"/>
                </a:lnTo>
                <a:lnTo>
                  <a:pt x="2770455" y="844299"/>
                </a:lnTo>
                <a:lnTo>
                  <a:pt x="2774217" y="844205"/>
                </a:lnTo>
                <a:lnTo>
                  <a:pt x="2777979" y="847405"/>
                </a:lnTo>
                <a:lnTo>
                  <a:pt x="2781741" y="848802"/>
                </a:lnTo>
                <a:lnTo>
                  <a:pt x="2791145" y="855690"/>
                </a:lnTo>
                <a:lnTo>
                  <a:pt x="2796787" y="855764"/>
                </a:lnTo>
                <a:lnTo>
                  <a:pt x="2804310" y="859103"/>
                </a:lnTo>
                <a:lnTo>
                  <a:pt x="2811833" y="855062"/>
                </a:lnTo>
                <a:lnTo>
                  <a:pt x="2815595" y="849972"/>
                </a:lnTo>
                <a:lnTo>
                  <a:pt x="2821238" y="854967"/>
                </a:lnTo>
                <a:lnTo>
                  <a:pt x="2823119" y="855609"/>
                </a:lnTo>
                <a:lnTo>
                  <a:pt x="2826880" y="850442"/>
                </a:lnTo>
                <a:lnTo>
                  <a:pt x="2828761" y="852056"/>
                </a:lnTo>
                <a:lnTo>
                  <a:pt x="2830642" y="854150"/>
                </a:lnTo>
                <a:lnTo>
                  <a:pt x="2836284" y="843569"/>
                </a:lnTo>
                <a:lnTo>
                  <a:pt x="2838165" y="846363"/>
                </a:lnTo>
                <a:lnTo>
                  <a:pt x="2840046" y="842754"/>
                </a:lnTo>
                <a:lnTo>
                  <a:pt x="2841927" y="843947"/>
                </a:lnTo>
                <a:lnTo>
                  <a:pt x="2849450" y="846809"/>
                </a:lnTo>
                <a:lnTo>
                  <a:pt x="2856974" y="841413"/>
                </a:lnTo>
                <a:lnTo>
                  <a:pt x="2858854" y="844283"/>
                </a:lnTo>
                <a:lnTo>
                  <a:pt x="2862616" y="839419"/>
                </a:lnTo>
                <a:lnTo>
                  <a:pt x="2864497" y="847010"/>
                </a:lnTo>
                <a:lnTo>
                  <a:pt x="2866378" y="843767"/>
                </a:lnTo>
                <a:lnTo>
                  <a:pt x="2868258" y="843710"/>
                </a:lnTo>
                <a:lnTo>
                  <a:pt x="2870139" y="839833"/>
                </a:lnTo>
                <a:lnTo>
                  <a:pt x="2872020" y="842985"/>
                </a:lnTo>
                <a:lnTo>
                  <a:pt x="2875782" y="832690"/>
                </a:lnTo>
                <a:lnTo>
                  <a:pt x="2877662" y="834059"/>
                </a:lnTo>
                <a:lnTo>
                  <a:pt x="2881424" y="845164"/>
                </a:lnTo>
                <a:lnTo>
                  <a:pt x="2883305" y="841762"/>
                </a:lnTo>
                <a:lnTo>
                  <a:pt x="2885186" y="832066"/>
                </a:lnTo>
                <a:lnTo>
                  <a:pt x="2887067" y="835617"/>
                </a:lnTo>
                <a:lnTo>
                  <a:pt x="2888948" y="832264"/>
                </a:lnTo>
                <a:lnTo>
                  <a:pt x="2890828" y="835780"/>
                </a:lnTo>
                <a:lnTo>
                  <a:pt x="2896471" y="827789"/>
                </a:lnTo>
                <a:lnTo>
                  <a:pt x="2902113" y="830131"/>
                </a:lnTo>
                <a:lnTo>
                  <a:pt x="2903994" y="823745"/>
                </a:lnTo>
                <a:lnTo>
                  <a:pt x="2905875" y="825620"/>
                </a:lnTo>
                <a:lnTo>
                  <a:pt x="2913398" y="816565"/>
                </a:lnTo>
                <a:lnTo>
                  <a:pt x="2915279" y="814586"/>
                </a:lnTo>
                <a:lnTo>
                  <a:pt x="2917160" y="819744"/>
                </a:lnTo>
                <a:lnTo>
                  <a:pt x="2920921" y="805626"/>
                </a:lnTo>
                <a:lnTo>
                  <a:pt x="2922802" y="813302"/>
                </a:lnTo>
                <a:lnTo>
                  <a:pt x="2924683" y="811313"/>
                </a:lnTo>
                <a:lnTo>
                  <a:pt x="2928445" y="802235"/>
                </a:lnTo>
                <a:lnTo>
                  <a:pt x="2930326" y="814566"/>
                </a:lnTo>
                <a:lnTo>
                  <a:pt x="2932207" y="813805"/>
                </a:lnTo>
                <a:lnTo>
                  <a:pt x="2935968" y="807575"/>
                </a:lnTo>
                <a:lnTo>
                  <a:pt x="2937849" y="813876"/>
                </a:lnTo>
                <a:lnTo>
                  <a:pt x="2939730" y="809638"/>
                </a:lnTo>
                <a:lnTo>
                  <a:pt x="2941611" y="809555"/>
                </a:lnTo>
                <a:lnTo>
                  <a:pt x="2947253" y="791495"/>
                </a:lnTo>
                <a:lnTo>
                  <a:pt x="2951015" y="806461"/>
                </a:lnTo>
                <a:lnTo>
                  <a:pt x="2956657" y="792503"/>
                </a:lnTo>
                <a:lnTo>
                  <a:pt x="2958538" y="810824"/>
                </a:lnTo>
                <a:lnTo>
                  <a:pt x="2960419" y="806188"/>
                </a:lnTo>
                <a:lnTo>
                  <a:pt x="2964181" y="802772"/>
                </a:lnTo>
                <a:lnTo>
                  <a:pt x="2966061" y="793061"/>
                </a:lnTo>
                <a:lnTo>
                  <a:pt x="2967942" y="804178"/>
                </a:lnTo>
                <a:lnTo>
                  <a:pt x="2969823" y="796311"/>
                </a:lnTo>
                <a:lnTo>
                  <a:pt x="2971704" y="800166"/>
                </a:lnTo>
                <a:lnTo>
                  <a:pt x="2973585" y="809162"/>
                </a:lnTo>
                <a:lnTo>
                  <a:pt x="2975465" y="805099"/>
                </a:lnTo>
                <a:lnTo>
                  <a:pt x="2977346" y="810001"/>
                </a:lnTo>
                <a:lnTo>
                  <a:pt x="2979227" y="808281"/>
                </a:lnTo>
                <a:lnTo>
                  <a:pt x="2981108" y="794430"/>
                </a:lnTo>
                <a:lnTo>
                  <a:pt x="2984869" y="811507"/>
                </a:lnTo>
                <a:lnTo>
                  <a:pt x="2986750" y="801684"/>
                </a:lnTo>
                <a:lnTo>
                  <a:pt x="2988631" y="806423"/>
                </a:lnTo>
                <a:lnTo>
                  <a:pt x="2992393" y="799117"/>
                </a:lnTo>
                <a:lnTo>
                  <a:pt x="2994273" y="808321"/>
                </a:lnTo>
                <a:lnTo>
                  <a:pt x="2996154" y="802976"/>
                </a:lnTo>
                <a:lnTo>
                  <a:pt x="2998035" y="796902"/>
                </a:lnTo>
                <a:lnTo>
                  <a:pt x="3001797" y="816206"/>
                </a:lnTo>
                <a:lnTo>
                  <a:pt x="3003678" y="811449"/>
                </a:lnTo>
                <a:lnTo>
                  <a:pt x="3007439" y="806836"/>
                </a:lnTo>
                <a:lnTo>
                  <a:pt x="3011201" y="808138"/>
                </a:lnTo>
                <a:lnTo>
                  <a:pt x="3013082" y="806719"/>
                </a:lnTo>
                <a:lnTo>
                  <a:pt x="3014963" y="795736"/>
                </a:lnTo>
                <a:lnTo>
                  <a:pt x="3016843" y="801462"/>
                </a:lnTo>
                <a:lnTo>
                  <a:pt x="3018724" y="819006"/>
                </a:lnTo>
                <a:lnTo>
                  <a:pt x="3020605" y="807777"/>
                </a:lnTo>
                <a:lnTo>
                  <a:pt x="3024367" y="803121"/>
                </a:lnTo>
                <a:lnTo>
                  <a:pt x="3028128" y="811979"/>
                </a:lnTo>
                <a:lnTo>
                  <a:pt x="3033771" y="803960"/>
                </a:lnTo>
                <a:lnTo>
                  <a:pt x="3035652" y="811289"/>
                </a:lnTo>
                <a:lnTo>
                  <a:pt x="3037533" y="807442"/>
                </a:lnTo>
                <a:lnTo>
                  <a:pt x="3045056" y="815009"/>
                </a:lnTo>
                <a:lnTo>
                  <a:pt x="3046937" y="811660"/>
                </a:lnTo>
                <a:lnTo>
                  <a:pt x="3050698" y="799278"/>
                </a:lnTo>
                <a:lnTo>
                  <a:pt x="3054460" y="815517"/>
                </a:lnTo>
                <a:lnTo>
                  <a:pt x="3058222" y="811354"/>
                </a:lnTo>
                <a:lnTo>
                  <a:pt x="3060102" y="808530"/>
                </a:lnTo>
                <a:lnTo>
                  <a:pt x="3063864" y="811902"/>
                </a:lnTo>
                <a:lnTo>
                  <a:pt x="3065745" y="810854"/>
                </a:lnTo>
                <a:lnTo>
                  <a:pt x="3069507" y="801637"/>
                </a:lnTo>
                <a:lnTo>
                  <a:pt x="3073268" y="803950"/>
                </a:lnTo>
                <a:lnTo>
                  <a:pt x="3075149" y="809564"/>
                </a:lnTo>
                <a:lnTo>
                  <a:pt x="3077030" y="807992"/>
                </a:lnTo>
                <a:lnTo>
                  <a:pt x="3078911" y="806895"/>
                </a:lnTo>
                <a:lnTo>
                  <a:pt x="3080792" y="801212"/>
                </a:lnTo>
                <a:lnTo>
                  <a:pt x="3082672" y="810751"/>
                </a:lnTo>
                <a:lnTo>
                  <a:pt x="3084553" y="807230"/>
                </a:lnTo>
                <a:lnTo>
                  <a:pt x="3086434" y="805526"/>
                </a:lnTo>
                <a:lnTo>
                  <a:pt x="3088315" y="812312"/>
                </a:lnTo>
                <a:lnTo>
                  <a:pt x="3090196" y="810558"/>
                </a:lnTo>
                <a:lnTo>
                  <a:pt x="3093957" y="804811"/>
                </a:lnTo>
                <a:lnTo>
                  <a:pt x="3095838" y="813793"/>
                </a:lnTo>
                <a:lnTo>
                  <a:pt x="3097719" y="813001"/>
                </a:lnTo>
                <a:lnTo>
                  <a:pt x="3101480" y="806204"/>
                </a:lnTo>
                <a:lnTo>
                  <a:pt x="3105242" y="797763"/>
                </a:lnTo>
                <a:lnTo>
                  <a:pt x="3110885" y="803876"/>
                </a:lnTo>
                <a:lnTo>
                  <a:pt x="3114647" y="801331"/>
                </a:lnTo>
                <a:lnTo>
                  <a:pt x="3118408" y="804564"/>
                </a:lnTo>
                <a:lnTo>
                  <a:pt x="3122170" y="799938"/>
                </a:lnTo>
                <a:lnTo>
                  <a:pt x="3140978" y="793222"/>
                </a:lnTo>
                <a:lnTo>
                  <a:pt x="3142859" y="797732"/>
                </a:lnTo>
                <a:lnTo>
                  <a:pt x="3144740" y="794586"/>
                </a:lnTo>
                <a:lnTo>
                  <a:pt x="3146621" y="784906"/>
                </a:lnTo>
                <a:lnTo>
                  <a:pt x="3148501" y="789457"/>
                </a:lnTo>
                <a:lnTo>
                  <a:pt x="3154144" y="789681"/>
                </a:lnTo>
                <a:lnTo>
                  <a:pt x="3159786" y="781155"/>
                </a:lnTo>
                <a:lnTo>
                  <a:pt x="3163548" y="793278"/>
                </a:lnTo>
                <a:lnTo>
                  <a:pt x="3165429" y="788450"/>
                </a:lnTo>
                <a:lnTo>
                  <a:pt x="3171071" y="781897"/>
                </a:lnTo>
                <a:lnTo>
                  <a:pt x="3184237" y="782955"/>
                </a:lnTo>
                <a:lnTo>
                  <a:pt x="3187999" y="784620"/>
                </a:lnTo>
                <a:lnTo>
                  <a:pt x="3191760" y="774214"/>
                </a:lnTo>
                <a:lnTo>
                  <a:pt x="3197403" y="777669"/>
                </a:lnTo>
                <a:lnTo>
                  <a:pt x="3201164" y="769878"/>
                </a:lnTo>
                <a:lnTo>
                  <a:pt x="3204926" y="775864"/>
                </a:lnTo>
                <a:lnTo>
                  <a:pt x="3218092" y="770853"/>
                </a:lnTo>
                <a:lnTo>
                  <a:pt x="3219973" y="773152"/>
                </a:lnTo>
                <a:lnTo>
                  <a:pt x="3221854" y="771030"/>
                </a:lnTo>
                <a:lnTo>
                  <a:pt x="3246304" y="765195"/>
                </a:lnTo>
                <a:lnTo>
                  <a:pt x="3250066" y="762776"/>
                </a:lnTo>
                <a:lnTo>
                  <a:pt x="3253827" y="763366"/>
                </a:lnTo>
                <a:lnTo>
                  <a:pt x="3259470" y="761419"/>
                </a:lnTo>
                <a:lnTo>
                  <a:pt x="3265113" y="762069"/>
                </a:lnTo>
                <a:lnTo>
                  <a:pt x="3268874" y="760966"/>
                </a:lnTo>
                <a:lnTo>
                  <a:pt x="3272636" y="756948"/>
                </a:lnTo>
                <a:lnTo>
                  <a:pt x="3274516" y="758562"/>
                </a:lnTo>
                <a:lnTo>
                  <a:pt x="3287682" y="751170"/>
                </a:lnTo>
                <a:lnTo>
                  <a:pt x="3291444" y="750370"/>
                </a:lnTo>
                <a:lnTo>
                  <a:pt x="3293325" y="752429"/>
                </a:lnTo>
                <a:lnTo>
                  <a:pt x="3298967" y="747930"/>
                </a:lnTo>
                <a:lnTo>
                  <a:pt x="3329061" y="746196"/>
                </a:lnTo>
                <a:lnTo>
                  <a:pt x="3330941" y="743652"/>
                </a:lnTo>
                <a:lnTo>
                  <a:pt x="3334703" y="748386"/>
                </a:lnTo>
                <a:lnTo>
                  <a:pt x="3344107" y="740720"/>
                </a:lnTo>
                <a:lnTo>
                  <a:pt x="3345988" y="743461"/>
                </a:lnTo>
                <a:lnTo>
                  <a:pt x="3347869" y="741647"/>
                </a:lnTo>
                <a:lnTo>
                  <a:pt x="3349749" y="733063"/>
                </a:lnTo>
                <a:lnTo>
                  <a:pt x="3351630" y="734972"/>
                </a:lnTo>
                <a:lnTo>
                  <a:pt x="3353511" y="735717"/>
                </a:lnTo>
                <a:lnTo>
                  <a:pt x="3355392" y="732094"/>
                </a:lnTo>
                <a:lnTo>
                  <a:pt x="3357273" y="734282"/>
                </a:lnTo>
                <a:lnTo>
                  <a:pt x="3366677" y="730849"/>
                </a:lnTo>
                <a:lnTo>
                  <a:pt x="3372320" y="738518"/>
                </a:lnTo>
                <a:lnTo>
                  <a:pt x="3374200" y="736950"/>
                </a:lnTo>
                <a:lnTo>
                  <a:pt x="3376081" y="730501"/>
                </a:lnTo>
                <a:lnTo>
                  <a:pt x="3377962" y="731353"/>
                </a:lnTo>
                <a:lnTo>
                  <a:pt x="3383604" y="732784"/>
                </a:lnTo>
                <a:lnTo>
                  <a:pt x="3389247" y="727354"/>
                </a:lnTo>
                <a:lnTo>
                  <a:pt x="3394889" y="727240"/>
                </a:lnTo>
                <a:lnTo>
                  <a:pt x="3400532" y="742135"/>
                </a:lnTo>
                <a:lnTo>
                  <a:pt x="3402413" y="743080"/>
                </a:lnTo>
                <a:lnTo>
                  <a:pt x="3406174" y="739132"/>
                </a:lnTo>
                <a:lnTo>
                  <a:pt x="3409936" y="742424"/>
                </a:lnTo>
                <a:lnTo>
                  <a:pt x="3411817" y="741854"/>
                </a:lnTo>
                <a:lnTo>
                  <a:pt x="3413698" y="736906"/>
                </a:lnTo>
                <a:lnTo>
                  <a:pt x="3415578" y="738660"/>
                </a:lnTo>
                <a:lnTo>
                  <a:pt x="3417459" y="739201"/>
                </a:lnTo>
                <a:lnTo>
                  <a:pt x="3423102" y="736170"/>
                </a:lnTo>
                <a:lnTo>
                  <a:pt x="3424982" y="735303"/>
                </a:lnTo>
                <a:lnTo>
                  <a:pt x="3428744" y="740074"/>
                </a:lnTo>
                <a:lnTo>
                  <a:pt x="3430625" y="738435"/>
                </a:lnTo>
                <a:lnTo>
                  <a:pt x="3451314" y="744553"/>
                </a:lnTo>
                <a:lnTo>
                  <a:pt x="3453195" y="748986"/>
                </a:lnTo>
                <a:lnTo>
                  <a:pt x="3455076" y="747809"/>
                </a:lnTo>
                <a:lnTo>
                  <a:pt x="3462599" y="745964"/>
                </a:lnTo>
                <a:lnTo>
                  <a:pt x="3466361" y="748403"/>
                </a:lnTo>
                <a:lnTo>
                  <a:pt x="3473884" y="749938"/>
                </a:lnTo>
                <a:lnTo>
                  <a:pt x="3490811" y="743792"/>
                </a:lnTo>
                <a:lnTo>
                  <a:pt x="3494573" y="749391"/>
                </a:lnTo>
                <a:lnTo>
                  <a:pt x="3496454" y="746552"/>
                </a:lnTo>
                <a:lnTo>
                  <a:pt x="3498335" y="748055"/>
                </a:lnTo>
                <a:lnTo>
                  <a:pt x="3503977" y="743310"/>
                </a:lnTo>
                <a:lnTo>
                  <a:pt x="3513382" y="756957"/>
                </a:lnTo>
                <a:lnTo>
                  <a:pt x="3515262" y="754160"/>
                </a:lnTo>
                <a:lnTo>
                  <a:pt x="3517143" y="755514"/>
                </a:lnTo>
                <a:lnTo>
                  <a:pt x="3522786" y="755371"/>
                </a:lnTo>
                <a:lnTo>
                  <a:pt x="3534070" y="756567"/>
                </a:lnTo>
                <a:lnTo>
                  <a:pt x="3535951" y="755607"/>
                </a:lnTo>
                <a:lnTo>
                  <a:pt x="3541594" y="762184"/>
                </a:lnTo>
                <a:lnTo>
                  <a:pt x="3543474" y="764025"/>
                </a:lnTo>
                <a:lnTo>
                  <a:pt x="3549117" y="754137"/>
                </a:lnTo>
                <a:lnTo>
                  <a:pt x="3550998" y="757794"/>
                </a:lnTo>
                <a:lnTo>
                  <a:pt x="3558521" y="763067"/>
                </a:lnTo>
                <a:lnTo>
                  <a:pt x="3566044" y="754186"/>
                </a:lnTo>
                <a:lnTo>
                  <a:pt x="3567925" y="756167"/>
                </a:lnTo>
                <a:lnTo>
                  <a:pt x="3571687" y="747940"/>
                </a:lnTo>
                <a:lnTo>
                  <a:pt x="3573568" y="747194"/>
                </a:lnTo>
                <a:lnTo>
                  <a:pt x="3582972" y="694233"/>
                </a:lnTo>
                <a:lnTo>
                  <a:pt x="3584853" y="706039"/>
                </a:lnTo>
                <a:lnTo>
                  <a:pt x="3586734" y="700934"/>
                </a:lnTo>
                <a:lnTo>
                  <a:pt x="3588614" y="699625"/>
                </a:lnTo>
                <a:lnTo>
                  <a:pt x="3605542" y="646539"/>
                </a:lnTo>
                <a:lnTo>
                  <a:pt x="3607422" y="644186"/>
                </a:lnTo>
                <a:lnTo>
                  <a:pt x="3609303" y="652284"/>
                </a:lnTo>
                <a:lnTo>
                  <a:pt x="3618707" y="610407"/>
                </a:lnTo>
                <a:lnTo>
                  <a:pt x="3624350" y="601132"/>
                </a:lnTo>
                <a:lnTo>
                  <a:pt x="3635635" y="575913"/>
                </a:lnTo>
                <a:lnTo>
                  <a:pt x="3637516" y="573696"/>
                </a:lnTo>
                <a:lnTo>
                  <a:pt x="3645039" y="552977"/>
                </a:lnTo>
                <a:lnTo>
                  <a:pt x="3648801" y="549149"/>
                </a:lnTo>
                <a:lnTo>
                  <a:pt x="3650681" y="550312"/>
                </a:lnTo>
                <a:lnTo>
                  <a:pt x="3661967" y="524197"/>
                </a:lnTo>
                <a:lnTo>
                  <a:pt x="3669490" y="515495"/>
                </a:lnTo>
                <a:lnTo>
                  <a:pt x="3677013" y="494139"/>
                </a:lnTo>
                <a:lnTo>
                  <a:pt x="3692060" y="470278"/>
                </a:lnTo>
                <a:lnTo>
                  <a:pt x="3703345" y="449263"/>
                </a:lnTo>
                <a:lnTo>
                  <a:pt x="3705226" y="449368"/>
                </a:lnTo>
                <a:lnTo>
                  <a:pt x="3720272" y="411882"/>
                </a:lnTo>
                <a:lnTo>
                  <a:pt x="3756008" y="338702"/>
                </a:lnTo>
                <a:lnTo>
                  <a:pt x="3761650" y="327468"/>
                </a:lnTo>
                <a:lnTo>
                  <a:pt x="3765412" y="331474"/>
                </a:lnTo>
                <a:lnTo>
                  <a:pt x="3772935" y="312681"/>
                </a:lnTo>
                <a:lnTo>
                  <a:pt x="3776697" y="310284"/>
                </a:lnTo>
                <a:lnTo>
                  <a:pt x="3784220" y="291021"/>
                </a:lnTo>
                <a:lnTo>
                  <a:pt x="3787982" y="287634"/>
                </a:lnTo>
                <a:lnTo>
                  <a:pt x="3804909" y="251596"/>
                </a:lnTo>
                <a:lnTo>
                  <a:pt x="3814313" y="235135"/>
                </a:lnTo>
                <a:lnTo>
                  <a:pt x="3829360" y="207342"/>
                </a:lnTo>
                <a:lnTo>
                  <a:pt x="3835002" y="195391"/>
                </a:lnTo>
                <a:lnTo>
                  <a:pt x="3842526" y="180644"/>
                </a:lnTo>
                <a:lnTo>
                  <a:pt x="3844407" y="181068"/>
                </a:lnTo>
                <a:lnTo>
                  <a:pt x="3859453" y="152659"/>
                </a:lnTo>
                <a:lnTo>
                  <a:pt x="3870738" y="139282"/>
                </a:lnTo>
                <a:lnTo>
                  <a:pt x="3878262" y="126496"/>
                </a:lnTo>
                <a:lnTo>
                  <a:pt x="3882023" y="124703"/>
                </a:lnTo>
                <a:lnTo>
                  <a:pt x="3897070" y="94215"/>
                </a:lnTo>
                <a:lnTo>
                  <a:pt x="3902712" y="96029"/>
                </a:lnTo>
                <a:lnTo>
                  <a:pt x="3912116" y="76575"/>
                </a:lnTo>
                <a:lnTo>
                  <a:pt x="3913997" y="75816"/>
                </a:lnTo>
                <a:lnTo>
                  <a:pt x="3915878" y="79229"/>
                </a:lnTo>
                <a:lnTo>
                  <a:pt x="3917759" y="77324"/>
                </a:lnTo>
                <a:lnTo>
                  <a:pt x="3962899" y="28479"/>
                </a:lnTo>
                <a:lnTo>
                  <a:pt x="3970422" y="29103"/>
                </a:lnTo>
                <a:lnTo>
                  <a:pt x="3974183" y="20052"/>
                </a:lnTo>
                <a:lnTo>
                  <a:pt x="3977945" y="17435"/>
                </a:lnTo>
                <a:lnTo>
                  <a:pt x="3981707" y="31953"/>
                </a:lnTo>
                <a:lnTo>
                  <a:pt x="3985468" y="10688"/>
                </a:lnTo>
                <a:lnTo>
                  <a:pt x="3987349" y="14166"/>
                </a:lnTo>
                <a:lnTo>
                  <a:pt x="3991111" y="8049"/>
                </a:lnTo>
                <a:lnTo>
                  <a:pt x="3992992" y="2825"/>
                </a:lnTo>
                <a:lnTo>
                  <a:pt x="3994873" y="6303"/>
                </a:lnTo>
                <a:lnTo>
                  <a:pt x="4000515" y="7945"/>
                </a:lnTo>
                <a:lnTo>
                  <a:pt x="4002396" y="18895"/>
                </a:lnTo>
                <a:lnTo>
                  <a:pt x="4008038" y="7501"/>
                </a:lnTo>
                <a:lnTo>
                  <a:pt x="4011800" y="5764"/>
                </a:lnTo>
                <a:lnTo>
                  <a:pt x="4015561" y="6879"/>
                </a:lnTo>
                <a:lnTo>
                  <a:pt x="4019323" y="0"/>
                </a:lnTo>
                <a:lnTo>
                  <a:pt x="4024966" y="15491"/>
                </a:lnTo>
                <a:lnTo>
                  <a:pt x="4038132" y="294616"/>
                </a:lnTo>
                <a:lnTo>
                  <a:pt x="4047536" y="629489"/>
                </a:lnTo>
                <a:lnTo>
                  <a:pt x="4058821" y="702060"/>
                </a:lnTo>
                <a:lnTo>
                  <a:pt x="4060702" y="687988"/>
                </a:lnTo>
                <a:lnTo>
                  <a:pt x="4062582" y="701178"/>
                </a:lnTo>
                <a:lnTo>
                  <a:pt x="4064463" y="699570"/>
                </a:lnTo>
                <a:lnTo>
                  <a:pt x="4068225" y="705411"/>
                </a:lnTo>
                <a:lnTo>
                  <a:pt x="4071986" y="721746"/>
                </a:lnTo>
                <a:lnTo>
                  <a:pt x="4073867" y="719804"/>
                </a:lnTo>
                <a:lnTo>
                  <a:pt x="4075748" y="704337"/>
                </a:lnTo>
                <a:lnTo>
                  <a:pt x="4077629" y="711929"/>
                </a:lnTo>
                <a:lnTo>
                  <a:pt x="4085152" y="720660"/>
                </a:lnTo>
                <a:lnTo>
                  <a:pt x="4087033" y="713557"/>
                </a:lnTo>
                <a:lnTo>
                  <a:pt x="4088914" y="718246"/>
                </a:lnTo>
                <a:lnTo>
                  <a:pt x="4090794" y="714052"/>
                </a:lnTo>
                <a:lnTo>
                  <a:pt x="4094556" y="724436"/>
                </a:lnTo>
                <a:lnTo>
                  <a:pt x="4096437" y="719727"/>
                </a:lnTo>
                <a:lnTo>
                  <a:pt x="4103961" y="748094"/>
                </a:lnTo>
                <a:lnTo>
                  <a:pt x="4105841" y="745780"/>
                </a:lnTo>
                <a:lnTo>
                  <a:pt x="4107722" y="742299"/>
                </a:lnTo>
                <a:lnTo>
                  <a:pt x="4111484" y="753868"/>
                </a:lnTo>
                <a:lnTo>
                  <a:pt x="4120888" y="778524"/>
                </a:lnTo>
                <a:lnTo>
                  <a:pt x="4122769" y="777777"/>
                </a:lnTo>
                <a:lnTo>
                  <a:pt x="4135935" y="806811"/>
                </a:lnTo>
                <a:lnTo>
                  <a:pt x="4139696" y="809133"/>
                </a:lnTo>
                <a:lnTo>
                  <a:pt x="4145339" y="818368"/>
                </a:lnTo>
                <a:lnTo>
                  <a:pt x="4166027" y="840439"/>
                </a:lnTo>
                <a:lnTo>
                  <a:pt x="4169789" y="832973"/>
                </a:lnTo>
                <a:lnTo>
                  <a:pt x="4171670" y="834843"/>
                </a:lnTo>
                <a:lnTo>
                  <a:pt x="4177313" y="849737"/>
                </a:lnTo>
                <a:lnTo>
                  <a:pt x="4182955" y="846509"/>
                </a:lnTo>
                <a:lnTo>
                  <a:pt x="4186717" y="851197"/>
                </a:lnTo>
                <a:lnTo>
                  <a:pt x="4192359" y="845461"/>
                </a:lnTo>
                <a:lnTo>
                  <a:pt x="4194240" y="848209"/>
                </a:lnTo>
                <a:lnTo>
                  <a:pt x="4196121" y="846537"/>
                </a:lnTo>
                <a:lnTo>
                  <a:pt x="4205525" y="839825"/>
                </a:lnTo>
                <a:lnTo>
                  <a:pt x="4207406" y="840152"/>
                </a:lnTo>
                <a:lnTo>
                  <a:pt x="4209287" y="843732"/>
                </a:lnTo>
                <a:lnTo>
                  <a:pt x="4211168" y="841396"/>
                </a:lnTo>
                <a:lnTo>
                  <a:pt x="4214929" y="828232"/>
                </a:lnTo>
                <a:lnTo>
                  <a:pt x="4216810" y="832036"/>
                </a:lnTo>
                <a:lnTo>
                  <a:pt x="4218691" y="837919"/>
                </a:lnTo>
                <a:lnTo>
                  <a:pt x="4220572" y="830981"/>
                </a:lnTo>
                <a:lnTo>
                  <a:pt x="4222452" y="832307"/>
                </a:lnTo>
                <a:lnTo>
                  <a:pt x="4224333" y="830723"/>
                </a:lnTo>
                <a:lnTo>
                  <a:pt x="4226214" y="833919"/>
                </a:lnTo>
                <a:lnTo>
                  <a:pt x="4229976" y="823751"/>
                </a:lnTo>
                <a:lnTo>
                  <a:pt x="4231856" y="818042"/>
                </a:lnTo>
                <a:lnTo>
                  <a:pt x="4233737" y="820284"/>
                </a:lnTo>
                <a:lnTo>
                  <a:pt x="4239380" y="841230"/>
                </a:lnTo>
                <a:lnTo>
                  <a:pt x="4246903" y="814644"/>
                </a:lnTo>
                <a:lnTo>
                  <a:pt x="4250665" y="805746"/>
                </a:lnTo>
                <a:lnTo>
                  <a:pt x="4254426" y="824069"/>
                </a:lnTo>
                <a:lnTo>
                  <a:pt x="4260069" y="812547"/>
                </a:lnTo>
                <a:lnTo>
                  <a:pt x="4263830" y="825882"/>
                </a:lnTo>
                <a:lnTo>
                  <a:pt x="4265711" y="822198"/>
                </a:lnTo>
                <a:lnTo>
                  <a:pt x="4269473" y="808049"/>
                </a:lnTo>
                <a:lnTo>
                  <a:pt x="4271354" y="812288"/>
                </a:lnTo>
                <a:lnTo>
                  <a:pt x="4273234" y="830507"/>
                </a:lnTo>
                <a:lnTo>
                  <a:pt x="4275115" y="821326"/>
                </a:lnTo>
                <a:lnTo>
                  <a:pt x="4276996" y="823309"/>
                </a:lnTo>
                <a:lnTo>
                  <a:pt x="4280758" y="805012"/>
                </a:lnTo>
                <a:lnTo>
                  <a:pt x="4282639" y="809895"/>
                </a:lnTo>
                <a:lnTo>
                  <a:pt x="4286401" y="830431"/>
                </a:lnTo>
                <a:lnTo>
                  <a:pt x="4290162" y="803325"/>
                </a:lnTo>
                <a:lnTo>
                  <a:pt x="4292043" y="803555"/>
                </a:lnTo>
                <a:lnTo>
                  <a:pt x="4299566" y="835867"/>
                </a:lnTo>
                <a:lnTo>
                  <a:pt x="4303328" y="820889"/>
                </a:lnTo>
                <a:lnTo>
                  <a:pt x="4305209" y="823439"/>
                </a:lnTo>
                <a:lnTo>
                  <a:pt x="4307089" y="831595"/>
                </a:lnTo>
                <a:lnTo>
                  <a:pt x="4308970" y="829227"/>
                </a:lnTo>
                <a:lnTo>
                  <a:pt x="4312732" y="813450"/>
                </a:lnTo>
                <a:lnTo>
                  <a:pt x="4316494" y="829879"/>
                </a:lnTo>
                <a:lnTo>
                  <a:pt x="4318375" y="822957"/>
                </a:lnTo>
                <a:lnTo>
                  <a:pt x="4320255" y="831507"/>
                </a:lnTo>
                <a:lnTo>
                  <a:pt x="4322136" y="828726"/>
                </a:lnTo>
                <a:lnTo>
                  <a:pt x="4324017" y="827706"/>
                </a:lnTo>
                <a:lnTo>
                  <a:pt x="4329659" y="818588"/>
                </a:lnTo>
                <a:lnTo>
                  <a:pt x="4333421" y="830144"/>
                </a:lnTo>
                <a:lnTo>
                  <a:pt x="4339063" y="825219"/>
                </a:lnTo>
                <a:lnTo>
                  <a:pt x="4340944" y="826291"/>
                </a:lnTo>
                <a:lnTo>
                  <a:pt x="4342825" y="832940"/>
                </a:lnTo>
                <a:lnTo>
                  <a:pt x="4344706" y="831025"/>
                </a:lnTo>
                <a:lnTo>
                  <a:pt x="4346587" y="828386"/>
                </a:lnTo>
                <a:lnTo>
                  <a:pt x="4348467" y="818656"/>
                </a:lnTo>
                <a:lnTo>
                  <a:pt x="4350348" y="820489"/>
                </a:lnTo>
                <a:lnTo>
                  <a:pt x="4352229" y="838680"/>
                </a:lnTo>
                <a:lnTo>
                  <a:pt x="4354110" y="830378"/>
                </a:lnTo>
                <a:lnTo>
                  <a:pt x="4355991" y="837714"/>
                </a:lnTo>
                <a:lnTo>
                  <a:pt x="4357872" y="833868"/>
                </a:lnTo>
                <a:lnTo>
                  <a:pt x="4363514" y="814754"/>
                </a:lnTo>
                <a:lnTo>
                  <a:pt x="4365395" y="818600"/>
                </a:lnTo>
                <a:lnTo>
                  <a:pt x="4369157" y="835570"/>
                </a:lnTo>
                <a:lnTo>
                  <a:pt x="4371038" y="835874"/>
                </a:lnTo>
                <a:lnTo>
                  <a:pt x="4378561" y="814780"/>
                </a:lnTo>
                <a:lnTo>
                  <a:pt x="4380442" y="816776"/>
                </a:lnTo>
                <a:lnTo>
                  <a:pt x="4382322" y="829918"/>
                </a:lnTo>
                <a:lnTo>
                  <a:pt x="4384203" y="828669"/>
                </a:lnTo>
                <a:lnTo>
                  <a:pt x="4387965" y="826224"/>
                </a:lnTo>
                <a:lnTo>
                  <a:pt x="4391727" y="806959"/>
                </a:lnTo>
                <a:lnTo>
                  <a:pt x="4393608" y="807405"/>
                </a:lnTo>
                <a:lnTo>
                  <a:pt x="4397369" y="815112"/>
                </a:lnTo>
                <a:lnTo>
                  <a:pt x="4401131" y="808194"/>
                </a:lnTo>
                <a:lnTo>
                  <a:pt x="4403012" y="815436"/>
                </a:lnTo>
                <a:lnTo>
                  <a:pt x="4404892" y="813827"/>
                </a:lnTo>
                <a:lnTo>
                  <a:pt x="4406773" y="815806"/>
                </a:lnTo>
                <a:lnTo>
                  <a:pt x="4412416" y="792992"/>
                </a:lnTo>
                <a:lnTo>
                  <a:pt x="4416177" y="803688"/>
                </a:lnTo>
                <a:lnTo>
                  <a:pt x="4421820" y="791935"/>
                </a:lnTo>
                <a:lnTo>
                  <a:pt x="4423701" y="792895"/>
                </a:lnTo>
                <a:lnTo>
                  <a:pt x="4425582" y="802548"/>
                </a:lnTo>
                <a:lnTo>
                  <a:pt x="4427462" y="802041"/>
                </a:lnTo>
                <a:lnTo>
                  <a:pt x="4429343" y="801585"/>
                </a:lnTo>
                <a:lnTo>
                  <a:pt x="4431224" y="804743"/>
                </a:lnTo>
                <a:lnTo>
                  <a:pt x="4434986" y="791077"/>
                </a:lnTo>
                <a:lnTo>
                  <a:pt x="4436867" y="791815"/>
                </a:lnTo>
                <a:lnTo>
                  <a:pt x="4444390" y="809679"/>
                </a:lnTo>
                <a:lnTo>
                  <a:pt x="4448151" y="793960"/>
                </a:lnTo>
                <a:lnTo>
                  <a:pt x="4450032" y="795425"/>
                </a:lnTo>
                <a:lnTo>
                  <a:pt x="4453794" y="807003"/>
                </a:lnTo>
                <a:lnTo>
                  <a:pt x="4459436" y="795842"/>
                </a:lnTo>
                <a:lnTo>
                  <a:pt x="4465079" y="805290"/>
                </a:lnTo>
                <a:lnTo>
                  <a:pt x="4468841" y="801249"/>
                </a:lnTo>
                <a:lnTo>
                  <a:pt x="4472602" y="812845"/>
                </a:lnTo>
                <a:lnTo>
                  <a:pt x="4478245" y="815621"/>
                </a:lnTo>
                <a:lnTo>
                  <a:pt x="4480125" y="811114"/>
                </a:lnTo>
                <a:lnTo>
                  <a:pt x="4482006" y="816162"/>
                </a:lnTo>
                <a:lnTo>
                  <a:pt x="4483887" y="813567"/>
                </a:lnTo>
                <a:lnTo>
                  <a:pt x="4495172" y="812589"/>
                </a:lnTo>
                <a:lnTo>
                  <a:pt x="4497053" y="808422"/>
                </a:lnTo>
                <a:lnTo>
                  <a:pt x="4498934" y="811515"/>
                </a:lnTo>
                <a:lnTo>
                  <a:pt x="4502696" y="823355"/>
                </a:lnTo>
                <a:lnTo>
                  <a:pt x="4504576" y="824325"/>
                </a:lnTo>
                <a:lnTo>
                  <a:pt x="4506457" y="815672"/>
                </a:lnTo>
                <a:lnTo>
                  <a:pt x="4508338" y="816753"/>
                </a:lnTo>
                <a:lnTo>
                  <a:pt x="4510219" y="819943"/>
                </a:lnTo>
                <a:lnTo>
                  <a:pt x="4512100" y="815828"/>
                </a:lnTo>
                <a:lnTo>
                  <a:pt x="4515861" y="825029"/>
                </a:lnTo>
                <a:lnTo>
                  <a:pt x="4517742" y="820862"/>
                </a:lnTo>
                <a:lnTo>
                  <a:pt x="4519623" y="824211"/>
                </a:lnTo>
                <a:lnTo>
                  <a:pt x="4521503" y="820046"/>
                </a:lnTo>
                <a:lnTo>
                  <a:pt x="4523384" y="826720"/>
                </a:lnTo>
                <a:lnTo>
                  <a:pt x="4525265" y="823240"/>
                </a:lnTo>
                <a:lnTo>
                  <a:pt x="4527146" y="827138"/>
                </a:lnTo>
                <a:lnTo>
                  <a:pt x="4532788" y="822142"/>
                </a:lnTo>
                <a:lnTo>
                  <a:pt x="4538431" y="823718"/>
                </a:lnTo>
                <a:lnTo>
                  <a:pt x="4542193" y="821722"/>
                </a:lnTo>
                <a:lnTo>
                  <a:pt x="4545954" y="830591"/>
                </a:lnTo>
                <a:lnTo>
                  <a:pt x="4549716" y="823718"/>
                </a:lnTo>
                <a:lnTo>
                  <a:pt x="4551597" y="826332"/>
                </a:lnTo>
                <a:lnTo>
                  <a:pt x="4553478" y="824696"/>
                </a:lnTo>
                <a:lnTo>
                  <a:pt x="4561001" y="826125"/>
                </a:lnTo>
                <a:lnTo>
                  <a:pt x="4564762" y="821038"/>
                </a:lnTo>
                <a:lnTo>
                  <a:pt x="4572286" y="834323"/>
                </a:lnTo>
                <a:lnTo>
                  <a:pt x="4576048" y="825688"/>
                </a:lnTo>
                <a:lnTo>
                  <a:pt x="4577928" y="825461"/>
                </a:lnTo>
                <a:lnTo>
                  <a:pt x="4583571" y="831304"/>
                </a:lnTo>
                <a:lnTo>
                  <a:pt x="4589213" y="822534"/>
                </a:lnTo>
                <a:lnTo>
                  <a:pt x="4591094" y="828172"/>
                </a:lnTo>
                <a:lnTo>
                  <a:pt x="4592975" y="827184"/>
                </a:lnTo>
                <a:lnTo>
                  <a:pt x="4600498" y="832130"/>
                </a:lnTo>
                <a:lnTo>
                  <a:pt x="4602379" y="830067"/>
                </a:lnTo>
                <a:lnTo>
                  <a:pt x="4604260" y="823086"/>
                </a:lnTo>
                <a:lnTo>
                  <a:pt x="4606141" y="824355"/>
                </a:lnTo>
                <a:lnTo>
                  <a:pt x="4608022" y="821680"/>
                </a:lnTo>
                <a:lnTo>
                  <a:pt x="4609902" y="824715"/>
                </a:lnTo>
                <a:lnTo>
                  <a:pt x="4611783" y="820381"/>
                </a:lnTo>
                <a:lnTo>
                  <a:pt x="4615545" y="827879"/>
                </a:lnTo>
                <a:lnTo>
                  <a:pt x="4617426" y="828413"/>
                </a:lnTo>
                <a:lnTo>
                  <a:pt x="4619307" y="822881"/>
                </a:lnTo>
                <a:lnTo>
                  <a:pt x="4621187" y="825019"/>
                </a:lnTo>
                <a:lnTo>
                  <a:pt x="4624949" y="831089"/>
                </a:lnTo>
                <a:lnTo>
                  <a:pt x="4628711" y="822030"/>
                </a:lnTo>
                <a:lnTo>
                  <a:pt x="4630591" y="821409"/>
                </a:lnTo>
                <a:lnTo>
                  <a:pt x="4634353" y="831456"/>
                </a:lnTo>
                <a:lnTo>
                  <a:pt x="4639995" y="824130"/>
                </a:lnTo>
                <a:lnTo>
                  <a:pt x="4641876" y="826612"/>
                </a:lnTo>
                <a:lnTo>
                  <a:pt x="4645638" y="821576"/>
                </a:lnTo>
                <a:lnTo>
                  <a:pt x="4647519" y="830434"/>
                </a:lnTo>
                <a:lnTo>
                  <a:pt x="4649400" y="827461"/>
                </a:lnTo>
                <a:lnTo>
                  <a:pt x="4651281" y="829925"/>
                </a:lnTo>
                <a:lnTo>
                  <a:pt x="4655042" y="820806"/>
                </a:lnTo>
                <a:lnTo>
                  <a:pt x="4656923" y="822113"/>
                </a:lnTo>
                <a:lnTo>
                  <a:pt x="4658804" y="827986"/>
                </a:lnTo>
                <a:lnTo>
                  <a:pt x="4660685" y="823993"/>
                </a:lnTo>
                <a:lnTo>
                  <a:pt x="4668208" y="825918"/>
                </a:lnTo>
                <a:lnTo>
                  <a:pt x="4671969" y="821216"/>
                </a:lnTo>
                <a:lnTo>
                  <a:pt x="4677612" y="833361"/>
                </a:lnTo>
                <a:lnTo>
                  <a:pt x="4685136" y="817397"/>
                </a:lnTo>
                <a:lnTo>
                  <a:pt x="4688897" y="815802"/>
                </a:lnTo>
                <a:lnTo>
                  <a:pt x="4694540" y="827959"/>
                </a:lnTo>
                <a:lnTo>
                  <a:pt x="4696420" y="823118"/>
                </a:lnTo>
                <a:lnTo>
                  <a:pt x="4698301" y="823060"/>
                </a:lnTo>
                <a:lnTo>
                  <a:pt x="4702063" y="816858"/>
                </a:lnTo>
                <a:lnTo>
                  <a:pt x="4705824" y="824954"/>
                </a:lnTo>
                <a:lnTo>
                  <a:pt x="4707705" y="820196"/>
                </a:lnTo>
                <a:lnTo>
                  <a:pt x="4709586" y="824360"/>
                </a:lnTo>
                <a:lnTo>
                  <a:pt x="4713348" y="815306"/>
                </a:lnTo>
                <a:lnTo>
                  <a:pt x="4717109" y="825271"/>
                </a:lnTo>
                <a:lnTo>
                  <a:pt x="4720871" y="816197"/>
                </a:lnTo>
                <a:lnTo>
                  <a:pt x="4722752" y="820326"/>
                </a:lnTo>
                <a:lnTo>
                  <a:pt x="4726514" y="816139"/>
                </a:lnTo>
                <a:lnTo>
                  <a:pt x="4730275" y="819320"/>
                </a:lnTo>
                <a:lnTo>
                  <a:pt x="4732156" y="815405"/>
                </a:lnTo>
                <a:lnTo>
                  <a:pt x="4734037" y="816604"/>
                </a:lnTo>
                <a:lnTo>
                  <a:pt x="4735918" y="819978"/>
                </a:lnTo>
                <a:lnTo>
                  <a:pt x="4737798" y="817158"/>
                </a:lnTo>
                <a:lnTo>
                  <a:pt x="4739679" y="813409"/>
                </a:lnTo>
                <a:lnTo>
                  <a:pt x="4741560" y="815499"/>
                </a:lnTo>
                <a:lnTo>
                  <a:pt x="4743441" y="814858"/>
                </a:lnTo>
                <a:lnTo>
                  <a:pt x="4745322" y="819720"/>
                </a:lnTo>
                <a:lnTo>
                  <a:pt x="4747202" y="814098"/>
                </a:lnTo>
                <a:lnTo>
                  <a:pt x="4749083" y="817261"/>
                </a:lnTo>
                <a:lnTo>
                  <a:pt x="4754726" y="815290"/>
                </a:lnTo>
                <a:lnTo>
                  <a:pt x="4758488" y="808417"/>
                </a:lnTo>
                <a:lnTo>
                  <a:pt x="4760369" y="818603"/>
                </a:lnTo>
                <a:lnTo>
                  <a:pt x="4762249" y="814070"/>
                </a:lnTo>
                <a:lnTo>
                  <a:pt x="4766011" y="812986"/>
                </a:lnTo>
                <a:lnTo>
                  <a:pt x="4771653" y="808769"/>
                </a:lnTo>
                <a:lnTo>
                  <a:pt x="4775415" y="811104"/>
                </a:lnTo>
                <a:lnTo>
                  <a:pt x="4777296" y="812943"/>
                </a:lnTo>
                <a:lnTo>
                  <a:pt x="4779176" y="810869"/>
                </a:lnTo>
                <a:lnTo>
                  <a:pt x="4781057" y="811646"/>
                </a:lnTo>
                <a:lnTo>
                  <a:pt x="4784819" y="809279"/>
                </a:lnTo>
                <a:lnTo>
                  <a:pt x="4788581" y="812885"/>
                </a:lnTo>
                <a:lnTo>
                  <a:pt x="4790461" y="814317"/>
                </a:lnTo>
                <a:lnTo>
                  <a:pt x="4792342" y="810153"/>
                </a:lnTo>
                <a:lnTo>
                  <a:pt x="4794223" y="811215"/>
                </a:lnTo>
                <a:lnTo>
                  <a:pt x="4799866" y="811116"/>
                </a:lnTo>
                <a:lnTo>
                  <a:pt x="4803627" y="815314"/>
                </a:lnTo>
                <a:lnTo>
                  <a:pt x="4805508" y="808630"/>
                </a:lnTo>
                <a:lnTo>
                  <a:pt x="4807389" y="810845"/>
                </a:lnTo>
                <a:lnTo>
                  <a:pt x="4818674" y="816856"/>
                </a:lnTo>
                <a:lnTo>
                  <a:pt x="4820555" y="813577"/>
                </a:lnTo>
                <a:lnTo>
                  <a:pt x="4822435" y="815158"/>
                </a:lnTo>
                <a:lnTo>
                  <a:pt x="4826197" y="819416"/>
                </a:lnTo>
                <a:lnTo>
                  <a:pt x="4831840" y="810522"/>
                </a:lnTo>
                <a:lnTo>
                  <a:pt x="4833721" y="817351"/>
                </a:lnTo>
                <a:lnTo>
                  <a:pt x="4835601" y="816506"/>
                </a:lnTo>
                <a:lnTo>
                  <a:pt x="4837482" y="815583"/>
                </a:lnTo>
                <a:lnTo>
                  <a:pt x="4839363" y="804768"/>
                </a:lnTo>
                <a:lnTo>
                  <a:pt x="4841244" y="811183"/>
                </a:lnTo>
                <a:lnTo>
                  <a:pt x="4843125" y="816495"/>
                </a:lnTo>
                <a:lnTo>
                  <a:pt x="4845005" y="814517"/>
                </a:lnTo>
                <a:lnTo>
                  <a:pt x="4848767" y="817928"/>
                </a:lnTo>
                <a:lnTo>
                  <a:pt x="4850648" y="813331"/>
                </a:lnTo>
                <a:lnTo>
                  <a:pt x="4852529" y="817952"/>
                </a:lnTo>
                <a:lnTo>
                  <a:pt x="4854409" y="815677"/>
                </a:lnTo>
                <a:lnTo>
                  <a:pt x="4856290" y="814461"/>
                </a:lnTo>
                <a:lnTo>
                  <a:pt x="4858171" y="817362"/>
                </a:lnTo>
                <a:lnTo>
                  <a:pt x="4860052" y="813866"/>
                </a:lnTo>
                <a:lnTo>
                  <a:pt x="4865695" y="818480"/>
                </a:lnTo>
                <a:lnTo>
                  <a:pt x="4867576" y="813538"/>
                </a:lnTo>
                <a:lnTo>
                  <a:pt x="4869456" y="818227"/>
                </a:lnTo>
                <a:lnTo>
                  <a:pt x="4871337" y="817452"/>
                </a:lnTo>
                <a:lnTo>
                  <a:pt x="4886384" y="816151"/>
                </a:lnTo>
                <a:lnTo>
                  <a:pt x="4888264" y="810402"/>
                </a:lnTo>
                <a:lnTo>
                  <a:pt x="4892026" y="814849"/>
                </a:lnTo>
                <a:lnTo>
                  <a:pt x="4905192" y="818525"/>
                </a:lnTo>
                <a:lnTo>
                  <a:pt x="4908954" y="809899"/>
                </a:lnTo>
                <a:lnTo>
                  <a:pt x="4914596" y="819230"/>
                </a:lnTo>
                <a:lnTo>
                  <a:pt x="4920238" y="808718"/>
                </a:lnTo>
                <a:lnTo>
                  <a:pt x="4922119" y="812854"/>
                </a:lnTo>
                <a:lnTo>
                  <a:pt x="4927762" y="806223"/>
                </a:lnTo>
                <a:lnTo>
                  <a:pt x="4929642" y="811552"/>
                </a:lnTo>
                <a:lnTo>
                  <a:pt x="4931523" y="808176"/>
                </a:lnTo>
                <a:lnTo>
                  <a:pt x="4933404" y="804569"/>
                </a:lnTo>
                <a:lnTo>
                  <a:pt x="4935285" y="806618"/>
                </a:lnTo>
                <a:lnTo>
                  <a:pt x="4940928" y="804478"/>
                </a:lnTo>
                <a:lnTo>
                  <a:pt x="4944689" y="809805"/>
                </a:lnTo>
                <a:lnTo>
                  <a:pt x="4948451" y="806197"/>
                </a:lnTo>
                <a:lnTo>
                  <a:pt x="4950332" y="805765"/>
                </a:lnTo>
                <a:lnTo>
                  <a:pt x="4952213" y="810541"/>
                </a:lnTo>
                <a:lnTo>
                  <a:pt x="4954093" y="808584"/>
                </a:lnTo>
                <a:lnTo>
                  <a:pt x="4959736" y="803268"/>
                </a:lnTo>
                <a:lnTo>
                  <a:pt x="4965378" y="809380"/>
                </a:lnTo>
                <a:lnTo>
                  <a:pt x="4969140" y="807276"/>
                </a:lnTo>
                <a:lnTo>
                  <a:pt x="4971021" y="810014"/>
                </a:lnTo>
                <a:lnTo>
                  <a:pt x="4972901" y="805628"/>
                </a:lnTo>
                <a:lnTo>
                  <a:pt x="4974782" y="807521"/>
                </a:lnTo>
                <a:lnTo>
                  <a:pt x="4984187" y="801299"/>
                </a:lnTo>
                <a:lnTo>
                  <a:pt x="4986067" y="804812"/>
                </a:lnTo>
                <a:lnTo>
                  <a:pt x="4989829" y="798439"/>
                </a:lnTo>
                <a:lnTo>
                  <a:pt x="4993591" y="802404"/>
                </a:lnTo>
                <a:lnTo>
                  <a:pt x="4999233" y="796024"/>
                </a:lnTo>
                <a:lnTo>
                  <a:pt x="5004875" y="804327"/>
                </a:lnTo>
                <a:lnTo>
                  <a:pt x="5006756" y="806484"/>
                </a:lnTo>
                <a:lnTo>
                  <a:pt x="5012399" y="796081"/>
                </a:lnTo>
                <a:lnTo>
                  <a:pt x="5016161" y="803958"/>
                </a:lnTo>
                <a:lnTo>
                  <a:pt x="5018042" y="795996"/>
                </a:lnTo>
                <a:lnTo>
                  <a:pt x="5019922" y="796886"/>
                </a:lnTo>
                <a:lnTo>
                  <a:pt x="5021803" y="795699"/>
                </a:lnTo>
                <a:lnTo>
                  <a:pt x="5027446" y="801909"/>
                </a:lnTo>
                <a:lnTo>
                  <a:pt x="5031207" y="793953"/>
                </a:lnTo>
                <a:lnTo>
                  <a:pt x="5033088" y="801127"/>
                </a:lnTo>
                <a:lnTo>
                  <a:pt x="5034969" y="800615"/>
                </a:lnTo>
                <a:lnTo>
                  <a:pt x="5036850" y="795212"/>
                </a:lnTo>
                <a:lnTo>
                  <a:pt x="5038730" y="797097"/>
                </a:lnTo>
                <a:lnTo>
                  <a:pt x="5044373" y="800883"/>
                </a:lnTo>
                <a:lnTo>
                  <a:pt x="5048135" y="794000"/>
                </a:lnTo>
                <a:lnTo>
                  <a:pt x="5051896" y="799131"/>
                </a:lnTo>
                <a:lnTo>
                  <a:pt x="5057539" y="796983"/>
                </a:lnTo>
                <a:lnTo>
                  <a:pt x="5063181" y="797148"/>
                </a:lnTo>
                <a:lnTo>
                  <a:pt x="5065062" y="792228"/>
                </a:lnTo>
                <a:lnTo>
                  <a:pt x="5066943" y="795424"/>
                </a:lnTo>
                <a:lnTo>
                  <a:pt x="5070704" y="795818"/>
                </a:lnTo>
                <a:lnTo>
                  <a:pt x="5072585" y="793065"/>
                </a:lnTo>
                <a:lnTo>
                  <a:pt x="5074466" y="794906"/>
                </a:lnTo>
                <a:lnTo>
                  <a:pt x="5076347" y="797212"/>
                </a:lnTo>
                <a:lnTo>
                  <a:pt x="5078228" y="794850"/>
                </a:lnTo>
                <a:lnTo>
                  <a:pt x="5080108" y="793834"/>
                </a:lnTo>
                <a:lnTo>
                  <a:pt x="5083870" y="796150"/>
                </a:lnTo>
                <a:lnTo>
                  <a:pt x="5085751" y="790060"/>
                </a:lnTo>
                <a:lnTo>
                  <a:pt x="5089513" y="799147"/>
                </a:lnTo>
                <a:lnTo>
                  <a:pt x="5098917" y="796310"/>
                </a:lnTo>
                <a:lnTo>
                  <a:pt x="5100798" y="798644"/>
                </a:lnTo>
                <a:lnTo>
                  <a:pt x="5102679" y="795846"/>
                </a:lnTo>
                <a:lnTo>
                  <a:pt x="5106440" y="800887"/>
                </a:lnTo>
                <a:lnTo>
                  <a:pt x="5108321" y="799747"/>
                </a:lnTo>
                <a:lnTo>
                  <a:pt x="5113963" y="797616"/>
                </a:lnTo>
                <a:lnTo>
                  <a:pt x="5117725" y="794138"/>
                </a:lnTo>
                <a:lnTo>
                  <a:pt x="5123368" y="807146"/>
                </a:lnTo>
                <a:lnTo>
                  <a:pt x="5125249" y="805579"/>
                </a:lnTo>
                <a:lnTo>
                  <a:pt x="5127129" y="799794"/>
                </a:lnTo>
                <a:lnTo>
                  <a:pt x="5129010" y="803026"/>
                </a:lnTo>
                <a:lnTo>
                  <a:pt x="5130891" y="798530"/>
                </a:lnTo>
                <a:lnTo>
                  <a:pt x="5132772" y="801248"/>
                </a:lnTo>
                <a:lnTo>
                  <a:pt x="5134653" y="800652"/>
                </a:lnTo>
                <a:lnTo>
                  <a:pt x="5136533" y="796827"/>
                </a:lnTo>
                <a:lnTo>
                  <a:pt x="5138414" y="798420"/>
                </a:lnTo>
                <a:lnTo>
                  <a:pt x="5140295" y="808124"/>
                </a:lnTo>
                <a:lnTo>
                  <a:pt x="5142176" y="806371"/>
                </a:lnTo>
                <a:lnTo>
                  <a:pt x="5144057" y="805441"/>
                </a:lnTo>
                <a:lnTo>
                  <a:pt x="5145937" y="811410"/>
                </a:lnTo>
                <a:lnTo>
                  <a:pt x="5149699" y="802635"/>
                </a:lnTo>
                <a:lnTo>
                  <a:pt x="5153461" y="807142"/>
                </a:lnTo>
                <a:lnTo>
                  <a:pt x="5159103" y="804421"/>
                </a:lnTo>
                <a:lnTo>
                  <a:pt x="5164746" y="809093"/>
                </a:lnTo>
                <a:lnTo>
                  <a:pt x="5166627" y="809837"/>
                </a:lnTo>
                <a:lnTo>
                  <a:pt x="5168507" y="802920"/>
                </a:lnTo>
                <a:lnTo>
                  <a:pt x="5170388" y="805846"/>
                </a:lnTo>
                <a:lnTo>
                  <a:pt x="5174150" y="810717"/>
                </a:lnTo>
                <a:lnTo>
                  <a:pt x="5176031" y="804617"/>
                </a:lnTo>
                <a:lnTo>
                  <a:pt x="5179792" y="812569"/>
                </a:lnTo>
                <a:lnTo>
                  <a:pt x="5185435" y="806826"/>
                </a:lnTo>
                <a:lnTo>
                  <a:pt x="5187315" y="806259"/>
                </a:lnTo>
                <a:lnTo>
                  <a:pt x="5189196" y="810963"/>
                </a:lnTo>
                <a:lnTo>
                  <a:pt x="5191077" y="808173"/>
                </a:lnTo>
                <a:lnTo>
                  <a:pt x="5194839" y="808424"/>
                </a:lnTo>
                <a:lnTo>
                  <a:pt x="5198601" y="806202"/>
                </a:lnTo>
                <a:lnTo>
                  <a:pt x="5204243" y="810247"/>
                </a:lnTo>
                <a:lnTo>
                  <a:pt x="5208005" y="807039"/>
                </a:lnTo>
                <a:lnTo>
                  <a:pt x="5211766" y="810119"/>
                </a:lnTo>
                <a:lnTo>
                  <a:pt x="5213647" y="804932"/>
                </a:lnTo>
                <a:lnTo>
                  <a:pt x="5215528" y="809539"/>
                </a:lnTo>
                <a:lnTo>
                  <a:pt x="5217409" y="803520"/>
                </a:lnTo>
                <a:lnTo>
                  <a:pt x="5221170" y="809040"/>
                </a:lnTo>
                <a:lnTo>
                  <a:pt x="5223051" y="806242"/>
                </a:lnTo>
                <a:lnTo>
                  <a:pt x="5224932" y="807636"/>
                </a:lnTo>
                <a:lnTo>
                  <a:pt x="5226813" y="806441"/>
                </a:lnTo>
                <a:lnTo>
                  <a:pt x="5230575" y="814247"/>
                </a:lnTo>
                <a:lnTo>
                  <a:pt x="5232456" y="811325"/>
                </a:lnTo>
                <a:lnTo>
                  <a:pt x="5236217" y="805516"/>
                </a:lnTo>
                <a:lnTo>
                  <a:pt x="5239979" y="811437"/>
                </a:lnTo>
                <a:lnTo>
                  <a:pt x="5245621" y="807263"/>
                </a:lnTo>
                <a:lnTo>
                  <a:pt x="5251264" y="811703"/>
                </a:lnTo>
                <a:lnTo>
                  <a:pt x="5255025" y="809179"/>
                </a:lnTo>
                <a:lnTo>
                  <a:pt x="5264429" y="806614"/>
                </a:lnTo>
                <a:lnTo>
                  <a:pt x="5268191" y="813814"/>
                </a:lnTo>
              </a:path>
            </a:pathLst>
          </a:custGeom>
          <a:noFill/>
          <a:ln w="24847">
            <a:solidFill>
              <a:srgbClr val="3A9A9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path 129"/>
          <p:cNvSpPr/>
          <p:nvPr/>
        </p:nvSpPr>
        <p:spPr>
          <a:xfrm>
            <a:off x="3627120" y="5154124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path 130"/>
          <p:cNvSpPr/>
          <p:nvPr/>
        </p:nvSpPr>
        <p:spPr>
          <a:xfrm>
            <a:off x="9422130" y="5154124"/>
            <a:ext cx="0" cy="1018076"/>
          </a:xfrm>
          <a:custGeom>
            <a:avLst/>
            <a:gdLst/>
            <a:ahLst/>
            <a:cxnLst/>
            <a:rect l="l" t="t" r="r" b="b"/>
            <a:pathLst>
              <a:path w="0" h="1018076">
                <a:moveTo>
                  <a:pt x="0" y="1018076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path 131"/>
          <p:cNvSpPr/>
          <p:nvPr/>
        </p:nvSpPr>
        <p:spPr>
          <a:xfrm>
            <a:off x="3627120" y="6172200"/>
            <a:ext cx="5795010" cy="0"/>
          </a:xfrm>
          <a:custGeom>
            <a:avLst/>
            <a:gdLst/>
            <a:ahLst/>
            <a:cxnLst/>
            <a:rect l="l" t="t" r="r" b="b"/>
            <a:pathLst>
              <a:path w="5795010" h="0">
                <a:moveTo>
                  <a:pt x="0" y="0"/>
                </a:moveTo>
                <a:lnTo>
                  <a:pt x="579501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path 132"/>
          <p:cNvSpPr/>
          <p:nvPr/>
        </p:nvSpPr>
        <p:spPr>
          <a:xfrm>
            <a:off x="3627120" y="5154124"/>
            <a:ext cx="5795010" cy="0"/>
          </a:xfrm>
          <a:custGeom>
            <a:avLst/>
            <a:gdLst/>
            <a:ahLst/>
            <a:cxnLst/>
            <a:rect l="l" t="t" r="r" b="b"/>
            <a:pathLst>
              <a:path w="5795010" h="0">
                <a:moveTo>
                  <a:pt x="0" y="0"/>
                </a:moveTo>
                <a:lnTo>
                  <a:pt x="5795010" y="0"/>
                </a:lnTo>
              </a:path>
            </a:pathLst>
          </a:custGeom>
          <a:noFill/>
          <a:ln w="1656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path 133"/>
          <p:cNvSpPr/>
          <p:nvPr/>
        </p:nvSpPr>
        <p:spPr>
          <a:xfrm>
            <a:off x="3655337" y="4958169"/>
            <a:ext cx="160130" cy="0"/>
          </a:xfrm>
          <a:custGeom>
            <a:avLst/>
            <a:gdLst/>
            <a:ahLst/>
            <a:cxnLst/>
            <a:rect l="l" t="t" r="r" b="b"/>
            <a:pathLst>
              <a:path w="160130" h="0">
                <a:moveTo>
                  <a:pt x="0" y="0"/>
                </a:moveTo>
                <a:lnTo>
                  <a:pt x="80065" y="0"/>
                </a:lnTo>
                <a:lnTo>
                  <a:pt x="160130" y="0"/>
                </a:lnTo>
              </a:path>
            </a:pathLst>
          </a:custGeom>
          <a:noFill/>
          <a:ln w="24847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943571" y="4883120"/>
            <a:ext cx="489198" cy="192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B2B2B"/>
                </a:solidFill>
                <a:latin typeface="Times New Roman"/>
              </a:rPr>
              <a:t>A · left</a:t>
            </a:r>
          </a:p>
        </p:txBody>
      </p:sp>
      <p:sp>
        <p:nvSpPr>
          <p:cNvPr id="188" name="Editable path 134"/>
          <p:cNvSpPr/>
          <p:nvPr/>
        </p:nvSpPr>
        <p:spPr>
          <a:xfrm>
            <a:off x="4484840" y="4958169"/>
            <a:ext cx="160131" cy="0"/>
          </a:xfrm>
          <a:custGeom>
            <a:avLst/>
            <a:gdLst/>
            <a:ahLst/>
            <a:cxnLst/>
            <a:rect l="l" t="t" r="r" b="b"/>
            <a:pathLst>
              <a:path w="160131" h="0">
                <a:moveTo>
                  <a:pt x="0" y="0"/>
                </a:moveTo>
                <a:lnTo>
                  <a:pt x="80065" y="0"/>
                </a:lnTo>
                <a:lnTo>
                  <a:pt x="160131" y="0"/>
                </a:lnTo>
              </a:path>
            </a:pathLst>
          </a:custGeom>
          <a:noFill/>
          <a:ln w="24847">
            <a:solidFill>
              <a:srgbClr val="3B6C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4773074" y="4883120"/>
            <a:ext cx="578230" cy="192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B2B2B"/>
                </a:solidFill>
                <a:latin typeface="Times New Roman"/>
              </a:rPr>
              <a:t>A · right</a:t>
            </a:r>
          </a:p>
        </p:txBody>
      </p:sp>
      <p:sp>
        <p:nvSpPr>
          <p:cNvPr id="190" name="Editable path 135"/>
          <p:cNvSpPr/>
          <p:nvPr/>
        </p:nvSpPr>
        <p:spPr>
          <a:xfrm>
            <a:off x="5402777" y="4958169"/>
            <a:ext cx="160131" cy="0"/>
          </a:xfrm>
          <a:custGeom>
            <a:avLst/>
            <a:gdLst/>
            <a:ahLst/>
            <a:cxnLst/>
            <a:rect l="l" t="t" r="r" b="b"/>
            <a:pathLst>
              <a:path w="160131" h="0">
                <a:moveTo>
                  <a:pt x="0" y="0"/>
                </a:moveTo>
                <a:lnTo>
                  <a:pt x="80066" y="0"/>
                </a:lnTo>
                <a:lnTo>
                  <a:pt x="160131" y="0"/>
                </a:lnTo>
              </a:path>
            </a:pathLst>
          </a:custGeom>
          <a:noFill/>
          <a:ln w="24847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691012" y="4883120"/>
            <a:ext cx="480391" cy="192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B2B2B"/>
                </a:solidFill>
                <a:latin typeface="Times New Roman"/>
              </a:rPr>
              <a:t>B · left</a:t>
            </a:r>
          </a:p>
        </p:txBody>
      </p:sp>
      <p:sp>
        <p:nvSpPr>
          <p:cNvPr id="192" name="Editable path 136"/>
          <p:cNvSpPr/>
          <p:nvPr/>
        </p:nvSpPr>
        <p:spPr>
          <a:xfrm>
            <a:off x="6223653" y="4958169"/>
            <a:ext cx="160131" cy="0"/>
          </a:xfrm>
          <a:custGeom>
            <a:avLst/>
            <a:gdLst/>
            <a:ahLst/>
            <a:cxnLst/>
            <a:rect l="l" t="t" r="r" b="b"/>
            <a:pathLst>
              <a:path w="160131" h="0">
                <a:moveTo>
                  <a:pt x="0" y="0"/>
                </a:moveTo>
                <a:lnTo>
                  <a:pt x="80065" y="0"/>
                </a:lnTo>
                <a:lnTo>
                  <a:pt x="160131" y="0"/>
                </a:lnTo>
              </a:path>
            </a:pathLst>
          </a:custGeom>
          <a:noFill/>
          <a:ln w="24847">
            <a:solidFill>
              <a:srgbClr val="3A9A9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511887" y="4883120"/>
            <a:ext cx="569423" cy="192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B2B2B"/>
                </a:solidFill>
                <a:latin typeface="Times New Roman"/>
              </a:rPr>
              <a:t>B · 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274530"/>
            <a:ext cx="12191999" cy="6308940"/>
          </a:xfrm>
          <a:custGeom>
            <a:avLst/>
            <a:gdLst/>
            <a:ahLst/>
            <a:cxnLst/>
            <a:rect l="l" t="t" r="r" b="b"/>
            <a:pathLst>
              <a:path w="12191999" h="6308940">
                <a:moveTo>
                  <a:pt x="0" y="0"/>
                </a:moveTo>
                <a:lnTo>
                  <a:pt x="12191999" y="0"/>
                </a:lnTo>
                <a:lnTo>
                  <a:pt x="12191999" y="6308940"/>
                </a:lnTo>
                <a:lnTo>
                  <a:pt x="0" y="63089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785786" y="2077280"/>
            <a:ext cx="3837027" cy="3098288"/>
          </a:xfrm>
          <a:custGeom>
            <a:avLst/>
            <a:gdLst/>
            <a:ahLst/>
            <a:cxnLst/>
            <a:rect l="l" t="t" r="r" b="b"/>
            <a:pathLst>
              <a:path w="3837027" h="3098288">
                <a:moveTo>
                  <a:pt x="0" y="0"/>
                </a:moveTo>
                <a:lnTo>
                  <a:pt x="3837027" y="0"/>
                </a:lnTo>
                <a:lnTo>
                  <a:pt x="3837027" y="3098288"/>
                </a:lnTo>
                <a:lnTo>
                  <a:pt x="0" y="3098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960196" y="5175568"/>
            <a:ext cx="0" cy="98111"/>
          </a:xfrm>
          <a:custGeom>
            <a:avLst/>
            <a:gdLst/>
            <a:ahLst/>
            <a:cxnLst/>
            <a:rect l="l" t="t" r="r" b="b"/>
            <a:pathLst>
              <a:path w="0" h="98111">
                <a:moveTo>
                  <a:pt x="0" y="0"/>
                </a:moveTo>
                <a:lnTo>
                  <a:pt x="0" y="98111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348" y="5325213"/>
            <a:ext cx="25754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6" name="Editable path 4"/>
          <p:cNvSpPr/>
          <p:nvPr/>
        </p:nvSpPr>
        <p:spPr>
          <a:xfrm>
            <a:off x="3103390" y="5175568"/>
            <a:ext cx="0" cy="98111"/>
          </a:xfrm>
          <a:custGeom>
            <a:avLst/>
            <a:gdLst/>
            <a:ahLst/>
            <a:cxnLst/>
            <a:rect l="l" t="t" r="r" b="b"/>
            <a:pathLst>
              <a:path w="0" h="98111">
                <a:moveTo>
                  <a:pt x="0" y="0"/>
                </a:moveTo>
                <a:lnTo>
                  <a:pt x="0" y="98111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1694" y="5325213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8" name="Editable path 5"/>
          <p:cNvSpPr/>
          <p:nvPr/>
        </p:nvSpPr>
        <p:spPr>
          <a:xfrm>
            <a:off x="4275896" y="5175568"/>
            <a:ext cx="0" cy="98111"/>
          </a:xfrm>
          <a:custGeom>
            <a:avLst/>
            <a:gdLst/>
            <a:ahLst/>
            <a:cxnLst/>
            <a:rect l="l" t="t" r="r" b="b"/>
            <a:pathLst>
              <a:path w="0" h="98111">
                <a:moveTo>
                  <a:pt x="0" y="0"/>
                </a:moveTo>
                <a:lnTo>
                  <a:pt x="0" y="98111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04200" y="5325213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80</a:t>
            </a:r>
          </a:p>
        </p:txBody>
      </p:sp>
      <p:sp>
        <p:nvSpPr>
          <p:cNvPr id="10" name="Editable path 6"/>
          <p:cNvSpPr/>
          <p:nvPr/>
        </p:nvSpPr>
        <p:spPr>
          <a:xfrm>
            <a:off x="5448402" y="5175568"/>
            <a:ext cx="0" cy="98111"/>
          </a:xfrm>
          <a:custGeom>
            <a:avLst/>
            <a:gdLst/>
            <a:ahLst/>
            <a:cxnLst/>
            <a:rect l="l" t="t" r="r" b="b"/>
            <a:pathLst>
              <a:path w="0" h="98111">
                <a:moveTo>
                  <a:pt x="0" y="0"/>
                </a:moveTo>
                <a:lnTo>
                  <a:pt x="0" y="98111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0859" y="5325213"/>
            <a:ext cx="60093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8844" y="5823900"/>
            <a:ext cx="1569786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Fit epoch</a:t>
            </a:r>
          </a:p>
        </p:txBody>
      </p:sp>
      <p:sp>
        <p:nvSpPr>
          <p:cNvPr id="13" name="Editable path 7"/>
          <p:cNvSpPr/>
          <p:nvPr/>
        </p:nvSpPr>
        <p:spPr>
          <a:xfrm>
            <a:off x="1785786" y="3085869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69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8"/>
          <p:cNvSpPr/>
          <p:nvPr/>
        </p:nvSpPr>
        <p:spPr>
          <a:xfrm>
            <a:off x="1687674" y="3085869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780" y="2931369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1590" y="2891840"/>
            <a:ext cx="344936" cy="288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2B2B2B"/>
                </a:solidFill>
                <a:latin typeface="Times New Roman"/>
              </a:rPr>
              <a:t>−3</a:t>
            </a:r>
          </a:p>
        </p:txBody>
      </p:sp>
      <p:sp>
        <p:nvSpPr>
          <p:cNvPr id="17" name="Editable path 9"/>
          <p:cNvSpPr/>
          <p:nvPr/>
        </p:nvSpPr>
        <p:spPr>
          <a:xfrm>
            <a:off x="1687674" y="4588718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0"/>
          <p:cNvSpPr/>
          <p:nvPr/>
        </p:nvSpPr>
        <p:spPr>
          <a:xfrm>
            <a:off x="1687674" y="4210106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11"/>
          <p:cNvSpPr/>
          <p:nvPr/>
        </p:nvSpPr>
        <p:spPr>
          <a:xfrm>
            <a:off x="1687674" y="3941476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2"/>
          <p:cNvSpPr/>
          <p:nvPr/>
        </p:nvSpPr>
        <p:spPr>
          <a:xfrm>
            <a:off x="1687674" y="3733111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3"/>
          <p:cNvSpPr/>
          <p:nvPr/>
        </p:nvSpPr>
        <p:spPr>
          <a:xfrm>
            <a:off x="1687674" y="3562864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14"/>
          <p:cNvSpPr/>
          <p:nvPr/>
        </p:nvSpPr>
        <p:spPr>
          <a:xfrm>
            <a:off x="1687674" y="3418923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5"/>
          <p:cNvSpPr/>
          <p:nvPr/>
        </p:nvSpPr>
        <p:spPr>
          <a:xfrm>
            <a:off x="1687674" y="3294235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6"/>
          <p:cNvSpPr/>
          <p:nvPr/>
        </p:nvSpPr>
        <p:spPr>
          <a:xfrm>
            <a:off x="1687674" y="3184252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17"/>
          <p:cNvSpPr/>
          <p:nvPr/>
        </p:nvSpPr>
        <p:spPr>
          <a:xfrm>
            <a:off x="1687674" y="2438628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29433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 rot="16200000">
            <a:off x="-355784" y="3382916"/>
            <a:ext cx="1896694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Label MSE</a:t>
            </a:r>
          </a:p>
        </p:txBody>
      </p:sp>
      <p:sp>
        <p:nvSpPr>
          <p:cNvPr id="27" name="Editable path 18"/>
          <p:cNvSpPr/>
          <p:nvPr/>
        </p:nvSpPr>
        <p:spPr>
          <a:xfrm>
            <a:off x="1960196" y="2218111"/>
            <a:ext cx="3488206" cy="2816625"/>
          </a:xfrm>
          <a:custGeom>
            <a:avLst/>
            <a:gdLst/>
            <a:ahLst/>
            <a:cxnLst/>
            <a:rect l="l" t="t" r="r" b="b"/>
            <a:pathLst>
              <a:path w="3488206" h="2816625">
                <a:moveTo>
                  <a:pt x="0" y="0"/>
                </a:moveTo>
                <a:lnTo>
                  <a:pt x="29312" y="678311"/>
                </a:lnTo>
                <a:lnTo>
                  <a:pt x="58625" y="845907"/>
                </a:lnTo>
                <a:lnTo>
                  <a:pt x="87938" y="1041427"/>
                </a:lnTo>
                <a:lnTo>
                  <a:pt x="117250" y="1119620"/>
                </a:lnTo>
                <a:lnTo>
                  <a:pt x="146563" y="1196054"/>
                </a:lnTo>
                <a:lnTo>
                  <a:pt x="175876" y="1278261"/>
                </a:lnTo>
                <a:lnTo>
                  <a:pt x="205189" y="1338928"/>
                </a:lnTo>
                <a:lnTo>
                  <a:pt x="234501" y="1374920"/>
                </a:lnTo>
                <a:lnTo>
                  <a:pt x="263814" y="1407889"/>
                </a:lnTo>
                <a:lnTo>
                  <a:pt x="293127" y="1477897"/>
                </a:lnTo>
                <a:lnTo>
                  <a:pt x="322439" y="1542350"/>
                </a:lnTo>
                <a:lnTo>
                  <a:pt x="351752" y="1608395"/>
                </a:lnTo>
                <a:lnTo>
                  <a:pt x="381064" y="1602142"/>
                </a:lnTo>
                <a:lnTo>
                  <a:pt x="410377" y="1642613"/>
                </a:lnTo>
                <a:lnTo>
                  <a:pt x="439690" y="1719648"/>
                </a:lnTo>
                <a:lnTo>
                  <a:pt x="469002" y="1665589"/>
                </a:lnTo>
                <a:lnTo>
                  <a:pt x="498315" y="1810730"/>
                </a:lnTo>
                <a:lnTo>
                  <a:pt x="527628" y="1748437"/>
                </a:lnTo>
                <a:lnTo>
                  <a:pt x="556940" y="1834232"/>
                </a:lnTo>
                <a:lnTo>
                  <a:pt x="586253" y="1777003"/>
                </a:lnTo>
                <a:lnTo>
                  <a:pt x="615566" y="1866987"/>
                </a:lnTo>
                <a:lnTo>
                  <a:pt x="644878" y="1872458"/>
                </a:lnTo>
                <a:lnTo>
                  <a:pt x="674191" y="1950318"/>
                </a:lnTo>
                <a:lnTo>
                  <a:pt x="703504" y="1909487"/>
                </a:lnTo>
                <a:lnTo>
                  <a:pt x="732816" y="1957194"/>
                </a:lnTo>
                <a:lnTo>
                  <a:pt x="762129" y="1860112"/>
                </a:lnTo>
                <a:lnTo>
                  <a:pt x="791442" y="2007692"/>
                </a:lnTo>
                <a:lnTo>
                  <a:pt x="820754" y="1963807"/>
                </a:lnTo>
                <a:lnTo>
                  <a:pt x="850067" y="2095207"/>
                </a:lnTo>
                <a:lnTo>
                  <a:pt x="879380" y="2050757"/>
                </a:lnTo>
                <a:lnTo>
                  <a:pt x="908692" y="1977971"/>
                </a:lnTo>
                <a:lnTo>
                  <a:pt x="938005" y="2176670"/>
                </a:lnTo>
                <a:lnTo>
                  <a:pt x="967318" y="2081579"/>
                </a:lnTo>
                <a:lnTo>
                  <a:pt x="996630" y="2129876"/>
                </a:lnTo>
                <a:lnTo>
                  <a:pt x="1025943" y="2017831"/>
                </a:lnTo>
                <a:lnTo>
                  <a:pt x="1055256" y="2118491"/>
                </a:lnTo>
                <a:lnTo>
                  <a:pt x="1084568" y="2240106"/>
                </a:lnTo>
                <a:lnTo>
                  <a:pt x="1113881" y="2098268"/>
                </a:lnTo>
                <a:lnTo>
                  <a:pt x="1143194" y="2323788"/>
                </a:lnTo>
                <a:lnTo>
                  <a:pt x="1172506" y="1507578"/>
                </a:lnTo>
                <a:lnTo>
                  <a:pt x="1201819" y="1748137"/>
                </a:lnTo>
                <a:lnTo>
                  <a:pt x="1231131" y="1843813"/>
                </a:lnTo>
                <a:lnTo>
                  <a:pt x="1260444" y="1748236"/>
                </a:lnTo>
                <a:lnTo>
                  <a:pt x="1289757" y="1903793"/>
                </a:lnTo>
                <a:lnTo>
                  <a:pt x="1319069" y="1925983"/>
                </a:lnTo>
                <a:lnTo>
                  <a:pt x="1348382" y="1930459"/>
                </a:lnTo>
                <a:lnTo>
                  <a:pt x="1377695" y="2022644"/>
                </a:lnTo>
                <a:lnTo>
                  <a:pt x="1407007" y="1915431"/>
                </a:lnTo>
                <a:lnTo>
                  <a:pt x="1436320" y="1992879"/>
                </a:lnTo>
                <a:lnTo>
                  <a:pt x="1465633" y="2121217"/>
                </a:lnTo>
                <a:lnTo>
                  <a:pt x="1494945" y="2061435"/>
                </a:lnTo>
                <a:lnTo>
                  <a:pt x="1524258" y="2105576"/>
                </a:lnTo>
                <a:lnTo>
                  <a:pt x="1553571" y="2058771"/>
                </a:lnTo>
                <a:lnTo>
                  <a:pt x="1582883" y="2110160"/>
                </a:lnTo>
                <a:lnTo>
                  <a:pt x="1612196" y="2222567"/>
                </a:lnTo>
                <a:lnTo>
                  <a:pt x="1641509" y="2232134"/>
                </a:lnTo>
                <a:lnTo>
                  <a:pt x="1670821" y="2219847"/>
                </a:lnTo>
                <a:lnTo>
                  <a:pt x="1700134" y="2239172"/>
                </a:lnTo>
                <a:lnTo>
                  <a:pt x="1729447" y="2253241"/>
                </a:lnTo>
                <a:lnTo>
                  <a:pt x="1758759" y="2233414"/>
                </a:lnTo>
                <a:lnTo>
                  <a:pt x="1788072" y="2301211"/>
                </a:lnTo>
                <a:lnTo>
                  <a:pt x="1817385" y="2310690"/>
                </a:lnTo>
                <a:lnTo>
                  <a:pt x="1846697" y="2347241"/>
                </a:lnTo>
                <a:lnTo>
                  <a:pt x="1876010" y="2202991"/>
                </a:lnTo>
                <a:lnTo>
                  <a:pt x="1905323" y="2365337"/>
                </a:lnTo>
                <a:lnTo>
                  <a:pt x="1934635" y="2454508"/>
                </a:lnTo>
                <a:lnTo>
                  <a:pt x="1963948" y="2324283"/>
                </a:lnTo>
                <a:lnTo>
                  <a:pt x="1993261" y="2281583"/>
                </a:lnTo>
                <a:lnTo>
                  <a:pt x="2022573" y="2462433"/>
                </a:lnTo>
                <a:lnTo>
                  <a:pt x="2051886" y="2500547"/>
                </a:lnTo>
                <a:lnTo>
                  <a:pt x="2081199" y="2428182"/>
                </a:lnTo>
                <a:lnTo>
                  <a:pt x="2110511" y="2321819"/>
                </a:lnTo>
                <a:lnTo>
                  <a:pt x="2139824" y="2508517"/>
                </a:lnTo>
                <a:lnTo>
                  <a:pt x="2169137" y="2511718"/>
                </a:lnTo>
                <a:lnTo>
                  <a:pt x="2198449" y="2383826"/>
                </a:lnTo>
                <a:lnTo>
                  <a:pt x="2227762" y="2346462"/>
                </a:lnTo>
                <a:lnTo>
                  <a:pt x="2257075" y="2580983"/>
                </a:lnTo>
                <a:lnTo>
                  <a:pt x="2286387" y="2441712"/>
                </a:lnTo>
                <a:lnTo>
                  <a:pt x="2315700" y="2461826"/>
                </a:lnTo>
                <a:lnTo>
                  <a:pt x="2345013" y="1900689"/>
                </a:lnTo>
                <a:lnTo>
                  <a:pt x="2374325" y="2163147"/>
                </a:lnTo>
                <a:lnTo>
                  <a:pt x="2403638" y="2213963"/>
                </a:lnTo>
                <a:lnTo>
                  <a:pt x="2432951" y="2281130"/>
                </a:lnTo>
                <a:lnTo>
                  <a:pt x="2462263" y="2237696"/>
                </a:lnTo>
                <a:lnTo>
                  <a:pt x="2491576" y="2216860"/>
                </a:lnTo>
                <a:lnTo>
                  <a:pt x="2520889" y="2281304"/>
                </a:lnTo>
                <a:lnTo>
                  <a:pt x="2550201" y="2363046"/>
                </a:lnTo>
                <a:lnTo>
                  <a:pt x="2579514" y="2238310"/>
                </a:lnTo>
                <a:lnTo>
                  <a:pt x="2608827" y="2432853"/>
                </a:lnTo>
                <a:lnTo>
                  <a:pt x="2638139" y="2499348"/>
                </a:lnTo>
                <a:lnTo>
                  <a:pt x="2667452" y="2407216"/>
                </a:lnTo>
                <a:lnTo>
                  <a:pt x="2696765" y="2442804"/>
                </a:lnTo>
                <a:lnTo>
                  <a:pt x="2726077" y="2493998"/>
                </a:lnTo>
                <a:lnTo>
                  <a:pt x="2755390" y="2437473"/>
                </a:lnTo>
                <a:lnTo>
                  <a:pt x="2784703" y="2512599"/>
                </a:lnTo>
                <a:lnTo>
                  <a:pt x="2814015" y="2408349"/>
                </a:lnTo>
                <a:lnTo>
                  <a:pt x="2843328" y="2539668"/>
                </a:lnTo>
                <a:lnTo>
                  <a:pt x="2872641" y="2582360"/>
                </a:lnTo>
                <a:lnTo>
                  <a:pt x="2901953" y="2437755"/>
                </a:lnTo>
                <a:lnTo>
                  <a:pt x="2931266" y="2724539"/>
                </a:lnTo>
                <a:lnTo>
                  <a:pt x="2960579" y="2537653"/>
                </a:lnTo>
                <a:lnTo>
                  <a:pt x="2989891" y="2664625"/>
                </a:lnTo>
                <a:lnTo>
                  <a:pt x="3019204" y="2544609"/>
                </a:lnTo>
                <a:lnTo>
                  <a:pt x="3048517" y="2586210"/>
                </a:lnTo>
                <a:lnTo>
                  <a:pt x="3077829" y="2669237"/>
                </a:lnTo>
                <a:lnTo>
                  <a:pt x="3107142" y="2720013"/>
                </a:lnTo>
                <a:lnTo>
                  <a:pt x="3136455" y="2623500"/>
                </a:lnTo>
                <a:lnTo>
                  <a:pt x="3165767" y="2590930"/>
                </a:lnTo>
                <a:lnTo>
                  <a:pt x="3195080" y="2679635"/>
                </a:lnTo>
                <a:lnTo>
                  <a:pt x="3224392" y="2675967"/>
                </a:lnTo>
                <a:lnTo>
                  <a:pt x="3253705" y="2549171"/>
                </a:lnTo>
                <a:lnTo>
                  <a:pt x="3283018" y="2780605"/>
                </a:lnTo>
                <a:lnTo>
                  <a:pt x="3312330" y="2732070"/>
                </a:lnTo>
                <a:lnTo>
                  <a:pt x="3341643" y="2768633"/>
                </a:lnTo>
                <a:lnTo>
                  <a:pt x="3370956" y="2737431"/>
                </a:lnTo>
                <a:lnTo>
                  <a:pt x="3400268" y="2781891"/>
                </a:lnTo>
                <a:lnTo>
                  <a:pt x="3429581" y="2702028"/>
                </a:lnTo>
                <a:lnTo>
                  <a:pt x="3458894" y="2816625"/>
                </a:lnTo>
                <a:lnTo>
                  <a:pt x="3488206" y="2736071"/>
                </a:lnTo>
              </a:path>
            </a:pathLst>
          </a:custGeom>
          <a:noFill/>
          <a:ln w="7358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19"/>
          <p:cNvSpPr/>
          <p:nvPr/>
        </p:nvSpPr>
        <p:spPr>
          <a:xfrm>
            <a:off x="3118046" y="2077280"/>
            <a:ext cx="0" cy="3098288"/>
          </a:xfrm>
          <a:custGeom>
            <a:avLst/>
            <a:gdLst/>
            <a:ahLst/>
            <a:cxnLst/>
            <a:rect l="l" t="t" r="r" b="b"/>
            <a:pathLst>
              <a:path w="0" h="3098288">
                <a:moveTo>
                  <a:pt x="0" y="3098288"/>
                </a:moveTo>
                <a:lnTo>
                  <a:pt x="0" y="0"/>
                </a:lnTo>
              </a:path>
            </a:pathLst>
          </a:custGeom>
          <a:noFill/>
          <a:ln w="29433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20"/>
          <p:cNvSpPr/>
          <p:nvPr/>
        </p:nvSpPr>
        <p:spPr>
          <a:xfrm>
            <a:off x="4290552" y="2077280"/>
            <a:ext cx="0" cy="3098288"/>
          </a:xfrm>
          <a:custGeom>
            <a:avLst/>
            <a:gdLst/>
            <a:ahLst/>
            <a:cxnLst/>
            <a:rect l="l" t="t" r="r" b="b"/>
            <a:pathLst>
              <a:path w="0" h="3098288">
                <a:moveTo>
                  <a:pt x="0" y="3098288"/>
                </a:moveTo>
                <a:lnTo>
                  <a:pt x="0" y="0"/>
                </a:lnTo>
              </a:path>
            </a:pathLst>
          </a:custGeom>
          <a:noFill/>
          <a:ln w="29433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1"/>
          <p:cNvSpPr/>
          <p:nvPr/>
        </p:nvSpPr>
        <p:spPr>
          <a:xfrm>
            <a:off x="1785786" y="2077280"/>
            <a:ext cx="0" cy="3098288"/>
          </a:xfrm>
          <a:custGeom>
            <a:avLst/>
            <a:gdLst/>
            <a:ahLst/>
            <a:cxnLst/>
            <a:rect l="l" t="t" r="r" b="b"/>
            <a:pathLst>
              <a:path w="0" h="3098288">
                <a:moveTo>
                  <a:pt x="0" y="3098288"/>
                </a:moveTo>
                <a:lnTo>
                  <a:pt x="0" y="0"/>
                </a:lnTo>
              </a:path>
            </a:pathLst>
          </a:custGeom>
          <a:noFill/>
          <a:ln w="2943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2"/>
          <p:cNvSpPr/>
          <p:nvPr/>
        </p:nvSpPr>
        <p:spPr>
          <a:xfrm>
            <a:off x="1785786" y="5175568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943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29147" y="1510714"/>
            <a:ext cx="3247888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(a) Final DAgger fit</a:t>
            </a:r>
          </a:p>
        </p:txBody>
      </p:sp>
      <p:sp>
        <p:nvSpPr>
          <p:cNvPr id="33" name="Editable path 23"/>
          <p:cNvSpPr/>
          <p:nvPr/>
        </p:nvSpPr>
        <p:spPr>
          <a:xfrm>
            <a:off x="8001770" y="2077280"/>
            <a:ext cx="3837027" cy="3098288"/>
          </a:xfrm>
          <a:custGeom>
            <a:avLst/>
            <a:gdLst/>
            <a:ahLst/>
            <a:cxnLst/>
            <a:rect l="l" t="t" r="r" b="b"/>
            <a:pathLst>
              <a:path w="3837027" h="3098288">
                <a:moveTo>
                  <a:pt x="0" y="0"/>
                </a:moveTo>
                <a:lnTo>
                  <a:pt x="3837027" y="0"/>
                </a:lnTo>
                <a:lnTo>
                  <a:pt x="3837027" y="3098288"/>
                </a:lnTo>
                <a:lnTo>
                  <a:pt x="0" y="3098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4"/>
          <p:cNvSpPr/>
          <p:nvPr/>
        </p:nvSpPr>
        <p:spPr>
          <a:xfrm>
            <a:off x="8076922" y="5175568"/>
            <a:ext cx="0" cy="98111"/>
          </a:xfrm>
          <a:custGeom>
            <a:avLst/>
            <a:gdLst/>
            <a:ahLst/>
            <a:cxnLst/>
            <a:rect l="l" t="t" r="r" b="b"/>
            <a:pathLst>
              <a:path w="0" h="98111">
                <a:moveTo>
                  <a:pt x="0" y="0"/>
                </a:moveTo>
                <a:lnTo>
                  <a:pt x="0" y="98111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1074" y="5325213"/>
            <a:ext cx="25754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6" name="Editable path 25"/>
          <p:cNvSpPr/>
          <p:nvPr/>
        </p:nvSpPr>
        <p:spPr>
          <a:xfrm>
            <a:off x="9849385" y="5175568"/>
            <a:ext cx="0" cy="98111"/>
          </a:xfrm>
          <a:custGeom>
            <a:avLst/>
            <a:gdLst/>
            <a:ahLst/>
            <a:cxnLst/>
            <a:rect l="l" t="t" r="r" b="b"/>
            <a:pathLst>
              <a:path w="0" h="98111">
                <a:moveTo>
                  <a:pt x="0" y="0"/>
                </a:moveTo>
                <a:lnTo>
                  <a:pt x="0" y="98111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77689" y="5325213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32</a:t>
            </a:r>
          </a:p>
        </p:txBody>
      </p:sp>
      <p:sp>
        <p:nvSpPr>
          <p:cNvPr id="38" name="Editable path 26"/>
          <p:cNvSpPr/>
          <p:nvPr/>
        </p:nvSpPr>
        <p:spPr>
          <a:xfrm>
            <a:off x="11621848" y="5175568"/>
            <a:ext cx="0" cy="98111"/>
          </a:xfrm>
          <a:custGeom>
            <a:avLst/>
            <a:gdLst/>
            <a:ahLst/>
            <a:cxnLst/>
            <a:rect l="l" t="t" r="r" b="b"/>
            <a:pathLst>
              <a:path w="0" h="98111">
                <a:moveTo>
                  <a:pt x="0" y="0"/>
                </a:moveTo>
                <a:lnTo>
                  <a:pt x="0" y="98111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50152" y="5325213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64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0324" y="5823900"/>
            <a:ext cx="2277760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New steps (k)</a:t>
            </a:r>
          </a:p>
        </p:txBody>
      </p:sp>
      <p:sp>
        <p:nvSpPr>
          <p:cNvPr id="41" name="Editable path 27"/>
          <p:cNvSpPr/>
          <p:nvPr/>
        </p:nvSpPr>
        <p:spPr>
          <a:xfrm>
            <a:off x="8001770" y="5175568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69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28"/>
          <p:cNvSpPr/>
          <p:nvPr/>
        </p:nvSpPr>
        <p:spPr>
          <a:xfrm>
            <a:off x="7903658" y="5175568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3851" y="5011715"/>
            <a:ext cx="25754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4" name="Editable path 29"/>
          <p:cNvSpPr/>
          <p:nvPr/>
        </p:nvSpPr>
        <p:spPr>
          <a:xfrm>
            <a:off x="8001770" y="3700192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69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30"/>
          <p:cNvSpPr/>
          <p:nvPr/>
        </p:nvSpPr>
        <p:spPr>
          <a:xfrm>
            <a:off x="7903658" y="3700192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62155" y="3536340"/>
            <a:ext cx="429238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47" name="Editable path 31"/>
          <p:cNvSpPr/>
          <p:nvPr/>
        </p:nvSpPr>
        <p:spPr>
          <a:xfrm>
            <a:off x="8001770" y="2224817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6980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32"/>
          <p:cNvSpPr/>
          <p:nvPr/>
        </p:nvSpPr>
        <p:spPr>
          <a:xfrm>
            <a:off x="7903658" y="2224817"/>
            <a:ext cx="98112" cy="0"/>
          </a:xfrm>
          <a:custGeom>
            <a:avLst/>
            <a:gdLst/>
            <a:ahLst/>
            <a:cxnLst/>
            <a:rect l="l" t="t" r="r" b="b"/>
            <a:pathLst>
              <a:path w="98112" h="0">
                <a:moveTo>
                  <a:pt x="98112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4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90460" y="2060965"/>
            <a:ext cx="600933" cy="4120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3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50" name="TextBox 49"/>
          <p:cNvSpPr txBox="1"/>
          <p:nvPr/>
        </p:nvSpPr>
        <p:spPr>
          <a:xfrm rot="16200000">
            <a:off x="5378470" y="3382931"/>
            <a:ext cx="3203542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Rollout success (%)</a:t>
            </a:r>
          </a:p>
        </p:txBody>
      </p:sp>
      <p:sp>
        <p:nvSpPr>
          <p:cNvPr id="51" name="Editable path 33"/>
          <p:cNvSpPr/>
          <p:nvPr/>
        </p:nvSpPr>
        <p:spPr>
          <a:xfrm>
            <a:off x="8176180" y="2224817"/>
            <a:ext cx="3488207" cy="1770450"/>
          </a:xfrm>
          <a:custGeom>
            <a:avLst/>
            <a:gdLst/>
            <a:ahLst/>
            <a:cxnLst/>
            <a:rect l="l" t="t" r="r" b="b"/>
            <a:pathLst>
              <a:path w="3488207" h="1770450">
                <a:moveTo>
                  <a:pt x="0" y="0"/>
                </a:moveTo>
                <a:lnTo>
                  <a:pt x="99258" y="0"/>
                </a:lnTo>
                <a:lnTo>
                  <a:pt x="198516" y="0"/>
                </a:lnTo>
                <a:lnTo>
                  <a:pt x="198516" y="983584"/>
                </a:lnTo>
                <a:lnTo>
                  <a:pt x="290684" y="983584"/>
                </a:lnTo>
                <a:lnTo>
                  <a:pt x="290684" y="1475375"/>
                </a:lnTo>
                <a:lnTo>
                  <a:pt x="389941" y="1475375"/>
                </a:lnTo>
                <a:lnTo>
                  <a:pt x="389941" y="1770450"/>
                </a:lnTo>
                <a:lnTo>
                  <a:pt x="489200" y="1770450"/>
                </a:lnTo>
                <a:lnTo>
                  <a:pt x="489200" y="1475375"/>
                </a:lnTo>
                <a:lnTo>
                  <a:pt x="581367" y="1475375"/>
                </a:lnTo>
                <a:lnTo>
                  <a:pt x="581367" y="1686143"/>
                </a:lnTo>
                <a:lnTo>
                  <a:pt x="680626" y="1686143"/>
                </a:lnTo>
                <a:lnTo>
                  <a:pt x="680626" y="1475375"/>
                </a:lnTo>
                <a:lnTo>
                  <a:pt x="779883" y="1475375"/>
                </a:lnTo>
                <a:lnTo>
                  <a:pt x="779883" y="1639306"/>
                </a:lnTo>
                <a:lnTo>
                  <a:pt x="872052" y="1639306"/>
                </a:lnTo>
                <a:lnTo>
                  <a:pt x="872052" y="1475375"/>
                </a:lnTo>
                <a:lnTo>
                  <a:pt x="971309" y="1475375"/>
                </a:lnTo>
                <a:lnTo>
                  <a:pt x="971309" y="1609500"/>
                </a:lnTo>
                <a:lnTo>
                  <a:pt x="1070567" y="1609500"/>
                </a:lnTo>
                <a:lnTo>
                  <a:pt x="1070567" y="1475375"/>
                </a:lnTo>
                <a:lnTo>
                  <a:pt x="1162735" y="1475375"/>
                </a:lnTo>
                <a:lnTo>
                  <a:pt x="1162735" y="1361885"/>
                </a:lnTo>
                <a:lnTo>
                  <a:pt x="1261993" y="1361885"/>
                </a:lnTo>
                <a:lnTo>
                  <a:pt x="1261993" y="1264608"/>
                </a:lnTo>
                <a:lnTo>
                  <a:pt x="1361252" y="1264608"/>
                </a:lnTo>
                <a:lnTo>
                  <a:pt x="1361252" y="1377017"/>
                </a:lnTo>
                <a:lnTo>
                  <a:pt x="1453419" y="1377017"/>
                </a:lnTo>
                <a:lnTo>
                  <a:pt x="1453419" y="1475375"/>
                </a:lnTo>
                <a:lnTo>
                  <a:pt x="1552678" y="1475375"/>
                </a:lnTo>
                <a:lnTo>
                  <a:pt x="1552678" y="1562162"/>
                </a:lnTo>
                <a:lnTo>
                  <a:pt x="1651935" y="1562162"/>
                </a:lnTo>
                <a:lnTo>
                  <a:pt x="1651935" y="1475375"/>
                </a:lnTo>
                <a:lnTo>
                  <a:pt x="1744103" y="1475375"/>
                </a:lnTo>
                <a:lnTo>
                  <a:pt x="1744103" y="1553027"/>
                </a:lnTo>
                <a:lnTo>
                  <a:pt x="1843361" y="1553027"/>
                </a:lnTo>
                <a:lnTo>
                  <a:pt x="1843361" y="1622913"/>
                </a:lnTo>
                <a:lnTo>
                  <a:pt x="1942619" y="1622913"/>
                </a:lnTo>
                <a:lnTo>
                  <a:pt x="1942619" y="1545631"/>
                </a:lnTo>
                <a:lnTo>
                  <a:pt x="2034787" y="1545631"/>
                </a:lnTo>
                <a:lnTo>
                  <a:pt x="2034787" y="1475375"/>
                </a:lnTo>
                <a:lnTo>
                  <a:pt x="2134045" y="1475375"/>
                </a:lnTo>
                <a:lnTo>
                  <a:pt x="2134045" y="1539522"/>
                </a:lnTo>
                <a:lnTo>
                  <a:pt x="2233303" y="1539522"/>
                </a:lnTo>
                <a:lnTo>
                  <a:pt x="2233303" y="1475375"/>
                </a:lnTo>
                <a:lnTo>
                  <a:pt x="2325471" y="1475375"/>
                </a:lnTo>
                <a:lnTo>
                  <a:pt x="2325471" y="1416360"/>
                </a:lnTo>
                <a:lnTo>
                  <a:pt x="2424729" y="1416360"/>
                </a:lnTo>
                <a:lnTo>
                  <a:pt x="2424729" y="1361885"/>
                </a:lnTo>
                <a:lnTo>
                  <a:pt x="2523987" y="1361885"/>
                </a:lnTo>
                <a:lnTo>
                  <a:pt x="2523987" y="1311445"/>
                </a:lnTo>
                <a:lnTo>
                  <a:pt x="2616155" y="1311445"/>
                </a:lnTo>
                <a:lnTo>
                  <a:pt x="2616155" y="1264608"/>
                </a:lnTo>
                <a:lnTo>
                  <a:pt x="2715413" y="1264608"/>
                </a:lnTo>
                <a:lnTo>
                  <a:pt x="2715413" y="1322750"/>
                </a:lnTo>
                <a:lnTo>
                  <a:pt x="2814670" y="1322750"/>
                </a:lnTo>
                <a:lnTo>
                  <a:pt x="2814670" y="1377017"/>
                </a:lnTo>
                <a:lnTo>
                  <a:pt x="2906839" y="1377017"/>
                </a:lnTo>
                <a:lnTo>
                  <a:pt x="2906839" y="1427782"/>
                </a:lnTo>
                <a:lnTo>
                  <a:pt x="3006096" y="1427782"/>
                </a:lnTo>
                <a:lnTo>
                  <a:pt x="3006096" y="1383164"/>
                </a:lnTo>
                <a:lnTo>
                  <a:pt x="3105355" y="1383164"/>
                </a:lnTo>
                <a:lnTo>
                  <a:pt x="3105355" y="1341250"/>
                </a:lnTo>
                <a:lnTo>
                  <a:pt x="3197522" y="1341250"/>
                </a:lnTo>
                <a:lnTo>
                  <a:pt x="3197522" y="1388588"/>
                </a:lnTo>
                <a:lnTo>
                  <a:pt x="3296781" y="1388588"/>
                </a:lnTo>
                <a:lnTo>
                  <a:pt x="3296781" y="1348915"/>
                </a:lnTo>
                <a:lnTo>
                  <a:pt x="3396039" y="1348915"/>
                </a:lnTo>
                <a:lnTo>
                  <a:pt x="3396039" y="1311445"/>
                </a:lnTo>
                <a:lnTo>
                  <a:pt x="3488207" y="1311445"/>
                </a:lnTo>
                <a:lnTo>
                  <a:pt x="3488207" y="1276000"/>
                </a:lnTo>
              </a:path>
            </a:pathLst>
          </a:custGeom>
          <a:noFill/>
          <a:ln w="41697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4"/>
          <p:cNvSpPr/>
          <p:nvPr/>
        </p:nvSpPr>
        <p:spPr>
          <a:xfrm>
            <a:off x="8176180" y="2224817"/>
            <a:ext cx="3488207" cy="1639306"/>
          </a:xfrm>
          <a:custGeom>
            <a:avLst/>
            <a:gdLst/>
            <a:ahLst/>
            <a:cxnLst/>
            <a:rect l="l" t="t" r="r" b="b"/>
            <a:pathLst>
              <a:path w="3488207" h="1639306">
                <a:moveTo>
                  <a:pt x="0" y="0"/>
                </a:moveTo>
                <a:lnTo>
                  <a:pt x="99258" y="0"/>
                </a:lnTo>
                <a:lnTo>
                  <a:pt x="198516" y="0"/>
                </a:lnTo>
                <a:lnTo>
                  <a:pt x="198516" y="983584"/>
                </a:lnTo>
                <a:lnTo>
                  <a:pt x="290684" y="983584"/>
                </a:lnTo>
                <a:lnTo>
                  <a:pt x="290684" y="1475375"/>
                </a:lnTo>
                <a:lnTo>
                  <a:pt x="389941" y="1475375"/>
                </a:lnTo>
                <a:lnTo>
                  <a:pt x="389941" y="1180300"/>
                </a:lnTo>
                <a:lnTo>
                  <a:pt x="489200" y="1180300"/>
                </a:lnTo>
                <a:lnTo>
                  <a:pt x="489200" y="983584"/>
                </a:lnTo>
                <a:lnTo>
                  <a:pt x="581367" y="983584"/>
                </a:lnTo>
                <a:lnTo>
                  <a:pt x="581367" y="1264608"/>
                </a:lnTo>
                <a:lnTo>
                  <a:pt x="680626" y="1264608"/>
                </a:lnTo>
                <a:lnTo>
                  <a:pt x="680626" y="1475375"/>
                </a:lnTo>
                <a:lnTo>
                  <a:pt x="779883" y="1475375"/>
                </a:lnTo>
                <a:lnTo>
                  <a:pt x="779883" y="1639306"/>
                </a:lnTo>
                <a:lnTo>
                  <a:pt x="872052" y="1639306"/>
                </a:lnTo>
                <a:lnTo>
                  <a:pt x="872052" y="1475375"/>
                </a:lnTo>
                <a:lnTo>
                  <a:pt x="971309" y="1475375"/>
                </a:lnTo>
                <a:lnTo>
                  <a:pt x="971309" y="1341250"/>
                </a:lnTo>
                <a:lnTo>
                  <a:pt x="1070567" y="1341250"/>
                </a:lnTo>
                <a:lnTo>
                  <a:pt x="1070567" y="1229480"/>
                </a:lnTo>
                <a:lnTo>
                  <a:pt x="1162735" y="1229480"/>
                </a:lnTo>
                <a:lnTo>
                  <a:pt x="1162735" y="1134904"/>
                </a:lnTo>
                <a:lnTo>
                  <a:pt x="1261993" y="1134904"/>
                </a:lnTo>
                <a:lnTo>
                  <a:pt x="1261993" y="1264608"/>
                </a:lnTo>
                <a:lnTo>
                  <a:pt x="1361252" y="1264608"/>
                </a:lnTo>
                <a:lnTo>
                  <a:pt x="1361252" y="1180300"/>
                </a:lnTo>
                <a:lnTo>
                  <a:pt x="1453419" y="1180300"/>
                </a:lnTo>
                <a:lnTo>
                  <a:pt x="1453419" y="1106531"/>
                </a:lnTo>
                <a:lnTo>
                  <a:pt x="1552678" y="1106531"/>
                </a:lnTo>
                <a:lnTo>
                  <a:pt x="1552678" y="1041442"/>
                </a:lnTo>
                <a:lnTo>
                  <a:pt x="1651935" y="1041442"/>
                </a:lnTo>
                <a:lnTo>
                  <a:pt x="1651935" y="983584"/>
                </a:lnTo>
                <a:lnTo>
                  <a:pt x="1744103" y="983584"/>
                </a:lnTo>
                <a:lnTo>
                  <a:pt x="1744103" y="1087118"/>
                </a:lnTo>
                <a:lnTo>
                  <a:pt x="1843361" y="1087118"/>
                </a:lnTo>
                <a:lnTo>
                  <a:pt x="1843361" y="1032763"/>
                </a:lnTo>
                <a:lnTo>
                  <a:pt x="1942619" y="1032763"/>
                </a:lnTo>
                <a:lnTo>
                  <a:pt x="1942619" y="1124095"/>
                </a:lnTo>
                <a:lnTo>
                  <a:pt x="2034787" y="1124095"/>
                </a:lnTo>
                <a:lnTo>
                  <a:pt x="2034787" y="1073000"/>
                </a:lnTo>
                <a:lnTo>
                  <a:pt x="2134045" y="1073000"/>
                </a:lnTo>
                <a:lnTo>
                  <a:pt x="2134045" y="1026348"/>
                </a:lnTo>
                <a:lnTo>
                  <a:pt x="2233303" y="1026348"/>
                </a:lnTo>
                <a:lnTo>
                  <a:pt x="2233303" y="983584"/>
                </a:lnTo>
                <a:lnTo>
                  <a:pt x="2325471" y="983584"/>
                </a:lnTo>
                <a:lnTo>
                  <a:pt x="2325471" y="944240"/>
                </a:lnTo>
                <a:lnTo>
                  <a:pt x="2424729" y="944240"/>
                </a:lnTo>
                <a:lnTo>
                  <a:pt x="2424729" y="907923"/>
                </a:lnTo>
                <a:lnTo>
                  <a:pt x="2523987" y="907923"/>
                </a:lnTo>
                <a:lnTo>
                  <a:pt x="2523987" y="983584"/>
                </a:lnTo>
                <a:lnTo>
                  <a:pt x="2616155" y="983584"/>
                </a:lnTo>
                <a:lnTo>
                  <a:pt x="2616155" y="948455"/>
                </a:lnTo>
                <a:lnTo>
                  <a:pt x="2715413" y="948455"/>
                </a:lnTo>
                <a:lnTo>
                  <a:pt x="2715413" y="1017500"/>
                </a:lnTo>
                <a:lnTo>
                  <a:pt x="2814670" y="1017500"/>
                </a:lnTo>
                <a:lnTo>
                  <a:pt x="2814670" y="1081942"/>
                </a:lnTo>
                <a:lnTo>
                  <a:pt x="2906839" y="1081942"/>
                </a:lnTo>
                <a:lnTo>
                  <a:pt x="2906839" y="1142226"/>
                </a:lnTo>
                <a:lnTo>
                  <a:pt x="3006096" y="1142226"/>
                </a:lnTo>
                <a:lnTo>
                  <a:pt x="3006096" y="1106531"/>
                </a:lnTo>
                <a:lnTo>
                  <a:pt x="3105355" y="1106531"/>
                </a:lnTo>
                <a:lnTo>
                  <a:pt x="3105355" y="1162417"/>
                </a:lnTo>
                <a:lnTo>
                  <a:pt x="3197522" y="1162417"/>
                </a:lnTo>
                <a:lnTo>
                  <a:pt x="3197522" y="1128228"/>
                </a:lnTo>
                <a:lnTo>
                  <a:pt x="3296781" y="1128228"/>
                </a:lnTo>
                <a:lnTo>
                  <a:pt x="3296781" y="1180300"/>
                </a:lnTo>
                <a:lnTo>
                  <a:pt x="3396039" y="1180300"/>
                </a:lnTo>
                <a:lnTo>
                  <a:pt x="3396039" y="1229480"/>
                </a:lnTo>
                <a:lnTo>
                  <a:pt x="3488207" y="1229480"/>
                </a:lnTo>
                <a:lnTo>
                  <a:pt x="3488207" y="1276000"/>
                </a:lnTo>
              </a:path>
            </a:pathLst>
          </a:custGeom>
          <a:noFill/>
          <a:ln w="4169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35"/>
          <p:cNvSpPr/>
          <p:nvPr/>
        </p:nvSpPr>
        <p:spPr>
          <a:xfrm>
            <a:off x="8001770" y="2077280"/>
            <a:ext cx="0" cy="3098288"/>
          </a:xfrm>
          <a:custGeom>
            <a:avLst/>
            <a:gdLst/>
            <a:ahLst/>
            <a:cxnLst/>
            <a:rect l="l" t="t" r="r" b="b"/>
            <a:pathLst>
              <a:path w="0" h="3098288">
                <a:moveTo>
                  <a:pt x="0" y="3098288"/>
                </a:moveTo>
                <a:lnTo>
                  <a:pt x="0" y="0"/>
                </a:lnTo>
              </a:path>
            </a:pathLst>
          </a:custGeom>
          <a:noFill/>
          <a:ln w="2943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6"/>
          <p:cNvSpPr/>
          <p:nvPr/>
        </p:nvSpPr>
        <p:spPr>
          <a:xfrm>
            <a:off x="8001770" y="5175568"/>
            <a:ext cx="3837027" cy="0"/>
          </a:xfrm>
          <a:custGeom>
            <a:avLst/>
            <a:gdLst/>
            <a:ahLst/>
            <a:cxnLst/>
            <a:rect l="l" t="t" r="r" b="b"/>
            <a:pathLst>
              <a:path w="3837027" h="0">
                <a:moveTo>
                  <a:pt x="0" y="0"/>
                </a:moveTo>
                <a:lnTo>
                  <a:pt x="3837027" y="0"/>
                </a:lnTo>
              </a:path>
            </a:pathLst>
          </a:custGeom>
          <a:noFill/>
          <a:ln w="2943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50833" y="4530679"/>
            <a:ext cx="1668231" cy="4002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6" b="0" i="0">
                <a:solidFill>
                  <a:srgbClr val="2B2B2B"/>
                </a:solidFill>
                <a:latin typeface="Times New Roman"/>
              </a:rPr>
              <a:t>Both: 21/37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22603" y="1510714"/>
            <a:ext cx="2693361" cy="470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0" b="0" i="0">
                <a:solidFill>
                  <a:srgbClr val="2B2B2B"/>
                </a:solidFill>
                <a:latin typeface="Times New Roman"/>
              </a:rPr>
              <a:t>(b) PPO training</a:t>
            </a:r>
          </a:p>
        </p:txBody>
      </p:sp>
      <p:sp>
        <p:nvSpPr>
          <p:cNvPr id="57" name="Editable path 37"/>
          <p:cNvSpPr/>
          <p:nvPr/>
        </p:nvSpPr>
        <p:spPr>
          <a:xfrm>
            <a:off x="8227798" y="878714"/>
            <a:ext cx="394409" cy="0"/>
          </a:xfrm>
          <a:custGeom>
            <a:avLst/>
            <a:gdLst/>
            <a:ahLst/>
            <a:cxnLst/>
            <a:rect l="l" t="t" r="r" b="b"/>
            <a:pathLst>
              <a:path w="394409" h="0">
                <a:moveTo>
                  <a:pt x="0" y="0"/>
                </a:moveTo>
                <a:lnTo>
                  <a:pt x="197205" y="0"/>
                </a:lnTo>
                <a:lnTo>
                  <a:pt x="394409" y="0"/>
                </a:lnTo>
              </a:path>
            </a:pathLst>
          </a:custGeom>
          <a:noFill/>
          <a:ln w="41697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20809" y="724672"/>
            <a:ext cx="1177639" cy="394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87" b="0" i="0">
                <a:solidFill>
                  <a:srgbClr val="2B2B2B"/>
                </a:solidFill>
                <a:latin typeface="Times New Roman"/>
              </a:rPr>
              <a:t>Original</a:t>
            </a:r>
          </a:p>
        </p:txBody>
      </p:sp>
      <p:sp>
        <p:nvSpPr>
          <p:cNvPr id="59" name="Editable path 38"/>
          <p:cNvSpPr/>
          <p:nvPr/>
        </p:nvSpPr>
        <p:spPr>
          <a:xfrm>
            <a:off x="10021770" y="878714"/>
            <a:ext cx="394409" cy="0"/>
          </a:xfrm>
          <a:custGeom>
            <a:avLst/>
            <a:gdLst/>
            <a:ahLst/>
            <a:cxnLst/>
            <a:rect l="l" t="t" r="r" b="b"/>
            <a:pathLst>
              <a:path w="394409" h="0">
                <a:moveTo>
                  <a:pt x="0" y="0"/>
                </a:moveTo>
                <a:lnTo>
                  <a:pt x="197204" y="0"/>
                </a:lnTo>
                <a:lnTo>
                  <a:pt x="394409" y="0"/>
                </a:lnTo>
              </a:path>
            </a:pathLst>
          </a:custGeom>
          <a:noFill/>
          <a:ln w="4169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14780" y="724672"/>
            <a:ext cx="867042" cy="394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87" b="0" i="0">
                <a:solidFill>
                  <a:srgbClr val="2B2B2B"/>
                </a:solidFill>
                <a:latin typeface="Times New Roman"/>
              </a:rPr>
              <a:t>Gated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162904"/>
            <a:ext cx="12191999" cy="6532192"/>
          </a:xfrm>
          <a:custGeom>
            <a:avLst/>
            <a:gdLst/>
            <a:ahLst/>
            <a:cxnLst/>
            <a:rect l="l" t="t" r="r" b="b"/>
            <a:pathLst>
              <a:path w="12191999" h="6532192">
                <a:moveTo>
                  <a:pt x="0" y="0"/>
                </a:moveTo>
                <a:lnTo>
                  <a:pt x="12191999" y="0"/>
                </a:lnTo>
                <a:lnTo>
                  <a:pt x="12191999" y="6532192"/>
                </a:lnTo>
                <a:lnTo>
                  <a:pt x="0" y="6532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618062" y="1779990"/>
            <a:ext cx="3838642" cy="3503641"/>
          </a:xfrm>
          <a:custGeom>
            <a:avLst/>
            <a:gdLst/>
            <a:ahLst/>
            <a:cxnLst/>
            <a:rect l="l" t="t" r="r" b="b"/>
            <a:pathLst>
              <a:path w="3838642" h="3503641">
                <a:moveTo>
                  <a:pt x="0" y="0"/>
                </a:moveTo>
                <a:lnTo>
                  <a:pt x="3838642" y="0"/>
                </a:lnTo>
                <a:lnTo>
                  <a:pt x="3838642" y="3503641"/>
                </a:lnTo>
                <a:lnTo>
                  <a:pt x="0" y="3503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2042571" y="1779990"/>
            <a:ext cx="2005126" cy="3503641"/>
          </a:xfrm>
          <a:custGeom>
            <a:avLst/>
            <a:gdLst/>
            <a:ahLst/>
            <a:cxnLst/>
            <a:rect l="l" t="t" r="r" b="b"/>
            <a:pathLst>
              <a:path w="2005126" h="3503641">
                <a:moveTo>
                  <a:pt x="0" y="0"/>
                </a:moveTo>
                <a:lnTo>
                  <a:pt x="2005126" y="0"/>
                </a:lnTo>
                <a:lnTo>
                  <a:pt x="2005126" y="3503641"/>
                </a:lnTo>
                <a:lnTo>
                  <a:pt x="0" y="350364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9153">
            <a:solidFill>
              <a:srgbClr val="FFF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1618062" y="5283631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32044" y="5433573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7" name="Editable path 5"/>
          <p:cNvSpPr/>
          <p:nvPr/>
        </p:nvSpPr>
        <p:spPr>
          <a:xfrm>
            <a:off x="3424482" y="5283631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8464" y="5433573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8</a:t>
            </a:r>
          </a:p>
        </p:txBody>
      </p:sp>
      <p:sp>
        <p:nvSpPr>
          <p:cNvPr id="9" name="Editable path 6"/>
          <p:cNvSpPr/>
          <p:nvPr/>
        </p:nvSpPr>
        <p:spPr>
          <a:xfrm>
            <a:off x="5230902" y="5283631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8865" y="5433573"/>
            <a:ext cx="430090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5750" y="5933250"/>
            <a:ext cx="1441565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12" name="Editable path 7"/>
          <p:cNvSpPr/>
          <p:nvPr/>
        </p:nvSpPr>
        <p:spPr>
          <a:xfrm>
            <a:off x="1618062" y="5162815"/>
            <a:ext cx="3838642" cy="0"/>
          </a:xfrm>
          <a:custGeom>
            <a:avLst/>
            <a:gdLst/>
            <a:ahLst/>
            <a:cxnLst/>
            <a:rect l="l" t="t" r="r" b="b"/>
            <a:pathLst>
              <a:path w="3838642" h="0">
                <a:moveTo>
                  <a:pt x="0" y="0"/>
                </a:moveTo>
                <a:lnTo>
                  <a:pt x="3838642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path 8"/>
          <p:cNvSpPr/>
          <p:nvPr/>
        </p:nvSpPr>
        <p:spPr>
          <a:xfrm>
            <a:off x="1519756" y="5162815"/>
            <a:ext cx="98306" cy="0"/>
          </a:xfrm>
          <a:custGeom>
            <a:avLst/>
            <a:gdLst/>
            <a:ahLst/>
            <a:cxnLst/>
            <a:rect l="l" t="t" r="r" b="b"/>
            <a:pathLst>
              <a:path w="98306" h="0">
                <a:moveTo>
                  <a:pt x="9830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9413" y="4998638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5" name="Editable path 9"/>
          <p:cNvSpPr/>
          <p:nvPr/>
        </p:nvSpPr>
        <p:spPr>
          <a:xfrm>
            <a:off x="1618062" y="4196294"/>
            <a:ext cx="3838642" cy="0"/>
          </a:xfrm>
          <a:custGeom>
            <a:avLst/>
            <a:gdLst/>
            <a:ahLst/>
            <a:cxnLst/>
            <a:rect l="l" t="t" r="r" b="b"/>
            <a:pathLst>
              <a:path w="3838642" h="0">
                <a:moveTo>
                  <a:pt x="0" y="0"/>
                </a:moveTo>
                <a:lnTo>
                  <a:pt x="3838642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path 10"/>
          <p:cNvSpPr/>
          <p:nvPr/>
        </p:nvSpPr>
        <p:spPr>
          <a:xfrm>
            <a:off x="1519756" y="4196294"/>
            <a:ext cx="98306" cy="0"/>
          </a:xfrm>
          <a:custGeom>
            <a:avLst/>
            <a:gdLst/>
            <a:ahLst/>
            <a:cxnLst/>
            <a:rect l="l" t="t" r="r" b="b"/>
            <a:pathLst>
              <a:path w="98306" h="0">
                <a:moveTo>
                  <a:pt x="9830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7376" y="4032116"/>
            <a:ext cx="430090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8" name="Editable path 11"/>
          <p:cNvSpPr/>
          <p:nvPr/>
        </p:nvSpPr>
        <p:spPr>
          <a:xfrm>
            <a:off x="1618062" y="2263250"/>
            <a:ext cx="3838642" cy="0"/>
          </a:xfrm>
          <a:custGeom>
            <a:avLst/>
            <a:gdLst/>
            <a:ahLst/>
            <a:cxnLst/>
            <a:rect l="l" t="t" r="r" b="b"/>
            <a:pathLst>
              <a:path w="3838642" h="0">
                <a:moveTo>
                  <a:pt x="0" y="0"/>
                </a:moveTo>
                <a:lnTo>
                  <a:pt x="3838642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12"/>
          <p:cNvSpPr/>
          <p:nvPr/>
        </p:nvSpPr>
        <p:spPr>
          <a:xfrm>
            <a:off x="1519756" y="2263250"/>
            <a:ext cx="98306" cy="0"/>
          </a:xfrm>
          <a:custGeom>
            <a:avLst/>
            <a:gdLst/>
            <a:ahLst/>
            <a:cxnLst/>
            <a:rect l="l" t="t" r="r" b="b"/>
            <a:pathLst>
              <a:path w="98306" h="0">
                <a:moveTo>
                  <a:pt x="9830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340" y="2099073"/>
            <a:ext cx="602126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120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-798673" y="3287632"/>
            <a:ext cx="2784824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Object rise (mm)</a:t>
            </a:r>
          </a:p>
        </p:txBody>
      </p:sp>
      <p:sp>
        <p:nvSpPr>
          <p:cNvPr id="22" name="Editable path 13"/>
          <p:cNvSpPr/>
          <p:nvPr/>
        </p:nvSpPr>
        <p:spPr>
          <a:xfrm>
            <a:off x="3351363" y="1779990"/>
            <a:ext cx="0" cy="3503641"/>
          </a:xfrm>
          <a:custGeom>
            <a:avLst/>
            <a:gdLst/>
            <a:ahLst/>
            <a:cxnLst/>
            <a:rect l="l" t="t" r="r" b="b"/>
            <a:pathLst>
              <a:path w="0" h="3503641">
                <a:moveTo>
                  <a:pt x="0" y="3503641"/>
                </a:moveTo>
                <a:lnTo>
                  <a:pt x="0" y="0"/>
                </a:lnTo>
              </a:path>
            </a:pathLst>
          </a:custGeom>
          <a:noFill/>
          <a:ln w="34407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4"/>
          <p:cNvSpPr/>
          <p:nvPr/>
        </p:nvSpPr>
        <p:spPr>
          <a:xfrm>
            <a:off x="4047697" y="1779990"/>
            <a:ext cx="0" cy="3503641"/>
          </a:xfrm>
          <a:custGeom>
            <a:avLst/>
            <a:gdLst/>
            <a:ahLst/>
            <a:cxnLst/>
            <a:rect l="l" t="t" r="r" b="b"/>
            <a:pathLst>
              <a:path w="0" h="3503641">
                <a:moveTo>
                  <a:pt x="0" y="3503641"/>
                </a:moveTo>
                <a:lnTo>
                  <a:pt x="0" y="0"/>
                </a:lnTo>
              </a:path>
            </a:pathLst>
          </a:custGeom>
          <a:noFill/>
          <a:ln w="34407">
            <a:solidFill>
              <a:srgbClr val="3A9A9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5"/>
          <p:cNvSpPr/>
          <p:nvPr/>
        </p:nvSpPr>
        <p:spPr>
          <a:xfrm>
            <a:off x="1618062" y="2450698"/>
            <a:ext cx="3843158" cy="2712117"/>
          </a:xfrm>
          <a:custGeom>
            <a:avLst/>
            <a:gdLst/>
            <a:ahLst/>
            <a:cxnLst/>
            <a:rect l="l" t="t" r="r" b="b"/>
            <a:pathLst>
              <a:path w="3843158" h="2712117">
                <a:moveTo>
                  <a:pt x="0" y="2712117"/>
                </a:moveTo>
                <a:lnTo>
                  <a:pt x="456121" y="2710599"/>
                </a:lnTo>
                <a:lnTo>
                  <a:pt x="474186" y="2687136"/>
                </a:lnTo>
                <a:lnTo>
                  <a:pt x="587087" y="2510389"/>
                </a:lnTo>
                <a:lnTo>
                  <a:pt x="745148" y="2278044"/>
                </a:lnTo>
                <a:lnTo>
                  <a:pt x="830953" y="2175744"/>
                </a:lnTo>
                <a:lnTo>
                  <a:pt x="939339" y="2069761"/>
                </a:lnTo>
                <a:lnTo>
                  <a:pt x="1029659" y="1996104"/>
                </a:lnTo>
                <a:lnTo>
                  <a:pt x="1133529" y="1930143"/>
                </a:lnTo>
                <a:lnTo>
                  <a:pt x="1259978" y="1867122"/>
                </a:lnTo>
                <a:lnTo>
                  <a:pt x="1377395" y="1822656"/>
                </a:lnTo>
                <a:lnTo>
                  <a:pt x="1544489" y="1779061"/>
                </a:lnTo>
                <a:lnTo>
                  <a:pt x="1774808" y="1742252"/>
                </a:lnTo>
                <a:lnTo>
                  <a:pt x="1937385" y="1742457"/>
                </a:lnTo>
                <a:lnTo>
                  <a:pt x="2429635" y="1747785"/>
                </a:lnTo>
                <a:lnTo>
                  <a:pt x="2443183" y="1751618"/>
                </a:lnTo>
                <a:lnTo>
                  <a:pt x="2452215" y="1732245"/>
                </a:lnTo>
                <a:lnTo>
                  <a:pt x="2560600" y="1396242"/>
                </a:lnTo>
                <a:lnTo>
                  <a:pt x="2650921" y="1100446"/>
                </a:lnTo>
                <a:lnTo>
                  <a:pt x="2854143" y="470281"/>
                </a:lnTo>
                <a:lnTo>
                  <a:pt x="2962529" y="215715"/>
                </a:lnTo>
                <a:lnTo>
                  <a:pt x="3003173" y="140527"/>
                </a:lnTo>
                <a:lnTo>
                  <a:pt x="3039302" y="70527"/>
                </a:lnTo>
                <a:lnTo>
                  <a:pt x="3048334" y="51459"/>
                </a:lnTo>
                <a:lnTo>
                  <a:pt x="3052850" y="51654"/>
                </a:lnTo>
                <a:lnTo>
                  <a:pt x="3061882" y="41780"/>
                </a:lnTo>
                <a:lnTo>
                  <a:pt x="3098010" y="36291"/>
                </a:lnTo>
                <a:lnTo>
                  <a:pt x="3116074" y="32208"/>
                </a:lnTo>
                <a:lnTo>
                  <a:pt x="3314780" y="27061"/>
                </a:lnTo>
                <a:lnTo>
                  <a:pt x="3337361" y="26374"/>
                </a:lnTo>
                <a:lnTo>
                  <a:pt x="3368973" y="24031"/>
                </a:lnTo>
                <a:lnTo>
                  <a:pt x="3382521" y="24317"/>
                </a:lnTo>
                <a:lnTo>
                  <a:pt x="3396070" y="23852"/>
                </a:lnTo>
                <a:lnTo>
                  <a:pt x="3441230" y="20630"/>
                </a:lnTo>
                <a:lnTo>
                  <a:pt x="3477359" y="18715"/>
                </a:lnTo>
                <a:lnTo>
                  <a:pt x="3540583" y="16124"/>
                </a:lnTo>
                <a:lnTo>
                  <a:pt x="3784450" y="3417"/>
                </a:lnTo>
                <a:lnTo>
                  <a:pt x="3820578" y="1018"/>
                </a:lnTo>
                <a:lnTo>
                  <a:pt x="3843158" y="0"/>
                </a:lnTo>
              </a:path>
            </a:pathLst>
          </a:custGeom>
          <a:noFill/>
          <a:ln w="7372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16"/>
          <p:cNvSpPr/>
          <p:nvPr/>
        </p:nvSpPr>
        <p:spPr>
          <a:xfrm>
            <a:off x="2042571" y="4196294"/>
            <a:ext cx="2005126" cy="0"/>
          </a:xfrm>
          <a:custGeom>
            <a:avLst/>
            <a:gdLst/>
            <a:ahLst/>
            <a:cxnLst/>
            <a:rect l="l" t="t" r="r" b="b"/>
            <a:pathLst>
              <a:path w="2005126" h="0">
                <a:moveTo>
                  <a:pt x="0" y="0"/>
                </a:moveTo>
                <a:lnTo>
                  <a:pt x="2005126" y="0"/>
                </a:lnTo>
              </a:path>
            </a:pathLst>
          </a:custGeom>
          <a:noFill/>
          <a:ln w="36864">
            <a:solidFill>
              <a:srgbClr val="2B2B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7"/>
          <p:cNvSpPr/>
          <p:nvPr/>
        </p:nvSpPr>
        <p:spPr>
          <a:xfrm>
            <a:off x="4047697" y="2263250"/>
            <a:ext cx="1409007" cy="0"/>
          </a:xfrm>
          <a:custGeom>
            <a:avLst/>
            <a:gdLst/>
            <a:ahLst/>
            <a:cxnLst/>
            <a:rect l="l" t="t" r="r" b="b"/>
            <a:pathLst>
              <a:path w="1409007" h="0">
                <a:moveTo>
                  <a:pt x="0" y="0"/>
                </a:moveTo>
                <a:lnTo>
                  <a:pt x="1409007" y="0"/>
                </a:lnTo>
              </a:path>
            </a:pathLst>
          </a:custGeom>
          <a:noFill/>
          <a:ln w="36864">
            <a:solidFill>
              <a:srgbClr val="2B2B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18"/>
          <p:cNvSpPr/>
          <p:nvPr/>
        </p:nvSpPr>
        <p:spPr>
          <a:xfrm>
            <a:off x="1618062" y="1779990"/>
            <a:ext cx="0" cy="3503641"/>
          </a:xfrm>
          <a:custGeom>
            <a:avLst/>
            <a:gdLst/>
            <a:ahLst/>
            <a:cxnLst/>
            <a:rect l="l" t="t" r="r" b="b"/>
            <a:pathLst>
              <a:path w="0" h="3503641">
                <a:moveTo>
                  <a:pt x="0" y="3503641"/>
                </a:moveTo>
                <a:lnTo>
                  <a:pt x="0" y="0"/>
                </a:lnTo>
              </a:path>
            </a:pathLst>
          </a:custGeom>
          <a:noFill/>
          <a:ln w="2949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19"/>
          <p:cNvSpPr/>
          <p:nvPr/>
        </p:nvSpPr>
        <p:spPr>
          <a:xfrm>
            <a:off x="1618062" y="5283631"/>
            <a:ext cx="3838642" cy="0"/>
          </a:xfrm>
          <a:custGeom>
            <a:avLst/>
            <a:gdLst/>
            <a:ahLst/>
            <a:cxnLst/>
            <a:rect l="l" t="t" r="r" b="b"/>
            <a:pathLst>
              <a:path w="3838642" h="0">
                <a:moveTo>
                  <a:pt x="0" y="0"/>
                </a:moveTo>
                <a:lnTo>
                  <a:pt x="3838642" y="0"/>
                </a:lnTo>
              </a:path>
            </a:pathLst>
          </a:custGeom>
          <a:noFill/>
          <a:ln w="2949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39293" y="1212299"/>
            <a:ext cx="3494596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(a) Bounded early lift</a:t>
            </a:r>
          </a:p>
        </p:txBody>
      </p:sp>
      <p:sp>
        <p:nvSpPr>
          <p:cNvPr id="30" name="Editable path 20"/>
          <p:cNvSpPr/>
          <p:nvPr/>
        </p:nvSpPr>
        <p:spPr>
          <a:xfrm>
            <a:off x="7913436" y="1779990"/>
            <a:ext cx="3838641" cy="3503641"/>
          </a:xfrm>
          <a:custGeom>
            <a:avLst/>
            <a:gdLst/>
            <a:ahLst/>
            <a:cxnLst/>
            <a:rect l="l" t="t" r="r" b="b"/>
            <a:pathLst>
              <a:path w="3838641" h="3503641">
                <a:moveTo>
                  <a:pt x="0" y="0"/>
                </a:moveTo>
                <a:lnTo>
                  <a:pt x="3838641" y="0"/>
                </a:lnTo>
                <a:lnTo>
                  <a:pt x="3838641" y="3503641"/>
                </a:lnTo>
                <a:lnTo>
                  <a:pt x="0" y="3503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1"/>
          <p:cNvSpPr/>
          <p:nvPr/>
        </p:nvSpPr>
        <p:spPr>
          <a:xfrm>
            <a:off x="7913436" y="5283631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7417" y="5433573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3" name="Editable path 22"/>
          <p:cNvSpPr/>
          <p:nvPr/>
        </p:nvSpPr>
        <p:spPr>
          <a:xfrm>
            <a:off x="9832757" y="5283631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46737" y="5433573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35" name="Editable path 23"/>
          <p:cNvSpPr/>
          <p:nvPr/>
        </p:nvSpPr>
        <p:spPr>
          <a:xfrm>
            <a:off x="11752077" y="5283631"/>
            <a:ext cx="0" cy="98306"/>
          </a:xfrm>
          <a:custGeom>
            <a:avLst/>
            <a:gdLst/>
            <a:ahLst/>
            <a:cxnLst/>
            <a:rect l="l" t="t" r="r" b="b"/>
            <a:pathLst>
              <a:path w="0" h="98306">
                <a:moveTo>
                  <a:pt x="0" y="0"/>
                </a:moveTo>
                <a:lnTo>
                  <a:pt x="0" y="98306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66059" y="5433573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3457" y="5933250"/>
            <a:ext cx="2937789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Activation gap (s)</a:t>
            </a:r>
          </a:p>
        </p:txBody>
      </p:sp>
      <p:sp>
        <p:nvSpPr>
          <p:cNvPr id="38" name="Editable path 24"/>
          <p:cNvSpPr/>
          <p:nvPr/>
        </p:nvSpPr>
        <p:spPr>
          <a:xfrm>
            <a:off x="7913436" y="5283631"/>
            <a:ext cx="3838641" cy="0"/>
          </a:xfrm>
          <a:custGeom>
            <a:avLst/>
            <a:gdLst/>
            <a:ahLst/>
            <a:cxnLst/>
            <a:rect l="l" t="t" r="r" b="b"/>
            <a:pathLst>
              <a:path w="3838641" h="0">
                <a:moveTo>
                  <a:pt x="0" y="0"/>
                </a:moveTo>
                <a:lnTo>
                  <a:pt x="3838641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5"/>
          <p:cNvSpPr/>
          <p:nvPr/>
        </p:nvSpPr>
        <p:spPr>
          <a:xfrm>
            <a:off x="7815129" y="5283631"/>
            <a:ext cx="98307" cy="0"/>
          </a:xfrm>
          <a:custGeom>
            <a:avLst/>
            <a:gdLst/>
            <a:ahLst/>
            <a:cxnLst/>
            <a:rect l="l" t="t" r="r" b="b"/>
            <a:pathLst>
              <a:path w="98307" h="0">
                <a:moveTo>
                  <a:pt x="9830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4786" y="5119453"/>
            <a:ext cx="258054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1" name="Editable path 26"/>
          <p:cNvSpPr/>
          <p:nvPr/>
        </p:nvSpPr>
        <p:spPr>
          <a:xfrm>
            <a:off x="7913436" y="3531810"/>
            <a:ext cx="3838641" cy="0"/>
          </a:xfrm>
          <a:custGeom>
            <a:avLst/>
            <a:gdLst/>
            <a:ahLst/>
            <a:cxnLst/>
            <a:rect l="l" t="t" r="r" b="b"/>
            <a:pathLst>
              <a:path w="3838641" h="0">
                <a:moveTo>
                  <a:pt x="0" y="0"/>
                </a:moveTo>
                <a:lnTo>
                  <a:pt x="3838641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27"/>
          <p:cNvSpPr/>
          <p:nvPr/>
        </p:nvSpPr>
        <p:spPr>
          <a:xfrm>
            <a:off x="7815129" y="3531810"/>
            <a:ext cx="98307" cy="0"/>
          </a:xfrm>
          <a:custGeom>
            <a:avLst/>
            <a:gdLst/>
            <a:ahLst/>
            <a:cxnLst/>
            <a:rect l="l" t="t" r="r" b="b"/>
            <a:pathLst>
              <a:path w="98307" h="0">
                <a:moveTo>
                  <a:pt x="9830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2750" y="3367633"/>
            <a:ext cx="430090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44" name="Editable path 28"/>
          <p:cNvSpPr/>
          <p:nvPr/>
        </p:nvSpPr>
        <p:spPr>
          <a:xfrm>
            <a:off x="7913436" y="1779990"/>
            <a:ext cx="3838641" cy="0"/>
          </a:xfrm>
          <a:custGeom>
            <a:avLst/>
            <a:gdLst/>
            <a:ahLst/>
            <a:cxnLst/>
            <a:rect l="l" t="t" r="r" b="b"/>
            <a:pathLst>
              <a:path w="3838641" h="0">
                <a:moveTo>
                  <a:pt x="0" y="0"/>
                </a:moveTo>
                <a:lnTo>
                  <a:pt x="3838641" y="0"/>
                </a:lnTo>
              </a:path>
            </a:pathLst>
          </a:custGeom>
          <a:noFill/>
          <a:ln w="2703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29"/>
          <p:cNvSpPr/>
          <p:nvPr/>
        </p:nvSpPr>
        <p:spPr>
          <a:xfrm>
            <a:off x="7815129" y="1779990"/>
            <a:ext cx="98307" cy="0"/>
          </a:xfrm>
          <a:custGeom>
            <a:avLst/>
            <a:gdLst/>
            <a:ahLst/>
            <a:cxnLst/>
            <a:rect l="l" t="t" r="r" b="b"/>
            <a:pathLst>
              <a:path w="98307" h="0">
                <a:moveTo>
                  <a:pt x="9830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3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2750" y="1615812"/>
            <a:ext cx="430090" cy="4128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9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 rot="16200000">
            <a:off x="5669503" y="3287631"/>
            <a:ext cx="2784824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Both attached (s)</a:t>
            </a:r>
          </a:p>
        </p:txBody>
      </p:sp>
      <p:sp>
        <p:nvSpPr>
          <p:cNvPr id="48" name="Editable path 30"/>
          <p:cNvSpPr/>
          <p:nvPr/>
        </p:nvSpPr>
        <p:spPr>
          <a:xfrm>
            <a:off x="7913436" y="3882174"/>
            <a:ext cx="3838641" cy="1401457"/>
          </a:xfrm>
          <a:custGeom>
            <a:avLst/>
            <a:gdLst/>
            <a:ahLst/>
            <a:cxnLst/>
            <a:rect l="l" t="t" r="r" b="b"/>
            <a:pathLst>
              <a:path w="3838641" h="1401457">
                <a:moveTo>
                  <a:pt x="0" y="1401457"/>
                </a:moveTo>
                <a:lnTo>
                  <a:pt x="3838641" y="0"/>
                </a:lnTo>
              </a:path>
            </a:pathLst>
          </a:custGeom>
          <a:noFill/>
          <a:ln w="29491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31"/>
          <p:cNvSpPr/>
          <p:nvPr/>
        </p:nvSpPr>
        <p:spPr>
          <a:xfrm>
            <a:off x="7913436" y="1779990"/>
            <a:ext cx="0" cy="3503641"/>
          </a:xfrm>
          <a:custGeom>
            <a:avLst/>
            <a:gdLst/>
            <a:ahLst/>
            <a:cxnLst/>
            <a:rect l="l" t="t" r="r" b="b"/>
            <a:pathLst>
              <a:path w="0" h="3503641">
                <a:moveTo>
                  <a:pt x="0" y="3503641"/>
                </a:moveTo>
                <a:lnTo>
                  <a:pt x="0" y="0"/>
                </a:lnTo>
              </a:path>
            </a:pathLst>
          </a:custGeom>
          <a:noFill/>
          <a:ln w="2949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32"/>
          <p:cNvSpPr/>
          <p:nvPr/>
        </p:nvSpPr>
        <p:spPr>
          <a:xfrm>
            <a:off x="7913436" y="5283631"/>
            <a:ext cx="3838641" cy="0"/>
          </a:xfrm>
          <a:custGeom>
            <a:avLst/>
            <a:gdLst/>
            <a:ahLst/>
            <a:cxnLst/>
            <a:rect l="l" t="t" r="r" b="b"/>
            <a:pathLst>
              <a:path w="3838641" h="0">
                <a:moveTo>
                  <a:pt x="0" y="0"/>
                </a:moveTo>
                <a:lnTo>
                  <a:pt x="3838641" y="0"/>
                </a:lnTo>
              </a:path>
            </a:pathLst>
          </a:custGeom>
          <a:noFill/>
          <a:ln w="2949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3"/>
          <p:cNvSpPr/>
          <p:nvPr/>
        </p:nvSpPr>
        <p:spPr>
          <a:xfrm>
            <a:off x="8325176" y="4375260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7"/>
                </a:lnTo>
                <a:lnTo>
                  <a:pt x="131073" y="146225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5"/>
                </a:lnTo>
                <a:lnTo>
                  <a:pt x="36288" y="149327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4"/>
          <p:cNvSpPr/>
          <p:nvPr/>
        </p:nvSpPr>
        <p:spPr>
          <a:xfrm>
            <a:off x="8022116" y="4399786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8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3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8" y="1580"/>
                </a:lnTo>
                <a:lnTo>
                  <a:pt x="92225" y="707"/>
                </a:lnTo>
                <a:lnTo>
                  <a:pt x="86895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8" y="707"/>
                </a:lnTo>
                <a:lnTo>
                  <a:pt x="65535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0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5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35"/>
          <p:cNvSpPr/>
          <p:nvPr/>
        </p:nvSpPr>
        <p:spPr>
          <a:xfrm>
            <a:off x="10079344" y="3821685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5"/>
                </a:lnTo>
                <a:lnTo>
                  <a:pt x="92225" y="162315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0"/>
                </a:lnTo>
                <a:lnTo>
                  <a:pt x="122216" y="152132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9"/>
                </a:lnTo>
                <a:lnTo>
                  <a:pt x="142829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2"/>
                </a:lnTo>
                <a:lnTo>
                  <a:pt x="45489" y="154630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5"/>
                </a:lnTo>
                <a:lnTo>
                  <a:pt x="76128" y="162845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6"/>
          <p:cNvSpPr/>
          <p:nvPr/>
        </p:nvSpPr>
        <p:spPr>
          <a:xfrm>
            <a:off x="11220017" y="3450299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7"/>
                </a:lnTo>
                <a:lnTo>
                  <a:pt x="131073" y="146225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5"/>
                </a:lnTo>
                <a:lnTo>
                  <a:pt x="36288" y="149327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37"/>
          <p:cNvSpPr/>
          <p:nvPr/>
        </p:nvSpPr>
        <p:spPr>
          <a:xfrm>
            <a:off x="9483399" y="3958327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7"/>
                </a:lnTo>
                <a:lnTo>
                  <a:pt x="131073" y="146225"/>
                </a:lnTo>
                <a:lnTo>
                  <a:pt x="135216" y="142829"/>
                </a:lnTo>
                <a:lnTo>
                  <a:pt x="139149" y="139149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0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5" y="86894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5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0" y="45489"/>
                </a:lnTo>
                <a:lnTo>
                  <a:pt x="152132" y="40807"/>
                </a:lnTo>
                <a:lnTo>
                  <a:pt x="149327" y="36288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49" y="146225"/>
                </a:lnTo>
                <a:lnTo>
                  <a:pt x="36288" y="149327"/>
                </a:lnTo>
                <a:lnTo>
                  <a:pt x="40806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38"/>
          <p:cNvSpPr/>
          <p:nvPr/>
        </p:nvSpPr>
        <p:spPr>
          <a:xfrm>
            <a:off x="9897792" y="3863729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8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5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8" y="1580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9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6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39"/>
          <p:cNvSpPr/>
          <p:nvPr/>
        </p:nvSpPr>
        <p:spPr>
          <a:xfrm>
            <a:off x="10656717" y="3254095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8" y="161442"/>
                </a:lnTo>
                <a:lnTo>
                  <a:pt x="102665" y="160230"/>
                </a:lnTo>
                <a:lnTo>
                  <a:pt x="107743" y="158687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7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5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8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2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7"/>
                </a:lnTo>
                <a:lnTo>
                  <a:pt x="139149" y="23874"/>
                </a:lnTo>
                <a:lnTo>
                  <a:pt x="135217" y="20194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4"/>
                </a:lnTo>
                <a:lnTo>
                  <a:pt x="23874" y="23874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8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5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7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40"/>
          <p:cNvSpPr/>
          <p:nvPr/>
        </p:nvSpPr>
        <p:spPr>
          <a:xfrm>
            <a:off x="8745937" y="4319202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8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41"/>
          <p:cNvSpPr/>
          <p:nvPr/>
        </p:nvSpPr>
        <p:spPr>
          <a:xfrm>
            <a:off x="11509609" y="3155993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9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8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2" y="81512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7"/>
                </a:lnTo>
                <a:lnTo>
                  <a:pt x="139149" y="23874"/>
                </a:lnTo>
                <a:lnTo>
                  <a:pt x="135216" y="20194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4"/>
                </a:lnTo>
                <a:lnTo>
                  <a:pt x="23874" y="23874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8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42"/>
          <p:cNvSpPr/>
          <p:nvPr/>
        </p:nvSpPr>
        <p:spPr>
          <a:xfrm>
            <a:off x="8193481" y="4585479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3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1"/>
                </a:lnTo>
                <a:lnTo>
                  <a:pt x="112705" y="6204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7"/>
                </a:lnTo>
                <a:lnTo>
                  <a:pt x="86895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8" y="707"/>
                </a:lnTo>
                <a:lnTo>
                  <a:pt x="65535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8" y="6204"/>
                </a:lnTo>
                <a:lnTo>
                  <a:pt x="45489" y="8391"/>
                </a:lnTo>
                <a:lnTo>
                  <a:pt x="40807" y="10890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5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43"/>
          <p:cNvSpPr/>
          <p:nvPr/>
        </p:nvSpPr>
        <p:spPr>
          <a:xfrm>
            <a:off x="8348652" y="4319202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8" y="139148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1" y="97487"/>
                </a:lnTo>
                <a:lnTo>
                  <a:pt x="162315" y="92225"/>
                </a:lnTo>
                <a:lnTo>
                  <a:pt x="162844" y="86894"/>
                </a:lnTo>
                <a:lnTo>
                  <a:pt x="163022" y="81511"/>
                </a:lnTo>
                <a:lnTo>
                  <a:pt x="162844" y="76128"/>
                </a:lnTo>
                <a:lnTo>
                  <a:pt x="162315" y="70797"/>
                </a:lnTo>
                <a:lnTo>
                  <a:pt x="161441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7" y="50318"/>
                </a:lnTo>
                <a:lnTo>
                  <a:pt x="154630" y="45488"/>
                </a:lnTo>
                <a:lnTo>
                  <a:pt x="152131" y="40807"/>
                </a:lnTo>
                <a:lnTo>
                  <a:pt x="149327" y="36288"/>
                </a:lnTo>
                <a:lnTo>
                  <a:pt x="146224" y="31949"/>
                </a:lnTo>
                <a:lnTo>
                  <a:pt x="142829" y="27806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6" y="152131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44"/>
          <p:cNvSpPr/>
          <p:nvPr/>
        </p:nvSpPr>
        <p:spPr>
          <a:xfrm>
            <a:off x="8921541" y="4238618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5"/>
                </a:lnTo>
                <a:lnTo>
                  <a:pt x="92225" y="162315"/>
                </a:lnTo>
                <a:lnTo>
                  <a:pt x="97488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0"/>
                </a:lnTo>
                <a:lnTo>
                  <a:pt x="122216" y="152132"/>
                </a:lnTo>
                <a:lnTo>
                  <a:pt x="126735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2"/>
                </a:lnTo>
                <a:lnTo>
                  <a:pt x="45489" y="154630"/>
                </a:lnTo>
                <a:lnTo>
                  <a:pt x="50319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5"/>
                </a:lnTo>
                <a:lnTo>
                  <a:pt x="76128" y="162845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45"/>
          <p:cNvSpPr/>
          <p:nvPr/>
        </p:nvSpPr>
        <p:spPr>
          <a:xfrm>
            <a:off x="11515190" y="3317160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9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5" y="86895"/>
                </a:lnTo>
                <a:lnTo>
                  <a:pt x="163022" y="81512"/>
                </a:lnTo>
                <a:lnTo>
                  <a:pt x="162845" y="76128"/>
                </a:lnTo>
                <a:lnTo>
                  <a:pt x="162315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7" y="50319"/>
                </a:lnTo>
                <a:lnTo>
                  <a:pt x="154630" y="45489"/>
                </a:lnTo>
                <a:lnTo>
                  <a:pt x="152132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6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6"/>
          <p:cNvSpPr/>
          <p:nvPr/>
        </p:nvSpPr>
        <p:spPr>
          <a:xfrm>
            <a:off x="8752863" y="4392778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4"/>
                </a:lnTo>
                <a:lnTo>
                  <a:pt x="92225" y="162315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2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7"/>
                </a:lnTo>
                <a:lnTo>
                  <a:pt x="149327" y="36288"/>
                </a:lnTo>
                <a:lnTo>
                  <a:pt x="146224" y="31949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7" y="152132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47"/>
          <p:cNvSpPr/>
          <p:nvPr/>
        </p:nvSpPr>
        <p:spPr>
          <a:xfrm>
            <a:off x="8387209" y="4396282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4"/>
                </a:lnTo>
                <a:lnTo>
                  <a:pt x="92226" y="162315"/>
                </a:lnTo>
                <a:lnTo>
                  <a:pt x="97488" y="161441"/>
                </a:lnTo>
                <a:lnTo>
                  <a:pt x="102666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5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7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7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3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0"/>
                </a:lnTo>
                <a:lnTo>
                  <a:pt x="117534" y="8391"/>
                </a:lnTo>
                <a:lnTo>
                  <a:pt x="112705" y="6204"/>
                </a:lnTo>
                <a:lnTo>
                  <a:pt x="107743" y="4336"/>
                </a:lnTo>
                <a:lnTo>
                  <a:pt x="102666" y="2792"/>
                </a:lnTo>
                <a:lnTo>
                  <a:pt x="97488" y="1580"/>
                </a:lnTo>
                <a:lnTo>
                  <a:pt x="92226" y="706"/>
                </a:lnTo>
                <a:lnTo>
                  <a:pt x="86895" y="177"/>
                </a:lnTo>
                <a:lnTo>
                  <a:pt x="81512" y="0"/>
                </a:lnTo>
                <a:lnTo>
                  <a:pt x="76128" y="177"/>
                </a:lnTo>
                <a:lnTo>
                  <a:pt x="70798" y="706"/>
                </a:lnTo>
                <a:lnTo>
                  <a:pt x="65536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9" y="6204"/>
                </a:lnTo>
                <a:lnTo>
                  <a:pt x="45489" y="8391"/>
                </a:lnTo>
                <a:lnTo>
                  <a:pt x="40807" y="10890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7" y="20193"/>
                </a:lnTo>
                <a:lnTo>
                  <a:pt x="23874" y="23873"/>
                </a:lnTo>
                <a:lnTo>
                  <a:pt x="20194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4" y="135216"/>
                </a:lnTo>
                <a:lnTo>
                  <a:pt x="23874" y="139148"/>
                </a:lnTo>
                <a:lnTo>
                  <a:pt x="27807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9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6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8"/>
          <p:cNvSpPr/>
          <p:nvPr/>
        </p:nvSpPr>
        <p:spPr>
          <a:xfrm>
            <a:off x="8487287" y="4010881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6" y="162316"/>
                </a:lnTo>
                <a:lnTo>
                  <a:pt x="97488" y="161442"/>
                </a:lnTo>
                <a:lnTo>
                  <a:pt x="102666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5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7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7"/>
                </a:lnTo>
                <a:lnTo>
                  <a:pt x="102666" y="2793"/>
                </a:lnTo>
                <a:lnTo>
                  <a:pt x="97488" y="1581"/>
                </a:lnTo>
                <a:lnTo>
                  <a:pt x="92226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7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4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4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9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9"/>
          <p:cNvSpPr/>
          <p:nvPr/>
        </p:nvSpPr>
        <p:spPr>
          <a:xfrm>
            <a:off x="9153287" y="4045918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8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5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8"/>
                </a:lnTo>
                <a:lnTo>
                  <a:pt x="142830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30" y="27806"/>
                </a:lnTo>
                <a:lnTo>
                  <a:pt x="139149" y="23873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1"/>
                </a:lnTo>
                <a:lnTo>
                  <a:pt x="112705" y="6204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8" y="1580"/>
                </a:lnTo>
                <a:lnTo>
                  <a:pt x="92225" y="706"/>
                </a:lnTo>
                <a:lnTo>
                  <a:pt x="86895" y="177"/>
                </a:lnTo>
                <a:lnTo>
                  <a:pt x="81512" y="0"/>
                </a:lnTo>
                <a:lnTo>
                  <a:pt x="76128" y="177"/>
                </a:lnTo>
                <a:lnTo>
                  <a:pt x="70798" y="706"/>
                </a:lnTo>
                <a:lnTo>
                  <a:pt x="65536" y="1580"/>
                </a:lnTo>
                <a:lnTo>
                  <a:pt x="60358" y="2792"/>
                </a:lnTo>
                <a:lnTo>
                  <a:pt x="55280" y="4336"/>
                </a:lnTo>
                <a:lnTo>
                  <a:pt x="50318" y="6204"/>
                </a:lnTo>
                <a:lnTo>
                  <a:pt x="45489" y="8391"/>
                </a:lnTo>
                <a:lnTo>
                  <a:pt x="40807" y="10890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7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8" y="160229"/>
                </a:lnTo>
                <a:lnTo>
                  <a:pt x="65536" y="161441"/>
                </a:lnTo>
                <a:lnTo>
                  <a:pt x="70798" y="162315"/>
                </a:lnTo>
                <a:lnTo>
                  <a:pt x="76128" y="162844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50"/>
          <p:cNvSpPr/>
          <p:nvPr/>
        </p:nvSpPr>
        <p:spPr>
          <a:xfrm>
            <a:off x="9702811" y="3884750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8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4" y="86895"/>
                </a:lnTo>
                <a:lnTo>
                  <a:pt x="163022" y="81511"/>
                </a:lnTo>
                <a:lnTo>
                  <a:pt x="162844" y="76128"/>
                </a:lnTo>
                <a:lnTo>
                  <a:pt x="162315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7" y="50319"/>
                </a:lnTo>
                <a:lnTo>
                  <a:pt x="154630" y="45489"/>
                </a:lnTo>
                <a:lnTo>
                  <a:pt x="152131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6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51"/>
          <p:cNvSpPr/>
          <p:nvPr/>
        </p:nvSpPr>
        <p:spPr>
          <a:xfrm>
            <a:off x="8580331" y="4249129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5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7" y="36288"/>
                </a:lnTo>
                <a:lnTo>
                  <a:pt x="146224" y="31949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7"/>
                </a:lnTo>
                <a:lnTo>
                  <a:pt x="86894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7" y="707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0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7" y="152131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29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52"/>
          <p:cNvSpPr/>
          <p:nvPr/>
        </p:nvSpPr>
        <p:spPr>
          <a:xfrm>
            <a:off x="8062610" y="3621977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6" y="162316"/>
                </a:lnTo>
                <a:lnTo>
                  <a:pt x="97488" y="161442"/>
                </a:lnTo>
                <a:lnTo>
                  <a:pt x="102666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5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6" y="2793"/>
                </a:lnTo>
                <a:lnTo>
                  <a:pt x="97488" y="1581"/>
                </a:lnTo>
                <a:lnTo>
                  <a:pt x="92226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7" y="20193"/>
                </a:lnTo>
                <a:lnTo>
                  <a:pt x="23874" y="23874"/>
                </a:lnTo>
                <a:lnTo>
                  <a:pt x="20194" y="27806"/>
                </a:lnTo>
                <a:lnTo>
                  <a:pt x="16798" y="31950"/>
                </a:lnTo>
                <a:lnTo>
                  <a:pt x="13696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6" y="126734"/>
                </a:lnTo>
                <a:lnTo>
                  <a:pt x="16798" y="131073"/>
                </a:lnTo>
                <a:lnTo>
                  <a:pt x="20194" y="135216"/>
                </a:lnTo>
                <a:lnTo>
                  <a:pt x="23874" y="139149"/>
                </a:lnTo>
                <a:lnTo>
                  <a:pt x="27807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9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53"/>
          <p:cNvSpPr/>
          <p:nvPr/>
        </p:nvSpPr>
        <p:spPr>
          <a:xfrm>
            <a:off x="8660748" y="3783144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7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9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5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5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8"/>
                </a:lnTo>
                <a:lnTo>
                  <a:pt x="162315" y="92226"/>
                </a:lnTo>
                <a:lnTo>
                  <a:pt x="162845" y="86895"/>
                </a:lnTo>
                <a:lnTo>
                  <a:pt x="163022" y="81512"/>
                </a:lnTo>
                <a:lnTo>
                  <a:pt x="162845" y="76128"/>
                </a:lnTo>
                <a:lnTo>
                  <a:pt x="162315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7"/>
                </a:lnTo>
                <a:lnTo>
                  <a:pt x="139149" y="23874"/>
                </a:lnTo>
                <a:lnTo>
                  <a:pt x="135216" y="20194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4"/>
                </a:lnTo>
                <a:lnTo>
                  <a:pt x="23874" y="23874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6"/>
                </a:lnTo>
                <a:lnTo>
                  <a:pt x="1581" y="97488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5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5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7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54"/>
          <p:cNvSpPr/>
          <p:nvPr/>
        </p:nvSpPr>
        <p:spPr>
          <a:xfrm>
            <a:off x="9565990" y="2546359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55"/>
          <p:cNvSpPr/>
          <p:nvPr/>
        </p:nvSpPr>
        <p:spPr>
          <a:xfrm>
            <a:off x="9167140" y="3043876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7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7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7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56"/>
          <p:cNvSpPr/>
          <p:nvPr/>
        </p:nvSpPr>
        <p:spPr>
          <a:xfrm>
            <a:off x="10401346" y="3177014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6" y="162316"/>
                </a:lnTo>
                <a:lnTo>
                  <a:pt x="97488" y="161443"/>
                </a:lnTo>
                <a:lnTo>
                  <a:pt x="102666" y="160231"/>
                </a:lnTo>
                <a:lnTo>
                  <a:pt x="107743" y="158687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5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7"/>
                </a:lnTo>
                <a:lnTo>
                  <a:pt x="146225" y="131073"/>
                </a:lnTo>
                <a:lnTo>
                  <a:pt x="149328" y="126735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5"/>
                </a:lnTo>
                <a:lnTo>
                  <a:pt x="158687" y="107743"/>
                </a:lnTo>
                <a:lnTo>
                  <a:pt x="160230" y="102666"/>
                </a:lnTo>
                <a:lnTo>
                  <a:pt x="161442" y="97488"/>
                </a:lnTo>
                <a:lnTo>
                  <a:pt x="162316" y="92226"/>
                </a:lnTo>
                <a:lnTo>
                  <a:pt x="162845" y="86895"/>
                </a:lnTo>
                <a:lnTo>
                  <a:pt x="163023" y="81512"/>
                </a:lnTo>
                <a:lnTo>
                  <a:pt x="162845" y="76129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7" y="55281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7"/>
                </a:lnTo>
                <a:lnTo>
                  <a:pt x="139149" y="23875"/>
                </a:lnTo>
                <a:lnTo>
                  <a:pt x="135217" y="20194"/>
                </a:lnTo>
                <a:lnTo>
                  <a:pt x="131073" y="16799"/>
                </a:lnTo>
                <a:lnTo>
                  <a:pt x="126735" y="13696"/>
                </a:lnTo>
                <a:lnTo>
                  <a:pt x="122216" y="10891"/>
                </a:lnTo>
                <a:lnTo>
                  <a:pt x="117534" y="8393"/>
                </a:lnTo>
                <a:lnTo>
                  <a:pt x="112705" y="6205"/>
                </a:lnTo>
                <a:lnTo>
                  <a:pt x="107743" y="4337"/>
                </a:lnTo>
                <a:lnTo>
                  <a:pt x="102666" y="2793"/>
                </a:lnTo>
                <a:lnTo>
                  <a:pt x="97488" y="1581"/>
                </a:lnTo>
                <a:lnTo>
                  <a:pt x="92226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7"/>
                </a:lnTo>
                <a:lnTo>
                  <a:pt x="50319" y="6205"/>
                </a:lnTo>
                <a:lnTo>
                  <a:pt x="45489" y="8393"/>
                </a:lnTo>
                <a:lnTo>
                  <a:pt x="40807" y="10891"/>
                </a:lnTo>
                <a:lnTo>
                  <a:pt x="36289" y="13696"/>
                </a:lnTo>
                <a:lnTo>
                  <a:pt x="31950" y="16799"/>
                </a:lnTo>
                <a:lnTo>
                  <a:pt x="27807" y="20194"/>
                </a:lnTo>
                <a:lnTo>
                  <a:pt x="23874" y="23875"/>
                </a:lnTo>
                <a:lnTo>
                  <a:pt x="20194" y="27807"/>
                </a:lnTo>
                <a:lnTo>
                  <a:pt x="16798" y="31950"/>
                </a:lnTo>
                <a:lnTo>
                  <a:pt x="13696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7" y="55281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9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6"/>
                </a:lnTo>
                <a:lnTo>
                  <a:pt x="1581" y="97488"/>
                </a:lnTo>
                <a:lnTo>
                  <a:pt x="2793" y="102666"/>
                </a:lnTo>
                <a:lnTo>
                  <a:pt x="4337" y="107743"/>
                </a:lnTo>
                <a:lnTo>
                  <a:pt x="6205" y="112705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6" y="126735"/>
                </a:lnTo>
                <a:lnTo>
                  <a:pt x="16798" y="131073"/>
                </a:lnTo>
                <a:lnTo>
                  <a:pt x="20194" y="135217"/>
                </a:lnTo>
                <a:lnTo>
                  <a:pt x="23874" y="139149"/>
                </a:lnTo>
                <a:lnTo>
                  <a:pt x="27807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9" y="156818"/>
                </a:lnTo>
                <a:lnTo>
                  <a:pt x="55280" y="158687"/>
                </a:lnTo>
                <a:lnTo>
                  <a:pt x="60358" y="160231"/>
                </a:lnTo>
                <a:lnTo>
                  <a:pt x="65536" y="161443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57"/>
          <p:cNvSpPr/>
          <p:nvPr/>
        </p:nvSpPr>
        <p:spPr>
          <a:xfrm>
            <a:off x="7943473" y="4301683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9" y="139149"/>
                </a:lnTo>
                <a:lnTo>
                  <a:pt x="142829" y="135217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58"/>
          <p:cNvSpPr/>
          <p:nvPr/>
        </p:nvSpPr>
        <p:spPr>
          <a:xfrm>
            <a:off x="9325571" y="4210589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1" y="163022"/>
                </a:moveTo>
                <a:lnTo>
                  <a:pt x="86895" y="162844"/>
                </a:lnTo>
                <a:lnTo>
                  <a:pt x="92225" y="162315"/>
                </a:lnTo>
                <a:lnTo>
                  <a:pt x="97487" y="161441"/>
                </a:lnTo>
                <a:lnTo>
                  <a:pt x="102665" y="160229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5" y="131072"/>
                </a:lnTo>
                <a:lnTo>
                  <a:pt x="149328" y="126734"/>
                </a:lnTo>
                <a:lnTo>
                  <a:pt x="152132" y="122215"/>
                </a:lnTo>
                <a:lnTo>
                  <a:pt x="154631" y="117533"/>
                </a:lnTo>
                <a:lnTo>
                  <a:pt x="156818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79"/>
                </a:lnTo>
                <a:lnTo>
                  <a:pt x="156818" y="50318"/>
                </a:lnTo>
                <a:lnTo>
                  <a:pt x="154631" y="45488"/>
                </a:lnTo>
                <a:lnTo>
                  <a:pt x="152132" y="40806"/>
                </a:lnTo>
                <a:lnTo>
                  <a:pt x="149328" y="36288"/>
                </a:lnTo>
                <a:lnTo>
                  <a:pt x="146225" y="31949"/>
                </a:lnTo>
                <a:lnTo>
                  <a:pt x="142829" y="27806"/>
                </a:lnTo>
                <a:lnTo>
                  <a:pt x="139149" y="23873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0"/>
                </a:lnTo>
                <a:lnTo>
                  <a:pt x="117534" y="8392"/>
                </a:lnTo>
                <a:lnTo>
                  <a:pt x="112704" y="6204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7"/>
                </a:lnTo>
                <a:lnTo>
                  <a:pt x="86895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7" y="707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4"/>
                </a:lnTo>
                <a:lnTo>
                  <a:pt x="45489" y="8392"/>
                </a:lnTo>
                <a:lnTo>
                  <a:pt x="40807" y="10890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3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6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79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3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8" y="149327"/>
                </a:lnTo>
                <a:lnTo>
                  <a:pt x="40807" y="152131"/>
                </a:lnTo>
                <a:lnTo>
                  <a:pt x="45489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29"/>
                </a:lnTo>
                <a:lnTo>
                  <a:pt x="65535" y="161441"/>
                </a:lnTo>
                <a:lnTo>
                  <a:pt x="70797" y="162315"/>
                </a:lnTo>
                <a:lnTo>
                  <a:pt x="76128" y="162844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59"/>
          <p:cNvSpPr/>
          <p:nvPr/>
        </p:nvSpPr>
        <p:spPr>
          <a:xfrm>
            <a:off x="9823043" y="3832195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2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5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8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3"/>
                </a:lnTo>
                <a:lnTo>
                  <a:pt x="160229" y="102665"/>
                </a:lnTo>
                <a:lnTo>
                  <a:pt x="161441" y="97488"/>
                </a:lnTo>
                <a:lnTo>
                  <a:pt x="162315" y="92225"/>
                </a:lnTo>
                <a:lnTo>
                  <a:pt x="162844" y="86895"/>
                </a:lnTo>
                <a:lnTo>
                  <a:pt x="163022" y="81512"/>
                </a:lnTo>
                <a:lnTo>
                  <a:pt x="162844" y="76128"/>
                </a:lnTo>
                <a:lnTo>
                  <a:pt x="162315" y="70798"/>
                </a:lnTo>
                <a:lnTo>
                  <a:pt x="161441" y="65536"/>
                </a:lnTo>
                <a:lnTo>
                  <a:pt x="160229" y="60358"/>
                </a:lnTo>
                <a:lnTo>
                  <a:pt x="158686" y="55280"/>
                </a:lnTo>
                <a:lnTo>
                  <a:pt x="156817" y="50319"/>
                </a:lnTo>
                <a:lnTo>
                  <a:pt x="154630" y="45489"/>
                </a:lnTo>
                <a:lnTo>
                  <a:pt x="152131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5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2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79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3" y="23874"/>
                </a:lnTo>
                <a:lnTo>
                  <a:pt x="20193" y="27806"/>
                </a:lnTo>
                <a:lnTo>
                  <a:pt x="16797" y="31950"/>
                </a:lnTo>
                <a:lnTo>
                  <a:pt x="13695" y="36289"/>
                </a:lnTo>
                <a:lnTo>
                  <a:pt x="10890" y="40807"/>
                </a:lnTo>
                <a:lnTo>
                  <a:pt x="8391" y="45489"/>
                </a:lnTo>
                <a:lnTo>
                  <a:pt x="6204" y="50319"/>
                </a:lnTo>
                <a:lnTo>
                  <a:pt x="4336" y="55280"/>
                </a:lnTo>
                <a:lnTo>
                  <a:pt x="2792" y="60358"/>
                </a:lnTo>
                <a:lnTo>
                  <a:pt x="1580" y="65536"/>
                </a:lnTo>
                <a:lnTo>
                  <a:pt x="706" y="70798"/>
                </a:lnTo>
                <a:lnTo>
                  <a:pt x="177" y="76128"/>
                </a:lnTo>
                <a:lnTo>
                  <a:pt x="0" y="81512"/>
                </a:lnTo>
                <a:lnTo>
                  <a:pt x="177" y="86895"/>
                </a:lnTo>
                <a:lnTo>
                  <a:pt x="706" y="92225"/>
                </a:lnTo>
                <a:lnTo>
                  <a:pt x="1580" y="97488"/>
                </a:lnTo>
                <a:lnTo>
                  <a:pt x="2792" y="102665"/>
                </a:lnTo>
                <a:lnTo>
                  <a:pt x="4336" y="107743"/>
                </a:lnTo>
                <a:lnTo>
                  <a:pt x="6204" y="112704"/>
                </a:lnTo>
                <a:lnTo>
                  <a:pt x="8391" y="117534"/>
                </a:lnTo>
                <a:lnTo>
                  <a:pt x="10890" y="122216"/>
                </a:lnTo>
                <a:lnTo>
                  <a:pt x="13695" y="126734"/>
                </a:lnTo>
                <a:lnTo>
                  <a:pt x="16797" y="131073"/>
                </a:lnTo>
                <a:lnTo>
                  <a:pt x="20193" y="135217"/>
                </a:lnTo>
                <a:lnTo>
                  <a:pt x="23873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6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79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60"/>
          <p:cNvSpPr/>
          <p:nvPr/>
        </p:nvSpPr>
        <p:spPr>
          <a:xfrm>
            <a:off x="9279860" y="3891757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6" y="162316"/>
                </a:lnTo>
                <a:lnTo>
                  <a:pt x="97488" y="161442"/>
                </a:lnTo>
                <a:lnTo>
                  <a:pt x="102666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5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7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2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7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7"/>
                </a:lnTo>
                <a:lnTo>
                  <a:pt x="102666" y="2793"/>
                </a:lnTo>
                <a:lnTo>
                  <a:pt x="97488" y="1581"/>
                </a:lnTo>
                <a:lnTo>
                  <a:pt x="92226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7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4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4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9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61"/>
          <p:cNvSpPr/>
          <p:nvPr/>
        </p:nvSpPr>
        <p:spPr>
          <a:xfrm>
            <a:off x="10323618" y="3727086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2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5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8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1" y="122216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3"/>
                </a:lnTo>
                <a:lnTo>
                  <a:pt x="160229" y="102665"/>
                </a:lnTo>
                <a:lnTo>
                  <a:pt x="161441" y="97487"/>
                </a:lnTo>
                <a:lnTo>
                  <a:pt x="162315" y="92225"/>
                </a:lnTo>
                <a:lnTo>
                  <a:pt x="162844" y="86895"/>
                </a:lnTo>
                <a:lnTo>
                  <a:pt x="163022" y="81511"/>
                </a:lnTo>
                <a:lnTo>
                  <a:pt x="162844" y="76128"/>
                </a:lnTo>
                <a:lnTo>
                  <a:pt x="162315" y="70798"/>
                </a:lnTo>
                <a:lnTo>
                  <a:pt x="161441" y="65535"/>
                </a:lnTo>
                <a:lnTo>
                  <a:pt x="160229" y="60358"/>
                </a:lnTo>
                <a:lnTo>
                  <a:pt x="158686" y="55280"/>
                </a:lnTo>
                <a:lnTo>
                  <a:pt x="156817" y="50319"/>
                </a:lnTo>
                <a:lnTo>
                  <a:pt x="154630" y="45489"/>
                </a:lnTo>
                <a:lnTo>
                  <a:pt x="152131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8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5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2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79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3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0" y="40807"/>
                </a:lnTo>
                <a:lnTo>
                  <a:pt x="8391" y="45489"/>
                </a:lnTo>
                <a:lnTo>
                  <a:pt x="6204" y="50319"/>
                </a:lnTo>
                <a:lnTo>
                  <a:pt x="4336" y="55280"/>
                </a:lnTo>
                <a:lnTo>
                  <a:pt x="2792" y="60358"/>
                </a:lnTo>
                <a:lnTo>
                  <a:pt x="1580" y="65535"/>
                </a:lnTo>
                <a:lnTo>
                  <a:pt x="707" y="70798"/>
                </a:lnTo>
                <a:lnTo>
                  <a:pt x="177" y="76128"/>
                </a:lnTo>
                <a:lnTo>
                  <a:pt x="0" y="81511"/>
                </a:lnTo>
                <a:lnTo>
                  <a:pt x="177" y="86895"/>
                </a:lnTo>
                <a:lnTo>
                  <a:pt x="707" y="92225"/>
                </a:lnTo>
                <a:lnTo>
                  <a:pt x="1580" y="97487"/>
                </a:lnTo>
                <a:lnTo>
                  <a:pt x="2792" y="102665"/>
                </a:lnTo>
                <a:lnTo>
                  <a:pt x="4336" y="107743"/>
                </a:lnTo>
                <a:lnTo>
                  <a:pt x="6204" y="112704"/>
                </a:lnTo>
                <a:lnTo>
                  <a:pt x="8391" y="117534"/>
                </a:lnTo>
                <a:lnTo>
                  <a:pt x="10890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3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6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79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62"/>
          <p:cNvSpPr/>
          <p:nvPr/>
        </p:nvSpPr>
        <p:spPr>
          <a:xfrm>
            <a:off x="11503840" y="3106942"/>
            <a:ext cx="163022" cy="163022"/>
          </a:xfrm>
          <a:custGeom>
            <a:avLst/>
            <a:gdLst/>
            <a:ahLst/>
            <a:cxnLst/>
            <a:rect l="l" t="t" r="r" b="b"/>
            <a:pathLst>
              <a:path w="163022" h="163022">
                <a:moveTo>
                  <a:pt x="81511" y="163022"/>
                </a:moveTo>
                <a:lnTo>
                  <a:pt x="86894" y="162845"/>
                </a:lnTo>
                <a:lnTo>
                  <a:pt x="92225" y="162315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7"/>
                </a:lnTo>
                <a:lnTo>
                  <a:pt x="117534" y="154630"/>
                </a:lnTo>
                <a:lnTo>
                  <a:pt x="122216" y="152131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6" y="142829"/>
                </a:lnTo>
                <a:lnTo>
                  <a:pt x="139149" y="139148"/>
                </a:lnTo>
                <a:lnTo>
                  <a:pt x="142829" y="135216"/>
                </a:lnTo>
                <a:lnTo>
                  <a:pt x="146224" y="131072"/>
                </a:lnTo>
                <a:lnTo>
                  <a:pt x="149327" y="126734"/>
                </a:lnTo>
                <a:lnTo>
                  <a:pt x="152132" y="122215"/>
                </a:lnTo>
                <a:lnTo>
                  <a:pt x="154630" y="117534"/>
                </a:lnTo>
                <a:lnTo>
                  <a:pt x="156817" y="112704"/>
                </a:lnTo>
                <a:lnTo>
                  <a:pt x="158686" y="107742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5" y="86894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5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7" y="50318"/>
                </a:lnTo>
                <a:lnTo>
                  <a:pt x="154630" y="45488"/>
                </a:lnTo>
                <a:lnTo>
                  <a:pt x="152132" y="40807"/>
                </a:lnTo>
                <a:lnTo>
                  <a:pt x="149327" y="36288"/>
                </a:lnTo>
                <a:lnTo>
                  <a:pt x="146224" y="31949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2"/>
                </a:lnTo>
                <a:lnTo>
                  <a:pt x="97487" y="1580"/>
                </a:lnTo>
                <a:lnTo>
                  <a:pt x="92225" y="706"/>
                </a:lnTo>
                <a:lnTo>
                  <a:pt x="86894" y="177"/>
                </a:lnTo>
                <a:lnTo>
                  <a:pt x="81511" y="0"/>
                </a:lnTo>
                <a:lnTo>
                  <a:pt x="76128" y="177"/>
                </a:lnTo>
                <a:lnTo>
                  <a:pt x="70797" y="706"/>
                </a:lnTo>
                <a:lnTo>
                  <a:pt x="65535" y="1580"/>
                </a:lnTo>
                <a:lnTo>
                  <a:pt x="60357" y="2792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6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49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8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2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5"/>
                </a:lnTo>
                <a:lnTo>
                  <a:pt x="13695" y="126734"/>
                </a:lnTo>
                <a:lnTo>
                  <a:pt x="16798" y="131072"/>
                </a:lnTo>
                <a:lnTo>
                  <a:pt x="20193" y="135216"/>
                </a:lnTo>
                <a:lnTo>
                  <a:pt x="23874" y="139148"/>
                </a:lnTo>
                <a:lnTo>
                  <a:pt x="27806" y="142829"/>
                </a:lnTo>
                <a:lnTo>
                  <a:pt x="31949" y="146224"/>
                </a:lnTo>
                <a:lnTo>
                  <a:pt x="36288" y="149327"/>
                </a:lnTo>
                <a:lnTo>
                  <a:pt x="40806" y="152131"/>
                </a:lnTo>
                <a:lnTo>
                  <a:pt x="45488" y="154630"/>
                </a:lnTo>
                <a:lnTo>
                  <a:pt x="50318" y="156817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5"/>
                </a:lnTo>
                <a:lnTo>
                  <a:pt x="76128" y="162845"/>
                </a:lnTo>
                <a:lnTo>
                  <a:pt x="81511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63"/>
          <p:cNvSpPr/>
          <p:nvPr/>
        </p:nvSpPr>
        <p:spPr>
          <a:xfrm>
            <a:off x="9443912" y="4038910"/>
            <a:ext cx="163022" cy="163023"/>
          </a:xfrm>
          <a:custGeom>
            <a:avLst/>
            <a:gdLst/>
            <a:ahLst/>
            <a:cxnLst/>
            <a:rect l="l" t="t" r="r" b="b"/>
            <a:pathLst>
              <a:path w="163022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6" y="142830"/>
                </a:lnTo>
                <a:lnTo>
                  <a:pt x="139149" y="139149"/>
                </a:lnTo>
                <a:lnTo>
                  <a:pt x="142829" y="135216"/>
                </a:lnTo>
                <a:lnTo>
                  <a:pt x="146224" y="131073"/>
                </a:lnTo>
                <a:lnTo>
                  <a:pt x="149327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5" y="92225"/>
                </a:lnTo>
                <a:lnTo>
                  <a:pt x="162845" y="86895"/>
                </a:lnTo>
                <a:lnTo>
                  <a:pt x="163022" y="81511"/>
                </a:lnTo>
                <a:lnTo>
                  <a:pt x="162845" y="76128"/>
                </a:lnTo>
                <a:lnTo>
                  <a:pt x="162315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6"/>
                </a:lnTo>
                <a:lnTo>
                  <a:pt x="139149" y="23874"/>
                </a:lnTo>
                <a:lnTo>
                  <a:pt x="135216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49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6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49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64"/>
          <p:cNvSpPr/>
          <p:nvPr/>
        </p:nvSpPr>
        <p:spPr>
          <a:xfrm>
            <a:off x="10115029" y="3667524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7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8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65"/>
          <p:cNvSpPr/>
          <p:nvPr/>
        </p:nvSpPr>
        <p:spPr>
          <a:xfrm>
            <a:off x="11171543" y="3415262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5"/>
                </a:lnTo>
                <a:lnTo>
                  <a:pt x="92226" y="162315"/>
                </a:lnTo>
                <a:lnTo>
                  <a:pt x="97488" y="161442"/>
                </a:lnTo>
                <a:lnTo>
                  <a:pt x="102666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0"/>
                </a:lnTo>
                <a:lnTo>
                  <a:pt x="122216" y="152132"/>
                </a:lnTo>
                <a:lnTo>
                  <a:pt x="126735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7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7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6" y="2793"/>
                </a:lnTo>
                <a:lnTo>
                  <a:pt x="97488" y="1581"/>
                </a:lnTo>
                <a:lnTo>
                  <a:pt x="92226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9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4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4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2"/>
                </a:lnTo>
                <a:lnTo>
                  <a:pt x="45489" y="154630"/>
                </a:lnTo>
                <a:lnTo>
                  <a:pt x="50319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5"/>
                </a:lnTo>
                <a:lnTo>
                  <a:pt x="76128" y="162845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66"/>
          <p:cNvSpPr/>
          <p:nvPr/>
        </p:nvSpPr>
        <p:spPr>
          <a:xfrm>
            <a:off x="9680979" y="3804166"/>
            <a:ext cx="163023" cy="163022"/>
          </a:xfrm>
          <a:custGeom>
            <a:avLst/>
            <a:gdLst/>
            <a:ahLst/>
            <a:cxnLst/>
            <a:rect l="l" t="t" r="r" b="b"/>
            <a:pathLst>
              <a:path w="163023" h="163022">
                <a:moveTo>
                  <a:pt x="81512" y="163022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8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4" y="149327"/>
                </a:lnTo>
                <a:lnTo>
                  <a:pt x="131073" y="146224"/>
                </a:lnTo>
                <a:lnTo>
                  <a:pt x="135217" y="142829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4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7"/>
                </a:lnTo>
                <a:lnTo>
                  <a:pt x="161442" y="65535"/>
                </a:lnTo>
                <a:lnTo>
                  <a:pt x="160230" y="60357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8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4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5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8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7"/>
                </a:lnTo>
                <a:lnTo>
                  <a:pt x="1581" y="65535"/>
                </a:lnTo>
                <a:lnTo>
                  <a:pt x="707" y="70797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4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29"/>
                </a:lnTo>
                <a:lnTo>
                  <a:pt x="31950" y="146224"/>
                </a:lnTo>
                <a:lnTo>
                  <a:pt x="36289" y="149327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5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2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67"/>
          <p:cNvSpPr/>
          <p:nvPr/>
        </p:nvSpPr>
        <p:spPr>
          <a:xfrm>
            <a:off x="8960998" y="4105479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2" y="163023"/>
                </a:moveTo>
                <a:lnTo>
                  <a:pt x="86895" y="162845"/>
                </a:lnTo>
                <a:lnTo>
                  <a:pt x="92225" y="162316"/>
                </a:lnTo>
                <a:lnTo>
                  <a:pt x="97488" y="161442"/>
                </a:lnTo>
                <a:lnTo>
                  <a:pt x="102665" y="160230"/>
                </a:lnTo>
                <a:lnTo>
                  <a:pt x="107743" y="158686"/>
                </a:lnTo>
                <a:lnTo>
                  <a:pt x="112705" y="156818"/>
                </a:lnTo>
                <a:lnTo>
                  <a:pt x="117534" y="154631"/>
                </a:lnTo>
                <a:lnTo>
                  <a:pt x="122216" y="152132"/>
                </a:lnTo>
                <a:lnTo>
                  <a:pt x="126735" y="149328"/>
                </a:lnTo>
                <a:lnTo>
                  <a:pt x="131073" y="146225"/>
                </a:lnTo>
                <a:lnTo>
                  <a:pt x="135217" y="142830"/>
                </a:lnTo>
                <a:lnTo>
                  <a:pt x="139149" y="139149"/>
                </a:lnTo>
                <a:lnTo>
                  <a:pt x="142830" y="135216"/>
                </a:lnTo>
                <a:lnTo>
                  <a:pt x="146225" y="131073"/>
                </a:lnTo>
                <a:lnTo>
                  <a:pt x="149328" y="126734"/>
                </a:lnTo>
                <a:lnTo>
                  <a:pt x="152132" y="122216"/>
                </a:lnTo>
                <a:lnTo>
                  <a:pt x="154631" y="117534"/>
                </a:lnTo>
                <a:lnTo>
                  <a:pt x="156818" y="112704"/>
                </a:lnTo>
                <a:lnTo>
                  <a:pt x="158686" y="107743"/>
                </a:lnTo>
                <a:lnTo>
                  <a:pt x="160230" y="102665"/>
                </a:lnTo>
                <a:lnTo>
                  <a:pt x="161442" y="97487"/>
                </a:lnTo>
                <a:lnTo>
                  <a:pt x="162316" y="92225"/>
                </a:lnTo>
                <a:lnTo>
                  <a:pt x="162845" y="86895"/>
                </a:lnTo>
                <a:lnTo>
                  <a:pt x="163023" y="81511"/>
                </a:lnTo>
                <a:lnTo>
                  <a:pt x="162845" y="76128"/>
                </a:lnTo>
                <a:lnTo>
                  <a:pt x="162316" y="70798"/>
                </a:lnTo>
                <a:lnTo>
                  <a:pt x="161442" y="65535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8"/>
                </a:lnTo>
                <a:lnTo>
                  <a:pt x="154631" y="45489"/>
                </a:lnTo>
                <a:lnTo>
                  <a:pt x="152132" y="40807"/>
                </a:lnTo>
                <a:lnTo>
                  <a:pt x="149328" y="36289"/>
                </a:lnTo>
                <a:lnTo>
                  <a:pt x="146225" y="31950"/>
                </a:lnTo>
                <a:lnTo>
                  <a:pt x="142830" y="27806"/>
                </a:lnTo>
                <a:lnTo>
                  <a:pt x="139149" y="23874"/>
                </a:lnTo>
                <a:lnTo>
                  <a:pt x="135217" y="20193"/>
                </a:lnTo>
                <a:lnTo>
                  <a:pt x="131073" y="16798"/>
                </a:lnTo>
                <a:lnTo>
                  <a:pt x="126735" y="13695"/>
                </a:lnTo>
                <a:lnTo>
                  <a:pt x="122216" y="10891"/>
                </a:lnTo>
                <a:lnTo>
                  <a:pt x="117534" y="8392"/>
                </a:lnTo>
                <a:lnTo>
                  <a:pt x="112705" y="6205"/>
                </a:lnTo>
                <a:lnTo>
                  <a:pt x="107743" y="4336"/>
                </a:lnTo>
                <a:lnTo>
                  <a:pt x="102665" y="2793"/>
                </a:lnTo>
                <a:lnTo>
                  <a:pt x="97488" y="1581"/>
                </a:lnTo>
                <a:lnTo>
                  <a:pt x="92225" y="707"/>
                </a:lnTo>
                <a:lnTo>
                  <a:pt x="86895" y="178"/>
                </a:lnTo>
                <a:lnTo>
                  <a:pt x="81512" y="0"/>
                </a:lnTo>
                <a:lnTo>
                  <a:pt x="76128" y="178"/>
                </a:lnTo>
                <a:lnTo>
                  <a:pt x="70798" y="707"/>
                </a:lnTo>
                <a:lnTo>
                  <a:pt x="65536" y="1581"/>
                </a:lnTo>
                <a:lnTo>
                  <a:pt x="60358" y="2793"/>
                </a:lnTo>
                <a:lnTo>
                  <a:pt x="55280" y="4336"/>
                </a:lnTo>
                <a:lnTo>
                  <a:pt x="50318" y="6205"/>
                </a:lnTo>
                <a:lnTo>
                  <a:pt x="45489" y="8392"/>
                </a:lnTo>
                <a:lnTo>
                  <a:pt x="40807" y="10891"/>
                </a:lnTo>
                <a:lnTo>
                  <a:pt x="36289" y="13695"/>
                </a:lnTo>
                <a:lnTo>
                  <a:pt x="31950" y="16798"/>
                </a:lnTo>
                <a:lnTo>
                  <a:pt x="27806" y="20193"/>
                </a:lnTo>
                <a:lnTo>
                  <a:pt x="23874" y="23874"/>
                </a:lnTo>
                <a:lnTo>
                  <a:pt x="20193" y="27806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8"/>
                </a:lnTo>
                <a:lnTo>
                  <a:pt x="4337" y="55280"/>
                </a:lnTo>
                <a:lnTo>
                  <a:pt x="2793" y="60358"/>
                </a:lnTo>
                <a:lnTo>
                  <a:pt x="1581" y="65535"/>
                </a:lnTo>
                <a:lnTo>
                  <a:pt x="707" y="70798"/>
                </a:lnTo>
                <a:lnTo>
                  <a:pt x="178" y="76128"/>
                </a:lnTo>
                <a:lnTo>
                  <a:pt x="0" y="81511"/>
                </a:lnTo>
                <a:lnTo>
                  <a:pt x="178" y="86895"/>
                </a:lnTo>
                <a:lnTo>
                  <a:pt x="707" y="92225"/>
                </a:lnTo>
                <a:lnTo>
                  <a:pt x="1581" y="97487"/>
                </a:lnTo>
                <a:lnTo>
                  <a:pt x="2793" y="102665"/>
                </a:lnTo>
                <a:lnTo>
                  <a:pt x="4337" y="107743"/>
                </a:lnTo>
                <a:lnTo>
                  <a:pt x="6205" y="112704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4"/>
                </a:lnTo>
                <a:lnTo>
                  <a:pt x="16798" y="131073"/>
                </a:lnTo>
                <a:lnTo>
                  <a:pt x="20193" y="135216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9" y="149328"/>
                </a:lnTo>
                <a:lnTo>
                  <a:pt x="40807" y="152132"/>
                </a:lnTo>
                <a:lnTo>
                  <a:pt x="45489" y="154631"/>
                </a:lnTo>
                <a:lnTo>
                  <a:pt x="50318" y="156818"/>
                </a:lnTo>
                <a:lnTo>
                  <a:pt x="55280" y="158686"/>
                </a:lnTo>
                <a:lnTo>
                  <a:pt x="60358" y="160230"/>
                </a:lnTo>
                <a:lnTo>
                  <a:pt x="65536" y="161442"/>
                </a:lnTo>
                <a:lnTo>
                  <a:pt x="70798" y="162316"/>
                </a:lnTo>
                <a:lnTo>
                  <a:pt x="76128" y="162845"/>
                </a:lnTo>
                <a:lnTo>
                  <a:pt x="81512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68"/>
          <p:cNvSpPr/>
          <p:nvPr/>
        </p:nvSpPr>
        <p:spPr>
          <a:xfrm>
            <a:off x="8585146" y="4154161"/>
            <a:ext cx="219820" cy="219820"/>
          </a:xfrm>
          <a:custGeom>
            <a:avLst/>
            <a:gdLst/>
            <a:ahLst/>
            <a:cxnLst/>
            <a:rect l="l" t="t" r="r" b="b"/>
            <a:pathLst>
              <a:path w="219820" h="219820">
                <a:moveTo>
                  <a:pt x="0" y="219820"/>
                </a:moveTo>
                <a:lnTo>
                  <a:pt x="219820" y="0"/>
                </a:lnTo>
                <a:close/>
                <a:moveTo>
                  <a:pt x="0" y="0"/>
                </a:moveTo>
                <a:lnTo>
                  <a:pt x="219820" y="219820"/>
                </a:lnTo>
                <a:close/>
              </a:path>
            </a:pathLst>
          </a:custGeom>
          <a:solidFill>
            <a:srgbClr val="2B2B2B"/>
          </a:solidFill>
          <a:ln w="344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9"/>
          <p:cNvSpPr/>
          <p:nvPr/>
        </p:nvSpPr>
        <p:spPr>
          <a:xfrm>
            <a:off x="10009784" y="2602048"/>
            <a:ext cx="219820" cy="219820"/>
          </a:xfrm>
          <a:custGeom>
            <a:avLst/>
            <a:gdLst/>
            <a:ahLst/>
            <a:cxnLst/>
            <a:rect l="l" t="t" r="r" b="b"/>
            <a:pathLst>
              <a:path w="219820" h="219820">
                <a:moveTo>
                  <a:pt x="0" y="219820"/>
                </a:moveTo>
                <a:lnTo>
                  <a:pt x="219820" y="0"/>
                </a:lnTo>
                <a:close/>
                <a:moveTo>
                  <a:pt x="0" y="0"/>
                </a:moveTo>
                <a:lnTo>
                  <a:pt x="219820" y="219820"/>
                </a:lnTo>
                <a:close/>
              </a:path>
            </a:pathLst>
          </a:custGeom>
          <a:solidFill>
            <a:srgbClr val="2B2B2B"/>
          </a:solidFill>
          <a:ln w="344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813626" y="1815464"/>
            <a:ext cx="1929524" cy="39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93" b="0" i="0">
                <a:solidFill>
                  <a:srgbClr val="2B2B2B"/>
                </a:solidFill>
                <a:latin typeface="Times New Roman"/>
              </a:rPr>
              <a:t>3 never attach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29290" y="1212299"/>
            <a:ext cx="3505606" cy="471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6" b="0" i="0">
                <a:solidFill>
                  <a:srgbClr val="2B2B2B"/>
                </a:solidFill>
                <a:latin typeface="Times New Roman"/>
              </a:rPr>
              <a:t>(b) Arrival variability</a:t>
            </a:r>
          </a:p>
        </p:txBody>
      </p:sp>
      <p:sp>
        <p:nvSpPr>
          <p:cNvPr id="90" name="Editable path 70"/>
          <p:cNvSpPr/>
          <p:nvPr/>
        </p:nvSpPr>
        <p:spPr>
          <a:xfrm>
            <a:off x="8703898" y="715592"/>
            <a:ext cx="163023" cy="163023"/>
          </a:xfrm>
          <a:custGeom>
            <a:avLst/>
            <a:gdLst/>
            <a:ahLst/>
            <a:cxnLst/>
            <a:rect l="l" t="t" r="r" b="b"/>
            <a:pathLst>
              <a:path w="163023" h="163023">
                <a:moveTo>
                  <a:pt x="81511" y="163023"/>
                </a:moveTo>
                <a:lnTo>
                  <a:pt x="86894" y="162845"/>
                </a:lnTo>
                <a:lnTo>
                  <a:pt x="92225" y="162316"/>
                </a:lnTo>
                <a:lnTo>
                  <a:pt x="97487" y="161442"/>
                </a:lnTo>
                <a:lnTo>
                  <a:pt x="102665" y="160230"/>
                </a:lnTo>
                <a:lnTo>
                  <a:pt x="107742" y="158687"/>
                </a:lnTo>
                <a:lnTo>
                  <a:pt x="112704" y="156818"/>
                </a:lnTo>
                <a:lnTo>
                  <a:pt x="117534" y="154631"/>
                </a:lnTo>
                <a:lnTo>
                  <a:pt x="122215" y="152132"/>
                </a:lnTo>
                <a:lnTo>
                  <a:pt x="126734" y="149328"/>
                </a:lnTo>
                <a:lnTo>
                  <a:pt x="131072" y="146225"/>
                </a:lnTo>
                <a:lnTo>
                  <a:pt x="135216" y="142830"/>
                </a:lnTo>
                <a:lnTo>
                  <a:pt x="139148" y="139149"/>
                </a:lnTo>
                <a:lnTo>
                  <a:pt x="142829" y="135217"/>
                </a:lnTo>
                <a:lnTo>
                  <a:pt x="146224" y="131073"/>
                </a:lnTo>
                <a:lnTo>
                  <a:pt x="149327" y="126735"/>
                </a:lnTo>
                <a:lnTo>
                  <a:pt x="152131" y="122216"/>
                </a:lnTo>
                <a:lnTo>
                  <a:pt x="154630" y="117534"/>
                </a:lnTo>
                <a:lnTo>
                  <a:pt x="156818" y="112705"/>
                </a:lnTo>
                <a:lnTo>
                  <a:pt x="158686" y="107743"/>
                </a:lnTo>
                <a:lnTo>
                  <a:pt x="160230" y="102666"/>
                </a:lnTo>
                <a:lnTo>
                  <a:pt x="161442" y="97488"/>
                </a:lnTo>
                <a:lnTo>
                  <a:pt x="162316" y="92226"/>
                </a:lnTo>
                <a:lnTo>
                  <a:pt x="162845" y="86895"/>
                </a:lnTo>
                <a:lnTo>
                  <a:pt x="163023" y="81512"/>
                </a:lnTo>
                <a:lnTo>
                  <a:pt x="162845" y="76129"/>
                </a:lnTo>
                <a:lnTo>
                  <a:pt x="162316" y="70798"/>
                </a:lnTo>
                <a:lnTo>
                  <a:pt x="161442" y="65536"/>
                </a:lnTo>
                <a:lnTo>
                  <a:pt x="160230" y="60358"/>
                </a:lnTo>
                <a:lnTo>
                  <a:pt x="158686" y="55280"/>
                </a:lnTo>
                <a:lnTo>
                  <a:pt x="156818" y="50319"/>
                </a:lnTo>
                <a:lnTo>
                  <a:pt x="154630" y="45489"/>
                </a:lnTo>
                <a:lnTo>
                  <a:pt x="152131" y="40807"/>
                </a:lnTo>
                <a:lnTo>
                  <a:pt x="149327" y="36289"/>
                </a:lnTo>
                <a:lnTo>
                  <a:pt x="146224" y="31950"/>
                </a:lnTo>
                <a:lnTo>
                  <a:pt x="142829" y="27807"/>
                </a:lnTo>
                <a:lnTo>
                  <a:pt x="139148" y="23875"/>
                </a:lnTo>
                <a:lnTo>
                  <a:pt x="135216" y="20194"/>
                </a:lnTo>
                <a:lnTo>
                  <a:pt x="131072" y="16799"/>
                </a:lnTo>
                <a:lnTo>
                  <a:pt x="126734" y="13696"/>
                </a:lnTo>
                <a:lnTo>
                  <a:pt x="122215" y="10891"/>
                </a:lnTo>
                <a:lnTo>
                  <a:pt x="117534" y="8392"/>
                </a:lnTo>
                <a:lnTo>
                  <a:pt x="112704" y="6205"/>
                </a:lnTo>
                <a:lnTo>
                  <a:pt x="107742" y="4337"/>
                </a:lnTo>
                <a:lnTo>
                  <a:pt x="102665" y="2793"/>
                </a:lnTo>
                <a:lnTo>
                  <a:pt x="97487" y="1581"/>
                </a:lnTo>
                <a:lnTo>
                  <a:pt x="92225" y="707"/>
                </a:lnTo>
                <a:lnTo>
                  <a:pt x="86894" y="178"/>
                </a:lnTo>
                <a:lnTo>
                  <a:pt x="81511" y="0"/>
                </a:lnTo>
                <a:lnTo>
                  <a:pt x="76128" y="178"/>
                </a:lnTo>
                <a:lnTo>
                  <a:pt x="70797" y="707"/>
                </a:lnTo>
                <a:lnTo>
                  <a:pt x="65535" y="1581"/>
                </a:lnTo>
                <a:lnTo>
                  <a:pt x="60357" y="2793"/>
                </a:lnTo>
                <a:lnTo>
                  <a:pt x="55280" y="4337"/>
                </a:lnTo>
                <a:lnTo>
                  <a:pt x="50318" y="6205"/>
                </a:lnTo>
                <a:lnTo>
                  <a:pt x="45488" y="8392"/>
                </a:lnTo>
                <a:lnTo>
                  <a:pt x="40807" y="10891"/>
                </a:lnTo>
                <a:lnTo>
                  <a:pt x="36288" y="13696"/>
                </a:lnTo>
                <a:lnTo>
                  <a:pt x="31950" y="16799"/>
                </a:lnTo>
                <a:lnTo>
                  <a:pt x="27806" y="20194"/>
                </a:lnTo>
                <a:lnTo>
                  <a:pt x="23874" y="23875"/>
                </a:lnTo>
                <a:lnTo>
                  <a:pt x="20193" y="27807"/>
                </a:lnTo>
                <a:lnTo>
                  <a:pt x="16798" y="31950"/>
                </a:lnTo>
                <a:lnTo>
                  <a:pt x="13695" y="36289"/>
                </a:lnTo>
                <a:lnTo>
                  <a:pt x="10891" y="40807"/>
                </a:lnTo>
                <a:lnTo>
                  <a:pt x="8392" y="45489"/>
                </a:lnTo>
                <a:lnTo>
                  <a:pt x="6205" y="50319"/>
                </a:lnTo>
                <a:lnTo>
                  <a:pt x="4336" y="55280"/>
                </a:lnTo>
                <a:lnTo>
                  <a:pt x="2793" y="60358"/>
                </a:lnTo>
                <a:lnTo>
                  <a:pt x="1581" y="65536"/>
                </a:lnTo>
                <a:lnTo>
                  <a:pt x="707" y="70798"/>
                </a:lnTo>
                <a:lnTo>
                  <a:pt x="178" y="76129"/>
                </a:lnTo>
                <a:lnTo>
                  <a:pt x="0" y="81512"/>
                </a:lnTo>
                <a:lnTo>
                  <a:pt x="178" y="86895"/>
                </a:lnTo>
                <a:lnTo>
                  <a:pt x="707" y="92226"/>
                </a:lnTo>
                <a:lnTo>
                  <a:pt x="1581" y="97488"/>
                </a:lnTo>
                <a:lnTo>
                  <a:pt x="2793" y="102666"/>
                </a:lnTo>
                <a:lnTo>
                  <a:pt x="4336" y="107743"/>
                </a:lnTo>
                <a:lnTo>
                  <a:pt x="6205" y="112705"/>
                </a:lnTo>
                <a:lnTo>
                  <a:pt x="8392" y="117534"/>
                </a:lnTo>
                <a:lnTo>
                  <a:pt x="10891" y="122216"/>
                </a:lnTo>
                <a:lnTo>
                  <a:pt x="13695" y="126735"/>
                </a:lnTo>
                <a:lnTo>
                  <a:pt x="16798" y="131073"/>
                </a:lnTo>
                <a:lnTo>
                  <a:pt x="20193" y="135217"/>
                </a:lnTo>
                <a:lnTo>
                  <a:pt x="23874" y="139149"/>
                </a:lnTo>
                <a:lnTo>
                  <a:pt x="27806" y="142830"/>
                </a:lnTo>
                <a:lnTo>
                  <a:pt x="31950" y="146225"/>
                </a:lnTo>
                <a:lnTo>
                  <a:pt x="36288" y="149328"/>
                </a:lnTo>
                <a:lnTo>
                  <a:pt x="40807" y="152132"/>
                </a:lnTo>
                <a:lnTo>
                  <a:pt x="45488" y="154631"/>
                </a:lnTo>
                <a:lnTo>
                  <a:pt x="50318" y="156818"/>
                </a:lnTo>
                <a:lnTo>
                  <a:pt x="55280" y="158687"/>
                </a:lnTo>
                <a:lnTo>
                  <a:pt x="60357" y="160230"/>
                </a:lnTo>
                <a:lnTo>
                  <a:pt x="65535" y="161442"/>
                </a:lnTo>
                <a:lnTo>
                  <a:pt x="70797" y="162316"/>
                </a:lnTo>
                <a:lnTo>
                  <a:pt x="76128" y="162845"/>
                </a:lnTo>
                <a:lnTo>
                  <a:pt x="81511" y="163023"/>
                </a:lnTo>
                <a:close/>
              </a:path>
            </a:pathLst>
          </a:custGeom>
          <a:solidFill>
            <a:srgbClr val="FF9500"/>
          </a:solidFill>
          <a:ln w="34407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64134" y="613940"/>
            <a:ext cx="668203" cy="39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93" b="0" i="0">
                <a:solidFill>
                  <a:srgbClr val="2B2B2B"/>
                </a:solidFill>
                <a:latin typeface="Times New Roman"/>
              </a:rPr>
              <a:t>Pass</a:t>
            </a:r>
          </a:p>
        </p:txBody>
      </p:sp>
      <p:sp>
        <p:nvSpPr>
          <p:cNvPr id="92" name="Editable path 71"/>
          <p:cNvSpPr/>
          <p:nvPr/>
        </p:nvSpPr>
        <p:spPr>
          <a:xfrm>
            <a:off x="10204686" y="687194"/>
            <a:ext cx="219820" cy="219819"/>
          </a:xfrm>
          <a:custGeom>
            <a:avLst/>
            <a:gdLst/>
            <a:ahLst/>
            <a:cxnLst/>
            <a:rect l="l" t="t" r="r" b="b"/>
            <a:pathLst>
              <a:path w="219820" h="219819">
                <a:moveTo>
                  <a:pt x="0" y="219819"/>
                </a:moveTo>
                <a:lnTo>
                  <a:pt x="219820" y="0"/>
                </a:lnTo>
                <a:close/>
                <a:moveTo>
                  <a:pt x="0" y="0"/>
                </a:moveTo>
                <a:lnTo>
                  <a:pt x="219820" y="219819"/>
                </a:lnTo>
                <a:close/>
              </a:path>
            </a:pathLst>
          </a:custGeom>
          <a:solidFill>
            <a:srgbClr val="2B2B2B"/>
          </a:solidFill>
          <a:ln w="34407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93321" y="613940"/>
            <a:ext cx="594763" cy="39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93" b="0" i="0">
                <a:solidFill>
                  <a:srgbClr val="2B2B2B"/>
                </a:solidFill>
                <a:latin typeface="Times New Roman"/>
              </a:rPr>
              <a:t>Fail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590269" y="0"/>
            <a:ext cx="11011461" cy="6858000"/>
          </a:xfrm>
          <a:custGeom>
            <a:avLst/>
            <a:gdLst/>
            <a:ahLst/>
            <a:cxnLst/>
            <a:rect l="l" t="t" r="r" b="b"/>
            <a:pathLst>
              <a:path w="11011461" h="6858000">
                <a:moveTo>
                  <a:pt x="0" y="0"/>
                </a:moveTo>
                <a:lnTo>
                  <a:pt x="11011461" y="0"/>
                </a:lnTo>
                <a:lnTo>
                  <a:pt x="110114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558895" y="2629114"/>
            <a:ext cx="2057608" cy="132185"/>
          </a:xfrm>
          <a:custGeom>
            <a:avLst/>
            <a:gdLst/>
            <a:ahLst/>
            <a:cxnLst/>
            <a:rect l="l" t="t" r="r" b="b"/>
            <a:pathLst>
              <a:path w="2057608" h="132185">
                <a:moveTo>
                  <a:pt x="0" y="0"/>
                </a:moveTo>
                <a:lnTo>
                  <a:pt x="2057608" y="0"/>
                </a:lnTo>
                <a:lnTo>
                  <a:pt x="2057608" y="132185"/>
                </a:lnTo>
                <a:lnTo>
                  <a:pt x="0" y="13218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534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052002" y="2468011"/>
            <a:ext cx="456098" cy="456098"/>
          </a:xfrm>
          <a:custGeom>
            <a:avLst/>
            <a:gdLst/>
            <a:ahLst/>
            <a:cxnLst/>
            <a:rect l="l" t="t" r="r" b="b"/>
            <a:pathLst>
              <a:path w="456098" h="456098">
                <a:moveTo>
                  <a:pt x="228049" y="456098"/>
                </a:moveTo>
                <a:lnTo>
                  <a:pt x="243110" y="455600"/>
                </a:lnTo>
                <a:lnTo>
                  <a:pt x="258024" y="454120"/>
                </a:lnTo>
                <a:lnTo>
                  <a:pt x="272746" y="451675"/>
                </a:lnTo>
                <a:lnTo>
                  <a:pt x="287232" y="448284"/>
                </a:lnTo>
                <a:lnTo>
                  <a:pt x="301438" y="443966"/>
                </a:lnTo>
                <a:lnTo>
                  <a:pt x="315319" y="438738"/>
                </a:lnTo>
                <a:lnTo>
                  <a:pt x="328831" y="432619"/>
                </a:lnTo>
                <a:lnTo>
                  <a:pt x="341930" y="425627"/>
                </a:lnTo>
                <a:lnTo>
                  <a:pt x="354571" y="417782"/>
                </a:lnTo>
                <a:lnTo>
                  <a:pt x="366710" y="409100"/>
                </a:lnTo>
                <a:lnTo>
                  <a:pt x="378302" y="399602"/>
                </a:lnTo>
                <a:lnTo>
                  <a:pt x="389304" y="389304"/>
                </a:lnTo>
                <a:lnTo>
                  <a:pt x="399602" y="378302"/>
                </a:lnTo>
                <a:lnTo>
                  <a:pt x="409100" y="366710"/>
                </a:lnTo>
                <a:lnTo>
                  <a:pt x="417782" y="354571"/>
                </a:lnTo>
                <a:lnTo>
                  <a:pt x="425627" y="341930"/>
                </a:lnTo>
                <a:lnTo>
                  <a:pt x="432619" y="328831"/>
                </a:lnTo>
                <a:lnTo>
                  <a:pt x="438738" y="315319"/>
                </a:lnTo>
                <a:lnTo>
                  <a:pt x="443966" y="301438"/>
                </a:lnTo>
                <a:lnTo>
                  <a:pt x="448284" y="287232"/>
                </a:lnTo>
                <a:lnTo>
                  <a:pt x="451675" y="272746"/>
                </a:lnTo>
                <a:lnTo>
                  <a:pt x="454120" y="258024"/>
                </a:lnTo>
                <a:lnTo>
                  <a:pt x="455600" y="243110"/>
                </a:lnTo>
                <a:lnTo>
                  <a:pt x="456098" y="228049"/>
                </a:lnTo>
                <a:lnTo>
                  <a:pt x="455600" y="212988"/>
                </a:lnTo>
                <a:lnTo>
                  <a:pt x="454120" y="198074"/>
                </a:lnTo>
                <a:lnTo>
                  <a:pt x="451675" y="183352"/>
                </a:lnTo>
                <a:lnTo>
                  <a:pt x="448284" y="168866"/>
                </a:lnTo>
                <a:lnTo>
                  <a:pt x="443966" y="154660"/>
                </a:lnTo>
                <a:lnTo>
                  <a:pt x="438738" y="140779"/>
                </a:lnTo>
                <a:lnTo>
                  <a:pt x="432619" y="127267"/>
                </a:lnTo>
                <a:lnTo>
                  <a:pt x="425627" y="114168"/>
                </a:lnTo>
                <a:lnTo>
                  <a:pt x="417782" y="101527"/>
                </a:lnTo>
                <a:lnTo>
                  <a:pt x="409100" y="89388"/>
                </a:lnTo>
                <a:lnTo>
                  <a:pt x="399602" y="77796"/>
                </a:lnTo>
                <a:lnTo>
                  <a:pt x="389304" y="66794"/>
                </a:lnTo>
                <a:lnTo>
                  <a:pt x="378302" y="56496"/>
                </a:lnTo>
                <a:lnTo>
                  <a:pt x="366710" y="46997"/>
                </a:lnTo>
                <a:lnTo>
                  <a:pt x="354571" y="38316"/>
                </a:lnTo>
                <a:lnTo>
                  <a:pt x="341930" y="30470"/>
                </a:lnTo>
                <a:lnTo>
                  <a:pt x="328831" y="23479"/>
                </a:lnTo>
                <a:lnTo>
                  <a:pt x="315319" y="17360"/>
                </a:lnTo>
                <a:lnTo>
                  <a:pt x="301438" y="12132"/>
                </a:lnTo>
                <a:lnTo>
                  <a:pt x="287232" y="7814"/>
                </a:lnTo>
                <a:lnTo>
                  <a:pt x="272746" y="4423"/>
                </a:lnTo>
                <a:lnTo>
                  <a:pt x="258024" y="1978"/>
                </a:lnTo>
                <a:lnTo>
                  <a:pt x="243110" y="498"/>
                </a:lnTo>
                <a:lnTo>
                  <a:pt x="228049" y="0"/>
                </a:lnTo>
                <a:lnTo>
                  <a:pt x="212988" y="498"/>
                </a:lnTo>
                <a:lnTo>
                  <a:pt x="198074" y="1978"/>
                </a:lnTo>
                <a:lnTo>
                  <a:pt x="183352" y="4423"/>
                </a:lnTo>
                <a:lnTo>
                  <a:pt x="168866" y="7814"/>
                </a:lnTo>
                <a:lnTo>
                  <a:pt x="154660" y="12132"/>
                </a:lnTo>
                <a:lnTo>
                  <a:pt x="140779" y="17360"/>
                </a:lnTo>
                <a:lnTo>
                  <a:pt x="127267" y="23479"/>
                </a:lnTo>
                <a:lnTo>
                  <a:pt x="114168" y="30470"/>
                </a:lnTo>
                <a:lnTo>
                  <a:pt x="101527" y="38316"/>
                </a:lnTo>
                <a:lnTo>
                  <a:pt x="89388" y="46997"/>
                </a:lnTo>
                <a:lnTo>
                  <a:pt x="77796" y="56496"/>
                </a:lnTo>
                <a:lnTo>
                  <a:pt x="66794" y="66794"/>
                </a:lnTo>
                <a:lnTo>
                  <a:pt x="56496" y="77796"/>
                </a:lnTo>
                <a:lnTo>
                  <a:pt x="46997" y="89388"/>
                </a:lnTo>
                <a:lnTo>
                  <a:pt x="38316" y="101527"/>
                </a:lnTo>
                <a:lnTo>
                  <a:pt x="30470" y="114168"/>
                </a:lnTo>
                <a:lnTo>
                  <a:pt x="23479" y="127267"/>
                </a:lnTo>
                <a:lnTo>
                  <a:pt x="17360" y="140779"/>
                </a:lnTo>
                <a:lnTo>
                  <a:pt x="12132" y="154660"/>
                </a:lnTo>
                <a:lnTo>
                  <a:pt x="7814" y="168866"/>
                </a:lnTo>
                <a:lnTo>
                  <a:pt x="4423" y="183352"/>
                </a:lnTo>
                <a:lnTo>
                  <a:pt x="1978" y="198074"/>
                </a:lnTo>
                <a:lnTo>
                  <a:pt x="498" y="212988"/>
                </a:lnTo>
                <a:lnTo>
                  <a:pt x="0" y="228049"/>
                </a:lnTo>
                <a:lnTo>
                  <a:pt x="498" y="243110"/>
                </a:lnTo>
                <a:lnTo>
                  <a:pt x="1978" y="258024"/>
                </a:lnTo>
                <a:lnTo>
                  <a:pt x="4423" y="272746"/>
                </a:lnTo>
                <a:lnTo>
                  <a:pt x="7814" y="287232"/>
                </a:lnTo>
                <a:lnTo>
                  <a:pt x="12132" y="301438"/>
                </a:lnTo>
                <a:lnTo>
                  <a:pt x="17360" y="315319"/>
                </a:lnTo>
                <a:lnTo>
                  <a:pt x="23479" y="328831"/>
                </a:lnTo>
                <a:lnTo>
                  <a:pt x="30470" y="341930"/>
                </a:lnTo>
                <a:lnTo>
                  <a:pt x="38316" y="354571"/>
                </a:lnTo>
                <a:lnTo>
                  <a:pt x="46997" y="366710"/>
                </a:lnTo>
                <a:lnTo>
                  <a:pt x="56496" y="378302"/>
                </a:lnTo>
                <a:lnTo>
                  <a:pt x="66794" y="389304"/>
                </a:lnTo>
                <a:lnTo>
                  <a:pt x="77796" y="399602"/>
                </a:lnTo>
                <a:lnTo>
                  <a:pt x="89388" y="409100"/>
                </a:lnTo>
                <a:lnTo>
                  <a:pt x="101527" y="417782"/>
                </a:lnTo>
                <a:lnTo>
                  <a:pt x="114168" y="425627"/>
                </a:lnTo>
                <a:lnTo>
                  <a:pt x="127267" y="432619"/>
                </a:lnTo>
                <a:lnTo>
                  <a:pt x="140779" y="438738"/>
                </a:lnTo>
                <a:lnTo>
                  <a:pt x="154660" y="443966"/>
                </a:lnTo>
                <a:lnTo>
                  <a:pt x="168866" y="448284"/>
                </a:lnTo>
                <a:lnTo>
                  <a:pt x="183352" y="451675"/>
                </a:lnTo>
                <a:lnTo>
                  <a:pt x="198074" y="454120"/>
                </a:lnTo>
                <a:lnTo>
                  <a:pt x="212988" y="455600"/>
                </a:lnTo>
                <a:lnTo>
                  <a:pt x="228049" y="456098"/>
                </a:lnTo>
                <a:close/>
              </a:path>
            </a:pathLst>
          </a:custGeom>
          <a:solidFill>
            <a:srgbClr val="EAF2FB"/>
          </a:solidFill>
          <a:ln w="48980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3672172" y="2460421"/>
            <a:ext cx="456097" cy="456097"/>
          </a:xfrm>
          <a:custGeom>
            <a:avLst/>
            <a:gdLst/>
            <a:ahLst/>
            <a:cxnLst/>
            <a:rect l="l" t="t" r="r" b="b"/>
            <a:pathLst>
              <a:path w="456097" h="456097">
                <a:moveTo>
                  <a:pt x="228048" y="456097"/>
                </a:moveTo>
                <a:lnTo>
                  <a:pt x="243109" y="455600"/>
                </a:lnTo>
                <a:lnTo>
                  <a:pt x="258023" y="454119"/>
                </a:lnTo>
                <a:lnTo>
                  <a:pt x="272745" y="451675"/>
                </a:lnTo>
                <a:lnTo>
                  <a:pt x="287232" y="448284"/>
                </a:lnTo>
                <a:lnTo>
                  <a:pt x="301437" y="443965"/>
                </a:lnTo>
                <a:lnTo>
                  <a:pt x="315319" y="438737"/>
                </a:lnTo>
                <a:lnTo>
                  <a:pt x="328831" y="432619"/>
                </a:lnTo>
                <a:lnTo>
                  <a:pt x="341930" y="425627"/>
                </a:lnTo>
                <a:lnTo>
                  <a:pt x="354571" y="417782"/>
                </a:lnTo>
                <a:lnTo>
                  <a:pt x="366709" y="409100"/>
                </a:lnTo>
                <a:lnTo>
                  <a:pt x="378302" y="399601"/>
                </a:lnTo>
                <a:lnTo>
                  <a:pt x="389303" y="389304"/>
                </a:lnTo>
                <a:lnTo>
                  <a:pt x="399601" y="378302"/>
                </a:lnTo>
                <a:lnTo>
                  <a:pt x="409100" y="366710"/>
                </a:lnTo>
                <a:lnTo>
                  <a:pt x="417781" y="354571"/>
                </a:lnTo>
                <a:lnTo>
                  <a:pt x="425627" y="341930"/>
                </a:lnTo>
                <a:lnTo>
                  <a:pt x="432618" y="328831"/>
                </a:lnTo>
                <a:lnTo>
                  <a:pt x="438737" y="315319"/>
                </a:lnTo>
                <a:lnTo>
                  <a:pt x="443965" y="301438"/>
                </a:lnTo>
                <a:lnTo>
                  <a:pt x="448284" y="287232"/>
                </a:lnTo>
                <a:lnTo>
                  <a:pt x="451675" y="272746"/>
                </a:lnTo>
                <a:lnTo>
                  <a:pt x="454119" y="258023"/>
                </a:lnTo>
                <a:lnTo>
                  <a:pt x="455600" y="243110"/>
                </a:lnTo>
                <a:lnTo>
                  <a:pt x="456097" y="228049"/>
                </a:lnTo>
                <a:lnTo>
                  <a:pt x="455600" y="212988"/>
                </a:lnTo>
                <a:lnTo>
                  <a:pt x="454119" y="198074"/>
                </a:lnTo>
                <a:lnTo>
                  <a:pt x="451675" y="183352"/>
                </a:lnTo>
                <a:lnTo>
                  <a:pt x="448284" y="168866"/>
                </a:lnTo>
                <a:lnTo>
                  <a:pt x="443965" y="154660"/>
                </a:lnTo>
                <a:lnTo>
                  <a:pt x="438737" y="140779"/>
                </a:lnTo>
                <a:lnTo>
                  <a:pt x="432618" y="127266"/>
                </a:lnTo>
                <a:lnTo>
                  <a:pt x="425627" y="114168"/>
                </a:lnTo>
                <a:lnTo>
                  <a:pt x="417781" y="101527"/>
                </a:lnTo>
                <a:lnTo>
                  <a:pt x="409100" y="89388"/>
                </a:lnTo>
                <a:lnTo>
                  <a:pt x="399601" y="77795"/>
                </a:lnTo>
                <a:lnTo>
                  <a:pt x="389303" y="66794"/>
                </a:lnTo>
                <a:lnTo>
                  <a:pt x="378302" y="56496"/>
                </a:lnTo>
                <a:lnTo>
                  <a:pt x="366709" y="46997"/>
                </a:lnTo>
                <a:lnTo>
                  <a:pt x="354571" y="38316"/>
                </a:lnTo>
                <a:lnTo>
                  <a:pt x="341930" y="30470"/>
                </a:lnTo>
                <a:lnTo>
                  <a:pt x="328831" y="23479"/>
                </a:lnTo>
                <a:lnTo>
                  <a:pt x="315319" y="17360"/>
                </a:lnTo>
                <a:lnTo>
                  <a:pt x="301437" y="12132"/>
                </a:lnTo>
                <a:lnTo>
                  <a:pt x="287232" y="7813"/>
                </a:lnTo>
                <a:lnTo>
                  <a:pt x="272745" y="4423"/>
                </a:lnTo>
                <a:lnTo>
                  <a:pt x="258023" y="1978"/>
                </a:lnTo>
                <a:lnTo>
                  <a:pt x="243109" y="497"/>
                </a:lnTo>
                <a:lnTo>
                  <a:pt x="228048" y="0"/>
                </a:lnTo>
                <a:lnTo>
                  <a:pt x="212988" y="497"/>
                </a:lnTo>
                <a:lnTo>
                  <a:pt x="198074" y="1978"/>
                </a:lnTo>
                <a:lnTo>
                  <a:pt x="183352" y="4423"/>
                </a:lnTo>
                <a:lnTo>
                  <a:pt x="168866" y="7813"/>
                </a:lnTo>
                <a:lnTo>
                  <a:pt x="154660" y="12132"/>
                </a:lnTo>
                <a:lnTo>
                  <a:pt x="140778" y="17360"/>
                </a:lnTo>
                <a:lnTo>
                  <a:pt x="127266" y="23479"/>
                </a:lnTo>
                <a:lnTo>
                  <a:pt x="114168" y="30470"/>
                </a:lnTo>
                <a:lnTo>
                  <a:pt x="101526" y="38316"/>
                </a:lnTo>
                <a:lnTo>
                  <a:pt x="89388" y="46997"/>
                </a:lnTo>
                <a:lnTo>
                  <a:pt x="77795" y="56496"/>
                </a:lnTo>
                <a:lnTo>
                  <a:pt x="66794" y="66794"/>
                </a:lnTo>
                <a:lnTo>
                  <a:pt x="56496" y="77795"/>
                </a:lnTo>
                <a:lnTo>
                  <a:pt x="46997" y="89388"/>
                </a:lnTo>
                <a:lnTo>
                  <a:pt x="38316" y="101527"/>
                </a:lnTo>
                <a:lnTo>
                  <a:pt x="30470" y="114168"/>
                </a:lnTo>
                <a:lnTo>
                  <a:pt x="23479" y="127266"/>
                </a:lnTo>
                <a:lnTo>
                  <a:pt x="17360" y="140779"/>
                </a:lnTo>
                <a:lnTo>
                  <a:pt x="12132" y="154660"/>
                </a:lnTo>
                <a:lnTo>
                  <a:pt x="7813" y="168866"/>
                </a:lnTo>
                <a:lnTo>
                  <a:pt x="4423" y="183352"/>
                </a:lnTo>
                <a:lnTo>
                  <a:pt x="1978" y="198074"/>
                </a:lnTo>
                <a:lnTo>
                  <a:pt x="497" y="212988"/>
                </a:lnTo>
                <a:lnTo>
                  <a:pt x="0" y="228049"/>
                </a:lnTo>
                <a:lnTo>
                  <a:pt x="497" y="243110"/>
                </a:lnTo>
                <a:lnTo>
                  <a:pt x="1978" y="258023"/>
                </a:lnTo>
                <a:lnTo>
                  <a:pt x="4423" y="272746"/>
                </a:lnTo>
                <a:lnTo>
                  <a:pt x="7813" y="287232"/>
                </a:lnTo>
                <a:lnTo>
                  <a:pt x="12132" y="301438"/>
                </a:lnTo>
                <a:lnTo>
                  <a:pt x="17360" y="315319"/>
                </a:lnTo>
                <a:lnTo>
                  <a:pt x="23479" y="328831"/>
                </a:lnTo>
                <a:lnTo>
                  <a:pt x="30470" y="341930"/>
                </a:lnTo>
                <a:lnTo>
                  <a:pt x="38316" y="354571"/>
                </a:lnTo>
                <a:lnTo>
                  <a:pt x="46997" y="366710"/>
                </a:lnTo>
                <a:lnTo>
                  <a:pt x="56496" y="378302"/>
                </a:lnTo>
                <a:lnTo>
                  <a:pt x="66794" y="389304"/>
                </a:lnTo>
                <a:lnTo>
                  <a:pt x="77795" y="399601"/>
                </a:lnTo>
                <a:lnTo>
                  <a:pt x="89388" y="409100"/>
                </a:lnTo>
                <a:lnTo>
                  <a:pt x="101526" y="417782"/>
                </a:lnTo>
                <a:lnTo>
                  <a:pt x="114168" y="425627"/>
                </a:lnTo>
                <a:lnTo>
                  <a:pt x="127266" y="432619"/>
                </a:lnTo>
                <a:lnTo>
                  <a:pt x="140778" y="438737"/>
                </a:lnTo>
                <a:lnTo>
                  <a:pt x="154660" y="443965"/>
                </a:lnTo>
                <a:lnTo>
                  <a:pt x="168866" y="448284"/>
                </a:lnTo>
                <a:lnTo>
                  <a:pt x="183352" y="451675"/>
                </a:lnTo>
                <a:lnTo>
                  <a:pt x="198074" y="454119"/>
                </a:lnTo>
                <a:lnTo>
                  <a:pt x="212988" y="455600"/>
                </a:lnTo>
                <a:lnTo>
                  <a:pt x="228048" y="456097"/>
                </a:lnTo>
                <a:close/>
              </a:path>
            </a:pathLst>
          </a:custGeom>
          <a:solidFill>
            <a:srgbClr val="E1F0EF"/>
          </a:solidFill>
          <a:ln w="48980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path 5"/>
          <p:cNvSpPr/>
          <p:nvPr/>
        </p:nvSpPr>
        <p:spPr>
          <a:xfrm>
            <a:off x="1563048" y="4396589"/>
            <a:ext cx="2049301" cy="487477"/>
          </a:xfrm>
          <a:custGeom>
            <a:avLst/>
            <a:gdLst/>
            <a:ahLst/>
            <a:cxnLst/>
            <a:rect l="l" t="t" r="r" b="b"/>
            <a:pathLst>
              <a:path w="2049301" h="487477">
                <a:moveTo>
                  <a:pt x="22954" y="487477"/>
                </a:moveTo>
                <a:lnTo>
                  <a:pt x="2049301" y="130178"/>
                </a:lnTo>
                <a:lnTo>
                  <a:pt x="2026348" y="0"/>
                </a:lnTo>
                <a:lnTo>
                  <a:pt x="0" y="357300"/>
                </a:lnTo>
                <a:lnTo>
                  <a:pt x="22954" y="487477"/>
                </a:lnTo>
                <a:close/>
              </a:path>
            </a:pathLst>
          </a:custGeom>
          <a:solidFill>
            <a:srgbClr val="FFF5C8"/>
          </a:solidFill>
          <a:ln w="534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path 6"/>
          <p:cNvSpPr/>
          <p:nvPr/>
        </p:nvSpPr>
        <p:spPr>
          <a:xfrm>
            <a:off x="1072017" y="4640191"/>
            <a:ext cx="456097" cy="456097"/>
          </a:xfrm>
          <a:custGeom>
            <a:avLst/>
            <a:gdLst/>
            <a:ahLst/>
            <a:cxnLst/>
            <a:rect l="l" t="t" r="r" b="b"/>
            <a:pathLst>
              <a:path w="456097" h="456097">
                <a:moveTo>
                  <a:pt x="228048" y="456097"/>
                </a:moveTo>
                <a:lnTo>
                  <a:pt x="243109" y="455599"/>
                </a:lnTo>
                <a:lnTo>
                  <a:pt x="258023" y="454119"/>
                </a:lnTo>
                <a:lnTo>
                  <a:pt x="272745" y="451674"/>
                </a:lnTo>
                <a:lnTo>
                  <a:pt x="287231" y="448283"/>
                </a:lnTo>
                <a:lnTo>
                  <a:pt x="301437" y="443965"/>
                </a:lnTo>
                <a:lnTo>
                  <a:pt x="315318" y="438737"/>
                </a:lnTo>
                <a:lnTo>
                  <a:pt x="328831" y="432618"/>
                </a:lnTo>
                <a:lnTo>
                  <a:pt x="341929" y="425627"/>
                </a:lnTo>
                <a:lnTo>
                  <a:pt x="354570" y="417781"/>
                </a:lnTo>
                <a:lnTo>
                  <a:pt x="366709" y="409100"/>
                </a:lnTo>
                <a:lnTo>
                  <a:pt x="378302" y="399601"/>
                </a:lnTo>
                <a:lnTo>
                  <a:pt x="389303" y="389303"/>
                </a:lnTo>
                <a:lnTo>
                  <a:pt x="399601" y="378301"/>
                </a:lnTo>
                <a:lnTo>
                  <a:pt x="409100" y="366709"/>
                </a:lnTo>
                <a:lnTo>
                  <a:pt x="417781" y="354570"/>
                </a:lnTo>
                <a:lnTo>
                  <a:pt x="425627" y="341929"/>
                </a:lnTo>
                <a:lnTo>
                  <a:pt x="432618" y="328830"/>
                </a:lnTo>
                <a:lnTo>
                  <a:pt x="438737" y="315318"/>
                </a:lnTo>
                <a:lnTo>
                  <a:pt x="443965" y="301437"/>
                </a:lnTo>
                <a:lnTo>
                  <a:pt x="448283" y="287231"/>
                </a:lnTo>
                <a:lnTo>
                  <a:pt x="451674" y="272745"/>
                </a:lnTo>
                <a:lnTo>
                  <a:pt x="454119" y="258023"/>
                </a:lnTo>
                <a:lnTo>
                  <a:pt x="455599" y="243109"/>
                </a:lnTo>
                <a:lnTo>
                  <a:pt x="456097" y="228048"/>
                </a:lnTo>
                <a:lnTo>
                  <a:pt x="455599" y="212987"/>
                </a:lnTo>
                <a:lnTo>
                  <a:pt x="454119" y="198073"/>
                </a:lnTo>
                <a:lnTo>
                  <a:pt x="451674" y="183351"/>
                </a:lnTo>
                <a:lnTo>
                  <a:pt x="448283" y="168865"/>
                </a:lnTo>
                <a:lnTo>
                  <a:pt x="443965" y="154659"/>
                </a:lnTo>
                <a:lnTo>
                  <a:pt x="438737" y="140778"/>
                </a:lnTo>
                <a:lnTo>
                  <a:pt x="432618" y="127266"/>
                </a:lnTo>
                <a:lnTo>
                  <a:pt x="425627" y="114167"/>
                </a:lnTo>
                <a:lnTo>
                  <a:pt x="417781" y="101526"/>
                </a:lnTo>
                <a:lnTo>
                  <a:pt x="409100" y="89387"/>
                </a:lnTo>
                <a:lnTo>
                  <a:pt x="399601" y="77795"/>
                </a:lnTo>
                <a:lnTo>
                  <a:pt x="389303" y="66793"/>
                </a:lnTo>
                <a:lnTo>
                  <a:pt x="378302" y="56495"/>
                </a:lnTo>
                <a:lnTo>
                  <a:pt x="366709" y="46997"/>
                </a:lnTo>
                <a:lnTo>
                  <a:pt x="354570" y="38315"/>
                </a:lnTo>
                <a:lnTo>
                  <a:pt x="341929" y="30470"/>
                </a:lnTo>
                <a:lnTo>
                  <a:pt x="328831" y="23478"/>
                </a:lnTo>
                <a:lnTo>
                  <a:pt x="315318" y="17360"/>
                </a:lnTo>
                <a:lnTo>
                  <a:pt x="301437" y="12132"/>
                </a:lnTo>
                <a:lnTo>
                  <a:pt x="287231" y="7813"/>
                </a:lnTo>
                <a:lnTo>
                  <a:pt x="272745" y="4422"/>
                </a:lnTo>
                <a:lnTo>
                  <a:pt x="258023" y="1978"/>
                </a:lnTo>
                <a:lnTo>
                  <a:pt x="243109" y="497"/>
                </a:lnTo>
                <a:lnTo>
                  <a:pt x="228048" y="0"/>
                </a:lnTo>
                <a:lnTo>
                  <a:pt x="212987" y="497"/>
                </a:lnTo>
                <a:lnTo>
                  <a:pt x="198074" y="1978"/>
                </a:lnTo>
                <a:lnTo>
                  <a:pt x="183351" y="4422"/>
                </a:lnTo>
                <a:lnTo>
                  <a:pt x="168865" y="7813"/>
                </a:lnTo>
                <a:lnTo>
                  <a:pt x="154659" y="12132"/>
                </a:lnTo>
                <a:lnTo>
                  <a:pt x="140778" y="17360"/>
                </a:lnTo>
                <a:lnTo>
                  <a:pt x="127266" y="23478"/>
                </a:lnTo>
                <a:lnTo>
                  <a:pt x="114167" y="30470"/>
                </a:lnTo>
                <a:lnTo>
                  <a:pt x="101526" y="38315"/>
                </a:lnTo>
                <a:lnTo>
                  <a:pt x="89387" y="46997"/>
                </a:lnTo>
                <a:lnTo>
                  <a:pt x="77795" y="56495"/>
                </a:lnTo>
                <a:lnTo>
                  <a:pt x="66793" y="66793"/>
                </a:lnTo>
                <a:lnTo>
                  <a:pt x="56496" y="77795"/>
                </a:lnTo>
                <a:lnTo>
                  <a:pt x="46997" y="89387"/>
                </a:lnTo>
                <a:lnTo>
                  <a:pt x="38315" y="101526"/>
                </a:lnTo>
                <a:lnTo>
                  <a:pt x="30470" y="114167"/>
                </a:lnTo>
                <a:lnTo>
                  <a:pt x="23478" y="127266"/>
                </a:lnTo>
                <a:lnTo>
                  <a:pt x="17360" y="140778"/>
                </a:lnTo>
                <a:lnTo>
                  <a:pt x="12132" y="154659"/>
                </a:lnTo>
                <a:lnTo>
                  <a:pt x="7813" y="168865"/>
                </a:lnTo>
                <a:lnTo>
                  <a:pt x="4422" y="183351"/>
                </a:lnTo>
                <a:lnTo>
                  <a:pt x="1977" y="198073"/>
                </a:lnTo>
                <a:lnTo>
                  <a:pt x="497" y="212987"/>
                </a:lnTo>
                <a:lnTo>
                  <a:pt x="0" y="228048"/>
                </a:lnTo>
                <a:lnTo>
                  <a:pt x="497" y="243109"/>
                </a:lnTo>
                <a:lnTo>
                  <a:pt x="1977" y="258023"/>
                </a:lnTo>
                <a:lnTo>
                  <a:pt x="4422" y="272745"/>
                </a:lnTo>
                <a:lnTo>
                  <a:pt x="7813" y="287231"/>
                </a:lnTo>
                <a:lnTo>
                  <a:pt x="12132" y="301437"/>
                </a:lnTo>
                <a:lnTo>
                  <a:pt x="17360" y="315318"/>
                </a:lnTo>
                <a:lnTo>
                  <a:pt x="23478" y="328830"/>
                </a:lnTo>
                <a:lnTo>
                  <a:pt x="30470" y="341929"/>
                </a:lnTo>
                <a:lnTo>
                  <a:pt x="38315" y="354570"/>
                </a:lnTo>
                <a:lnTo>
                  <a:pt x="46997" y="366709"/>
                </a:lnTo>
                <a:lnTo>
                  <a:pt x="56496" y="378301"/>
                </a:lnTo>
                <a:lnTo>
                  <a:pt x="66793" y="389303"/>
                </a:lnTo>
                <a:lnTo>
                  <a:pt x="77795" y="399601"/>
                </a:lnTo>
                <a:lnTo>
                  <a:pt x="89387" y="409100"/>
                </a:lnTo>
                <a:lnTo>
                  <a:pt x="101526" y="417781"/>
                </a:lnTo>
                <a:lnTo>
                  <a:pt x="114167" y="425627"/>
                </a:lnTo>
                <a:lnTo>
                  <a:pt x="127266" y="432618"/>
                </a:lnTo>
                <a:lnTo>
                  <a:pt x="140778" y="438737"/>
                </a:lnTo>
                <a:lnTo>
                  <a:pt x="154659" y="443965"/>
                </a:lnTo>
                <a:lnTo>
                  <a:pt x="168865" y="448283"/>
                </a:lnTo>
                <a:lnTo>
                  <a:pt x="183351" y="451674"/>
                </a:lnTo>
                <a:lnTo>
                  <a:pt x="198074" y="454119"/>
                </a:lnTo>
                <a:lnTo>
                  <a:pt x="212987" y="455599"/>
                </a:lnTo>
                <a:lnTo>
                  <a:pt x="228048" y="456097"/>
                </a:lnTo>
                <a:close/>
              </a:path>
            </a:pathLst>
          </a:custGeom>
          <a:solidFill>
            <a:srgbClr val="EAF2FB"/>
          </a:solidFill>
          <a:ln w="48980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7"/>
          <p:cNvSpPr/>
          <p:nvPr/>
        </p:nvSpPr>
        <p:spPr>
          <a:xfrm>
            <a:off x="3651062" y="4177728"/>
            <a:ext cx="456097" cy="456097"/>
          </a:xfrm>
          <a:custGeom>
            <a:avLst/>
            <a:gdLst/>
            <a:ahLst/>
            <a:cxnLst/>
            <a:rect l="l" t="t" r="r" b="b"/>
            <a:pathLst>
              <a:path w="456097" h="456097">
                <a:moveTo>
                  <a:pt x="228048" y="456097"/>
                </a:moveTo>
                <a:lnTo>
                  <a:pt x="243109" y="455599"/>
                </a:lnTo>
                <a:lnTo>
                  <a:pt x="258023" y="454119"/>
                </a:lnTo>
                <a:lnTo>
                  <a:pt x="272745" y="451674"/>
                </a:lnTo>
                <a:lnTo>
                  <a:pt x="287232" y="448283"/>
                </a:lnTo>
                <a:lnTo>
                  <a:pt x="301437" y="443965"/>
                </a:lnTo>
                <a:lnTo>
                  <a:pt x="315319" y="438737"/>
                </a:lnTo>
                <a:lnTo>
                  <a:pt x="328831" y="432618"/>
                </a:lnTo>
                <a:lnTo>
                  <a:pt x="341930" y="425627"/>
                </a:lnTo>
                <a:lnTo>
                  <a:pt x="354571" y="417781"/>
                </a:lnTo>
                <a:lnTo>
                  <a:pt x="366709" y="409100"/>
                </a:lnTo>
                <a:lnTo>
                  <a:pt x="378302" y="399601"/>
                </a:lnTo>
                <a:lnTo>
                  <a:pt x="389303" y="389303"/>
                </a:lnTo>
                <a:lnTo>
                  <a:pt x="399601" y="378302"/>
                </a:lnTo>
                <a:lnTo>
                  <a:pt x="409100" y="366709"/>
                </a:lnTo>
                <a:lnTo>
                  <a:pt x="417782" y="354570"/>
                </a:lnTo>
                <a:lnTo>
                  <a:pt x="425627" y="341930"/>
                </a:lnTo>
                <a:lnTo>
                  <a:pt x="432619" y="328831"/>
                </a:lnTo>
                <a:lnTo>
                  <a:pt x="438737" y="315319"/>
                </a:lnTo>
                <a:lnTo>
                  <a:pt x="443965" y="301437"/>
                </a:lnTo>
                <a:lnTo>
                  <a:pt x="448284" y="287232"/>
                </a:lnTo>
                <a:lnTo>
                  <a:pt x="451675" y="272745"/>
                </a:lnTo>
                <a:lnTo>
                  <a:pt x="454119" y="258023"/>
                </a:lnTo>
                <a:lnTo>
                  <a:pt x="455600" y="243109"/>
                </a:lnTo>
                <a:lnTo>
                  <a:pt x="456097" y="228048"/>
                </a:lnTo>
                <a:lnTo>
                  <a:pt x="455600" y="212987"/>
                </a:lnTo>
                <a:lnTo>
                  <a:pt x="454119" y="198074"/>
                </a:lnTo>
                <a:lnTo>
                  <a:pt x="451675" y="183351"/>
                </a:lnTo>
                <a:lnTo>
                  <a:pt x="448284" y="168865"/>
                </a:lnTo>
                <a:lnTo>
                  <a:pt x="443965" y="154659"/>
                </a:lnTo>
                <a:lnTo>
                  <a:pt x="438737" y="140778"/>
                </a:lnTo>
                <a:lnTo>
                  <a:pt x="432619" y="127266"/>
                </a:lnTo>
                <a:lnTo>
                  <a:pt x="425627" y="114167"/>
                </a:lnTo>
                <a:lnTo>
                  <a:pt x="417782" y="101526"/>
                </a:lnTo>
                <a:lnTo>
                  <a:pt x="409100" y="89388"/>
                </a:lnTo>
                <a:lnTo>
                  <a:pt x="399601" y="77795"/>
                </a:lnTo>
                <a:lnTo>
                  <a:pt x="389303" y="66794"/>
                </a:lnTo>
                <a:lnTo>
                  <a:pt x="378302" y="56496"/>
                </a:lnTo>
                <a:lnTo>
                  <a:pt x="366709" y="46997"/>
                </a:lnTo>
                <a:lnTo>
                  <a:pt x="354571" y="38316"/>
                </a:lnTo>
                <a:lnTo>
                  <a:pt x="341930" y="30470"/>
                </a:lnTo>
                <a:lnTo>
                  <a:pt x="328831" y="23479"/>
                </a:lnTo>
                <a:lnTo>
                  <a:pt x="315319" y="17360"/>
                </a:lnTo>
                <a:lnTo>
                  <a:pt x="301437" y="12132"/>
                </a:lnTo>
                <a:lnTo>
                  <a:pt x="287232" y="7813"/>
                </a:lnTo>
                <a:lnTo>
                  <a:pt x="272745" y="4422"/>
                </a:lnTo>
                <a:lnTo>
                  <a:pt x="258023" y="1978"/>
                </a:lnTo>
                <a:lnTo>
                  <a:pt x="243109" y="497"/>
                </a:lnTo>
                <a:lnTo>
                  <a:pt x="228048" y="0"/>
                </a:lnTo>
                <a:lnTo>
                  <a:pt x="212988" y="497"/>
                </a:lnTo>
                <a:lnTo>
                  <a:pt x="198074" y="1978"/>
                </a:lnTo>
                <a:lnTo>
                  <a:pt x="183352" y="4422"/>
                </a:lnTo>
                <a:lnTo>
                  <a:pt x="168865" y="7813"/>
                </a:lnTo>
                <a:lnTo>
                  <a:pt x="154660" y="12132"/>
                </a:lnTo>
                <a:lnTo>
                  <a:pt x="140778" y="17360"/>
                </a:lnTo>
                <a:lnTo>
                  <a:pt x="127266" y="23479"/>
                </a:lnTo>
                <a:lnTo>
                  <a:pt x="114168" y="30470"/>
                </a:lnTo>
                <a:lnTo>
                  <a:pt x="101527" y="38316"/>
                </a:lnTo>
                <a:lnTo>
                  <a:pt x="89388" y="46997"/>
                </a:lnTo>
                <a:lnTo>
                  <a:pt x="77795" y="56496"/>
                </a:lnTo>
                <a:lnTo>
                  <a:pt x="66794" y="66794"/>
                </a:lnTo>
                <a:lnTo>
                  <a:pt x="56496" y="77795"/>
                </a:lnTo>
                <a:lnTo>
                  <a:pt x="46997" y="89388"/>
                </a:lnTo>
                <a:lnTo>
                  <a:pt x="38316" y="101526"/>
                </a:lnTo>
                <a:lnTo>
                  <a:pt x="30470" y="114167"/>
                </a:lnTo>
                <a:lnTo>
                  <a:pt x="23479" y="127266"/>
                </a:lnTo>
                <a:lnTo>
                  <a:pt x="17360" y="140778"/>
                </a:lnTo>
                <a:lnTo>
                  <a:pt x="12132" y="154659"/>
                </a:lnTo>
                <a:lnTo>
                  <a:pt x="7813" y="168865"/>
                </a:lnTo>
                <a:lnTo>
                  <a:pt x="4422" y="183351"/>
                </a:lnTo>
                <a:lnTo>
                  <a:pt x="1978" y="198074"/>
                </a:lnTo>
                <a:lnTo>
                  <a:pt x="497" y="212987"/>
                </a:lnTo>
                <a:lnTo>
                  <a:pt x="0" y="228048"/>
                </a:lnTo>
                <a:lnTo>
                  <a:pt x="497" y="243109"/>
                </a:lnTo>
                <a:lnTo>
                  <a:pt x="1978" y="258023"/>
                </a:lnTo>
                <a:lnTo>
                  <a:pt x="4422" y="272745"/>
                </a:lnTo>
                <a:lnTo>
                  <a:pt x="7813" y="287232"/>
                </a:lnTo>
                <a:lnTo>
                  <a:pt x="12132" y="301437"/>
                </a:lnTo>
                <a:lnTo>
                  <a:pt x="17360" y="315319"/>
                </a:lnTo>
                <a:lnTo>
                  <a:pt x="23479" y="328831"/>
                </a:lnTo>
                <a:lnTo>
                  <a:pt x="30470" y="341930"/>
                </a:lnTo>
                <a:lnTo>
                  <a:pt x="38316" y="354570"/>
                </a:lnTo>
                <a:lnTo>
                  <a:pt x="46997" y="366709"/>
                </a:lnTo>
                <a:lnTo>
                  <a:pt x="56496" y="378302"/>
                </a:lnTo>
                <a:lnTo>
                  <a:pt x="66794" y="389303"/>
                </a:lnTo>
                <a:lnTo>
                  <a:pt x="77795" y="399601"/>
                </a:lnTo>
                <a:lnTo>
                  <a:pt x="89388" y="409100"/>
                </a:lnTo>
                <a:lnTo>
                  <a:pt x="101527" y="417781"/>
                </a:lnTo>
                <a:lnTo>
                  <a:pt x="114168" y="425627"/>
                </a:lnTo>
                <a:lnTo>
                  <a:pt x="127266" y="432618"/>
                </a:lnTo>
                <a:lnTo>
                  <a:pt x="140778" y="438737"/>
                </a:lnTo>
                <a:lnTo>
                  <a:pt x="154660" y="443965"/>
                </a:lnTo>
                <a:lnTo>
                  <a:pt x="168865" y="448283"/>
                </a:lnTo>
                <a:lnTo>
                  <a:pt x="183352" y="451674"/>
                </a:lnTo>
                <a:lnTo>
                  <a:pt x="198074" y="454119"/>
                </a:lnTo>
                <a:lnTo>
                  <a:pt x="212988" y="455599"/>
                </a:lnTo>
                <a:lnTo>
                  <a:pt x="228048" y="456097"/>
                </a:lnTo>
                <a:close/>
              </a:path>
            </a:pathLst>
          </a:custGeom>
          <a:solidFill>
            <a:srgbClr val="E1F0EF"/>
          </a:solidFill>
          <a:ln w="48980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path 8"/>
          <p:cNvSpPr/>
          <p:nvPr/>
        </p:nvSpPr>
        <p:spPr>
          <a:xfrm>
            <a:off x="977943" y="2988987"/>
            <a:ext cx="3219512" cy="0"/>
          </a:xfrm>
          <a:custGeom>
            <a:avLst/>
            <a:gdLst/>
            <a:ahLst/>
            <a:cxnLst/>
            <a:rect l="l" t="t" r="r" b="b"/>
            <a:pathLst>
              <a:path w="3219512" h="0">
                <a:moveTo>
                  <a:pt x="0" y="0"/>
                </a:moveTo>
                <a:lnTo>
                  <a:pt x="3219512" y="0"/>
                </a:lnTo>
              </a:path>
            </a:pathLst>
          </a:custGeom>
          <a:noFill/>
          <a:ln w="28943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path 9"/>
          <p:cNvSpPr/>
          <p:nvPr/>
        </p:nvSpPr>
        <p:spPr>
          <a:xfrm>
            <a:off x="977943" y="2401426"/>
            <a:ext cx="3219512" cy="0"/>
          </a:xfrm>
          <a:custGeom>
            <a:avLst/>
            <a:gdLst/>
            <a:ahLst/>
            <a:cxnLst/>
            <a:rect l="l" t="t" r="r" b="b"/>
            <a:pathLst>
              <a:path w="3219512" h="0">
                <a:moveTo>
                  <a:pt x="0" y="0"/>
                </a:moveTo>
                <a:lnTo>
                  <a:pt x="3219512" y="0"/>
                </a:lnTo>
              </a:path>
            </a:pathLst>
          </a:custGeom>
          <a:noFill/>
          <a:ln w="28943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10"/>
          <p:cNvSpPr/>
          <p:nvPr/>
        </p:nvSpPr>
        <p:spPr>
          <a:xfrm>
            <a:off x="977943" y="4934108"/>
            <a:ext cx="3219512" cy="0"/>
          </a:xfrm>
          <a:custGeom>
            <a:avLst/>
            <a:gdLst/>
            <a:ahLst/>
            <a:cxnLst/>
            <a:rect l="l" t="t" r="r" b="b"/>
            <a:pathLst>
              <a:path w="3219512" h="0">
                <a:moveTo>
                  <a:pt x="0" y="0"/>
                </a:moveTo>
                <a:lnTo>
                  <a:pt x="3219512" y="0"/>
                </a:lnTo>
              </a:path>
            </a:pathLst>
          </a:custGeom>
          <a:noFill/>
          <a:ln w="28943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11"/>
          <p:cNvSpPr/>
          <p:nvPr/>
        </p:nvSpPr>
        <p:spPr>
          <a:xfrm>
            <a:off x="977943" y="4346547"/>
            <a:ext cx="3219512" cy="0"/>
          </a:xfrm>
          <a:custGeom>
            <a:avLst/>
            <a:gdLst/>
            <a:ahLst/>
            <a:cxnLst/>
            <a:rect l="l" t="t" r="r" b="b"/>
            <a:pathLst>
              <a:path w="3219512" h="0">
                <a:moveTo>
                  <a:pt x="0" y="0"/>
                </a:moveTo>
                <a:lnTo>
                  <a:pt x="3219512" y="0"/>
                </a:lnTo>
              </a:path>
            </a:pathLst>
          </a:custGeom>
          <a:noFill/>
          <a:ln w="28943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4080" y="3431560"/>
            <a:ext cx="2097729" cy="363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84" b="0" i="0">
                <a:solidFill>
                  <a:srgbClr val="2B2B2B"/>
                </a:solidFill>
                <a:latin typeface="Times New Roman"/>
              </a:rPr>
              <a:t>0°: assembly 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6228" y="5376681"/>
            <a:ext cx="2476217" cy="363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84" b="0" i="0">
                <a:solidFill>
                  <a:srgbClr val="2B2B2B"/>
                </a:solidFill>
                <a:latin typeface="Times New Roman"/>
              </a:rPr>
              <a:t>10°: only object 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869" y="1197383"/>
            <a:ext cx="3255171" cy="427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4" b="0" i="0">
                <a:solidFill>
                  <a:srgbClr val="2B2B2B"/>
                </a:solidFill>
                <a:latin typeface="Times New Roman"/>
              </a:rPr>
              <a:t>(a) Projected footprint</a:t>
            </a:r>
          </a:p>
        </p:txBody>
      </p:sp>
      <p:sp>
        <p:nvSpPr>
          <p:cNvPr id="16" name="Editable path 12"/>
          <p:cNvSpPr/>
          <p:nvPr/>
        </p:nvSpPr>
        <p:spPr>
          <a:xfrm>
            <a:off x="6588324" y="1756182"/>
            <a:ext cx="4536957" cy="3823170"/>
          </a:xfrm>
          <a:custGeom>
            <a:avLst/>
            <a:gdLst/>
            <a:ahLst/>
            <a:cxnLst/>
            <a:rect l="l" t="t" r="r" b="b"/>
            <a:pathLst>
              <a:path w="4536957" h="3823170">
                <a:moveTo>
                  <a:pt x="0" y="0"/>
                </a:moveTo>
                <a:lnTo>
                  <a:pt x="4536957" y="0"/>
                </a:lnTo>
                <a:lnTo>
                  <a:pt x="4536957" y="3823170"/>
                </a:lnTo>
                <a:lnTo>
                  <a:pt x="0" y="38231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3"/>
          <p:cNvSpPr/>
          <p:nvPr/>
        </p:nvSpPr>
        <p:spPr>
          <a:xfrm>
            <a:off x="8526171" y="1756182"/>
            <a:ext cx="622698" cy="3823170"/>
          </a:xfrm>
          <a:custGeom>
            <a:avLst/>
            <a:gdLst/>
            <a:ahLst/>
            <a:cxnLst/>
            <a:rect l="l" t="t" r="r" b="b"/>
            <a:pathLst>
              <a:path w="622698" h="3823170">
                <a:moveTo>
                  <a:pt x="0" y="0"/>
                </a:moveTo>
                <a:lnTo>
                  <a:pt x="622698" y="0"/>
                </a:lnTo>
                <a:lnTo>
                  <a:pt x="622698" y="3823170"/>
                </a:lnTo>
                <a:lnTo>
                  <a:pt x="0" y="3823170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4527">
            <a:solidFill>
              <a:srgbClr val="FFF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4"/>
          <p:cNvSpPr/>
          <p:nvPr/>
        </p:nvSpPr>
        <p:spPr>
          <a:xfrm>
            <a:off x="6588324" y="5579352"/>
            <a:ext cx="0" cy="89056"/>
          </a:xfrm>
          <a:custGeom>
            <a:avLst/>
            <a:gdLst/>
            <a:ahLst/>
            <a:cxnLst/>
            <a:rect l="l" t="t" r="r" b="b"/>
            <a:pathLst>
              <a:path w="0" h="89056">
                <a:moveTo>
                  <a:pt x="0" y="0"/>
                </a:moveTo>
                <a:lnTo>
                  <a:pt x="0" y="89056"/>
                </a:lnTo>
                <a:close/>
              </a:path>
            </a:pathLst>
          </a:custGeom>
          <a:solidFill>
            <a:srgbClr val="2B2B2B"/>
          </a:solidFill>
          <a:ln w="356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5678" y="5715185"/>
            <a:ext cx="603130" cy="374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54" b="0" i="0">
                <a:solidFill>
                  <a:srgbClr val="2B2B2B"/>
                </a:solidFill>
                <a:latin typeface="Times New Roman"/>
              </a:rPr>
              <a:t>−20</a:t>
            </a:r>
          </a:p>
        </p:txBody>
      </p:sp>
      <p:sp>
        <p:nvSpPr>
          <p:cNvPr id="20" name="Editable path 15"/>
          <p:cNvSpPr/>
          <p:nvPr/>
        </p:nvSpPr>
        <p:spPr>
          <a:xfrm>
            <a:off x="8856802" y="5579352"/>
            <a:ext cx="0" cy="89056"/>
          </a:xfrm>
          <a:custGeom>
            <a:avLst/>
            <a:gdLst/>
            <a:ahLst/>
            <a:cxnLst/>
            <a:rect l="l" t="t" r="r" b="b"/>
            <a:pathLst>
              <a:path w="0" h="89056">
                <a:moveTo>
                  <a:pt x="0" y="0"/>
                </a:moveTo>
                <a:lnTo>
                  <a:pt x="0" y="89056"/>
                </a:lnTo>
                <a:close/>
              </a:path>
            </a:pathLst>
          </a:custGeom>
          <a:solidFill>
            <a:srgbClr val="2B2B2B"/>
          </a:solidFill>
          <a:ln w="356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878" y="5715185"/>
            <a:ext cx="233771" cy="374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5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2" name="Editable path 16"/>
          <p:cNvSpPr/>
          <p:nvPr/>
        </p:nvSpPr>
        <p:spPr>
          <a:xfrm>
            <a:off x="11125281" y="5579352"/>
            <a:ext cx="0" cy="89056"/>
          </a:xfrm>
          <a:custGeom>
            <a:avLst/>
            <a:gdLst/>
            <a:ahLst/>
            <a:cxnLst/>
            <a:rect l="l" t="t" r="r" b="b"/>
            <a:pathLst>
              <a:path w="0" h="89056">
                <a:moveTo>
                  <a:pt x="0" y="0"/>
                </a:moveTo>
                <a:lnTo>
                  <a:pt x="0" y="89056"/>
                </a:lnTo>
                <a:close/>
              </a:path>
            </a:pathLst>
          </a:custGeom>
          <a:solidFill>
            <a:srgbClr val="2B2B2B"/>
          </a:solidFill>
          <a:ln w="356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69433" y="5715185"/>
            <a:ext cx="389619" cy="374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5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9827" y="6167843"/>
            <a:ext cx="1602294" cy="427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4" b="0" i="0">
                <a:solidFill>
                  <a:srgbClr val="2B2B2B"/>
                </a:solidFill>
                <a:latin typeface="Times New Roman"/>
              </a:rPr>
              <a:t>Yaw (deg)</a:t>
            </a:r>
          </a:p>
        </p:txBody>
      </p:sp>
      <p:sp>
        <p:nvSpPr>
          <p:cNvPr id="25" name="Editable path 17"/>
          <p:cNvSpPr/>
          <p:nvPr/>
        </p:nvSpPr>
        <p:spPr>
          <a:xfrm>
            <a:off x="6588324" y="5579352"/>
            <a:ext cx="4536957" cy="0"/>
          </a:xfrm>
          <a:custGeom>
            <a:avLst/>
            <a:gdLst/>
            <a:ahLst/>
            <a:cxnLst/>
            <a:rect l="l" t="t" r="r" b="b"/>
            <a:pathLst>
              <a:path w="4536957" h="0">
                <a:moveTo>
                  <a:pt x="0" y="0"/>
                </a:moveTo>
                <a:lnTo>
                  <a:pt x="4536957" y="0"/>
                </a:lnTo>
              </a:path>
            </a:pathLst>
          </a:custGeom>
          <a:noFill/>
          <a:ln w="26716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8"/>
          <p:cNvSpPr/>
          <p:nvPr/>
        </p:nvSpPr>
        <p:spPr>
          <a:xfrm>
            <a:off x="6499268" y="5579352"/>
            <a:ext cx="89056" cy="0"/>
          </a:xfrm>
          <a:custGeom>
            <a:avLst/>
            <a:gdLst/>
            <a:ahLst/>
            <a:cxnLst/>
            <a:rect l="l" t="t" r="r" b="b"/>
            <a:pathLst>
              <a:path w="89056" h="0">
                <a:moveTo>
                  <a:pt x="8905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56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363" y="5430624"/>
            <a:ext cx="233771" cy="374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5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8" name="Editable path 19"/>
          <p:cNvSpPr/>
          <p:nvPr/>
        </p:nvSpPr>
        <p:spPr>
          <a:xfrm>
            <a:off x="6588324" y="3841548"/>
            <a:ext cx="4536957" cy="0"/>
          </a:xfrm>
          <a:custGeom>
            <a:avLst/>
            <a:gdLst/>
            <a:ahLst/>
            <a:cxnLst/>
            <a:rect l="l" t="t" r="r" b="b"/>
            <a:pathLst>
              <a:path w="4536957" h="0">
                <a:moveTo>
                  <a:pt x="0" y="0"/>
                </a:moveTo>
                <a:lnTo>
                  <a:pt x="4536957" y="0"/>
                </a:lnTo>
              </a:path>
            </a:pathLst>
          </a:custGeom>
          <a:noFill/>
          <a:ln w="26716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20"/>
          <p:cNvSpPr/>
          <p:nvPr/>
        </p:nvSpPr>
        <p:spPr>
          <a:xfrm>
            <a:off x="6499268" y="3841548"/>
            <a:ext cx="89056" cy="0"/>
          </a:xfrm>
          <a:custGeom>
            <a:avLst/>
            <a:gdLst/>
            <a:ahLst/>
            <a:cxnLst/>
            <a:rect l="l" t="t" r="r" b="b"/>
            <a:pathLst>
              <a:path w="89056" h="0">
                <a:moveTo>
                  <a:pt x="8905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56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363" y="3692819"/>
            <a:ext cx="233771" cy="374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54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31" name="Editable path 21"/>
          <p:cNvSpPr/>
          <p:nvPr/>
        </p:nvSpPr>
        <p:spPr>
          <a:xfrm>
            <a:off x="6588324" y="2103743"/>
            <a:ext cx="4536957" cy="0"/>
          </a:xfrm>
          <a:custGeom>
            <a:avLst/>
            <a:gdLst/>
            <a:ahLst/>
            <a:cxnLst/>
            <a:rect l="l" t="t" r="r" b="b"/>
            <a:pathLst>
              <a:path w="4536957" h="0">
                <a:moveTo>
                  <a:pt x="0" y="0"/>
                </a:moveTo>
                <a:lnTo>
                  <a:pt x="4536957" y="0"/>
                </a:lnTo>
              </a:path>
            </a:pathLst>
          </a:custGeom>
          <a:noFill/>
          <a:ln w="26716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2"/>
          <p:cNvSpPr/>
          <p:nvPr/>
        </p:nvSpPr>
        <p:spPr>
          <a:xfrm>
            <a:off x="6499268" y="2103743"/>
            <a:ext cx="89056" cy="0"/>
          </a:xfrm>
          <a:custGeom>
            <a:avLst/>
            <a:gdLst/>
            <a:ahLst/>
            <a:cxnLst/>
            <a:rect l="l" t="t" r="r" b="b"/>
            <a:pathLst>
              <a:path w="89056" h="0">
                <a:moveTo>
                  <a:pt x="8905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562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363" y="1955015"/>
            <a:ext cx="233771" cy="374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54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5181249" y="3446793"/>
            <a:ext cx="1583057" cy="427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4" b="0" i="0">
                <a:solidFill>
                  <a:srgbClr val="2B2B2B"/>
                </a:solidFill>
                <a:latin typeface="Times New Roman"/>
              </a:rPr>
              <a:t>Width (m)</a:t>
            </a:r>
          </a:p>
        </p:txBody>
      </p:sp>
      <p:sp>
        <p:nvSpPr>
          <p:cNvPr id="35" name="Editable path 23"/>
          <p:cNvSpPr/>
          <p:nvPr/>
        </p:nvSpPr>
        <p:spPr>
          <a:xfrm>
            <a:off x="6588324" y="3434192"/>
            <a:ext cx="4536957" cy="1798958"/>
          </a:xfrm>
          <a:custGeom>
            <a:avLst/>
            <a:gdLst/>
            <a:ahLst/>
            <a:cxnLst/>
            <a:rect l="l" t="t" r="r" b="b"/>
            <a:pathLst>
              <a:path w="4536957" h="1798958">
                <a:moveTo>
                  <a:pt x="0" y="0"/>
                </a:moveTo>
                <a:lnTo>
                  <a:pt x="509273" y="389588"/>
                </a:lnTo>
                <a:lnTo>
                  <a:pt x="1083198" y="841424"/>
                </a:lnTo>
                <a:lnTo>
                  <a:pt x="1774517" y="1398849"/>
                </a:lnTo>
                <a:lnTo>
                  <a:pt x="2273015" y="1798958"/>
                </a:lnTo>
                <a:lnTo>
                  <a:pt x="3218971" y="1029398"/>
                </a:lnTo>
                <a:lnTo>
                  <a:pt x="3864353" y="516933"/>
                </a:lnTo>
                <a:lnTo>
                  <a:pt x="4411623" y="94748"/>
                </a:lnTo>
                <a:lnTo>
                  <a:pt x="4536957" y="0"/>
                </a:lnTo>
              </a:path>
            </a:pathLst>
          </a:custGeom>
          <a:noFill/>
          <a:ln w="40075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path 24"/>
          <p:cNvSpPr/>
          <p:nvPr/>
        </p:nvSpPr>
        <p:spPr>
          <a:xfrm>
            <a:off x="6588324" y="2038677"/>
            <a:ext cx="4536957" cy="2343645"/>
          </a:xfrm>
          <a:custGeom>
            <a:avLst/>
            <a:gdLst/>
            <a:ahLst/>
            <a:cxnLst/>
            <a:rect l="l" t="t" r="r" b="b"/>
            <a:pathLst>
              <a:path w="4536957" h="2343645">
                <a:moveTo>
                  <a:pt x="0" y="45597"/>
                </a:moveTo>
                <a:lnTo>
                  <a:pt x="522884" y="564965"/>
                </a:lnTo>
                <a:lnTo>
                  <a:pt x="1133671" y="1186102"/>
                </a:lnTo>
                <a:lnTo>
                  <a:pt x="1953727" y="2035333"/>
                </a:lnTo>
                <a:lnTo>
                  <a:pt x="2249763" y="2343645"/>
                </a:lnTo>
                <a:lnTo>
                  <a:pt x="2253166" y="2340084"/>
                </a:lnTo>
                <a:lnTo>
                  <a:pt x="3437312" y="1107960"/>
                </a:lnTo>
                <a:lnTo>
                  <a:pt x="4075889" y="458140"/>
                </a:lnTo>
                <a:lnTo>
                  <a:pt x="4536957" y="0"/>
                </a:lnTo>
              </a:path>
            </a:pathLst>
          </a:custGeom>
          <a:noFill/>
          <a:ln w="66791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path 25"/>
          <p:cNvSpPr/>
          <p:nvPr/>
        </p:nvSpPr>
        <p:spPr>
          <a:xfrm>
            <a:off x="6588324" y="4057035"/>
            <a:ext cx="4536957" cy="0"/>
          </a:xfrm>
          <a:custGeom>
            <a:avLst/>
            <a:gdLst/>
            <a:ahLst/>
            <a:cxnLst/>
            <a:rect l="l" t="t" r="r" b="b"/>
            <a:pathLst>
              <a:path w="4536957" h="0">
                <a:moveTo>
                  <a:pt x="0" y="0"/>
                </a:moveTo>
                <a:lnTo>
                  <a:pt x="4536957" y="0"/>
                </a:lnTo>
              </a:path>
            </a:pathLst>
          </a:custGeom>
          <a:noFill/>
          <a:ln w="31169">
            <a:solidFill>
              <a:srgbClr val="2B2B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6"/>
          <p:cNvSpPr/>
          <p:nvPr/>
        </p:nvSpPr>
        <p:spPr>
          <a:xfrm>
            <a:off x="6588324" y="1756182"/>
            <a:ext cx="0" cy="3823170"/>
          </a:xfrm>
          <a:custGeom>
            <a:avLst/>
            <a:gdLst/>
            <a:ahLst/>
            <a:cxnLst/>
            <a:rect l="l" t="t" r="r" b="b"/>
            <a:pathLst>
              <a:path w="0" h="3823170">
                <a:moveTo>
                  <a:pt x="0" y="3823170"/>
                </a:moveTo>
                <a:lnTo>
                  <a:pt x="0" y="0"/>
                </a:lnTo>
              </a:path>
            </a:pathLst>
          </a:custGeom>
          <a:noFill/>
          <a:ln w="26716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7"/>
          <p:cNvSpPr/>
          <p:nvPr/>
        </p:nvSpPr>
        <p:spPr>
          <a:xfrm>
            <a:off x="6588324" y="5579352"/>
            <a:ext cx="4536957" cy="0"/>
          </a:xfrm>
          <a:custGeom>
            <a:avLst/>
            <a:gdLst/>
            <a:ahLst/>
            <a:cxnLst/>
            <a:rect l="l" t="t" r="r" b="b"/>
            <a:pathLst>
              <a:path w="4536957" h="0">
                <a:moveTo>
                  <a:pt x="0" y="0"/>
                </a:moveTo>
                <a:lnTo>
                  <a:pt x="4536957" y="0"/>
                </a:lnTo>
              </a:path>
            </a:pathLst>
          </a:custGeom>
          <a:noFill/>
          <a:ln w="26716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0003" y="1983256"/>
            <a:ext cx="2829271" cy="363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84" b="0" i="0">
                <a:solidFill>
                  <a:srgbClr val="2B2B2B"/>
                </a:solidFill>
                <a:latin typeface="Times New Roman"/>
              </a:rPr>
              <a:t>5.5° assembly window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084" y="1197383"/>
            <a:ext cx="2898947" cy="427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4" b="0" i="0">
                <a:solidFill>
                  <a:srgbClr val="2B2B2B"/>
                </a:solidFill>
                <a:latin typeface="Times New Roman"/>
              </a:rPr>
              <a:t>(b) Admissible yaw</a:t>
            </a:r>
          </a:p>
        </p:txBody>
      </p:sp>
      <p:sp>
        <p:nvSpPr>
          <p:cNvPr id="42" name="Editable path 28"/>
          <p:cNvSpPr/>
          <p:nvPr/>
        </p:nvSpPr>
        <p:spPr>
          <a:xfrm>
            <a:off x="6266224" y="548640"/>
            <a:ext cx="423906" cy="0"/>
          </a:xfrm>
          <a:custGeom>
            <a:avLst/>
            <a:gdLst/>
            <a:ahLst/>
            <a:cxnLst/>
            <a:rect l="l" t="t" r="r" b="b"/>
            <a:pathLst>
              <a:path w="423906" h="0">
                <a:moveTo>
                  <a:pt x="0" y="0"/>
                </a:moveTo>
                <a:lnTo>
                  <a:pt x="211953" y="0"/>
                </a:lnTo>
                <a:lnTo>
                  <a:pt x="423906" y="0"/>
                </a:lnTo>
              </a:path>
            </a:pathLst>
          </a:custGeom>
          <a:noFill/>
          <a:ln w="40075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32362" y="406729"/>
            <a:ext cx="1496993" cy="363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84" b="0" i="0">
                <a:solidFill>
                  <a:srgbClr val="2B2B2B"/>
                </a:solidFill>
                <a:latin typeface="Times New Roman"/>
              </a:rPr>
              <a:t>Object only</a:t>
            </a:r>
          </a:p>
        </p:txBody>
      </p:sp>
      <p:sp>
        <p:nvSpPr>
          <p:cNvPr id="44" name="Editable path 29"/>
          <p:cNvSpPr/>
          <p:nvPr/>
        </p:nvSpPr>
        <p:spPr>
          <a:xfrm>
            <a:off x="8585574" y="548640"/>
            <a:ext cx="423906" cy="0"/>
          </a:xfrm>
          <a:custGeom>
            <a:avLst/>
            <a:gdLst/>
            <a:ahLst/>
            <a:cxnLst/>
            <a:rect l="l" t="t" r="r" b="b"/>
            <a:pathLst>
              <a:path w="423906" h="0">
                <a:moveTo>
                  <a:pt x="0" y="0"/>
                </a:moveTo>
                <a:lnTo>
                  <a:pt x="211952" y="0"/>
                </a:lnTo>
                <a:lnTo>
                  <a:pt x="423906" y="0"/>
                </a:lnTo>
              </a:path>
            </a:pathLst>
          </a:custGeom>
          <a:noFill/>
          <a:ln w="66791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51711" y="406729"/>
            <a:ext cx="1286857" cy="363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84" b="0" i="0">
                <a:solidFill>
                  <a:srgbClr val="2B2B2B"/>
                </a:solidFill>
                <a:latin typeface="Times New Roman"/>
              </a:rPr>
              <a:t>Assembly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305624" y="0"/>
            <a:ext cx="11580751" cy="6858000"/>
          </a:xfrm>
          <a:custGeom>
            <a:avLst/>
            <a:gdLst/>
            <a:ahLst/>
            <a:cxnLst/>
            <a:rect l="l" t="t" r="r" b="b"/>
            <a:pathLst>
              <a:path w="11580751" h="6858000">
                <a:moveTo>
                  <a:pt x="0" y="0"/>
                </a:moveTo>
                <a:lnTo>
                  <a:pt x="11580751" y="0"/>
                </a:lnTo>
                <a:lnTo>
                  <a:pt x="1158075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540094" y="1735004"/>
            <a:ext cx="3451742" cy="3755235"/>
          </a:xfrm>
          <a:custGeom>
            <a:avLst/>
            <a:gdLst/>
            <a:ahLst/>
            <a:cxnLst/>
            <a:rect l="l" t="t" r="r" b="b"/>
            <a:pathLst>
              <a:path w="3451742" h="3755235">
                <a:moveTo>
                  <a:pt x="0" y="0"/>
                </a:moveTo>
                <a:lnTo>
                  <a:pt x="3451742" y="0"/>
                </a:lnTo>
                <a:lnTo>
                  <a:pt x="3451742" y="3755235"/>
                </a:lnTo>
                <a:lnTo>
                  <a:pt x="0" y="37552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540094" y="5490239"/>
            <a:ext cx="0" cy="95314"/>
          </a:xfrm>
          <a:custGeom>
            <a:avLst/>
            <a:gdLst/>
            <a:ahLst/>
            <a:cxnLst/>
            <a:rect l="l" t="t" r="r" b="b"/>
            <a:pathLst>
              <a:path w="0" h="95314">
                <a:moveTo>
                  <a:pt x="0" y="0"/>
                </a:moveTo>
                <a:lnTo>
                  <a:pt x="0" y="95314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56693" y="5635617"/>
            <a:ext cx="250200" cy="40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6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6" name="Editable path 4"/>
          <p:cNvSpPr/>
          <p:nvPr/>
        </p:nvSpPr>
        <p:spPr>
          <a:xfrm>
            <a:off x="3265965" y="5490239"/>
            <a:ext cx="0" cy="95314"/>
          </a:xfrm>
          <a:custGeom>
            <a:avLst/>
            <a:gdLst/>
            <a:ahLst/>
            <a:cxnLst/>
            <a:rect l="l" t="t" r="r" b="b"/>
            <a:pathLst>
              <a:path w="0" h="95314">
                <a:moveTo>
                  <a:pt x="0" y="0"/>
                </a:moveTo>
                <a:lnTo>
                  <a:pt x="0" y="95314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9164" y="5635617"/>
            <a:ext cx="417000" cy="40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6" b="0" i="0">
                <a:solidFill>
                  <a:srgbClr val="2B2B2B"/>
                </a:solidFill>
                <a:latin typeface="Times New Roman"/>
              </a:rPr>
              <a:t>90</a:t>
            </a:r>
          </a:p>
        </p:txBody>
      </p:sp>
      <p:sp>
        <p:nvSpPr>
          <p:cNvPr id="8" name="Editable path 5"/>
          <p:cNvSpPr/>
          <p:nvPr/>
        </p:nvSpPr>
        <p:spPr>
          <a:xfrm>
            <a:off x="4991836" y="5490239"/>
            <a:ext cx="0" cy="95314"/>
          </a:xfrm>
          <a:custGeom>
            <a:avLst/>
            <a:gdLst/>
            <a:ahLst/>
            <a:cxnLst/>
            <a:rect l="l" t="t" r="r" b="b"/>
            <a:pathLst>
              <a:path w="0" h="95314">
                <a:moveTo>
                  <a:pt x="0" y="0"/>
                </a:moveTo>
                <a:lnTo>
                  <a:pt x="0" y="95314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1635" y="5635617"/>
            <a:ext cx="583800" cy="40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6" b="0" i="0">
                <a:solidFill>
                  <a:srgbClr val="2B2B2B"/>
                </a:solidFill>
                <a:latin typeface="Times New Roman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4774" y="6120086"/>
            <a:ext cx="1397690" cy="457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2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11" name="Editable path 6"/>
          <p:cNvSpPr/>
          <p:nvPr/>
        </p:nvSpPr>
        <p:spPr>
          <a:xfrm>
            <a:off x="1540094" y="5490239"/>
            <a:ext cx="3451742" cy="0"/>
          </a:xfrm>
          <a:custGeom>
            <a:avLst/>
            <a:gdLst/>
            <a:ahLst/>
            <a:cxnLst/>
            <a:rect l="l" t="t" r="r" b="b"/>
            <a:pathLst>
              <a:path w="3451742" h="0">
                <a:moveTo>
                  <a:pt x="0" y="0"/>
                </a:moveTo>
                <a:lnTo>
                  <a:pt x="3451742" y="0"/>
                </a:lnTo>
              </a:path>
            </a:pathLst>
          </a:custGeom>
          <a:noFill/>
          <a:ln w="26211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7"/>
          <p:cNvSpPr/>
          <p:nvPr/>
        </p:nvSpPr>
        <p:spPr>
          <a:xfrm>
            <a:off x="1444779" y="5490239"/>
            <a:ext cx="95315" cy="0"/>
          </a:xfrm>
          <a:custGeom>
            <a:avLst/>
            <a:gdLst/>
            <a:ahLst/>
            <a:cxnLst/>
            <a:rect l="l" t="t" r="r" b="b"/>
            <a:pathLst>
              <a:path w="95315" h="0">
                <a:moveTo>
                  <a:pt x="95315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2664" y="5331058"/>
            <a:ext cx="250200" cy="40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6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4" name="Editable path 8"/>
          <p:cNvSpPr/>
          <p:nvPr/>
        </p:nvSpPr>
        <p:spPr>
          <a:xfrm>
            <a:off x="1540094" y="3612622"/>
            <a:ext cx="3451742" cy="0"/>
          </a:xfrm>
          <a:custGeom>
            <a:avLst/>
            <a:gdLst/>
            <a:ahLst/>
            <a:cxnLst/>
            <a:rect l="l" t="t" r="r" b="b"/>
            <a:pathLst>
              <a:path w="3451742" h="0">
                <a:moveTo>
                  <a:pt x="0" y="0"/>
                </a:moveTo>
                <a:lnTo>
                  <a:pt x="3451742" y="0"/>
                </a:lnTo>
              </a:path>
            </a:pathLst>
          </a:custGeom>
          <a:noFill/>
          <a:ln w="26211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path 9"/>
          <p:cNvSpPr/>
          <p:nvPr/>
        </p:nvSpPr>
        <p:spPr>
          <a:xfrm>
            <a:off x="1444779" y="3612622"/>
            <a:ext cx="95315" cy="0"/>
          </a:xfrm>
          <a:custGeom>
            <a:avLst/>
            <a:gdLst/>
            <a:ahLst/>
            <a:cxnLst/>
            <a:rect l="l" t="t" r="r" b="b"/>
            <a:pathLst>
              <a:path w="95315" h="0">
                <a:moveTo>
                  <a:pt x="95315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2664" y="3453441"/>
            <a:ext cx="250200" cy="40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6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17" name="Editable path 10"/>
          <p:cNvSpPr/>
          <p:nvPr/>
        </p:nvSpPr>
        <p:spPr>
          <a:xfrm>
            <a:off x="1540094" y="1735004"/>
            <a:ext cx="3451742" cy="0"/>
          </a:xfrm>
          <a:custGeom>
            <a:avLst/>
            <a:gdLst/>
            <a:ahLst/>
            <a:cxnLst/>
            <a:rect l="l" t="t" r="r" b="b"/>
            <a:pathLst>
              <a:path w="3451742" h="0">
                <a:moveTo>
                  <a:pt x="0" y="0"/>
                </a:moveTo>
                <a:lnTo>
                  <a:pt x="3451742" y="0"/>
                </a:lnTo>
              </a:path>
            </a:pathLst>
          </a:custGeom>
          <a:noFill/>
          <a:ln w="26211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1"/>
          <p:cNvSpPr/>
          <p:nvPr/>
        </p:nvSpPr>
        <p:spPr>
          <a:xfrm>
            <a:off x="1444779" y="1735004"/>
            <a:ext cx="95315" cy="0"/>
          </a:xfrm>
          <a:custGeom>
            <a:avLst/>
            <a:gdLst/>
            <a:ahLst/>
            <a:cxnLst/>
            <a:rect l="l" t="t" r="r" b="b"/>
            <a:pathLst>
              <a:path w="95315" h="0">
                <a:moveTo>
                  <a:pt x="95315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2664" y="1575824"/>
            <a:ext cx="250200" cy="40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6" b="0" i="0">
                <a:solidFill>
                  <a:srgbClr val="2B2B2B"/>
                </a:solidFill>
                <a:latin typeface="Times New Roman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-532221" y="3375690"/>
            <a:ext cx="2827025" cy="457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2" b="0" i="0">
                <a:solidFill>
                  <a:srgbClr val="2B2B2B"/>
                </a:solidFill>
                <a:latin typeface="Times New Roman"/>
              </a:rPr>
              <a:t>Goal distance (m)</a:t>
            </a:r>
          </a:p>
        </p:txBody>
      </p:sp>
      <p:sp>
        <p:nvSpPr>
          <p:cNvPr id="21" name="Editable path 12"/>
          <p:cNvSpPr/>
          <p:nvPr/>
        </p:nvSpPr>
        <p:spPr>
          <a:xfrm>
            <a:off x="1540094" y="2210520"/>
            <a:ext cx="3451742" cy="1013734"/>
          </a:xfrm>
          <a:custGeom>
            <a:avLst/>
            <a:gdLst/>
            <a:ahLst/>
            <a:cxnLst/>
            <a:rect l="l" t="t" r="r" b="b"/>
            <a:pathLst>
              <a:path w="3451742" h="1013734">
                <a:moveTo>
                  <a:pt x="0" y="0"/>
                </a:moveTo>
                <a:lnTo>
                  <a:pt x="189846" y="5162"/>
                </a:lnTo>
                <a:lnTo>
                  <a:pt x="216693" y="23300"/>
                </a:lnTo>
                <a:lnTo>
                  <a:pt x="425715" y="207663"/>
                </a:lnTo>
                <a:lnTo>
                  <a:pt x="487079" y="272558"/>
                </a:lnTo>
                <a:lnTo>
                  <a:pt x="527349" y="330078"/>
                </a:lnTo>
                <a:lnTo>
                  <a:pt x="567620" y="407542"/>
                </a:lnTo>
                <a:lnTo>
                  <a:pt x="619396" y="533677"/>
                </a:lnTo>
                <a:lnTo>
                  <a:pt x="745960" y="871879"/>
                </a:lnTo>
                <a:lnTo>
                  <a:pt x="803489" y="1013734"/>
                </a:lnTo>
                <a:lnTo>
                  <a:pt x="813077" y="1013250"/>
                </a:lnTo>
                <a:lnTo>
                  <a:pt x="838006" y="1009021"/>
                </a:lnTo>
                <a:lnTo>
                  <a:pt x="889782" y="1006511"/>
                </a:lnTo>
                <a:lnTo>
                  <a:pt x="2740300" y="1007665"/>
                </a:lnTo>
                <a:lnTo>
                  <a:pt x="2751806" y="1009390"/>
                </a:lnTo>
                <a:lnTo>
                  <a:pt x="2778652" y="1007278"/>
                </a:lnTo>
                <a:lnTo>
                  <a:pt x="2809335" y="1007658"/>
                </a:lnTo>
                <a:lnTo>
                  <a:pt x="3114239" y="1007678"/>
                </a:lnTo>
                <a:lnTo>
                  <a:pt x="3169850" y="1006644"/>
                </a:lnTo>
                <a:lnTo>
                  <a:pt x="3271485" y="1008279"/>
                </a:lnTo>
                <a:lnTo>
                  <a:pt x="3321343" y="1006369"/>
                </a:lnTo>
                <a:lnTo>
                  <a:pt x="3375037" y="1006086"/>
                </a:lnTo>
                <a:lnTo>
                  <a:pt x="3451742" y="1006733"/>
                </a:lnTo>
              </a:path>
            </a:pathLst>
          </a:custGeom>
          <a:noFill/>
          <a:ln w="71485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13"/>
          <p:cNvSpPr/>
          <p:nvPr/>
        </p:nvSpPr>
        <p:spPr>
          <a:xfrm>
            <a:off x="1540094" y="2210520"/>
            <a:ext cx="3451742" cy="3279585"/>
          </a:xfrm>
          <a:custGeom>
            <a:avLst/>
            <a:gdLst/>
            <a:ahLst/>
            <a:cxnLst/>
            <a:rect l="l" t="t" r="r" b="b"/>
            <a:pathLst>
              <a:path w="3451742" h="3279585">
                <a:moveTo>
                  <a:pt x="0" y="0"/>
                </a:moveTo>
                <a:lnTo>
                  <a:pt x="189846" y="5158"/>
                </a:lnTo>
                <a:lnTo>
                  <a:pt x="216693" y="23300"/>
                </a:lnTo>
                <a:lnTo>
                  <a:pt x="425715" y="207662"/>
                </a:lnTo>
                <a:lnTo>
                  <a:pt x="488997" y="274460"/>
                </a:lnTo>
                <a:lnTo>
                  <a:pt x="529267" y="332636"/>
                </a:lnTo>
                <a:lnTo>
                  <a:pt x="569537" y="410921"/>
                </a:lnTo>
                <a:lnTo>
                  <a:pt x="623231" y="542631"/>
                </a:lnTo>
                <a:lnTo>
                  <a:pt x="1154416" y="1988399"/>
                </a:lnTo>
                <a:lnTo>
                  <a:pt x="1392203" y="2624830"/>
                </a:lnTo>
                <a:lnTo>
                  <a:pt x="1447814" y="2717469"/>
                </a:lnTo>
                <a:lnTo>
                  <a:pt x="1537943" y="2842010"/>
                </a:lnTo>
                <a:lnTo>
                  <a:pt x="1683683" y="3027537"/>
                </a:lnTo>
                <a:lnTo>
                  <a:pt x="1881199" y="3260460"/>
                </a:lnTo>
                <a:lnTo>
                  <a:pt x="1909964" y="3275439"/>
                </a:lnTo>
                <a:lnTo>
                  <a:pt x="1944481" y="3279402"/>
                </a:lnTo>
                <a:lnTo>
                  <a:pt x="3342437" y="3279394"/>
                </a:lnTo>
                <a:lnTo>
                  <a:pt x="3407637" y="3279585"/>
                </a:lnTo>
                <a:lnTo>
                  <a:pt x="3451742" y="3279573"/>
                </a:lnTo>
              </a:path>
            </a:pathLst>
          </a:custGeom>
          <a:noFill/>
          <a:ln w="7148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4"/>
          <p:cNvSpPr/>
          <p:nvPr/>
        </p:nvSpPr>
        <p:spPr>
          <a:xfrm>
            <a:off x="1540094" y="1735004"/>
            <a:ext cx="0" cy="3755235"/>
          </a:xfrm>
          <a:custGeom>
            <a:avLst/>
            <a:gdLst/>
            <a:ahLst/>
            <a:cxnLst/>
            <a:rect l="l" t="t" r="r" b="b"/>
            <a:pathLst>
              <a:path w="0" h="3755235">
                <a:moveTo>
                  <a:pt x="0" y="3755235"/>
                </a:moveTo>
                <a:lnTo>
                  <a:pt x="0" y="0"/>
                </a:lnTo>
              </a:path>
            </a:pathLst>
          </a:custGeom>
          <a:noFill/>
          <a:ln w="2859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5"/>
          <p:cNvSpPr/>
          <p:nvPr/>
        </p:nvSpPr>
        <p:spPr>
          <a:xfrm>
            <a:off x="1540094" y="5490239"/>
            <a:ext cx="3451742" cy="0"/>
          </a:xfrm>
          <a:custGeom>
            <a:avLst/>
            <a:gdLst/>
            <a:ahLst/>
            <a:cxnLst/>
            <a:rect l="l" t="t" r="r" b="b"/>
            <a:pathLst>
              <a:path w="3451742" h="0">
                <a:moveTo>
                  <a:pt x="0" y="0"/>
                </a:moveTo>
                <a:lnTo>
                  <a:pt x="3451742" y="0"/>
                </a:lnTo>
              </a:path>
            </a:pathLst>
          </a:custGeom>
          <a:noFill/>
          <a:ln w="2859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96488" y="1811569"/>
            <a:ext cx="2453206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Same seed + 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243" y="1184591"/>
            <a:ext cx="3579246" cy="457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2" b="0" i="0">
                <a:solidFill>
                  <a:srgbClr val="2B2B2B"/>
                </a:solidFill>
                <a:latin typeface="Times New Roman"/>
              </a:rPr>
              <a:t>(a) MPC stall recovery</a:t>
            </a:r>
          </a:p>
        </p:txBody>
      </p:sp>
      <p:sp>
        <p:nvSpPr>
          <p:cNvPr id="27" name="Editable path 16"/>
          <p:cNvSpPr/>
          <p:nvPr/>
        </p:nvSpPr>
        <p:spPr>
          <a:xfrm>
            <a:off x="1496147" y="586958"/>
            <a:ext cx="383164" cy="0"/>
          </a:xfrm>
          <a:custGeom>
            <a:avLst/>
            <a:gdLst/>
            <a:ahLst/>
            <a:cxnLst/>
            <a:rect l="l" t="t" r="r" b="b"/>
            <a:pathLst>
              <a:path w="383164" h="0">
                <a:moveTo>
                  <a:pt x="0" y="0"/>
                </a:moveTo>
                <a:lnTo>
                  <a:pt x="191582" y="0"/>
                </a:lnTo>
                <a:lnTo>
                  <a:pt x="383164" y="0"/>
                </a:lnTo>
              </a:path>
            </a:pathLst>
          </a:custGeom>
          <a:noFill/>
          <a:ln w="71485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43171" y="437308"/>
            <a:ext cx="1144063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Original</a:t>
            </a:r>
          </a:p>
        </p:txBody>
      </p:sp>
      <p:sp>
        <p:nvSpPr>
          <p:cNvPr id="29" name="Editable path 17"/>
          <p:cNvSpPr/>
          <p:nvPr/>
        </p:nvSpPr>
        <p:spPr>
          <a:xfrm>
            <a:off x="3207040" y="586958"/>
            <a:ext cx="383164" cy="0"/>
          </a:xfrm>
          <a:custGeom>
            <a:avLst/>
            <a:gdLst/>
            <a:ahLst/>
            <a:cxnLst/>
            <a:rect l="l" t="t" r="r" b="b"/>
            <a:pathLst>
              <a:path w="383164" h="0">
                <a:moveTo>
                  <a:pt x="0" y="0"/>
                </a:moveTo>
                <a:lnTo>
                  <a:pt x="191582" y="0"/>
                </a:lnTo>
                <a:lnTo>
                  <a:pt x="383164" y="0"/>
                </a:lnTo>
              </a:path>
            </a:pathLst>
          </a:custGeom>
          <a:noFill/>
          <a:ln w="7148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4064" y="437308"/>
            <a:ext cx="1108620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Aligned</a:t>
            </a:r>
          </a:p>
        </p:txBody>
      </p:sp>
      <p:sp>
        <p:nvSpPr>
          <p:cNvPr id="31" name="Editable path 18"/>
          <p:cNvSpPr/>
          <p:nvPr/>
        </p:nvSpPr>
        <p:spPr>
          <a:xfrm>
            <a:off x="7746327" y="1735004"/>
            <a:ext cx="3796917" cy="3755235"/>
          </a:xfrm>
          <a:custGeom>
            <a:avLst/>
            <a:gdLst/>
            <a:ahLst/>
            <a:cxnLst/>
            <a:rect l="l" t="t" r="r" b="b"/>
            <a:pathLst>
              <a:path w="3796917" h="3755235">
                <a:moveTo>
                  <a:pt x="0" y="0"/>
                </a:moveTo>
                <a:lnTo>
                  <a:pt x="3796917" y="0"/>
                </a:lnTo>
                <a:lnTo>
                  <a:pt x="3796917" y="3755235"/>
                </a:lnTo>
                <a:lnTo>
                  <a:pt x="0" y="37552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19"/>
          <p:cNvSpPr/>
          <p:nvPr/>
        </p:nvSpPr>
        <p:spPr>
          <a:xfrm>
            <a:off x="7746327" y="1735004"/>
            <a:ext cx="0" cy="3755235"/>
          </a:xfrm>
          <a:custGeom>
            <a:avLst/>
            <a:gdLst/>
            <a:ahLst/>
            <a:cxnLst/>
            <a:rect l="l" t="t" r="r" b="b"/>
            <a:pathLst>
              <a:path w="0" h="3755235">
                <a:moveTo>
                  <a:pt x="0" y="3755235"/>
                </a:moveTo>
                <a:lnTo>
                  <a:pt x="0" y="0"/>
                </a:lnTo>
              </a:path>
            </a:pathLst>
          </a:custGeom>
          <a:noFill/>
          <a:ln w="2859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0"/>
          <p:cNvSpPr/>
          <p:nvPr/>
        </p:nvSpPr>
        <p:spPr>
          <a:xfrm>
            <a:off x="7746327" y="5490239"/>
            <a:ext cx="0" cy="71485"/>
          </a:xfrm>
          <a:custGeom>
            <a:avLst/>
            <a:gdLst/>
            <a:ahLst/>
            <a:cxnLst/>
            <a:rect l="l" t="t" r="r" b="b"/>
            <a:pathLst>
              <a:path w="0" h="71485">
                <a:moveTo>
                  <a:pt x="0" y="0"/>
                </a:moveTo>
                <a:lnTo>
                  <a:pt x="0" y="71485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65905" y="5623494"/>
            <a:ext cx="239477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5" name="Editable path 21"/>
          <p:cNvSpPr/>
          <p:nvPr/>
        </p:nvSpPr>
        <p:spPr>
          <a:xfrm>
            <a:off x="9433845" y="1735004"/>
            <a:ext cx="0" cy="3755235"/>
          </a:xfrm>
          <a:custGeom>
            <a:avLst/>
            <a:gdLst/>
            <a:ahLst/>
            <a:cxnLst/>
            <a:rect l="l" t="t" r="r" b="b"/>
            <a:pathLst>
              <a:path w="0" h="3755235">
                <a:moveTo>
                  <a:pt x="0" y="3755235"/>
                </a:moveTo>
                <a:lnTo>
                  <a:pt x="0" y="0"/>
                </a:lnTo>
              </a:path>
            </a:pathLst>
          </a:custGeom>
          <a:noFill/>
          <a:ln w="2859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path 22"/>
          <p:cNvSpPr/>
          <p:nvPr/>
        </p:nvSpPr>
        <p:spPr>
          <a:xfrm>
            <a:off x="9433845" y="5490239"/>
            <a:ext cx="0" cy="71485"/>
          </a:xfrm>
          <a:custGeom>
            <a:avLst/>
            <a:gdLst/>
            <a:ahLst/>
            <a:cxnLst/>
            <a:rect l="l" t="t" r="r" b="b"/>
            <a:pathLst>
              <a:path w="0" h="71485">
                <a:moveTo>
                  <a:pt x="0" y="0"/>
                </a:moveTo>
                <a:lnTo>
                  <a:pt x="0" y="71485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73001" y="5623494"/>
            <a:ext cx="399129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60</a:t>
            </a:r>
          </a:p>
        </p:txBody>
      </p:sp>
      <p:sp>
        <p:nvSpPr>
          <p:cNvPr id="38" name="Editable path 23"/>
          <p:cNvSpPr/>
          <p:nvPr/>
        </p:nvSpPr>
        <p:spPr>
          <a:xfrm>
            <a:off x="11121364" y="1735004"/>
            <a:ext cx="0" cy="3755235"/>
          </a:xfrm>
          <a:custGeom>
            <a:avLst/>
            <a:gdLst/>
            <a:ahLst/>
            <a:cxnLst/>
            <a:rect l="l" t="t" r="r" b="b"/>
            <a:pathLst>
              <a:path w="0" h="3755235">
                <a:moveTo>
                  <a:pt x="0" y="3755235"/>
                </a:moveTo>
                <a:lnTo>
                  <a:pt x="0" y="0"/>
                </a:lnTo>
              </a:path>
            </a:pathLst>
          </a:custGeom>
          <a:noFill/>
          <a:ln w="2859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4"/>
          <p:cNvSpPr/>
          <p:nvPr/>
        </p:nvSpPr>
        <p:spPr>
          <a:xfrm>
            <a:off x="11121364" y="5490239"/>
            <a:ext cx="0" cy="71485"/>
          </a:xfrm>
          <a:custGeom>
            <a:avLst/>
            <a:gdLst/>
            <a:ahLst/>
            <a:cxnLst/>
            <a:rect l="l" t="t" r="r" b="b"/>
            <a:pathLst>
              <a:path w="0" h="71485">
                <a:moveTo>
                  <a:pt x="0" y="0"/>
                </a:moveTo>
                <a:lnTo>
                  <a:pt x="0" y="71485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0099" y="5623494"/>
            <a:ext cx="558780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120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2080" y="6096258"/>
            <a:ext cx="2541462" cy="457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2" b="0" i="0">
                <a:solidFill>
                  <a:srgbClr val="2B2B2B"/>
                </a:solidFill>
                <a:latin typeface="Times New Roman"/>
              </a:rPr>
              <a:t>Time to goal (s)</a:t>
            </a:r>
          </a:p>
        </p:txBody>
      </p:sp>
      <p:sp>
        <p:nvSpPr>
          <p:cNvPr id="42" name="Editable path 25"/>
          <p:cNvSpPr/>
          <p:nvPr/>
        </p:nvSpPr>
        <p:spPr>
          <a:xfrm>
            <a:off x="7674841" y="1955900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1697" y="1808425"/>
            <a:ext cx="931407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Living</a:t>
            </a:r>
          </a:p>
        </p:txBody>
      </p:sp>
      <p:sp>
        <p:nvSpPr>
          <p:cNvPr id="44" name="Editable path 26"/>
          <p:cNvSpPr/>
          <p:nvPr/>
        </p:nvSpPr>
        <p:spPr>
          <a:xfrm>
            <a:off x="7674841" y="2324060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139" y="2176585"/>
            <a:ext cx="1268271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Bedroom</a:t>
            </a:r>
          </a:p>
        </p:txBody>
      </p:sp>
      <p:sp>
        <p:nvSpPr>
          <p:cNvPr id="46" name="Editable path 27"/>
          <p:cNvSpPr/>
          <p:nvPr/>
        </p:nvSpPr>
        <p:spPr>
          <a:xfrm>
            <a:off x="7674841" y="2692221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85954" y="2544745"/>
            <a:ext cx="966850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Dining</a:t>
            </a:r>
          </a:p>
        </p:txBody>
      </p:sp>
      <p:sp>
        <p:nvSpPr>
          <p:cNvPr id="48" name="Editable path 28"/>
          <p:cNvSpPr/>
          <p:nvPr/>
        </p:nvSpPr>
        <p:spPr>
          <a:xfrm>
            <a:off x="7674841" y="3060381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82540" y="2912905"/>
            <a:ext cx="771436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Dock</a:t>
            </a:r>
          </a:p>
        </p:txBody>
      </p:sp>
      <p:sp>
        <p:nvSpPr>
          <p:cNvPr id="50" name="Editable path 29"/>
          <p:cNvSpPr/>
          <p:nvPr/>
        </p:nvSpPr>
        <p:spPr>
          <a:xfrm>
            <a:off x="7674841" y="3428541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82540" y="3281066"/>
            <a:ext cx="771436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Crate</a:t>
            </a:r>
          </a:p>
        </p:txBody>
      </p:sp>
      <p:sp>
        <p:nvSpPr>
          <p:cNvPr id="52" name="Editable path 30"/>
          <p:cNvSpPr/>
          <p:nvPr/>
        </p:nvSpPr>
        <p:spPr>
          <a:xfrm>
            <a:off x="7674841" y="3796702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63924" y="3649226"/>
            <a:ext cx="789636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Panel</a:t>
            </a:r>
          </a:p>
        </p:txBody>
      </p:sp>
      <p:sp>
        <p:nvSpPr>
          <p:cNvPr id="54" name="Editable path 31"/>
          <p:cNvSpPr/>
          <p:nvPr/>
        </p:nvSpPr>
        <p:spPr>
          <a:xfrm>
            <a:off x="7674841" y="4164862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8925" y="4017386"/>
            <a:ext cx="824760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Beam</a:t>
            </a:r>
          </a:p>
        </p:txBody>
      </p:sp>
      <p:sp>
        <p:nvSpPr>
          <p:cNvPr id="56" name="Editable path 32"/>
          <p:cNvSpPr/>
          <p:nvPr/>
        </p:nvSpPr>
        <p:spPr>
          <a:xfrm>
            <a:off x="7674841" y="4533022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57440" y="4385546"/>
            <a:ext cx="895325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Office</a:t>
            </a:r>
          </a:p>
        </p:txBody>
      </p:sp>
      <p:sp>
        <p:nvSpPr>
          <p:cNvPr id="58" name="Editable path 33"/>
          <p:cNvSpPr/>
          <p:nvPr/>
        </p:nvSpPr>
        <p:spPr>
          <a:xfrm>
            <a:off x="7674841" y="4901182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03425" y="4753706"/>
            <a:ext cx="1445485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Apartment</a:t>
            </a:r>
          </a:p>
        </p:txBody>
      </p:sp>
      <p:sp>
        <p:nvSpPr>
          <p:cNvPr id="60" name="Editable path 34"/>
          <p:cNvSpPr/>
          <p:nvPr/>
        </p:nvSpPr>
        <p:spPr>
          <a:xfrm>
            <a:off x="7674841" y="5269342"/>
            <a:ext cx="71486" cy="0"/>
          </a:xfrm>
          <a:custGeom>
            <a:avLst/>
            <a:gdLst/>
            <a:ahLst/>
            <a:cxnLst/>
            <a:rect l="l" t="t" r="r" b="b"/>
            <a:pathLst>
              <a:path w="71486" h="0">
                <a:moveTo>
                  <a:pt x="71486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81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93183" y="5121867"/>
            <a:ext cx="859882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Arena</a:t>
            </a:r>
          </a:p>
        </p:txBody>
      </p:sp>
      <p:sp>
        <p:nvSpPr>
          <p:cNvPr id="62" name="Editable path 35"/>
          <p:cNvSpPr/>
          <p:nvPr/>
        </p:nvSpPr>
        <p:spPr>
          <a:xfrm>
            <a:off x="7746327" y="1735004"/>
            <a:ext cx="0" cy="3755235"/>
          </a:xfrm>
          <a:custGeom>
            <a:avLst/>
            <a:gdLst/>
            <a:ahLst/>
            <a:cxnLst/>
            <a:rect l="l" t="t" r="r" b="b"/>
            <a:pathLst>
              <a:path w="0" h="3755235">
                <a:moveTo>
                  <a:pt x="0" y="3755235"/>
                </a:moveTo>
                <a:lnTo>
                  <a:pt x="0" y="0"/>
                </a:lnTo>
              </a:path>
            </a:pathLst>
          </a:custGeom>
          <a:noFill/>
          <a:ln w="2859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36"/>
          <p:cNvSpPr/>
          <p:nvPr/>
        </p:nvSpPr>
        <p:spPr>
          <a:xfrm>
            <a:off x="7746327" y="5490239"/>
            <a:ext cx="3796917" cy="0"/>
          </a:xfrm>
          <a:custGeom>
            <a:avLst/>
            <a:gdLst/>
            <a:ahLst/>
            <a:cxnLst/>
            <a:rect l="l" t="t" r="r" b="b"/>
            <a:pathLst>
              <a:path w="3796917" h="0">
                <a:moveTo>
                  <a:pt x="0" y="0"/>
                </a:moveTo>
                <a:lnTo>
                  <a:pt x="3796917" y="0"/>
                </a:lnTo>
              </a:path>
            </a:pathLst>
          </a:custGeom>
          <a:noFill/>
          <a:ln w="2859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37"/>
          <p:cNvSpPr/>
          <p:nvPr/>
        </p:nvSpPr>
        <p:spPr>
          <a:xfrm>
            <a:off x="7746327" y="1836248"/>
            <a:ext cx="161064" cy="239304"/>
          </a:xfrm>
          <a:custGeom>
            <a:avLst/>
            <a:gdLst/>
            <a:ahLst/>
            <a:cxnLst/>
            <a:rect l="l" t="t" r="r" b="b"/>
            <a:pathLst>
              <a:path w="161064" h="239304">
                <a:moveTo>
                  <a:pt x="0" y="0"/>
                </a:moveTo>
                <a:lnTo>
                  <a:pt x="161064" y="0"/>
                </a:lnTo>
                <a:lnTo>
                  <a:pt x="161064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38"/>
          <p:cNvSpPr/>
          <p:nvPr/>
        </p:nvSpPr>
        <p:spPr>
          <a:xfrm>
            <a:off x="7746327" y="2204408"/>
            <a:ext cx="252143" cy="239305"/>
          </a:xfrm>
          <a:custGeom>
            <a:avLst/>
            <a:gdLst/>
            <a:ahLst/>
            <a:cxnLst/>
            <a:rect l="l" t="t" r="r" b="b"/>
            <a:pathLst>
              <a:path w="252143" h="239305">
                <a:moveTo>
                  <a:pt x="0" y="0"/>
                </a:moveTo>
                <a:lnTo>
                  <a:pt x="252143" y="0"/>
                </a:lnTo>
                <a:lnTo>
                  <a:pt x="252143" y="239305"/>
                </a:lnTo>
                <a:lnTo>
                  <a:pt x="0" y="23930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39"/>
          <p:cNvSpPr/>
          <p:nvPr/>
        </p:nvSpPr>
        <p:spPr>
          <a:xfrm>
            <a:off x="7746327" y="2572569"/>
            <a:ext cx="177752" cy="239304"/>
          </a:xfrm>
          <a:custGeom>
            <a:avLst/>
            <a:gdLst/>
            <a:ahLst/>
            <a:cxnLst/>
            <a:rect l="l" t="t" r="r" b="b"/>
            <a:pathLst>
              <a:path w="177752" h="239304">
                <a:moveTo>
                  <a:pt x="0" y="0"/>
                </a:moveTo>
                <a:lnTo>
                  <a:pt x="177752" y="0"/>
                </a:lnTo>
                <a:lnTo>
                  <a:pt x="177752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0"/>
          <p:cNvSpPr/>
          <p:nvPr/>
        </p:nvSpPr>
        <p:spPr>
          <a:xfrm>
            <a:off x="7746327" y="2940729"/>
            <a:ext cx="179158" cy="239304"/>
          </a:xfrm>
          <a:custGeom>
            <a:avLst/>
            <a:gdLst/>
            <a:ahLst/>
            <a:cxnLst/>
            <a:rect l="l" t="t" r="r" b="b"/>
            <a:pathLst>
              <a:path w="179158" h="239304">
                <a:moveTo>
                  <a:pt x="0" y="0"/>
                </a:moveTo>
                <a:lnTo>
                  <a:pt x="179158" y="0"/>
                </a:lnTo>
                <a:lnTo>
                  <a:pt x="179158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41"/>
          <p:cNvSpPr/>
          <p:nvPr/>
        </p:nvSpPr>
        <p:spPr>
          <a:xfrm>
            <a:off x="7746327" y="3308889"/>
            <a:ext cx="185346" cy="239304"/>
          </a:xfrm>
          <a:custGeom>
            <a:avLst/>
            <a:gdLst/>
            <a:ahLst/>
            <a:cxnLst/>
            <a:rect l="l" t="t" r="r" b="b"/>
            <a:pathLst>
              <a:path w="185346" h="239304">
                <a:moveTo>
                  <a:pt x="0" y="0"/>
                </a:moveTo>
                <a:lnTo>
                  <a:pt x="185346" y="0"/>
                </a:lnTo>
                <a:lnTo>
                  <a:pt x="185346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42"/>
          <p:cNvSpPr/>
          <p:nvPr/>
        </p:nvSpPr>
        <p:spPr>
          <a:xfrm>
            <a:off x="7746327" y="3677050"/>
            <a:ext cx="240752" cy="239304"/>
          </a:xfrm>
          <a:custGeom>
            <a:avLst/>
            <a:gdLst/>
            <a:ahLst/>
            <a:cxnLst/>
            <a:rect l="l" t="t" r="r" b="b"/>
            <a:pathLst>
              <a:path w="240752" h="239304">
                <a:moveTo>
                  <a:pt x="0" y="0"/>
                </a:moveTo>
                <a:lnTo>
                  <a:pt x="240752" y="0"/>
                </a:lnTo>
                <a:lnTo>
                  <a:pt x="240752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43"/>
          <p:cNvSpPr/>
          <p:nvPr/>
        </p:nvSpPr>
        <p:spPr>
          <a:xfrm>
            <a:off x="7746327" y="4045210"/>
            <a:ext cx="366004" cy="239304"/>
          </a:xfrm>
          <a:custGeom>
            <a:avLst/>
            <a:gdLst/>
            <a:ahLst/>
            <a:cxnLst/>
            <a:rect l="l" t="t" r="r" b="b"/>
            <a:pathLst>
              <a:path w="366004" h="239304">
                <a:moveTo>
                  <a:pt x="0" y="0"/>
                </a:moveTo>
                <a:lnTo>
                  <a:pt x="366004" y="0"/>
                </a:lnTo>
                <a:lnTo>
                  <a:pt x="366004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44"/>
          <p:cNvSpPr/>
          <p:nvPr/>
        </p:nvSpPr>
        <p:spPr>
          <a:xfrm>
            <a:off x="7746327" y="4413370"/>
            <a:ext cx="174564" cy="239304"/>
          </a:xfrm>
          <a:custGeom>
            <a:avLst/>
            <a:gdLst/>
            <a:ahLst/>
            <a:cxnLst/>
            <a:rect l="l" t="t" r="r" b="b"/>
            <a:pathLst>
              <a:path w="174564" h="239304">
                <a:moveTo>
                  <a:pt x="0" y="0"/>
                </a:moveTo>
                <a:lnTo>
                  <a:pt x="174564" y="0"/>
                </a:lnTo>
                <a:lnTo>
                  <a:pt x="174564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45"/>
          <p:cNvSpPr/>
          <p:nvPr/>
        </p:nvSpPr>
        <p:spPr>
          <a:xfrm>
            <a:off x="7746327" y="4781530"/>
            <a:ext cx="242581" cy="239304"/>
          </a:xfrm>
          <a:custGeom>
            <a:avLst/>
            <a:gdLst/>
            <a:ahLst/>
            <a:cxnLst/>
            <a:rect l="l" t="t" r="r" b="b"/>
            <a:pathLst>
              <a:path w="242581" h="239304">
                <a:moveTo>
                  <a:pt x="0" y="0"/>
                </a:moveTo>
                <a:lnTo>
                  <a:pt x="242581" y="0"/>
                </a:lnTo>
                <a:lnTo>
                  <a:pt x="242581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46"/>
          <p:cNvSpPr/>
          <p:nvPr/>
        </p:nvSpPr>
        <p:spPr>
          <a:xfrm>
            <a:off x="7746327" y="5149690"/>
            <a:ext cx="233440" cy="239304"/>
          </a:xfrm>
          <a:custGeom>
            <a:avLst/>
            <a:gdLst/>
            <a:ahLst/>
            <a:cxnLst/>
            <a:rect l="l" t="t" r="r" b="b"/>
            <a:pathLst>
              <a:path w="233440" h="239304">
                <a:moveTo>
                  <a:pt x="0" y="0"/>
                </a:moveTo>
                <a:lnTo>
                  <a:pt x="233440" y="0"/>
                </a:lnTo>
                <a:lnTo>
                  <a:pt x="233440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47"/>
          <p:cNvSpPr/>
          <p:nvPr/>
        </p:nvSpPr>
        <p:spPr>
          <a:xfrm>
            <a:off x="7907391" y="1836248"/>
            <a:ext cx="103501" cy="239304"/>
          </a:xfrm>
          <a:custGeom>
            <a:avLst/>
            <a:gdLst/>
            <a:ahLst/>
            <a:cxnLst/>
            <a:rect l="l" t="t" r="r" b="b"/>
            <a:pathLst>
              <a:path w="103501" h="239304">
                <a:moveTo>
                  <a:pt x="0" y="0"/>
                </a:moveTo>
                <a:lnTo>
                  <a:pt x="103501" y="0"/>
                </a:lnTo>
                <a:lnTo>
                  <a:pt x="103501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48"/>
          <p:cNvSpPr/>
          <p:nvPr/>
        </p:nvSpPr>
        <p:spPr>
          <a:xfrm>
            <a:off x="7998470" y="2204408"/>
            <a:ext cx="78470" cy="239305"/>
          </a:xfrm>
          <a:custGeom>
            <a:avLst/>
            <a:gdLst/>
            <a:ahLst/>
            <a:cxnLst/>
            <a:rect l="l" t="t" r="r" b="b"/>
            <a:pathLst>
              <a:path w="78470" h="239305">
                <a:moveTo>
                  <a:pt x="0" y="0"/>
                </a:moveTo>
                <a:lnTo>
                  <a:pt x="78470" y="0"/>
                </a:lnTo>
                <a:lnTo>
                  <a:pt x="78470" y="239305"/>
                </a:lnTo>
                <a:lnTo>
                  <a:pt x="0" y="23930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49"/>
          <p:cNvSpPr/>
          <p:nvPr/>
        </p:nvSpPr>
        <p:spPr>
          <a:xfrm>
            <a:off x="7924079" y="2572569"/>
            <a:ext cx="97735" cy="239304"/>
          </a:xfrm>
          <a:custGeom>
            <a:avLst/>
            <a:gdLst/>
            <a:ahLst/>
            <a:cxnLst/>
            <a:rect l="l" t="t" r="r" b="b"/>
            <a:pathLst>
              <a:path w="97735" h="239304">
                <a:moveTo>
                  <a:pt x="0" y="0"/>
                </a:moveTo>
                <a:lnTo>
                  <a:pt x="97735" y="0"/>
                </a:lnTo>
                <a:lnTo>
                  <a:pt x="97735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50"/>
          <p:cNvSpPr/>
          <p:nvPr/>
        </p:nvSpPr>
        <p:spPr>
          <a:xfrm>
            <a:off x="7925485" y="2940729"/>
            <a:ext cx="102798" cy="239304"/>
          </a:xfrm>
          <a:custGeom>
            <a:avLst/>
            <a:gdLst/>
            <a:ahLst/>
            <a:cxnLst/>
            <a:rect l="l" t="t" r="r" b="b"/>
            <a:pathLst>
              <a:path w="102798" h="239304">
                <a:moveTo>
                  <a:pt x="0" y="0"/>
                </a:moveTo>
                <a:lnTo>
                  <a:pt x="102798" y="0"/>
                </a:lnTo>
                <a:lnTo>
                  <a:pt x="102798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51"/>
          <p:cNvSpPr/>
          <p:nvPr/>
        </p:nvSpPr>
        <p:spPr>
          <a:xfrm>
            <a:off x="7931673" y="3308889"/>
            <a:ext cx="92532" cy="239304"/>
          </a:xfrm>
          <a:custGeom>
            <a:avLst/>
            <a:gdLst/>
            <a:ahLst/>
            <a:cxnLst/>
            <a:rect l="l" t="t" r="r" b="b"/>
            <a:pathLst>
              <a:path w="92532" h="239304">
                <a:moveTo>
                  <a:pt x="0" y="0"/>
                </a:moveTo>
                <a:lnTo>
                  <a:pt x="92532" y="0"/>
                </a:lnTo>
                <a:lnTo>
                  <a:pt x="92532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2"/>
          <p:cNvSpPr/>
          <p:nvPr/>
        </p:nvSpPr>
        <p:spPr>
          <a:xfrm>
            <a:off x="7987079" y="3677050"/>
            <a:ext cx="86908" cy="239304"/>
          </a:xfrm>
          <a:custGeom>
            <a:avLst/>
            <a:gdLst/>
            <a:ahLst/>
            <a:cxnLst/>
            <a:rect l="l" t="t" r="r" b="b"/>
            <a:pathLst>
              <a:path w="86908" h="239304">
                <a:moveTo>
                  <a:pt x="0" y="0"/>
                </a:moveTo>
                <a:lnTo>
                  <a:pt x="86908" y="0"/>
                </a:lnTo>
                <a:lnTo>
                  <a:pt x="86908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53"/>
          <p:cNvSpPr/>
          <p:nvPr/>
        </p:nvSpPr>
        <p:spPr>
          <a:xfrm>
            <a:off x="8112331" y="4045210"/>
            <a:ext cx="75001" cy="239304"/>
          </a:xfrm>
          <a:custGeom>
            <a:avLst/>
            <a:gdLst/>
            <a:ahLst/>
            <a:cxnLst/>
            <a:rect l="l" t="t" r="r" b="b"/>
            <a:pathLst>
              <a:path w="75001" h="239304">
                <a:moveTo>
                  <a:pt x="0" y="0"/>
                </a:moveTo>
                <a:lnTo>
                  <a:pt x="75001" y="0"/>
                </a:lnTo>
                <a:lnTo>
                  <a:pt x="75001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54"/>
          <p:cNvSpPr/>
          <p:nvPr/>
        </p:nvSpPr>
        <p:spPr>
          <a:xfrm>
            <a:off x="7920891" y="4413370"/>
            <a:ext cx="95626" cy="239304"/>
          </a:xfrm>
          <a:custGeom>
            <a:avLst/>
            <a:gdLst/>
            <a:ahLst/>
            <a:cxnLst/>
            <a:rect l="l" t="t" r="r" b="b"/>
            <a:pathLst>
              <a:path w="95626" h="239304">
                <a:moveTo>
                  <a:pt x="0" y="0"/>
                </a:moveTo>
                <a:lnTo>
                  <a:pt x="95626" y="0"/>
                </a:lnTo>
                <a:lnTo>
                  <a:pt x="95626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55"/>
          <p:cNvSpPr/>
          <p:nvPr/>
        </p:nvSpPr>
        <p:spPr>
          <a:xfrm>
            <a:off x="7988908" y="4781530"/>
            <a:ext cx="81281" cy="239304"/>
          </a:xfrm>
          <a:custGeom>
            <a:avLst/>
            <a:gdLst/>
            <a:ahLst/>
            <a:cxnLst/>
            <a:rect l="l" t="t" r="r" b="b"/>
            <a:pathLst>
              <a:path w="81281" h="239304">
                <a:moveTo>
                  <a:pt x="0" y="0"/>
                </a:moveTo>
                <a:lnTo>
                  <a:pt x="81281" y="0"/>
                </a:lnTo>
                <a:lnTo>
                  <a:pt x="81281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56"/>
          <p:cNvSpPr/>
          <p:nvPr/>
        </p:nvSpPr>
        <p:spPr>
          <a:xfrm>
            <a:off x="7979767" y="5149690"/>
            <a:ext cx="81423" cy="239304"/>
          </a:xfrm>
          <a:custGeom>
            <a:avLst/>
            <a:gdLst/>
            <a:ahLst/>
            <a:cxnLst/>
            <a:rect l="l" t="t" r="r" b="b"/>
            <a:pathLst>
              <a:path w="81423" h="239304">
                <a:moveTo>
                  <a:pt x="0" y="0"/>
                </a:moveTo>
                <a:lnTo>
                  <a:pt x="81423" y="0"/>
                </a:lnTo>
                <a:lnTo>
                  <a:pt x="81423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57"/>
          <p:cNvSpPr/>
          <p:nvPr/>
        </p:nvSpPr>
        <p:spPr>
          <a:xfrm>
            <a:off x="8010892" y="1836248"/>
            <a:ext cx="2533528" cy="239304"/>
          </a:xfrm>
          <a:custGeom>
            <a:avLst/>
            <a:gdLst/>
            <a:ahLst/>
            <a:cxnLst/>
            <a:rect l="l" t="t" r="r" b="b"/>
            <a:pathLst>
              <a:path w="2533528" h="239304">
                <a:moveTo>
                  <a:pt x="0" y="0"/>
                </a:moveTo>
                <a:lnTo>
                  <a:pt x="2533528" y="0"/>
                </a:lnTo>
                <a:lnTo>
                  <a:pt x="2533528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58"/>
          <p:cNvSpPr/>
          <p:nvPr/>
        </p:nvSpPr>
        <p:spPr>
          <a:xfrm>
            <a:off x="8076940" y="2204408"/>
            <a:ext cx="2216977" cy="239305"/>
          </a:xfrm>
          <a:custGeom>
            <a:avLst/>
            <a:gdLst/>
            <a:ahLst/>
            <a:cxnLst/>
            <a:rect l="l" t="t" r="r" b="b"/>
            <a:pathLst>
              <a:path w="2216977" h="239305">
                <a:moveTo>
                  <a:pt x="0" y="0"/>
                </a:moveTo>
                <a:lnTo>
                  <a:pt x="2216977" y="0"/>
                </a:lnTo>
                <a:lnTo>
                  <a:pt x="2216977" y="239305"/>
                </a:lnTo>
                <a:lnTo>
                  <a:pt x="0" y="239305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59"/>
          <p:cNvSpPr/>
          <p:nvPr/>
        </p:nvSpPr>
        <p:spPr>
          <a:xfrm>
            <a:off x="8021814" y="2572569"/>
            <a:ext cx="2410480" cy="239304"/>
          </a:xfrm>
          <a:custGeom>
            <a:avLst/>
            <a:gdLst/>
            <a:ahLst/>
            <a:cxnLst/>
            <a:rect l="l" t="t" r="r" b="b"/>
            <a:pathLst>
              <a:path w="2410480" h="239304">
                <a:moveTo>
                  <a:pt x="0" y="0"/>
                </a:moveTo>
                <a:lnTo>
                  <a:pt x="2410480" y="0"/>
                </a:lnTo>
                <a:lnTo>
                  <a:pt x="2410480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0"/>
          <p:cNvSpPr/>
          <p:nvPr/>
        </p:nvSpPr>
        <p:spPr>
          <a:xfrm>
            <a:off x="8028283" y="2940729"/>
            <a:ext cx="2704670" cy="239304"/>
          </a:xfrm>
          <a:custGeom>
            <a:avLst/>
            <a:gdLst/>
            <a:ahLst/>
            <a:cxnLst/>
            <a:rect l="l" t="t" r="r" b="b"/>
            <a:pathLst>
              <a:path w="2704670" h="239304">
                <a:moveTo>
                  <a:pt x="0" y="0"/>
                </a:moveTo>
                <a:lnTo>
                  <a:pt x="2704670" y="0"/>
                </a:lnTo>
                <a:lnTo>
                  <a:pt x="2704670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61"/>
          <p:cNvSpPr/>
          <p:nvPr/>
        </p:nvSpPr>
        <p:spPr>
          <a:xfrm>
            <a:off x="8024205" y="3308889"/>
            <a:ext cx="2430167" cy="239304"/>
          </a:xfrm>
          <a:custGeom>
            <a:avLst/>
            <a:gdLst/>
            <a:ahLst/>
            <a:cxnLst/>
            <a:rect l="l" t="t" r="r" b="b"/>
            <a:pathLst>
              <a:path w="2430167" h="239304">
                <a:moveTo>
                  <a:pt x="0" y="0"/>
                </a:moveTo>
                <a:lnTo>
                  <a:pt x="2430167" y="0"/>
                </a:lnTo>
                <a:lnTo>
                  <a:pt x="2430167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62"/>
          <p:cNvSpPr/>
          <p:nvPr/>
        </p:nvSpPr>
        <p:spPr>
          <a:xfrm>
            <a:off x="8073987" y="3677050"/>
            <a:ext cx="2291650" cy="239304"/>
          </a:xfrm>
          <a:custGeom>
            <a:avLst/>
            <a:gdLst/>
            <a:ahLst/>
            <a:cxnLst/>
            <a:rect l="l" t="t" r="r" b="b"/>
            <a:pathLst>
              <a:path w="2291650" h="239304">
                <a:moveTo>
                  <a:pt x="0" y="0"/>
                </a:moveTo>
                <a:lnTo>
                  <a:pt x="2291650" y="0"/>
                </a:lnTo>
                <a:lnTo>
                  <a:pt x="2291650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63"/>
          <p:cNvSpPr/>
          <p:nvPr/>
        </p:nvSpPr>
        <p:spPr>
          <a:xfrm>
            <a:off x="8187332" y="4045210"/>
            <a:ext cx="2858469" cy="239304"/>
          </a:xfrm>
          <a:custGeom>
            <a:avLst/>
            <a:gdLst/>
            <a:ahLst/>
            <a:cxnLst/>
            <a:rect l="l" t="t" r="r" b="b"/>
            <a:pathLst>
              <a:path w="2858469" h="239304">
                <a:moveTo>
                  <a:pt x="0" y="0"/>
                </a:moveTo>
                <a:lnTo>
                  <a:pt x="2858469" y="0"/>
                </a:lnTo>
                <a:lnTo>
                  <a:pt x="2858469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64"/>
          <p:cNvSpPr/>
          <p:nvPr/>
        </p:nvSpPr>
        <p:spPr>
          <a:xfrm>
            <a:off x="8016517" y="4413370"/>
            <a:ext cx="2373213" cy="239304"/>
          </a:xfrm>
          <a:custGeom>
            <a:avLst/>
            <a:gdLst/>
            <a:ahLst/>
            <a:cxnLst/>
            <a:rect l="l" t="t" r="r" b="b"/>
            <a:pathLst>
              <a:path w="2373213" h="239304">
                <a:moveTo>
                  <a:pt x="0" y="0"/>
                </a:moveTo>
                <a:lnTo>
                  <a:pt x="2373213" y="0"/>
                </a:lnTo>
                <a:lnTo>
                  <a:pt x="2373213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65"/>
          <p:cNvSpPr/>
          <p:nvPr/>
        </p:nvSpPr>
        <p:spPr>
          <a:xfrm>
            <a:off x="8070189" y="4781530"/>
            <a:ext cx="2253541" cy="239304"/>
          </a:xfrm>
          <a:custGeom>
            <a:avLst/>
            <a:gdLst/>
            <a:ahLst/>
            <a:cxnLst/>
            <a:rect l="l" t="t" r="r" b="b"/>
            <a:pathLst>
              <a:path w="2253541" h="239304">
                <a:moveTo>
                  <a:pt x="0" y="0"/>
                </a:moveTo>
                <a:lnTo>
                  <a:pt x="2253541" y="0"/>
                </a:lnTo>
                <a:lnTo>
                  <a:pt x="2253541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path 66"/>
          <p:cNvSpPr/>
          <p:nvPr/>
        </p:nvSpPr>
        <p:spPr>
          <a:xfrm>
            <a:off x="8061190" y="5149690"/>
            <a:ext cx="815353" cy="239304"/>
          </a:xfrm>
          <a:custGeom>
            <a:avLst/>
            <a:gdLst/>
            <a:ahLst/>
            <a:cxnLst/>
            <a:rect l="l" t="t" r="r" b="b"/>
            <a:pathLst>
              <a:path w="815353" h="239304">
                <a:moveTo>
                  <a:pt x="0" y="0"/>
                </a:moveTo>
                <a:lnTo>
                  <a:pt x="815353" y="0"/>
                </a:lnTo>
                <a:lnTo>
                  <a:pt x="815353" y="239304"/>
                </a:lnTo>
                <a:lnTo>
                  <a:pt x="0" y="23930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808121" y="1184591"/>
            <a:ext cx="3770255" cy="457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2" b="0" i="0">
                <a:solidFill>
                  <a:srgbClr val="2B2B2B"/>
                </a:solidFill>
                <a:latin typeface="Times New Roman"/>
              </a:rPr>
              <a:t>(b) Mission time budget</a:t>
            </a:r>
          </a:p>
        </p:txBody>
      </p:sp>
      <p:sp>
        <p:nvSpPr>
          <p:cNvPr id="95" name="Editable path 67"/>
          <p:cNvSpPr/>
          <p:nvPr/>
        </p:nvSpPr>
        <p:spPr>
          <a:xfrm>
            <a:off x="7783326" y="475947"/>
            <a:ext cx="223512" cy="223512"/>
          </a:xfrm>
          <a:custGeom>
            <a:avLst/>
            <a:gdLst/>
            <a:ahLst/>
            <a:cxnLst/>
            <a:rect l="l" t="t" r="r" b="b"/>
            <a:pathLst>
              <a:path w="223512" h="223512">
                <a:moveTo>
                  <a:pt x="0" y="0"/>
                </a:moveTo>
                <a:lnTo>
                  <a:pt x="223512" y="0"/>
                </a:lnTo>
                <a:lnTo>
                  <a:pt x="223512" y="223512"/>
                </a:lnTo>
                <a:lnTo>
                  <a:pt x="0" y="223512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070698" y="438053"/>
            <a:ext cx="1108300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Acquire</a:t>
            </a:r>
          </a:p>
        </p:txBody>
      </p:sp>
      <p:sp>
        <p:nvSpPr>
          <p:cNvPr id="97" name="Editable path 68"/>
          <p:cNvSpPr/>
          <p:nvPr/>
        </p:nvSpPr>
        <p:spPr>
          <a:xfrm>
            <a:off x="9250929" y="475947"/>
            <a:ext cx="223512" cy="223512"/>
          </a:xfrm>
          <a:custGeom>
            <a:avLst/>
            <a:gdLst/>
            <a:ahLst/>
            <a:cxnLst/>
            <a:rect l="l" t="t" r="r" b="b"/>
            <a:pathLst>
              <a:path w="223512" h="223512">
                <a:moveTo>
                  <a:pt x="0" y="0"/>
                </a:moveTo>
                <a:lnTo>
                  <a:pt x="223512" y="0"/>
                </a:lnTo>
                <a:lnTo>
                  <a:pt x="223512" y="223512"/>
                </a:lnTo>
                <a:lnTo>
                  <a:pt x="0" y="223512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538301" y="438053"/>
            <a:ext cx="558780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Lift</a:t>
            </a:r>
          </a:p>
        </p:txBody>
      </p:sp>
      <p:sp>
        <p:nvSpPr>
          <p:cNvPr id="99" name="Editable path 69"/>
          <p:cNvSpPr/>
          <p:nvPr/>
        </p:nvSpPr>
        <p:spPr>
          <a:xfrm>
            <a:off x="10164517" y="475947"/>
            <a:ext cx="223512" cy="223512"/>
          </a:xfrm>
          <a:custGeom>
            <a:avLst/>
            <a:gdLst/>
            <a:ahLst/>
            <a:cxnLst/>
            <a:rect l="l" t="t" r="r" b="b"/>
            <a:pathLst>
              <a:path w="223512" h="223512">
                <a:moveTo>
                  <a:pt x="0" y="0"/>
                </a:moveTo>
                <a:lnTo>
                  <a:pt x="223512" y="0"/>
                </a:lnTo>
                <a:lnTo>
                  <a:pt x="223512" y="223512"/>
                </a:lnTo>
                <a:lnTo>
                  <a:pt x="0" y="223512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191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451889" y="438053"/>
            <a:ext cx="824759" cy="383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4" b="0" i="0">
                <a:solidFill>
                  <a:srgbClr val="2B2B2B"/>
                </a:solidFill>
                <a:latin typeface="Times New Roman"/>
              </a:rPr>
              <a:t>Move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387993"/>
            <a:ext cx="12191999" cy="6082014"/>
          </a:xfrm>
          <a:custGeom>
            <a:avLst/>
            <a:gdLst/>
            <a:ahLst/>
            <a:cxnLst/>
            <a:rect l="l" t="t" r="r" b="b"/>
            <a:pathLst>
              <a:path w="12191999" h="6082014">
                <a:moveTo>
                  <a:pt x="0" y="0"/>
                </a:moveTo>
                <a:lnTo>
                  <a:pt x="12191999" y="0"/>
                </a:lnTo>
                <a:lnTo>
                  <a:pt x="12191999" y="6082014"/>
                </a:lnTo>
                <a:lnTo>
                  <a:pt x="0" y="60820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535578" y="1347167"/>
            <a:ext cx="3646414" cy="3647471"/>
          </a:xfrm>
          <a:custGeom>
            <a:avLst/>
            <a:gdLst/>
            <a:ahLst/>
            <a:cxnLst/>
            <a:rect l="l" t="t" r="r" b="b"/>
            <a:pathLst>
              <a:path w="3646414" h="3647471">
                <a:moveTo>
                  <a:pt x="0" y="0"/>
                </a:moveTo>
                <a:lnTo>
                  <a:pt x="3646414" y="0"/>
                </a:lnTo>
                <a:lnTo>
                  <a:pt x="3646414" y="3647471"/>
                </a:lnTo>
                <a:lnTo>
                  <a:pt x="0" y="36474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535578" y="1347167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1535578" y="4994638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5665" y="5151369"/>
            <a:ext cx="26973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7" name="Editable path 5"/>
          <p:cNvSpPr/>
          <p:nvPr/>
        </p:nvSpPr>
        <p:spPr>
          <a:xfrm>
            <a:off x="3271966" y="1347167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6"/>
          <p:cNvSpPr/>
          <p:nvPr/>
        </p:nvSpPr>
        <p:spPr>
          <a:xfrm>
            <a:off x="3271966" y="4994638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2140" y="5151369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0" name="Editable path 7"/>
          <p:cNvSpPr/>
          <p:nvPr/>
        </p:nvSpPr>
        <p:spPr>
          <a:xfrm>
            <a:off x="5008353" y="1347167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8"/>
          <p:cNvSpPr/>
          <p:nvPr/>
        </p:nvSpPr>
        <p:spPr>
          <a:xfrm>
            <a:off x="5008353" y="4994638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528" y="5151369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2732" y="5673669"/>
            <a:ext cx="3356872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Missions remaining</a:t>
            </a:r>
          </a:p>
        </p:txBody>
      </p:sp>
      <p:sp>
        <p:nvSpPr>
          <p:cNvPr id="14" name="Editable path 9"/>
          <p:cNvSpPr/>
          <p:nvPr/>
        </p:nvSpPr>
        <p:spPr>
          <a:xfrm>
            <a:off x="1432821" y="1794499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099" y="1622888"/>
            <a:ext cx="769291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Start</a:t>
            </a:r>
          </a:p>
        </p:txBody>
      </p:sp>
      <p:sp>
        <p:nvSpPr>
          <p:cNvPr id="16" name="Editable path 10"/>
          <p:cNvSpPr/>
          <p:nvPr/>
        </p:nvSpPr>
        <p:spPr>
          <a:xfrm>
            <a:off x="1432821" y="2482701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925" y="2311091"/>
            <a:ext cx="1048740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Attach</a:t>
            </a:r>
          </a:p>
        </p:txBody>
      </p:sp>
      <p:sp>
        <p:nvSpPr>
          <p:cNvPr id="18" name="Editable path 11"/>
          <p:cNvSpPr/>
          <p:nvPr/>
        </p:nvSpPr>
        <p:spPr>
          <a:xfrm>
            <a:off x="1432821" y="3170903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785" y="2999292"/>
            <a:ext cx="62938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Lift</a:t>
            </a:r>
          </a:p>
        </p:txBody>
      </p:sp>
      <p:sp>
        <p:nvSpPr>
          <p:cNvPr id="20" name="Editable path 12"/>
          <p:cNvSpPr/>
          <p:nvPr/>
        </p:nvSpPr>
        <p:spPr>
          <a:xfrm>
            <a:off x="1432821" y="3859105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36" y="3687494"/>
            <a:ext cx="729730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Plan</a:t>
            </a:r>
          </a:p>
        </p:txBody>
      </p:sp>
      <p:sp>
        <p:nvSpPr>
          <p:cNvPr id="22" name="Editable path 13"/>
          <p:cNvSpPr/>
          <p:nvPr/>
        </p:nvSpPr>
        <p:spPr>
          <a:xfrm>
            <a:off x="1432821" y="4547306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30" y="4375696"/>
            <a:ext cx="78907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Goal</a:t>
            </a:r>
          </a:p>
        </p:txBody>
      </p:sp>
      <p:sp>
        <p:nvSpPr>
          <p:cNvPr id="24" name="Editable path 14"/>
          <p:cNvSpPr/>
          <p:nvPr/>
        </p:nvSpPr>
        <p:spPr>
          <a:xfrm>
            <a:off x="1535578" y="1347167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15"/>
          <p:cNvSpPr/>
          <p:nvPr/>
        </p:nvSpPr>
        <p:spPr>
          <a:xfrm>
            <a:off x="1535578" y="4994638"/>
            <a:ext cx="3646414" cy="0"/>
          </a:xfrm>
          <a:custGeom>
            <a:avLst/>
            <a:gdLst/>
            <a:ahLst/>
            <a:cxnLst/>
            <a:rect l="l" t="t" r="r" b="b"/>
            <a:pathLst>
              <a:path w="3646414" h="0">
                <a:moveTo>
                  <a:pt x="0" y="0"/>
                </a:moveTo>
                <a:lnTo>
                  <a:pt x="3646414" y="0"/>
                </a:lnTo>
              </a:path>
            </a:pathLst>
          </a:custGeom>
          <a:noFill/>
          <a:ln w="30827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6"/>
          <p:cNvSpPr/>
          <p:nvPr/>
        </p:nvSpPr>
        <p:spPr>
          <a:xfrm>
            <a:off x="1535578" y="1605243"/>
            <a:ext cx="3472775" cy="378511"/>
          </a:xfrm>
          <a:custGeom>
            <a:avLst/>
            <a:gdLst/>
            <a:ahLst/>
            <a:cxnLst/>
            <a:rect l="l" t="t" r="r" b="b"/>
            <a:pathLst>
              <a:path w="3472775" h="378511">
                <a:moveTo>
                  <a:pt x="0" y="0"/>
                </a:moveTo>
                <a:lnTo>
                  <a:pt x="3472775" y="0"/>
                </a:lnTo>
                <a:lnTo>
                  <a:pt x="3472775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17"/>
          <p:cNvSpPr/>
          <p:nvPr/>
        </p:nvSpPr>
        <p:spPr>
          <a:xfrm>
            <a:off x="1535578" y="2293445"/>
            <a:ext cx="3212317" cy="378511"/>
          </a:xfrm>
          <a:custGeom>
            <a:avLst/>
            <a:gdLst/>
            <a:ahLst/>
            <a:cxnLst/>
            <a:rect l="l" t="t" r="r" b="b"/>
            <a:pathLst>
              <a:path w="3212317" h="378511">
                <a:moveTo>
                  <a:pt x="0" y="0"/>
                </a:moveTo>
                <a:lnTo>
                  <a:pt x="3212317" y="0"/>
                </a:lnTo>
                <a:lnTo>
                  <a:pt x="3212317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18"/>
          <p:cNvSpPr/>
          <p:nvPr/>
        </p:nvSpPr>
        <p:spPr>
          <a:xfrm>
            <a:off x="1535578" y="2981647"/>
            <a:ext cx="3125498" cy="378511"/>
          </a:xfrm>
          <a:custGeom>
            <a:avLst/>
            <a:gdLst/>
            <a:ahLst/>
            <a:cxnLst/>
            <a:rect l="l" t="t" r="r" b="b"/>
            <a:pathLst>
              <a:path w="3125498" h="378511">
                <a:moveTo>
                  <a:pt x="0" y="0"/>
                </a:moveTo>
                <a:lnTo>
                  <a:pt x="3125498" y="0"/>
                </a:lnTo>
                <a:lnTo>
                  <a:pt x="3125498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19"/>
          <p:cNvSpPr/>
          <p:nvPr/>
        </p:nvSpPr>
        <p:spPr>
          <a:xfrm>
            <a:off x="1535578" y="3669849"/>
            <a:ext cx="3038678" cy="378511"/>
          </a:xfrm>
          <a:custGeom>
            <a:avLst/>
            <a:gdLst/>
            <a:ahLst/>
            <a:cxnLst/>
            <a:rect l="l" t="t" r="r" b="b"/>
            <a:pathLst>
              <a:path w="3038678" h="378511">
                <a:moveTo>
                  <a:pt x="0" y="0"/>
                </a:moveTo>
                <a:lnTo>
                  <a:pt x="3038678" y="0"/>
                </a:lnTo>
                <a:lnTo>
                  <a:pt x="3038678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0"/>
          <p:cNvSpPr/>
          <p:nvPr/>
        </p:nvSpPr>
        <p:spPr>
          <a:xfrm>
            <a:off x="1535578" y="4358051"/>
            <a:ext cx="3038678" cy="378511"/>
          </a:xfrm>
          <a:custGeom>
            <a:avLst/>
            <a:gdLst/>
            <a:ahLst/>
            <a:cxnLst/>
            <a:rect l="l" t="t" r="r" b="b"/>
            <a:pathLst>
              <a:path w="3038678" h="378511">
                <a:moveTo>
                  <a:pt x="0" y="0"/>
                </a:moveTo>
                <a:lnTo>
                  <a:pt x="3038678" y="0"/>
                </a:lnTo>
                <a:lnTo>
                  <a:pt x="3038678" y="378511"/>
                </a:lnTo>
                <a:lnTo>
                  <a:pt x="0" y="378511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4110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2397" y="1583953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2397" y="2272155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2397" y="2960357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2397" y="3648559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2397" y="4336761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3743" y="702396"/>
            <a:ext cx="2773623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(a) Failure stage</a:t>
            </a:r>
          </a:p>
        </p:txBody>
      </p:sp>
      <p:sp>
        <p:nvSpPr>
          <p:cNvPr id="37" name="Editable path 21"/>
          <p:cNvSpPr/>
          <p:nvPr/>
        </p:nvSpPr>
        <p:spPr>
          <a:xfrm>
            <a:off x="7670669" y="1347167"/>
            <a:ext cx="4011055" cy="3647471"/>
          </a:xfrm>
          <a:custGeom>
            <a:avLst/>
            <a:gdLst/>
            <a:ahLst/>
            <a:cxnLst/>
            <a:rect l="l" t="t" r="r" b="b"/>
            <a:pathLst>
              <a:path w="4011055" h="3647471">
                <a:moveTo>
                  <a:pt x="0" y="0"/>
                </a:moveTo>
                <a:lnTo>
                  <a:pt x="4011055" y="0"/>
                </a:lnTo>
                <a:lnTo>
                  <a:pt x="4011055" y="3647471"/>
                </a:lnTo>
                <a:lnTo>
                  <a:pt x="0" y="36474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2"/>
          <p:cNvSpPr/>
          <p:nvPr/>
        </p:nvSpPr>
        <p:spPr>
          <a:xfrm>
            <a:off x="7670669" y="1347167"/>
            <a:ext cx="4011055" cy="3647471"/>
          </a:xfrm>
          <a:custGeom>
            <a:avLst/>
            <a:gdLst/>
            <a:ahLst/>
            <a:cxnLst/>
            <a:rect l="l" t="t" r="r" b="b"/>
            <a:pathLst>
              <a:path w="4011055" h="3647471">
                <a:moveTo>
                  <a:pt x="0" y="3647471"/>
                </a:moveTo>
                <a:lnTo>
                  <a:pt x="4011055" y="0"/>
                </a:lnTo>
              </a:path>
            </a:pathLst>
          </a:custGeom>
          <a:noFill/>
          <a:ln w="35965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3"/>
          <p:cNvSpPr/>
          <p:nvPr/>
        </p:nvSpPr>
        <p:spPr>
          <a:xfrm>
            <a:off x="7670669" y="4523996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2B2B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path 24"/>
          <p:cNvSpPr/>
          <p:nvPr/>
        </p:nvSpPr>
        <p:spPr>
          <a:xfrm>
            <a:off x="7670669" y="4994638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0756" y="5151369"/>
            <a:ext cx="26973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2" name="Editable path 25"/>
          <p:cNvSpPr/>
          <p:nvPr/>
        </p:nvSpPr>
        <p:spPr>
          <a:xfrm>
            <a:off x="9611502" y="4994638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31676" y="5151369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75</a:t>
            </a:r>
          </a:p>
        </p:txBody>
      </p:sp>
      <p:sp>
        <p:nvSpPr>
          <p:cNvPr id="44" name="Editable path 26"/>
          <p:cNvSpPr/>
          <p:nvPr/>
        </p:nvSpPr>
        <p:spPr>
          <a:xfrm>
            <a:off x="11552335" y="4994638"/>
            <a:ext cx="0" cy="102757"/>
          </a:xfrm>
          <a:custGeom>
            <a:avLst/>
            <a:gdLst/>
            <a:ahLst/>
            <a:cxnLst/>
            <a:rect l="l" t="t" r="r" b="b"/>
            <a:pathLst>
              <a:path w="0" h="102757">
                <a:moveTo>
                  <a:pt x="0" y="0"/>
                </a:moveTo>
                <a:lnTo>
                  <a:pt x="0" y="102757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82596" y="5151369"/>
            <a:ext cx="62938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150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3860" y="5673669"/>
            <a:ext cx="3288641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Planned min. (mm)</a:t>
            </a:r>
          </a:p>
        </p:txBody>
      </p:sp>
      <p:sp>
        <p:nvSpPr>
          <p:cNvPr id="47" name="Editable path 27"/>
          <p:cNvSpPr/>
          <p:nvPr/>
        </p:nvSpPr>
        <p:spPr>
          <a:xfrm>
            <a:off x="7670669" y="4994638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28"/>
          <p:cNvSpPr/>
          <p:nvPr/>
        </p:nvSpPr>
        <p:spPr>
          <a:xfrm>
            <a:off x="7567912" y="4994638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5328" y="4823028"/>
            <a:ext cx="26973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50" name="Editable path 29"/>
          <p:cNvSpPr/>
          <p:nvPr/>
        </p:nvSpPr>
        <p:spPr>
          <a:xfrm>
            <a:off x="7670669" y="3229733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0"/>
          <p:cNvSpPr/>
          <p:nvPr/>
        </p:nvSpPr>
        <p:spPr>
          <a:xfrm>
            <a:off x="7567912" y="3229733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05503" y="3058122"/>
            <a:ext cx="449562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75</a:t>
            </a:r>
          </a:p>
        </p:txBody>
      </p:sp>
      <p:sp>
        <p:nvSpPr>
          <p:cNvPr id="53" name="Editable path 31"/>
          <p:cNvSpPr/>
          <p:nvPr/>
        </p:nvSpPr>
        <p:spPr>
          <a:xfrm>
            <a:off x="7670669" y="1464828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2"/>
          <p:cNvSpPr/>
          <p:nvPr/>
        </p:nvSpPr>
        <p:spPr>
          <a:xfrm>
            <a:off x="7567912" y="1464828"/>
            <a:ext cx="102757" cy="0"/>
          </a:xfrm>
          <a:custGeom>
            <a:avLst/>
            <a:gdLst/>
            <a:ahLst/>
            <a:cxnLst/>
            <a:rect l="l" t="t" r="r" b="b"/>
            <a:pathLst>
              <a:path w="102757" h="0">
                <a:moveTo>
                  <a:pt x="10275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110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5678" y="1293218"/>
            <a:ext cx="629387" cy="43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31" b="0" i="0">
                <a:solidFill>
                  <a:srgbClr val="2B2B2B"/>
                </a:solidFill>
                <a:latin typeface="Times New Roman"/>
              </a:rPr>
              <a:t>150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4808480" y="2915602"/>
            <a:ext cx="3584583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Measured min. (mm)</a:t>
            </a:r>
          </a:p>
        </p:txBody>
      </p:sp>
      <p:sp>
        <p:nvSpPr>
          <p:cNvPr id="57" name="Editable path 33"/>
          <p:cNvSpPr/>
          <p:nvPr/>
        </p:nvSpPr>
        <p:spPr>
          <a:xfrm>
            <a:off x="7670669" y="1347167"/>
            <a:ext cx="0" cy="3647471"/>
          </a:xfrm>
          <a:custGeom>
            <a:avLst/>
            <a:gdLst/>
            <a:ahLst/>
            <a:cxnLst/>
            <a:rect l="l" t="t" r="r" b="b"/>
            <a:pathLst>
              <a:path w="0" h="3647471">
                <a:moveTo>
                  <a:pt x="0" y="3647471"/>
                </a:moveTo>
                <a:lnTo>
                  <a:pt x="0" y="0"/>
                </a:lnTo>
              </a:path>
            </a:pathLst>
          </a:custGeom>
          <a:noFill/>
          <a:ln w="30827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34"/>
          <p:cNvSpPr/>
          <p:nvPr/>
        </p:nvSpPr>
        <p:spPr>
          <a:xfrm>
            <a:off x="7670669" y="4994638"/>
            <a:ext cx="4011055" cy="0"/>
          </a:xfrm>
          <a:custGeom>
            <a:avLst/>
            <a:gdLst/>
            <a:ahLst/>
            <a:cxnLst/>
            <a:rect l="l" t="t" r="r" b="b"/>
            <a:pathLst>
              <a:path w="4011055" h="0">
                <a:moveTo>
                  <a:pt x="0" y="0"/>
                </a:moveTo>
                <a:lnTo>
                  <a:pt x="4011055" y="0"/>
                </a:lnTo>
              </a:path>
            </a:pathLst>
          </a:custGeom>
          <a:noFill/>
          <a:ln w="30827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35"/>
          <p:cNvSpPr/>
          <p:nvPr/>
        </p:nvSpPr>
        <p:spPr>
          <a:xfrm>
            <a:off x="8276744" y="4275481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36"/>
          <p:cNvSpPr/>
          <p:nvPr/>
        </p:nvSpPr>
        <p:spPr>
          <a:xfrm>
            <a:off x="8204286" y="4328950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2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5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37"/>
          <p:cNvSpPr/>
          <p:nvPr/>
        </p:nvSpPr>
        <p:spPr>
          <a:xfrm>
            <a:off x="8369904" y="4189737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50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6"/>
                </a:lnTo>
                <a:lnTo>
                  <a:pt x="104799" y="804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4"/>
                </a:lnTo>
                <a:lnTo>
                  <a:pt x="74470" y="1796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9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38"/>
          <p:cNvSpPr/>
          <p:nvPr/>
        </p:nvSpPr>
        <p:spPr>
          <a:xfrm>
            <a:off x="9019436" y="3729602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3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5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7" y="169685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7" y="185045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39"/>
          <p:cNvSpPr/>
          <p:nvPr/>
        </p:nvSpPr>
        <p:spPr>
          <a:xfrm>
            <a:off x="8152531" y="4423453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0"/>
          <p:cNvSpPr/>
          <p:nvPr/>
        </p:nvSpPr>
        <p:spPr>
          <a:xfrm>
            <a:off x="8287096" y="4432515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1" y="185046"/>
                </a:lnTo>
                <a:lnTo>
                  <a:pt x="104799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9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29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29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41"/>
          <p:cNvSpPr/>
          <p:nvPr/>
        </p:nvSpPr>
        <p:spPr>
          <a:xfrm>
            <a:off x="8737369" y="3863073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2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0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2"/>
          <p:cNvSpPr/>
          <p:nvPr/>
        </p:nvSpPr>
        <p:spPr>
          <a:xfrm>
            <a:off x="8149943" y="4360616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3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1"/>
                </a:lnTo>
                <a:lnTo>
                  <a:pt x="138879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69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5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69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7" y="169685"/>
                </a:lnTo>
                <a:lnTo>
                  <a:pt x="46371" y="172872"/>
                </a:lnTo>
                <a:lnTo>
                  <a:pt x="51691" y="175711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7" y="185045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3"/>
          <p:cNvSpPr/>
          <p:nvPr/>
        </p:nvSpPr>
        <p:spPr>
          <a:xfrm>
            <a:off x="8802063" y="3572257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3" y="182074"/>
                </a:lnTo>
                <a:lnTo>
                  <a:pt x="122433" y="180320"/>
                </a:lnTo>
                <a:lnTo>
                  <a:pt x="128071" y="178197"/>
                </a:lnTo>
                <a:lnTo>
                  <a:pt x="133559" y="175712"/>
                </a:lnTo>
                <a:lnTo>
                  <a:pt x="138879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7" y="144012"/>
                </a:lnTo>
                <a:lnTo>
                  <a:pt x="172873" y="138878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6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6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7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9" y="9536"/>
                </a:lnTo>
                <a:lnTo>
                  <a:pt x="128071" y="7051"/>
                </a:lnTo>
                <a:lnTo>
                  <a:pt x="122433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8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2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3" y="86507"/>
                </a:lnTo>
                <a:lnTo>
                  <a:pt x="0" y="92624"/>
                </a:lnTo>
                <a:lnTo>
                  <a:pt x="203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2" y="128069"/>
                </a:lnTo>
                <a:lnTo>
                  <a:pt x="9537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8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44"/>
          <p:cNvSpPr/>
          <p:nvPr/>
        </p:nvSpPr>
        <p:spPr>
          <a:xfrm>
            <a:off x="8382844" y="4421545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5"/>
                </a:lnTo>
                <a:lnTo>
                  <a:pt x="104799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1"/>
                </a:lnTo>
                <a:lnTo>
                  <a:pt x="138878" y="172872"/>
                </a:lnTo>
                <a:lnTo>
                  <a:pt x="144012" y="169685"/>
                </a:lnTo>
                <a:lnTo>
                  <a:pt x="148942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1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7"/>
                </a:lnTo>
                <a:lnTo>
                  <a:pt x="175712" y="133557"/>
                </a:lnTo>
                <a:lnTo>
                  <a:pt x="178197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6"/>
                </a:lnTo>
                <a:lnTo>
                  <a:pt x="184445" y="80449"/>
                </a:lnTo>
                <a:lnTo>
                  <a:pt x="183452" y="74469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1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9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0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8"/>
                </a:lnTo>
                <a:lnTo>
                  <a:pt x="22946" y="31597"/>
                </a:lnTo>
                <a:lnTo>
                  <a:pt x="19088" y="36305"/>
                </a:lnTo>
                <a:lnTo>
                  <a:pt x="15562" y="41235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69"/>
                </a:lnTo>
                <a:lnTo>
                  <a:pt x="803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3" y="116661"/>
                </a:lnTo>
                <a:lnTo>
                  <a:pt x="4927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7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6" y="153650"/>
                </a:lnTo>
                <a:lnTo>
                  <a:pt x="27129" y="158119"/>
                </a:lnTo>
                <a:lnTo>
                  <a:pt x="31597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0" y="172872"/>
                </a:lnTo>
                <a:lnTo>
                  <a:pt x="51690" y="175711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49" y="184444"/>
                </a:lnTo>
                <a:lnTo>
                  <a:pt x="86507" y="185045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45"/>
          <p:cNvSpPr/>
          <p:nvPr/>
        </p:nvSpPr>
        <p:spPr>
          <a:xfrm>
            <a:off x="8551049" y="4202440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3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9" y="175712"/>
                </a:lnTo>
                <a:lnTo>
                  <a:pt x="138879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7" y="144012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6" y="116662"/>
                </a:lnTo>
                <a:lnTo>
                  <a:pt x="183453" y="110778"/>
                </a:lnTo>
                <a:lnTo>
                  <a:pt x="184446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6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1"/>
                </a:lnTo>
                <a:lnTo>
                  <a:pt x="172873" y="46370"/>
                </a:lnTo>
                <a:lnTo>
                  <a:pt x="169687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6"/>
                </a:lnTo>
                <a:lnTo>
                  <a:pt x="133559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3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2"/>
                </a:lnTo>
                <a:lnTo>
                  <a:pt x="92625" y="0"/>
                </a:lnTo>
                <a:lnTo>
                  <a:pt x="86508" y="202"/>
                </a:lnTo>
                <a:lnTo>
                  <a:pt x="80450" y="804"/>
                </a:lnTo>
                <a:lnTo>
                  <a:pt x="74471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1"/>
                </a:lnTo>
                <a:lnTo>
                  <a:pt x="7052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7" y="74470"/>
                </a:lnTo>
                <a:lnTo>
                  <a:pt x="804" y="80450"/>
                </a:lnTo>
                <a:lnTo>
                  <a:pt x="203" y="86507"/>
                </a:lnTo>
                <a:lnTo>
                  <a:pt x="0" y="92624"/>
                </a:lnTo>
                <a:lnTo>
                  <a:pt x="203" y="98741"/>
                </a:lnTo>
                <a:lnTo>
                  <a:pt x="804" y="104799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2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3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8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46"/>
          <p:cNvSpPr/>
          <p:nvPr/>
        </p:nvSpPr>
        <p:spPr>
          <a:xfrm>
            <a:off x="8429424" y="4331936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47"/>
          <p:cNvSpPr/>
          <p:nvPr/>
        </p:nvSpPr>
        <p:spPr>
          <a:xfrm>
            <a:off x="11361376" y="1786192"/>
            <a:ext cx="185249" cy="185249"/>
          </a:xfrm>
          <a:custGeom>
            <a:avLst/>
            <a:gdLst/>
            <a:ahLst/>
            <a:cxnLst/>
            <a:rect l="l" t="t" r="r" b="b"/>
            <a:pathLst>
              <a:path w="185249" h="185249">
                <a:moveTo>
                  <a:pt x="92625" y="185249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2"/>
                </a:lnTo>
                <a:lnTo>
                  <a:pt x="138879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9"/>
                </a:lnTo>
                <a:lnTo>
                  <a:pt x="185047" y="98742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1"/>
                </a:lnTo>
                <a:lnTo>
                  <a:pt x="172873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3" y="19089"/>
                </a:lnTo>
                <a:lnTo>
                  <a:pt x="144013" y="15563"/>
                </a:lnTo>
                <a:lnTo>
                  <a:pt x="138879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4"/>
                </a:lnTo>
                <a:lnTo>
                  <a:pt x="74470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8" y="22947"/>
                </a:lnTo>
                <a:lnTo>
                  <a:pt x="27130" y="27129"/>
                </a:lnTo>
                <a:lnTo>
                  <a:pt x="22947" y="31598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1"/>
                </a:lnTo>
                <a:lnTo>
                  <a:pt x="9537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7" y="74470"/>
                </a:lnTo>
                <a:lnTo>
                  <a:pt x="804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2"/>
                </a:lnTo>
                <a:lnTo>
                  <a:pt x="804" y="104799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3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3"/>
                </a:lnTo>
                <a:lnTo>
                  <a:pt x="51691" y="175712"/>
                </a:lnTo>
                <a:lnTo>
                  <a:pt x="57179" y="178198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5" y="185249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48"/>
          <p:cNvSpPr/>
          <p:nvPr/>
        </p:nvSpPr>
        <p:spPr>
          <a:xfrm>
            <a:off x="11084484" y="1711110"/>
            <a:ext cx="185249" cy="185249"/>
          </a:xfrm>
          <a:custGeom>
            <a:avLst/>
            <a:gdLst/>
            <a:ahLst/>
            <a:cxnLst/>
            <a:rect l="l" t="t" r="r" b="b"/>
            <a:pathLst>
              <a:path w="185249" h="185249">
                <a:moveTo>
                  <a:pt x="92624" y="185249"/>
                </a:moveTo>
                <a:lnTo>
                  <a:pt x="98742" y="185047"/>
                </a:lnTo>
                <a:lnTo>
                  <a:pt x="104799" y="184445"/>
                </a:lnTo>
                <a:lnTo>
                  <a:pt x="110778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3"/>
                </a:lnTo>
                <a:lnTo>
                  <a:pt x="138878" y="172873"/>
                </a:lnTo>
                <a:lnTo>
                  <a:pt x="144012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9"/>
                </a:lnTo>
                <a:lnTo>
                  <a:pt x="184445" y="104799"/>
                </a:lnTo>
                <a:lnTo>
                  <a:pt x="185047" y="98742"/>
                </a:lnTo>
                <a:lnTo>
                  <a:pt x="185249" y="92625"/>
                </a:lnTo>
                <a:lnTo>
                  <a:pt x="185047" y="86507"/>
                </a:lnTo>
                <a:lnTo>
                  <a:pt x="184445" y="80450"/>
                </a:lnTo>
                <a:lnTo>
                  <a:pt x="183452" y="74471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2" y="51691"/>
                </a:lnTo>
                <a:lnTo>
                  <a:pt x="172873" y="46371"/>
                </a:lnTo>
                <a:lnTo>
                  <a:pt x="169686" y="41237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3" y="19089"/>
                </a:lnTo>
                <a:lnTo>
                  <a:pt x="144012" y="15563"/>
                </a:lnTo>
                <a:lnTo>
                  <a:pt x="138878" y="12376"/>
                </a:lnTo>
                <a:lnTo>
                  <a:pt x="133558" y="9537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8" y="1797"/>
                </a:lnTo>
                <a:lnTo>
                  <a:pt x="104799" y="804"/>
                </a:lnTo>
                <a:lnTo>
                  <a:pt x="98742" y="203"/>
                </a:lnTo>
                <a:lnTo>
                  <a:pt x="92624" y="0"/>
                </a:lnTo>
                <a:lnTo>
                  <a:pt x="86507" y="203"/>
                </a:lnTo>
                <a:lnTo>
                  <a:pt x="80450" y="804"/>
                </a:lnTo>
                <a:lnTo>
                  <a:pt x="74470" y="1797"/>
                </a:lnTo>
                <a:lnTo>
                  <a:pt x="68586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7"/>
                </a:lnTo>
                <a:lnTo>
                  <a:pt x="46370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8" y="22947"/>
                </a:lnTo>
                <a:lnTo>
                  <a:pt x="27129" y="27129"/>
                </a:lnTo>
                <a:lnTo>
                  <a:pt x="22947" y="31598"/>
                </a:lnTo>
                <a:lnTo>
                  <a:pt x="19089" y="36306"/>
                </a:lnTo>
                <a:lnTo>
                  <a:pt x="15563" y="41237"/>
                </a:lnTo>
                <a:lnTo>
                  <a:pt x="12376" y="46371"/>
                </a:lnTo>
                <a:lnTo>
                  <a:pt x="9536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6" y="74471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5"/>
                </a:lnTo>
                <a:lnTo>
                  <a:pt x="202" y="98742"/>
                </a:lnTo>
                <a:lnTo>
                  <a:pt x="803" y="104799"/>
                </a:lnTo>
                <a:lnTo>
                  <a:pt x="1796" y="110779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3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29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3"/>
                </a:lnTo>
                <a:lnTo>
                  <a:pt x="51691" y="175713"/>
                </a:lnTo>
                <a:lnTo>
                  <a:pt x="57179" y="178198"/>
                </a:lnTo>
                <a:lnTo>
                  <a:pt x="62817" y="180321"/>
                </a:lnTo>
                <a:lnTo>
                  <a:pt x="68586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7"/>
                </a:lnTo>
                <a:lnTo>
                  <a:pt x="92624" y="185249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49"/>
          <p:cNvSpPr/>
          <p:nvPr/>
        </p:nvSpPr>
        <p:spPr>
          <a:xfrm>
            <a:off x="8952156" y="3827668"/>
            <a:ext cx="185248" cy="185247"/>
          </a:xfrm>
          <a:custGeom>
            <a:avLst/>
            <a:gdLst/>
            <a:ahLst/>
            <a:cxnLst/>
            <a:rect l="l" t="t" r="r" b="b"/>
            <a:pathLst>
              <a:path w="185248" h="185247">
                <a:moveTo>
                  <a:pt x="92624" y="185247"/>
                </a:moveTo>
                <a:lnTo>
                  <a:pt x="98741" y="185045"/>
                </a:lnTo>
                <a:lnTo>
                  <a:pt x="104798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1"/>
                </a:lnTo>
                <a:lnTo>
                  <a:pt x="138878" y="172872"/>
                </a:lnTo>
                <a:lnTo>
                  <a:pt x="144012" y="169685"/>
                </a:lnTo>
                <a:lnTo>
                  <a:pt x="148942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1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7"/>
                </a:lnTo>
                <a:lnTo>
                  <a:pt x="175712" y="133557"/>
                </a:lnTo>
                <a:lnTo>
                  <a:pt x="178197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6"/>
                </a:lnTo>
                <a:lnTo>
                  <a:pt x="184445" y="80449"/>
                </a:lnTo>
                <a:lnTo>
                  <a:pt x="183452" y="74469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1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8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0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8"/>
                </a:lnTo>
                <a:lnTo>
                  <a:pt x="22946" y="31597"/>
                </a:lnTo>
                <a:lnTo>
                  <a:pt x="19088" y="36305"/>
                </a:lnTo>
                <a:lnTo>
                  <a:pt x="15562" y="41235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69"/>
                </a:lnTo>
                <a:lnTo>
                  <a:pt x="803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3" y="116661"/>
                </a:lnTo>
                <a:lnTo>
                  <a:pt x="4927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7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6" y="153650"/>
                </a:lnTo>
                <a:lnTo>
                  <a:pt x="27129" y="158119"/>
                </a:lnTo>
                <a:lnTo>
                  <a:pt x="31597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0" y="172872"/>
                </a:lnTo>
                <a:lnTo>
                  <a:pt x="51690" y="175711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49" y="184444"/>
                </a:lnTo>
                <a:lnTo>
                  <a:pt x="86507" y="185045"/>
                </a:lnTo>
                <a:lnTo>
                  <a:pt x="92624" y="185247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50"/>
          <p:cNvSpPr/>
          <p:nvPr/>
        </p:nvSpPr>
        <p:spPr>
          <a:xfrm>
            <a:off x="8419073" y="4299878"/>
            <a:ext cx="185249" cy="185247"/>
          </a:xfrm>
          <a:custGeom>
            <a:avLst/>
            <a:gdLst/>
            <a:ahLst/>
            <a:cxnLst/>
            <a:rect l="l" t="t" r="r" b="b"/>
            <a:pathLst>
              <a:path w="185249" h="185247">
                <a:moveTo>
                  <a:pt x="92625" y="185247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3" y="182074"/>
                </a:lnTo>
                <a:lnTo>
                  <a:pt x="122433" y="180320"/>
                </a:lnTo>
                <a:lnTo>
                  <a:pt x="128070" y="178197"/>
                </a:lnTo>
                <a:lnTo>
                  <a:pt x="133559" y="175711"/>
                </a:lnTo>
                <a:lnTo>
                  <a:pt x="138879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7" y="144012"/>
                </a:lnTo>
                <a:lnTo>
                  <a:pt x="172873" y="138877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6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3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69"/>
                </a:lnTo>
                <a:lnTo>
                  <a:pt x="182076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7" y="41235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9" y="9536"/>
                </a:lnTo>
                <a:lnTo>
                  <a:pt x="128070" y="7050"/>
                </a:lnTo>
                <a:lnTo>
                  <a:pt x="122433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8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5"/>
                </a:lnTo>
                <a:lnTo>
                  <a:pt x="12376" y="46370"/>
                </a:lnTo>
                <a:lnTo>
                  <a:pt x="9537" y="51690"/>
                </a:lnTo>
                <a:lnTo>
                  <a:pt x="7052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69"/>
                </a:lnTo>
                <a:lnTo>
                  <a:pt x="804" y="80449"/>
                </a:lnTo>
                <a:lnTo>
                  <a:pt x="203" y="86506"/>
                </a:lnTo>
                <a:lnTo>
                  <a:pt x="0" y="92623"/>
                </a:lnTo>
                <a:lnTo>
                  <a:pt x="203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2" y="128069"/>
                </a:lnTo>
                <a:lnTo>
                  <a:pt x="9537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7" y="169685"/>
                </a:lnTo>
                <a:lnTo>
                  <a:pt x="46371" y="172872"/>
                </a:lnTo>
                <a:lnTo>
                  <a:pt x="51691" y="175711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8" y="185045"/>
                </a:lnTo>
                <a:lnTo>
                  <a:pt x="92625" y="185247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51"/>
          <p:cNvSpPr/>
          <p:nvPr/>
        </p:nvSpPr>
        <p:spPr>
          <a:xfrm>
            <a:off x="9241987" y="3392148"/>
            <a:ext cx="185248" cy="185249"/>
          </a:xfrm>
          <a:custGeom>
            <a:avLst/>
            <a:gdLst/>
            <a:ahLst/>
            <a:cxnLst/>
            <a:rect l="l" t="t" r="r" b="b"/>
            <a:pathLst>
              <a:path w="185248" h="185249">
                <a:moveTo>
                  <a:pt x="92624" y="185249"/>
                </a:moveTo>
                <a:lnTo>
                  <a:pt x="98741" y="185046"/>
                </a:lnTo>
                <a:lnTo>
                  <a:pt x="104798" y="184445"/>
                </a:lnTo>
                <a:lnTo>
                  <a:pt x="110778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2"/>
                </a:lnTo>
                <a:lnTo>
                  <a:pt x="138878" y="172873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1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9"/>
                </a:lnTo>
                <a:lnTo>
                  <a:pt x="184445" y="104799"/>
                </a:lnTo>
                <a:lnTo>
                  <a:pt x="185046" y="98742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50"/>
                </a:lnTo>
                <a:lnTo>
                  <a:pt x="183452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7" y="57179"/>
                </a:lnTo>
                <a:lnTo>
                  <a:pt x="175712" y="51691"/>
                </a:lnTo>
                <a:lnTo>
                  <a:pt x="172872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1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2" y="19089"/>
                </a:lnTo>
                <a:lnTo>
                  <a:pt x="144012" y="15563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8" y="1797"/>
                </a:lnTo>
                <a:lnTo>
                  <a:pt x="104798" y="804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4"/>
                </a:lnTo>
                <a:lnTo>
                  <a:pt x="74470" y="1797"/>
                </a:lnTo>
                <a:lnTo>
                  <a:pt x="68586" y="3174"/>
                </a:lnTo>
                <a:lnTo>
                  <a:pt x="62816" y="4928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7" y="22947"/>
                </a:lnTo>
                <a:lnTo>
                  <a:pt x="27129" y="27129"/>
                </a:lnTo>
                <a:lnTo>
                  <a:pt x="22946" y="31598"/>
                </a:lnTo>
                <a:lnTo>
                  <a:pt x="19088" y="36306"/>
                </a:lnTo>
                <a:lnTo>
                  <a:pt x="15562" y="41236"/>
                </a:lnTo>
                <a:lnTo>
                  <a:pt x="12376" y="46371"/>
                </a:lnTo>
                <a:lnTo>
                  <a:pt x="9536" y="51691"/>
                </a:lnTo>
                <a:lnTo>
                  <a:pt x="7051" y="57179"/>
                </a:lnTo>
                <a:lnTo>
                  <a:pt x="4927" y="62817"/>
                </a:lnTo>
                <a:lnTo>
                  <a:pt x="3173" y="68587"/>
                </a:lnTo>
                <a:lnTo>
                  <a:pt x="1796" y="74470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2"/>
                </a:lnTo>
                <a:lnTo>
                  <a:pt x="803" y="104799"/>
                </a:lnTo>
                <a:lnTo>
                  <a:pt x="1796" y="110779"/>
                </a:lnTo>
                <a:lnTo>
                  <a:pt x="3173" y="116662"/>
                </a:lnTo>
                <a:lnTo>
                  <a:pt x="4927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3"/>
                </a:lnTo>
                <a:lnTo>
                  <a:pt x="19088" y="148943"/>
                </a:lnTo>
                <a:lnTo>
                  <a:pt x="22946" y="153651"/>
                </a:lnTo>
                <a:lnTo>
                  <a:pt x="27129" y="158119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3"/>
                </a:lnTo>
                <a:lnTo>
                  <a:pt x="51690" y="175712"/>
                </a:lnTo>
                <a:lnTo>
                  <a:pt x="57178" y="178198"/>
                </a:lnTo>
                <a:lnTo>
                  <a:pt x="62816" y="180321"/>
                </a:lnTo>
                <a:lnTo>
                  <a:pt x="68586" y="182075"/>
                </a:lnTo>
                <a:lnTo>
                  <a:pt x="74470" y="183452"/>
                </a:lnTo>
                <a:lnTo>
                  <a:pt x="80449" y="184445"/>
                </a:lnTo>
                <a:lnTo>
                  <a:pt x="86507" y="185046"/>
                </a:lnTo>
                <a:lnTo>
                  <a:pt x="92624" y="185249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52"/>
          <p:cNvSpPr/>
          <p:nvPr/>
        </p:nvSpPr>
        <p:spPr>
          <a:xfrm>
            <a:off x="11203522" y="1658797"/>
            <a:ext cx="185249" cy="185249"/>
          </a:xfrm>
          <a:custGeom>
            <a:avLst/>
            <a:gdLst/>
            <a:ahLst/>
            <a:cxnLst/>
            <a:rect l="l" t="t" r="r" b="b"/>
            <a:pathLst>
              <a:path w="185249" h="185249">
                <a:moveTo>
                  <a:pt x="92624" y="185249"/>
                </a:moveTo>
                <a:lnTo>
                  <a:pt x="98742" y="185047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3"/>
                </a:lnTo>
                <a:lnTo>
                  <a:pt x="138878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9"/>
                </a:lnTo>
                <a:lnTo>
                  <a:pt x="184445" y="104799"/>
                </a:lnTo>
                <a:lnTo>
                  <a:pt x="185047" y="98742"/>
                </a:lnTo>
                <a:lnTo>
                  <a:pt x="185249" y="92625"/>
                </a:lnTo>
                <a:lnTo>
                  <a:pt x="185047" y="86507"/>
                </a:lnTo>
                <a:lnTo>
                  <a:pt x="184445" y="80450"/>
                </a:lnTo>
                <a:lnTo>
                  <a:pt x="183452" y="74471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2" y="51691"/>
                </a:lnTo>
                <a:lnTo>
                  <a:pt x="172873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3" y="19089"/>
                </a:lnTo>
                <a:lnTo>
                  <a:pt x="144013" y="15563"/>
                </a:lnTo>
                <a:lnTo>
                  <a:pt x="138878" y="12376"/>
                </a:lnTo>
                <a:lnTo>
                  <a:pt x="133558" y="9537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3"/>
                </a:lnTo>
                <a:lnTo>
                  <a:pt x="92624" y="0"/>
                </a:lnTo>
                <a:lnTo>
                  <a:pt x="86507" y="203"/>
                </a:lnTo>
                <a:lnTo>
                  <a:pt x="80450" y="804"/>
                </a:lnTo>
                <a:lnTo>
                  <a:pt x="74470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7"/>
                </a:lnTo>
                <a:lnTo>
                  <a:pt x="46370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8" y="22947"/>
                </a:lnTo>
                <a:lnTo>
                  <a:pt x="27130" y="27129"/>
                </a:lnTo>
                <a:lnTo>
                  <a:pt x="22947" y="31598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1"/>
                </a:lnTo>
                <a:lnTo>
                  <a:pt x="9536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6" y="74471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5"/>
                </a:lnTo>
                <a:lnTo>
                  <a:pt x="202" y="98742"/>
                </a:lnTo>
                <a:lnTo>
                  <a:pt x="803" y="104799"/>
                </a:lnTo>
                <a:lnTo>
                  <a:pt x="1796" y="110779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3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3"/>
                </a:lnTo>
                <a:lnTo>
                  <a:pt x="51691" y="175713"/>
                </a:lnTo>
                <a:lnTo>
                  <a:pt x="57179" y="178198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7"/>
                </a:lnTo>
                <a:lnTo>
                  <a:pt x="92624" y="185249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53"/>
          <p:cNvSpPr/>
          <p:nvPr/>
        </p:nvSpPr>
        <p:spPr>
          <a:xfrm>
            <a:off x="9006499" y="3604982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19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6" y="169685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54"/>
          <p:cNvSpPr/>
          <p:nvPr/>
        </p:nvSpPr>
        <p:spPr>
          <a:xfrm>
            <a:off x="9280804" y="3351435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8" y="184445"/>
                </a:lnTo>
                <a:lnTo>
                  <a:pt x="110778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1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1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8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9"/>
                </a:lnTo>
                <a:lnTo>
                  <a:pt x="22946" y="31597"/>
                </a:lnTo>
                <a:lnTo>
                  <a:pt x="19088" y="36306"/>
                </a:lnTo>
                <a:lnTo>
                  <a:pt x="15562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9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6" y="153651"/>
                </a:lnTo>
                <a:lnTo>
                  <a:pt x="27129" y="158119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8" y="178197"/>
                </a:lnTo>
                <a:lnTo>
                  <a:pt x="62816" y="180321"/>
                </a:lnTo>
                <a:lnTo>
                  <a:pt x="68586" y="182075"/>
                </a:lnTo>
                <a:lnTo>
                  <a:pt x="74470" y="183452"/>
                </a:lnTo>
                <a:lnTo>
                  <a:pt x="80449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5"/>
          <p:cNvSpPr/>
          <p:nvPr/>
        </p:nvSpPr>
        <p:spPr>
          <a:xfrm>
            <a:off x="8843469" y="3803451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69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69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56"/>
          <p:cNvSpPr/>
          <p:nvPr/>
        </p:nvSpPr>
        <p:spPr>
          <a:xfrm>
            <a:off x="8256043" y="4305201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3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9" y="175712"/>
                </a:lnTo>
                <a:lnTo>
                  <a:pt x="138879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9"/>
                </a:lnTo>
                <a:lnTo>
                  <a:pt x="184446" y="104799"/>
                </a:lnTo>
                <a:lnTo>
                  <a:pt x="185047" y="98742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1"/>
                </a:lnTo>
                <a:lnTo>
                  <a:pt x="172873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20" y="27129"/>
                </a:lnTo>
                <a:lnTo>
                  <a:pt x="153651" y="22947"/>
                </a:lnTo>
                <a:lnTo>
                  <a:pt x="148943" y="19089"/>
                </a:lnTo>
                <a:lnTo>
                  <a:pt x="144013" y="15563"/>
                </a:lnTo>
                <a:lnTo>
                  <a:pt x="138879" y="12376"/>
                </a:lnTo>
                <a:lnTo>
                  <a:pt x="133559" y="9537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3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3"/>
                </a:lnTo>
                <a:lnTo>
                  <a:pt x="92625" y="0"/>
                </a:lnTo>
                <a:lnTo>
                  <a:pt x="86508" y="203"/>
                </a:lnTo>
                <a:lnTo>
                  <a:pt x="80450" y="804"/>
                </a:lnTo>
                <a:lnTo>
                  <a:pt x="74471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7"/>
                </a:lnTo>
                <a:lnTo>
                  <a:pt x="46371" y="12376"/>
                </a:lnTo>
                <a:lnTo>
                  <a:pt x="41237" y="15563"/>
                </a:lnTo>
                <a:lnTo>
                  <a:pt x="36306" y="19089"/>
                </a:lnTo>
                <a:lnTo>
                  <a:pt x="31598" y="22947"/>
                </a:lnTo>
                <a:lnTo>
                  <a:pt x="27130" y="27129"/>
                </a:lnTo>
                <a:lnTo>
                  <a:pt x="22947" y="31598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1"/>
                </a:lnTo>
                <a:lnTo>
                  <a:pt x="9537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7" y="74470"/>
                </a:lnTo>
                <a:lnTo>
                  <a:pt x="804" y="80450"/>
                </a:lnTo>
                <a:lnTo>
                  <a:pt x="203" y="86507"/>
                </a:lnTo>
                <a:lnTo>
                  <a:pt x="0" y="92624"/>
                </a:lnTo>
                <a:lnTo>
                  <a:pt x="203" y="98742"/>
                </a:lnTo>
                <a:lnTo>
                  <a:pt x="804" y="104799"/>
                </a:lnTo>
                <a:lnTo>
                  <a:pt x="1797" y="110779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3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3"/>
                </a:lnTo>
                <a:lnTo>
                  <a:pt x="51691" y="175712"/>
                </a:lnTo>
                <a:lnTo>
                  <a:pt x="57179" y="178198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8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57"/>
          <p:cNvSpPr/>
          <p:nvPr/>
        </p:nvSpPr>
        <p:spPr>
          <a:xfrm>
            <a:off x="8263807" y="4278059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9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58"/>
          <p:cNvSpPr/>
          <p:nvPr/>
        </p:nvSpPr>
        <p:spPr>
          <a:xfrm>
            <a:off x="8333677" y="4348549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5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3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5"/>
                </a:lnTo>
                <a:lnTo>
                  <a:pt x="148943" y="166159"/>
                </a:lnTo>
                <a:lnTo>
                  <a:pt x="153651" y="162301"/>
                </a:lnTo>
                <a:lnTo>
                  <a:pt x="158120" y="158119"/>
                </a:lnTo>
                <a:lnTo>
                  <a:pt x="162302" y="153650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7"/>
                </a:lnTo>
                <a:lnTo>
                  <a:pt x="175713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1"/>
                </a:lnTo>
                <a:lnTo>
                  <a:pt x="183453" y="110778"/>
                </a:lnTo>
                <a:lnTo>
                  <a:pt x="184446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6"/>
                </a:lnTo>
                <a:lnTo>
                  <a:pt x="184446" y="80449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5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20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5"/>
                </a:lnTo>
                <a:lnTo>
                  <a:pt x="133558" y="9536"/>
                </a:lnTo>
                <a:lnTo>
                  <a:pt x="128070" y="7050"/>
                </a:lnTo>
                <a:lnTo>
                  <a:pt x="122432" y="4927"/>
                </a:lnTo>
                <a:lnTo>
                  <a:pt x="116663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5" y="0"/>
                </a:lnTo>
                <a:lnTo>
                  <a:pt x="86508" y="202"/>
                </a:lnTo>
                <a:lnTo>
                  <a:pt x="80450" y="803"/>
                </a:lnTo>
                <a:lnTo>
                  <a:pt x="74471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0"/>
                </a:lnTo>
                <a:lnTo>
                  <a:pt x="51691" y="9536"/>
                </a:lnTo>
                <a:lnTo>
                  <a:pt x="46371" y="12375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5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49"/>
                </a:lnTo>
                <a:lnTo>
                  <a:pt x="202" y="86506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8"/>
                </a:lnTo>
                <a:lnTo>
                  <a:pt x="1797" y="110778"/>
                </a:lnTo>
                <a:lnTo>
                  <a:pt x="3174" y="116661"/>
                </a:lnTo>
                <a:lnTo>
                  <a:pt x="4928" y="122431"/>
                </a:lnTo>
                <a:lnTo>
                  <a:pt x="7051" y="128069"/>
                </a:lnTo>
                <a:lnTo>
                  <a:pt x="9537" y="133557"/>
                </a:lnTo>
                <a:lnTo>
                  <a:pt x="12376" y="138877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0"/>
                </a:lnTo>
                <a:lnTo>
                  <a:pt x="27130" y="158119"/>
                </a:lnTo>
                <a:lnTo>
                  <a:pt x="31598" y="162301"/>
                </a:lnTo>
                <a:lnTo>
                  <a:pt x="36306" y="166159"/>
                </a:lnTo>
                <a:lnTo>
                  <a:pt x="41237" y="169685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1" y="183451"/>
                </a:lnTo>
                <a:lnTo>
                  <a:pt x="80450" y="184444"/>
                </a:lnTo>
                <a:lnTo>
                  <a:pt x="86508" y="185045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59"/>
          <p:cNvSpPr/>
          <p:nvPr/>
        </p:nvSpPr>
        <p:spPr>
          <a:xfrm>
            <a:off x="8688203" y="4114499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9" y="184445"/>
                </a:lnTo>
                <a:lnTo>
                  <a:pt x="110778" y="183452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2" y="15562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8" y="1796"/>
                </a:lnTo>
                <a:lnTo>
                  <a:pt x="104799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6" y="3174"/>
                </a:lnTo>
                <a:lnTo>
                  <a:pt x="62816" y="4928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6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29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2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9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29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60"/>
          <p:cNvSpPr/>
          <p:nvPr/>
        </p:nvSpPr>
        <p:spPr>
          <a:xfrm>
            <a:off x="8214639" y="4348114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3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3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20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1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20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3" y="3174"/>
                </a:lnTo>
                <a:lnTo>
                  <a:pt x="110779" y="1797"/>
                </a:lnTo>
                <a:lnTo>
                  <a:pt x="104799" y="804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4"/>
                </a:lnTo>
                <a:lnTo>
                  <a:pt x="74471" y="1797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1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7"/>
                </a:lnTo>
                <a:lnTo>
                  <a:pt x="1797" y="74470"/>
                </a:lnTo>
                <a:lnTo>
                  <a:pt x="804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9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20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3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1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61"/>
          <p:cNvSpPr/>
          <p:nvPr/>
        </p:nvSpPr>
        <p:spPr>
          <a:xfrm>
            <a:off x="8325914" y="4219636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9" y="184445"/>
                </a:lnTo>
                <a:lnTo>
                  <a:pt x="110778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8"/>
                </a:lnTo>
                <a:lnTo>
                  <a:pt x="133558" y="175712"/>
                </a:lnTo>
                <a:lnTo>
                  <a:pt x="138878" y="172873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20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3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9"/>
                </a:lnTo>
                <a:lnTo>
                  <a:pt x="185046" y="98742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50"/>
                </a:lnTo>
                <a:lnTo>
                  <a:pt x="183452" y="74470"/>
                </a:lnTo>
                <a:lnTo>
                  <a:pt x="182075" y="68587"/>
                </a:lnTo>
                <a:lnTo>
                  <a:pt x="180321" y="62817"/>
                </a:lnTo>
                <a:lnTo>
                  <a:pt x="178197" y="57179"/>
                </a:lnTo>
                <a:lnTo>
                  <a:pt x="175712" y="51691"/>
                </a:lnTo>
                <a:lnTo>
                  <a:pt x="172872" y="46371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8"/>
                </a:lnTo>
                <a:lnTo>
                  <a:pt x="158119" y="27129"/>
                </a:lnTo>
                <a:lnTo>
                  <a:pt x="153651" y="22947"/>
                </a:lnTo>
                <a:lnTo>
                  <a:pt x="148942" y="19089"/>
                </a:lnTo>
                <a:lnTo>
                  <a:pt x="144012" y="15563"/>
                </a:lnTo>
                <a:lnTo>
                  <a:pt x="138878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8" y="1797"/>
                </a:lnTo>
                <a:lnTo>
                  <a:pt x="104799" y="804"/>
                </a:lnTo>
                <a:lnTo>
                  <a:pt x="98741" y="203"/>
                </a:lnTo>
                <a:lnTo>
                  <a:pt x="92624" y="0"/>
                </a:lnTo>
                <a:lnTo>
                  <a:pt x="86507" y="203"/>
                </a:lnTo>
                <a:lnTo>
                  <a:pt x="80449" y="804"/>
                </a:lnTo>
                <a:lnTo>
                  <a:pt x="74470" y="1797"/>
                </a:lnTo>
                <a:lnTo>
                  <a:pt x="68586" y="3174"/>
                </a:lnTo>
                <a:lnTo>
                  <a:pt x="62816" y="4928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6"/>
                </a:lnTo>
                <a:lnTo>
                  <a:pt x="41236" y="15563"/>
                </a:lnTo>
                <a:lnTo>
                  <a:pt x="36306" y="19089"/>
                </a:lnTo>
                <a:lnTo>
                  <a:pt x="31597" y="22947"/>
                </a:lnTo>
                <a:lnTo>
                  <a:pt x="27129" y="27129"/>
                </a:lnTo>
                <a:lnTo>
                  <a:pt x="22946" y="31598"/>
                </a:lnTo>
                <a:lnTo>
                  <a:pt x="19088" y="36306"/>
                </a:lnTo>
                <a:lnTo>
                  <a:pt x="15562" y="41236"/>
                </a:lnTo>
                <a:lnTo>
                  <a:pt x="12376" y="46371"/>
                </a:lnTo>
                <a:lnTo>
                  <a:pt x="9536" y="51691"/>
                </a:lnTo>
                <a:lnTo>
                  <a:pt x="7051" y="57179"/>
                </a:lnTo>
                <a:lnTo>
                  <a:pt x="4927" y="62817"/>
                </a:lnTo>
                <a:lnTo>
                  <a:pt x="3173" y="68587"/>
                </a:lnTo>
                <a:lnTo>
                  <a:pt x="1796" y="74470"/>
                </a:lnTo>
                <a:lnTo>
                  <a:pt x="803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2"/>
                </a:lnTo>
                <a:lnTo>
                  <a:pt x="803" y="104799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2"/>
                </a:lnTo>
                <a:lnTo>
                  <a:pt x="7051" y="128070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3"/>
                </a:lnTo>
                <a:lnTo>
                  <a:pt x="19088" y="148943"/>
                </a:lnTo>
                <a:lnTo>
                  <a:pt x="22946" y="153651"/>
                </a:lnTo>
                <a:lnTo>
                  <a:pt x="27129" y="158120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3"/>
                </a:lnTo>
                <a:lnTo>
                  <a:pt x="51690" y="175712"/>
                </a:lnTo>
                <a:lnTo>
                  <a:pt x="57178" y="178198"/>
                </a:lnTo>
                <a:lnTo>
                  <a:pt x="62816" y="180321"/>
                </a:lnTo>
                <a:lnTo>
                  <a:pt x="68586" y="182075"/>
                </a:lnTo>
                <a:lnTo>
                  <a:pt x="74470" y="183452"/>
                </a:lnTo>
                <a:lnTo>
                  <a:pt x="80449" y="184445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62"/>
          <p:cNvSpPr/>
          <p:nvPr/>
        </p:nvSpPr>
        <p:spPr>
          <a:xfrm>
            <a:off x="8351791" y="4366498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4" y="185248"/>
                </a:moveTo>
                <a:lnTo>
                  <a:pt x="98742" y="185046"/>
                </a:lnTo>
                <a:lnTo>
                  <a:pt x="104799" y="184444"/>
                </a:lnTo>
                <a:lnTo>
                  <a:pt x="110779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2" y="133557"/>
                </a:lnTo>
                <a:lnTo>
                  <a:pt x="178198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8" y="57178"/>
                </a:lnTo>
                <a:lnTo>
                  <a:pt x="175712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8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9" y="1796"/>
                </a:lnTo>
                <a:lnTo>
                  <a:pt x="104799" y="803"/>
                </a:lnTo>
                <a:lnTo>
                  <a:pt x="98742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50" y="803"/>
                </a:lnTo>
                <a:lnTo>
                  <a:pt x="74470" y="1796"/>
                </a:lnTo>
                <a:lnTo>
                  <a:pt x="68587" y="3173"/>
                </a:lnTo>
                <a:lnTo>
                  <a:pt x="62817" y="4927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8"/>
                </a:lnTo>
                <a:lnTo>
                  <a:pt x="22947" y="31597"/>
                </a:lnTo>
                <a:lnTo>
                  <a:pt x="19089" y="36305"/>
                </a:lnTo>
                <a:lnTo>
                  <a:pt x="15563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8" y="62816"/>
                </a:lnTo>
                <a:lnTo>
                  <a:pt x="3174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4" y="116662"/>
                </a:lnTo>
                <a:lnTo>
                  <a:pt x="4928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2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0"/>
                </a:lnTo>
                <a:lnTo>
                  <a:pt x="68587" y="182074"/>
                </a:lnTo>
                <a:lnTo>
                  <a:pt x="74470" y="183451"/>
                </a:lnTo>
                <a:lnTo>
                  <a:pt x="80450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3"/>
          <p:cNvSpPr/>
          <p:nvPr/>
        </p:nvSpPr>
        <p:spPr>
          <a:xfrm>
            <a:off x="8214639" y="4426512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8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1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8"/>
                </a:lnTo>
                <a:lnTo>
                  <a:pt x="175712" y="133558"/>
                </a:lnTo>
                <a:lnTo>
                  <a:pt x="178197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1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8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9"/>
                </a:lnTo>
                <a:lnTo>
                  <a:pt x="22946" y="31597"/>
                </a:lnTo>
                <a:lnTo>
                  <a:pt x="19088" y="36305"/>
                </a:lnTo>
                <a:lnTo>
                  <a:pt x="15562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1"/>
                </a:lnTo>
                <a:lnTo>
                  <a:pt x="7051" y="128069"/>
                </a:lnTo>
                <a:lnTo>
                  <a:pt x="9536" y="133558"/>
                </a:lnTo>
                <a:lnTo>
                  <a:pt x="12376" y="138878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6" y="153651"/>
                </a:lnTo>
                <a:lnTo>
                  <a:pt x="27129" y="158119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49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64"/>
          <p:cNvSpPr/>
          <p:nvPr/>
        </p:nvSpPr>
        <p:spPr>
          <a:xfrm>
            <a:off x="8227577" y="4380098"/>
            <a:ext cx="185249" cy="185248"/>
          </a:xfrm>
          <a:custGeom>
            <a:avLst/>
            <a:gdLst/>
            <a:ahLst/>
            <a:cxnLst/>
            <a:rect l="l" t="t" r="r" b="b"/>
            <a:pathLst>
              <a:path w="185249" h="185248">
                <a:moveTo>
                  <a:pt x="92625" y="185248"/>
                </a:moveTo>
                <a:lnTo>
                  <a:pt x="98742" y="185046"/>
                </a:lnTo>
                <a:lnTo>
                  <a:pt x="104799" y="184445"/>
                </a:lnTo>
                <a:lnTo>
                  <a:pt x="110779" y="183452"/>
                </a:lnTo>
                <a:lnTo>
                  <a:pt x="116662" y="182075"/>
                </a:lnTo>
                <a:lnTo>
                  <a:pt x="122432" y="180321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9" y="172872"/>
                </a:lnTo>
                <a:lnTo>
                  <a:pt x="144013" y="169686"/>
                </a:lnTo>
                <a:lnTo>
                  <a:pt x="148943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3"/>
                </a:lnTo>
                <a:lnTo>
                  <a:pt x="169686" y="144012"/>
                </a:lnTo>
                <a:lnTo>
                  <a:pt x="172873" y="138878"/>
                </a:lnTo>
                <a:lnTo>
                  <a:pt x="175713" y="133558"/>
                </a:lnTo>
                <a:lnTo>
                  <a:pt x="178198" y="128070"/>
                </a:lnTo>
                <a:lnTo>
                  <a:pt x="180321" y="122432"/>
                </a:lnTo>
                <a:lnTo>
                  <a:pt x="182075" y="116662"/>
                </a:lnTo>
                <a:lnTo>
                  <a:pt x="183453" y="110778"/>
                </a:lnTo>
                <a:lnTo>
                  <a:pt x="184446" y="104799"/>
                </a:lnTo>
                <a:lnTo>
                  <a:pt x="185047" y="98741"/>
                </a:lnTo>
                <a:lnTo>
                  <a:pt x="185249" y="92624"/>
                </a:lnTo>
                <a:lnTo>
                  <a:pt x="185047" y="86507"/>
                </a:lnTo>
                <a:lnTo>
                  <a:pt x="184446" y="80450"/>
                </a:lnTo>
                <a:lnTo>
                  <a:pt x="183453" y="74470"/>
                </a:lnTo>
                <a:lnTo>
                  <a:pt x="182075" y="68586"/>
                </a:lnTo>
                <a:lnTo>
                  <a:pt x="180321" y="62817"/>
                </a:lnTo>
                <a:lnTo>
                  <a:pt x="178198" y="57179"/>
                </a:lnTo>
                <a:lnTo>
                  <a:pt x="175713" y="51690"/>
                </a:lnTo>
                <a:lnTo>
                  <a:pt x="172873" y="46370"/>
                </a:lnTo>
                <a:lnTo>
                  <a:pt x="169686" y="41236"/>
                </a:lnTo>
                <a:lnTo>
                  <a:pt x="166160" y="36306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3" y="19088"/>
                </a:lnTo>
                <a:lnTo>
                  <a:pt x="144013" y="15562"/>
                </a:lnTo>
                <a:lnTo>
                  <a:pt x="138879" y="12376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8"/>
                </a:lnTo>
                <a:lnTo>
                  <a:pt x="116662" y="3174"/>
                </a:lnTo>
                <a:lnTo>
                  <a:pt x="110779" y="1796"/>
                </a:lnTo>
                <a:lnTo>
                  <a:pt x="104799" y="804"/>
                </a:lnTo>
                <a:lnTo>
                  <a:pt x="98742" y="202"/>
                </a:lnTo>
                <a:lnTo>
                  <a:pt x="92625" y="0"/>
                </a:lnTo>
                <a:lnTo>
                  <a:pt x="86507" y="202"/>
                </a:lnTo>
                <a:lnTo>
                  <a:pt x="80450" y="804"/>
                </a:lnTo>
                <a:lnTo>
                  <a:pt x="74470" y="1796"/>
                </a:lnTo>
                <a:lnTo>
                  <a:pt x="68587" y="3174"/>
                </a:lnTo>
                <a:lnTo>
                  <a:pt x="62817" y="4928"/>
                </a:lnTo>
                <a:lnTo>
                  <a:pt x="57179" y="7051"/>
                </a:lnTo>
                <a:lnTo>
                  <a:pt x="51691" y="9536"/>
                </a:lnTo>
                <a:lnTo>
                  <a:pt x="46371" y="12376"/>
                </a:lnTo>
                <a:lnTo>
                  <a:pt x="41237" y="15562"/>
                </a:lnTo>
                <a:lnTo>
                  <a:pt x="36306" y="19088"/>
                </a:lnTo>
                <a:lnTo>
                  <a:pt x="31598" y="22946"/>
                </a:lnTo>
                <a:lnTo>
                  <a:pt x="27130" y="27129"/>
                </a:lnTo>
                <a:lnTo>
                  <a:pt x="22947" y="31597"/>
                </a:lnTo>
                <a:lnTo>
                  <a:pt x="19089" y="36306"/>
                </a:lnTo>
                <a:lnTo>
                  <a:pt x="15563" y="41236"/>
                </a:lnTo>
                <a:lnTo>
                  <a:pt x="12376" y="46370"/>
                </a:lnTo>
                <a:lnTo>
                  <a:pt x="9537" y="51690"/>
                </a:lnTo>
                <a:lnTo>
                  <a:pt x="7051" y="57179"/>
                </a:lnTo>
                <a:lnTo>
                  <a:pt x="4928" y="62817"/>
                </a:lnTo>
                <a:lnTo>
                  <a:pt x="3174" y="68586"/>
                </a:lnTo>
                <a:lnTo>
                  <a:pt x="1797" y="74470"/>
                </a:lnTo>
                <a:lnTo>
                  <a:pt x="804" y="80450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4" y="104799"/>
                </a:lnTo>
                <a:lnTo>
                  <a:pt x="1797" y="110778"/>
                </a:lnTo>
                <a:lnTo>
                  <a:pt x="3174" y="116662"/>
                </a:lnTo>
                <a:lnTo>
                  <a:pt x="4928" y="122432"/>
                </a:lnTo>
                <a:lnTo>
                  <a:pt x="7051" y="128070"/>
                </a:lnTo>
                <a:lnTo>
                  <a:pt x="9537" y="133558"/>
                </a:lnTo>
                <a:lnTo>
                  <a:pt x="12376" y="138878"/>
                </a:lnTo>
                <a:lnTo>
                  <a:pt x="15563" y="144012"/>
                </a:lnTo>
                <a:lnTo>
                  <a:pt x="19089" y="148943"/>
                </a:lnTo>
                <a:lnTo>
                  <a:pt x="22947" y="153651"/>
                </a:lnTo>
                <a:lnTo>
                  <a:pt x="27130" y="158119"/>
                </a:lnTo>
                <a:lnTo>
                  <a:pt x="31598" y="162302"/>
                </a:lnTo>
                <a:lnTo>
                  <a:pt x="36306" y="166160"/>
                </a:lnTo>
                <a:lnTo>
                  <a:pt x="41237" y="169686"/>
                </a:lnTo>
                <a:lnTo>
                  <a:pt x="46371" y="172872"/>
                </a:lnTo>
                <a:lnTo>
                  <a:pt x="51691" y="175712"/>
                </a:lnTo>
                <a:lnTo>
                  <a:pt x="57179" y="178197"/>
                </a:lnTo>
                <a:lnTo>
                  <a:pt x="62817" y="180321"/>
                </a:lnTo>
                <a:lnTo>
                  <a:pt x="68587" y="182075"/>
                </a:lnTo>
                <a:lnTo>
                  <a:pt x="74470" y="183452"/>
                </a:lnTo>
                <a:lnTo>
                  <a:pt x="80450" y="184445"/>
                </a:lnTo>
                <a:lnTo>
                  <a:pt x="86507" y="185046"/>
                </a:lnTo>
                <a:lnTo>
                  <a:pt x="92625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65"/>
          <p:cNvSpPr/>
          <p:nvPr/>
        </p:nvSpPr>
        <p:spPr>
          <a:xfrm>
            <a:off x="8494119" y="4214705"/>
            <a:ext cx="185248" cy="185248"/>
          </a:xfrm>
          <a:custGeom>
            <a:avLst/>
            <a:gdLst/>
            <a:ahLst/>
            <a:cxnLst/>
            <a:rect l="l" t="t" r="r" b="b"/>
            <a:pathLst>
              <a:path w="185248" h="185248">
                <a:moveTo>
                  <a:pt x="92624" y="185248"/>
                </a:moveTo>
                <a:lnTo>
                  <a:pt x="98741" y="185046"/>
                </a:lnTo>
                <a:lnTo>
                  <a:pt x="104799" y="184444"/>
                </a:lnTo>
                <a:lnTo>
                  <a:pt x="110778" y="183451"/>
                </a:lnTo>
                <a:lnTo>
                  <a:pt x="116662" y="182074"/>
                </a:lnTo>
                <a:lnTo>
                  <a:pt x="122432" y="180320"/>
                </a:lnTo>
                <a:lnTo>
                  <a:pt x="128070" y="178197"/>
                </a:lnTo>
                <a:lnTo>
                  <a:pt x="133558" y="175712"/>
                </a:lnTo>
                <a:lnTo>
                  <a:pt x="138878" y="172872"/>
                </a:lnTo>
                <a:lnTo>
                  <a:pt x="144012" y="169686"/>
                </a:lnTo>
                <a:lnTo>
                  <a:pt x="148942" y="166160"/>
                </a:lnTo>
                <a:lnTo>
                  <a:pt x="153651" y="162302"/>
                </a:lnTo>
                <a:lnTo>
                  <a:pt x="158119" y="158119"/>
                </a:lnTo>
                <a:lnTo>
                  <a:pt x="162302" y="153651"/>
                </a:lnTo>
                <a:lnTo>
                  <a:pt x="166160" y="148942"/>
                </a:lnTo>
                <a:lnTo>
                  <a:pt x="169686" y="144012"/>
                </a:lnTo>
                <a:lnTo>
                  <a:pt x="172872" y="138878"/>
                </a:lnTo>
                <a:lnTo>
                  <a:pt x="175712" y="133557"/>
                </a:lnTo>
                <a:lnTo>
                  <a:pt x="178197" y="128069"/>
                </a:lnTo>
                <a:lnTo>
                  <a:pt x="180321" y="122431"/>
                </a:lnTo>
                <a:lnTo>
                  <a:pt x="182075" y="116662"/>
                </a:lnTo>
                <a:lnTo>
                  <a:pt x="183452" y="110778"/>
                </a:lnTo>
                <a:lnTo>
                  <a:pt x="184445" y="104798"/>
                </a:lnTo>
                <a:lnTo>
                  <a:pt x="185046" y="98741"/>
                </a:lnTo>
                <a:lnTo>
                  <a:pt x="185248" y="92624"/>
                </a:lnTo>
                <a:lnTo>
                  <a:pt x="185046" y="86507"/>
                </a:lnTo>
                <a:lnTo>
                  <a:pt x="184445" y="80449"/>
                </a:lnTo>
                <a:lnTo>
                  <a:pt x="183452" y="74470"/>
                </a:lnTo>
                <a:lnTo>
                  <a:pt x="182075" y="68586"/>
                </a:lnTo>
                <a:lnTo>
                  <a:pt x="180321" y="62816"/>
                </a:lnTo>
                <a:lnTo>
                  <a:pt x="178197" y="57178"/>
                </a:lnTo>
                <a:lnTo>
                  <a:pt x="175712" y="51690"/>
                </a:lnTo>
                <a:lnTo>
                  <a:pt x="172872" y="46370"/>
                </a:lnTo>
                <a:lnTo>
                  <a:pt x="169686" y="41236"/>
                </a:lnTo>
                <a:lnTo>
                  <a:pt x="166160" y="36305"/>
                </a:lnTo>
                <a:lnTo>
                  <a:pt x="162302" y="31597"/>
                </a:lnTo>
                <a:lnTo>
                  <a:pt x="158119" y="27129"/>
                </a:lnTo>
                <a:lnTo>
                  <a:pt x="153651" y="22946"/>
                </a:lnTo>
                <a:lnTo>
                  <a:pt x="148942" y="19088"/>
                </a:lnTo>
                <a:lnTo>
                  <a:pt x="144012" y="15562"/>
                </a:lnTo>
                <a:lnTo>
                  <a:pt x="138878" y="12375"/>
                </a:lnTo>
                <a:lnTo>
                  <a:pt x="133558" y="9536"/>
                </a:lnTo>
                <a:lnTo>
                  <a:pt x="128070" y="7051"/>
                </a:lnTo>
                <a:lnTo>
                  <a:pt x="122432" y="4927"/>
                </a:lnTo>
                <a:lnTo>
                  <a:pt x="116662" y="3173"/>
                </a:lnTo>
                <a:lnTo>
                  <a:pt x="110778" y="1796"/>
                </a:lnTo>
                <a:lnTo>
                  <a:pt x="104799" y="803"/>
                </a:lnTo>
                <a:lnTo>
                  <a:pt x="98741" y="202"/>
                </a:lnTo>
                <a:lnTo>
                  <a:pt x="92624" y="0"/>
                </a:lnTo>
                <a:lnTo>
                  <a:pt x="86507" y="202"/>
                </a:lnTo>
                <a:lnTo>
                  <a:pt x="80449" y="803"/>
                </a:lnTo>
                <a:lnTo>
                  <a:pt x="74470" y="1796"/>
                </a:lnTo>
                <a:lnTo>
                  <a:pt x="68586" y="3173"/>
                </a:lnTo>
                <a:lnTo>
                  <a:pt x="62816" y="4927"/>
                </a:lnTo>
                <a:lnTo>
                  <a:pt x="57178" y="7051"/>
                </a:lnTo>
                <a:lnTo>
                  <a:pt x="51690" y="9536"/>
                </a:lnTo>
                <a:lnTo>
                  <a:pt x="46370" y="12375"/>
                </a:lnTo>
                <a:lnTo>
                  <a:pt x="41236" y="15562"/>
                </a:lnTo>
                <a:lnTo>
                  <a:pt x="36306" y="19088"/>
                </a:lnTo>
                <a:lnTo>
                  <a:pt x="31597" y="22946"/>
                </a:lnTo>
                <a:lnTo>
                  <a:pt x="27129" y="27129"/>
                </a:lnTo>
                <a:lnTo>
                  <a:pt x="22947" y="31597"/>
                </a:lnTo>
                <a:lnTo>
                  <a:pt x="19088" y="36305"/>
                </a:lnTo>
                <a:lnTo>
                  <a:pt x="15562" y="41236"/>
                </a:lnTo>
                <a:lnTo>
                  <a:pt x="12376" y="46370"/>
                </a:lnTo>
                <a:lnTo>
                  <a:pt x="9536" y="51690"/>
                </a:lnTo>
                <a:lnTo>
                  <a:pt x="7051" y="57178"/>
                </a:lnTo>
                <a:lnTo>
                  <a:pt x="4927" y="62816"/>
                </a:lnTo>
                <a:lnTo>
                  <a:pt x="3173" y="68586"/>
                </a:lnTo>
                <a:lnTo>
                  <a:pt x="1796" y="74470"/>
                </a:lnTo>
                <a:lnTo>
                  <a:pt x="803" y="80449"/>
                </a:lnTo>
                <a:lnTo>
                  <a:pt x="202" y="86507"/>
                </a:lnTo>
                <a:lnTo>
                  <a:pt x="0" y="92624"/>
                </a:lnTo>
                <a:lnTo>
                  <a:pt x="202" y="98741"/>
                </a:lnTo>
                <a:lnTo>
                  <a:pt x="803" y="104798"/>
                </a:lnTo>
                <a:lnTo>
                  <a:pt x="1796" y="110778"/>
                </a:lnTo>
                <a:lnTo>
                  <a:pt x="3173" y="116662"/>
                </a:lnTo>
                <a:lnTo>
                  <a:pt x="4927" y="122431"/>
                </a:lnTo>
                <a:lnTo>
                  <a:pt x="7051" y="128069"/>
                </a:lnTo>
                <a:lnTo>
                  <a:pt x="9536" y="133557"/>
                </a:lnTo>
                <a:lnTo>
                  <a:pt x="12376" y="138878"/>
                </a:lnTo>
                <a:lnTo>
                  <a:pt x="15562" y="144012"/>
                </a:lnTo>
                <a:lnTo>
                  <a:pt x="19088" y="148942"/>
                </a:lnTo>
                <a:lnTo>
                  <a:pt x="22947" y="153651"/>
                </a:lnTo>
                <a:lnTo>
                  <a:pt x="27129" y="158119"/>
                </a:lnTo>
                <a:lnTo>
                  <a:pt x="31597" y="162302"/>
                </a:lnTo>
                <a:lnTo>
                  <a:pt x="36306" y="166160"/>
                </a:lnTo>
                <a:lnTo>
                  <a:pt x="41236" y="169686"/>
                </a:lnTo>
                <a:lnTo>
                  <a:pt x="46370" y="172872"/>
                </a:lnTo>
                <a:lnTo>
                  <a:pt x="51690" y="175712"/>
                </a:lnTo>
                <a:lnTo>
                  <a:pt x="57178" y="178197"/>
                </a:lnTo>
                <a:lnTo>
                  <a:pt x="62816" y="180320"/>
                </a:lnTo>
                <a:lnTo>
                  <a:pt x="68586" y="182074"/>
                </a:lnTo>
                <a:lnTo>
                  <a:pt x="74470" y="183451"/>
                </a:lnTo>
                <a:lnTo>
                  <a:pt x="80449" y="184444"/>
                </a:lnTo>
                <a:lnTo>
                  <a:pt x="86507" y="185046"/>
                </a:lnTo>
                <a:lnTo>
                  <a:pt x="92624" y="185248"/>
                </a:lnTo>
                <a:close/>
              </a:path>
            </a:pathLst>
          </a:custGeom>
          <a:solidFill>
            <a:srgbClr val="FFF5C8"/>
          </a:solidFill>
          <a:ln w="3853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91000" y="1420427"/>
            <a:ext cx="2686423" cy="413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10" b="0" i="0">
                <a:solidFill>
                  <a:srgbClr val="2B2B2B"/>
                </a:solidFill>
                <a:latin typeface="Times New Roman"/>
              </a:rPr>
              <a:t>31 doorway passes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84366" y="702396"/>
            <a:ext cx="3686108" cy="493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36" b="0" i="0">
                <a:solidFill>
                  <a:srgbClr val="2B2B2B"/>
                </a:solidFill>
                <a:latin typeface="Times New Roman"/>
              </a:rPr>
              <a:t>(b) Clearance transfer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999126"/>
            <a:ext cx="12191999" cy="4859748"/>
          </a:xfrm>
          <a:custGeom>
            <a:avLst/>
            <a:gdLst/>
            <a:ahLst/>
            <a:cxnLst/>
            <a:rect l="l" t="t" r="r" b="b"/>
            <a:pathLst>
              <a:path w="12191999" h="4859748">
                <a:moveTo>
                  <a:pt x="0" y="0"/>
                </a:moveTo>
                <a:lnTo>
                  <a:pt x="12191999" y="0"/>
                </a:lnTo>
                <a:lnTo>
                  <a:pt x="12191999" y="4859748"/>
                </a:lnTo>
                <a:lnTo>
                  <a:pt x="0" y="48597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3" y="1023424"/>
            <a:ext cx="3703916" cy="2357037"/>
          </a:xfrm>
          <a:prstGeom prst="rect">
            <a:avLst/>
          </a:prstGeom>
        </p:spPr>
      </p:pic>
      <p:sp>
        <p:nvSpPr>
          <p:cNvPr id="4" name="Editable path 2"/>
          <p:cNvSpPr/>
          <p:nvPr/>
        </p:nvSpPr>
        <p:spPr>
          <a:xfrm>
            <a:off x="248093" y="1073712"/>
            <a:ext cx="753814" cy="231309"/>
          </a:xfrm>
          <a:custGeom>
            <a:avLst/>
            <a:gdLst/>
            <a:ahLst/>
            <a:cxnLst/>
            <a:rect l="l" t="t" r="r" b="b"/>
            <a:pathLst>
              <a:path w="753814" h="231309">
                <a:moveTo>
                  <a:pt x="32208" y="231309"/>
                </a:moveTo>
                <a:lnTo>
                  <a:pt x="721605" y="231309"/>
                </a:lnTo>
                <a:lnTo>
                  <a:pt x="726750" y="231085"/>
                </a:lnTo>
                <a:lnTo>
                  <a:pt x="731447" y="230414"/>
                </a:lnTo>
                <a:lnTo>
                  <a:pt x="735697" y="229296"/>
                </a:lnTo>
                <a:lnTo>
                  <a:pt x="739499" y="227730"/>
                </a:lnTo>
                <a:lnTo>
                  <a:pt x="742854" y="225717"/>
                </a:lnTo>
                <a:lnTo>
                  <a:pt x="745762" y="223257"/>
                </a:lnTo>
                <a:lnTo>
                  <a:pt x="748222" y="220349"/>
                </a:lnTo>
                <a:lnTo>
                  <a:pt x="750235" y="216994"/>
                </a:lnTo>
                <a:lnTo>
                  <a:pt x="751801" y="213191"/>
                </a:lnTo>
                <a:lnTo>
                  <a:pt x="752919" y="208942"/>
                </a:lnTo>
                <a:lnTo>
                  <a:pt x="753590" y="204244"/>
                </a:lnTo>
                <a:lnTo>
                  <a:pt x="753814" y="199100"/>
                </a:lnTo>
                <a:lnTo>
                  <a:pt x="753814" y="32209"/>
                </a:lnTo>
                <a:lnTo>
                  <a:pt x="753590" y="27065"/>
                </a:lnTo>
                <a:lnTo>
                  <a:pt x="752919" y="22367"/>
                </a:lnTo>
                <a:lnTo>
                  <a:pt x="751801" y="18118"/>
                </a:lnTo>
                <a:lnTo>
                  <a:pt x="750235" y="14315"/>
                </a:lnTo>
                <a:lnTo>
                  <a:pt x="748222" y="10960"/>
                </a:lnTo>
                <a:lnTo>
                  <a:pt x="745762" y="8052"/>
                </a:lnTo>
                <a:lnTo>
                  <a:pt x="742854" y="5592"/>
                </a:lnTo>
                <a:lnTo>
                  <a:pt x="739499" y="3579"/>
                </a:lnTo>
                <a:lnTo>
                  <a:pt x="735697" y="2013"/>
                </a:lnTo>
                <a:lnTo>
                  <a:pt x="731447" y="895"/>
                </a:lnTo>
                <a:lnTo>
                  <a:pt x="726750" y="224"/>
                </a:lnTo>
                <a:lnTo>
                  <a:pt x="721605" y="0"/>
                </a:lnTo>
                <a:lnTo>
                  <a:pt x="32208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1" y="10960"/>
                </a:lnTo>
                <a:lnTo>
                  <a:pt x="3578" y="14315"/>
                </a:lnTo>
                <a:lnTo>
                  <a:pt x="2013" y="18118"/>
                </a:lnTo>
                <a:lnTo>
                  <a:pt x="894" y="22367"/>
                </a:lnTo>
                <a:lnTo>
                  <a:pt x="223" y="27065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2"/>
                </a:lnTo>
                <a:lnTo>
                  <a:pt x="2013" y="213191"/>
                </a:lnTo>
                <a:lnTo>
                  <a:pt x="3578" y="216994"/>
                </a:lnTo>
                <a:lnTo>
                  <a:pt x="5591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8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301" y="1078847"/>
            <a:ext cx="736824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1 Raised</a:t>
            </a:r>
          </a:p>
        </p:txBody>
      </p:sp>
      <p:sp>
        <p:nvSpPr>
          <p:cNvPr id="6" name="Editable path 3"/>
          <p:cNvSpPr/>
          <p:nvPr/>
        </p:nvSpPr>
        <p:spPr>
          <a:xfrm>
            <a:off x="2825533" y="3125628"/>
            <a:ext cx="996698" cy="195547"/>
          </a:xfrm>
          <a:custGeom>
            <a:avLst/>
            <a:gdLst/>
            <a:ahLst/>
            <a:cxnLst/>
            <a:rect l="l" t="t" r="r" b="b"/>
            <a:pathLst>
              <a:path w="996698" h="195547">
                <a:moveTo>
                  <a:pt x="0" y="0"/>
                </a:moveTo>
                <a:lnTo>
                  <a:pt x="996698" y="0"/>
                </a:lnTo>
                <a:lnTo>
                  <a:pt x="996698" y="195547"/>
                </a:lnTo>
                <a:lnTo>
                  <a:pt x="0" y="195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48741" y="3126350"/>
            <a:ext cx="99170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0.2° measured</a:t>
            </a:r>
          </a:p>
        </p:txBody>
      </p:sp>
      <p:sp>
        <p:nvSpPr>
          <p:cNvPr id="8" name="Editable path 4"/>
          <p:cNvSpPr/>
          <p:nvPr/>
        </p:nvSpPr>
        <p:spPr>
          <a:xfrm>
            <a:off x="257092" y="3124518"/>
            <a:ext cx="1208735" cy="196657"/>
          </a:xfrm>
          <a:custGeom>
            <a:avLst/>
            <a:gdLst/>
            <a:ahLst/>
            <a:cxnLst/>
            <a:rect l="l" t="t" r="r" b="b"/>
            <a:pathLst>
              <a:path w="1208735" h="196657">
                <a:moveTo>
                  <a:pt x="0" y="0"/>
                </a:moveTo>
                <a:lnTo>
                  <a:pt x="1208735" y="0"/>
                </a:lnTo>
                <a:lnTo>
                  <a:pt x="1208735" y="196657"/>
                </a:lnTo>
                <a:lnTo>
                  <a:pt x="0" y="1966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301" y="3125980"/>
            <a:ext cx="1203403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7C5AA6"/>
                </a:solidFill>
                <a:latin typeface="Times New Roman"/>
              </a:rPr>
              <a:t>45° goal · teacher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041" y="1023424"/>
            <a:ext cx="3703916" cy="2357037"/>
          </a:xfrm>
          <a:prstGeom prst="rect">
            <a:avLst/>
          </a:prstGeom>
        </p:spPr>
      </p:pic>
      <p:sp>
        <p:nvSpPr>
          <p:cNvPr id="11" name="Editable path 5"/>
          <p:cNvSpPr/>
          <p:nvPr/>
        </p:nvSpPr>
        <p:spPr>
          <a:xfrm>
            <a:off x="4304431" y="1073712"/>
            <a:ext cx="743453" cy="231309"/>
          </a:xfrm>
          <a:custGeom>
            <a:avLst/>
            <a:gdLst/>
            <a:ahLst/>
            <a:cxnLst/>
            <a:rect l="l" t="t" r="r" b="b"/>
            <a:pathLst>
              <a:path w="743453" h="231309">
                <a:moveTo>
                  <a:pt x="32209" y="231309"/>
                </a:moveTo>
                <a:lnTo>
                  <a:pt x="711244" y="231309"/>
                </a:lnTo>
                <a:lnTo>
                  <a:pt x="716389" y="231085"/>
                </a:lnTo>
                <a:lnTo>
                  <a:pt x="721086" y="230414"/>
                </a:lnTo>
                <a:lnTo>
                  <a:pt x="725336" y="229296"/>
                </a:lnTo>
                <a:lnTo>
                  <a:pt x="729138" y="227730"/>
                </a:lnTo>
                <a:lnTo>
                  <a:pt x="732493" y="225717"/>
                </a:lnTo>
                <a:lnTo>
                  <a:pt x="735401" y="223257"/>
                </a:lnTo>
                <a:lnTo>
                  <a:pt x="737861" y="220349"/>
                </a:lnTo>
                <a:lnTo>
                  <a:pt x="739874" y="216994"/>
                </a:lnTo>
                <a:lnTo>
                  <a:pt x="741440" y="213191"/>
                </a:lnTo>
                <a:lnTo>
                  <a:pt x="742558" y="208942"/>
                </a:lnTo>
                <a:lnTo>
                  <a:pt x="743229" y="204244"/>
                </a:lnTo>
                <a:lnTo>
                  <a:pt x="743453" y="199100"/>
                </a:lnTo>
                <a:lnTo>
                  <a:pt x="743453" y="32209"/>
                </a:lnTo>
                <a:lnTo>
                  <a:pt x="743229" y="27065"/>
                </a:lnTo>
                <a:lnTo>
                  <a:pt x="742558" y="22367"/>
                </a:lnTo>
                <a:lnTo>
                  <a:pt x="741440" y="18118"/>
                </a:lnTo>
                <a:lnTo>
                  <a:pt x="739874" y="14315"/>
                </a:lnTo>
                <a:lnTo>
                  <a:pt x="737861" y="10960"/>
                </a:lnTo>
                <a:lnTo>
                  <a:pt x="735401" y="8052"/>
                </a:lnTo>
                <a:lnTo>
                  <a:pt x="732493" y="5592"/>
                </a:lnTo>
                <a:lnTo>
                  <a:pt x="729138" y="3579"/>
                </a:lnTo>
                <a:lnTo>
                  <a:pt x="725336" y="2013"/>
                </a:lnTo>
                <a:lnTo>
                  <a:pt x="721086" y="895"/>
                </a:lnTo>
                <a:lnTo>
                  <a:pt x="716389" y="224"/>
                </a:lnTo>
                <a:lnTo>
                  <a:pt x="711244" y="0"/>
                </a:lnTo>
                <a:lnTo>
                  <a:pt x="32209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2" y="10960"/>
                </a:lnTo>
                <a:lnTo>
                  <a:pt x="3579" y="14315"/>
                </a:lnTo>
                <a:lnTo>
                  <a:pt x="2013" y="18118"/>
                </a:lnTo>
                <a:lnTo>
                  <a:pt x="894" y="22367"/>
                </a:lnTo>
                <a:lnTo>
                  <a:pt x="223" y="27065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2"/>
                </a:lnTo>
                <a:lnTo>
                  <a:pt x="2013" y="213191"/>
                </a:lnTo>
                <a:lnTo>
                  <a:pt x="3579" y="216994"/>
                </a:lnTo>
                <a:lnTo>
                  <a:pt x="5592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9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6639" y="1078847"/>
            <a:ext cx="726025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2 Rotate</a:t>
            </a:r>
          </a:p>
        </p:txBody>
      </p:sp>
      <p:sp>
        <p:nvSpPr>
          <p:cNvPr id="13" name="Editable path 6"/>
          <p:cNvSpPr/>
          <p:nvPr/>
        </p:nvSpPr>
        <p:spPr>
          <a:xfrm>
            <a:off x="6798980" y="3125628"/>
            <a:ext cx="1079589" cy="195547"/>
          </a:xfrm>
          <a:custGeom>
            <a:avLst/>
            <a:gdLst/>
            <a:ahLst/>
            <a:cxnLst/>
            <a:rect l="l" t="t" r="r" b="b"/>
            <a:pathLst>
              <a:path w="1079589" h="195547">
                <a:moveTo>
                  <a:pt x="0" y="0"/>
                </a:moveTo>
                <a:lnTo>
                  <a:pt x="1079589" y="0"/>
                </a:lnTo>
                <a:lnTo>
                  <a:pt x="1079589" y="195547"/>
                </a:lnTo>
                <a:lnTo>
                  <a:pt x="0" y="195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2189" y="3126350"/>
            <a:ext cx="107459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22.5° measured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380" y="1023424"/>
            <a:ext cx="3703915" cy="2357037"/>
          </a:xfrm>
          <a:prstGeom prst="rect">
            <a:avLst/>
          </a:prstGeom>
        </p:spPr>
      </p:pic>
      <p:sp>
        <p:nvSpPr>
          <p:cNvPr id="16" name="Editable path 7"/>
          <p:cNvSpPr/>
          <p:nvPr/>
        </p:nvSpPr>
        <p:spPr>
          <a:xfrm>
            <a:off x="8360769" y="1073712"/>
            <a:ext cx="606536" cy="231309"/>
          </a:xfrm>
          <a:custGeom>
            <a:avLst/>
            <a:gdLst/>
            <a:ahLst/>
            <a:cxnLst/>
            <a:rect l="l" t="t" r="r" b="b"/>
            <a:pathLst>
              <a:path w="606536" h="231309">
                <a:moveTo>
                  <a:pt x="32209" y="231309"/>
                </a:moveTo>
                <a:lnTo>
                  <a:pt x="574327" y="231309"/>
                </a:lnTo>
                <a:lnTo>
                  <a:pt x="579472" y="231085"/>
                </a:lnTo>
                <a:lnTo>
                  <a:pt x="584169" y="230414"/>
                </a:lnTo>
                <a:lnTo>
                  <a:pt x="588418" y="229296"/>
                </a:lnTo>
                <a:lnTo>
                  <a:pt x="592221" y="227730"/>
                </a:lnTo>
                <a:lnTo>
                  <a:pt x="595576" y="225717"/>
                </a:lnTo>
                <a:lnTo>
                  <a:pt x="598484" y="223257"/>
                </a:lnTo>
                <a:lnTo>
                  <a:pt x="600944" y="220349"/>
                </a:lnTo>
                <a:lnTo>
                  <a:pt x="602957" y="216994"/>
                </a:lnTo>
                <a:lnTo>
                  <a:pt x="604523" y="213191"/>
                </a:lnTo>
                <a:lnTo>
                  <a:pt x="605641" y="208942"/>
                </a:lnTo>
                <a:lnTo>
                  <a:pt x="606312" y="204244"/>
                </a:lnTo>
                <a:lnTo>
                  <a:pt x="606536" y="199100"/>
                </a:lnTo>
                <a:lnTo>
                  <a:pt x="606536" y="32209"/>
                </a:lnTo>
                <a:lnTo>
                  <a:pt x="606312" y="27065"/>
                </a:lnTo>
                <a:lnTo>
                  <a:pt x="605641" y="22367"/>
                </a:lnTo>
                <a:lnTo>
                  <a:pt x="604523" y="18118"/>
                </a:lnTo>
                <a:lnTo>
                  <a:pt x="602957" y="14315"/>
                </a:lnTo>
                <a:lnTo>
                  <a:pt x="600944" y="10960"/>
                </a:lnTo>
                <a:lnTo>
                  <a:pt x="598484" y="8052"/>
                </a:lnTo>
                <a:lnTo>
                  <a:pt x="595576" y="5592"/>
                </a:lnTo>
                <a:lnTo>
                  <a:pt x="592221" y="3579"/>
                </a:lnTo>
                <a:lnTo>
                  <a:pt x="588418" y="2013"/>
                </a:lnTo>
                <a:lnTo>
                  <a:pt x="584169" y="895"/>
                </a:lnTo>
                <a:lnTo>
                  <a:pt x="579472" y="224"/>
                </a:lnTo>
                <a:lnTo>
                  <a:pt x="574327" y="0"/>
                </a:lnTo>
                <a:lnTo>
                  <a:pt x="32209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1" y="10960"/>
                </a:lnTo>
                <a:lnTo>
                  <a:pt x="3578" y="14315"/>
                </a:lnTo>
                <a:lnTo>
                  <a:pt x="2013" y="18118"/>
                </a:lnTo>
                <a:lnTo>
                  <a:pt x="894" y="22367"/>
                </a:lnTo>
                <a:lnTo>
                  <a:pt x="223" y="27065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2"/>
                </a:lnTo>
                <a:lnTo>
                  <a:pt x="2013" y="213191"/>
                </a:lnTo>
                <a:lnTo>
                  <a:pt x="3578" y="216994"/>
                </a:lnTo>
                <a:lnTo>
                  <a:pt x="5591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9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2977" y="1078847"/>
            <a:ext cx="589611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3 Hold</a:t>
            </a:r>
          </a:p>
        </p:txBody>
      </p:sp>
      <p:sp>
        <p:nvSpPr>
          <p:cNvPr id="18" name="Editable path 8"/>
          <p:cNvSpPr/>
          <p:nvPr/>
        </p:nvSpPr>
        <p:spPr>
          <a:xfrm>
            <a:off x="10855318" y="3125628"/>
            <a:ext cx="1079589" cy="195547"/>
          </a:xfrm>
          <a:custGeom>
            <a:avLst/>
            <a:gdLst/>
            <a:ahLst/>
            <a:cxnLst/>
            <a:rect l="l" t="t" r="r" b="b"/>
            <a:pathLst>
              <a:path w="1079589" h="195547">
                <a:moveTo>
                  <a:pt x="0" y="0"/>
                </a:moveTo>
                <a:lnTo>
                  <a:pt x="1079589" y="0"/>
                </a:lnTo>
                <a:lnTo>
                  <a:pt x="1079589" y="195547"/>
                </a:lnTo>
                <a:lnTo>
                  <a:pt x="0" y="195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78527" y="3126350"/>
            <a:ext cx="107459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44.3° measured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03" y="3462958"/>
            <a:ext cx="3703916" cy="2357037"/>
          </a:xfrm>
          <a:prstGeom prst="rect">
            <a:avLst/>
          </a:prstGeom>
        </p:spPr>
      </p:pic>
      <p:sp>
        <p:nvSpPr>
          <p:cNvPr id="21" name="Editable path 9"/>
          <p:cNvSpPr/>
          <p:nvPr/>
        </p:nvSpPr>
        <p:spPr>
          <a:xfrm>
            <a:off x="248093" y="3513246"/>
            <a:ext cx="753814" cy="231309"/>
          </a:xfrm>
          <a:custGeom>
            <a:avLst/>
            <a:gdLst/>
            <a:ahLst/>
            <a:cxnLst/>
            <a:rect l="l" t="t" r="r" b="b"/>
            <a:pathLst>
              <a:path w="753814" h="231309">
                <a:moveTo>
                  <a:pt x="32208" y="231309"/>
                </a:moveTo>
                <a:lnTo>
                  <a:pt x="721605" y="231309"/>
                </a:lnTo>
                <a:lnTo>
                  <a:pt x="726750" y="231085"/>
                </a:lnTo>
                <a:lnTo>
                  <a:pt x="731447" y="230414"/>
                </a:lnTo>
                <a:lnTo>
                  <a:pt x="735697" y="229296"/>
                </a:lnTo>
                <a:lnTo>
                  <a:pt x="739499" y="227730"/>
                </a:lnTo>
                <a:lnTo>
                  <a:pt x="742854" y="225717"/>
                </a:lnTo>
                <a:lnTo>
                  <a:pt x="745762" y="223257"/>
                </a:lnTo>
                <a:lnTo>
                  <a:pt x="748222" y="220349"/>
                </a:lnTo>
                <a:lnTo>
                  <a:pt x="750235" y="216994"/>
                </a:lnTo>
                <a:lnTo>
                  <a:pt x="751801" y="213191"/>
                </a:lnTo>
                <a:lnTo>
                  <a:pt x="752919" y="208941"/>
                </a:lnTo>
                <a:lnTo>
                  <a:pt x="753590" y="204244"/>
                </a:lnTo>
                <a:lnTo>
                  <a:pt x="753814" y="199100"/>
                </a:lnTo>
                <a:lnTo>
                  <a:pt x="753814" y="32209"/>
                </a:lnTo>
                <a:lnTo>
                  <a:pt x="753590" y="27064"/>
                </a:lnTo>
                <a:lnTo>
                  <a:pt x="752919" y="22367"/>
                </a:lnTo>
                <a:lnTo>
                  <a:pt x="751801" y="18117"/>
                </a:lnTo>
                <a:lnTo>
                  <a:pt x="750235" y="14315"/>
                </a:lnTo>
                <a:lnTo>
                  <a:pt x="748222" y="10960"/>
                </a:lnTo>
                <a:lnTo>
                  <a:pt x="745762" y="8052"/>
                </a:lnTo>
                <a:lnTo>
                  <a:pt x="742854" y="5592"/>
                </a:lnTo>
                <a:lnTo>
                  <a:pt x="739499" y="3579"/>
                </a:lnTo>
                <a:lnTo>
                  <a:pt x="735697" y="2013"/>
                </a:lnTo>
                <a:lnTo>
                  <a:pt x="731447" y="895"/>
                </a:lnTo>
                <a:lnTo>
                  <a:pt x="726750" y="224"/>
                </a:lnTo>
                <a:lnTo>
                  <a:pt x="721605" y="0"/>
                </a:lnTo>
                <a:lnTo>
                  <a:pt x="32208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1" y="10960"/>
                </a:lnTo>
                <a:lnTo>
                  <a:pt x="3578" y="14315"/>
                </a:lnTo>
                <a:lnTo>
                  <a:pt x="2013" y="18117"/>
                </a:lnTo>
                <a:lnTo>
                  <a:pt x="894" y="22367"/>
                </a:lnTo>
                <a:lnTo>
                  <a:pt x="223" y="27064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1"/>
                </a:lnTo>
                <a:lnTo>
                  <a:pt x="2013" y="213191"/>
                </a:lnTo>
                <a:lnTo>
                  <a:pt x="3578" y="216994"/>
                </a:lnTo>
                <a:lnTo>
                  <a:pt x="5591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8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301" y="3518381"/>
            <a:ext cx="736824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1 Raised</a:t>
            </a:r>
          </a:p>
        </p:txBody>
      </p:sp>
      <p:sp>
        <p:nvSpPr>
          <p:cNvPr id="23" name="Editable path 10"/>
          <p:cNvSpPr/>
          <p:nvPr/>
        </p:nvSpPr>
        <p:spPr>
          <a:xfrm>
            <a:off x="2825533" y="5565161"/>
            <a:ext cx="996698" cy="195548"/>
          </a:xfrm>
          <a:custGeom>
            <a:avLst/>
            <a:gdLst/>
            <a:ahLst/>
            <a:cxnLst/>
            <a:rect l="l" t="t" r="r" b="b"/>
            <a:pathLst>
              <a:path w="996698" h="195548">
                <a:moveTo>
                  <a:pt x="0" y="0"/>
                </a:moveTo>
                <a:lnTo>
                  <a:pt x="996698" y="0"/>
                </a:lnTo>
                <a:lnTo>
                  <a:pt x="996698" y="195548"/>
                </a:lnTo>
                <a:lnTo>
                  <a:pt x="0" y="195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48741" y="5565884"/>
            <a:ext cx="99170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0.1° measured</a:t>
            </a:r>
          </a:p>
        </p:txBody>
      </p:sp>
      <p:sp>
        <p:nvSpPr>
          <p:cNvPr id="25" name="Editable path 11"/>
          <p:cNvSpPr/>
          <p:nvPr/>
        </p:nvSpPr>
        <p:spPr>
          <a:xfrm>
            <a:off x="257092" y="5564791"/>
            <a:ext cx="1208735" cy="195918"/>
          </a:xfrm>
          <a:custGeom>
            <a:avLst/>
            <a:gdLst/>
            <a:ahLst/>
            <a:cxnLst/>
            <a:rect l="l" t="t" r="r" b="b"/>
            <a:pathLst>
              <a:path w="1208735" h="195918">
                <a:moveTo>
                  <a:pt x="0" y="0"/>
                </a:moveTo>
                <a:lnTo>
                  <a:pt x="1208735" y="0"/>
                </a:lnTo>
                <a:lnTo>
                  <a:pt x="1208735" y="195918"/>
                </a:lnTo>
                <a:lnTo>
                  <a:pt x="0" y="1959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0301" y="5565514"/>
            <a:ext cx="1203403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7C5AA6"/>
                </a:solidFill>
                <a:latin typeface="Times New Roman"/>
              </a:rPr>
              <a:t>90° goal · teacher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041" y="3462958"/>
            <a:ext cx="3703916" cy="2357037"/>
          </a:xfrm>
          <a:prstGeom prst="rect">
            <a:avLst/>
          </a:prstGeom>
        </p:spPr>
      </p:pic>
      <p:sp>
        <p:nvSpPr>
          <p:cNvPr id="28" name="Editable path 12"/>
          <p:cNvSpPr/>
          <p:nvPr/>
        </p:nvSpPr>
        <p:spPr>
          <a:xfrm>
            <a:off x="4304431" y="3513246"/>
            <a:ext cx="743453" cy="231309"/>
          </a:xfrm>
          <a:custGeom>
            <a:avLst/>
            <a:gdLst/>
            <a:ahLst/>
            <a:cxnLst/>
            <a:rect l="l" t="t" r="r" b="b"/>
            <a:pathLst>
              <a:path w="743453" h="231309">
                <a:moveTo>
                  <a:pt x="32209" y="231309"/>
                </a:moveTo>
                <a:lnTo>
                  <a:pt x="711244" y="231309"/>
                </a:lnTo>
                <a:lnTo>
                  <a:pt x="716389" y="231085"/>
                </a:lnTo>
                <a:lnTo>
                  <a:pt x="721086" y="230414"/>
                </a:lnTo>
                <a:lnTo>
                  <a:pt x="725336" y="229296"/>
                </a:lnTo>
                <a:lnTo>
                  <a:pt x="729138" y="227730"/>
                </a:lnTo>
                <a:lnTo>
                  <a:pt x="732493" y="225717"/>
                </a:lnTo>
                <a:lnTo>
                  <a:pt x="735401" y="223257"/>
                </a:lnTo>
                <a:lnTo>
                  <a:pt x="737861" y="220349"/>
                </a:lnTo>
                <a:lnTo>
                  <a:pt x="739874" y="216994"/>
                </a:lnTo>
                <a:lnTo>
                  <a:pt x="741440" y="213191"/>
                </a:lnTo>
                <a:lnTo>
                  <a:pt x="742558" y="208941"/>
                </a:lnTo>
                <a:lnTo>
                  <a:pt x="743229" y="204244"/>
                </a:lnTo>
                <a:lnTo>
                  <a:pt x="743453" y="199100"/>
                </a:lnTo>
                <a:lnTo>
                  <a:pt x="743453" y="32209"/>
                </a:lnTo>
                <a:lnTo>
                  <a:pt x="743229" y="27064"/>
                </a:lnTo>
                <a:lnTo>
                  <a:pt x="742558" y="22367"/>
                </a:lnTo>
                <a:lnTo>
                  <a:pt x="741440" y="18117"/>
                </a:lnTo>
                <a:lnTo>
                  <a:pt x="739874" y="14315"/>
                </a:lnTo>
                <a:lnTo>
                  <a:pt x="737861" y="10960"/>
                </a:lnTo>
                <a:lnTo>
                  <a:pt x="735401" y="8052"/>
                </a:lnTo>
                <a:lnTo>
                  <a:pt x="732493" y="5592"/>
                </a:lnTo>
                <a:lnTo>
                  <a:pt x="729138" y="3579"/>
                </a:lnTo>
                <a:lnTo>
                  <a:pt x="725336" y="2013"/>
                </a:lnTo>
                <a:lnTo>
                  <a:pt x="721086" y="895"/>
                </a:lnTo>
                <a:lnTo>
                  <a:pt x="716389" y="224"/>
                </a:lnTo>
                <a:lnTo>
                  <a:pt x="711244" y="0"/>
                </a:lnTo>
                <a:lnTo>
                  <a:pt x="32209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2" y="10960"/>
                </a:lnTo>
                <a:lnTo>
                  <a:pt x="3579" y="14315"/>
                </a:lnTo>
                <a:lnTo>
                  <a:pt x="2013" y="18117"/>
                </a:lnTo>
                <a:lnTo>
                  <a:pt x="894" y="22367"/>
                </a:lnTo>
                <a:lnTo>
                  <a:pt x="223" y="27064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1"/>
                </a:lnTo>
                <a:lnTo>
                  <a:pt x="2013" y="213191"/>
                </a:lnTo>
                <a:lnTo>
                  <a:pt x="3579" y="216994"/>
                </a:lnTo>
                <a:lnTo>
                  <a:pt x="5592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9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6639" y="3518381"/>
            <a:ext cx="726025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2 Rotate</a:t>
            </a:r>
          </a:p>
        </p:txBody>
      </p:sp>
      <p:sp>
        <p:nvSpPr>
          <p:cNvPr id="30" name="Editable path 13"/>
          <p:cNvSpPr/>
          <p:nvPr/>
        </p:nvSpPr>
        <p:spPr>
          <a:xfrm>
            <a:off x="6798980" y="5565161"/>
            <a:ext cx="1079589" cy="195548"/>
          </a:xfrm>
          <a:custGeom>
            <a:avLst/>
            <a:gdLst/>
            <a:ahLst/>
            <a:cxnLst/>
            <a:rect l="l" t="t" r="r" b="b"/>
            <a:pathLst>
              <a:path w="1079589" h="195548">
                <a:moveTo>
                  <a:pt x="0" y="0"/>
                </a:moveTo>
                <a:lnTo>
                  <a:pt x="1079589" y="0"/>
                </a:lnTo>
                <a:lnTo>
                  <a:pt x="1079589" y="195548"/>
                </a:lnTo>
                <a:lnTo>
                  <a:pt x="0" y="195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2189" y="5565884"/>
            <a:ext cx="107459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45.0° measured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0380" y="3462958"/>
            <a:ext cx="3703915" cy="2357037"/>
          </a:xfrm>
          <a:prstGeom prst="rect">
            <a:avLst/>
          </a:prstGeom>
        </p:spPr>
      </p:pic>
      <p:sp>
        <p:nvSpPr>
          <p:cNvPr id="33" name="Editable path 14"/>
          <p:cNvSpPr/>
          <p:nvPr/>
        </p:nvSpPr>
        <p:spPr>
          <a:xfrm>
            <a:off x="8360769" y="3513246"/>
            <a:ext cx="606536" cy="231309"/>
          </a:xfrm>
          <a:custGeom>
            <a:avLst/>
            <a:gdLst/>
            <a:ahLst/>
            <a:cxnLst/>
            <a:rect l="l" t="t" r="r" b="b"/>
            <a:pathLst>
              <a:path w="606536" h="231309">
                <a:moveTo>
                  <a:pt x="32209" y="231309"/>
                </a:moveTo>
                <a:lnTo>
                  <a:pt x="574327" y="231309"/>
                </a:lnTo>
                <a:lnTo>
                  <a:pt x="579472" y="231085"/>
                </a:lnTo>
                <a:lnTo>
                  <a:pt x="584169" y="230414"/>
                </a:lnTo>
                <a:lnTo>
                  <a:pt x="588418" y="229296"/>
                </a:lnTo>
                <a:lnTo>
                  <a:pt x="592221" y="227730"/>
                </a:lnTo>
                <a:lnTo>
                  <a:pt x="595576" y="225717"/>
                </a:lnTo>
                <a:lnTo>
                  <a:pt x="598484" y="223257"/>
                </a:lnTo>
                <a:lnTo>
                  <a:pt x="600944" y="220349"/>
                </a:lnTo>
                <a:lnTo>
                  <a:pt x="602957" y="216994"/>
                </a:lnTo>
                <a:lnTo>
                  <a:pt x="604523" y="213191"/>
                </a:lnTo>
                <a:lnTo>
                  <a:pt x="605641" y="208941"/>
                </a:lnTo>
                <a:lnTo>
                  <a:pt x="606312" y="204244"/>
                </a:lnTo>
                <a:lnTo>
                  <a:pt x="606536" y="199100"/>
                </a:lnTo>
                <a:lnTo>
                  <a:pt x="606536" y="32209"/>
                </a:lnTo>
                <a:lnTo>
                  <a:pt x="606312" y="27064"/>
                </a:lnTo>
                <a:lnTo>
                  <a:pt x="605641" y="22367"/>
                </a:lnTo>
                <a:lnTo>
                  <a:pt x="604523" y="18117"/>
                </a:lnTo>
                <a:lnTo>
                  <a:pt x="602957" y="14315"/>
                </a:lnTo>
                <a:lnTo>
                  <a:pt x="600944" y="10960"/>
                </a:lnTo>
                <a:lnTo>
                  <a:pt x="598484" y="8052"/>
                </a:lnTo>
                <a:lnTo>
                  <a:pt x="595576" y="5592"/>
                </a:lnTo>
                <a:lnTo>
                  <a:pt x="592221" y="3579"/>
                </a:lnTo>
                <a:lnTo>
                  <a:pt x="588418" y="2013"/>
                </a:lnTo>
                <a:lnTo>
                  <a:pt x="584169" y="895"/>
                </a:lnTo>
                <a:lnTo>
                  <a:pt x="579472" y="224"/>
                </a:lnTo>
                <a:lnTo>
                  <a:pt x="574327" y="0"/>
                </a:lnTo>
                <a:lnTo>
                  <a:pt x="32209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1" y="10960"/>
                </a:lnTo>
                <a:lnTo>
                  <a:pt x="3578" y="14315"/>
                </a:lnTo>
                <a:lnTo>
                  <a:pt x="2013" y="18117"/>
                </a:lnTo>
                <a:lnTo>
                  <a:pt x="894" y="22367"/>
                </a:lnTo>
                <a:lnTo>
                  <a:pt x="223" y="27064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1"/>
                </a:lnTo>
                <a:lnTo>
                  <a:pt x="2013" y="213191"/>
                </a:lnTo>
                <a:lnTo>
                  <a:pt x="3578" y="216994"/>
                </a:lnTo>
                <a:lnTo>
                  <a:pt x="5591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9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2977" y="3518381"/>
            <a:ext cx="589611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3 Hold</a:t>
            </a:r>
          </a:p>
        </p:txBody>
      </p:sp>
      <p:sp>
        <p:nvSpPr>
          <p:cNvPr id="35" name="Editable path 15"/>
          <p:cNvSpPr/>
          <p:nvPr/>
        </p:nvSpPr>
        <p:spPr>
          <a:xfrm>
            <a:off x="10855318" y="5565161"/>
            <a:ext cx="1079589" cy="195548"/>
          </a:xfrm>
          <a:custGeom>
            <a:avLst/>
            <a:gdLst/>
            <a:ahLst/>
            <a:cxnLst/>
            <a:rect l="l" t="t" r="r" b="b"/>
            <a:pathLst>
              <a:path w="1079589" h="195548">
                <a:moveTo>
                  <a:pt x="0" y="0"/>
                </a:moveTo>
                <a:lnTo>
                  <a:pt x="1079589" y="0"/>
                </a:lnTo>
                <a:lnTo>
                  <a:pt x="1079589" y="195548"/>
                </a:lnTo>
                <a:lnTo>
                  <a:pt x="0" y="195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78527" y="5565884"/>
            <a:ext cx="107459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88.3° measured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71783"/>
            <a:ext cx="12191999" cy="6714434"/>
          </a:xfrm>
          <a:custGeom>
            <a:avLst/>
            <a:gdLst/>
            <a:ahLst/>
            <a:cxnLst/>
            <a:rect l="l" t="t" r="r" b="b"/>
            <a:pathLst>
              <a:path w="12191999" h="6714434">
                <a:moveTo>
                  <a:pt x="0" y="0"/>
                </a:moveTo>
                <a:lnTo>
                  <a:pt x="12191999" y="0"/>
                </a:lnTo>
                <a:lnTo>
                  <a:pt x="12191999" y="6714434"/>
                </a:lnTo>
                <a:lnTo>
                  <a:pt x="0" y="67144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706880" y="1011804"/>
            <a:ext cx="4303058" cy="3961516"/>
          </a:xfrm>
          <a:custGeom>
            <a:avLst/>
            <a:gdLst/>
            <a:ahLst/>
            <a:cxnLst/>
            <a:rect l="l" t="t" r="r" b="b"/>
            <a:pathLst>
              <a:path w="4303058" h="3961516">
                <a:moveTo>
                  <a:pt x="0" y="0"/>
                </a:moveTo>
                <a:lnTo>
                  <a:pt x="4303058" y="0"/>
                </a:lnTo>
                <a:lnTo>
                  <a:pt x="4303058" y="3961516"/>
                </a:lnTo>
                <a:lnTo>
                  <a:pt x="0" y="3961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901076" y="4973320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1317" y="5290383"/>
            <a:ext cx="23927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6" name="Editable path 4"/>
          <p:cNvSpPr/>
          <p:nvPr/>
        </p:nvSpPr>
        <p:spPr>
          <a:xfrm>
            <a:off x="3298173" y="4973320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38656" y="5290383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8" name="Editable path 5"/>
          <p:cNvSpPr/>
          <p:nvPr/>
        </p:nvSpPr>
        <p:spPr>
          <a:xfrm>
            <a:off x="4695270" y="4973320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753" y="5290383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9701" y="5775684"/>
            <a:ext cx="2461713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0">
                <a:solidFill>
                  <a:srgbClr val="2B2B2B"/>
                </a:solidFill>
                <a:latin typeface="Times New Roman"/>
              </a:rPr>
              <a:t>Time after lift (s)</a:t>
            </a:r>
          </a:p>
        </p:txBody>
      </p:sp>
      <p:sp>
        <p:nvSpPr>
          <p:cNvPr id="11" name="Editable path 6"/>
          <p:cNvSpPr/>
          <p:nvPr/>
        </p:nvSpPr>
        <p:spPr>
          <a:xfrm>
            <a:off x="1706880" y="4861201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7"/>
          <p:cNvSpPr/>
          <p:nvPr/>
        </p:nvSpPr>
        <p:spPr>
          <a:xfrm>
            <a:off x="1535092" y="4861201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3788" y="4717353"/>
            <a:ext cx="23927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4" name="Editable path 8"/>
          <p:cNvSpPr/>
          <p:nvPr/>
        </p:nvSpPr>
        <p:spPr>
          <a:xfrm>
            <a:off x="1706880" y="4113746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path 9"/>
          <p:cNvSpPr/>
          <p:nvPr/>
        </p:nvSpPr>
        <p:spPr>
          <a:xfrm>
            <a:off x="1535092" y="4113746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271" y="3969897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7" name="Editable path 10"/>
          <p:cNvSpPr/>
          <p:nvPr/>
        </p:nvSpPr>
        <p:spPr>
          <a:xfrm>
            <a:off x="1706880" y="3366290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1"/>
          <p:cNvSpPr/>
          <p:nvPr/>
        </p:nvSpPr>
        <p:spPr>
          <a:xfrm>
            <a:off x="1535092" y="3366290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271" y="3222441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20" name="Editable path 12"/>
          <p:cNvSpPr/>
          <p:nvPr/>
        </p:nvSpPr>
        <p:spPr>
          <a:xfrm>
            <a:off x="1706880" y="2618834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3"/>
          <p:cNvSpPr/>
          <p:nvPr/>
        </p:nvSpPr>
        <p:spPr>
          <a:xfrm>
            <a:off x="1535092" y="2618834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271" y="2474985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60</a:t>
            </a:r>
          </a:p>
        </p:txBody>
      </p:sp>
      <p:sp>
        <p:nvSpPr>
          <p:cNvPr id="23" name="Editable path 14"/>
          <p:cNvSpPr/>
          <p:nvPr/>
        </p:nvSpPr>
        <p:spPr>
          <a:xfrm>
            <a:off x="1706880" y="1871378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5"/>
          <p:cNvSpPr/>
          <p:nvPr/>
        </p:nvSpPr>
        <p:spPr>
          <a:xfrm>
            <a:off x="1535092" y="1871378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271" y="1727529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80</a:t>
            </a:r>
          </a:p>
        </p:txBody>
      </p:sp>
      <p:sp>
        <p:nvSpPr>
          <p:cNvPr id="26" name="Editable path 16"/>
          <p:cNvSpPr/>
          <p:nvPr/>
        </p:nvSpPr>
        <p:spPr>
          <a:xfrm>
            <a:off x="1706880" y="1123922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17"/>
          <p:cNvSpPr/>
          <p:nvPr/>
        </p:nvSpPr>
        <p:spPr>
          <a:xfrm>
            <a:off x="1535092" y="1123922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4754" y="980073"/>
            <a:ext cx="558309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-420608" y="2780232"/>
            <a:ext cx="2017128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0">
                <a:solidFill>
                  <a:srgbClr val="2B2B2B"/>
                </a:solidFill>
                <a:latin typeface="Times New Roman"/>
              </a:rPr>
              <a:t>Object roll (°)</a:t>
            </a:r>
          </a:p>
        </p:txBody>
      </p:sp>
      <p:sp>
        <p:nvSpPr>
          <p:cNvPr id="30" name="Editable path 18"/>
          <p:cNvSpPr/>
          <p:nvPr/>
        </p:nvSpPr>
        <p:spPr>
          <a:xfrm>
            <a:off x="1902474" y="3179426"/>
            <a:ext cx="2340137" cy="1681775"/>
          </a:xfrm>
          <a:custGeom>
            <a:avLst/>
            <a:gdLst/>
            <a:ahLst/>
            <a:cxnLst/>
            <a:rect l="l" t="t" r="r" b="b"/>
            <a:pathLst>
              <a:path w="2340137" h="1681775">
                <a:moveTo>
                  <a:pt x="0" y="1681775"/>
                </a:moveTo>
                <a:lnTo>
                  <a:pt x="670606" y="1676355"/>
                </a:lnTo>
                <a:lnTo>
                  <a:pt x="733475" y="1662380"/>
                </a:lnTo>
                <a:lnTo>
                  <a:pt x="792154" y="1638286"/>
                </a:lnTo>
                <a:lnTo>
                  <a:pt x="850832" y="1601759"/>
                </a:lnTo>
                <a:lnTo>
                  <a:pt x="909510" y="1551926"/>
                </a:lnTo>
                <a:lnTo>
                  <a:pt x="972379" y="1483622"/>
                </a:lnTo>
                <a:lnTo>
                  <a:pt x="1039440" y="1394515"/>
                </a:lnTo>
                <a:lnTo>
                  <a:pt x="1119074" y="1269304"/>
                </a:lnTo>
                <a:lnTo>
                  <a:pt x="1215474" y="1095525"/>
                </a:lnTo>
                <a:lnTo>
                  <a:pt x="1370552" y="789070"/>
                </a:lnTo>
                <a:lnTo>
                  <a:pt x="1525629" y="490527"/>
                </a:lnTo>
                <a:lnTo>
                  <a:pt x="1617838" y="335439"/>
                </a:lnTo>
                <a:lnTo>
                  <a:pt x="1697472" y="222468"/>
                </a:lnTo>
                <a:lnTo>
                  <a:pt x="1764533" y="145133"/>
                </a:lnTo>
                <a:lnTo>
                  <a:pt x="1827402" y="88468"/>
                </a:lnTo>
                <a:lnTo>
                  <a:pt x="1886080" y="49451"/>
                </a:lnTo>
                <a:lnTo>
                  <a:pt x="1944758" y="23093"/>
                </a:lnTo>
                <a:lnTo>
                  <a:pt x="2007628" y="7134"/>
                </a:lnTo>
                <a:lnTo>
                  <a:pt x="2083071" y="443"/>
                </a:lnTo>
                <a:lnTo>
                  <a:pt x="2313592" y="0"/>
                </a:lnTo>
                <a:lnTo>
                  <a:pt x="2340137" y="0"/>
                </a:lnTo>
              </a:path>
            </a:pathLst>
          </a:custGeom>
          <a:noFill/>
          <a:ln w="44173">
            <a:solidFill>
              <a:srgbClr val="FF9500">
                <a:alpha val="75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19"/>
          <p:cNvSpPr/>
          <p:nvPr/>
        </p:nvSpPr>
        <p:spPr>
          <a:xfrm>
            <a:off x="1902474" y="3206041"/>
            <a:ext cx="2340137" cy="1663409"/>
          </a:xfrm>
          <a:custGeom>
            <a:avLst/>
            <a:gdLst/>
            <a:ahLst/>
            <a:cxnLst/>
            <a:rect l="l" t="t" r="r" b="b"/>
            <a:pathLst>
              <a:path w="2340137" h="1663409">
                <a:moveTo>
                  <a:pt x="0" y="1658804"/>
                </a:moveTo>
                <a:lnTo>
                  <a:pt x="37721" y="1653025"/>
                </a:lnTo>
                <a:lnTo>
                  <a:pt x="62869" y="1653256"/>
                </a:lnTo>
                <a:lnTo>
                  <a:pt x="331111" y="1661925"/>
                </a:lnTo>
                <a:lnTo>
                  <a:pt x="343685" y="1661368"/>
                </a:lnTo>
                <a:lnTo>
                  <a:pt x="393981" y="1663409"/>
                </a:lnTo>
                <a:lnTo>
                  <a:pt x="427511" y="1661158"/>
                </a:lnTo>
                <a:lnTo>
                  <a:pt x="440085" y="1658307"/>
                </a:lnTo>
                <a:lnTo>
                  <a:pt x="448468" y="1652621"/>
                </a:lnTo>
                <a:lnTo>
                  <a:pt x="456850" y="1651330"/>
                </a:lnTo>
                <a:lnTo>
                  <a:pt x="469424" y="1646086"/>
                </a:lnTo>
                <a:lnTo>
                  <a:pt x="540676" y="1641436"/>
                </a:lnTo>
                <a:lnTo>
                  <a:pt x="574206" y="1649024"/>
                </a:lnTo>
                <a:lnTo>
                  <a:pt x="632884" y="1658462"/>
                </a:lnTo>
                <a:lnTo>
                  <a:pt x="645458" y="1658444"/>
                </a:lnTo>
                <a:lnTo>
                  <a:pt x="658032" y="1658570"/>
                </a:lnTo>
                <a:lnTo>
                  <a:pt x="670606" y="1654410"/>
                </a:lnTo>
                <a:lnTo>
                  <a:pt x="716710" y="1639856"/>
                </a:lnTo>
                <a:lnTo>
                  <a:pt x="725093" y="1631308"/>
                </a:lnTo>
                <a:lnTo>
                  <a:pt x="792154" y="1620931"/>
                </a:lnTo>
                <a:lnTo>
                  <a:pt x="808919" y="1612751"/>
                </a:lnTo>
                <a:lnTo>
                  <a:pt x="834066" y="1606081"/>
                </a:lnTo>
                <a:lnTo>
                  <a:pt x="850832" y="1596217"/>
                </a:lnTo>
                <a:lnTo>
                  <a:pt x="867597" y="1585457"/>
                </a:lnTo>
                <a:lnTo>
                  <a:pt x="884362" y="1576855"/>
                </a:lnTo>
                <a:lnTo>
                  <a:pt x="913701" y="1558149"/>
                </a:lnTo>
                <a:lnTo>
                  <a:pt x="993335" y="1488832"/>
                </a:lnTo>
                <a:lnTo>
                  <a:pt x="1005909" y="1480695"/>
                </a:lnTo>
                <a:lnTo>
                  <a:pt x="1026866" y="1470920"/>
                </a:lnTo>
                <a:lnTo>
                  <a:pt x="1064587" y="1441442"/>
                </a:lnTo>
                <a:lnTo>
                  <a:pt x="1077161" y="1431801"/>
                </a:lnTo>
                <a:lnTo>
                  <a:pt x="1093926" y="1397825"/>
                </a:lnTo>
                <a:lnTo>
                  <a:pt x="1119074" y="1311219"/>
                </a:lnTo>
                <a:lnTo>
                  <a:pt x="1152604" y="1205470"/>
                </a:lnTo>
                <a:lnTo>
                  <a:pt x="1357978" y="863565"/>
                </a:lnTo>
                <a:lnTo>
                  <a:pt x="1420847" y="774348"/>
                </a:lnTo>
                <a:lnTo>
                  <a:pt x="1445995" y="732488"/>
                </a:lnTo>
                <a:lnTo>
                  <a:pt x="1483717" y="691713"/>
                </a:lnTo>
                <a:lnTo>
                  <a:pt x="1513056" y="683649"/>
                </a:lnTo>
                <a:lnTo>
                  <a:pt x="1542394" y="674164"/>
                </a:lnTo>
                <a:lnTo>
                  <a:pt x="1596881" y="629545"/>
                </a:lnTo>
                <a:lnTo>
                  <a:pt x="1655559" y="510005"/>
                </a:lnTo>
                <a:lnTo>
                  <a:pt x="1693281" y="462217"/>
                </a:lnTo>
                <a:lnTo>
                  <a:pt x="1714238" y="417257"/>
                </a:lnTo>
                <a:lnTo>
                  <a:pt x="1756150" y="283003"/>
                </a:lnTo>
                <a:lnTo>
                  <a:pt x="1806446" y="128750"/>
                </a:lnTo>
                <a:lnTo>
                  <a:pt x="1823211" y="92647"/>
                </a:lnTo>
                <a:lnTo>
                  <a:pt x="1869315" y="39273"/>
                </a:lnTo>
                <a:lnTo>
                  <a:pt x="1898654" y="29220"/>
                </a:lnTo>
                <a:lnTo>
                  <a:pt x="1982480" y="6989"/>
                </a:lnTo>
                <a:lnTo>
                  <a:pt x="2007628" y="3651"/>
                </a:lnTo>
                <a:lnTo>
                  <a:pt x="2062115" y="109"/>
                </a:lnTo>
                <a:lnTo>
                  <a:pt x="2326166" y="1850"/>
                </a:lnTo>
                <a:lnTo>
                  <a:pt x="2340137" y="0"/>
                </a:lnTo>
              </a:path>
            </a:pathLst>
          </a:custGeom>
          <a:noFill/>
          <a:ln w="638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0"/>
          <p:cNvSpPr/>
          <p:nvPr/>
        </p:nvSpPr>
        <p:spPr>
          <a:xfrm>
            <a:off x="4144447" y="3107877"/>
            <a:ext cx="196328" cy="196328"/>
          </a:xfrm>
          <a:custGeom>
            <a:avLst/>
            <a:gdLst/>
            <a:ahLst/>
            <a:cxnLst/>
            <a:rect l="l" t="t" r="r" b="b"/>
            <a:pathLst>
              <a:path w="196328" h="196328">
                <a:moveTo>
                  <a:pt x="98164" y="196328"/>
                </a:moveTo>
                <a:lnTo>
                  <a:pt x="104647" y="196114"/>
                </a:lnTo>
                <a:lnTo>
                  <a:pt x="111067" y="195477"/>
                </a:lnTo>
                <a:lnTo>
                  <a:pt x="117404" y="194424"/>
                </a:lnTo>
                <a:lnTo>
                  <a:pt x="123639" y="192965"/>
                </a:lnTo>
                <a:lnTo>
                  <a:pt x="129754" y="191106"/>
                </a:lnTo>
                <a:lnTo>
                  <a:pt x="135730" y="188856"/>
                </a:lnTo>
                <a:lnTo>
                  <a:pt x="141546" y="186222"/>
                </a:lnTo>
                <a:lnTo>
                  <a:pt x="147184" y="183212"/>
                </a:lnTo>
                <a:lnTo>
                  <a:pt x="152626" y="179835"/>
                </a:lnTo>
                <a:lnTo>
                  <a:pt x="157851" y="176098"/>
                </a:lnTo>
                <a:lnTo>
                  <a:pt x="162841" y="172009"/>
                </a:lnTo>
                <a:lnTo>
                  <a:pt x="167577" y="167577"/>
                </a:lnTo>
                <a:lnTo>
                  <a:pt x="172009" y="162841"/>
                </a:lnTo>
                <a:lnTo>
                  <a:pt x="176098" y="157851"/>
                </a:lnTo>
                <a:lnTo>
                  <a:pt x="179835" y="152626"/>
                </a:lnTo>
                <a:lnTo>
                  <a:pt x="183212" y="147184"/>
                </a:lnTo>
                <a:lnTo>
                  <a:pt x="186222" y="141546"/>
                </a:lnTo>
                <a:lnTo>
                  <a:pt x="188856" y="135730"/>
                </a:lnTo>
                <a:lnTo>
                  <a:pt x="191106" y="129754"/>
                </a:lnTo>
                <a:lnTo>
                  <a:pt x="192965" y="123639"/>
                </a:lnTo>
                <a:lnTo>
                  <a:pt x="194424" y="117404"/>
                </a:lnTo>
                <a:lnTo>
                  <a:pt x="195477" y="111067"/>
                </a:lnTo>
                <a:lnTo>
                  <a:pt x="196114" y="104647"/>
                </a:lnTo>
                <a:lnTo>
                  <a:pt x="196328" y="98164"/>
                </a:lnTo>
                <a:lnTo>
                  <a:pt x="196114" y="91681"/>
                </a:lnTo>
                <a:lnTo>
                  <a:pt x="195477" y="85261"/>
                </a:lnTo>
                <a:lnTo>
                  <a:pt x="194424" y="78924"/>
                </a:lnTo>
                <a:lnTo>
                  <a:pt x="192965" y="72688"/>
                </a:lnTo>
                <a:lnTo>
                  <a:pt x="191106" y="66573"/>
                </a:lnTo>
                <a:lnTo>
                  <a:pt x="188856" y="60598"/>
                </a:lnTo>
                <a:lnTo>
                  <a:pt x="186222" y="54782"/>
                </a:lnTo>
                <a:lnTo>
                  <a:pt x="183212" y="49143"/>
                </a:lnTo>
                <a:lnTo>
                  <a:pt x="179835" y="43702"/>
                </a:lnTo>
                <a:lnTo>
                  <a:pt x="176098" y="38477"/>
                </a:lnTo>
                <a:lnTo>
                  <a:pt x="172009" y="33487"/>
                </a:lnTo>
                <a:lnTo>
                  <a:pt x="167577" y="28751"/>
                </a:lnTo>
                <a:lnTo>
                  <a:pt x="162841" y="24318"/>
                </a:lnTo>
                <a:lnTo>
                  <a:pt x="157851" y="20230"/>
                </a:lnTo>
                <a:lnTo>
                  <a:pt x="152626" y="16493"/>
                </a:lnTo>
                <a:lnTo>
                  <a:pt x="147184" y="13116"/>
                </a:lnTo>
                <a:lnTo>
                  <a:pt x="141546" y="10106"/>
                </a:lnTo>
                <a:lnTo>
                  <a:pt x="135730" y="7472"/>
                </a:lnTo>
                <a:lnTo>
                  <a:pt x="129754" y="5222"/>
                </a:lnTo>
                <a:lnTo>
                  <a:pt x="123639" y="3363"/>
                </a:lnTo>
                <a:lnTo>
                  <a:pt x="117404" y="1903"/>
                </a:lnTo>
                <a:lnTo>
                  <a:pt x="111067" y="851"/>
                </a:lnTo>
                <a:lnTo>
                  <a:pt x="104647" y="214"/>
                </a:lnTo>
                <a:lnTo>
                  <a:pt x="98164" y="0"/>
                </a:lnTo>
                <a:lnTo>
                  <a:pt x="91681" y="214"/>
                </a:lnTo>
                <a:lnTo>
                  <a:pt x="85261" y="851"/>
                </a:lnTo>
                <a:lnTo>
                  <a:pt x="78924" y="1903"/>
                </a:lnTo>
                <a:lnTo>
                  <a:pt x="72688" y="3363"/>
                </a:lnTo>
                <a:lnTo>
                  <a:pt x="66573" y="5222"/>
                </a:lnTo>
                <a:lnTo>
                  <a:pt x="60598" y="7472"/>
                </a:lnTo>
                <a:lnTo>
                  <a:pt x="54782" y="10106"/>
                </a:lnTo>
                <a:lnTo>
                  <a:pt x="49143" y="13116"/>
                </a:lnTo>
                <a:lnTo>
                  <a:pt x="43702" y="16493"/>
                </a:lnTo>
                <a:lnTo>
                  <a:pt x="38477" y="20230"/>
                </a:lnTo>
                <a:lnTo>
                  <a:pt x="33487" y="24318"/>
                </a:lnTo>
                <a:lnTo>
                  <a:pt x="28751" y="28751"/>
                </a:lnTo>
                <a:lnTo>
                  <a:pt x="24318" y="33487"/>
                </a:lnTo>
                <a:lnTo>
                  <a:pt x="20230" y="38477"/>
                </a:lnTo>
                <a:lnTo>
                  <a:pt x="16493" y="43702"/>
                </a:lnTo>
                <a:lnTo>
                  <a:pt x="13116" y="49143"/>
                </a:lnTo>
                <a:lnTo>
                  <a:pt x="10106" y="54782"/>
                </a:lnTo>
                <a:lnTo>
                  <a:pt x="7472" y="60598"/>
                </a:lnTo>
                <a:lnTo>
                  <a:pt x="5222" y="66573"/>
                </a:lnTo>
                <a:lnTo>
                  <a:pt x="3363" y="72688"/>
                </a:lnTo>
                <a:lnTo>
                  <a:pt x="1903" y="78924"/>
                </a:lnTo>
                <a:lnTo>
                  <a:pt x="851" y="85261"/>
                </a:lnTo>
                <a:lnTo>
                  <a:pt x="214" y="91681"/>
                </a:lnTo>
                <a:lnTo>
                  <a:pt x="0" y="98164"/>
                </a:lnTo>
                <a:lnTo>
                  <a:pt x="214" y="104647"/>
                </a:lnTo>
                <a:lnTo>
                  <a:pt x="851" y="111067"/>
                </a:lnTo>
                <a:lnTo>
                  <a:pt x="1903" y="117404"/>
                </a:lnTo>
                <a:lnTo>
                  <a:pt x="3363" y="123639"/>
                </a:lnTo>
                <a:lnTo>
                  <a:pt x="5222" y="129754"/>
                </a:lnTo>
                <a:lnTo>
                  <a:pt x="7472" y="135730"/>
                </a:lnTo>
                <a:lnTo>
                  <a:pt x="10106" y="141546"/>
                </a:lnTo>
                <a:lnTo>
                  <a:pt x="13116" y="147184"/>
                </a:lnTo>
                <a:lnTo>
                  <a:pt x="16493" y="152626"/>
                </a:lnTo>
                <a:lnTo>
                  <a:pt x="20230" y="157851"/>
                </a:lnTo>
                <a:lnTo>
                  <a:pt x="24318" y="162841"/>
                </a:lnTo>
                <a:lnTo>
                  <a:pt x="28751" y="167577"/>
                </a:lnTo>
                <a:lnTo>
                  <a:pt x="33487" y="172009"/>
                </a:lnTo>
                <a:lnTo>
                  <a:pt x="38477" y="176098"/>
                </a:lnTo>
                <a:lnTo>
                  <a:pt x="43702" y="179835"/>
                </a:lnTo>
                <a:lnTo>
                  <a:pt x="49143" y="183212"/>
                </a:lnTo>
                <a:lnTo>
                  <a:pt x="54782" y="186222"/>
                </a:lnTo>
                <a:lnTo>
                  <a:pt x="60598" y="188856"/>
                </a:lnTo>
                <a:lnTo>
                  <a:pt x="66573" y="191106"/>
                </a:lnTo>
                <a:lnTo>
                  <a:pt x="72688" y="192965"/>
                </a:lnTo>
                <a:lnTo>
                  <a:pt x="78924" y="194424"/>
                </a:lnTo>
                <a:lnTo>
                  <a:pt x="85261" y="195477"/>
                </a:lnTo>
                <a:lnTo>
                  <a:pt x="91681" y="196114"/>
                </a:lnTo>
                <a:lnTo>
                  <a:pt x="98164" y="196328"/>
                </a:lnTo>
                <a:close/>
              </a:path>
            </a:pathLst>
          </a:custGeom>
          <a:solidFill>
            <a:srgbClr val="FF9500"/>
          </a:solidFill>
          <a:ln w="490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1"/>
          <p:cNvSpPr/>
          <p:nvPr/>
        </p:nvSpPr>
        <p:spPr>
          <a:xfrm>
            <a:off x="1903870" y="1497650"/>
            <a:ext cx="3910475" cy="3363551"/>
          </a:xfrm>
          <a:custGeom>
            <a:avLst/>
            <a:gdLst/>
            <a:ahLst/>
            <a:cxnLst/>
            <a:rect l="l" t="t" r="r" b="b"/>
            <a:pathLst>
              <a:path w="3910475" h="3363551">
                <a:moveTo>
                  <a:pt x="0" y="3363551"/>
                </a:moveTo>
                <a:lnTo>
                  <a:pt x="733476" y="3358130"/>
                </a:lnTo>
                <a:lnTo>
                  <a:pt x="831273" y="3344122"/>
                </a:lnTo>
                <a:lnTo>
                  <a:pt x="922085" y="3319761"/>
                </a:lnTo>
                <a:lnTo>
                  <a:pt x="1005910" y="3285590"/>
                </a:lnTo>
                <a:lnTo>
                  <a:pt x="1089736" y="3238909"/>
                </a:lnTo>
                <a:lnTo>
                  <a:pt x="1173562" y="3178913"/>
                </a:lnTo>
                <a:lnTo>
                  <a:pt x="1257388" y="3105197"/>
                </a:lnTo>
                <a:lnTo>
                  <a:pt x="1348199" y="3009830"/>
                </a:lnTo>
                <a:lnTo>
                  <a:pt x="1439010" y="2898741"/>
                </a:lnTo>
                <a:lnTo>
                  <a:pt x="1543793" y="2752127"/>
                </a:lnTo>
                <a:lnTo>
                  <a:pt x="1655561" y="2576026"/>
                </a:lnTo>
                <a:lnTo>
                  <a:pt x="1781299" y="2357254"/>
                </a:lnTo>
                <a:lnTo>
                  <a:pt x="1941966" y="2053835"/>
                </a:lnTo>
                <a:lnTo>
                  <a:pt x="2235356" y="1469398"/>
                </a:lnTo>
                <a:lnTo>
                  <a:pt x="2444920" y="1065144"/>
                </a:lnTo>
                <a:lnTo>
                  <a:pt x="2584630" y="817876"/>
                </a:lnTo>
                <a:lnTo>
                  <a:pt x="2703383" y="628160"/>
                </a:lnTo>
                <a:lnTo>
                  <a:pt x="2808165" y="479533"/>
                </a:lnTo>
                <a:lnTo>
                  <a:pt x="2905962" y="358507"/>
                </a:lnTo>
                <a:lnTo>
                  <a:pt x="2996774" y="262402"/>
                </a:lnTo>
                <a:lnTo>
                  <a:pt x="3087585" y="182419"/>
                </a:lnTo>
                <a:lnTo>
                  <a:pt x="3171411" y="122875"/>
                </a:lnTo>
                <a:lnTo>
                  <a:pt x="3255237" y="76627"/>
                </a:lnTo>
                <a:lnTo>
                  <a:pt x="3339062" y="42853"/>
                </a:lnTo>
                <a:lnTo>
                  <a:pt x="3422888" y="20293"/>
                </a:lnTo>
                <a:lnTo>
                  <a:pt x="3520685" y="5806"/>
                </a:lnTo>
                <a:lnTo>
                  <a:pt x="3639438" y="244"/>
                </a:lnTo>
                <a:lnTo>
                  <a:pt x="3910475" y="0"/>
                </a:lnTo>
              </a:path>
            </a:pathLst>
          </a:custGeom>
          <a:noFill/>
          <a:ln w="44173">
            <a:solidFill>
              <a:srgbClr val="7C5AA6">
                <a:alpha val="75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2"/>
          <p:cNvSpPr/>
          <p:nvPr/>
        </p:nvSpPr>
        <p:spPr>
          <a:xfrm>
            <a:off x="1903870" y="1550743"/>
            <a:ext cx="3910475" cy="3320202"/>
          </a:xfrm>
          <a:custGeom>
            <a:avLst/>
            <a:gdLst/>
            <a:ahLst/>
            <a:cxnLst/>
            <a:rect l="l" t="t" r="r" b="b"/>
            <a:pathLst>
              <a:path w="3910475" h="3320202">
                <a:moveTo>
                  <a:pt x="0" y="3314151"/>
                </a:moveTo>
                <a:lnTo>
                  <a:pt x="34928" y="3309123"/>
                </a:lnTo>
                <a:lnTo>
                  <a:pt x="55884" y="3308093"/>
                </a:lnTo>
                <a:lnTo>
                  <a:pt x="97797" y="3306188"/>
                </a:lnTo>
                <a:lnTo>
                  <a:pt x="160667" y="3311511"/>
                </a:lnTo>
                <a:lnTo>
                  <a:pt x="223536" y="3316438"/>
                </a:lnTo>
                <a:lnTo>
                  <a:pt x="244493" y="3313853"/>
                </a:lnTo>
                <a:lnTo>
                  <a:pt x="293391" y="3320202"/>
                </a:lnTo>
                <a:lnTo>
                  <a:pt x="363246" y="3319688"/>
                </a:lnTo>
                <a:lnTo>
                  <a:pt x="433101" y="3316406"/>
                </a:lnTo>
                <a:lnTo>
                  <a:pt x="447072" y="3307919"/>
                </a:lnTo>
                <a:lnTo>
                  <a:pt x="516926" y="3296417"/>
                </a:lnTo>
                <a:lnTo>
                  <a:pt x="537883" y="3296292"/>
                </a:lnTo>
                <a:lnTo>
                  <a:pt x="593767" y="3308315"/>
                </a:lnTo>
                <a:lnTo>
                  <a:pt x="621709" y="3312693"/>
                </a:lnTo>
                <a:lnTo>
                  <a:pt x="635680" y="3308274"/>
                </a:lnTo>
                <a:lnTo>
                  <a:pt x="670607" y="3308585"/>
                </a:lnTo>
                <a:lnTo>
                  <a:pt x="698549" y="3308752"/>
                </a:lnTo>
                <a:lnTo>
                  <a:pt x="733476" y="3306839"/>
                </a:lnTo>
                <a:lnTo>
                  <a:pt x="754433" y="3301478"/>
                </a:lnTo>
                <a:lnTo>
                  <a:pt x="824288" y="3298180"/>
                </a:lnTo>
                <a:lnTo>
                  <a:pt x="845244" y="3293858"/>
                </a:lnTo>
                <a:lnTo>
                  <a:pt x="880172" y="3290078"/>
                </a:lnTo>
                <a:lnTo>
                  <a:pt x="922085" y="3281338"/>
                </a:lnTo>
                <a:lnTo>
                  <a:pt x="1033852" y="3246457"/>
                </a:lnTo>
                <a:lnTo>
                  <a:pt x="1117678" y="3202249"/>
                </a:lnTo>
                <a:lnTo>
                  <a:pt x="1166576" y="3181460"/>
                </a:lnTo>
                <a:lnTo>
                  <a:pt x="1187533" y="3160600"/>
                </a:lnTo>
                <a:lnTo>
                  <a:pt x="1257388" y="3119764"/>
                </a:lnTo>
                <a:lnTo>
                  <a:pt x="1278344" y="3111678"/>
                </a:lnTo>
                <a:lnTo>
                  <a:pt x="1334228" y="3062194"/>
                </a:lnTo>
                <a:lnTo>
                  <a:pt x="1355185" y="3013118"/>
                </a:lnTo>
                <a:lnTo>
                  <a:pt x="1383126" y="2940833"/>
                </a:lnTo>
                <a:lnTo>
                  <a:pt x="1432025" y="2866927"/>
                </a:lnTo>
                <a:lnTo>
                  <a:pt x="1473938" y="2806514"/>
                </a:lnTo>
                <a:lnTo>
                  <a:pt x="1522836" y="2730617"/>
                </a:lnTo>
                <a:lnTo>
                  <a:pt x="1543793" y="2709366"/>
                </a:lnTo>
                <a:lnTo>
                  <a:pt x="1571735" y="2687830"/>
                </a:lnTo>
                <a:lnTo>
                  <a:pt x="1697473" y="2536928"/>
                </a:lnTo>
                <a:lnTo>
                  <a:pt x="1718430" y="2509275"/>
                </a:lnTo>
                <a:lnTo>
                  <a:pt x="1767328" y="2431074"/>
                </a:lnTo>
                <a:lnTo>
                  <a:pt x="1788285" y="2395697"/>
                </a:lnTo>
                <a:lnTo>
                  <a:pt x="1809241" y="2371152"/>
                </a:lnTo>
                <a:lnTo>
                  <a:pt x="1851154" y="2337921"/>
                </a:lnTo>
                <a:lnTo>
                  <a:pt x="1879096" y="2328963"/>
                </a:lnTo>
                <a:lnTo>
                  <a:pt x="1893067" y="2310908"/>
                </a:lnTo>
                <a:lnTo>
                  <a:pt x="1955936" y="2174354"/>
                </a:lnTo>
                <a:lnTo>
                  <a:pt x="2004835" y="2080441"/>
                </a:lnTo>
                <a:lnTo>
                  <a:pt x="2032777" y="1992187"/>
                </a:lnTo>
                <a:lnTo>
                  <a:pt x="2123588" y="1664982"/>
                </a:lnTo>
                <a:lnTo>
                  <a:pt x="2165501" y="1584799"/>
                </a:lnTo>
                <a:lnTo>
                  <a:pt x="2193443" y="1538188"/>
                </a:lnTo>
                <a:lnTo>
                  <a:pt x="2340138" y="1265582"/>
                </a:lnTo>
                <a:lnTo>
                  <a:pt x="2354109" y="1245459"/>
                </a:lnTo>
                <a:lnTo>
                  <a:pt x="2416978" y="1133145"/>
                </a:lnTo>
                <a:lnTo>
                  <a:pt x="2479847" y="1024374"/>
                </a:lnTo>
                <a:lnTo>
                  <a:pt x="2591615" y="826474"/>
                </a:lnTo>
                <a:lnTo>
                  <a:pt x="2710369" y="650925"/>
                </a:lnTo>
                <a:lnTo>
                  <a:pt x="2857064" y="447678"/>
                </a:lnTo>
                <a:lnTo>
                  <a:pt x="2912948" y="369067"/>
                </a:lnTo>
                <a:lnTo>
                  <a:pt x="2954861" y="308247"/>
                </a:lnTo>
                <a:lnTo>
                  <a:pt x="2996774" y="228247"/>
                </a:lnTo>
                <a:lnTo>
                  <a:pt x="3010745" y="197213"/>
                </a:lnTo>
                <a:lnTo>
                  <a:pt x="3038687" y="187802"/>
                </a:lnTo>
                <a:lnTo>
                  <a:pt x="3052657" y="194713"/>
                </a:lnTo>
                <a:lnTo>
                  <a:pt x="3073614" y="199231"/>
                </a:lnTo>
                <a:lnTo>
                  <a:pt x="3101556" y="175620"/>
                </a:lnTo>
                <a:lnTo>
                  <a:pt x="3129498" y="127456"/>
                </a:lnTo>
                <a:lnTo>
                  <a:pt x="3157440" y="103545"/>
                </a:lnTo>
                <a:lnTo>
                  <a:pt x="3185382" y="88764"/>
                </a:lnTo>
                <a:lnTo>
                  <a:pt x="3199353" y="88571"/>
                </a:lnTo>
                <a:lnTo>
                  <a:pt x="3227295" y="79826"/>
                </a:lnTo>
                <a:lnTo>
                  <a:pt x="3248251" y="72739"/>
                </a:lnTo>
                <a:lnTo>
                  <a:pt x="3318106" y="37931"/>
                </a:lnTo>
                <a:lnTo>
                  <a:pt x="3339062" y="39101"/>
                </a:lnTo>
                <a:lnTo>
                  <a:pt x="3367004" y="30621"/>
                </a:lnTo>
                <a:lnTo>
                  <a:pt x="3450830" y="6275"/>
                </a:lnTo>
                <a:lnTo>
                  <a:pt x="3499728" y="0"/>
                </a:lnTo>
                <a:lnTo>
                  <a:pt x="3527670" y="13164"/>
                </a:lnTo>
                <a:lnTo>
                  <a:pt x="3541641" y="15916"/>
                </a:lnTo>
                <a:lnTo>
                  <a:pt x="3590540" y="22252"/>
                </a:lnTo>
                <a:lnTo>
                  <a:pt x="3604511" y="23526"/>
                </a:lnTo>
                <a:lnTo>
                  <a:pt x="3890915" y="10754"/>
                </a:lnTo>
                <a:lnTo>
                  <a:pt x="3910475" y="10629"/>
                </a:lnTo>
              </a:path>
            </a:pathLst>
          </a:custGeom>
          <a:noFill/>
          <a:ln w="6380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23"/>
          <p:cNvSpPr/>
          <p:nvPr/>
        </p:nvSpPr>
        <p:spPr>
          <a:xfrm>
            <a:off x="5716181" y="1463208"/>
            <a:ext cx="196328" cy="196329"/>
          </a:xfrm>
          <a:custGeom>
            <a:avLst/>
            <a:gdLst/>
            <a:ahLst/>
            <a:cxnLst/>
            <a:rect l="l" t="t" r="r" b="b"/>
            <a:pathLst>
              <a:path w="196328" h="196329">
                <a:moveTo>
                  <a:pt x="98164" y="196329"/>
                </a:moveTo>
                <a:lnTo>
                  <a:pt x="104647" y="196114"/>
                </a:lnTo>
                <a:lnTo>
                  <a:pt x="111067" y="195477"/>
                </a:lnTo>
                <a:lnTo>
                  <a:pt x="117404" y="194425"/>
                </a:lnTo>
                <a:lnTo>
                  <a:pt x="123639" y="192965"/>
                </a:lnTo>
                <a:lnTo>
                  <a:pt x="129754" y="191106"/>
                </a:lnTo>
                <a:lnTo>
                  <a:pt x="135730" y="188856"/>
                </a:lnTo>
                <a:lnTo>
                  <a:pt x="141546" y="186222"/>
                </a:lnTo>
                <a:lnTo>
                  <a:pt x="147184" y="183213"/>
                </a:lnTo>
                <a:lnTo>
                  <a:pt x="152626" y="179835"/>
                </a:lnTo>
                <a:lnTo>
                  <a:pt x="157851" y="176099"/>
                </a:lnTo>
                <a:lnTo>
                  <a:pt x="162841" y="172010"/>
                </a:lnTo>
                <a:lnTo>
                  <a:pt x="167577" y="167577"/>
                </a:lnTo>
                <a:lnTo>
                  <a:pt x="172009" y="162841"/>
                </a:lnTo>
                <a:lnTo>
                  <a:pt x="176098" y="157851"/>
                </a:lnTo>
                <a:lnTo>
                  <a:pt x="179835" y="152626"/>
                </a:lnTo>
                <a:lnTo>
                  <a:pt x="183212" y="147185"/>
                </a:lnTo>
                <a:lnTo>
                  <a:pt x="186222" y="141546"/>
                </a:lnTo>
                <a:lnTo>
                  <a:pt x="188856" y="135730"/>
                </a:lnTo>
                <a:lnTo>
                  <a:pt x="191106" y="129755"/>
                </a:lnTo>
                <a:lnTo>
                  <a:pt x="192965" y="123640"/>
                </a:lnTo>
                <a:lnTo>
                  <a:pt x="194424" y="117404"/>
                </a:lnTo>
                <a:lnTo>
                  <a:pt x="195477" y="111067"/>
                </a:lnTo>
                <a:lnTo>
                  <a:pt x="196114" y="104647"/>
                </a:lnTo>
                <a:lnTo>
                  <a:pt x="196328" y="98164"/>
                </a:lnTo>
                <a:lnTo>
                  <a:pt x="196114" y="91681"/>
                </a:lnTo>
                <a:lnTo>
                  <a:pt x="195477" y="85262"/>
                </a:lnTo>
                <a:lnTo>
                  <a:pt x="194424" y="78924"/>
                </a:lnTo>
                <a:lnTo>
                  <a:pt x="192965" y="72689"/>
                </a:lnTo>
                <a:lnTo>
                  <a:pt x="191106" y="66574"/>
                </a:lnTo>
                <a:lnTo>
                  <a:pt x="188856" y="60599"/>
                </a:lnTo>
                <a:lnTo>
                  <a:pt x="186222" y="54782"/>
                </a:lnTo>
                <a:lnTo>
                  <a:pt x="183212" y="49144"/>
                </a:lnTo>
                <a:lnTo>
                  <a:pt x="179835" y="43703"/>
                </a:lnTo>
                <a:lnTo>
                  <a:pt x="176098" y="38478"/>
                </a:lnTo>
                <a:lnTo>
                  <a:pt x="172009" y="33488"/>
                </a:lnTo>
                <a:lnTo>
                  <a:pt x="167577" y="28752"/>
                </a:lnTo>
                <a:lnTo>
                  <a:pt x="162841" y="24319"/>
                </a:lnTo>
                <a:lnTo>
                  <a:pt x="157851" y="20230"/>
                </a:lnTo>
                <a:lnTo>
                  <a:pt x="152626" y="16493"/>
                </a:lnTo>
                <a:lnTo>
                  <a:pt x="147184" y="13116"/>
                </a:lnTo>
                <a:lnTo>
                  <a:pt x="141546" y="10107"/>
                </a:lnTo>
                <a:lnTo>
                  <a:pt x="135730" y="7473"/>
                </a:lnTo>
                <a:lnTo>
                  <a:pt x="129754" y="5222"/>
                </a:lnTo>
                <a:lnTo>
                  <a:pt x="123639" y="3363"/>
                </a:lnTo>
                <a:lnTo>
                  <a:pt x="117404" y="1904"/>
                </a:lnTo>
                <a:lnTo>
                  <a:pt x="111067" y="851"/>
                </a:lnTo>
                <a:lnTo>
                  <a:pt x="104647" y="214"/>
                </a:lnTo>
                <a:lnTo>
                  <a:pt x="98164" y="0"/>
                </a:lnTo>
                <a:lnTo>
                  <a:pt x="91681" y="214"/>
                </a:lnTo>
                <a:lnTo>
                  <a:pt x="85261" y="851"/>
                </a:lnTo>
                <a:lnTo>
                  <a:pt x="78924" y="1904"/>
                </a:lnTo>
                <a:lnTo>
                  <a:pt x="72688" y="3363"/>
                </a:lnTo>
                <a:lnTo>
                  <a:pt x="66573" y="5222"/>
                </a:lnTo>
                <a:lnTo>
                  <a:pt x="60598" y="7473"/>
                </a:lnTo>
                <a:lnTo>
                  <a:pt x="54782" y="10107"/>
                </a:lnTo>
                <a:lnTo>
                  <a:pt x="49143" y="13116"/>
                </a:lnTo>
                <a:lnTo>
                  <a:pt x="43702" y="16493"/>
                </a:lnTo>
                <a:lnTo>
                  <a:pt x="38477" y="20230"/>
                </a:lnTo>
                <a:lnTo>
                  <a:pt x="33487" y="24319"/>
                </a:lnTo>
                <a:lnTo>
                  <a:pt x="28751" y="28752"/>
                </a:lnTo>
                <a:lnTo>
                  <a:pt x="24319" y="33488"/>
                </a:lnTo>
                <a:lnTo>
                  <a:pt x="20230" y="38478"/>
                </a:lnTo>
                <a:lnTo>
                  <a:pt x="16493" y="43703"/>
                </a:lnTo>
                <a:lnTo>
                  <a:pt x="13116" y="49144"/>
                </a:lnTo>
                <a:lnTo>
                  <a:pt x="10106" y="54782"/>
                </a:lnTo>
                <a:lnTo>
                  <a:pt x="7472" y="60599"/>
                </a:lnTo>
                <a:lnTo>
                  <a:pt x="5222" y="66574"/>
                </a:lnTo>
                <a:lnTo>
                  <a:pt x="3363" y="72689"/>
                </a:lnTo>
                <a:lnTo>
                  <a:pt x="1903" y="78924"/>
                </a:lnTo>
                <a:lnTo>
                  <a:pt x="851" y="85262"/>
                </a:lnTo>
                <a:lnTo>
                  <a:pt x="214" y="91681"/>
                </a:lnTo>
                <a:lnTo>
                  <a:pt x="0" y="98164"/>
                </a:lnTo>
                <a:lnTo>
                  <a:pt x="214" y="104647"/>
                </a:lnTo>
                <a:lnTo>
                  <a:pt x="851" y="111067"/>
                </a:lnTo>
                <a:lnTo>
                  <a:pt x="1903" y="117404"/>
                </a:lnTo>
                <a:lnTo>
                  <a:pt x="3363" y="123640"/>
                </a:lnTo>
                <a:lnTo>
                  <a:pt x="5222" y="129755"/>
                </a:lnTo>
                <a:lnTo>
                  <a:pt x="7472" y="135730"/>
                </a:lnTo>
                <a:lnTo>
                  <a:pt x="10106" y="141546"/>
                </a:lnTo>
                <a:lnTo>
                  <a:pt x="13116" y="147185"/>
                </a:lnTo>
                <a:lnTo>
                  <a:pt x="16493" y="152626"/>
                </a:lnTo>
                <a:lnTo>
                  <a:pt x="20230" y="157851"/>
                </a:lnTo>
                <a:lnTo>
                  <a:pt x="24319" y="162841"/>
                </a:lnTo>
                <a:lnTo>
                  <a:pt x="28751" y="167577"/>
                </a:lnTo>
                <a:lnTo>
                  <a:pt x="33487" y="172010"/>
                </a:lnTo>
                <a:lnTo>
                  <a:pt x="38477" y="176099"/>
                </a:lnTo>
                <a:lnTo>
                  <a:pt x="43702" y="179835"/>
                </a:lnTo>
                <a:lnTo>
                  <a:pt x="49143" y="183213"/>
                </a:lnTo>
                <a:lnTo>
                  <a:pt x="54782" y="186222"/>
                </a:lnTo>
                <a:lnTo>
                  <a:pt x="60598" y="188856"/>
                </a:lnTo>
                <a:lnTo>
                  <a:pt x="66573" y="191106"/>
                </a:lnTo>
                <a:lnTo>
                  <a:pt x="72688" y="192965"/>
                </a:lnTo>
                <a:lnTo>
                  <a:pt x="78924" y="194425"/>
                </a:lnTo>
                <a:lnTo>
                  <a:pt x="85261" y="195477"/>
                </a:lnTo>
                <a:lnTo>
                  <a:pt x="91681" y="196114"/>
                </a:lnTo>
                <a:lnTo>
                  <a:pt x="98164" y="196329"/>
                </a:lnTo>
                <a:close/>
              </a:path>
            </a:pathLst>
          </a:custGeom>
          <a:solidFill>
            <a:srgbClr val="7C5AA6"/>
          </a:solidFill>
          <a:ln w="4908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path 24"/>
          <p:cNvSpPr/>
          <p:nvPr/>
        </p:nvSpPr>
        <p:spPr>
          <a:xfrm>
            <a:off x="1706880" y="1011804"/>
            <a:ext cx="0" cy="3961516"/>
          </a:xfrm>
          <a:custGeom>
            <a:avLst/>
            <a:gdLst/>
            <a:ahLst/>
            <a:cxnLst/>
            <a:rect l="l" t="t" r="r" b="b"/>
            <a:pathLst>
              <a:path w="0" h="3961516">
                <a:moveTo>
                  <a:pt x="0" y="3961516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path 25"/>
          <p:cNvSpPr/>
          <p:nvPr/>
        </p:nvSpPr>
        <p:spPr>
          <a:xfrm>
            <a:off x="6009938" y="1011804"/>
            <a:ext cx="0" cy="3961516"/>
          </a:xfrm>
          <a:custGeom>
            <a:avLst/>
            <a:gdLst/>
            <a:ahLst/>
            <a:cxnLst/>
            <a:rect l="l" t="t" r="r" b="b"/>
            <a:pathLst>
              <a:path w="0" h="3961516">
                <a:moveTo>
                  <a:pt x="0" y="3961516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6"/>
          <p:cNvSpPr/>
          <p:nvPr/>
        </p:nvSpPr>
        <p:spPr>
          <a:xfrm>
            <a:off x="1706880" y="4973320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7"/>
          <p:cNvSpPr/>
          <p:nvPr/>
        </p:nvSpPr>
        <p:spPr>
          <a:xfrm>
            <a:off x="1706880" y="1011804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9023" y="2699445"/>
            <a:ext cx="52640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FF9500"/>
                </a:solidFill>
                <a:latin typeface="Times New Roman"/>
              </a:rPr>
              <a:t>45°</a:t>
            </a:r>
          </a:p>
        </p:txBody>
      </p:sp>
      <p:sp>
        <p:nvSpPr>
          <p:cNvPr id="41" name="Editable path 28"/>
          <p:cNvSpPr/>
          <p:nvPr/>
        </p:nvSpPr>
        <p:spPr>
          <a:xfrm>
            <a:off x="7645101" y="1011804"/>
            <a:ext cx="4303059" cy="3961516"/>
          </a:xfrm>
          <a:custGeom>
            <a:avLst/>
            <a:gdLst/>
            <a:ahLst/>
            <a:cxnLst/>
            <a:rect l="l" t="t" r="r" b="b"/>
            <a:pathLst>
              <a:path w="4303059" h="3961516">
                <a:moveTo>
                  <a:pt x="0" y="0"/>
                </a:moveTo>
                <a:lnTo>
                  <a:pt x="4303059" y="0"/>
                </a:lnTo>
                <a:lnTo>
                  <a:pt x="4303059" y="3961516"/>
                </a:lnTo>
                <a:lnTo>
                  <a:pt x="0" y="3961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0758" y="1054776"/>
            <a:ext cx="52640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7C5AA6"/>
                </a:solidFill>
                <a:latin typeface="Times New Roman"/>
              </a:rPr>
              <a:t>90°</a:t>
            </a:r>
          </a:p>
        </p:txBody>
      </p:sp>
      <p:sp>
        <p:nvSpPr>
          <p:cNvPr id="43" name="Editable path 29"/>
          <p:cNvSpPr/>
          <p:nvPr/>
        </p:nvSpPr>
        <p:spPr>
          <a:xfrm>
            <a:off x="7840695" y="4973320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06570" y="427998"/>
            <a:ext cx="3169212" cy="424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82" b="0" i="0">
                <a:solidFill>
                  <a:srgbClr val="2B2B2B"/>
                </a:solidFill>
                <a:latin typeface="Times New Roman"/>
              </a:rPr>
              <a:t>(a) Geometric teacher</a:t>
            </a:r>
          </a:p>
        </p:txBody>
      </p:sp>
      <p:sp>
        <p:nvSpPr>
          <p:cNvPr id="45" name="Editable path 30"/>
          <p:cNvSpPr/>
          <p:nvPr/>
        </p:nvSpPr>
        <p:spPr>
          <a:xfrm>
            <a:off x="9007721" y="4973320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60936" y="5290383"/>
            <a:ext cx="23927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7" name="Editable path 31"/>
          <p:cNvSpPr/>
          <p:nvPr/>
        </p:nvSpPr>
        <p:spPr>
          <a:xfrm>
            <a:off x="10174747" y="4973320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48203" y="5290383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49" name="Editable path 32"/>
          <p:cNvSpPr/>
          <p:nvPr/>
        </p:nvSpPr>
        <p:spPr>
          <a:xfrm>
            <a:off x="11341773" y="4973320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5229" y="5290383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51" name="Editable path 33"/>
          <p:cNvSpPr/>
          <p:nvPr/>
        </p:nvSpPr>
        <p:spPr>
          <a:xfrm>
            <a:off x="7645101" y="4861201"/>
            <a:ext cx="4303059" cy="0"/>
          </a:xfrm>
          <a:custGeom>
            <a:avLst/>
            <a:gdLst/>
            <a:ahLst/>
            <a:cxnLst/>
            <a:rect l="l" t="t" r="r" b="b"/>
            <a:pathLst>
              <a:path w="4303059" h="0">
                <a:moveTo>
                  <a:pt x="0" y="0"/>
                </a:moveTo>
                <a:lnTo>
                  <a:pt x="4303059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82255" y="5290383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53" name="Editable path 34"/>
          <p:cNvSpPr/>
          <p:nvPr/>
        </p:nvSpPr>
        <p:spPr>
          <a:xfrm>
            <a:off x="7473313" y="4861201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07922" y="5775684"/>
            <a:ext cx="2461713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0">
                <a:solidFill>
                  <a:srgbClr val="2B2B2B"/>
                </a:solidFill>
                <a:latin typeface="Times New Roman"/>
              </a:rPr>
              <a:t>Time after lift (s)</a:t>
            </a:r>
          </a:p>
        </p:txBody>
      </p:sp>
      <p:sp>
        <p:nvSpPr>
          <p:cNvPr id="55" name="Editable path 35"/>
          <p:cNvSpPr/>
          <p:nvPr/>
        </p:nvSpPr>
        <p:spPr>
          <a:xfrm>
            <a:off x="7645101" y="4113746"/>
            <a:ext cx="4303059" cy="0"/>
          </a:xfrm>
          <a:custGeom>
            <a:avLst/>
            <a:gdLst/>
            <a:ahLst/>
            <a:cxnLst/>
            <a:rect l="l" t="t" r="r" b="b"/>
            <a:pathLst>
              <a:path w="4303059" h="0">
                <a:moveTo>
                  <a:pt x="0" y="0"/>
                </a:moveTo>
                <a:lnTo>
                  <a:pt x="4303059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36"/>
          <p:cNvSpPr/>
          <p:nvPr/>
        </p:nvSpPr>
        <p:spPr>
          <a:xfrm>
            <a:off x="7473313" y="4113746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37"/>
          <p:cNvSpPr/>
          <p:nvPr/>
        </p:nvSpPr>
        <p:spPr>
          <a:xfrm>
            <a:off x="7645101" y="3366290"/>
            <a:ext cx="4303059" cy="0"/>
          </a:xfrm>
          <a:custGeom>
            <a:avLst/>
            <a:gdLst/>
            <a:ahLst/>
            <a:cxnLst/>
            <a:rect l="l" t="t" r="r" b="b"/>
            <a:pathLst>
              <a:path w="4303059" h="0">
                <a:moveTo>
                  <a:pt x="0" y="0"/>
                </a:moveTo>
                <a:lnTo>
                  <a:pt x="4303059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38"/>
          <p:cNvSpPr/>
          <p:nvPr/>
        </p:nvSpPr>
        <p:spPr>
          <a:xfrm>
            <a:off x="7473313" y="3366290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39"/>
          <p:cNvSpPr/>
          <p:nvPr/>
        </p:nvSpPr>
        <p:spPr>
          <a:xfrm>
            <a:off x="7645101" y="2618834"/>
            <a:ext cx="4303059" cy="0"/>
          </a:xfrm>
          <a:custGeom>
            <a:avLst/>
            <a:gdLst/>
            <a:ahLst/>
            <a:cxnLst/>
            <a:rect l="l" t="t" r="r" b="b"/>
            <a:pathLst>
              <a:path w="4303059" h="0">
                <a:moveTo>
                  <a:pt x="0" y="0"/>
                </a:moveTo>
                <a:lnTo>
                  <a:pt x="4303059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40"/>
          <p:cNvSpPr/>
          <p:nvPr/>
        </p:nvSpPr>
        <p:spPr>
          <a:xfrm>
            <a:off x="7473313" y="2618834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41"/>
          <p:cNvSpPr/>
          <p:nvPr/>
        </p:nvSpPr>
        <p:spPr>
          <a:xfrm>
            <a:off x="7645101" y="1871378"/>
            <a:ext cx="4303059" cy="0"/>
          </a:xfrm>
          <a:custGeom>
            <a:avLst/>
            <a:gdLst/>
            <a:ahLst/>
            <a:cxnLst/>
            <a:rect l="l" t="t" r="r" b="b"/>
            <a:pathLst>
              <a:path w="4303059" h="0">
                <a:moveTo>
                  <a:pt x="0" y="0"/>
                </a:moveTo>
                <a:lnTo>
                  <a:pt x="4303059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42"/>
          <p:cNvSpPr/>
          <p:nvPr/>
        </p:nvSpPr>
        <p:spPr>
          <a:xfrm>
            <a:off x="7473313" y="1871378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43"/>
          <p:cNvSpPr/>
          <p:nvPr/>
        </p:nvSpPr>
        <p:spPr>
          <a:xfrm>
            <a:off x="7645101" y="1123922"/>
            <a:ext cx="4303059" cy="0"/>
          </a:xfrm>
          <a:custGeom>
            <a:avLst/>
            <a:gdLst/>
            <a:ahLst/>
            <a:cxnLst/>
            <a:rect l="l" t="t" r="r" b="b"/>
            <a:pathLst>
              <a:path w="4303059" h="0">
                <a:moveTo>
                  <a:pt x="0" y="0"/>
                </a:moveTo>
                <a:lnTo>
                  <a:pt x="4303059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4"/>
          <p:cNvSpPr/>
          <p:nvPr/>
        </p:nvSpPr>
        <p:spPr>
          <a:xfrm>
            <a:off x="7473313" y="1123922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45"/>
          <p:cNvSpPr/>
          <p:nvPr/>
        </p:nvSpPr>
        <p:spPr>
          <a:xfrm>
            <a:off x="7840695" y="4300609"/>
            <a:ext cx="3911871" cy="560592"/>
          </a:xfrm>
          <a:custGeom>
            <a:avLst/>
            <a:gdLst/>
            <a:ahLst/>
            <a:cxnLst/>
            <a:rect l="l" t="t" r="r" b="b"/>
            <a:pathLst>
              <a:path w="3911871" h="560592">
                <a:moveTo>
                  <a:pt x="0" y="560592"/>
                </a:moveTo>
                <a:lnTo>
                  <a:pt x="1204370" y="555485"/>
                </a:lnTo>
                <a:lnTo>
                  <a:pt x="1372422" y="540839"/>
                </a:lnTo>
                <a:lnTo>
                  <a:pt x="1526470" y="516406"/>
                </a:lnTo>
                <a:lnTo>
                  <a:pt x="1680517" y="480979"/>
                </a:lnTo>
                <a:lnTo>
                  <a:pt x="1848569" y="430879"/>
                </a:lnTo>
                <a:lnTo>
                  <a:pt x="2051631" y="358067"/>
                </a:lnTo>
                <a:lnTo>
                  <a:pt x="2723838" y="106101"/>
                </a:lnTo>
                <a:lnTo>
                  <a:pt x="2891890" y="61094"/>
                </a:lnTo>
                <a:lnTo>
                  <a:pt x="3045937" y="30960"/>
                </a:lnTo>
                <a:lnTo>
                  <a:pt x="3199985" y="11799"/>
                </a:lnTo>
                <a:lnTo>
                  <a:pt x="3368036" y="2010"/>
                </a:lnTo>
                <a:lnTo>
                  <a:pt x="3620114" y="0"/>
                </a:lnTo>
                <a:lnTo>
                  <a:pt x="3911871" y="0"/>
                </a:lnTo>
              </a:path>
            </a:pathLst>
          </a:custGeom>
          <a:noFill/>
          <a:ln w="44173">
            <a:solidFill>
              <a:srgbClr val="FF9500">
                <a:alpha val="75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6"/>
          <p:cNvSpPr/>
          <p:nvPr/>
        </p:nvSpPr>
        <p:spPr>
          <a:xfrm>
            <a:off x="7840695" y="4357498"/>
            <a:ext cx="3911871" cy="498897"/>
          </a:xfrm>
          <a:custGeom>
            <a:avLst/>
            <a:gdLst/>
            <a:ahLst/>
            <a:cxnLst/>
            <a:rect l="l" t="t" r="r" b="b"/>
            <a:pathLst>
              <a:path w="3911871" h="498897">
                <a:moveTo>
                  <a:pt x="0" y="498895"/>
                </a:moveTo>
                <a:lnTo>
                  <a:pt x="70021" y="498267"/>
                </a:lnTo>
                <a:lnTo>
                  <a:pt x="182056" y="497692"/>
                </a:lnTo>
                <a:lnTo>
                  <a:pt x="238073" y="493898"/>
                </a:lnTo>
                <a:lnTo>
                  <a:pt x="329101" y="492979"/>
                </a:lnTo>
                <a:lnTo>
                  <a:pt x="357109" y="492733"/>
                </a:lnTo>
                <a:lnTo>
                  <a:pt x="434133" y="490093"/>
                </a:lnTo>
                <a:lnTo>
                  <a:pt x="462142" y="489437"/>
                </a:lnTo>
                <a:lnTo>
                  <a:pt x="798245" y="498897"/>
                </a:lnTo>
                <a:lnTo>
                  <a:pt x="1036319" y="492051"/>
                </a:lnTo>
                <a:lnTo>
                  <a:pt x="1092336" y="494720"/>
                </a:lnTo>
                <a:lnTo>
                  <a:pt x="1260388" y="484325"/>
                </a:lnTo>
                <a:lnTo>
                  <a:pt x="1288396" y="486226"/>
                </a:lnTo>
                <a:lnTo>
                  <a:pt x="1379424" y="481438"/>
                </a:lnTo>
                <a:lnTo>
                  <a:pt x="1652508" y="450847"/>
                </a:lnTo>
                <a:lnTo>
                  <a:pt x="1925592" y="375447"/>
                </a:lnTo>
                <a:lnTo>
                  <a:pt x="2016621" y="332497"/>
                </a:lnTo>
                <a:lnTo>
                  <a:pt x="2058634" y="315106"/>
                </a:lnTo>
                <a:lnTo>
                  <a:pt x="2086642" y="298728"/>
                </a:lnTo>
                <a:lnTo>
                  <a:pt x="2212681" y="259221"/>
                </a:lnTo>
                <a:lnTo>
                  <a:pt x="2233687" y="251760"/>
                </a:lnTo>
                <a:lnTo>
                  <a:pt x="2303709" y="228041"/>
                </a:lnTo>
                <a:lnTo>
                  <a:pt x="2569791" y="139069"/>
                </a:lnTo>
                <a:lnTo>
                  <a:pt x="2737842" y="81792"/>
                </a:lnTo>
                <a:lnTo>
                  <a:pt x="2954910" y="25243"/>
                </a:lnTo>
                <a:lnTo>
                  <a:pt x="3094953" y="6892"/>
                </a:lnTo>
                <a:lnTo>
                  <a:pt x="3234996" y="0"/>
                </a:lnTo>
                <a:lnTo>
                  <a:pt x="3347030" y="4177"/>
                </a:lnTo>
                <a:lnTo>
                  <a:pt x="3466067" y="11594"/>
                </a:lnTo>
                <a:lnTo>
                  <a:pt x="3557095" y="15210"/>
                </a:lnTo>
                <a:lnTo>
                  <a:pt x="3599108" y="15029"/>
                </a:lnTo>
                <a:lnTo>
                  <a:pt x="3732148" y="16619"/>
                </a:lnTo>
                <a:lnTo>
                  <a:pt x="3837181" y="23862"/>
                </a:lnTo>
                <a:lnTo>
                  <a:pt x="3886196" y="26771"/>
                </a:lnTo>
                <a:lnTo>
                  <a:pt x="3911871" y="24366"/>
                </a:lnTo>
              </a:path>
            </a:pathLst>
          </a:custGeom>
          <a:noFill/>
          <a:ln w="638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7"/>
          <p:cNvSpPr/>
          <p:nvPr/>
        </p:nvSpPr>
        <p:spPr>
          <a:xfrm>
            <a:off x="11654402" y="4283700"/>
            <a:ext cx="196328" cy="196329"/>
          </a:xfrm>
          <a:custGeom>
            <a:avLst/>
            <a:gdLst/>
            <a:ahLst/>
            <a:cxnLst/>
            <a:rect l="l" t="t" r="r" b="b"/>
            <a:pathLst>
              <a:path w="196328" h="196329">
                <a:moveTo>
                  <a:pt x="98164" y="196329"/>
                </a:moveTo>
                <a:lnTo>
                  <a:pt x="104647" y="196114"/>
                </a:lnTo>
                <a:lnTo>
                  <a:pt x="111067" y="195477"/>
                </a:lnTo>
                <a:lnTo>
                  <a:pt x="117404" y="194425"/>
                </a:lnTo>
                <a:lnTo>
                  <a:pt x="123639" y="192965"/>
                </a:lnTo>
                <a:lnTo>
                  <a:pt x="129754" y="191106"/>
                </a:lnTo>
                <a:lnTo>
                  <a:pt x="135730" y="188856"/>
                </a:lnTo>
                <a:lnTo>
                  <a:pt x="141546" y="186222"/>
                </a:lnTo>
                <a:lnTo>
                  <a:pt x="147184" y="183213"/>
                </a:lnTo>
                <a:lnTo>
                  <a:pt x="152626" y="179836"/>
                </a:lnTo>
                <a:lnTo>
                  <a:pt x="157851" y="176099"/>
                </a:lnTo>
                <a:lnTo>
                  <a:pt x="162841" y="172010"/>
                </a:lnTo>
                <a:lnTo>
                  <a:pt x="167577" y="167577"/>
                </a:lnTo>
                <a:lnTo>
                  <a:pt x="172009" y="162841"/>
                </a:lnTo>
                <a:lnTo>
                  <a:pt x="176098" y="157852"/>
                </a:lnTo>
                <a:lnTo>
                  <a:pt x="179835" y="152626"/>
                </a:lnTo>
                <a:lnTo>
                  <a:pt x="183212" y="147185"/>
                </a:lnTo>
                <a:lnTo>
                  <a:pt x="186221" y="141547"/>
                </a:lnTo>
                <a:lnTo>
                  <a:pt x="188855" y="135730"/>
                </a:lnTo>
                <a:lnTo>
                  <a:pt x="191106" y="129755"/>
                </a:lnTo>
                <a:lnTo>
                  <a:pt x="192965" y="123640"/>
                </a:lnTo>
                <a:lnTo>
                  <a:pt x="194424" y="117404"/>
                </a:lnTo>
                <a:lnTo>
                  <a:pt x="195477" y="111067"/>
                </a:lnTo>
                <a:lnTo>
                  <a:pt x="196114" y="104647"/>
                </a:lnTo>
                <a:lnTo>
                  <a:pt x="196328" y="98164"/>
                </a:lnTo>
                <a:lnTo>
                  <a:pt x="196114" y="91681"/>
                </a:lnTo>
                <a:lnTo>
                  <a:pt x="195477" y="85262"/>
                </a:lnTo>
                <a:lnTo>
                  <a:pt x="194424" y="78925"/>
                </a:lnTo>
                <a:lnTo>
                  <a:pt x="192965" y="72689"/>
                </a:lnTo>
                <a:lnTo>
                  <a:pt x="191106" y="66574"/>
                </a:lnTo>
                <a:lnTo>
                  <a:pt x="188855" y="60599"/>
                </a:lnTo>
                <a:lnTo>
                  <a:pt x="186221" y="54783"/>
                </a:lnTo>
                <a:lnTo>
                  <a:pt x="183212" y="49144"/>
                </a:lnTo>
                <a:lnTo>
                  <a:pt x="179835" y="43703"/>
                </a:lnTo>
                <a:lnTo>
                  <a:pt x="176098" y="38478"/>
                </a:lnTo>
                <a:lnTo>
                  <a:pt x="172009" y="33488"/>
                </a:lnTo>
                <a:lnTo>
                  <a:pt x="167577" y="28752"/>
                </a:lnTo>
                <a:lnTo>
                  <a:pt x="162841" y="24319"/>
                </a:lnTo>
                <a:lnTo>
                  <a:pt x="157851" y="20230"/>
                </a:lnTo>
                <a:lnTo>
                  <a:pt x="152626" y="16493"/>
                </a:lnTo>
                <a:lnTo>
                  <a:pt x="147184" y="13116"/>
                </a:lnTo>
                <a:lnTo>
                  <a:pt x="141546" y="10107"/>
                </a:lnTo>
                <a:lnTo>
                  <a:pt x="135730" y="7473"/>
                </a:lnTo>
                <a:lnTo>
                  <a:pt x="129754" y="5222"/>
                </a:lnTo>
                <a:lnTo>
                  <a:pt x="123639" y="3364"/>
                </a:lnTo>
                <a:lnTo>
                  <a:pt x="117404" y="1904"/>
                </a:lnTo>
                <a:lnTo>
                  <a:pt x="111067" y="851"/>
                </a:lnTo>
                <a:lnTo>
                  <a:pt x="104647" y="214"/>
                </a:lnTo>
                <a:lnTo>
                  <a:pt x="98164" y="0"/>
                </a:lnTo>
                <a:lnTo>
                  <a:pt x="91681" y="214"/>
                </a:lnTo>
                <a:lnTo>
                  <a:pt x="85261" y="851"/>
                </a:lnTo>
                <a:lnTo>
                  <a:pt x="78924" y="1904"/>
                </a:lnTo>
                <a:lnTo>
                  <a:pt x="72688" y="3364"/>
                </a:lnTo>
                <a:lnTo>
                  <a:pt x="66573" y="5222"/>
                </a:lnTo>
                <a:lnTo>
                  <a:pt x="60598" y="7473"/>
                </a:lnTo>
                <a:lnTo>
                  <a:pt x="54782" y="10107"/>
                </a:lnTo>
                <a:lnTo>
                  <a:pt x="49143" y="13116"/>
                </a:lnTo>
                <a:lnTo>
                  <a:pt x="43702" y="16493"/>
                </a:lnTo>
                <a:lnTo>
                  <a:pt x="38477" y="20230"/>
                </a:lnTo>
                <a:lnTo>
                  <a:pt x="33487" y="24319"/>
                </a:lnTo>
                <a:lnTo>
                  <a:pt x="28751" y="28752"/>
                </a:lnTo>
                <a:lnTo>
                  <a:pt x="24318" y="33488"/>
                </a:lnTo>
                <a:lnTo>
                  <a:pt x="20229" y="38478"/>
                </a:lnTo>
                <a:lnTo>
                  <a:pt x="16493" y="43703"/>
                </a:lnTo>
                <a:lnTo>
                  <a:pt x="13115" y="49144"/>
                </a:lnTo>
                <a:lnTo>
                  <a:pt x="10106" y="54783"/>
                </a:lnTo>
                <a:lnTo>
                  <a:pt x="7472" y="60599"/>
                </a:lnTo>
                <a:lnTo>
                  <a:pt x="5222" y="66574"/>
                </a:lnTo>
                <a:lnTo>
                  <a:pt x="3363" y="72689"/>
                </a:lnTo>
                <a:lnTo>
                  <a:pt x="1903" y="78925"/>
                </a:lnTo>
                <a:lnTo>
                  <a:pt x="851" y="85262"/>
                </a:lnTo>
                <a:lnTo>
                  <a:pt x="214" y="91681"/>
                </a:lnTo>
                <a:lnTo>
                  <a:pt x="0" y="98164"/>
                </a:lnTo>
                <a:lnTo>
                  <a:pt x="214" y="104647"/>
                </a:lnTo>
                <a:lnTo>
                  <a:pt x="851" y="111067"/>
                </a:lnTo>
                <a:lnTo>
                  <a:pt x="1903" y="117404"/>
                </a:lnTo>
                <a:lnTo>
                  <a:pt x="3363" y="123640"/>
                </a:lnTo>
                <a:lnTo>
                  <a:pt x="5222" y="129755"/>
                </a:lnTo>
                <a:lnTo>
                  <a:pt x="7472" y="135730"/>
                </a:lnTo>
                <a:lnTo>
                  <a:pt x="10106" y="141547"/>
                </a:lnTo>
                <a:lnTo>
                  <a:pt x="13115" y="147185"/>
                </a:lnTo>
                <a:lnTo>
                  <a:pt x="16493" y="152626"/>
                </a:lnTo>
                <a:lnTo>
                  <a:pt x="20229" y="157852"/>
                </a:lnTo>
                <a:lnTo>
                  <a:pt x="24318" y="162841"/>
                </a:lnTo>
                <a:lnTo>
                  <a:pt x="28751" y="167577"/>
                </a:lnTo>
                <a:lnTo>
                  <a:pt x="33487" y="172010"/>
                </a:lnTo>
                <a:lnTo>
                  <a:pt x="38477" y="176099"/>
                </a:lnTo>
                <a:lnTo>
                  <a:pt x="43702" y="179836"/>
                </a:lnTo>
                <a:lnTo>
                  <a:pt x="49143" y="183213"/>
                </a:lnTo>
                <a:lnTo>
                  <a:pt x="54782" y="186222"/>
                </a:lnTo>
                <a:lnTo>
                  <a:pt x="60598" y="188856"/>
                </a:lnTo>
                <a:lnTo>
                  <a:pt x="66573" y="191106"/>
                </a:lnTo>
                <a:lnTo>
                  <a:pt x="72688" y="192965"/>
                </a:lnTo>
                <a:lnTo>
                  <a:pt x="78924" y="194425"/>
                </a:lnTo>
                <a:lnTo>
                  <a:pt x="85261" y="195477"/>
                </a:lnTo>
                <a:lnTo>
                  <a:pt x="91681" y="196114"/>
                </a:lnTo>
                <a:lnTo>
                  <a:pt x="98164" y="196329"/>
                </a:lnTo>
                <a:close/>
              </a:path>
            </a:pathLst>
          </a:custGeom>
          <a:solidFill>
            <a:srgbClr val="FF9500"/>
          </a:solidFill>
          <a:ln w="490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48"/>
          <p:cNvSpPr/>
          <p:nvPr/>
        </p:nvSpPr>
        <p:spPr>
          <a:xfrm>
            <a:off x="7843028" y="4130667"/>
            <a:ext cx="2154331" cy="730534"/>
          </a:xfrm>
          <a:custGeom>
            <a:avLst/>
            <a:gdLst/>
            <a:ahLst/>
            <a:cxnLst/>
            <a:rect l="l" t="t" r="r" b="b"/>
            <a:pathLst>
              <a:path w="2154331" h="730534">
                <a:moveTo>
                  <a:pt x="0" y="730534"/>
                </a:moveTo>
                <a:lnTo>
                  <a:pt x="1120345" y="725114"/>
                </a:lnTo>
                <a:lnTo>
                  <a:pt x="1227712" y="710698"/>
                </a:lnTo>
                <a:lnTo>
                  <a:pt x="1325742" y="686324"/>
                </a:lnTo>
                <a:lnTo>
                  <a:pt x="1419104" y="651541"/>
                </a:lnTo>
                <a:lnTo>
                  <a:pt x="1512466" y="604693"/>
                </a:lnTo>
                <a:lnTo>
                  <a:pt x="1605828" y="545632"/>
                </a:lnTo>
                <a:lnTo>
                  <a:pt x="1703858" y="470914"/>
                </a:lnTo>
                <a:lnTo>
                  <a:pt x="1811225" y="375352"/>
                </a:lnTo>
                <a:lnTo>
                  <a:pt x="1932595" y="252521"/>
                </a:lnTo>
                <a:lnTo>
                  <a:pt x="2081975" y="85196"/>
                </a:lnTo>
                <a:lnTo>
                  <a:pt x="2154331" y="0"/>
                </a:lnTo>
              </a:path>
            </a:pathLst>
          </a:custGeom>
          <a:noFill/>
          <a:ln w="44173">
            <a:solidFill>
              <a:srgbClr val="7C5AA6">
                <a:alpha val="75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49"/>
          <p:cNvSpPr/>
          <p:nvPr/>
        </p:nvSpPr>
        <p:spPr>
          <a:xfrm>
            <a:off x="7843028" y="4216173"/>
            <a:ext cx="2154331" cy="645332"/>
          </a:xfrm>
          <a:custGeom>
            <a:avLst/>
            <a:gdLst/>
            <a:ahLst/>
            <a:cxnLst/>
            <a:rect l="l" t="t" r="r" b="b"/>
            <a:pathLst>
              <a:path w="2154331" h="645332">
                <a:moveTo>
                  <a:pt x="0" y="640141"/>
                </a:moveTo>
                <a:lnTo>
                  <a:pt x="65354" y="639289"/>
                </a:lnTo>
                <a:lnTo>
                  <a:pt x="93362" y="638450"/>
                </a:lnTo>
                <a:lnTo>
                  <a:pt x="121371" y="638605"/>
                </a:lnTo>
                <a:lnTo>
                  <a:pt x="135375" y="645332"/>
                </a:lnTo>
                <a:lnTo>
                  <a:pt x="368781" y="635278"/>
                </a:lnTo>
                <a:lnTo>
                  <a:pt x="401457" y="634376"/>
                </a:lnTo>
                <a:lnTo>
                  <a:pt x="476147" y="630262"/>
                </a:lnTo>
                <a:lnTo>
                  <a:pt x="513492" y="630460"/>
                </a:lnTo>
                <a:lnTo>
                  <a:pt x="578845" y="634042"/>
                </a:lnTo>
                <a:lnTo>
                  <a:pt x="662871" y="638827"/>
                </a:lnTo>
                <a:lnTo>
                  <a:pt x="686212" y="638599"/>
                </a:lnTo>
                <a:lnTo>
                  <a:pt x="746897" y="641979"/>
                </a:lnTo>
                <a:lnTo>
                  <a:pt x="1003643" y="633660"/>
                </a:lnTo>
                <a:lnTo>
                  <a:pt x="1054992" y="633190"/>
                </a:lnTo>
                <a:lnTo>
                  <a:pt x="1251052" y="622425"/>
                </a:lnTo>
                <a:lnTo>
                  <a:pt x="1311738" y="612198"/>
                </a:lnTo>
                <a:lnTo>
                  <a:pt x="1428440" y="588286"/>
                </a:lnTo>
                <a:lnTo>
                  <a:pt x="1521802" y="549035"/>
                </a:lnTo>
                <a:lnTo>
                  <a:pt x="1643173" y="480229"/>
                </a:lnTo>
                <a:lnTo>
                  <a:pt x="1689854" y="447093"/>
                </a:lnTo>
                <a:lnTo>
                  <a:pt x="1717863" y="416983"/>
                </a:lnTo>
                <a:lnTo>
                  <a:pt x="1769212" y="356006"/>
                </a:lnTo>
                <a:lnTo>
                  <a:pt x="1839233" y="303690"/>
                </a:lnTo>
                <a:lnTo>
                  <a:pt x="1895251" y="252531"/>
                </a:lnTo>
                <a:lnTo>
                  <a:pt x="2133324" y="10562"/>
                </a:lnTo>
                <a:lnTo>
                  <a:pt x="2154331" y="0"/>
                </a:lnTo>
              </a:path>
            </a:pathLst>
          </a:custGeom>
          <a:noFill/>
          <a:ln w="6380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50"/>
          <p:cNvSpPr/>
          <p:nvPr/>
        </p:nvSpPr>
        <p:spPr>
          <a:xfrm>
            <a:off x="9899194" y="4118009"/>
            <a:ext cx="196329" cy="196328"/>
          </a:xfrm>
          <a:custGeom>
            <a:avLst/>
            <a:gdLst/>
            <a:ahLst/>
            <a:cxnLst/>
            <a:rect l="l" t="t" r="r" b="b"/>
            <a:pathLst>
              <a:path w="196329" h="196328">
                <a:moveTo>
                  <a:pt x="0" y="196328"/>
                </a:moveTo>
                <a:lnTo>
                  <a:pt x="196329" y="0"/>
                </a:lnTo>
                <a:close/>
                <a:moveTo>
                  <a:pt x="0" y="0"/>
                </a:moveTo>
                <a:lnTo>
                  <a:pt x="196329" y="196328"/>
                </a:lnTo>
                <a:close/>
              </a:path>
            </a:pathLst>
          </a:custGeom>
          <a:solidFill>
            <a:srgbClr val="7C5AA6"/>
          </a:solidFill>
          <a:ln w="4908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51"/>
          <p:cNvSpPr/>
          <p:nvPr/>
        </p:nvSpPr>
        <p:spPr>
          <a:xfrm>
            <a:off x="7645101" y="1011804"/>
            <a:ext cx="0" cy="3961516"/>
          </a:xfrm>
          <a:custGeom>
            <a:avLst/>
            <a:gdLst/>
            <a:ahLst/>
            <a:cxnLst/>
            <a:rect l="l" t="t" r="r" b="b"/>
            <a:pathLst>
              <a:path w="0" h="3961516">
                <a:moveTo>
                  <a:pt x="0" y="3961516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52"/>
          <p:cNvSpPr/>
          <p:nvPr/>
        </p:nvSpPr>
        <p:spPr>
          <a:xfrm>
            <a:off x="11948160" y="1011804"/>
            <a:ext cx="0" cy="3961516"/>
          </a:xfrm>
          <a:custGeom>
            <a:avLst/>
            <a:gdLst/>
            <a:ahLst/>
            <a:cxnLst/>
            <a:rect l="l" t="t" r="r" b="b"/>
            <a:pathLst>
              <a:path w="0" h="3961516">
                <a:moveTo>
                  <a:pt x="0" y="3961516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53"/>
          <p:cNvSpPr/>
          <p:nvPr/>
        </p:nvSpPr>
        <p:spPr>
          <a:xfrm>
            <a:off x="7645101" y="4973320"/>
            <a:ext cx="4303059" cy="0"/>
          </a:xfrm>
          <a:custGeom>
            <a:avLst/>
            <a:gdLst/>
            <a:ahLst/>
            <a:cxnLst/>
            <a:rect l="l" t="t" r="r" b="b"/>
            <a:pathLst>
              <a:path w="4303059" h="0">
                <a:moveTo>
                  <a:pt x="0" y="0"/>
                </a:moveTo>
                <a:lnTo>
                  <a:pt x="4303059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54"/>
          <p:cNvSpPr/>
          <p:nvPr/>
        </p:nvSpPr>
        <p:spPr>
          <a:xfrm>
            <a:off x="7645101" y="1011804"/>
            <a:ext cx="4303059" cy="0"/>
          </a:xfrm>
          <a:custGeom>
            <a:avLst/>
            <a:gdLst/>
            <a:ahLst/>
            <a:cxnLst/>
            <a:rect l="l" t="t" r="r" b="b"/>
            <a:pathLst>
              <a:path w="4303059" h="0">
                <a:moveTo>
                  <a:pt x="0" y="0"/>
                </a:moveTo>
                <a:lnTo>
                  <a:pt x="4303059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58978" y="3875268"/>
            <a:ext cx="526406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FF9500"/>
                </a:solidFill>
                <a:latin typeface="Times New Roman"/>
              </a:rPr>
              <a:t>15°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03771" y="3709577"/>
            <a:ext cx="526406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7C5AA6"/>
                </a:solidFill>
                <a:latin typeface="Times New Roman"/>
              </a:rPr>
              <a:t>45°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60757" y="427998"/>
            <a:ext cx="2541236" cy="424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82" b="0" i="0">
                <a:solidFill>
                  <a:srgbClr val="2B2B2B"/>
                </a:solidFill>
                <a:latin typeface="Times New Roman"/>
              </a:rPr>
              <a:t>(b) Learned actor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317056"/>
            <a:ext cx="12191999" cy="6223888"/>
          </a:xfrm>
          <a:custGeom>
            <a:avLst/>
            <a:gdLst/>
            <a:ahLst/>
            <a:cxnLst/>
            <a:rect l="l" t="t" r="r" b="b"/>
            <a:pathLst>
              <a:path w="12191999" h="6223888">
                <a:moveTo>
                  <a:pt x="0" y="0"/>
                </a:moveTo>
                <a:lnTo>
                  <a:pt x="12191999" y="0"/>
                </a:lnTo>
                <a:lnTo>
                  <a:pt x="12191999" y="6223888"/>
                </a:lnTo>
                <a:lnTo>
                  <a:pt x="0" y="62238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853440" y="1126161"/>
            <a:ext cx="5217979" cy="1116258"/>
          </a:xfrm>
          <a:custGeom>
            <a:avLst/>
            <a:gdLst/>
            <a:ahLst/>
            <a:cxnLst/>
            <a:rect l="l" t="t" r="r" b="b"/>
            <a:pathLst>
              <a:path w="5217979" h="1116258">
                <a:moveTo>
                  <a:pt x="0" y="0"/>
                </a:moveTo>
                <a:lnTo>
                  <a:pt x="5217979" y="0"/>
                </a:lnTo>
                <a:lnTo>
                  <a:pt x="5217979" y="1116258"/>
                </a:lnTo>
                <a:lnTo>
                  <a:pt x="0" y="11162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090621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1090621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2135" y="2395407"/>
            <a:ext cx="11545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7" name="Editable path 5"/>
          <p:cNvSpPr/>
          <p:nvPr/>
        </p:nvSpPr>
        <p:spPr>
          <a:xfrm>
            <a:off x="1937393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6"/>
          <p:cNvSpPr/>
          <p:nvPr/>
        </p:nvSpPr>
        <p:spPr>
          <a:xfrm>
            <a:off x="1937393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0423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10" name="Editable path 7"/>
          <p:cNvSpPr/>
          <p:nvPr/>
        </p:nvSpPr>
        <p:spPr>
          <a:xfrm>
            <a:off x="2784165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8"/>
          <p:cNvSpPr/>
          <p:nvPr/>
        </p:nvSpPr>
        <p:spPr>
          <a:xfrm>
            <a:off x="2784165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7195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3" name="Editable path 9"/>
          <p:cNvSpPr/>
          <p:nvPr/>
        </p:nvSpPr>
        <p:spPr>
          <a:xfrm>
            <a:off x="3630937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10"/>
          <p:cNvSpPr/>
          <p:nvPr/>
        </p:nvSpPr>
        <p:spPr>
          <a:xfrm>
            <a:off x="3630937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967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16" name="Editable path 11"/>
          <p:cNvSpPr/>
          <p:nvPr/>
        </p:nvSpPr>
        <p:spPr>
          <a:xfrm>
            <a:off x="4477709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2"/>
          <p:cNvSpPr/>
          <p:nvPr/>
        </p:nvSpPr>
        <p:spPr>
          <a:xfrm>
            <a:off x="4477709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0739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9" name="Editable path 13"/>
          <p:cNvSpPr/>
          <p:nvPr/>
        </p:nvSpPr>
        <p:spPr>
          <a:xfrm>
            <a:off x="5324481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4"/>
          <p:cNvSpPr/>
          <p:nvPr/>
        </p:nvSpPr>
        <p:spPr>
          <a:xfrm>
            <a:off x="5324481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7511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2" name="Editable path 15"/>
          <p:cNvSpPr/>
          <p:nvPr/>
        </p:nvSpPr>
        <p:spPr>
          <a:xfrm>
            <a:off x="853440" y="2188506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6"/>
          <p:cNvSpPr/>
          <p:nvPr/>
        </p:nvSpPr>
        <p:spPr>
          <a:xfrm>
            <a:off x="770549" y="2188506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689" y="2119096"/>
            <a:ext cx="11545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5" name="Editable path 17"/>
          <p:cNvSpPr/>
          <p:nvPr/>
        </p:nvSpPr>
        <p:spPr>
          <a:xfrm>
            <a:off x="853440" y="1626503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8"/>
          <p:cNvSpPr/>
          <p:nvPr/>
        </p:nvSpPr>
        <p:spPr>
          <a:xfrm>
            <a:off x="770549" y="1626503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719" y="1557093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72380" y="1567013"/>
            <a:ext cx="623146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2B2B2B"/>
                </a:solidFill>
                <a:latin typeface="Times New Roman"/>
              </a:rPr>
              <a:t>Roll (°)</a:t>
            </a:r>
          </a:p>
        </p:txBody>
      </p:sp>
      <p:sp>
        <p:nvSpPr>
          <p:cNvPr id="29" name="Editable path 19"/>
          <p:cNvSpPr/>
          <p:nvPr/>
        </p:nvSpPr>
        <p:spPr>
          <a:xfrm>
            <a:off x="1090621" y="1176900"/>
            <a:ext cx="4743617" cy="1011606"/>
          </a:xfrm>
          <a:custGeom>
            <a:avLst/>
            <a:gdLst/>
            <a:ahLst/>
            <a:cxnLst/>
            <a:rect l="l" t="t" r="r" b="b"/>
            <a:pathLst>
              <a:path w="4743617" h="1011606">
                <a:moveTo>
                  <a:pt x="0" y="1011606"/>
                </a:moveTo>
                <a:lnTo>
                  <a:pt x="929756" y="1009003"/>
                </a:lnTo>
                <a:lnTo>
                  <a:pt x="1073707" y="1002045"/>
                </a:lnTo>
                <a:lnTo>
                  <a:pt x="1200723" y="990694"/>
                </a:lnTo>
                <a:lnTo>
                  <a:pt x="1320964" y="974650"/>
                </a:lnTo>
                <a:lnTo>
                  <a:pt x="1437819" y="953702"/>
                </a:lnTo>
                <a:lnTo>
                  <a:pt x="1552980" y="927714"/>
                </a:lnTo>
                <a:lnTo>
                  <a:pt x="1669834" y="895936"/>
                </a:lnTo>
                <a:lnTo>
                  <a:pt x="1790076" y="857751"/>
                </a:lnTo>
                <a:lnTo>
                  <a:pt x="1917092" y="811787"/>
                </a:lnTo>
                <a:lnTo>
                  <a:pt x="2052575" y="757080"/>
                </a:lnTo>
                <a:lnTo>
                  <a:pt x="2204994" y="689704"/>
                </a:lnTo>
                <a:lnTo>
                  <a:pt x="2389591" y="602075"/>
                </a:lnTo>
                <a:lnTo>
                  <a:pt x="3048379" y="283792"/>
                </a:lnTo>
                <a:lnTo>
                  <a:pt x="3197411" y="221046"/>
                </a:lnTo>
                <a:lnTo>
                  <a:pt x="3331201" y="170367"/>
                </a:lnTo>
                <a:lnTo>
                  <a:pt x="3456524" y="128496"/>
                </a:lnTo>
                <a:lnTo>
                  <a:pt x="3576765" y="93886"/>
                </a:lnTo>
                <a:lnTo>
                  <a:pt x="3693620" y="65729"/>
                </a:lnTo>
                <a:lnTo>
                  <a:pt x="3808781" y="43338"/>
                </a:lnTo>
                <a:lnTo>
                  <a:pt x="3925635" y="25945"/>
                </a:lnTo>
                <a:lnTo>
                  <a:pt x="4047570" y="13171"/>
                </a:lnTo>
                <a:lnTo>
                  <a:pt x="4177973" y="4876"/>
                </a:lnTo>
                <a:lnTo>
                  <a:pt x="4330392" y="692"/>
                </a:lnTo>
                <a:lnTo>
                  <a:pt x="4592892" y="0"/>
                </a:lnTo>
                <a:lnTo>
                  <a:pt x="4743617" y="0"/>
                </a:lnTo>
              </a:path>
            </a:pathLst>
          </a:custGeom>
          <a:noFill/>
          <a:ln w="28419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0"/>
          <p:cNvSpPr/>
          <p:nvPr/>
        </p:nvSpPr>
        <p:spPr>
          <a:xfrm>
            <a:off x="1090621" y="1194784"/>
            <a:ext cx="4743617" cy="996396"/>
          </a:xfrm>
          <a:custGeom>
            <a:avLst/>
            <a:gdLst/>
            <a:ahLst/>
            <a:cxnLst/>
            <a:rect l="l" t="t" r="r" b="b"/>
            <a:pathLst>
              <a:path w="4743617" h="996396">
                <a:moveTo>
                  <a:pt x="0" y="994784"/>
                </a:moveTo>
                <a:lnTo>
                  <a:pt x="45726" y="993320"/>
                </a:lnTo>
                <a:lnTo>
                  <a:pt x="66048" y="992903"/>
                </a:lnTo>
                <a:lnTo>
                  <a:pt x="121935" y="992437"/>
                </a:lnTo>
                <a:lnTo>
                  <a:pt x="159193" y="993040"/>
                </a:lnTo>
                <a:lnTo>
                  <a:pt x="218467" y="995230"/>
                </a:lnTo>
                <a:lnTo>
                  <a:pt x="228628" y="996396"/>
                </a:lnTo>
                <a:lnTo>
                  <a:pt x="401370" y="995902"/>
                </a:lnTo>
                <a:lnTo>
                  <a:pt x="428467" y="996116"/>
                </a:lnTo>
                <a:lnTo>
                  <a:pt x="460644" y="996237"/>
                </a:lnTo>
                <a:lnTo>
                  <a:pt x="558869" y="992185"/>
                </a:lnTo>
                <a:lnTo>
                  <a:pt x="569031" y="990991"/>
                </a:lnTo>
                <a:lnTo>
                  <a:pt x="738385" y="993732"/>
                </a:lnTo>
                <a:lnTo>
                  <a:pt x="762095" y="993893"/>
                </a:lnTo>
                <a:lnTo>
                  <a:pt x="773949" y="993065"/>
                </a:lnTo>
                <a:lnTo>
                  <a:pt x="817982" y="993118"/>
                </a:lnTo>
                <a:lnTo>
                  <a:pt x="868788" y="993356"/>
                </a:lnTo>
                <a:lnTo>
                  <a:pt x="909433" y="991385"/>
                </a:lnTo>
                <a:lnTo>
                  <a:pt x="950078" y="990393"/>
                </a:lnTo>
                <a:lnTo>
                  <a:pt x="1126207" y="984491"/>
                </a:lnTo>
                <a:lnTo>
                  <a:pt x="1219352" y="977129"/>
                </a:lnTo>
                <a:lnTo>
                  <a:pt x="1251529" y="974865"/>
                </a:lnTo>
                <a:lnTo>
                  <a:pt x="1307416" y="967761"/>
                </a:lnTo>
                <a:lnTo>
                  <a:pt x="1453061" y="946788"/>
                </a:lnTo>
                <a:lnTo>
                  <a:pt x="1475077" y="942754"/>
                </a:lnTo>
                <a:lnTo>
                  <a:pt x="1583464" y="928584"/>
                </a:lnTo>
                <a:lnTo>
                  <a:pt x="1620722" y="919055"/>
                </a:lnTo>
                <a:lnTo>
                  <a:pt x="1641044" y="907796"/>
                </a:lnTo>
                <a:lnTo>
                  <a:pt x="1685076" y="880182"/>
                </a:lnTo>
                <a:lnTo>
                  <a:pt x="1874753" y="812940"/>
                </a:lnTo>
                <a:lnTo>
                  <a:pt x="1954350" y="794099"/>
                </a:lnTo>
                <a:lnTo>
                  <a:pt x="2145720" y="729242"/>
                </a:lnTo>
                <a:lnTo>
                  <a:pt x="2176204" y="716561"/>
                </a:lnTo>
                <a:lnTo>
                  <a:pt x="2215156" y="707572"/>
                </a:lnTo>
                <a:lnTo>
                  <a:pt x="2242252" y="702190"/>
                </a:lnTo>
                <a:lnTo>
                  <a:pt x="2257494" y="700675"/>
                </a:lnTo>
                <a:lnTo>
                  <a:pt x="2291365" y="695795"/>
                </a:lnTo>
                <a:lnTo>
                  <a:pt x="2306607" y="688086"/>
                </a:lnTo>
                <a:lnTo>
                  <a:pt x="2345558" y="664904"/>
                </a:lnTo>
                <a:lnTo>
                  <a:pt x="2426849" y="627894"/>
                </a:lnTo>
                <a:lnTo>
                  <a:pt x="2453946" y="609170"/>
                </a:lnTo>
                <a:lnTo>
                  <a:pt x="2491203" y="573238"/>
                </a:lnTo>
                <a:lnTo>
                  <a:pt x="2521687" y="542086"/>
                </a:lnTo>
                <a:lnTo>
                  <a:pt x="2567413" y="504550"/>
                </a:lnTo>
                <a:lnTo>
                  <a:pt x="2587735" y="493467"/>
                </a:lnTo>
                <a:lnTo>
                  <a:pt x="2611445" y="483340"/>
                </a:lnTo>
                <a:lnTo>
                  <a:pt x="2728300" y="429590"/>
                </a:lnTo>
                <a:lnTo>
                  <a:pt x="2755396" y="416564"/>
                </a:lnTo>
                <a:lnTo>
                  <a:pt x="2763864" y="412940"/>
                </a:lnTo>
                <a:lnTo>
                  <a:pt x="2794348" y="398539"/>
                </a:lnTo>
                <a:lnTo>
                  <a:pt x="2846848" y="376624"/>
                </a:lnTo>
                <a:lnTo>
                  <a:pt x="2853622" y="374401"/>
                </a:lnTo>
                <a:lnTo>
                  <a:pt x="2919670" y="344717"/>
                </a:lnTo>
                <a:lnTo>
                  <a:pt x="2972170" y="322207"/>
                </a:lnTo>
                <a:lnTo>
                  <a:pt x="3019589" y="301442"/>
                </a:lnTo>
                <a:lnTo>
                  <a:pt x="3033137" y="295548"/>
                </a:lnTo>
                <a:lnTo>
                  <a:pt x="3158460" y="241323"/>
                </a:lnTo>
                <a:lnTo>
                  <a:pt x="3182169" y="231052"/>
                </a:lnTo>
                <a:lnTo>
                  <a:pt x="3205879" y="221492"/>
                </a:lnTo>
                <a:lnTo>
                  <a:pt x="3224508" y="214305"/>
                </a:lnTo>
                <a:lnTo>
                  <a:pt x="3238056" y="210193"/>
                </a:lnTo>
                <a:lnTo>
                  <a:pt x="3256685" y="203783"/>
                </a:lnTo>
                <a:lnTo>
                  <a:pt x="3459911" y="134931"/>
                </a:lnTo>
                <a:lnTo>
                  <a:pt x="3495475" y="122611"/>
                </a:lnTo>
                <a:lnTo>
                  <a:pt x="3625878" y="73076"/>
                </a:lnTo>
                <a:lnTo>
                  <a:pt x="3641120" y="63376"/>
                </a:lnTo>
                <a:lnTo>
                  <a:pt x="3659749" y="56731"/>
                </a:lnTo>
                <a:lnTo>
                  <a:pt x="3695313" y="56251"/>
                </a:lnTo>
                <a:lnTo>
                  <a:pt x="3700394" y="57324"/>
                </a:lnTo>
                <a:lnTo>
                  <a:pt x="3710555" y="57300"/>
                </a:lnTo>
                <a:lnTo>
                  <a:pt x="3732571" y="57457"/>
                </a:lnTo>
                <a:lnTo>
                  <a:pt x="3766442" y="48992"/>
                </a:lnTo>
                <a:lnTo>
                  <a:pt x="3805394" y="34009"/>
                </a:lnTo>
                <a:lnTo>
                  <a:pt x="3859587" y="25340"/>
                </a:lnTo>
                <a:lnTo>
                  <a:pt x="3881603" y="24723"/>
                </a:lnTo>
                <a:lnTo>
                  <a:pt x="3900232" y="23034"/>
                </a:lnTo>
                <a:lnTo>
                  <a:pt x="3927329" y="21230"/>
                </a:lnTo>
                <a:lnTo>
                  <a:pt x="3939184" y="20167"/>
                </a:lnTo>
                <a:lnTo>
                  <a:pt x="4044184" y="9928"/>
                </a:lnTo>
                <a:lnTo>
                  <a:pt x="4081442" y="7678"/>
                </a:lnTo>
                <a:lnTo>
                  <a:pt x="4139022" y="3115"/>
                </a:lnTo>
                <a:lnTo>
                  <a:pt x="4154264" y="1565"/>
                </a:lnTo>
                <a:lnTo>
                  <a:pt x="4264344" y="0"/>
                </a:lnTo>
                <a:lnTo>
                  <a:pt x="4281280" y="2348"/>
                </a:lnTo>
                <a:lnTo>
                  <a:pt x="4355796" y="4777"/>
                </a:lnTo>
                <a:lnTo>
                  <a:pt x="4364263" y="5457"/>
                </a:lnTo>
                <a:lnTo>
                  <a:pt x="4482811" y="2153"/>
                </a:lnTo>
                <a:lnTo>
                  <a:pt x="4743617" y="1281"/>
                </a:lnTo>
              </a:path>
            </a:pathLst>
          </a:custGeom>
          <a:noFill/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1"/>
          <p:cNvSpPr/>
          <p:nvPr/>
        </p:nvSpPr>
        <p:spPr>
          <a:xfrm>
            <a:off x="853440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2"/>
          <p:cNvSpPr/>
          <p:nvPr/>
        </p:nvSpPr>
        <p:spPr>
          <a:xfrm>
            <a:off x="6071419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3"/>
          <p:cNvSpPr/>
          <p:nvPr/>
        </p:nvSpPr>
        <p:spPr>
          <a:xfrm>
            <a:off x="853440" y="2242419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4"/>
          <p:cNvSpPr/>
          <p:nvPr/>
        </p:nvSpPr>
        <p:spPr>
          <a:xfrm>
            <a:off x="853440" y="1126161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88718" y="828954"/>
            <a:ext cx="2996181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2B2B2B"/>
                </a:solidFill>
                <a:latin typeface="Times New Roman"/>
              </a:rPr>
              <a:t>(a) Planner command → object motion</a:t>
            </a:r>
          </a:p>
        </p:txBody>
      </p:sp>
      <p:sp>
        <p:nvSpPr>
          <p:cNvPr id="36" name="Editable path 25"/>
          <p:cNvSpPr/>
          <p:nvPr/>
        </p:nvSpPr>
        <p:spPr>
          <a:xfrm>
            <a:off x="991985" y="1324062"/>
            <a:ext cx="307879" cy="0"/>
          </a:xfrm>
          <a:custGeom>
            <a:avLst/>
            <a:gdLst/>
            <a:ahLst/>
            <a:cxnLst/>
            <a:rect l="l" t="t" r="r" b="b"/>
            <a:pathLst>
              <a:path w="307879" h="0">
                <a:moveTo>
                  <a:pt x="0" y="0"/>
                </a:moveTo>
                <a:lnTo>
                  <a:pt x="153940" y="0"/>
                </a:lnTo>
                <a:lnTo>
                  <a:pt x="307879" y="0"/>
                </a:lnTo>
              </a:path>
            </a:pathLst>
          </a:custGeom>
          <a:noFill/>
          <a:ln w="28419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23015" y="1251914"/>
            <a:ext cx="508923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Planner</a:t>
            </a:r>
          </a:p>
        </p:txBody>
      </p:sp>
      <p:sp>
        <p:nvSpPr>
          <p:cNvPr id="38" name="Editable path 26"/>
          <p:cNvSpPr/>
          <p:nvPr/>
        </p:nvSpPr>
        <p:spPr>
          <a:xfrm>
            <a:off x="2201964" y="1324062"/>
            <a:ext cx="307878" cy="0"/>
          </a:xfrm>
          <a:custGeom>
            <a:avLst/>
            <a:gdLst/>
            <a:ahLst/>
            <a:cxnLst/>
            <a:rect l="l" t="t" r="r" b="b"/>
            <a:pathLst>
              <a:path w="307878" h="0">
                <a:moveTo>
                  <a:pt x="0" y="0"/>
                </a:moveTo>
                <a:lnTo>
                  <a:pt x="153939" y="0"/>
                </a:lnTo>
                <a:lnTo>
                  <a:pt x="307878" y="0"/>
                </a:lnTo>
              </a:path>
            </a:pathLst>
          </a:custGeom>
          <a:noFill/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32994" y="1251914"/>
            <a:ext cx="448887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Object</a:t>
            </a:r>
          </a:p>
        </p:txBody>
      </p:sp>
      <p:sp>
        <p:nvSpPr>
          <p:cNvPr id="40" name="Editable path 27"/>
          <p:cNvSpPr/>
          <p:nvPr/>
        </p:nvSpPr>
        <p:spPr>
          <a:xfrm>
            <a:off x="6791140" y="1126161"/>
            <a:ext cx="5217979" cy="1116258"/>
          </a:xfrm>
          <a:custGeom>
            <a:avLst/>
            <a:gdLst/>
            <a:ahLst/>
            <a:cxnLst/>
            <a:rect l="l" t="t" r="r" b="b"/>
            <a:pathLst>
              <a:path w="5217979" h="1116258">
                <a:moveTo>
                  <a:pt x="0" y="0"/>
                </a:moveTo>
                <a:lnTo>
                  <a:pt x="5217979" y="0"/>
                </a:lnTo>
                <a:lnTo>
                  <a:pt x="5217979" y="1116258"/>
                </a:lnTo>
                <a:lnTo>
                  <a:pt x="0" y="11162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path 28"/>
          <p:cNvSpPr/>
          <p:nvPr/>
        </p:nvSpPr>
        <p:spPr>
          <a:xfrm>
            <a:off x="7028321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29"/>
          <p:cNvSpPr/>
          <p:nvPr/>
        </p:nvSpPr>
        <p:spPr>
          <a:xfrm>
            <a:off x="7028321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89836" y="2395407"/>
            <a:ext cx="11545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4" name="Editable path 30"/>
          <p:cNvSpPr/>
          <p:nvPr/>
        </p:nvSpPr>
        <p:spPr>
          <a:xfrm>
            <a:off x="7875093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31"/>
          <p:cNvSpPr/>
          <p:nvPr/>
        </p:nvSpPr>
        <p:spPr>
          <a:xfrm>
            <a:off x="7875093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98123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47" name="Editable path 32"/>
          <p:cNvSpPr/>
          <p:nvPr/>
        </p:nvSpPr>
        <p:spPr>
          <a:xfrm>
            <a:off x="8721865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33"/>
          <p:cNvSpPr/>
          <p:nvPr/>
        </p:nvSpPr>
        <p:spPr>
          <a:xfrm>
            <a:off x="8721865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4895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50" name="Editable path 34"/>
          <p:cNvSpPr/>
          <p:nvPr/>
        </p:nvSpPr>
        <p:spPr>
          <a:xfrm>
            <a:off x="9568637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5"/>
          <p:cNvSpPr/>
          <p:nvPr/>
        </p:nvSpPr>
        <p:spPr>
          <a:xfrm>
            <a:off x="9568637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91667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53" name="Editable path 36"/>
          <p:cNvSpPr/>
          <p:nvPr/>
        </p:nvSpPr>
        <p:spPr>
          <a:xfrm>
            <a:off x="10415410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7"/>
          <p:cNvSpPr/>
          <p:nvPr/>
        </p:nvSpPr>
        <p:spPr>
          <a:xfrm>
            <a:off x="10415410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8439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56" name="Editable path 38"/>
          <p:cNvSpPr/>
          <p:nvPr/>
        </p:nvSpPr>
        <p:spPr>
          <a:xfrm>
            <a:off x="11262182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39"/>
          <p:cNvSpPr/>
          <p:nvPr/>
        </p:nvSpPr>
        <p:spPr>
          <a:xfrm>
            <a:off x="11262182" y="2242419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85212" y="239540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59" name="Editable path 40"/>
          <p:cNvSpPr/>
          <p:nvPr/>
        </p:nvSpPr>
        <p:spPr>
          <a:xfrm>
            <a:off x="6791140" y="2190300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41"/>
          <p:cNvSpPr/>
          <p:nvPr/>
        </p:nvSpPr>
        <p:spPr>
          <a:xfrm>
            <a:off x="6708250" y="2190300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7471" y="2120891"/>
            <a:ext cx="336357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−0.1</a:t>
            </a:r>
          </a:p>
        </p:txBody>
      </p:sp>
      <p:sp>
        <p:nvSpPr>
          <p:cNvPr id="62" name="Editable path 42"/>
          <p:cNvSpPr/>
          <p:nvPr/>
        </p:nvSpPr>
        <p:spPr>
          <a:xfrm>
            <a:off x="6791140" y="1805084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43"/>
          <p:cNvSpPr/>
          <p:nvPr/>
        </p:nvSpPr>
        <p:spPr>
          <a:xfrm>
            <a:off x="6708250" y="1805084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2934" y="1735675"/>
            <a:ext cx="230909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0.0</a:t>
            </a:r>
          </a:p>
        </p:txBody>
      </p:sp>
      <p:sp>
        <p:nvSpPr>
          <p:cNvPr id="65" name="Editable path 44"/>
          <p:cNvSpPr/>
          <p:nvPr/>
        </p:nvSpPr>
        <p:spPr>
          <a:xfrm>
            <a:off x="6791140" y="1419868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5"/>
          <p:cNvSpPr/>
          <p:nvPr/>
        </p:nvSpPr>
        <p:spPr>
          <a:xfrm>
            <a:off x="6708250" y="1419868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32934" y="1350459"/>
            <a:ext cx="230909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0.1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6070163" y="1880764"/>
            <a:ext cx="177338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1">
                <a:solidFill>
                  <a:srgbClr val="2B2B2B"/>
                </a:solidFill>
                <a:latin typeface="Times New Roman"/>
              </a:rPr>
              <a:t>ω</a:t>
            </a:r>
          </a:p>
        </p:txBody>
      </p:sp>
      <p:sp>
        <p:nvSpPr>
          <p:cNvPr id="69" name="TextBox 68"/>
          <p:cNvSpPr txBox="1"/>
          <p:nvPr/>
        </p:nvSpPr>
        <p:spPr>
          <a:xfrm rot="16200000">
            <a:off x="6142089" y="1821576"/>
            <a:ext cx="92041" cy="159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44" b="0" i="1">
                <a:solidFill>
                  <a:srgbClr val="2B2B2B"/>
                </a:solidFill>
                <a:latin typeface="Times New Roman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 rot="16200000">
            <a:off x="5864218" y="1477597"/>
            <a:ext cx="589229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2B2B2B"/>
                </a:solidFill>
                <a:latin typeface="Times New Roman"/>
              </a:rPr>
              <a:t> (rad/s)</a:t>
            </a:r>
          </a:p>
        </p:txBody>
      </p:sp>
      <p:sp>
        <p:nvSpPr>
          <p:cNvPr id="71" name="Editable path 46"/>
          <p:cNvSpPr/>
          <p:nvPr/>
        </p:nvSpPr>
        <p:spPr>
          <a:xfrm>
            <a:off x="7028321" y="1553296"/>
            <a:ext cx="4743617" cy="251788"/>
          </a:xfrm>
          <a:custGeom>
            <a:avLst/>
            <a:gdLst/>
            <a:ahLst/>
            <a:cxnLst/>
            <a:rect l="l" t="t" r="r" b="b"/>
            <a:pathLst>
              <a:path w="4743617" h="251788">
                <a:moveTo>
                  <a:pt x="0" y="251788"/>
                </a:moveTo>
                <a:lnTo>
                  <a:pt x="779031" y="249158"/>
                </a:lnTo>
                <a:lnTo>
                  <a:pt x="889111" y="240849"/>
                </a:lnTo>
                <a:lnTo>
                  <a:pt x="1012740" y="226042"/>
                </a:lnTo>
                <a:lnTo>
                  <a:pt x="1156691" y="203309"/>
                </a:lnTo>
                <a:lnTo>
                  <a:pt x="1346368" y="167619"/>
                </a:lnTo>
                <a:lnTo>
                  <a:pt x="1889996" y="62191"/>
                </a:lnTo>
                <a:lnTo>
                  <a:pt x="2059350" y="36499"/>
                </a:lnTo>
                <a:lnTo>
                  <a:pt x="2211769" y="18580"/>
                </a:lnTo>
                <a:lnTo>
                  <a:pt x="2355720" y="6874"/>
                </a:lnTo>
                <a:lnTo>
                  <a:pt x="2496285" y="741"/>
                </a:lnTo>
                <a:lnTo>
                  <a:pt x="2633461" y="0"/>
                </a:lnTo>
                <a:lnTo>
                  <a:pt x="2772332" y="4550"/>
                </a:lnTo>
                <a:lnTo>
                  <a:pt x="2912896" y="14437"/>
                </a:lnTo>
                <a:lnTo>
                  <a:pt x="3060235" y="30143"/>
                </a:lnTo>
                <a:lnTo>
                  <a:pt x="3217734" y="52315"/>
                </a:lnTo>
                <a:lnTo>
                  <a:pt x="3395556" y="82792"/>
                </a:lnTo>
                <a:lnTo>
                  <a:pt x="3632652" y="129215"/>
                </a:lnTo>
                <a:lnTo>
                  <a:pt x="4001845" y="201533"/>
                </a:lnTo>
                <a:lnTo>
                  <a:pt x="4157651" y="226278"/>
                </a:lnTo>
                <a:lnTo>
                  <a:pt x="4286360" y="241505"/>
                </a:lnTo>
                <a:lnTo>
                  <a:pt x="4398135" y="249575"/>
                </a:lnTo>
                <a:lnTo>
                  <a:pt x="4501441" y="251788"/>
                </a:lnTo>
                <a:lnTo>
                  <a:pt x="4743617" y="251788"/>
                </a:lnTo>
              </a:path>
            </a:pathLst>
          </a:custGeom>
          <a:noFill/>
          <a:ln w="28419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47"/>
          <p:cNvSpPr/>
          <p:nvPr/>
        </p:nvSpPr>
        <p:spPr>
          <a:xfrm>
            <a:off x="7028321" y="1176900"/>
            <a:ext cx="4743617" cy="1014780"/>
          </a:xfrm>
          <a:custGeom>
            <a:avLst/>
            <a:gdLst/>
            <a:ahLst/>
            <a:cxnLst/>
            <a:rect l="l" t="t" r="r" b="b"/>
            <a:pathLst>
              <a:path w="4743617" h="1014780">
                <a:moveTo>
                  <a:pt x="0" y="634965"/>
                </a:moveTo>
                <a:lnTo>
                  <a:pt x="1693" y="637278"/>
                </a:lnTo>
                <a:lnTo>
                  <a:pt x="3387" y="621986"/>
                </a:lnTo>
                <a:lnTo>
                  <a:pt x="5081" y="623566"/>
                </a:lnTo>
                <a:lnTo>
                  <a:pt x="6774" y="626516"/>
                </a:lnTo>
                <a:lnTo>
                  <a:pt x="8468" y="637944"/>
                </a:lnTo>
                <a:lnTo>
                  <a:pt x="11855" y="615701"/>
                </a:lnTo>
                <a:lnTo>
                  <a:pt x="15242" y="630304"/>
                </a:lnTo>
                <a:lnTo>
                  <a:pt x="16935" y="620196"/>
                </a:lnTo>
                <a:lnTo>
                  <a:pt x="18629" y="628848"/>
                </a:lnTo>
                <a:lnTo>
                  <a:pt x="20323" y="619196"/>
                </a:lnTo>
                <a:lnTo>
                  <a:pt x="23710" y="651764"/>
                </a:lnTo>
                <a:lnTo>
                  <a:pt x="27097" y="623627"/>
                </a:lnTo>
                <a:lnTo>
                  <a:pt x="28791" y="623361"/>
                </a:lnTo>
                <a:lnTo>
                  <a:pt x="32177" y="646401"/>
                </a:lnTo>
                <a:lnTo>
                  <a:pt x="35564" y="573714"/>
                </a:lnTo>
                <a:lnTo>
                  <a:pt x="38952" y="590569"/>
                </a:lnTo>
                <a:lnTo>
                  <a:pt x="40645" y="597954"/>
                </a:lnTo>
                <a:lnTo>
                  <a:pt x="44032" y="473805"/>
                </a:lnTo>
                <a:lnTo>
                  <a:pt x="45726" y="519227"/>
                </a:lnTo>
                <a:lnTo>
                  <a:pt x="49113" y="603627"/>
                </a:lnTo>
                <a:lnTo>
                  <a:pt x="50806" y="604148"/>
                </a:lnTo>
                <a:lnTo>
                  <a:pt x="54194" y="635569"/>
                </a:lnTo>
                <a:lnTo>
                  <a:pt x="55887" y="634968"/>
                </a:lnTo>
                <a:lnTo>
                  <a:pt x="57581" y="613159"/>
                </a:lnTo>
                <a:lnTo>
                  <a:pt x="60967" y="638742"/>
                </a:lnTo>
                <a:lnTo>
                  <a:pt x="64355" y="628281"/>
                </a:lnTo>
                <a:lnTo>
                  <a:pt x="66048" y="646448"/>
                </a:lnTo>
                <a:lnTo>
                  <a:pt x="67742" y="632737"/>
                </a:lnTo>
                <a:lnTo>
                  <a:pt x="69435" y="642672"/>
                </a:lnTo>
                <a:lnTo>
                  <a:pt x="71129" y="625652"/>
                </a:lnTo>
                <a:lnTo>
                  <a:pt x="72823" y="631630"/>
                </a:lnTo>
                <a:lnTo>
                  <a:pt x="74516" y="657117"/>
                </a:lnTo>
                <a:lnTo>
                  <a:pt x="77903" y="634064"/>
                </a:lnTo>
                <a:lnTo>
                  <a:pt x="79597" y="636021"/>
                </a:lnTo>
                <a:lnTo>
                  <a:pt x="81290" y="624709"/>
                </a:lnTo>
                <a:lnTo>
                  <a:pt x="84677" y="653886"/>
                </a:lnTo>
                <a:lnTo>
                  <a:pt x="89758" y="601442"/>
                </a:lnTo>
                <a:lnTo>
                  <a:pt x="91451" y="618985"/>
                </a:lnTo>
                <a:lnTo>
                  <a:pt x="93145" y="619311"/>
                </a:lnTo>
                <a:lnTo>
                  <a:pt x="94839" y="616537"/>
                </a:lnTo>
                <a:lnTo>
                  <a:pt x="96532" y="629631"/>
                </a:lnTo>
                <a:lnTo>
                  <a:pt x="98226" y="584695"/>
                </a:lnTo>
                <a:lnTo>
                  <a:pt x="99919" y="591618"/>
                </a:lnTo>
                <a:lnTo>
                  <a:pt x="103307" y="613139"/>
                </a:lnTo>
                <a:lnTo>
                  <a:pt x="105000" y="590481"/>
                </a:lnTo>
                <a:lnTo>
                  <a:pt x="106693" y="593086"/>
                </a:lnTo>
                <a:lnTo>
                  <a:pt x="111774" y="623248"/>
                </a:lnTo>
                <a:lnTo>
                  <a:pt x="113468" y="622358"/>
                </a:lnTo>
                <a:lnTo>
                  <a:pt x="115161" y="620884"/>
                </a:lnTo>
                <a:lnTo>
                  <a:pt x="116855" y="626224"/>
                </a:lnTo>
                <a:lnTo>
                  <a:pt x="118548" y="643985"/>
                </a:lnTo>
                <a:lnTo>
                  <a:pt x="120242" y="643516"/>
                </a:lnTo>
                <a:lnTo>
                  <a:pt x="123629" y="577438"/>
                </a:lnTo>
                <a:lnTo>
                  <a:pt x="128710" y="675260"/>
                </a:lnTo>
                <a:lnTo>
                  <a:pt x="130403" y="668053"/>
                </a:lnTo>
                <a:lnTo>
                  <a:pt x="138871" y="611166"/>
                </a:lnTo>
                <a:lnTo>
                  <a:pt x="145645" y="679290"/>
                </a:lnTo>
                <a:lnTo>
                  <a:pt x="147339" y="676108"/>
                </a:lnTo>
                <a:lnTo>
                  <a:pt x="152419" y="631274"/>
                </a:lnTo>
                <a:lnTo>
                  <a:pt x="154113" y="641310"/>
                </a:lnTo>
                <a:lnTo>
                  <a:pt x="155806" y="634855"/>
                </a:lnTo>
                <a:lnTo>
                  <a:pt x="157500" y="596897"/>
                </a:lnTo>
                <a:lnTo>
                  <a:pt x="159193" y="613246"/>
                </a:lnTo>
                <a:lnTo>
                  <a:pt x="164274" y="652554"/>
                </a:lnTo>
                <a:lnTo>
                  <a:pt x="167661" y="615603"/>
                </a:lnTo>
                <a:lnTo>
                  <a:pt x="169354" y="639731"/>
                </a:lnTo>
                <a:lnTo>
                  <a:pt x="171048" y="605216"/>
                </a:lnTo>
                <a:lnTo>
                  <a:pt x="172742" y="625464"/>
                </a:lnTo>
                <a:lnTo>
                  <a:pt x="174435" y="622844"/>
                </a:lnTo>
                <a:lnTo>
                  <a:pt x="177822" y="634835"/>
                </a:lnTo>
                <a:lnTo>
                  <a:pt x="179516" y="643102"/>
                </a:lnTo>
                <a:lnTo>
                  <a:pt x="182903" y="713834"/>
                </a:lnTo>
                <a:lnTo>
                  <a:pt x="187984" y="622151"/>
                </a:lnTo>
                <a:lnTo>
                  <a:pt x="191371" y="625113"/>
                </a:lnTo>
                <a:lnTo>
                  <a:pt x="194758" y="658378"/>
                </a:lnTo>
                <a:lnTo>
                  <a:pt x="196451" y="648275"/>
                </a:lnTo>
                <a:lnTo>
                  <a:pt x="198145" y="662899"/>
                </a:lnTo>
                <a:lnTo>
                  <a:pt x="199838" y="662349"/>
                </a:lnTo>
                <a:lnTo>
                  <a:pt x="203226" y="594399"/>
                </a:lnTo>
                <a:lnTo>
                  <a:pt x="206613" y="692968"/>
                </a:lnTo>
                <a:lnTo>
                  <a:pt x="211693" y="582413"/>
                </a:lnTo>
                <a:lnTo>
                  <a:pt x="213387" y="684828"/>
                </a:lnTo>
                <a:lnTo>
                  <a:pt x="215080" y="675841"/>
                </a:lnTo>
                <a:lnTo>
                  <a:pt x="216774" y="677393"/>
                </a:lnTo>
                <a:lnTo>
                  <a:pt x="220161" y="793143"/>
                </a:lnTo>
                <a:lnTo>
                  <a:pt x="221855" y="649510"/>
                </a:lnTo>
                <a:lnTo>
                  <a:pt x="223548" y="667319"/>
                </a:lnTo>
                <a:lnTo>
                  <a:pt x="225241" y="665119"/>
                </a:lnTo>
                <a:lnTo>
                  <a:pt x="226935" y="614829"/>
                </a:lnTo>
                <a:lnTo>
                  <a:pt x="228629" y="640252"/>
                </a:lnTo>
                <a:lnTo>
                  <a:pt x="230322" y="616440"/>
                </a:lnTo>
                <a:lnTo>
                  <a:pt x="233709" y="636602"/>
                </a:lnTo>
                <a:lnTo>
                  <a:pt x="237097" y="626995"/>
                </a:lnTo>
                <a:lnTo>
                  <a:pt x="240483" y="638481"/>
                </a:lnTo>
                <a:lnTo>
                  <a:pt x="243870" y="610035"/>
                </a:lnTo>
                <a:lnTo>
                  <a:pt x="245564" y="614028"/>
                </a:lnTo>
                <a:lnTo>
                  <a:pt x="248951" y="597090"/>
                </a:lnTo>
                <a:lnTo>
                  <a:pt x="250644" y="558559"/>
                </a:lnTo>
                <a:lnTo>
                  <a:pt x="252338" y="575583"/>
                </a:lnTo>
                <a:lnTo>
                  <a:pt x="257419" y="633182"/>
                </a:lnTo>
                <a:lnTo>
                  <a:pt x="259112" y="649695"/>
                </a:lnTo>
                <a:lnTo>
                  <a:pt x="260806" y="592630"/>
                </a:lnTo>
                <a:lnTo>
                  <a:pt x="262500" y="607460"/>
                </a:lnTo>
                <a:lnTo>
                  <a:pt x="264193" y="630261"/>
                </a:lnTo>
                <a:lnTo>
                  <a:pt x="265886" y="626827"/>
                </a:lnTo>
                <a:lnTo>
                  <a:pt x="269273" y="621887"/>
                </a:lnTo>
                <a:lnTo>
                  <a:pt x="270967" y="635205"/>
                </a:lnTo>
                <a:lnTo>
                  <a:pt x="272661" y="615927"/>
                </a:lnTo>
                <a:lnTo>
                  <a:pt x="274354" y="652980"/>
                </a:lnTo>
                <a:lnTo>
                  <a:pt x="276048" y="635510"/>
                </a:lnTo>
                <a:lnTo>
                  <a:pt x="277742" y="605244"/>
                </a:lnTo>
                <a:lnTo>
                  <a:pt x="279435" y="489549"/>
                </a:lnTo>
                <a:lnTo>
                  <a:pt x="281129" y="539891"/>
                </a:lnTo>
                <a:lnTo>
                  <a:pt x="282822" y="636076"/>
                </a:lnTo>
                <a:lnTo>
                  <a:pt x="284515" y="633193"/>
                </a:lnTo>
                <a:lnTo>
                  <a:pt x="287903" y="602973"/>
                </a:lnTo>
                <a:lnTo>
                  <a:pt x="289596" y="625677"/>
                </a:lnTo>
                <a:lnTo>
                  <a:pt x="291290" y="604741"/>
                </a:lnTo>
                <a:lnTo>
                  <a:pt x="292983" y="654428"/>
                </a:lnTo>
                <a:lnTo>
                  <a:pt x="294677" y="639167"/>
                </a:lnTo>
                <a:lnTo>
                  <a:pt x="296371" y="615237"/>
                </a:lnTo>
                <a:lnTo>
                  <a:pt x="298064" y="621554"/>
                </a:lnTo>
                <a:lnTo>
                  <a:pt x="299757" y="650675"/>
                </a:lnTo>
                <a:lnTo>
                  <a:pt x="301451" y="645350"/>
                </a:lnTo>
                <a:lnTo>
                  <a:pt x="303145" y="626307"/>
                </a:lnTo>
                <a:lnTo>
                  <a:pt x="304838" y="687978"/>
                </a:lnTo>
                <a:lnTo>
                  <a:pt x="306532" y="658872"/>
                </a:lnTo>
                <a:lnTo>
                  <a:pt x="308225" y="663010"/>
                </a:lnTo>
                <a:lnTo>
                  <a:pt x="311613" y="769475"/>
                </a:lnTo>
                <a:lnTo>
                  <a:pt x="314999" y="616890"/>
                </a:lnTo>
                <a:lnTo>
                  <a:pt x="316693" y="625723"/>
                </a:lnTo>
                <a:lnTo>
                  <a:pt x="318386" y="627369"/>
                </a:lnTo>
                <a:lnTo>
                  <a:pt x="320080" y="624574"/>
                </a:lnTo>
                <a:lnTo>
                  <a:pt x="326854" y="685112"/>
                </a:lnTo>
                <a:lnTo>
                  <a:pt x="328548" y="689251"/>
                </a:lnTo>
                <a:lnTo>
                  <a:pt x="331935" y="610732"/>
                </a:lnTo>
                <a:lnTo>
                  <a:pt x="333628" y="637274"/>
                </a:lnTo>
                <a:lnTo>
                  <a:pt x="335322" y="627385"/>
                </a:lnTo>
                <a:lnTo>
                  <a:pt x="337016" y="576816"/>
                </a:lnTo>
                <a:lnTo>
                  <a:pt x="338709" y="588852"/>
                </a:lnTo>
                <a:lnTo>
                  <a:pt x="343789" y="633534"/>
                </a:lnTo>
                <a:lnTo>
                  <a:pt x="348870" y="650219"/>
                </a:lnTo>
                <a:lnTo>
                  <a:pt x="353951" y="621765"/>
                </a:lnTo>
                <a:lnTo>
                  <a:pt x="355644" y="623085"/>
                </a:lnTo>
                <a:lnTo>
                  <a:pt x="357338" y="621063"/>
                </a:lnTo>
                <a:lnTo>
                  <a:pt x="362419" y="592621"/>
                </a:lnTo>
                <a:lnTo>
                  <a:pt x="364112" y="639475"/>
                </a:lnTo>
                <a:lnTo>
                  <a:pt x="365806" y="631984"/>
                </a:lnTo>
                <a:lnTo>
                  <a:pt x="369193" y="610913"/>
                </a:lnTo>
                <a:lnTo>
                  <a:pt x="370886" y="616485"/>
                </a:lnTo>
                <a:lnTo>
                  <a:pt x="372580" y="613201"/>
                </a:lnTo>
                <a:lnTo>
                  <a:pt x="375967" y="661698"/>
                </a:lnTo>
                <a:lnTo>
                  <a:pt x="377661" y="637647"/>
                </a:lnTo>
                <a:lnTo>
                  <a:pt x="379354" y="563540"/>
                </a:lnTo>
                <a:lnTo>
                  <a:pt x="384434" y="661767"/>
                </a:lnTo>
                <a:lnTo>
                  <a:pt x="386129" y="652456"/>
                </a:lnTo>
                <a:lnTo>
                  <a:pt x="389515" y="570239"/>
                </a:lnTo>
                <a:lnTo>
                  <a:pt x="396290" y="626598"/>
                </a:lnTo>
                <a:lnTo>
                  <a:pt x="397983" y="618056"/>
                </a:lnTo>
                <a:lnTo>
                  <a:pt x="399676" y="624281"/>
                </a:lnTo>
                <a:lnTo>
                  <a:pt x="404757" y="543530"/>
                </a:lnTo>
                <a:lnTo>
                  <a:pt x="411532" y="735971"/>
                </a:lnTo>
                <a:lnTo>
                  <a:pt x="414918" y="621886"/>
                </a:lnTo>
                <a:lnTo>
                  <a:pt x="416612" y="622494"/>
                </a:lnTo>
                <a:lnTo>
                  <a:pt x="418305" y="612141"/>
                </a:lnTo>
                <a:lnTo>
                  <a:pt x="419999" y="623363"/>
                </a:lnTo>
                <a:lnTo>
                  <a:pt x="421693" y="686296"/>
                </a:lnTo>
                <a:lnTo>
                  <a:pt x="423386" y="662145"/>
                </a:lnTo>
                <a:lnTo>
                  <a:pt x="425080" y="673717"/>
                </a:lnTo>
                <a:lnTo>
                  <a:pt x="426773" y="657706"/>
                </a:lnTo>
                <a:lnTo>
                  <a:pt x="428467" y="664155"/>
                </a:lnTo>
                <a:lnTo>
                  <a:pt x="430160" y="673739"/>
                </a:lnTo>
                <a:lnTo>
                  <a:pt x="433547" y="660090"/>
                </a:lnTo>
                <a:lnTo>
                  <a:pt x="435241" y="670500"/>
                </a:lnTo>
                <a:lnTo>
                  <a:pt x="443709" y="554242"/>
                </a:lnTo>
                <a:lnTo>
                  <a:pt x="448789" y="648356"/>
                </a:lnTo>
                <a:lnTo>
                  <a:pt x="450483" y="655530"/>
                </a:lnTo>
                <a:lnTo>
                  <a:pt x="455564" y="603316"/>
                </a:lnTo>
                <a:lnTo>
                  <a:pt x="457257" y="614582"/>
                </a:lnTo>
                <a:lnTo>
                  <a:pt x="458950" y="613754"/>
                </a:lnTo>
                <a:lnTo>
                  <a:pt x="460644" y="618316"/>
                </a:lnTo>
                <a:lnTo>
                  <a:pt x="464031" y="633932"/>
                </a:lnTo>
                <a:lnTo>
                  <a:pt x="465725" y="629557"/>
                </a:lnTo>
                <a:lnTo>
                  <a:pt x="467418" y="610802"/>
                </a:lnTo>
                <a:lnTo>
                  <a:pt x="469112" y="617980"/>
                </a:lnTo>
                <a:lnTo>
                  <a:pt x="472499" y="655656"/>
                </a:lnTo>
                <a:lnTo>
                  <a:pt x="475886" y="607518"/>
                </a:lnTo>
                <a:lnTo>
                  <a:pt x="477580" y="618679"/>
                </a:lnTo>
                <a:lnTo>
                  <a:pt x="480967" y="585065"/>
                </a:lnTo>
                <a:lnTo>
                  <a:pt x="482660" y="600446"/>
                </a:lnTo>
                <a:lnTo>
                  <a:pt x="489434" y="656500"/>
                </a:lnTo>
                <a:lnTo>
                  <a:pt x="491128" y="723054"/>
                </a:lnTo>
                <a:lnTo>
                  <a:pt x="499595" y="485319"/>
                </a:lnTo>
                <a:lnTo>
                  <a:pt x="504676" y="648297"/>
                </a:lnTo>
                <a:lnTo>
                  <a:pt x="508063" y="616317"/>
                </a:lnTo>
                <a:lnTo>
                  <a:pt x="513144" y="651239"/>
                </a:lnTo>
                <a:lnTo>
                  <a:pt x="518224" y="623547"/>
                </a:lnTo>
                <a:lnTo>
                  <a:pt x="523305" y="640029"/>
                </a:lnTo>
                <a:lnTo>
                  <a:pt x="530080" y="560381"/>
                </a:lnTo>
                <a:lnTo>
                  <a:pt x="531773" y="626470"/>
                </a:lnTo>
                <a:lnTo>
                  <a:pt x="533466" y="578117"/>
                </a:lnTo>
                <a:lnTo>
                  <a:pt x="535160" y="338687"/>
                </a:lnTo>
                <a:lnTo>
                  <a:pt x="536854" y="339559"/>
                </a:lnTo>
                <a:lnTo>
                  <a:pt x="540241" y="676382"/>
                </a:lnTo>
                <a:lnTo>
                  <a:pt x="541934" y="586622"/>
                </a:lnTo>
                <a:lnTo>
                  <a:pt x="543628" y="631264"/>
                </a:lnTo>
                <a:lnTo>
                  <a:pt x="548708" y="712925"/>
                </a:lnTo>
                <a:lnTo>
                  <a:pt x="550402" y="547707"/>
                </a:lnTo>
                <a:lnTo>
                  <a:pt x="552096" y="554078"/>
                </a:lnTo>
                <a:lnTo>
                  <a:pt x="553789" y="556437"/>
                </a:lnTo>
                <a:lnTo>
                  <a:pt x="555483" y="590790"/>
                </a:lnTo>
                <a:lnTo>
                  <a:pt x="557176" y="587130"/>
                </a:lnTo>
                <a:lnTo>
                  <a:pt x="558869" y="446438"/>
                </a:lnTo>
                <a:lnTo>
                  <a:pt x="560564" y="480053"/>
                </a:lnTo>
                <a:lnTo>
                  <a:pt x="565644" y="657945"/>
                </a:lnTo>
                <a:lnTo>
                  <a:pt x="567337" y="622840"/>
                </a:lnTo>
                <a:lnTo>
                  <a:pt x="569031" y="642835"/>
                </a:lnTo>
                <a:lnTo>
                  <a:pt x="572418" y="588871"/>
                </a:lnTo>
                <a:lnTo>
                  <a:pt x="575805" y="646234"/>
                </a:lnTo>
                <a:lnTo>
                  <a:pt x="579192" y="600005"/>
                </a:lnTo>
                <a:lnTo>
                  <a:pt x="580886" y="611992"/>
                </a:lnTo>
                <a:lnTo>
                  <a:pt x="585967" y="645809"/>
                </a:lnTo>
                <a:lnTo>
                  <a:pt x="591047" y="610320"/>
                </a:lnTo>
                <a:lnTo>
                  <a:pt x="592740" y="621708"/>
                </a:lnTo>
                <a:lnTo>
                  <a:pt x="594434" y="669586"/>
                </a:lnTo>
                <a:lnTo>
                  <a:pt x="596128" y="651981"/>
                </a:lnTo>
                <a:lnTo>
                  <a:pt x="597821" y="591346"/>
                </a:lnTo>
                <a:lnTo>
                  <a:pt x="599515" y="633158"/>
                </a:lnTo>
                <a:lnTo>
                  <a:pt x="601208" y="629674"/>
                </a:lnTo>
                <a:lnTo>
                  <a:pt x="602902" y="637707"/>
                </a:lnTo>
                <a:lnTo>
                  <a:pt x="606289" y="623497"/>
                </a:lnTo>
                <a:lnTo>
                  <a:pt x="609676" y="591383"/>
                </a:lnTo>
                <a:lnTo>
                  <a:pt x="611370" y="628637"/>
                </a:lnTo>
                <a:lnTo>
                  <a:pt x="613063" y="626720"/>
                </a:lnTo>
                <a:lnTo>
                  <a:pt x="619838" y="572592"/>
                </a:lnTo>
                <a:lnTo>
                  <a:pt x="621531" y="553086"/>
                </a:lnTo>
                <a:lnTo>
                  <a:pt x="623224" y="595294"/>
                </a:lnTo>
                <a:lnTo>
                  <a:pt x="624918" y="595025"/>
                </a:lnTo>
                <a:lnTo>
                  <a:pt x="629999" y="639473"/>
                </a:lnTo>
                <a:lnTo>
                  <a:pt x="631692" y="638732"/>
                </a:lnTo>
                <a:lnTo>
                  <a:pt x="633385" y="624008"/>
                </a:lnTo>
                <a:lnTo>
                  <a:pt x="635080" y="566039"/>
                </a:lnTo>
                <a:lnTo>
                  <a:pt x="636773" y="570496"/>
                </a:lnTo>
                <a:lnTo>
                  <a:pt x="638466" y="584285"/>
                </a:lnTo>
                <a:lnTo>
                  <a:pt x="641853" y="659783"/>
                </a:lnTo>
                <a:lnTo>
                  <a:pt x="643547" y="637476"/>
                </a:lnTo>
                <a:lnTo>
                  <a:pt x="645241" y="641943"/>
                </a:lnTo>
                <a:lnTo>
                  <a:pt x="646934" y="632551"/>
                </a:lnTo>
                <a:lnTo>
                  <a:pt x="650321" y="663606"/>
                </a:lnTo>
                <a:lnTo>
                  <a:pt x="653708" y="625515"/>
                </a:lnTo>
                <a:lnTo>
                  <a:pt x="655402" y="667469"/>
                </a:lnTo>
                <a:lnTo>
                  <a:pt x="657095" y="656380"/>
                </a:lnTo>
                <a:lnTo>
                  <a:pt x="658789" y="633417"/>
                </a:lnTo>
                <a:lnTo>
                  <a:pt x="660483" y="634099"/>
                </a:lnTo>
                <a:lnTo>
                  <a:pt x="665563" y="661184"/>
                </a:lnTo>
                <a:lnTo>
                  <a:pt x="667256" y="626359"/>
                </a:lnTo>
                <a:lnTo>
                  <a:pt x="668950" y="631783"/>
                </a:lnTo>
                <a:lnTo>
                  <a:pt x="674031" y="712866"/>
                </a:lnTo>
                <a:lnTo>
                  <a:pt x="675724" y="714954"/>
                </a:lnTo>
                <a:lnTo>
                  <a:pt x="679111" y="628052"/>
                </a:lnTo>
                <a:lnTo>
                  <a:pt x="684192" y="693966"/>
                </a:lnTo>
                <a:lnTo>
                  <a:pt x="687579" y="647946"/>
                </a:lnTo>
                <a:lnTo>
                  <a:pt x="689273" y="645085"/>
                </a:lnTo>
                <a:lnTo>
                  <a:pt x="690966" y="646646"/>
                </a:lnTo>
                <a:lnTo>
                  <a:pt x="692659" y="629782"/>
                </a:lnTo>
                <a:lnTo>
                  <a:pt x="699434" y="675380"/>
                </a:lnTo>
                <a:lnTo>
                  <a:pt x="702821" y="643306"/>
                </a:lnTo>
                <a:lnTo>
                  <a:pt x="706208" y="660570"/>
                </a:lnTo>
                <a:lnTo>
                  <a:pt x="709595" y="649201"/>
                </a:lnTo>
                <a:lnTo>
                  <a:pt x="714676" y="630731"/>
                </a:lnTo>
                <a:lnTo>
                  <a:pt x="716369" y="633037"/>
                </a:lnTo>
                <a:lnTo>
                  <a:pt x="718063" y="685884"/>
                </a:lnTo>
                <a:lnTo>
                  <a:pt x="719757" y="669133"/>
                </a:lnTo>
                <a:lnTo>
                  <a:pt x="723143" y="631017"/>
                </a:lnTo>
                <a:lnTo>
                  <a:pt x="728224" y="672943"/>
                </a:lnTo>
                <a:lnTo>
                  <a:pt x="731611" y="633370"/>
                </a:lnTo>
                <a:lnTo>
                  <a:pt x="733304" y="638967"/>
                </a:lnTo>
                <a:lnTo>
                  <a:pt x="734999" y="662647"/>
                </a:lnTo>
                <a:lnTo>
                  <a:pt x="736692" y="639202"/>
                </a:lnTo>
                <a:lnTo>
                  <a:pt x="740079" y="711659"/>
                </a:lnTo>
                <a:lnTo>
                  <a:pt x="741772" y="691915"/>
                </a:lnTo>
                <a:lnTo>
                  <a:pt x="745160" y="611351"/>
                </a:lnTo>
                <a:lnTo>
                  <a:pt x="746853" y="628257"/>
                </a:lnTo>
                <a:lnTo>
                  <a:pt x="748547" y="608458"/>
                </a:lnTo>
                <a:lnTo>
                  <a:pt x="753627" y="666459"/>
                </a:lnTo>
                <a:lnTo>
                  <a:pt x="755321" y="635640"/>
                </a:lnTo>
                <a:lnTo>
                  <a:pt x="757014" y="538505"/>
                </a:lnTo>
                <a:lnTo>
                  <a:pt x="758708" y="609891"/>
                </a:lnTo>
                <a:lnTo>
                  <a:pt x="760402" y="603745"/>
                </a:lnTo>
                <a:lnTo>
                  <a:pt x="762095" y="438845"/>
                </a:lnTo>
                <a:lnTo>
                  <a:pt x="763789" y="583365"/>
                </a:lnTo>
                <a:lnTo>
                  <a:pt x="765482" y="574020"/>
                </a:lnTo>
                <a:lnTo>
                  <a:pt x="767175" y="576250"/>
                </a:lnTo>
                <a:lnTo>
                  <a:pt x="768869" y="636027"/>
                </a:lnTo>
                <a:lnTo>
                  <a:pt x="770563" y="624115"/>
                </a:lnTo>
                <a:lnTo>
                  <a:pt x="775643" y="672213"/>
                </a:lnTo>
                <a:lnTo>
                  <a:pt x="782417" y="621843"/>
                </a:lnTo>
                <a:lnTo>
                  <a:pt x="784111" y="623089"/>
                </a:lnTo>
                <a:lnTo>
                  <a:pt x="785805" y="622863"/>
                </a:lnTo>
                <a:lnTo>
                  <a:pt x="787498" y="592796"/>
                </a:lnTo>
                <a:lnTo>
                  <a:pt x="789192" y="603075"/>
                </a:lnTo>
                <a:lnTo>
                  <a:pt x="792579" y="633629"/>
                </a:lnTo>
                <a:lnTo>
                  <a:pt x="794273" y="629927"/>
                </a:lnTo>
                <a:lnTo>
                  <a:pt x="797659" y="636881"/>
                </a:lnTo>
                <a:lnTo>
                  <a:pt x="801047" y="615003"/>
                </a:lnTo>
                <a:lnTo>
                  <a:pt x="802740" y="619639"/>
                </a:lnTo>
                <a:lnTo>
                  <a:pt x="807820" y="634906"/>
                </a:lnTo>
                <a:lnTo>
                  <a:pt x="809515" y="629486"/>
                </a:lnTo>
                <a:lnTo>
                  <a:pt x="811208" y="637550"/>
                </a:lnTo>
                <a:lnTo>
                  <a:pt x="814595" y="622287"/>
                </a:lnTo>
                <a:lnTo>
                  <a:pt x="816288" y="625076"/>
                </a:lnTo>
                <a:lnTo>
                  <a:pt x="817982" y="603687"/>
                </a:lnTo>
                <a:lnTo>
                  <a:pt x="819676" y="613266"/>
                </a:lnTo>
                <a:lnTo>
                  <a:pt x="823062" y="601109"/>
                </a:lnTo>
                <a:lnTo>
                  <a:pt x="824756" y="587055"/>
                </a:lnTo>
                <a:lnTo>
                  <a:pt x="829837" y="686655"/>
                </a:lnTo>
                <a:lnTo>
                  <a:pt x="833224" y="602606"/>
                </a:lnTo>
                <a:lnTo>
                  <a:pt x="834918" y="631991"/>
                </a:lnTo>
                <a:lnTo>
                  <a:pt x="836611" y="622372"/>
                </a:lnTo>
                <a:lnTo>
                  <a:pt x="841691" y="638490"/>
                </a:lnTo>
                <a:lnTo>
                  <a:pt x="845079" y="635018"/>
                </a:lnTo>
                <a:lnTo>
                  <a:pt x="848466" y="643782"/>
                </a:lnTo>
                <a:lnTo>
                  <a:pt x="850159" y="634333"/>
                </a:lnTo>
                <a:lnTo>
                  <a:pt x="851853" y="656880"/>
                </a:lnTo>
                <a:lnTo>
                  <a:pt x="853547" y="647071"/>
                </a:lnTo>
                <a:lnTo>
                  <a:pt x="858627" y="622263"/>
                </a:lnTo>
                <a:lnTo>
                  <a:pt x="860321" y="642500"/>
                </a:lnTo>
                <a:lnTo>
                  <a:pt x="862014" y="632289"/>
                </a:lnTo>
                <a:lnTo>
                  <a:pt x="867094" y="611826"/>
                </a:lnTo>
                <a:lnTo>
                  <a:pt x="870482" y="652357"/>
                </a:lnTo>
                <a:lnTo>
                  <a:pt x="873869" y="601536"/>
                </a:lnTo>
                <a:lnTo>
                  <a:pt x="878950" y="659751"/>
                </a:lnTo>
                <a:lnTo>
                  <a:pt x="884031" y="604168"/>
                </a:lnTo>
                <a:lnTo>
                  <a:pt x="887417" y="568161"/>
                </a:lnTo>
                <a:lnTo>
                  <a:pt x="890804" y="607309"/>
                </a:lnTo>
                <a:lnTo>
                  <a:pt x="892498" y="578753"/>
                </a:lnTo>
                <a:lnTo>
                  <a:pt x="894192" y="483844"/>
                </a:lnTo>
                <a:lnTo>
                  <a:pt x="899272" y="625374"/>
                </a:lnTo>
                <a:lnTo>
                  <a:pt x="900966" y="591963"/>
                </a:lnTo>
                <a:lnTo>
                  <a:pt x="902659" y="601037"/>
                </a:lnTo>
                <a:lnTo>
                  <a:pt x="904353" y="621537"/>
                </a:lnTo>
                <a:lnTo>
                  <a:pt x="906046" y="621385"/>
                </a:lnTo>
                <a:lnTo>
                  <a:pt x="907740" y="621288"/>
                </a:lnTo>
                <a:lnTo>
                  <a:pt x="909434" y="589375"/>
                </a:lnTo>
                <a:lnTo>
                  <a:pt x="911127" y="595794"/>
                </a:lnTo>
                <a:lnTo>
                  <a:pt x="914514" y="619704"/>
                </a:lnTo>
                <a:lnTo>
                  <a:pt x="916207" y="604521"/>
                </a:lnTo>
                <a:lnTo>
                  <a:pt x="921288" y="636240"/>
                </a:lnTo>
                <a:lnTo>
                  <a:pt x="928062" y="577282"/>
                </a:lnTo>
                <a:lnTo>
                  <a:pt x="933143" y="627518"/>
                </a:lnTo>
                <a:lnTo>
                  <a:pt x="934837" y="619676"/>
                </a:lnTo>
                <a:lnTo>
                  <a:pt x="936530" y="657748"/>
                </a:lnTo>
                <a:lnTo>
                  <a:pt x="939917" y="634121"/>
                </a:lnTo>
                <a:lnTo>
                  <a:pt x="941610" y="650149"/>
                </a:lnTo>
                <a:lnTo>
                  <a:pt x="944998" y="569829"/>
                </a:lnTo>
                <a:lnTo>
                  <a:pt x="946691" y="580998"/>
                </a:lnTo>
                <a:lnTo>
                  <a:pt x="950078" y="626440"/>
                </a:lnTo>
                <a:lnTo>
                  <a:pt x="953466" y="581203"/>
                </a:lnTo>
                <a:lnTo>
                  <a:pt x="956852" y="626288"/>
                </a:lnTo>
                <a:lnTo>
                  <a:pt x="960240" y="639150"/>
                </a:lnTo>
                <a:lnTo>
                  <a:pt x="963627" y="618615"/>
                </a:lnTo>
                <a:lnTo>
                  <a:pt x="965320" y="635395"/>
                </a:lnTo>
                <a:lnTo>
                  <a:pt x="968708" y="610848"/>
                </a:lnTo>
                <a:lnTo>
                  <a:pt x="972094" y="634479"/>
                </a:lnTo>
                <a:lnTo>
                  <a:pt x="973788" y="624338"/>
                </a:lnTo>
                <a:lnTo>
                  <a:pt x="975482" y="650002"/>
                </a:lnTo>
                <a:lnTo>
                  <a:pt x="977175" y="641739"/>
                </a:lnTo>
                <a:lnTo>
                  <a:pt x="978869" y="643926"/>
                </a:lnTo>
                <a:lnTo>
                  <a:pt x="983950" y="626094"/>
                </a:lnTo>
                <a:lnTo>
                  <a:pt x="985643" y="633781"/>
                </a:lnTo>
                <a:lnTo>
                  <a:pt x="989030" y="617543"/>
                </a:lnTo>
                <a:lnTo>
                  <a:pt x="990723" y="577848"/>
                </a:lnTo>
                <a:lnTo>
                  <a:pt x="995804" y="633182"/>
                </a:lnTo>
                <a:lnTo>
                  <a:pt x="997498" y="635171"/>
                </a:lnTo>
                <a:lnTo>
                  <a:pt x="999191" y="648767"/>
                </a:lnTo>
                <a:lnTo>
                  <a:pt x="1007659" y="512621"/>
                </a:lnTo>
                <a:lnTo>
                  <a:pt x="1009353" y="549403"/>
                </a:lnTo>
                <a:lnTo>
                  <a:pt x="1012740" y="621178"/>
                </a:lnTo>
                <a:lnTo>
                  <a:pt x="1014433" y="638084"/>
                </a:lnTo>
                <a:lnTo>
                  <a:pt x="1017820" y="598573"/>
                </a:lnTo>
                <a:lnTo>
                  <a:pt x="1021207" y="637323"/>
                </a:lnTo>
                <a:lnTo>
                  <a:pt x="1024594" y="584428"/>
                </a:lnTo>
                <a:lnTo>
                  <a:pt x="1026288" y="628320"/>
                </a:lnTo>
                <a:lnTo>
                  <a:pt x="1027982" y="615701"/>
                </a:lnTo>
                <a:lnTo>
                  <a:pt x="1029675" y="592996"/>
                </a:lnTo>
                <a:lnTo>
                  <a:pt x="1031368" y="593583"/>
                </a:lnTo>
                <a:lnTo>
                  <a:pt x="1033062" y="636055"/>
                </a:lnTo>
                <a:lnTo>
                  <a:pt x="1036449" y="544473"/>
                </a:lnTo>
                <a:lnTo>
                  <a:pt x="1041529" y="671499"/>
                </a:lnTo>
                <a:lnTo>
                  <a:pt x="1046610" y="621785"/>
                </a:lnTo>
                <a:lnTo>
                  <a:pt x="1048304" y="655579"/>
                </a:lnTo>
                <a:lnTo>
                  <a:pt x="1049997" y="631359"/>
                </a:lnTo>
                <a:lnTo>
                  <a:pt x="1051691" y="647426"/>
                </a:lnTo>
                <a:lnTo>
                  <a:pt x="1055078" y="576589"/>
                </a:lnTo>
                <a:lnTo>
                  <a:pt x="1056771" y="578975"/>
                </a:lnTo>
                <a:lnTo>
                  <a:pt x="1058465" y="613393"/>
                </a:lnTo>
                <a:lnTo>
                  <a:pt x="1060159" y="577873"/>
                </a:lnTo>
                <a:lnTo>
                  <a:pt x="1061852" y="588563"/>
                </a:lnTo>
                <a:lnTo>
                  <a:pt x="1068627" y="653576"/>
                </a:lnTo>
                <a:lnTo>
                  <a:pt x="1072013" y="608654"/>
                </a:lnTo>
                <a:lnTo>
                  <a:pt x="1073707" y="600136"/>
                </a:lnTo>
                <a:lnTo>
                  <a:pt x="1077094" y="629557"/>
                </a:lnTo>
                <a:lnTo>
                  <a:pt x="1078788" y="628923"/>
                </a:lnTo>
                <a:lnTo>
                  <a:pt x="1080481" y="621556"/>
                </a:lnTo>
                <a:lnTo>
                  <a:pt x="1085562" y="562691"/>
                </a:lnTo>
                <a:lnTo>
                  <a:pt x="1090642" y="640857"/>
                </a:lnTo>
                <a:lnTo>
                  <a:pt x="1092336" y="636683"/>
                </a:lnTo>
                <a:lnTo>
                  <a:pt x="1095723" y="592250"/>
                </a:lnTo>
                <a:lnTo>
                  <a:pt x="1099110" y="635171"/>
                </a:lnTo>
                <a:lnTo>
                  <a:pt x="1100804" y="690614"/>
                </a:lnTo>
                <a:lnTo>
                  <a:pt x="1102498" y="677442"/>
                </a:lnTo>
                <a:lnTo>
                  <a:pt x="1107578" y="501007"/>
                </a:lnTo>
                <a:lnTo>
                  <a:pt x="1114352" y="608476"/>
                </a:lnTo>
                <a:lnTo>
                  <a:pt x="1116045" y="602575"/>
                </a:lnTo>
                <a:lnTo>
                  <a:pt x="1119433" y="608822"/>
                </a:lnTo>
                <a:lnTo>
                  <a:pt x="1122820" y="560737"/>
                </a:lnTo>
                <a:lnTo>
                  <a:pt x="1124513" y="604303"/>
                </a:lnTo>
                <a:lnTo>
                  <a:pt x="1126207" y="598855"/>
                </a:lnTo>
                <a:lnTo>
                  <a:pt x="1129594" y="620469"/>
                </a:lnTo>
                <a:lnTo>
                  <a:pt x="1131287" y="569360"/>
                </a:lnTo>
                <a:lnTo>
                  <a:pt x="1132981" y="608446"/>
                </a:lnTo>
                <a:lnTo>
                  <a:pt x="1134675" y="590486"/>
                </a:lnTo>
                <a:lnTo>
                  <a:pt x="1136368" y="602986"/>
                </a:lnTo>
                <a:lnTo>
                  <a:pt x="1138062" y="647218"/>
                </a:lnTo>
                <a:lnTo>
                  <a:pt x="1139755" y="603885"/>
                </a:lnTo>
                <a:lnTo>
                  <a:pt x="1141449" y="606346"/>
                </a:lnTo>
                <a:lnTo>
                  <a:pt x="1143143" y="597502"/>
                </a:lnTo>
                <a:lnTo>
                  <a:pt x="1144836" y="562510"/>
                </a:lnTo>
                <a:lnTo>
                  <a:pt x="1146529" y="571172"/>
                </a:lnTo>
                <a:lnTo>
                  <a:pt x="1149917" y="630610"/>
                </a:lnTo>
                <a:lnTo>
                  <a:pt x="1153304" y="586883"/>
                </a:lnTo>
                <a:lnTo>
                  <a:pt x="1154997" y="615747"/>
                </a:lnTo>
                <a:lnTo>
                  <a:pt x="1156691" y="564607"/>
                </a:lnTo>
                <a:lnTo>
                  <a:pt x="1158385" y="587936"/>
                </a:lnTo>
                <a:lnTo>
                  <a:pt x="1161771" y="633223"/>
                </a:lnTo>
                <a:lnTo>
                  <a:pt x="1165158" y="594270"/>
                </a:lnTo>
                <a:lnTo>
                  <a:pt x="1166852" y="597876"/>
                </a:lnTo>
                <a:lnTo>
                  <a:pt x="1168546" y="623803"/>
                </a:lnTo>
                <a:lnTo>
                  <a:pt x="1170239" y="609003"/>
                </a:lnTo>
                <a:lnTo>
                  <a:pt x="1173626" y="395017"/>
                </a:lnTo>
                <a:lnTo>
                  <a:pt x="1177013" y="491845"/>
                </a:lnTo>
                <a:lnTo>
                  <a:pt x="1178707" y="486447"/>
                </a:lnTo>
                <a:lnTo>
                  <a:pt x="1183788" y="625149"/>
                </a:lnTo>
                <a:lnTo>
                  <a:pt x="1185481" y="618454"/>
                </a:lnTo>
                <a:lnTo>
                  <a:pt x="1187175" y="615267"/>
                </a:lnTo>
                <a:lnTo>
                  <a:pt x="1188868" y="634932"/>
                </a:lnTo>
                <a:lnTo>
                  <a:pt x="1190561" y="630198"/>
                </a:lnTo>
                <a:lnTo>
                  <a:pt x="1192256" y="635407"/>
                </a:lnTo>
                <a:lnTo>
                  <a:pt x="1193949" y="605491"/>
                </a:lnTo>
                <a:lnTo>
                  <a:pt x="1195642" y="615107"/>
                </a:lnTo>
                <a:lnTo>
                  <a:pt x="1200723" y="586070"/>
                </a:lnTo>
                <a:lnTo>
                  <a:pt x="1204110" y="619852"/>
                </a:lnTo>
                <a:lnTo>
                  <a:pt x="1205803" y="611955"/>
                </a:lnTo>
                <a:lnTo>
                  <a:pt x="1210884" y="563618"/>
                </a:lnTo>
                <a:lnTo>
                  <a:pt x="1212578" y="604326"/>
                </a:lnTo>
                <a:lnTo>
                  <a:pt x="1215965" y="539493"/>
                </a:lnTo>
                <a:lnTo>
                  <a:pt x="1217659" y="557744"/>
                </a:lnTo>
                <a:lnTo>
                  <a:pt x="1222739" y="521144"/>
                </a:lnTo>
                <a:lnTo>
                  <a:pt x="1227820" y="649195"/>
                </a:lnTo>
                <a:lnTo>
                  <a:pt x="1231207" y="568324"/>
                </a:lnTo>
                <a:lnTo>
                  <a:pt x="1232901" y="570095"/>
                </a:lnTo>
                <a:lnTo>
                  <a:pt x="1236287" y="615053"/>
                </a:lnTo>
                <a:lnTo>
                  <a:pt x="1237981" y="613446"/>
                </a:lnTo>
                <a:lnTo>
                  <a:pt x="1239674" y="606542"/>
                </a:lnTo>
                <a:lnTo>
                  <a:pt x="1241368" y="583513"/>
                </a:lnTo>
                <a:lnTo>
                  <a:pt x="1243062" y="611628"/>
                </a:lnTo>
                <a:lnTo>
                  <a:pt x="1244755" y="592948"/>
                </a:lnTo>
                <a:lnTo>
                  <a:pt x="1246449" y="596506"/>
                </a:lnTo>
                <a:lnTo>
                  <a:pt x="1249836" y="619626"/>
                </a:lnTo>
                <a:lnTo>
                  <a:pt x="1253223" y="581255"/>
                </a:lnTo>
                <a:lnTo>
                  <a:pt x="1254916" y="595166"/>
                </a:lnTo>
                <a:lnTo>
                  <a:pt x="1258304" y="561455"/>
                </a:lnTo>
                <a:lnTo>
                  <a:pt x="1261691" y="530957"/>
                </a:lnTo>
                <a:lnTo>
                  <a:pt x="1263384" y="562643"/>
                </a:lnTo>
                <a:lnTo>
                  <a:pt x="1266771" y="489653"/>
                </a:lnTo>
                <a:lnTo>
                  <a:pt x="1273545" y="581396"/>
                </a:lnTo>
                <a:lnTo>
                  <a:pt x="1275239" y="591899"/>
                </a:lnTo>
                <a:lnTo>
                  <a:pt x="1276933" y="586929"/>
                </a:lnTo>
                <a:lnTo>
                  <a:pt x="1278626" y="522292"/>
                </a:lnTo>
                <a:lnTo>
                  <a:pt x="1280319" y="527929"/>
                </a:lnTo>
                <a:lnTo>
                  <a:pt x="1285400" y="587818"/>
                </a:lnTo>
                <a:lnTo>
                  <a:pt x="1287094" y="583062"/>
                </a:lnTo>
                <a:lnTo>
                  <a:pt x="1290480" y="548757"/>
                </a:lnTo>
                <a:lnTo>
                  <a:pt x="1298948" y="595797"/>
                </a:lnTo>
                <a:lnTo>
                  <a:pt x="1302336" y="547335"/>
                </a:lnTo>
                <a:lnTo>
                  <a:pt x="1304029" y="595392"/>
                </a:lnTo>
                <a:lnTo>
                  <a:pt x="1305722" y="586734"/>
                </a:lnTo>
                <a:lnTo>
                  <a:pt x="1310803" y="498113"/>
                </a:lnTo>
                <a:lnTo>
                  <a:pt x="1314190" y="609732"/>
                </a:lnTo>
                <a:lnTo>
                  <a:pt x="1315884" y="526326"/>
                </a:lnTo>
                <a:lnTo>
                  <a:pt x="1317578" y="595554"/>
                </a:lnTo>
                <a:lnTo>
                  <a:pt x="1319271" y="520882"/>
                </a:lnTo>
                <a:lnTo>
                  <a:pt x="1320965" y="562002"/>
                </a:lnTo>
                <a:lnTo>
                  <a:pt x="1322658" y="566451"/>
                </a:lnTo>
                <a:lnTo>
                  <a:pt x="1324352" y="525900"/>
                </a:lnTo>
                <a:lnTo>
                  <a:pt x="1331126" y="603702"/>
                </a:lnTo>
                <a:lnTo>
                  <a:pt x="1339593" y="529155"/>
                </a:lnTo>
                <a:lnTo>
                  <a:pt x="1342981" y="579393"/>
                </a:lnTo>
                <a:lnTo>
                  <a:pt x="1346368" y="573241"/>
                </a:lnTo>
                <a:lnTo>
                  <a:pt x="1348061" y="586454"/>
                </a:lnTo>
                <a:lnTo>
                  <a:pt x="1351449" y="490229"/>
                </a:lnTo>
                <a:lnTo>
                  <a:pt x="1356529" y="605979"/>
                </a:lnTo>
                <a:lnTo>
                  <a:pt x="1359916" y="579948"/>
                </a:lnTo>
                <a:lnTo>
                  <a:pt x="1361610" y="580891"/>
                </a:lnTo>
                <a:lnTo>
                  <a:pt x="1363303" y="608240"/>
                </a:lnTo>
                <a:lnTo>
                  <a:pt x="1368384" y="503463"/>
                </a:lnTo>
                <a:lnTo>
                  <a:pt x="1371771" y="579167"/>
                </a:lnTo>
                <a:lnTo>
                  <a:pt x="1373464" y="605265"/>
                </a:lnTo>
                <a:lnTo>
                  <a:pt x="1375158" y="599214"/>
                </a:lnTo>
                <a:lnTo>
                  <a:pt x="1376852" y="613994"/>
                </a:lnTo>
                <a:lnTo>
                  <a:pt x="1380238" y="592611"/>
                </a:lnTo>
                <a:lnTo>
                  <a:pt x="1383626" y="586225"/>
                </a:lnTo>
                <a:lnTo>
                  <a:pt x="1385319" y="601144"/>
                </a:lnTo>
                <a:lnTo>
                  <a:pt x="1387013" y="596418"/>
                </a:lnTo>
                <a:lnTo>
                  <a:pt x="1390400" y="518480"/>
                </a:lnTo>
                <a:lnTo>
                  <a:pt x="1395480" y="587549"/>
                </a:lnTo>
                <a:lnTo>
                  <a:pt x="1397174" y="585183"/>
                </a:lnTo>
                <a:lnTo>
                  <a:pt x="1403948" y="522754"/>
                </a:lnTo>
                <a:lnTo>
                  <a:pt x="1407335" y="627147"/>
                </a:lnTo>
                <a:lnTo>
                  <a:pt x="1412416" y="559235"/>
                </a:lnTo>
                <a:lnTo>
                  <a:pt x="1414109" y="524270"/>
                </a:lnTo>
                <a:lnTo>
                  <a:pt x="1417497" y="602479"/>
                </a:lnTo>
                <a:lnTo>
                  <a:pt x="1420884" y="390374"/>
                </a:lnTo>
                <a:lnTo>
                  <a:pt x="1422577" y="396808"/>
                </a:lnTo>
                <a:lnTo>
                  <a:pt x="1427658" y="551540"/>
                </a:lnTo>
                <a:lnTo>
                  <a:pt x="1429351" y="554657"/>
                </a:lnTo>
                <a:lnTo>
                  <a:pt x="1432739" y="567434"/>
                </a:lnTo>
                <a:lnTo>
                  <a:pt x="1437819" y="453904"/>
                </a:lnTo>
                <a:lnTo>
                  <a:pt x="1446287" y="580195"/>
                </a:lnTo>
                <a:lnTo>
                  <a:pt x="1449674" y="485781"/>
                </a:lnTo>
                <a:lnTo>
                  <a:pt x="1451368" y="497522"/>
                </a:lnTo>
                <a:lnTo>
                  <a:pt x="1454754" y="469701"/>
                </a:lnTo>
                <a:lnTo>
                  <a:pt x="1458142" y="504907"/>
                </a:lnTo>
                <a:lnTo>
                  <a:pt x="1459835" y="620156"/>
                </a:lnTo>
                <a:lnTo>
                  <a:pt x="1461529" y="571968"/>
                </a:lnTo>
                <a:lnTo>
                  <a:pt x="1464916" y="524371"/>
                </a:lnTo>
                <a:lnTo>
                  <a:pt x="1466610" y="523916"/>
                </a:lnTo>
                <a:lnTo>
                  <a:pt x="1469996" y="557244"/>
                </a:lnTo>
                <a:lnTo>
                  <a:pt x="1471690" y="555212"/>
                </a:lnTo>
                <a:lnTo>
                  <a:pt x="1473383" y="534598"/>
                </a:lnTo>
                <a:lnTo>
                  <a:pt x="1475077" y="551312"/>
                </a:lnTo>
                <a:lnTo>
                  <a:pt x="1476771" y="598716"/>
                </a:lnTo>
                <a:lnTo>
                  <a:pt x="1478464" y="579931"/>
                </a:lnTo>
                <a:lnTo>
                  <a:pt x="1481851" y="561905"/>
                </a:lnTo>
                <a:lnTo>
                  <a:pt x="1485238" y="616534"/>
                </a:lnTo>
                <a:lnTo>
                  <a:pt x="1488625" y="572370"/>
                </a:lnTo>
                <a:lnTo>
                  <a:pt x="1490319" y="588267"/>
                </a:lnTo>
                <a:lnTo>
                  <a:pt x="1493706" y="514633"/>
                </a:lnTo>
                <a:lnTo>
                  <a:pt x="1495400" y="541749"/>
                </a:lnTo>
                <a:lnTo>
                  <a:pt x="1497093" y="534644"/>
                </a:lnTo>
                <a:lnTo>
                  <a:pt x="1502174" y="565422"/>
                </a:lnTo>
                <a:lnTo>
                  <a:pt x="1503867" y="576153"/>
                </a:lnTo>
                <a:lnTo>
                  <a:pt x="1505561" y="493868"/>
                </a:lnTo>
                <a:lnTo>
                  <a:pt x="1510642" y="591410"/>
                </a:lnTo>
                <a:lnTo>
                  <a:pt x="1512335" y="612228"/>
                </a:lnTo>
                <a:lnTo>
                  <a:pt x="1517416" y="535802"/>
                </a:lnTo>
                <a:lnTo>
                  <a:pt x="1522496" y="612508"/>
                </a:lnTo>
                <a:lnTo>
                  <a:pt x="1525884" y="528343"/>
                </a:lnTo>
                <a:lnTo>
                  <a:pt x="1527577" y="536279"/>
                </a:lnTo>
                <a:lnTo>
                  <a:pt x="1532658" y="631266"/>
                </a:lnTo>
                <a:lnTo>
                  <a:pt x="1539431" y="552892"/>
                </a:lnTo>
                <a:lnTo>
                  <a:pt x="1542819" y="581923"/>
                </a:lnTo>
                <a:lnTo>
                  <a:pt x="1544512" y="579008"/>
                </a:lnTo>
                <a:lnTo>
                  <a:pt x="1546206" y="572555"/>
                </a:lnTo>
                <a:lnTo>
                  <a:pt x="1547899" y="580342"/>
                </a:lnTo>
                <a:lnTo>
                  <a:pt x="1559754" y="488570"/>
                </a:lnTo>
                <a:lnTo>
                  <a:pt x="1566529" y="579194"/>
                </a:lnTo>
                <a:lnTo>
                  <a:pt x="1569916" y="499683"/>
                </a:lnTo>
                <a:lnTo>
                  <a:pt x="1573302" y="564908"/>
                </a:lnTo>
                <a:lnTo>
                  <a:pt x="1574996" y="534614"/>
                </a:lnTo>
                <a:lnTo>
                  <a:pt x="1576690" y="557672"/>
                </a:lnTo>
                <a:lnTo>
                  <a:pt x="1578383" y="540281"/>
                </a:lnTo>
                <a:lnTo>
                  <a:pt x="1580077" y="557642"/>
                </a:lnTo>
                <a:lnTo>
                  <a:pt x="1581771" y="556819"/>
                </a:lnTo>
                <a:lnTo>
                  <a:pt x="1583464" y="555656"/>
                </a:lnTo>
                <a:lnTo>
                  <a:pt x="1586851" y="464041"/>
                </a:lnTo>
                <a:lnTo>
                  <a:pt x="1590238" y="538724"/>
                </a:lnTo>
                <a:lnTo>
                  <a:pt x="1591932" y="535161"/>
                </a:lnTo>
                <a:lnTo>
                  <a:pt x="1598706" y="504974"/>
                </a:lnTo>
                <a:lnTo>
                  <a:pt x="1602093" y="532611"/>
                </a:lnTo>
                <a:lnTo>
                  <a:pt x="1607174" y="496390"/>
                </a:lnTo>
                <a:lnTo>
                  <a:pt x="1608867" y="530189"/>
                </a:lnTo>
                <a:lnTo>
                  <a:pt x="1615642" y="442667"/>
                </a:lnTo>
                <a:lnTo>
                  <a:pt x="1617335" y="442934"/>
                </a:lnTo>
                <a:lnTo>
                  <a:pt x="1619028" y="448752"/>
                </a:lnTo>
                <a:lnTo>
                  <a:pt x="1624109" y="384598"/>
                </a:lnTo>
                <a:lnTo>
                  <a:pt x="1625803" y="388854"/>
                </a:lnTo>
                <a:lnTo>
                  <a:pt x="1627496" y="379970"/>
                </a:lnTo>
                <a:lnTo>
                  <a:pt x="1630883" y="343002"/>
                </a:lnTo>
                <a:lnTo>
                  <a:pt x="1632577" y="340319"/>
                </a:lnTo>
                <a:lnTo>
                  <a:pt x="1637657" y="312565"/>
                </a:lnTo>
                <a:lnTo>
                  <a:pt x="1639351" y="276488"/>
                </a:lnTo>
                <a:lnTo>
                  <a:pt x="1641045" y="276855"/>
                </a:lnTo>
                <a:lnTo>
                  <a:pt x="1642738" y="278812"/>
                </a:lnTo>
                <a:lnTo>
                  <a:pt x="1644431" y="288668"/>
                </a:lnTo>
                <a:lnTo>
                  <a:pt x="1646125" y="254077"/>
                </a:lnTo>
                <a:lnTo>
                  <a:pt x="1647818" y="266907"/>
                </a:lnTo>
                <a:lnTo>
                  <a:pt x="1649512" y="257101"/>
                </a:lnTo>
                <a:lnTo>
                  <a:pt x="1651206" y="265739"/>
                </a:lnTo>
                <a:lnTo>
                  <a:pt x="1652899" y="263084"/>
                </a:lnTo>
                <a:lnTo>
                  <a:pt x="1654593" y="257205"/>
                </a:lnTo>
                <a:lnTo>
                  <a:pt x="1656286" y="260954"/>
                </a:lnTo>
                <a:lnTo>
                  <a:pt x="1657980" y="258751"/>
                </a:lnTo>
                <a:lnTo>
                  <a:pt x="1661367" y="316921"/>
                </a:lnTo>
                <a:lnTo>
                  <a:pt x="1663060" y="311777"/>
                </a:lnTo>
                <a:lnTo>
                  <a:pt x="1668141" y="345609"/>
                </a:lnTo>
                <a:lnTo>
                  <a:pt x="1673222" y="307441"/>
                </a:lnTo>
                <a:lnTo>
                  <a:pt x="1674916" y="316928"/>
                </a:lnTo>
                <a:lnTo>
                  <a:pt x="1678302" y="386833"/>
                </a:lnTo>
                <a:lnTo>
                  <a:pt x="1679996" y="370650"/>
                </a:lnTo>
                <a:lnTo>
                  <a:pt x="1681690" y="366915"/>
                </a:lnTo>
                <a:lnTo>
                  <a:pt x="1686770" y="450627"/>
                </a:lnTo>
                <a:lnTo>
                  <a:pt x="1688463" y="476072"/>
                </a:lnTo>
                <a:lnTo>
                  <a:pt x="1693544" y="396718"/>
                </a:lnTo>
                <a:lnTo>
                  <a:pt x="1696931" y="476537"/>
                </a:lnTo>
                <a:lnTo>
                  <a:pt x="1700319" y="428494"/>
                </a:lnTo>
                <a:lnTo>
                  <a:pt x="1702012" y="461207"/>
                </a:lnTo>
                <a:lnTo>
                  <a:pt x="1703705" y="458779"/>
                </a:lnTo>
                <a:lnTo>
                  <a:pt x="1705399" y="428974"/>
                </a:lnTo>
                <a:lnTo>
                  <a:pt x="1707093" y="439142"/>
                </a:lnTo>
                <a:lnTo>
                  <a:pt x="1708786" y="441473"/>
                </a:lnTo>
                <a:lnTo>
                  <a:pt x="1710480" y="438861"/>
                </a:lnTo>
                <a:lnTo>
                  <a:pt x="1713867" y="449988"/>
                </a:lnTo>
                <a:lnTo>
                  <a:pt x="1715561" y="424304"/>
                </a:lnTo>
                <a:lnTo>
                  <a:pt x="1717254" y="441706"/>
                </a:lnTo>
                <a:lnTo>
                  <a:pt x="1718947" y="439122"/>
                </a:lnTo>
                <a:lnTo>
                  <a:pt x="1722334" y="395005"/>
                </a:lnTo>
                <a:lnTo>
                  <a:pt x="1724028" y="448177"/>
                </a:lnTo>
                <a:lnTo>
                  <a:pt x="1725722" y="426919"/>
                </a:lnTo>
                <a:lnTo>
                  <a:pt x="1727415" y="467389"/>
                </a:lnTo>
                <a:lnTo>
                  <a:pt x="1729109" y="453248"/>
                </a:lnTo>
                <a:lnTo>
                  <a:pt x="1730802" y="455295"/>
                </a:lnTo>
                <a:lnTo>
                  <a:pt x="1732496" y="441708"/>
                </a:lnTo>
                <a:lnTo>
                  <a:pt x="1737576" y="461107"/>
                </a:lnTo>
                <a:lnTo>
                  <a:pt x="1739270" y="467471"/>
                </a:lnTo>
                <a:lnTo>
                  <a:pt x="1740964" y="489824"/>
                </a:lnTo>
                <a:lnTo>
                  <a:pt x="1747737" y="431969"/>
                </a:lnTo>
                <a:lnTo>
                  <a:pt x="1749431" y="456388"/>
                </a:lnTo>
                <a:lnTo>
                  <a:pt x="1751125" y="525515"/>
                </a:lnTo>
                <a:lnTo>
                  <a:pt x="1754512" y="414031"/>
                </a:lnTo>
                <a:lnTo>
                  <a:pt x="1757899" y="424906"/>
                </a:lnTo>
                <a:lnTo>
                  <a:pt x="1761286" y="391799"/>
                </a:lnTo>
                <a:lnTo>
                  <a:pt x="1762979" y="427583"/>
                </a:lnTo>
                <a:lnTo>
                  <a:pt x="1764674" y="399096"/>
                </a:lnTo>
                <a:lnTo>
                  <a:pt x="1768060" y="477123"/>
                </a:lnTo>
                <a:lnTo>
                  <a:pt x="1771447" y="403441"/>
                </a:lnTo>
                <a:lnTo>
                  <a:pt x="1773141" y="426035"/>
                </a:lnTo>
                <a:lnTo>
                  <a:pt x="1778221" y="475837"/>
                </a:lnTo>
                <a:lnTo>
                  <a:pt x="1779915" y="490528"/>
                </a:lnTo>
                <a:lnTo>
                  <a:pt x="1781609" y="482681"/>
                </a:lnTo>
                <a:lnTo>
                  <a:pt x="1783302" y="459907"/>
                </a:lnTo>
                <a:lnTo>
                  <a:pt x="1784996" y="468886"/>
                </a:lnTo>
                <a:lnTo>
                  <a:pt x="1786689" y="452391"/>
                </a:lnTo>
                <a:lnTo>
                  <a:pt x="1790077" y="366391"/>
                </a:lnTo>
                <a:lnTo>
                  <a:pt x="1791770" y="446279"/>
                </a:lnTo>
                <a:lnTo>
                  <a:pt x="1793463" y="428673"/>
                </a:lnTo>
                <a:lnTo>
                  <a:pt x="1795157" y="393456"/>
                </a:lnTo>
                <a:lnTo>
                  <a:pt x="1796850" y="399945"/>
                </a:lnTo>
                <a:lnTo>
                  <a:pt x="1801931" y="464847"/>
                </a:lnTo>
                <a:lnTo>
                  <a:pt x="1807012" y="423399"/>
                </a:lnTo>
                <a:lnTo>
                  <a:pt x="1810399" y="469151"/>
                </a:lnTo>
                <a:lnTo>
                  <a:pt x="1812092" y="423044"/>
                </a:lnTo>
                <a:lnTo>
                  <a:pt x="1813786" y="458381"/>
                </a:lnTo>
                <a:lnTo>
                  <a:pt x="1815480" y="452048"/>
                </a:lnTo>
                <a:lnTo>
                  <a:pt x="1817173" y="443643"/>
                </a:lnTo>
                <a:lnTo>
                  <a:pt x="1818867" y="458949"/>
                </a:lnTo>
                <a:lnTo>
                  <a:pt x="1822253" y="397852"/>
                </a:lnTo>
                <a:lnTo>
                  <a:pt x="1823947" y="470281"/>
                </a:lnTo>
                <a:lnTo>
                  <a:pt x="1825641" y="454962"/>
                </a:lnTo>
                <a:lnTo>
                  <a:pt x="1827334" y="376009"/>
                </a:lnTo>
                <a:lnTo>
                  <a:pt x="1829028" y="390629"/>
                </a:lnTo>
                <a:lnTo>
                  <a:pt x="1834109" y="446087"/>
                </a:lnTo>
                <a:lnTo>
                  <a:pt x="1835802" y="435980"/>
                </a:lnTo>
                <a:lnTo>
                  <a:pt x="1837495" y="431016"/>
                </a:lnTo>
                <a:lnTo>
                  <a:pt x="1839189" y="404744"/>
                </a:lnTo>
                <a:lnTo>
                  <a:pt x="1842576" y="443377"/>
                </a:lnTo>
                <a:lnTo>
                  <a:pt x="1844270" y="426960"/>
                </a:lnTo>
                <a:lnTo>
                  <a:pt x="1852737" y="469798"/>
                </a:lnTo>
                <a:lnTo>
                  <a:pt x="1854431" y="474941"/>
                </a:lnTo>
                <a:lnTo>
                  <a:pt x="1856125" y="442172"/>
                </a:lnTo>
                <a:lnTo>
                  <a:pt x="1861205" y="548755"/>
                </a:lnTo>
                <a:lnTo>
                  <a:pt x="1862898" y="535223"/>
                </a:lnTo>
                <a:lnTo>
                  <a:pt x="1867979" y="486571"/>
                </a:lnTo>
                <a:lnTo>
                  <a:pt x="1874754" y="545760"/>
                </a:lnTo>
                <a:lnTo>
                  <a:pt x="1876447" y="492824"/>
                </a:lnTo>
                <a:lnTo>
                  <a:pt x="1878140" y="512246"/>
                </a:lnTo>
                <a:lnTo>
                  <a:pt x="1881528" y="585359"/>
                </a:lnTo>
                <a:lnTo>
                  <a:pt x="1886608" y="536474"/>
                </a:lnTo>
                <a:lnTo>
                  <a:pt x="1888302" y="566793"/>
                </a:lnTo>
                <a:lnTo>
                  <a:pt x="1889996" y="542981"/>
                </a:lnTo>
                <a:lnTo>
                  <a:pt x="1891689" y="544275"/>
                </a:lnTo>
                <a:lnTo>
                  <a:pt x="1893383" y="573231"/>
                </a:lnTo>
                <a:lnTo>
                  <a:pt x="1895076" y="565141"/>
                </a:lnTo>
                <a:lnTo>
                  <a:pt x="1898463" y="541064"/>
                </a:lnTo>
                <a:lnTo>
                  <a:pt x="1903544" y="466575"/>
                </a:lnTo>
                <a:lnTo>
                  <a:pt x="1905237" y="460323"/>
                </a:lnTo>
                <a:lnTo>
                  <a:pt x="1908625" y="487020"/>
                </a:lnTo>
                <a:lnTo>
                  <a:pt x="1913705" y="442332"/>
                </a:lnTo>
                <a:lnTo>
                  <a:pt x="1915399" y="488767"/>
                </a:lnTo>
                <a:lnTo>
                  <a:pt x="1917092" y="475267"/>
                </a:lnTo>
                <a:lnTo>
                  <a:pt x="1918786" y="439771"/>
                </a:lnTo>
                <a:lnTo>
                  <a:pt x="1922173" y="508237"/>
                </a:lnTo>
                <a:lnTo>
                  <a:pt x="1925560" y="584730"/>
                </a:lnTo>
                <a:lnTo>
                  <a:pt x="1930641" y="514468"/>
                </a:lnTo>
                <a:lnTo>
                  <a:pt x="1932334" y="532927"/>
                </a:lnTo>
                <a:lnTo>
                  <a:pt x="1934028" y="551798"/>
                </a:lnTo>
                <a:lnTo>
                  <a:pt x="1937414" y="462125"/>
                </a:lnTo>
                <a:lnTo>
                  <a:pt x="1939109" y="444505"/>
                </a:lnTo>
                <a:lnTo>
                  <a:pt x="1944189" y="505123"/>
                </a:lnTo>
                <a:lnTo>
                  <a:pt x="1947576" y="442955"/>
                </a:lnTo>
                <a:lnTo>
                  <a:pt x="1949270" y="488570"/>
                </a:lnTo>
                <a:lnTo>
                  <a:pt x="1950963" y="464079"/>
                </a:lnTo>
                <a:lnTo>
                  <a:pt x="1952656" y="436754"/>
                </a:lnTo>
                <a:lnTo>
                  <a:pt x="1954350" y="476506"/>
                </a:lnTo>
                <a:lnTo>
                  <a:pt x="1957737" y="432428"/>
                </a:lnTo>
                <a:lnTo>
                  <a:pt x="1959431" y="464337"/>
                </a:lnTo>
                <a:lnTo>
                  <a:pt x="1961124" y="456035"/>
                </a:lnTo>
                <a:lnTo>
                  <a:pt x="1962818" y="456456"/>
                </a:lnTo>
                <a:lnTo>
                  <a:pt x="1964512" y="442675"/>
                </a:lnTo>
                <a:lnTo>
                  <a:pt x="1966205" y="445958"/>
                </a:lnTo>
                <a:lnTo>
                  <a:pt x="1967898" y="448617"/>
                </a:lnTo>
                <a:lnTo>
                  <a:pt x="1969592" y="446739"/>
                </a:lnTo>
                <a:lnTo>
                  <a:pt x="1971285" y="463674"/>
                </a:lnTo>
                <a:lnTo>
                  <a:pt x="1972979" y="452986"/>
                </a:lnTo>
                <a:lnTo>
                  <a:pt x="1978060" y="473703"/>
                </a:lnTo>
                <a:lnTo>
                  <a:pt x="1979753" y="449533"/>
                </a:lnTo>
                <a:lnTo>
                  <a:pt x="1981447" y="454216"/>
                </a:lnTo>
                <a:lnTo>
                  <a:pt x="1984834" y="475977"/>
                </a:lnTo>
                <a:lnTo>
                  <a:pt x="1986527" y="475961"/>
                </a:lnTo>
                <a:lnTo>
                  <a:pt x="1989915" y="459304"/>
                </a:lnTo>
                <a:lnTo>
                  <a:pt x="1993302" y="487239"/>
                </a:lnTo>
                <a:lnTo>
                  <a:pt x="1994995" y="483505"/>
                </a:lnTo>
                <a:lnTo>
                  <a:pt x="1998383" y="455539"/>
                </a:lnTo>
                <a:lnTo>
                  <a:pt x="2008544" y="541750"/>
                </a:lnTo>
                <a:lnTo>
                  <a:pt x="2015318" y="461545"/>
                </a:lnTo>
                <a:lnTo>
                  <a:pt x="2017011" y="468678"/>
                </a:lnTo>
                <a:lnTo>
                  <a:pt x="2020398" y="504605"/>
                </a:lnTo>
                <a:lnTo>
                  <a:pt x="2025479" y="478324"/>
                </a:lnTo>
                <a:lnTo>
                  <a:pt x="2028866" y="486699"/>
                </a:lnTo>
                <a:lnTo>
                  <a:pt x="2030560" y="466528"/>
                </a:lnTo>
                <a:lnTo>
                  <a:pt x="2032253" y="470361"/>
                </a:lnTo>
                <a:lnTo>
                  <a:pt x="2033947" y="466441"/>
                </a:lnTo>
                <a:lnTo>
                  <a:pt x="2037334" y="446183"/>
                </a:lnTo>
                <a:lnTo>
                  <a:pt x="2040721" y="447428"/>
                </a:lnTo>
                <a:lnTo>
                  <a:pt x="2044108" y="497193"/>
                </a:lnTo>
                <a:lnTo>
                  <a:pt x="2047495" y="502619"/>
                </a:lnTo>
                <a:lnTo>
                  <a:pt x="2049189" y="500126"/>
                </a:lnTo>
                <a:lnTo>
                  <a:pt x="2052576" y="458010"/>
                </a:lnTo>
                <a:lnTo>
                  <a:pt x="2057656" y="446043"/>
                </a:lnTo>
                <a:lnTo>
                  <a:pt x="2064431" y="528326"/>
                </a:lnTo>
                <a:lnTo>
                  <a:pt x="2066124" y="523302"/>
                </a:lnTo>
                <a:lnTo>
                  <a:pt x="2071204" y="407401"/>
                </a:lnTo>
                <a:lnTo>
                  <a:pt x="2076285" y="480758"/>
                </a:lnTo>
                <a:lnTo>
                  <a:pt x="2079672" y="441068"/>
                </a:lnTo>
                <a:lnTo>
                  <a:pt x="2081366" y="451499"/>
                </a:lnTo>
                <a:lnTo>
                  <a:pt x="2083060" y="451226"/>
                </a:lnTo>
                <a:lnTo>
                  <a:pt x="2084753" y="399764"/>
                </a:lnTo>
                <a:lnTo>
                  <a:pt x="2086446" y="421237"/>
                </a:lnTo>
                <a:lnTo>
                  <a:pt x="2088140" y="477561"/>
                </a:lnTo>
                <a:lnTo>
                  <a:pt x="2089834" y="462679"/>
                </a:lnTo>
                <a:lnTo>
                  <a:pt x="2094914" y="417782"/>
                </a:lnTo>
                <a:lnTo>
                  <a:pt x="2098302" y="515385"/>
                </a:lnTo>
                <a:lnTo>
                  <a:pt x="2099995" y="504297"/>
                </a:lnTo>
                <a:lnTo>
                  <a:pt x="2103382" y="468807"/>
                </a:lnTo>
                <a:lnTo>
                  <a:pt x="2106769" y="434405"/>
                </a:lnTo>
                <a:lnTo>
                  <a:pt x="2108463" y="370347"/>
                </a:lnTo>
                <a:lnTo>
                  <a:pt x="2110156" y="401027"/>
                </a:lnTo>
                <a:lnTo>
                  <a:pt x="2111849" y="413529"/>
                </a:lnTo>
                <a:lnTo>
                  <a:pt x="2115237" y="456499"/>
                </a:lnTo>
                <a:lnTo>
                  <a:pt x="2116930" y="456670"/>
                </a:lnTo>
                <a:lnTo>
                  <a:pt x="2122011" y="436658"/>
                </a:lnTo>
                <a:lnTo>
                  <a:pt x="2125398" y="396662"/>
                </a:lnTo>
                <a:lnTo>
                  <a:pt x="2132172" y="413635"/>
                </a:lnTo>
                <a:lnTo>
                  <a:pt x="2133866" y="408294"/>
                </a:lnTo>
                <a:lnTo>
                  <a:pt x="2138947" y="356876"/>
                </a:lnTo>
                <a:lnTo>
                  <a:pt x="2142334" y="374278"/>
                </a:lnTo>
                <a:lnTo>
                  <a:pt x="2145720" y="375851"/>
                </a:lnTo>
                <a:lnTo>
                  <a:pt x="2149108" y="341088"/>
                </a:lnTo>
                <a:lnTo>
                  <a:pt x="2150801" y="353873"/>
                </a:lnTo>
                <a:lnTo>
                  <a:pt x="2157576" y="448800"/>
                </a:lnTo>
                <a:lnTo>
                  <a:pt x="2159269" y="445784"/>
                </a:lnTo>
                <a:lnTo>
                  <a:pt x="2160962" y="399617"/>
                </a:lnTo>
                <a:lnTo>
                  <a:pt x="2162656" y="413058"/>
                </a:lnTo>
                <a:lnTo>
                  <a:pt x="2164350" y="449176"/>
                </a:lnTo>
                <a:lnTo>
                  <a:pt x="2166043" y="444008"/>
                </a:lnTo>
                <a:lnTo>
                  <a:pt x="2167737" y="438299"/>
                </a:lnTo>
                <a:lnTo>
                  <a:pt x="2169430" y="487280"/>
                </a:lnTo>
                <a:lnTo>
                  <a:pt x="2172818" y="399374"/>
                </a:lnTo>
                <a:lnTo>
                  <a:pt x="2174511" y="422166"/>
                </a:lnTo>
                <a:lnTo>
                  <a:pt x="2176204" y="473949"/>
                </a:lnTo>
                <a:lnTo>
                  <a:pt x="2177898" y="473338"/>
                </a:lnTo>
                <a:lnTo>
                  <a:pt x="2179592" y="472097"/>
                </a:lnTo>
                <a:lnTo>
                  <a:pt x="2181285" y="474998"/>
                </a:lnTo>
                <a:lnTo>
                  <a:pt x="2184672" y="498929"/>
                </a:lnTo>
                <a:lnTo>
                  <a:pt x="2186365" y="498555"/>
                </a:lnTo>
                <a:lnTo>
                  <a:pt x="2188060" y="493779"/>
                </a:lnTo>
                <a:lnTo>
                  <a:pt x="2189753" y="500655"/>
                </a:lnTo>
                <a:lnTo>
                  <a:pt x="2191446" y="555358"/>
                </a:lnTo>
                <a:lnTo>
                  <a:pt x="2196527" y="484104"/>
                </a:lnTo>
                <a:lnTo>
                  <a:pt x="2198221" y="530609"/>
                </a:lnTo>
                <a:lnTo>
                  <a:pt x="2199914" y="509229"/>
                </a:lnTo>
                <a:lnTo>
                  <a:pt x="2201607" y="508110"/>
                </a:lnTo>
                <a:lnTo>
                  <a:pt x="2206688" y="561474"/>
                </a:lnTo>
                <a:lnTo>
                  <a:pt x="2211769" y="514180"/>
                </a:lnTo>
                <a:lnTo>
                  <a:pt x="2213463" y="527140"/>
                </a:lnTo>
                <a:lnTo>
                  <a:pt x="2215156" y="580160"/>
                </a:lnTo>
                <a:lnTo>
                  <a:pt x="2216849" y="534297"/>
                </a:lnTo>
                <a:lnTo>
                  <a:pt x="2218543" y="569143"/>
                </a:lnTo>
                <a:lnTo>
                  <a:pt x="2220236" y="527104"/>
                </a:lnTo>
                <a:lnTo>
                  <a:pt x="2221930" y="531951"/>
                </a:lnTo>
                <a:lnTo>
                  <a:pt x="2223624" y="541429"/>
                </a:lnTo>
                <a:lnTo>
                  <a:pt x="2228704" y="505667"/>
                </a:lnTo>
                <a:lnTo>
                  <a:pt x="2230398" y="511739"/>
                </a:lnTo>
                <a:lnTo>
                  <a:pt x="2233785" y="533982"/>
                </a:lnTo>
                <a:lnTo>
                  <a:pt x="2235478" y="518470"/>
                </a:lnTo>
                <a:lnTo>
                  <a:pt x="2237172" y="525256"/>
                </a:lnTo>
                <a:lnTo>
                  <a:pt x="2238866" y="517040"/>
                </a:lnTo>
                <a:lnTo>
                  <a:pt x="2242253" y="479364"/>
                </a:lnTo>
                <a:lnTo>
                  <a:pt x="2247334" y="563073"/>
                </a:lnTo>
                <a:lnTo>
                  <a:pt x="2249027" y="578237"/>
                </a:lnTo>
                <a:lnTo>
                  <a:pt x="2250720" y="567103"/>
                </a:lnTo>
                <a:lnTo>
                  <a:pt x="2254107" y="630709"/>
                </a:lnTo>
                <a:lnTo>
                  <a:pt x="2255801" y="627589"/>
                </a:lnTo>
                <a:lnTo>
                  <a:pt x="2257495" y="597450"/>
                </a:lnTo>
                <a:lnTo>
                  <a:pt x="2259188" y="601722"/>
                </a:lnTo>
                <a:lnTo>
                  <a:pt x="2260881" y="609656"/>
                </a:lnTo>
                <a:lnTo>
                  <a:pt x="2265962" y="580334"/>
                </a:lnTo>
                <a:lnTo>
                  <a:pt x="2269349" y="595543"/>
                </a:lnTo>
                <a:lnTo>
                  <a:pt x="2271043" y="590076"/>
                </a:lnTo>
                <a:lnTo>
                  <a:pt x="2272737" y="565830"/>
                </a:lnTo>
                <a:lnTo>
                  <a:pt x="2274430" y="570446"/>
                </a:lnTo>
                <a:lnTo>
                  <a:pt x="2276123" y="575903"/>
                </a:lnTo>
                <a:lnTo>
                  <a:pt x="2287979" y="463069"/>
                </a:lnTo>
                <a:lnTo>
                  <a:pt x="2289672" y="473764"/>
                </a:lnTo>
                <a:lnTo>
                  <a:pt x="2294752" y="428337"/>
                </a:lnTo>
                <a:lnTo>
                  <a:pt x="2311688" y="259068"/>
                </a:lnTo>
                <a:lnTo>
                  <a:pt x="2313382" y="254393"/>
                </a:lnTo>
                <a:lnTo>
                  <a:pt x="2318462" y="310360"/>
                </a:lnTo>
                <a:lnTo>
                  <a:pt x="2320155" y="294316"/>
                </a:lnTo>
                <a:lnTo>
                  <a:pt x="2323543" y="346483"/>
                </a:lnTo>
                <a:lnTo>
                  <a:pt x="2325236" y="337794"/>
                </a:lnTo>
                <a:lnTo>
                  <a:pt x="2326930" y="332334"/>
                </a:lnTo>
                <a:lnTo>
                  <a:pt x="2328623" y="316852"/>
                </a:lnTo>
                <a:lnTo>
                  <a:pt x="2332011" y="383305"/>
                </a:lnTo>
                <a:lnTo>
                  <a:pt x="2333704" y="350539"/>
                </a:lnTo>
                <a:lnTo>
                  <a:pt x="2335397" y="370020"/>
                </a:lnTo>
                <a:lnTo>
                  <a:pt x="2337091" y="361768"/>
                </a:lnTo>
                <a:lnTo>
                  <a:pt x="2338785" y="372870"/>
                </a:lnTo>
                <a:lnTo>
                  <a:pt x="2342172" y="364944"/>
                </a:lnTo>
                <a:lnTo>
                  <a:pt x="2348946" y="445664"/>
                </a:lnTo>
                <a:lnTo>
                  <a:pt x="2352333" y="361976"/>
                </a:lnTo>
                <a:lnTo>
                  <a:pt x="2359107" y="428854"/>
                </a:lnTo>
                <a:lnTo>
                  <a:pt x="2360801" y="442038"/>
                </a:lnTo>
                <a:lnTo>
                  <a:pt x="2364188" y="383336"/>
                </a:lnTo>
                <a:lnTo>
                  <a:pt x="2365881" y="382368"/>
                </a:lnTo>
                <a:lnTo>
                  <a:pt x="2367575" y="447101"/>
                </a:lnTo>
                <a:lnTo>
                  <a:pt x="2369268" y="368622"/>
                </a:lnTo>
                <a:lnTo>
                  <a:pt x="2370962" y="370349"/>
                </a:lnTo>
                <a:lnTo>
                  <a:pt x="2376043" y="424116"/>
                </a:lnTo>
                <a:lnTo>
                  <a:pt x="2379430" y="410576"/>
                </a:lnTo>
                <a:lnTo>
                  <a:pt x="2381123" y="397596"/>
                </a:lnTo>
                <a:lnTo>
                  <a:pt x="2382817" y="435086"/>
                </a:lnTo>
                <a:lnTo>
                  <a:pt x="2387898" y="363115"/>
                </a:lnTo>
                <a:lnTo>
                  <a:pt x="2389591" y="447282"/>
                </a:lnTo>
                <a:lnTo>
                  <a:pt x="2391285" y="442093"/>
                </a:lnTo>
                <a:lnTo>
                  <a:pt x="2392978" y="418782"/>
                </a:lnTo>
                <a:lnTo>
                  <a:pt x="2394671" y="422030"/>
                </a:lnTo>
                <a:lnTo>
                  <a:pt x="2396365" y="425936"/>
                </a:lnTo>
                <a:lnTo>
                  <a:pt x="2399752" y="374860"/>
                </a:lnTo>
                <a:lnTo>
                  <a:pt x="2403139" y="421083"/>
                </a:lnTo>
                <a:lnTo>
                  <a:pt x="2404833" y="425340"/>
                </a:lnTo>
                <a:lnTo>
                  <a:pt x="2408220" y="397943"/>
                </a:lnTo>
                <a:lnTo>
                  <a:pt x="2413301" y="363074"/>
                </a:lnTo>
                <a:lnTo>
                  <a:pt x="2416688" y="379883"/>
                </a:lnTo>
                <a:lnTo>
                  <a:pt x="2420074" y="357844"/>
                </a:lnTo>
                <a:lnTo>
                  <a:pt x="2421769" y="358263"/>
                </a:lnTo>
                <a:lnTo>
                  <a:pt x="2423462" y="372789"/>
                </a:lnTo>
                <a:lnTo>
                  <a:pt x="2428542" y="327858"/>
                </a:lnTo>
                <a:lnTo>
                  <a:pt x="2430236" y="336764"/>
                </a:lnTo>
                <a:lnTo>
                  <a:pt x="2431930" y="289946"/>
                </a:lnTo>
                <a:lnTo>
                  <a:pt x="2433623" y="323496"/>
                </a:lnTo>
                <a:lnTo>
                  <a:pt x="2435316" y="306761"/>
                </a:lnTo>
                <a:lnTo>
                  <a:pt x="2437010" y="300848"/>
                </a:lnTo>
                <a:lnTo>
                  <a:pt x="2442091" y="253672"/>
                </a:lnTo>
                <a:lnTo>
                  <a:pt x="2443784" y="302389"/>
                </a:lnTo>
                <a:lnTo>
                  <a:pt x="2448865" y="236203"/>
                </a:lnTo>
                <a:lnTo>
                  <a:pt x="2450558" y="251638"/>
                </a:lnTo>
                <a:lnTo>
                  <a:pt x="2453946" y="172715"/>
                </a:lnTo>
                <a:lnTo>
                  <a:pt x="2459026" y="247982"/>
                </a:lnTo>
                <a:lnTo>
                  <a:pt x="2462414" y="139002"/>
                </a:lnTo>
                <a:lnTo>
                  <a:pt x="2464107" y="140901"/>
                </a:lnTo>
                <a:lnTo>
                  <a:pt x="2465801" y="169795"/>
                </a:lnTo>
                <a:lnTo>
                  <a:pt x="2467494" y="156761"/>
                </a:lnTo>
                <a:lnTo>
                  <a:pt x="2469187" y="138627"/>
                </a:lnTo>
                <a:lnTo>
                  <a:pt x="2470881" y="172988"/>
                </a:lnTo>
                <a:lnTo>
                  <a:pt x="2472575" y="128909"/>
                </a:lnTo>
                <a:lnTo>
                  <a:pt x="2474268" y="133860"/>
                </a:lnTo>
                <a:lnTo>
                  <a:pt x="2475962" y="163537"/>
                </a:lnTo>
                <a:lnTo>
                  <a:pt x="2482736" y="16908"/>
                </a:lnTo>
                <a:lnTo>
                  <a:pt x="2484429" y="22884"/>
                </a:lnTo>
                <a:lnTo>
                  <a:pt x="2487817" y="199623"/>
                </a:lnTo>
                <a:lnTo>
                  <a:pt x="2492897" y="41581"/>
                </a:lnTo>
                <a:lnTo>
                  <a:pt x="2494590" y="59653"/>
                </a:lnTo>
                <a:lnTo>
                  <a:pt x="2499671" y="178868"/>
                </a:lnTo>
                <a:lnTo>
                  <a:pt x="2503058" y="57630"/>
                </a:lnTo>
                <a:lnTo>
                  <a:pt x="2504752" y="129936"/>
                </a:lnTo>
                <a:lnTo>
                  <a:pt x="2506446" y="93369"/>
                </a:lnTo>
                <a:lnTo>
                  <a:pt x="2509832" y="236494"/>
                </a:lnTo>
                <a:lnTo>
                  <a:pt x="2511526" y="177488"/>
                </a:lnTo>
                <a:lnTo>
                  <a:pt x="2514913" y="0"/>
                </a:lnTo>
                <a:lnTo>
                  <a:pt x="2518300" y="122623"/>
                </a:lnTo>
                <a:lnTo>
                  <a:pt x="2519994" y="209486"/>
                </a:lnTo>
                <a:lnTo>
                  <a:pt x="2521688" y="186880"/>
                </a:lnTo>
                <a:lnTo>
                  <a:pt x="2525074" y="103289"/>
                </a:lnTo>
                <a:lnTo>
                  <a:pt x="2528462" y="231499"/>
                </a:lnTo>
                <a:lnTo>
                  <a:pt x="2531849" y="92073"/>
                </a:lnTo>
                <a:lnTo>
                  <a:pt x="2535236" y="164337"/>
                </a:lnTo>
                <a:lnTo>
                  <a:pt x="2536930" y="148719"/>
                </a:lnTo>
                <a:lnTo>
                  <a:pt x="2540316" y="268892"/>
                </a:lnTo>
                <a:lnTo>
                  <a:pt x="2542010" y="278262"/>
                </a:lnTo>
                <a:lnTo>
                  <a:pt x="2545397" y="156145"/>
                </a:lnTo>
                <a:lnTo>
                  <a:pt x="2547091" y="248519"/>
                </a:lnTo>
                <a:lnTo>
                  <a:pt x="2548784" y="228780"/>
                </a:lnTo>
                <a:lnTo>
                  <a:pt x="2552171" y="196213"/>
                </a:lnTo>
                <a:lnTo>
                  <a:pt x="2557252" y="254528"/>
                </a:lnTo>
                <a:lnTo>
                  <a:pt x="2558945" y="232745"/>
                </a:lnTo>
                <a:lnTo>
                  <a:pt x="2562333" y="359239"/>
                </a:lnTo>
                <a:lnTo>
                  <a:pt x="2564026" y="321071"/>
                </a:lnTo>
                <a:lnTo>
                  <a:pt x="2565720" y="249327"/>
                </a:lnTo>
                <a:lnTo>
                  <a:pt x="2567413" y="280430"/>
                </a:lnTo>
                <a:lnTo>
                  <a:pt x="2570801" y="382634"/>
                </a:lnTo>
                <a:lnTo>
                  <a:pt x="2572494" y="321717"/>
                </a:lnTo>
                <a:lnTo>
                  <a:pt x="2574187" y="395118"/>
                </a:lnTo>
                <a:lnTo>
                  <a:pt x="2575881" y="361614"/>
                </a:lnTo>
                <a:lnTo>
                  <a:pt x="2577574" y="353284"/>
                </a:lnTo>
                <a:lnTo>
                  <a:pt x="2579268" y="313521"/>
                </a:lnTo>
                <a:lnTo>
                  <a:pt x="2580962" y="334773"/>
                </a:lnTo>
                <a:lnTo>
                  <a:pt x="2582655" y="410988"/>
                </a:lnTo>
                <a:lnTo>
                  <a:pt x="2584348" y="342829"/>
                </a:lnTo>
                <a:lnTo>
                  <a:pt x="2586042" y="360208"/>
                </a:lnTo>
                <a:lnTo>
                  <a:pt x="2587736" y="478650"/>
                </a:lnTo>
                <a:lnTo>
                  <a:pt x="2589429" y="429305"/>
                </a:lnTo>
                <a:lnTo>
                  <a:pt x="2594510" y="371154"/>
                </a:lnTo>
                <a:lnTo>
                  <a:pt x="2596204" y="412482"/>
                </a:lnTo>
                <a:lnTo>
                  <a:pt x="2597897" y="403112"/>
                </a:lnTo>
                <a:lnTo>
                  <a:pt x="2601284" y="346793"/>
                </a:lnTo>
                <a:lnTo>
                  <a:pt x="2602977" y="500169"/>
                </a:lnTo>
                <a:lnTo>
                  <a:pt x="2604671" y="459439"/>
                </a:lnTo>
                <a:lnTo>
                  <a:pt x="2606365" y="316354"/>
                </a:lnTo>
                <a:lnTo>
                  <a:pt x="2609752" y="533030"/>
                </a:lnTo>
                <a:lnTo>
                  <a:pt x="2611445" y="396085"/>
                </a:lnTo>
                <a:lnTo>
                  <a:pt x="2613139" y="418569"/>
                </a:lnTo>
                <a:lnTo>
                  <a:pt x="2618219" y="293760"/>
                </a:lnTo>
                <a:lnTo>
                  <a:pt x="2621607" y="451158"/>
                </a:lnTo>
                <a:lnTo>
                  <a:pt x="2624994" y="308193"/>
                </a:lnTo>
                <a:lnTo>
                  <a:pt x="2626687" y="336340"/>
                </a:lnTo>
                <a:lnTo>
                  <a:pt x="2630074" y="497310"/>
                </a:lnTo>
                <a:lnTo>
                  <a:pt x="2631768" y="473399"/>
                </a:lnTo>
                <a:lnTo>
                  <a:pt x="2633461" y="369050"/>
                </a:lnTo>
                <a:lnTo>
                  <a:pt x="2635155" y="426186"/>
                </a:lnTo>
                <a:lnTo>
                  <a:pt x="2636849" y="486173"/>
                </a:lnTo>
                <a:lnTo>
                  <a:pt x="2640236" y="328086"/>
                </a:lnTo>
                <a:lnTo>
                  <a:pt x="2643622" y="584895"/>
                </a:lnTo>
                <a:lnTo>
                  <a:pt x="2648703" y="343658"/>
                </a:lnTo>
                <a:lnTo>
                  <a:pt x="2650397" y="373358"/>
                </a:lnTo>
                <a:lnTo>
                  <a:pt x="2652090" y="450708"/>
                </a:lnTo>
                <a:lnTo>
                  <a:pt x="2653784" y="357662"/>
                </a:lnTo>
                <a:lnTo>
                  <a:pt x="2655478" y="404309"/>
                </a:lnTo>
                <a:lnTo>
                  <a:pt x="2658864" y="296208"/>
                </a:lnTo>
                <a:lnTo>
                  <a:pt x="2662252" y="451939"/>
                </a:lnTo>
                <a:lnTo>
                  <a:pt x="2665639" y="319516"/>
                </a:lnTo>
                <a:lnTo>
                  <a:pt x="2669025" y="397149"/>
                </a:lnTo>
                <a:lnTo>
                  <a:pt x="2670720" y="398977"/>
                </a:lnTo>
                <a:lnTo>
                  <a:pt x="2672413" y="358985"/>
                </a:lnTo>
                <a:lnTo>
                  <a:pt x="2674106" y="367255"/>
                </a:lnTo>
                <a:lnTo>
                  <a:pt x="2675800" y="424038"/>
                </a:lnTo>
                <a:lnTo>
                  <a:pt x="2677493" y="337463"/>
                </a:lnTo>
                <a:lnTo>
                  <a:pt x="2680881" y="478376"/>
                </a:lnTo>
                <a:lnTo>
                  <a:pt x="2682574" y="373585"/>
                </a:lnTo>
                <a:lnTo>
                  <a:pt x="2684267" y="456522"/>
                </a:lnTo>
                <a:lnTo>
                  <a:pt x="2685961" y="383682"/>
                </a:lnTo>
                <a:lnTo>
                  <a:pt x="2687655" y="398352"/>
                </a:lnTo>
                <a:lnTo>
                  <a:pt x="2691042" y="360131"/>
                </a:lnTo>
                <a:lnTo>
                  <a:pt x="2692735" y="417662"/>
                </a:lnTo>
                <a:lnTo>
                  <a:pt x="2694429" y="407333"/>
                </a:lnTo>
                <a:lnTo>
                  <a:pt x="2697816" y="324487"/>
                </a:lnTo>
                <a:lnTo>
                  <a:pt x="2699510" y="448107"/>
                </a:lnTo>
                <a:lnTo>
                  <a:pt x="2701203" y="429272"/>
                </a:lnTo>
                <a:lnTo>
                  <a:pt x="2702896" y="348151"/>
                </a:lnTo>
                <a:lnTo>
                  <a:pt x="2704590" y="452195"/>
                </a:lnTo>
                <a:lnTo>
                  <a:pt x="2706284" y="445348"/>
                </a:lnTo>
                <a:lnTo>
                  <a:pt x="2707977" y="430818"/>
                </a:lnTo>
                <a:lnTo>
                  <a:pt x="2711365" y="297712"/>
                </a:lnTo>
                <a:lnTo>
                  <a:pt x="2713058" y="311979"/>
                </a:lnTo>
                <a:lnTo>
                  <a:pt x="2718138" y="462004"/>
                </a:lnTo>
                <a:lnTo>
                  <a:pt x="2721526" y="325706"/>
                </a:lnTo>
                <a:lnTo>
                  <a:pt x="2723219" y="497141"/>
                </a:lnTo>
                <a:lnTo>
                  <a:pt x="2724913" y="473386"/>
                </a:lnTo>
                <a:lnTo>
                  <a:pt x="2728300" y="326958"/>
                </a:lnTo>
                <a:lnTo>
                  <a:pt x="2731687" y="425370"/>
                </a:lnTo>
                <a:lnTo>
                  <a:pt x="2733380" y="462355"/>
                </a:lnTo>
                <a:lnTo>
                  <a:pt x="2735074" y="371745"/>
                </a:lnTo>
                <a:lnTo>
                  <a:pt x="2736768" y="442383"/>
                </a:lnTo>
                <a:lnTo>
                  <a:pt x="2738461" y="407702"/>
                </a:lnTo>
                <a:lnTo>
                  <a:pt x="2740155" y="422197"/>
                </a:lnTo>
                <a:lnTo>
                  <a:pt x="2743541" y="319047"/>
                </a:lnTo>
                <a:lnTo>
                  <a:pt x="2745236" y="326675"/>
                </a:lnTo>
                <a:lnTo>
                  <a:pt x="2748622" y="481857"/>
                </a:lnTo>
                <a:lnTo>
                  <a:pt x="2752009" y="259283"/>
                </a:lnTo>
                <a:lnTo>
                  <a:pt x="2753703" y="320073"/>
                </a:lnTo>
                <a:lnTo>
                  <a:pt x="2757090" y="542659"/>
                </a:lnTo>
                <a:lnTo>
                  <a:pt x="2762171" y="274983"/>
                </a:lnTo>
                <a:lnTo>
                  <a:pt x="2763864" y="351131"/>
                </a:lnTo>
                <a:lnTo>
                  <a:pt x="2765558" y="340722"/>
                </a:lnTo>
                <a:lnTo>
                  <a:pt x="2767251" y="369353"/>
                </a:lnTo>
                <a:lnTo>
                  <a:pt x="2768945" y="309286"/>
                </a:lnTo>
                <a:lnTo>
                  <a:pt x="2770639" y="453855"/>
                </a:lnTo>
                <a:lnTo>
                  <a:pt x="2772332" y="410035"/>
                </a:lnTo>
                <a:lnTo>
                  <a:pt x="2774025" y="353714"/>
                </a:lnTo>
                <a:lnTo>
                  <a:pt x="2775719" y="390354"/>
                </a:lnTo>
                <a:lnTo>
                  <a:pt x="2777412" y="363387"/>
                </a:lnTo>
                <a:lnTo>
                  <a:pt x="2779106" y="443683"/>
                </a:lnTo>
                <a:lnTo>
                  <a:pt x="2780800" y="409265"/>
                </a:lnTo>
                <a:lnTo>
                  <a:pt x="2782493" y="361142"/>
                </a:lnTo>
                <a:lnTo>
                  <a:pt x="2784187" y="456373"/>
                </a:lnTo>
                <a:lnTo>
                  <a:pt x="2785880" y="436702"/>
                </a:lnTo>
                <a:lnTo>
                  <a:pt x="2787574" y="328035"/>
                </a:lnTo>
                <a:lnTo>
                  <a:pt x="2790961" y="418527"/>
                </a:lnTo>
                <a:lnTo>
                  <a:pt x="2794348" y="354413"/>
                </a:lnTo>
                <a:lnTo>
                  <a:pt x="2796042" y="426302"/>
                </a:lnTo>
                <a:lnTo>
                  <a:pt x="2799429" y="344215"/>
                </a:lnTo>
                <a:lnTo>
                  <a:pt x="2801122" y="372804"/>
                </a:lnTo>
                <a:lnTo>
                  <a:pt x="2802816" y="498546"/>
                </a:lnTo>
                <a:lnTo>
                  <a:pt x="2806203" y="370600"/>
                </a:lnTo>
                <a:lnTo>
                  <a:pt x="2807896" y="428197"/>
                </a:lnTo>
                <a:lnTo>
                  <a:pt x="2809590" y="420229"/>
                </a:lnTo>
                <a:lnTo>
                  <a:pt x="2811284" y="442051"/>
                </a:lnTo>
                <a:lnTo>
                  <a:pt x="2812977" y="384710"/>
                </a:lnTo>
                <a:lnTo>
                  <a:pt x="2814671" y="389165"/>
                </a:lnTo>
                <a:lnTo>
                  <a:pt x="2816364" y="439088"/>
                </a:lnTo>
                <a:lnTo>
                  <a:pt x="2818057" y="438271"/>
                </a:lnTo>
                <a:lnTo>
                  <a:pt x="2819752" y="359111"/>
                </a:lnTo>
                <a:lnTo>
                  <a:pt x="2821445" y="371844"/>
                </a:lnTo>
                <a:lnTo>
                  <a:pt x="2826525" y="433340"/>
                </a:lnTo>
                <a:lnTo>
                  <a:pt x="2828219" y="380685"/>
                </a:lnTo>
                <a:lnTo>
                  <a:pt x="2831606" y="559264"/>
                </a:lnTo>
                <a:lnTo>
                  <a:pt x="2836687" y="348180"/>
                </a:lnTo>
                <a:lnTo>
                  <a:pt x="2840074" y="458797"/>
                </a:lnTo>
                <a:lnTo>
                  <a:pt x="2841767" y="364981"/>
                </a:lnTo>
                <a:lnTo>
                  <a:pt x="2843461" y="416056"/>
                </a:lnTo>
                <a:lnTo>
                  <a:pt x="2846848" y="642614"/>
                </a:lnTo>
                <a:lnTo>
                  <a:pt x="2851928" y="387566"/>
                </a:lnTo>
                <a:lnTo>
                  <a:pt x="2855316" y="377733"/>
                </a:lnTo>
                <a:lnTo>
                  <a:pt x="2857009" y="330189"/>
                </a:lnTo>
                <a:lnTo>
                  <a:pt x="2860396" y="433183"/>
                </a:lnTo>
                <a:lnTo>
                  <a:pt x="2862090" y="360137"/>
                </a:lnTo>
                <a:lnTo>
                  <a:pt x="2863783" y="388094"/>
                </a:lnTo>
                <a:lnTo>
                  <a:pt x="2865477" y="409186"/>
                </a:lnTo>
                <a:lnTo>
                  <a:pt x="2867170" y="406726"/>
                </a:lnTo>
                <a:lnTo>
                  <a:pt x="2872251" y="290378"/>
                </a:lnTo>
                <a:lnTo>
                  <a:pt x="2875638" y="552541"/>
                </a:lnTo>
                <a:lnTo>
                  <a:pt x="2877332" y="510679"/>
                </a:lnTo>
                <a:lnTo>
                  <a:pt x="2879025" y="346120"/>
                </a:lnTo>
                <a:lnTo>
                  <a:pt x="2880719" y="374860"/>
                </a:lnTo>
                <a:lnTo>
                  <a:pt x="2882412" y="362531"/>
                </a:lnTo>
                <a:lnTo>
                  <a:pt x="2887493" y="439416"/>
                </a:lnTo>
                <a:lnTo>
                  <a:pt x="2890880" y="374630"/>
                </a:lnTo>
                <a:lnTo>
                  <a:pt x="2892573" y="437917"/>
                </a:lnTo>
                <a:lnTo>
                  <a:pt x="2894267" y="436024"/>
                </a:lnTo>
                <a:lnTo>
                  <a:pt x="2897654" y="379636"/>
                </a:lnTo>
                <a:lnTo>
                  <a:pt x="2899348" y="428651"/>
                </a:lnTo>
                <a:lnTo>
                  <a:pt x="2901041" y="408168"/>
                </a:lnTo>
                <a:lnTo>
                  <a:pt x="2902735" y="400520"/>
                </a:lnTo>
                <a:lnTo>
                  <a:pt x="2906122" y="463529"/>
                </a:lnTo>
                <a:lnTo>
                  <a:pt x="2909509" y="355454"/>
                </a:lnTo>
                <a:lnTo>
                  <a:pt x="2912896" y="417668"/>
                </a:lnTo>
                <a:lnTo>
                  <a:pt x="2914590" y="417663"/>
                </a:lnTo>
                <a:lnTo>
                  <a:pt x="2916283" y="383439"/>
                </a:lnTo>
                <a:lnTo>
                  <a:pt x="2917976" y="398206"/>
                </a:lnTo>
                <a:lnTo>
                  <a:pt x="2923057" y="478331"/>
                </a:lnTo>
                <a:lnTo>
                  <a:pt x="2926444" y="373725"/>
                </a:lnTo>
                <a:lnTo>
                  <a:pt x="2928138" y="441154"/>
                </a:lnTo>
                <a:lnTo>
                  <a:pt x="2929832" y="354263"/>
                </a:lnTo>
                <a:lnTo>
                  <a:pt x="2931525" y="375045"/>
                </a:lnTo>
                <a:lnTo>
                  <a:pt x="2936606" y="453250"/>
                </a:lnTo>
                <a:lnTo>
                  <a:pt x="2938299" y="461443"/>
                </a:lnTo>
                <a:lnTo>
                  <a:pt x="2941686" y="356422"/>
                </a:lnTo>
                <a:lnTo>
                  <a:pt x="2945074" y="438240"/>
                </a:lnTo>
                <a:lnTo>
                  <a:pt x="2946767" y="435281"/>
                </a:lnTo>
                <a:lnTo>
                  <a:pt x="2948461" y="394127"/>
                </a:lnTo>
                <a:lnTo>
                  <a:pt x="2950154" y="398655"/>
                </a:lnTo>
                <a:lnTo>
                  <a:pt x="2951847" y="453232"/>
                </a:lnTo>
                <a:lnTo>
                  <a:pt x="2953541" y="380294"/>
                </a:lnTo>
                <a:lnTo>
                  <a:pt x="2955235" y="389842"/>
                </a:lnTo>
                <a:lnTo>
                  <a:pt x="2956928" y="413957"/>
                </a:lnTo>
                <a:lnTo>
                  <a:pt x="2958622" y="406271"/>
                </a:lnTo>
                <a:lnTo>
                  <a:pt x="2960315" y="407157"/>
                </a:lnTo>
                <a:lnTo>
                  <a:pt x="2962009" y="394115"/>
                </a:lnTo>
                <a:lnTo>
                  <a:pt x="2963703" y="347578"/>
                </a:lnTo>
                <a:lnTo>
                  <a:pt x="2965396" y="351554"/>
                </a:lnTo>
                <a:lnTo>
                  <a:pt x="2967089" y="468470"/>
                </a:lnTo>
                <a:lnTo>
                  <a:pt x="2968783" y="457409"/>
                </a:lnTo>
                <a:lnTo>
                  <a:pt x="2972170" y="375361"/>
                </a:lnTo>
                <a:lnTo>
                  <a:pt x="2973864" y="382086"/>
                </a:lnTo>
                <a:lnTo>
                  <a:pt x="2977251" y="366704"/>
                </a:lnTo>
                <a:lnTo>
                  <a:pt x="2980638" y="500240"/>
                </a:lnTo>
                <a:lnTo>
                  <a:pt x="2982331" y="430334"/>
                </a:lnTo>
                <a:lnTo>
                  <a:pt x="2984025" y="366536"/>
                </a:lnTo>
                <a:lnTo>
                  <a:pt x="2987412" y="439977"/>
                </a:lnTo>
                <a:lnTo>
                  <a:pt x="2989106" y="337396"/>
                </a:lnTo>
                <a:lnTo>
                  <a:pt x="2990799" y="339370"/>
                </a:lnTo>
                <a:lnTo>
                  <a:pt x="2992492" y="521095"/>
                </a:lnTo>
                <a:lnTo>
                  <a:pt x="2994187" y="461845"/>
                </a:lnTo>
                <a:lnTo>
                  <a:pt x="2995880" y="356160"/>
                </a:lnTo>
                <a:lnTo>
                  <a:pt x="2997573" y="358315"/>
                </a:lnTo>
                <a:lnTo>
                  <a:pt x="3000960" y="434600"/>
                </a:lnTo>
                <a:lnTo>
                  <a:pt x="3002654" y="430244"/>
                </a:lnTo>
                <a:lnTo>
                  <a:pt x="3004348" y="466912"/>
                </a:lnTo>
                <a:lnTo>
                  <a:pt x="3009428" y="346017"/>
                </a:lnTo>
                <a:lnTo>
                  <a:pt x="3012815" y="423618"/>
                </a:lnTo>
                <a:lnTo>
                  <a:pt x="3014509" y="420644"/>
                </a:lnTo>
                <a:lnTo>
                  <a:pt x="3016202" y="409900"/>
                </a:lnTo>
                <a:lnTo>
                  <a:pt x="3017896" y="359371"/>
                </a:lnTo>
                <a:lnTo>
                  <a:pt x="3021283" y="545726"/>
                </a:lnTo>
                <a:lnTo>
                  <a:pt x="3022976" y="486583"/>
                </a:lnTo>
                <a:lnTo>
                  <a:pt x="3026363" y="290410"/>
                </a:lnTo>
                <a:lnTo>
                  <a:pt x="3029751" y="426352"/>
                </a:lnTo>
                <a:lnTo>
                  <a:pt x="3031444" y="358960"/>
                </a:lnTo>
                <a:lnTo>
                  <a:pt x="3033138" y="389266"/>
                </a:lnTo>
                <a:lnTo>
                  <a:pt x="3034831" y="408206"/>
                </a:lnTo>
                <a:lnTo>
                  <a:pt x="3036525" y="392484"/>
                </a:lnTo>
                <a:lnTo>
                  <a:pt x="3038219" y="420561"/>
                </a:lnTo>
                <a:lnTo>
                  <a:pt x="3039912" y="401374"/>
                </a:lnTo>
                <a:lnTo>
                  <a:pt x="3043299" y="331714"/>
                </a:lnTo>
                <a:lnTo>
                  <a:pt x="3046686" y="455385"/>
                </a:lnTo>
                <a:lnTo>
                  <a:pt x="3048380" y="439096"/>
                </a:lnTo>
                <a:lnTo>
                  <a:pt x="3050073" y="451803"/>
                </a:lnTo>
                <a:lnTo>
                  <a:pt x="3055154" y="351922"/>
                </a:lnTo>
                <a:lnTo>
                  <a:pt x="3056847" y="421705"/>
                </a:lnTo>
                <a:lnTo>
                  <a:pt x="3058541" y="667310"/>
                </a:lnTo>
                <a:lnTo>
                  <a:pt x="3060235" y="605698"/>
                </a:lnTo>
                <a:lnTo>
                  <a:pt x="3063622" y="288660"/>
                </a:lnTo>
                <a:lnTo>
                  <a:pt x="3065315" y="313197"/>
                </a:lnTo>
                <a:lnTo>
                  <a:pt x="3068703" y="257699"/>
                </a:lnTo>
                <a:lnTo>
                  <a:pt x="3073783" y="516211"/>
                </a:lnTo>
                <a:lnTo>
                  <a:pt x="3077170" y="326848"/>
                </a:lnTo>
                <a:lnTo>
                  <a:pt x="3080557" y="376490"/>
                </a:lnTo>
                <a:lnTo>
                  <a:pt x="3082250" y="378472"/>
                </a:lnTo>
                <a:lnTo>
                  <a:pt x="3085638" y="416322"/>
                </a:lnTo>
                <a:lnTo>
                  <a:pt x="3087331" y="396723"/>
                </a:lnTo>
                <a:lnTo>
                  <a:pt x="3090718" y="457423"/>
                </a:lnTo>
                <a:lnTo>
                  <a:pt x="3094106" y="333377"/>
                </a:lnTo>
                <a:lnTo>
                  <a:pt x="3095799" y="387277"/>
                </a:lnTo>
                <a:lnTo>
                  <a:pt x="3097492" y="494241"/>
                </a:lnTo>
                <a:lnTo>
                  <a:pt x="3099186" y="463384"/>
                </a:lnTo>
                <a:lnTo>
                  <a:pt x="3100879" y="418707"/>
                </a:lnTo>
                <a:lnTo>
                  <a:pt x="3102573" y="449684"/>
                </a:lnTo>
                <a:lnTo>
                  <a:pt x="3105960" y="337341"/>
                </a:lnTo>
                <a:lnTo>
                  <a:pt x="3107654" y="349873"/>
                </a:lnTo>
                <a:lnTo>
                  <a:pt x="3111041" y="427342"/>
                </a:lnTo>
                <a:lnTo>
                  <a:pt x="3116121" y="365188"/>
                </a:lnTo>
                <a:lnTo>
                  <a:pt x="3117815" y="436805"/>
                </a:lnTo>
                <a:lnTo>
                  <a:pt x="3119509" y="377685"/>
                </a:lnTo>
                <a:lnTo>
                  <a:pt x="3121202" y="461245"/>
                </a:lnTo>
                <a:lnTo>
                  <a:pt x="3122896" y="415185"/>
                </a:lnTo>
                <a:lnTo>
                  <a:pt x="3124589" y="391180"/>
                </a:lnTo>
                <a:lnTo>
                  <a:pt x="3126282" y="403139"/>
                </a:lnTo>
                <a:lnTo>
                  <a:pt x="3129670" y="427537"/>
                </a:lnTo>
                <a:lnTo>
                  <a:pt x="3131363" y="421827"/>
                </a:lnTo>
                <a:lnTo>
                  <a:pt x="3133057" y="430083"/>
                </a:lnTo>
                <a:lnTo>
                  <a:pt x="3134751" y="376667"/>
                </a:lnTo>
                <a:lnTo>
                  <a:pt x="3136444" y="417716"/>
                </a:lnTo>
                <a:lnTo>
                  <a:pt x="3138138" y="367256"/>
                </a:lnTo>
                <a:lnTo>
                  <a:pt x="3139831" y="374937"/>
                </a:lnTo>
                <a:lnTo>
                  <a:pt x="3141524" y="446012"/>
                </a:lnTo>
                <a:lnTo>
                  <a:pt x="3143219" y="439340"/>
                </a:lnTo>
                <a:lnTo>
                  <a:pt x="3146605" y="359133"/>
                </a:lnTo>
                <a:lnTo>
                  <a:pt x="3148299" y="505326"/>
                </a:lnTo>
                <a:lnTo>
                  <a:pt x="3149992" y="500889"/>
                </a:lnTo>
                <a:lnTo>
                  <a:pt x="3153380" y="377171"/>
                </a:lnTo>
                <a:lnTo>
                  <a:pt x="3155073" y="388347"/>
                </a:lnTo>
                <a:lnTo>
                  <a:pt x="3158460" y="481049"/>
                </a:lnTo>
                <a:lnTo>
                  <a:pt x="3161847" y="368754"/>
                </a:lnTo>
                <a:lnTo>
                  <a:pt x="3163541" y="415157"/>
                </a:lnTo>
                <a:lnTo>
                  <a:pt x="3165234" y="493852"/>
                </a:lnTo>
                <a:lnTo>
                  <a:pt x="3166928" y="459000"/>
                </a:lnTo>
                <a:lnTo>
                  <a:pt x="3170315" y="341161"/>
                </a:lnTo>
                <a:lnTo>
                  <a:pt x="3172008" y="411646"/>
                </a:lnTo>
                <a:lnTo>
                  <a:pt x="3173702" y="380300"/>
                </a:lnTo>
                <a:lnTo>
                  <a:pt x="3175395" y="368659"/>
                </a:lnTo>
                <a:lnTo>
                  <a:pt x="3178783" y="440390"/>
                </a:lnTo>
                <a:lnTo>
                  <a:pt x="3182170" y="348113"/>
                </a:lnTo>
                <a:lnTo>
                  <a:pt x="3185557" y="474155"/>
                </a:lnTo>
                <a:lnTo>
                  <a:pt x="3187250" y="433219"/>
                </a:lnTo>
                <a:lnTo>
                  <a:pt x="3188944" y="441191"/>
                </a:lnTo>
                <a:lnTo>
                  <a:pt x="3192331" y="392027"/>
                </a:lnTo>
                <a:lnTo>
                  <a:pt x="3194025" y="459925"/>
                </a:lnTo>
                <a:lnTo>
                  <a:pt x="3197412" y="341544"/>
                </a:lnTo>
                <a:lnTo>
                  <a:pt x="3200798" y="451331"/>
                </a:lnTo>
                <a:lnTo>
                  <a:pt x="3202492" y="408905"/>
                </a:lnTo>
                <a:lnTo>
                  <a:pt x="3204186" y="420151"/>
                </a:lnTo>
                <a:lnTo>
                  <a:pt x="3205879" y="511010"/>
                </a:lnTo>
                <a:lnTo>
                  <a:pt x="3207573" y="480012"/>
                </a:lnTo>
                <a:lnTo>
                  <a:pt x="3210960" y="350766"/>
                </a:lnTo>
                <a:lnTo>
                  <a:pt x="3212654" y="527881"/>
                </a:lnTo>
                <a:lnTo>
                  <a:pt x="3214347" y="444220"/>
                </a:lnTo>
                <a:lnTo>
                  <a:pt x="3216040" y="439697"/>
                </a:lnTo>
                <a:lnTo>
                  <a:pt x="3219428" y="455440"/>
                </a:lnTo>
                <a:lnTo>
                  <a:pt x="3224508" y="313083"/>
                </a:lnTo>
                <a:lnTo>
                  <a:pt x="3227896" y="613142"/>
                </a:lnTo>
                <a:lnTo>
                  <a:pt x="3231282" y="369365"/>
                </a:lnTo>
                <a:lnTo>
                  <a:pt x="3234670" y="536827"/>
                </a:lnTo>
                <a:lnTo>
                  <a:pt x="3238057" y="368704"/>
                </a:lnTo>
                <a:lnTo>
                  <a:pt x="3239750" y="419270"/>
                </a:lnTo>
                <a:lnTo>
                  <a:pt x="3241443" y="533953"/>
                </a:lnTo>
                <a:lnTo>
                  <a:pt x="3243138" y="484824"/>
                </a:lnTo>
                <a:lnTo>
                  <a:pt x="3244831" y="408082"/>
                </a:lnTo>
                <a:lnTo>
                  <a:pt x="3246524" y="490554"/>
                </a:lnTo>
                <a:lnTo>
                  <a:pt x="3248218" y="448955"/>
                </a:lnTo>
                <a:lnTo>
                  <a:pt x="3249911" y="466968"/>
                </a:lnTo>
                <a:lnTo>
                  <a:pt x="3253299" y="392193"/>
                </a:lnTo>
                <a:lnTo>
                  <a:pt x="3256685" y="496541"/>
                </a:lnTo>
                <a:lnTo>
                  <a:pt x="3260073" y="362582"/>
                </a:lnTo>
                <a:lnTo>
                  <a:pt x="3263460" y="503101"/>
                </a:lnTo>
                <a:lnTo>
                  <a:pt x="3266847" y="362093"/>
                </a:lnTo>
                <a:lnTo>
                  <a:pt x="3268541" y="415389"/>
                </a:lnTo>
                <a:lnTo>
                  <a:pt x="3270234" y="543428"/>
                </a:lnTo>
                <a:lnTo>
                  <a:pt x="3271928" y="514358"/>
                </a:lnTo>
                <a:lnTo>
                  <a:pt x="3273621" y="411922"/>
                </a:lnTo>
                <a:lnTo>
                  <a:pt x="3275314" y="413386"/>
                </a:lnTo>
                <a:lnTo>
                  <a:pt x="3277008" y="528154"/>
                </a:lnTo>
                <a:lnTo>
                  <a:pt x="3278702" y="498092"/>
                </a:lnTo>
                <a:lnTo>
                  <a:pt x="3280395" y="455197"/>
                </a:lnTo>
                <a:lnTo>
                  <a:pt x="3287170" y="562799"/>
                </a:lnTo>
                <a:lnTo>
                  <a:pt x="3292250" y="385097"/>
                </a:lnTo>
                <a:lnTo>
                  <a:pt x="3295637" y="542352"/>
                </a:lnTo>
                <a:lnTo>
                  <a:pt x="3297331" y="457950"/>
                </a:lnTo>
                <a:lnTo>
                  <a:pt x="3299024" y="467788"/>
                </a:lnTo>
                <a:lnTo>
                  <a:pt x="3304105" y="575025"/>
                </a:lnTo>
                <a:lnTo>
                  <a:pt x="3307492" y="459192"/>
                </a:lnTo>
                <a:lnTo>
                  <a:pt x="3309185" y="508263"/>
                </a:lnTo>
                <a:lnTo>
                  <a:pt x="3310879" y="489905"/>
                </a:lnTo>
                <a:lnTo>
                  <a:pt x="3314266" y="449483"/>
                </a:lnTo>
                <a:lnTo>
                  <a:pt x="3315959" y="451716"/>
                </a:lnTo>
                <a:lnTo>
                  <a:pt x="3319347" y="502185"/>
                </a:lnTo>
                <a:lnTo>
                  <a:pt x="3322734" y="438270"/>
                </a:lnTo>
                <a:lnTo>
                  <a:pt x="3324427" y="515844"/>
                </a:lnTo>
                <a:lnTo>
                  <a:pt x="3326121" y="480436"/>
                </a:lnTo>
                <a:lnTo>
                  <a:pt x="3327815" y="452198"/>
                </a:lnTo>
                <a:lnTo>
                  <a:pt x="3329508" y="509762"/>
                </a:lnTo>
                <a:lnTo>
                  <a:pt x="3331201" y="487895"/>
                </a:lnTo>
                <a:lnTo>
                  <a:pt x="3332895" y="423902"/>
                </a:lnTo>
                <a:lnTo>
                  <a:pt x="3334589" y="512978"/>
                </a:lnTo>
                <a:lnTo>
                  <a:pt x="3336282" y="498379"/>
                </a:lnTo>
                <a:lnTo>
                  <a:pt x="3339669" y="383330"/>
                </a:lnTo>
                <a:lnTo>
                  <a:pt x="3341363" y="390686"/>
                </a:lnTo>
                <a:lnTo>
                  <a:pt x="3344750" y="518716"/>
                </a:lnTo>
                <a:lnTo>
                  <a:pt x="3348137" y="452524"/>
                </a:lnTo>
                <a:lnTo>
                  <a:pt x="3349830" y="518804"/>
                </a:lnTo>
                <a:lnTo>
                  <a:pt x="3351524" y="501013"/>
                </a:lnTo>
                <a:lnTo>
                  <a:pt x="3354911" y="393330"/>
                </a:lnTo>
                <a:lnTo>
                  <a:pt x="3358298" y="548255"/>
                </a:lnTo>
                <a:lnTo>
                  <a:pt x="3361685" y="458546"/>
                </a:lnTo>
                <a:lnTo>
                  <a:pt x="3365072" y="400287"/>
                </a:lnTo>
                <a:lnTo>
                  <a:pt x="3366766" y="338879"/>
                </a:lnTo>
                <a:lnTo>
                  <a:pt x="3371847" y="481314"/>
                </a:lnTo>
                <a:lnTo>
                  <a:pt x="3373540" y="464581"/>
                </a:lnTo>
                <a:lnTo>
                  <a:pt x="3376928" y="525181"/>
                </a:lnTo>
                <a:lnTo>
                  <a:pt x="3380314" y="334870"/>
                </a:lnTo>
                <a:lnTo>
                  <a:pt x="3382008" y="369793"/>
                </a:lnTo>
                <a:lnTo>
                  <a:pt x="3383701" y="449328"/>
                </a:lnTo>
                <a:lnTo>
                  <a:pt x="3385395" y="427777"/>
                </a:lnTo>
                <a:lnTo>
                  <a:pt x="3388782" y="397162"/>
                </a:lnTo>
                <a:lnTo>
                  <a:pt x="3390475" y="433368"/>
                </a:lnTo>
                <a:lnTo>
                  <a:pt x="3392169" y="418863"/>
                </a:lnTo>
                <a:lnTo>
                  <a:pt x="3395556" y="349805"/>
                </a:lnTo>
                <a:lnTo>
                  <a:pt x="3397250" y="399986"/>
                </a:lnTo>
                <a:lnTo>
                  <a:pt x="3398943" y="397319"/>
                </a:lnTo>
                <a:lnTo>
                  <a:pt x="3400637" y="355782"/>
                </a:lnTo>
                <a:lnTo>
                  <a:pt x="3404024" y="412812"/>
                </a:lnTo>
                <a:lnTo>
                  <a:pt x="3407411" y="456797"/>
                </a:lnTo>
                <a:lnTo>
                  <a:pt x="3410798" y="532725"/>
                </a:lnTo>
                <a:lnTo>
                  <a:pt x="3412492" y="503214"/>
                </a:lnTo>
                <a:lnTo>
                  <a:pt x="3414185" y="421976"/>
                </a:lnTo>
                <a:lnTo>
                  <a:pt x="3415879" y="424387"/>
                </a:lnTo>
                <a:lnTo>
                  <a:pt x="3417573" y="467399"/>
                </a:lnTo>
                <a:lnTo>
                  <a:pt x="3420959" y="423054"/>
                </a:lnTo>
                <a:lnTo>
                  <a:pt x="3422653" y="462724"/>
                </a:lnTo>
                <a:lnTo>
                  <a:pt x="3424346" y="424538"/>
                </a:lnTo>
                <a:lnTo>
                  <a:pt x="3426040" y="432748"/>
                </a:lnTo>
                <a:lnTo>
                  <a:pt x="3429427" y="471053"/>
                </a:lnTo>
                <a:lnTo>
                  <a:pt x="3431121" y="464563"/>
                </a:lnTo>
                <a:lnTo>
                  <a:pt x="3432814" y="442603"/>
                </a:lnTo>
                <a:lnTo>
                  <a:pt x="3434508" y="443073"/>
                </a:lnTo>
                <a:lnTo>
                  <a:pt x="3436201" y="458055"/>
                </a:lnTo>
                <a:lnTo>
                  <a:pt x="3437895" y="435441"/>
                </a:lnTo>
                <a:lnTo>
                  <a:pt x="3439588" y="448666"/>
                </a:lnTo>
                <a:lnTo>
                  <a:pt x="3441282" y="438052"/>
                </a:lnTo>
                <a:lnTo>
                  <a:pt x="3442976" y="407951"/>
                </a:lnTo>
                <a:lnTo>
                  <a:pt x="3444669" y="415244"/>
                </a:lnTo>
                <a:lnTo>
                  <a:pt x="3448056" y="507029"/>
                </a:lnTo>
                <a:lnTo>
                  <a:pt x="3453137" y="435672"/>
                </a:lnTo>
                <a:lnTo>
                  <a:pt x="3454830" y="444090"/>
                </a:lnTo>
                <a:lnTo>
                  <a:pt x="3456524" y="474671"/>
                </a:lnTo>
                <a:lnTo>
                  <a:pt x="3459911" y="397184"/>
                </a:lnTo>
                <a:lnTo>
                  <a:pt x="3464991" y="491058"/>
                </a:lnTo>
                <a:lnTo>
                  <a:pt x="3471766" y="393279"/>
                </a:lnTo>
                <a:lnTo>
                  <a:pt x="3480233" y="516388"/>
                </a:lnTo>
                <a:lnTo>
                  <a:pt x="3487008" y="408037"/>
                </a:lnTo>
                <a:lnTo>
                  <a:pt x="3488701" y="433581"/>
                </a:lnTo>
                <a:lnTo>
                  <a:pt x="3490394" y="507315"/>
                </a:lnTo>
                <a:lnTo>
                  <a:pt x="3493782" y="453436"/>
                </a:lnTo>
                <a:lnTo>
                  <a:pt x="3495475" y="453457"/>
                </a:lnTo>
                <a:lnTo>
                  <a:pt x="3498862" y="444497"/>
                </a:lnTo>
                <a:lnTo>
                  <a:pt x="3502250" y="328728"/>
                </a:lnTo>
                <a:lnTo>
                  <a:pt x="3503943" y="355304"/>
                </a:lnTo>
                <a:lnTo>
                  <a:pt x="3505637" y="503960"/>
                </a:lnTo>
                <a:lnTo>
                  <a:pt x="3507330" y="480099"/>
                </a:lnTo>
                <a:lnTo>
                  <a:pt x="3510717" y="423657"/>
                </a:lnTo>
                <a:lnTo>
                  <a:pt x="3512411" y="448030"/>
                </a:lnTo>
                <a:lnTo>
                  <a:pt x="3515798" y="553491"/>
                </a:lnTo>
                <a:lnTo>
                  <a:pt x="3520879" y="393762"/>
                </a:lnTo>
                <a:lnTo>
                  <a:pt x="3524265" y="458414"/>
                </a:lnTo>
                <a:lnTo>
                  <a:pt x="3525959" y="536907"/>
                </a:lnTo>
                <a:lnTo>
                  <a:pt x="3527653" y="517993"/>
                </a:lnTo>
                <a:lnTo>
                  <a:pt x="3532733" y="420514"/>
                </a:lnTo>
                <a:lnTo>
                  <a:pt x="3534427" y="424489"/>
                </a:lnTo>
                <a:lnTo>
                  <a:pt x="3536121" y="496120"/>
                </a:lnTo>
                <a:lnTo>
                  <a:pt x="3537814" y="463838"/>
                </a:lnTo>
                <a:lnTo>
                  <a:pt x="3539507" y="411759"/>
                </a:lnTo>
                <a:lnTo>
                  <a:pt x="3542895" y="516985"/>
                </a:lnTo>
                <a:lnTo>
                  <a:pt x="3547975" y="396609"/>
                </a:lnTo>
                <a:lnTo>
                  <a:pt x="3556443" y="484829"/>
                </a:lnTo>
                <a:lnTo>
                  <a:pt x="3558136" y="476992"/>
                </a:lnTo>
                <a:lnTo>
                  <a:pt x="3564910" y="373905"/>
                </a:lnTo>
                <a:lnTo>
                  <a:pt x="3566604" y="500324"/>
                </a:lnTo>
                <a:lnTo>
                  <a:pt x="3568298" y="430382"/>
                </a:lnTo>
                <a:lnTo>
                  <a:pt x="3569991" y="430896"/>
                </a:lnTo>
                <a:lnTo>
                  <a:pt x="3571685" y="487474"/>
                </a:lnTo>
                <a:lnTo>
                  <a:pt x="3573378" y="474443"/>
                </a:lnTo>
                <a:lnTo>
                  <a:pt x="3575072" y="467357"/>
                </a:lnTo>
                <a:lnTo>
                  <a:pt x="3576766" y="401804"/>
                </a:lnTo>
                <a:lnTo>
                  <a:pt x="3580152" y="485247"/>
                </a:lnTo>
                <a:lnTo>
                  <a:pt x="3581846" y="460541"/>
                </a:lnTo>
                <a:lnTo>
                  <a:pt x="3583540" y="383996"/>
                </a:lnTo>
                <a:lnTo>
                  <a:pt x="3585233" y="419799"/>
                </a:lnTo>
                <a:lnTo>
                  <a:pt x="3586927" y="438507"/>
                </a:lnTo>
                <a:lnTo>
                  <a:pt x="3590314" y="371214"/>
                </a:lnTo>
                <a:lnTo>
                  <a:pt x="3592008" y="420816"/>
                </a:lnTo>
                <a:lnTo>
                  <a:pt x="3595394" y="383330"/>
                </a:lnTo>
                <a:lnTo>
                  <a:pt x="3597088" y="378180"/>
                </a:lnTo>
                <a:lnTo>
                  <a:pt x="3598781" y="479027"/>
                </a:lnTo>
                <a:lnTo>
                  <a:pt x="3600475" y="462920"/>
                </a:lnTo>
                <a:lnTo>
                  <a:pt x="3603862" y="508071"/>
                </a:lnTo>
                <a:lnTo>
                  <a:pt x="3605556" y="498899"/>
                </a:lnTo>
                <a:lnTo>
                  <a:pt x="3612330" y="357450"/>
                </a:lnTo>
                <a:lnTo>
                  <a:pt x="3615717" y="408383"/>
                </a:lnTo>
                <a:lnTo>
                  <a:pt x="3617411" y="386615"/>
                </a:lnTo>
                <a:lnTo>
                  <a:pt x="3619104" y="396931"/>
                </a:lnTo>
                <a:lnTo>
                  <a:pt x="3620798" y="381045"/>
                </a:lnTo>
                <a:lnTo>
                  <a:pt x="3622491" y="290522"/>
                </a:lnTo>
                <a:lnTo>
                  <a:pt x="3625879" y="395216"/>
                </a:lnTo>
                <a:lnTo>
                  <a:pt x="3627572" y="377257"/>
                </a:lnTo>
                <a:lnTo>
                  <a:pt x="3629265" y="297374"/>
                </a:lnTo>
                <a:lnTo>
                  <a:pt x="3630959" y="332665"/>
                </a:lnTo>
                <a:lnTo>
                  <a:pt x="3636040" y="208304"/>
                </a:lnTo>
                <a:lnTo>
                  <a:pt x="3637733" y="227250"/>
                </a:lnTo>
                <a:lnTo>
                  <a:pt x="3641120" y="407294"/>
                </a:lnTo>
                <a:lnTo>
                  <a:pt x="3642814" y="328969"/>
                </a:lnTo>
                <a:lnTo>
                  <a:pt x="3644507" y="346049"/>
                </a:lnTo>
                <a:lnTo>
                  <a:pt x="3646201" y="398502"/>
                </a:lnTo>
                <a:lnTo>
                  <a:pt x="3647894" y="314344"/>
                </a:lnTo>
                <a:lnTo>
                  <a:pt x="3649588" y="348868"/>
                </a:lnTo>
                <a:lnTo>
                  <a:pt x="3656362" y="660808"/>
                </a:lnTo>
                <a:lnTo>
                  <a:pt x="3658055" y="519277"/>
                </a:lnTo>
                <a:lnTo>
                  <a:pt x="3659749" y="596959"/>
                </a:lnTo>
                <a:lnTo>
                  <a:pt x="3663136" y="569397"/>
                </a:lnTo>
                <a:lnTo>
                  <a:pt x="3668217" y="667764"/>
                </a:lnTo>
                <a:lnTo>
                  <a:pt x="3669910" y="583272"/>
                </a:lnTo>
                <a:lnTo>
                  <a:pt x="3671604" y="626409"/>
                </a:lnTo>
                <a:lnTo>
                  <a:pt x="3673297" y="661491"/>
                </a:lnTo>
                <a:lnTo>
                  <a:pt x="3676685" y="587482"/>
                </a:lnTo>
                <a:lnTo>
                  <a:pt x="3678378" y="628518"/>
                </a:lnTo>
                <a:lnTo>
                  <a:pt x="3681765" y="493911"/>
                </a:lnTo>
                <a:lnTo>
                  <a:pt x="3685152" y="546614"/>
                </a:lnTo>
                <a:lnTo>
                  <a:pt x="3686846" y="671166"/>
                </a:lnTo>
                <a:lnTo>
                  <a:pt x="3688539" y="604933"/>
                </a:lnTo>
                <a:lnTo>
                  <a:pt x="3690233" y="600886"/>
                </a:lnTo>
                <a:lnTo>
                  <a:pt x="3695314" y="1014780"/>
                </a:lnTo>
                <a:lnTo>
                  <a:pt x="3700394" y="460037"/>
                </a:lnTo>
                <a:lnTo>
                  <a:pt x="3702088" y="537758"/>
                </a:lnTo>
                <a:lnTo>
                  <a:pt x="3708862" y="733588"/>
                </a:lnTo>
                <a:lnTo>
                  <a:pt x="3712249" y="669500"/>
                </a:lnTo>
                <a:lnTo>
                  <a:pt x="3713942" y="834436"/>
                </a:lnTo>
                <a:lnTo>
                  <a:pt x="3715636" y="803758"/>
                </a:lnTo>
                <a:lnTo>
                  <a:pt x="3720717" y="551846"/>
                </a:lnTo>
                <a:lnTo>
                  <a:pt x="3722410" y="534448"/>
                </a:lnTo>
                <a:lnTo>
                  <a:pt x="3725798" y="609246"/>
                </a:lnTo>
                <a:lnTo>
                  <a:pt x="3727491" y="596534"/>
                </a:lnTo>
                <a:lnTo>
                  <a:pt x="3729184" y="541857"/>
                </a:lnTo>
                <a:lnTo>
                  <a:pt x="3730878" y="551101"/>
                </a:lnTo>
                <a:lnTo>
                  <a:pt x="3732571" y="549738"/>
                </a:lnTo>
                <a:lnTo>
                  <a:pt x="3737652" y="500353"/>
                </a:lnTo>
                <a:lnTo>
                  <a:pt x="3739346" y="512826"/>
                </a:lnTo>
                <a:lnTo>
                  <a:pt x="3741039" y="501600"/>
                </a:lnTo>
                <a:lnTo>
                  <a:pt x="3742733" y="507816"/>
                </a:lnTo>
                <a:lnTo>
                  <a:pt x="3747813" y="586582"/>
                </a:lnTo>
                <a:lnTo>
                  <a:pt x="3751201" y="431242"/>
                </a:lnTo>
                <a:lnTo>
                  <a:pt x="3754588" y="564178"/>
                </a:lnTo>
                <a:lnTo>
                  <a:pt x="3759668" y="506976"/>
                </a:lnTo>
                <a:lnTo>
                  <a:pt x="3763055" y="400983"/>
                </a:lnTo>
                <a:lnTo>
                  <a:pt x="3764749" y="307875"/>
                </a:lnTo>
                <a:lnTo>
                  <a:pt x="3768136" y="434034"/>
                </a:lnTo>
                <a:lnTo>
                  <a:pt x="3769830" y="373969"/>
                </a:lnTo>
                <a:lnTo>
                  <a:pt x="3771523" y="381274"/>
                </a:lnTo>
                <a:lnTo>
                  <a:pt x="3776604" y="405876"/>
                </a:lnTo>
                <a:lnTo>
                  <a:pt x="3778297" y="379537"/>
                </a:lnTo>
                <a:lnTo>
                  <a:pt x="3781684" y="457186"/>
                </a:lnTo>
                <a:lnTo>
                  <a:pt x="3786765" y="398809"/>
                </a:lnTo>
                <a:lnTo>
                  <a:pt x="3788458" y="478205"/>
                </a:lnTo>
                <a:lnTo>
                  <a:pt x="3790152" y="469979"/>
                </a:lnTo>
                <a:lnTo>
                  <a:pt x="3793539" y="434730"/>
                </a:lnTo>
                <a:lnTo>
                  <a:pt x="3798619" y="503307"/>
                </a:lnTo>
                <a:lnTo>
                  <a:pt x="3800314" y="479965"/>
                </a:lnTo>
                <a:lnTo>
                  <a:pt x="3802007" y="470915"/>
                </a:lnTo>
                <a:lnTo>
                  <a:pt x="3807087" y="519824"/>
                </a:lnTo>
                <a:lnTo>
                  <a:pt x="3808781" y="465109"/>
                </a:lnTo>
                <a:lnTo>
                  <a:pt x="3810475" y="490518"/>
                </a:lnTo>
                <a:lnTo>
                  <a:pt x="3815555" y="598055"/>
                </a:lnTo>
                <a:lnTo>
                  <a:pt x="3817249" y="595761"/>
                </a:lnTo>
                <a:lnTo>
                  <a:pt x="3824023" y="470923"/>
                </a:lnTo>
                <a:lnTo>
                  <a:pt x="3825717" y="484863"/>
                </a:lnTo>
                <a:lnTo>
                  <a:pt x="3829103" y="610351"/>
                </a:lnTo>
                <a:lnTo>
                  <a:pt x="3830797" y="597340"/>
                </a:lnTo>
                <a:lnTo>
                  <a:pt x="3834184" y="491324"/>
                </a:lnTo>
                <a:lnTo>
                  <a:pt x="3835878" y="601893"/>
                </a:lnTo>
                <a:lnTo>
                  <a:pt x="3837571" y="593320"/>
                </a:lnTo>
                <a:lnTo>
                  <a:pt x="3839265" y="590021"/>
                </a:lnTo>
                <a:lnTo>
                  <a:pt x="3844346" y="511370"/>
                </a:lnTo>
                <a:lnTo>
                  <a:pt x="3847732" y="653892"/>
                </a:lnTo>
                <a:lnTo>
                  <a:pt x="3849426" y="585224"/>
                </a:lnTo>
                <a:lnTo>
                  <a:pt x="3851120" y="591481"/>
                </a:lnTo>
                <a:lnTo>
                  <a:pt x="3854507" y="458719"/>
                </a:lnTo>
                <a:lnTo>
                  <a:pt x="3859588" y="697061"/>
                </a:lnTo>
                <a:lnTo>
                  <a:pt x="3862974" y="488886"/>
                </a:lnTo>
                <a:lnTo>
                  <a:pt x="3864668" y="529181"/>
                </a:lnTo>
                <a:lnTo>
                  <a:pt x="3868055" y="678842"/>
                </a:lnTo>
                <a:lnTo>
                  <a:pt x="3869749" y="677064"/>
                </a:lnTo>
                <a:lnTo>
                  <a:pt x="3871442" y="729302"/>
                </a:lnTo>
                <a:lnTo>
                  <a:pt x="3876523" y="564269"/>
                </a:lnTo>
                <a:lnTo>
                  <a:pt x="3878216" y="608893"/>
                </a:lnTo>
                <a:lnTo>
                  <a:pt x="3879910" y="599373"/>
                </a:lnTo>
                <a:lnTo>
                  <a:pt x="3883297" y="506196"/>
                </a:lnTo>
                <a:lnTo>
                  <a:pt x="3884991" y="537867"/>
                </a:lnTo>
                <a:lnTo>
                  <a:pt x="3886684" y="621116"/>
                </a:lnTo>
                <a:lnTo>
                  <a:pt x="3888377" y="597234"/>
                </a:lnTo>
                <a:lnTo>
                  <a:pt x="3891765" y="656818"/>
                </a:lnTo>
                <a:lnTo>
                  <a:pt x="3896845" y="532348"/>
                </a:lnTo>
                <a:lnTo>
                  <a:pt x="3898539" y="554023"/>
                </a:lnTo>
                <a:lnTo>
                  <a:pt x="3901926" y="652015"/>
                </a:lnTo>
                <a:lnTo>
                  <a:pt x="3903619" y="599930"/>
                </a:lnTo>
                <a:lnTo>
                  <a:pt x="3905313" y="637079"/>
                </a:lnTo>
                <a:lnTo>
                  <a:pt x="3908700" y="527828"/>
                </a:lnTo>
                <a:lnTo>
                  <a:pt x="3910394" y="568556"/>
                </a:lnTo>
                <a:lnTo>
                  <a:pt x="3913781" y="612291"/>
                </a:lnTo>
                <a:lnTo>
                  <a:pt x="3915474" y="523128"/>
                </a:lnTo>
                <a:lnTo>
                  <a:pt x="3917168" y="535335"/>
                </a:lnTo>
                <a:lnTo>
                  <a:pt x="3918861" y="677198"/>
                </a:lnTo>
                <a:lnTo>
                  <a:pt x="3920555" y="649891"/>
                </a:lnTo>
                <a:lnTo>
                  <a:pt x="3922248" y="656650"/>
                </a:lnTo>
                <a:lnTo>
                  <a:pt x="3923942" y="619334"/>
                </a:lnTo>
                <a:lnTo>
                  <a:pt x="3927329" y="460900"/>
                </a:lnTo>
                <a:lnTo>
                  <a:pt x="3935797" y="658325"/>
                </a:lnTo>
                <a:lnTo>
                  <a:pt x="3937490" y="647287"/>
                </a:lnTo>
                <a:lnTo>
                  <a:pt x="3942571" y="509131"/>
                </a:lnTo>
                <a:lnTo>
                  <a:pt x="3945958" y="599787"/>
                </a:lnTo>
                <a:lnTo>
                  <a:pt x="3947651" y="577054"/>
                </a:lnTo>
                <a:lnTo>
                  <a:pt x="3949346" y="565112"/>
                </a:lnTo>
                <a:lnTo>
                  <a:pt x="3952732" y="583939"/>
                </a:lnTo>
                <a:lnTo>
                  <a:pt x="3956119" y="510977"/>
                </a:lnTo>
                <a:lnTo>
                  <a:pt x="3957813" y="545007"/>
                </a:lnTo>
                <a:lnTo>
                  <a:pt x="3959507" y="541960"/>
                </a:lnTo>
                <a:lnTo>
                  <a:pt x="3961200" y="528316"/>
                </a:lnTo>
                <a:lnTo>
                  <a:pt x="3964587" y="636505"/>
                </a:lnTo>
                <a:lnTo>
                  <a:pt x="3966281" y="591471"/>
                </a:lnTo>
                <a:lnTo>
                  <a:pt x="3967974" y="570522"/>
                </a:lnTo>
                <a:lnTo>
                  <a:pt x="3971361" y="441007"/>
                </a:lnTo>
                <a:lnTo>
                  <a:pt x="3973055" y="451664"/>
                </a:lnTo>
                <a:lnTo>
                  <a:pt x="3974749" y="452286"/>
                </a:lnTo>
                <a:lnTo>
                  <a:pt x="3976442" y="590576"/>
                </a:lnTo>
                <a:lnTo>
                  <a:pt x="3978135" y="536411"/>
                </a:lnTo>
                <a:lnTo>
                  <a:pt x="3979829" y="516503"/>
                </a:lnTo>
                <a:lnTo>
                  <a:pt x="3981522" y="543542"/>
                </a:lnTo>
                <a:lnTo>
                  <a:pt x="3983216" y="515290"/>
                </a:lnTo>
                <a:lnTo>
                  <a:pt x="3986603" y="631897"/>
                </a:lnTo>
                <a:lnTo>
                  <a:pt x="3988297" y="620038"/>
                </a:lnTo>
                <a:lnTo>
                  <a:pt x="3989990" y="649160"/>
                </a:lnTo>
                <a:lnTo>
                  <a:pt x="3993377" y="549069"/>
                </a:lnTo>
                <a:lnTo>
                  <a:pt x="3995071" y="589777"/>
                </a:lnTo>
                <a:lnTo>
                  <a:pt x="3996764" y="565712"/>
                </a:lnTo>
                <a:lnTo>
                  <a:pt x="3998458" y="579758"/>
                </a:lnTo>
                <a:lnTo>
                  <a:pt x="4001845" y="653192"/>
                </a:lnTo>
                <a:lnTo>
                  <a:pt x="4005232" y="534395"/>
                </a:lnTo>
                <a:lnTo>
                  <a:pt x="4006925" y="566597"/>
                </a:lnTo>
                <a:lnTo>
                  <a:pt x="4010313" y="626613"/>
                </a:lnTo>
                <a:lnTo>
                  <a:pt x="4012006" y="554709"/>
                </a:lnTo>
                <a:lnTo>
                  <a:pt x="4013700" y="560482"/>
                </a:lnTo>
                <a:lnTo>
                  <a:pt x="4018781" y="606621"/>
                </a:lnTo>
                <a:lnTo>
                  <a:pt x="4020474" y="613983"/>
                </a:lnTo>
                <a:lnTo>
                  <a:pt x="4023861" y="487152"/>
                </a:lnTo>
                <a:lnTo>
                  <a:pt x="4027248" y="644965"/>
                </a:lnTo>
                <a:lnTo>
                  <a:pt x="4032329" y="673726"/>
                </a:lnTo>
                <a:lnTo>
                  <a:pt x="4034023" y="621201"/>
                </a:lnTo>
                <a:lnTo>
                  <a:pt x="4035716" y="681897"/>
                </a:lnTo>
                <a:lnTo>
                  <a:pt x="4040797" y="572484"/>
                </a:lnTo>
                <a:lnTo>
                  <a:pt x="4044184" y="632818"/>
                </a:lnTo>
                <a:lnTo>
                  <a:pt x="4045877" y="629674"/>
                </a:lnTo>
                <a:lnTo>
                  <a:pt x="4047570" y="630922"/>
                </a:lnTo>
                <a:lnTo>
                  <a:pt x="4050958" y="589948"/>
                </a:lnTo>
                <a:lnTo>
                  <a:pt x="4052651" y="621400"/>
                </a:lnTo>
                <a:lnTo>
                  <a:pt x="4054345" y="621116"/>
                </a:lnTo>
                <a:lnTo>
                  <a:pt x="4056038" y="627415"/>
                </a:lnTo>
                <a:lnTo>
                  <a:pt x="4057732" y="578553"/>
                </a:lnTo>
                <a:lnTo>
                  <a:pt x="4059426" y="582264"/>
                </a:lnTo>
                <a:lnTo>
                  <a:pt x="4061119" y="590500"/>
                </a:lnTo>
                <a:lnTo>
                  <a:pt x="4064506" y="569627"/>
                </a:lnTo>
                <a:lnTo>
                  <a:pt x="4066200" y="595112"/>
                </a:lnTo>
                <a:lnTo>
                  <a:pt x="4067893" y="585712"/>
                </a:lnTo>
                <a:lnTo>
                  <a:pt x="4069587" y="595024"/>
                </a:lnTo>
                <a:lnTo>
                  <a:pt x="4071280" y="547429"/>
                </a:lnTo>
                <a:lnTo>
                  <a:pt x="4072974" y="599968"/>
                </a:lnTo>
                <a:lnTo>
                  <a:pt x="4074668" y="592566"/>
                </a:lnTo>
                <a:lnTo>
                  <a:pt x="4076361" y="619866"/>
                </a:lnTo>
                <a:lnTo>
                  <a:pt x="4079748" y="556782"/>
                </a:lnTo>
                <a:lnTo>
                  <a:pt x="4081441" y="565590"/>
                </a:lnTo>
                <a:lnTo>
                  <a:pt x="4084829" y="574381"/>
                </a:lnTo>
                <a:lnTo>
                  <a:pt x="4088216" y="563795"/>
                </a:lnTo>
                <a:lnTo>
                  <a:pt x="4089909" y="569104"/>
                </a:lnTo>
                <a:lnTo>
                  <a:pt x="4093297" y="646021"/>
                </a:lnTo>
                <a:lnTo>
                  <a:pt x="4096683" y="542282"/>
                </a:lnTo>
                <a:lnTo>
                  <a:pt x="4100071" y="559479"/>
                </a:lnTo>
                <a:lnTo>
                  <a:pt x="4105151" y="635697"/>
                </a:lnTo>
                <a:lnTo>
                  <a:pt x="4106845" y="634372"/>
                </a:lnTo>
                <a:lnTo>
                  <a:pt x="4110232" y="536553"/>
                </a:lnTo>
                <a:lnTo>
                  <a:pt x="4113619" y="602639"/>
                </a:lnTo>
                <a:lnTo>
                  <a:pt x="4115313" y="602471"/>
                </a:lnTo>
                <a:lnTo>
                  <a:pt x="4117006" y="624888"/>
                </a:lnTo>
                <a:lnTo>
                  <a:pt x="4118700" y="618505"/>
                </a:lnTo>
                <a:lnTo>
                  <a:pt x="4122086" y="561465"/>
                </a:lnTo>
                <a:lnTo>
                  <a:pt x="4123781" y="558379"/>
                </a:lnTo>
                <a:lnTo>
                  <a:pt x="4125474" y="643042"/>
                </a:lnTo>
                <a:lnTo>
                  <a:pt x="4127167" y="612449"/>
                </a:lnTo>
                <a:lnTo>
                  <a:pt x="4132248" y="539324"/>
                </a:lnTo>
                <a:lnTo>
                  <a:pt x="4139022" y="656342"/>
                </a:lnTo>
                <a:lnTo>
                  <a:pt x="4144103" y="621707"/>
                </a:lnTo>
                <a:lnTo>
                  <a:pt x="4145796" y="489768"/>
                </a:lnTo>
                <a:lnTo>
                  <a:pt x="4147490" y="547087"/>
                </a:lnTo>
                <a:lnTo>
                  <a:pt x="4149184" y="511048"/>
                </a:lnTo>
                <a:lnTo>
                  <a:pt x="4155957" y="610999"/>
                </a:lnTo>
                <a:lnTo>
                  <a:pt x="4157651" y="599725"/>
                </a:lnTo>
                <a:lnTo>
                  <a:pt x="4159345" y="613363"/>
                </a:lnTo>
                <a:lnTo>
                  <a:pt x="4161038" y="597210"/>
                </a:lnTo>
                <a:lnTo>
                  <a:pt x="4162732" y="626237"/>
                </a:lnTo>
                <a:lnTo>
                  <a:pt x="4164425" y="625903"/>
                </a:lnTo>
                <a:lnTo>
                  <a:pt x="4167812" y="575847"/>
                </a:lnTo>
                <a:lnTo>
                  <a:pt x="4171199" y="585540"/>
                </a:lnTo>
                <a:lnTo>
                  <a:pt x="4172893" y="667579"/>
                </a:lnTo>
                <a:lnTo>
                  <a:pt x="4174587" y="648395"/>
                </a:lnTo>
                <a:lnTo>
                  <a:pt x="4176280" y="647979"/>
                </a:lnTo>
                <a:lnTo>
                  <a:pt x="4181361" y="547667"/>
                </a:lnTo>
                <a:lnTo>
                  <a:pt x="4186441" y="631890"/>
                </a:lnTo>
                <a:lnTo>
                  <a:pt x="4188135" y="629210"/>
                </a:lnTo>
                <a:lnTo>
                  <a:pt x="4193216" y="580987"/>
                </a:lnTo>
                <a:lnTo>
                  <a:pt x="4194909" y="628085"/>
                </a:lnTo>
                <a:lnTo>
                  <a:pt x="4196602" y="610309"/>
                </a:lnTo>
                <a:lnTo>
                  <a:pt x="4198297" y="604058"/>
                </a:lnTo>
                <a:lnTo>
                  <a:pt x="4199990" y="577130"/>
                </a:lnTo>
                <a:lnTo>
                  <a:pt x="4203377" y="641586"/>
                </a:lnTo>
                <a:lnTo>
                  <a:pt x="4205070" y="586076"/>
                </a:lnTo>
                <a:lnTo>
                  <a:pt x="4206764" y="605402"/>
                </a:lnTo>
                <a:lnTo>
                  <a:pt x="4211844" y="652364"/>
                </a:lnTo>
                <a:lnTo>
                  <a:pt x="4215232" y="543620"/>
                </a:lnTo>
                <a:lnTo>
                  <a:pt x="4216925" y="579043"/>
                </a:lnTo>
                <a:lnTo>
                  <a:pt x="4218619" y="556489"/>
                </a:lnTo>
                <a:lnTo>
                  <a:pt x="4222006" y="586241"/>
                </a:lnTo>
                <a:lnTo>
                  <a:pt x="4223700" y="591471"/>
                </a:lnTo>
                <a:lnTo>
                  <a:pt x="4227086" y="666383"/>
                </a:lnTo>
                <a:lnTo>
                  <a:pt x="4232167" y="588447"/>
                </a:lnTo>
                <a:lnTo>
                  <a:pt x="4233861" y="567619"/>
                </a:lnTo>
                <a:lnTo>
                  <a:pt x="4238941" y="732544"/>
                </a:lnTo>
                <a:lnTo>
                  <a:pt x="4244022" y="516607"/>
                </a:lnTo>
                <a:lnTo>
                  <a:pt x="4249103" y="709882"/>
                </a:lnTo>
                <a:lnTo>
                  <a:pt x="4250796" y="696411"/>
                </a:lnTo>
                <a:lnTo>
                  <a:pt x="4252490" y="745609"/>
                </a:lnTo>
                <a:lnTo>
                  <a:pt x="4257570" y="627359"/>
                </a:lnTo>
                <a:lnTo>
                  <a:pt x="4259264" y="671027"/>
                </a:lnTo>
                <a:lnTo>
                  <a:pt x="4260957" y="667455"/>
                </a:lnTo>
                <a:lnTo>
                  <a:pt x="4262651" y="686633"/>
                </a:lnTo>
                <a:lnTo>
                  <a:pt x="4266038" y="783985"/>
                </a:lnTo>
                <a:lnTo>
                  <a:pt x="4267732" y="647723"/>
                </a:lnTo>
                <a:lnTo>
                  <a:pt x="4269425" y="654690"/>
                </a:lnTo>
                <a:lnTo>
                  <a:pt x="4271118" y="638857"/>
                </a:lnTo>
                <a:lnTo>
                  <a:pt x="4272812" y="728186"/>
                </a:lnTo>
                <a:lnTo>
                  <a:pt x="4274506" y="691233"/>
                </a:lnTo>
                <a:lnTo>
                  <a:pt x="4276199" y="676906"/>
                </a:lnTo>
                <a:lnTo>
                  <a:pt x="4279586" y="731028"/>
                </a:lnTo>
                <a:lnTo>
                  <a:pt x="4284667" y="517244"/>
                </a:lnTo>
                <a:lnTo>
                  <a:pt x="4289748" y="706727"/>
                </a:lnTo>
                <a:lnTo>
                  <a:pt x="4291441" y="718828"/>
                </a:lnTo>
                <a:lnTo>
                  <a:pt x="4293135" y="660006"/>
                </a:lnTo>
                <a:lnTo>
                  <a:pt x="4294828" y="690591"/>
                </a:lnTo>
                <a:lnTo>
                  <a:pt x="4296521" y="683372"/>
                </a:lnTo>
                <a:lnTo>
                  <a:pt x="4299909" y="604919"/>
                </a:lnTo>
                <a:lnTo>
                  <a:pt x="4303296" y="657690"/>
                </a:lnTo>
                <a:lnTo>
                  <a:pt x="4304989" y="656451"/>
                </a:lnTo>
                <a:lnTo>
                  <a:pt x="4306683" y="580812"/>
                </a:lnTo>
                <a:lnTo>
                  <a:pt x="4308377" y="591477"/>
                </a:lnTo>
                <a:lnTo>
                  <a:pt x="4310070" y="667868"/>
                </a:lnTo>
                <a:lnTo>
                  <a:pt x="4311764" y="599594"/>
                </a:lnTo>
                <a:lnTo>
                  <a:pt x="4313457" y="660372"/>
                </a:lnTo>
                <a:lnTo>
                  <a:pt x="4315151" y="640370"/>
                </a:lnTo>
                <a:lnTo>
                  <a:pt x="4316844" y="625158"/>
                </a:lnTo>
                <a:lnTo>
                  <a:pt x="4320231" y="568790"/>
                </a:lnTo>
                <a:lnTo>
                  <a:pt x="4325312" y="680459"/>
                </a:lnTo>
                <a:lnTo>
                  <a:pt x="4328699" y="612978"/>
                </a:lnTo>
                <a:lnTo>
                  <a:pt x="4330392" y="620868"/>
                </a:lnTo>
                <a:lnTo>
                  <a:pt x="4332086" y="642918"/>
                </a:lnTo>
                <a:lnTo>
                  <a:pt x="4333780" y="639698"/>
                </a:lnTo>
                <a:lnTo>
                  <a:pt x="4335473" y="616436"/>
                </a:lnTo>
                <a:lnTo>
                  <a:pt x="4337167" y="629563"/>
                </a:lnTo>
                <a:lnTo>
                  <a:pt x="4340554" y="703119"/>
                </a:lnTo>
                <a:lnTo>
                  <a:pt x="4345634" y="570634"/>
                </a:lnTo>
                <a:lnTo>
                  <a:pt x="4350715" y="744317"/>
                </a:lnTo>
                <a:lnTo>
                  <a:pt x="4352409" y="696599"/>
                </a:lnTo>
                <a:lnTo>
                  <a:pt x="4355795" y="899538"/>
                </a:lnTo>
                <a:lnTo>
                  <a:pt x="4359183" y="615166"/>
                </a:lnTo>
                <a:lnTo>
                  <a:pt x="4360876" y="620386"/>
                </a:lnTo>
                <a:lnTo>
                  <a:pt x="4362570" y="634714"/>
                </a:lnTo>
                <a:lnTo>
                  <a:pt x="4364264" y="579451"/>
                </a:lnTo>
                <a:lnTo>
                  <a:pt x="4367651" y="630189"/>
                </a:lnTo>
                <a:lnTo>
                  <a:pt x="4369344" y="620531"/>
                </a:lnTo>
                <a:lnTo>
                  <a:pt x="4371037" y="573388"/>
                </a:lnTo>
                <a:lnTo>
                  <a:pt x="4376118" y="633826"/>
                </a:lnTo>
                <a:lnTo>
                  <a:pt x="4377812" y="609855"/>
                </a:lnTo>
                <a:lnTo>
                  <a:pt x="4379505" y="610348"/>
                </a:lnTo>
                <a:lnTo>
                  <a:pt x="4381199" y="613521"/>
                </a:lnTo>
                <a:lnTo>
                  <a:pt x="4382893" y="632426"/>
                </a:lnTo>
                <a:lnTo>
                  <a:pt x="4387973" y="589087"/>
                </a:lnTo>
                <a:lnTo>
                  <a:pt x="4389667" y="574954"/>
                </a:lnTo>
                <a:lnTo>
                  <a:pt x="4391360" y="613099"/>
                </a:lnTo>
                <a:lnTo>
                  <a:pt x="4393054" y="588957"/>
                </a:lnTo>
                <a:lnTo>
                  <a:pt x="4394747" y="643368"/>
                </a:lnTo>
                <a:lnTo>
                  <a:pt x="4396441" y="615700"/>
                </a:lnTo>
                <a:lnTo>
                  <a:pt x="4399828" y="669241"/>
                </a:lnTo>
                <a:lnTo>
                  <a:pt x="4404908" y="588970"/>
                </a:lnTo>
                <a:lnTo>
                  <a:pt x="4406602" y="591379"/>
                </a:lnTo>
                <a:lnTo>
                  <a:pt x="4409989" y="601825"/>
                </a:lnTo>
                <a:lnTo>
                  <a:pt x="4413376" y="677832"/>
                </a:lnTo>
                <a:lnTo>
                  <a:pt x="4420150" y="522363"/>
                </a:lnTo>
                <a:lnTo>
                  <a:pt x="4425231" y="639316"/>
                </a:lnTo>
                <a:lnTo>
                  <a:pt x="4426925" y="653427"/>
                </a:lnTo>
                <a:lnTo>
                  <a:pt x="4430311" y="629341"/>
                </a:lnTo>
                <a:lnTo>
                  <a:pt x="4432006" y="668272"/>
                </a:lnTo>
                <a:lnTo>
                  <a:pt x="4437086" y="564631"/>
                </a:lnTo>
                <a:lnTo>
                  <a:pt x="4442167" y="622001"/>
                </a:lnTo>
                <a:lnTo>
                  <a:pt x="4443860" y="636193"/>
                </a:lnTo>
                <a:lnTo>
                  <a:pt x="4445553" y="618424"/>
                </a:lnTo>
                <a:lnTo>
                  <a:pt x="4447248" y="553679"/>
                </a:lnTo>
                <a:lnTo>
                  <a:pt x="4448941" y="559672"/>
                </a:lnTo>
                <a:lnTo>
                  <a:pt x="4452328" y="656790"/>
                </a:lnTo>
                <a:lnTo>
                  <a:pt x="4457409" y="578452"/>
                </a:lnTo>
                <a:lnTo>
                  <a:pt x="4460795" y="591791"/>
                </a:lnTo>
                <a:lnTo>
                  <a:pt x="4464183" y="674372"/>
                </a:lnTo>
                <a:lnTo>
                  <a:pt x="4469263" y="585880"/>
                </a:lnTo>
                <a:lnTo>
                  <a:pt x="4474344" y="636727"/>
                </a:lnTo>
                <a:lnTo>
                  <a:pt x="4477731" y="587607"/>
                </a:lnTo>
                <a:lnTo>
                  <a:pt x="4481118" y="647528"/>
                </a:lnTo>
                <a:lnTo>
                  <a:pt x="4482812" y="633310"/>
                </a:lnTo>
                <a:lnTo>
                  <a:pt x="4487892" y="603094"/>
                </a:lnTo>
                <a:lnTo>
                  <a:pt x="4492973" y="682284"/>
                </a:lnTo>
                <a:lnTo>
                  <a:pt x="4496360" y="615078"/>
                </a:lnTo>
                <a:lnTo>
                  <a:pt x="4498054" y="656695"/>
                </a:lnTo>
                <a:lnTo>
                  <a:pt x="4499747" y="648821"/>
                </a:lnTo>
                <a:lnTo>
                  <a:pt x="4504827" y="563301"/>
                </a:lnTo>
                <a:lnTo>
                  <a:pt x="4508215" y="634640"/>
                </a:lnTo>
                <a:lnTo>
                  <a:pt x="4509908" y="629808"/>
                </a:lnTo>
                <a:lnTo>
                  <a:pt x="4511602" y="587402"/>
                </a:lnTo>
                <a:lnTo>
                  <a:pt x="4513295" y="594516"/>
                </a:lnTo>
                <a:lnTo>
                  <a:pt x="4516683" y="634638"/>
                </a:lnTo>
                <a:lnTo>
                  <a:pt x="4520069" y="606465"/>
                </a:lnTo>
                <a:lnTo>
                  <a:pt x="4526844" y="628013"/>
                </a:lnTo>
                <a:lnTo>
                  <a:pt x="4528537" y="612207"/>
                </a:lnTo>
                <a:lnTo>
                  <a:pt x="4530231" y="612569"/>
                </a:lnTo>
                <a:lnTo>
                  <a:pt x="4533618" y="649322"/>
                </a:lnTo>
                <a:lnTo>
                  <a:pt x="4535311" y="629399"/>
                </a:lnTo>
                <a:lnTo>
                  <a:pt x="4537005" y="652689"/>
                </a:lnTo>
                <a:lnTo>
                  <a:pt x="4542086" y="564173"/>
                </a:lnTo>
                <a:lnTo>
                  <a:pt x="4550553" y="649912"/>
                </a:lnTo>
                <a:lnTo>
                  <a:pt x="4552247" y="648444"/>
                </a:lnTo>
                <a:lnTo>
                  <a:pt x="4555634" y="589614"/>
                </a:lnTo>
                <a:lnTo>
                  <a:pt x="4557328" y="640511"/>
                </a:lnTo>
                <a:lnTo>
                  <a:pt x="4559021" y="633368"/>
                </a:lnTo>
                <a:lnTo>
                  <a:pt x="4560715" y="635508"/>
                </a:lnTo>
                <a:lnTo>
                  <a:pt x="4562408" y="656309"/>
                </a:lnTo>
                <a:lnTo>
                  <a:pt x="4565795" y="626642"/>
                </a:lnTo>
                <a:lnTo>
                  <a:pt x="4567489" y="626478"/>
                </a:lnTo>
                <a:lnTo>
                  <a:pt x="4569182" y="638295"/>
                </a:lnTo>
                <a:lnTo>
                  <a:pt x="4570876" y="631133"/>
                </a:lnTo>
                <a:lnTo>
                  <a:pt x="4572570" y="641148"/>
                </a:lnTo>
                <a:lnTo>
                  <a:pt x="4574263" y="638526"/>
                </a:lnTo>
                <a:lnTo>
                  <a:pt x="4575957" y="625577"/>
                </a:lnTo>
                <a:lnTo>
                  <a:pt x="4577650" y="627802"/>
                </a:lnTo>
                <a:lnTo>
                  <a:pt x="4579343" y="622810"/>
                </a:lnTo>
                <a:lnTo>
                  <a:pt x="4581037" y="634905"/>
                </a:lnTo>
                <a:lnTo>
                  <a:pt x="4582731" y="625071"/>
                </a:lnTo>
                <a:lnTo>
                  <a:pt x="4584424" y="627945"/>
                </a:lnTo>
                <a:lnTo>
                  <a:pt x="4586118" y="635234"/>
                </a:lnTo>
                <a:lnTo>
                  <a:pt x="4587811" y="629449"/>
                </a:lnTo>
                <a:lnTo>
                  <a:pt x="4589505" y="601254"/>
                </a:lnTo>
                <a:lnTo>
                  <a:pt x="4592892" y="649981"/>
                </a:lnTo>
                <a:lnTo>
                  <a:pt x="4594585" y="633213"/>
                </a:lnTo>
                <a:lnTo>
                  <a:pt x="4596279" y="650792"/>
                </a:lnTo>
                <a:lnTo>
                  <a:pt x="4597973" y="617800"/>
                </a:lnTo>
                <a:lnTo>
                  <a:pt x="4599666" y="639373"/>
                </a:lnTo>
                <a:lnTo>
                  <a:pt x="4601360" y="586342"/>
                </a:lnTo>
                <a:lnTo>
                  <a:pt x="4603053" y="596563"/>
                </a:lnTo>
                <a:lnTo>
                  <a:pt x="4608134" y="689694"/>
                </a:lnTo>
                <a:lnTo>
                  <a:pt x="4611521" y="596118"/>
                </a:lnTo>
                <a:lnTo>
                  <a:pt x="4614908" y="625797"/>
                </a:lnTo>
                <a:lnTo>
                  <a:pt x="4619988" y="617860"/>
                </a:lnTo>
                <a:lnTo>
                  <a:pt x="4621683" y="659567"/>
                </a:lnTo>
                <a:lnTo>
                  <a:pt x="4623376" y="641537"/>
                </a:lnTo>
                <a:lnTo>
                  <a:pt x="4630150" y="582948"/>
                </a:lnTo>
                <a:lnTo>
                  <a:pt x="4633537" y="634271"/>
                </a:lnTo>
                <a:lnTo>
                  <a:pt x="4635230" y="587691"/>
                </a:lnTo>
                <a:lnTo>
                  <a:pt x="4636924" y="604021"/>
                </a:lnTo>
                <a:lnTo>
                  <a:pt x="4640311" y="645263"/>
                </a:lnTo>
                <a:lnTo>
                  <a:pt x="4642005" y="607999"/>
                </a:lnTo>
                <a:lnTo>
                  <a:pt x="4643698" y="673233"/>
                </a:lnTo>
                <a:lnTo>
                  <a:pt x="4645392" y="669282"/>
                </a:lnTo>
                <a:lnTo>
                  <a:pt x="4648779" y="581369"/>
                </a:lnTo>
                <a:lnTo>
                  <a:pt x="4653859" y="652741"/>
                </a:lnTo>
                <a:lnTo>
                  <a:pt x="4655553" y="653671"/>
                </a:lnTo>
                <a:lnTo>
                  <a:pt x="4662327" y="595528"/>
                </a:lnTo>
                <a:lnTo>
                  <a:pt x="4665715" y="620079"/>
                </a:lnTo>
                <a:lnTo>
                  <a:pt x="4669101" y="658965"/>
                </a:lnTo>
                <a:lnTo>
                  <a:pt x="4670795" y="646162"/>
                </a:lnTo>
                <a:lnTo>
                  <a:pt x="4674182" y="601563"/>
                </a:lnTo>
                <a:lnTo>
                  <a:pt x="4677569" y="631702"/>
                </a:lnTo>
                <a:lnTo>
                  <a:pt x="4679262" y="606956"/>
                </a:lnTo>
                <a:lnTo>
                  <a:pt x="4680957" y="611576"/>
                </a:lnTo>
                <a:lnTo>
                  <a:pt x="4684343" y="676871"/>
                </a:lnTo>
                <a:lnTo>
                  <a:pt x="4686037" y="652231"/>
                </a:lnTo>
                <a:lnTo>
                  <a:pt x="4687730" y="625625"/>
                </a:lnTo>
                <a:lnTo>
                  <a:pt x="4689424" y="644657"/>
                </a:lnTo>
                <a:lnTo>
                  <a:pt x="4691118" y="643524"/>
                </a:lnTo>
                <a:lnTo>
                  <a:pt x="4692811" y="648912"/>
                </a:lnTo>
                <a:lnTo>
                  <a:pt x="4694504" y="631327"/>
                </a:lnTo>
                <a:lnTo>
                  <a:pt x="4696198" y="632061"/>
                </a:lnTo>
                <a:lnTo>
                  <a:pt x="4697892" y="624962"/>
                </a:lnTo>
                <a:lnTo>
                  <a:pt x="4699585" y="628891"/>
                </a:lnTo>
                <a:lnTo>
                  <a:pt x="4701279" y="625101"/>
                </a:lnTo>
                <a:lnTo>
                  <a:pt x="4702972" y="626781"/>
                </a:lnTo>
                <a:lnTo>
                  <a:pt x="4704666" y="629869"/>
                </a:lnTo>
                <a:lnTo>
                  <a:pt x="4708053" y="610214"/>
                </a:lnTo>
                <a:lnTo>
                  <a:pt x="4709746" y="607947"/>
                </a:lnTo>
                <a:lnTo>
                  <a:pt x="4711440" y="654942"/>
                </a:lnTo>
                <a:lnTo>
                  <a:pt x="4713134" y="653828"/>
                </a:lnTo>
                <a:lnTo>
                  <a:pt x="4714827" y="654405"/>
                </a:lnTo>
                <a:lnTo>
                  <a:pt x="4719908" y="610824"/>
                </a:lnTo>
                <a:lnTo>
                  <a:pt x="4721602" y="652583"/>
                </a:lnTo>
                <a:lnTo>
                  <a:pt x="4723295" y="638831"/>
                </a:lnTo>
                <a:lnTo>
                  <a:pt x="4724988" y="624556"/>
                </a:lnTo>
                <a:lnTo>
                  <a:pt x="4726682" y="642570"/>
                </a:lnTo>
                <a:lnTo>
                  <a:pt x="4728375" y="637383"/>
                </a:lnTo>
                <a:lnTo>
                  <a:pt x="4730069" y="623843"/>
                </a:lnTo>
                <a:lnTo>
                  <a:pt x="4731763" y="649261"/>
                </a:lnTo>
                <a:lnTo>
                  <a:pt x="4733456" y="615113"/>
                </a:lnTo>
                <a:lnTo>
                  <a:pt x="4735150" y="630356"/>
                </a:lnTo>
                <a:lnTo>
                  <a:pt x="4738537" y="612143"/>
                </a:lnTo>
                <a:lnTo>
                  <a:pt x="4743617" y="620833"/>
                </a:lnTo>
              </a:path>
            </a:pathLst>
          </a:custGeom>
          <a:noFill/>
          <a:ln w="236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48"/>
          <p:cNvSpPr/>
          <p:nvPr/>
        </p:nvSpPr>
        <p:spPr>
          <a:xfrm>
            <a:off x="6791140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49"/>
          <p:cNvSpPr/>
          <p:nvPr/>
        </p:nvSpPr>
        <p:spPr>
          <a:xfrm>
            <a:off x="12009119" y="1126161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50"/>
          <p:cNvSpPr/>
          <p:nvPr/>
        </p:nvSpPr>
        <p:spPr>
          <a:xfrm>
            <a:off x="6791140" y="2242419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51"/>
          <p:cNvSpPr/>
          <p:nvPr/>
        </p:nvSpPr>
        <p:spPr>
          <a:xfrm>
            <a:off x="6791140" y="1126161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71672" y="828954"/>
            <a:ext cx="2304638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2B2B2B"/>
                </a:solidFill>
                <a:latin typeface="Times New Roman"/>
              </a:rPr>
              <a:t>(b) Angular velocity response</a:t>
            </a:r>
          </a:p>
        </p:txBody>
      </p:sp>
      <p:sp>
        <p:nvSpPr>
          <p:cNvPr id="78" name="Editable path 52"/>
          <p:cNvSpPr/>
          <p:nvPr/>
        </p:nvSpPr>
        <p:spPr>
          <a:xfrm>
            <a:off x="853440" y="2843240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3"/>
          <p:cNvSpPr/>
          <p:nvPr/>
        </p:nvSpPr>
        <p:spPr>
          <a:xfrm>
            <a:off x="955673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54"/>
          <p:cNvSpPr/>
          <p:nvPr/>
        </p:nvSpPr>
        <p:spPr>
          <a:xfrm>
            <a:off x="955673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0148" y="4164649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82" name="Editable path 55"/>
          <p:cNvSpPr/>
          <p:nvPr/>
        </p:nvSpPr>
        <p:spPr>
          <a:xfrm>
            <a:off x="1685649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56"/>
          <p:cNvSpPr/>
          <p:nvPr/>
        </p:nvSpPr>
        <p:spPr>
          <a:xfrm>
            <a:off x="1685649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14600" y="4164649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85" name="Editable path 57"/>
          <p:cNvSpPr/>
          <p:nvPr/>
        </p:nvSpPr>
        <p:spPr>
          <a:xfrm>
            <a:off x="2415625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58"/>
          <p:cNvSpPr/>
          <p:nvPr/>
        </p:nvSpPr>
        <p:spPr>
          <a:xfrm>
            <a:off x="2415625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44576" y="4164649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88" name="Editable path 59"/>
          <p:cNvSpPr/>
          <p:nvPr/>
        </p:nvSpPr>
        <p:spPr>
          <a:xfrm>
            <a:off x="853440" y="3889018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60"/>
          <p:cNvSpPr/>
          <p:nvPr/>
        </p:nvSpPr>
        <p:spPr>
          <a:xfrm>
            <a:off x="770549" y="3889018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7189" y="3821162"/>
            <a:ext cx="346008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−100</a:t>
            </a:r>
          </a:p>
        </p:txBody>
      </p:sp>
      <p:sp>
        <p:nvSpPr>
          <p:cNvPr id="91" name="Editable path 61"/>
          <p:cNvSpPr/>
          <p:nvPr/>
        </p:nvSpPr>
        <p:spPr>
          <a:xfrm>
            <a:off x="853440" y="3396961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62"/>
          <p:cNvSpPr/>
          <p:nvPr/>
        </p:nvSpPr>
        <p:spPr>
          <a:xfrm>
            <a:off x="770549" y="3396961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6610" y="3329105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94" name="Editable path 63"/>
          <p:cNvSpPr/>
          <p:nvPr/>
        </p:nvSpPr>
        <p:spPr>
          <a:xfrm>
            <a:off x="853440" y="2904905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64"/>
          <p:cNvSpPr/>
          <p:nvPr/>
        </p:nvSpPr>
        <p:spPr>
          <a:xfrm>
            <a:off x="770549" y="2904905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4512" y="2837048"/>
            <a:ext cx="248671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97" name="TextBox 96"/>
          <p:cNvSpPr txBox="1"/>
          <p:nvPr/>
        </p:nvSpPr>
        <p:spPr>
          <a:xfrm rot="16200000">
            <a:off x="-110889" y="3327974"/>
            <a:ext cx="690477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Force (N)</a:t>
            </a:r>
          </a:p>
        </p:txBody>
      </p:sp>
      <p:sp>
        <p:nvSpPr>
          <p:cNvPr id="98" name="Editable path 65"/>
          <p:cNvSpPr/>
          <p:nvPr/>
        </p:nvSpPr>
        <p:spPr>
          <a:xfrm>
            <a:off x="955673" y="2944729"/>
            <a:ext cx="2044663" cy="638408"/>
          </a:xfrm>
          <a:custGeom>
            <a:avLst/>
            <a:gdLst/>
            <a:ahLst/>
            <a:cxnLst/>
            <a:rect l="l" t="t" r="r" b="b"/>
            <a:pathLst>
              <a:path w="2044663" h="638408">
                <a:moveTo>
                  <a:pt x="0" y="376911"/>
                </a:moveTo>
                <a:lnTo>
                  <a:pt x="730" y="378387"/>
                </a:lnTo>
                <a:lnTo>
                  <a:pt x="1460" y="374875"/>
                </a:lnTo>
                <a:lnTo>
                  <a:pt x="2920" y="380833"/>
                </a:lnTo>
                <a:lnTo>
                  <a:pt x="3650" y="369433"/>
                </a:lnTo>
                <a:lnTo>
                  <a:pt x="4380" y="378168"/>
                </a:lnTo>
                <a:lnTo>
                  <a:pt x="5110" y="368552"/>
                </a:lnTo>
                <a:lnTo>
                  <a:pt x="7300" y="337108"/>
                </a:lnTo>
                <a:lnTo>
                  <a:pt x="6570" y="388084"/>
                </a:lnTo>
                <a:lnTo>
                  <a:pt x="8030" y="356677"/>
                </a:lnTo>
                <a:lnTo>
                  <a:pt x="8760" y="383523"/>
                </a:lnTo>
                <a:lnTo>
                  <a:pt x="10220" y="351775"/>
                </a:lnTo>
                <a:lnTo>
                  <a:pt x="10950" y="369832"/>
                </a:lnTo>
                <a:lnTo>
                  <a:pt x="12410" y="371436"/>
                </a:lnTo>
                <a:lnTo>
                  <a:pt x="13140" y="363822"/>
                </a:lnTo>
                <a:lnTo>
                  <a:pt x="13870" y="373237"/>
                </a:lnTo>
                <a:lnTo>
                  <a:pt x="15330" y="393319"/>
                </a:lnTo>
                <a:lnTo>
                  <a:pt x="16060" y="374079"/>
                </a:lnTo>
                <a:lnTo>
                  <a:pt x="16789" y="359830"/>
                </a:lnTo>
                <a:lnTo>
                  <a:pt x="17519" y="381817"/>
                </a:lnTo>
                <a:lnTo>
                  <a:pt x="18979" y="418259"/>
                </a:lnTo>
                <a:lnTo>
                  <a:pt x="20439" y="401856"/>
                </a:lnTo>
                <a:lnTo>
                  <a:pt x="23359" y="342096"/>
                </a:lnTo>
                <a:lnTo>
                  <a:pt x="24819" y="392076"/>
                </a:lnTo>
                <a:lnTo>
                  <a:pt x="26279" y="380417"/>
                </a:lnTo>
                <a:lnTo>
                  <a:pt x="27739" y="366948"/>
                </a:lnTo>
                <a:lnTo>
                  <a:pt x="28469" y="394660"/>
                </a:lnTo>
                <a:lnTo>
                  <a:pt x="29199" y="359346"/>
                </a:lnTo>
                <a:lnTo>
                  <a:pt x="29929" y="385087"/>
                </a:lnTo>
                <a:lnTo>
                  <a:pt x="32119" y="391054"/>
                </a:lnTo>
                <a:lnTo>
                  <a:pt x="34309" y="341447"/>
                </a:lnTo>
                <a:lnTo>
                  <a:pt x="35769" y="381249"/>
                </a:lnTo>
                <a:lnTo>
                  <a:pt x="37229" y="368891"/>
                </a:lnTo>
                <a:lnTo>
                  <a:pt x="37959" y="366569"/>
                </a:lnTo>
                <a:lnTo>
                  <a:pt x="38689" y="367076"/>
                </a:lnTo>
                <a:lnTo>
                  <a:pt x="39419" y="395507"/>
                </a:lnTo>
                <a:lnTo>
                  <a:pt x="41609" y="392960"/>
                </a:lnTo>
                <a:lnTo>
                  <a:pt x="42339" y="400264"/>
                </a:lnTo>
                <a:lnTo>
                  <a:pt x="43069" y="387616"/>
                </a:lnTo>
                <a:lnTo>
                  <a:pt x="44529" y="394496"/>
                </a:lnTo>
                <a:lnTo>
                  <a:pt x="46719" y="361283"/>
                </a:lnTo>
                <a:lnTo>
                  <a:pt x="48178" y="377058"/>
                </a:lnTo>
                <a:lnTo>
                  <a:pt x="48908" y="355963"/>
                </a:lnTo>
                <a:lnTo>
                  <a:pt x="49638" y="353332"/>
                </a:lnTo>
                <a:lnTo>
                  <a:pt x="50368" y="389058"/>
                </a:lnTo>
                <a:lnTo>
                  <a:pt x="52558" y="381569"/>
                </a:lnTo>
                <a:lnTo>
                  <a:pt x="55478" y="389617"/>
                </a:lnTo>
                <a:lnTo>
                  <a:pt x="59128" y="338395"/>
                </a:lnTo>
                <a:lnTo>
                  <a:pt x="59858" y="344574"/>
                </a:lnTo>
                <a:lnTo>
                  <a:pt x="61318" y="344503"/>
                </a:lnTo>
                <a:lnTo>
                  <a:pt x="62778" y="361977"/>
                </a:lnTo>
                <a:lnTo>
                  <a:pt x="64238" y="358675"/>
                </a:lnTo>
                <a:lnTo>
                  <a:pt x="64968" y="360429"/>
                </a:lnTo>
                <a:lnTo>
                  <a:pt x="65698" y="356039"/>
                </a:lnTo>
                <a:lnTo>
                  <a:pt x="66428" y="358884"/>
                </a:lnTo>
                <a:lnTo>
                  <a:pt x="67158" y="358389"/>
                </a:lnTo>
                <a:lnTo>
                  <a:pt x="68618" y="370836"/>
                </a:lnTo>
                <a:lnTo>
                  <a:pt x="70808" y="380200"/>
                </a:lnTo>
                <a:lnTo>
                  <a:pt x="71538" y="346071"/>
                </a:lnTo>
                <a:lnTo>
                  <a:pt x="72998" y="395483"/>
                </a:lnTo>
                <a:lnTo>
                  <a:pt x="73728" y="342881"/>
                </a:lnTo>
                <a:lnTo>
                  <a:pt x="75188" y="382582"/>
                </a:lnTo>
                <a:lnTo>
                  <a:pt x="80297" y="332485"/>
                </a:lnTo>
                <a:lnTo>
                  <a:pt x="85407" y="375696"/>
                </a:lnTo>
                <a:lnTo>
                  <a:pt x="88327" y="319912"/>
                </a:lnTo>
                <a:lnTo>
                  <a:pt x="89787" y="337615"/>
                </a:lnTo>
                <a:lnTo>
                  <a:pt x="92707" y="364922"/>
                </a:lnTo>
                <a:lnTo>
                  <a:pt x="94167" y="305518"/>
                </a:lnTo>
                <a:lnTo>
                  <a:pt x="95627" y="351248"/>
                </a:lnTo>
                <a:lnTo>
                  <a:pt x="97817" y="327611"/>
                </a:lnTo>
                <a:lnTo>
                  <a:pt x="98547" y="344632"/>
                </a:lnTo>
                <a:lnTo>
                  <a:pt x="99277" y="327395"/>
                </a:lnTo>
                <a:lnTo>
                  <a:pt x="100007" y="310169"/>
                </a:lnTo>
                <a:lnTo>
                  <a:pt x="100737" y="349402"/>
                </a:lnTo>
                <a:lnTo>
                  <a:pt x="102197" y="330300"/>
                </a:lnTo>
                <a:lnTo>
                  <a:pt x="103657" y="338229"/>
                </a:lnTo>
                <a:lnTo>
                  <a:pt x="106577" y="367399"/>
                </a:lnTo>
                <a:lnTo>
                  <a:pt x="108037" y="334343"/>
                </a:lnTo>
                <a:lnTo>
                  <a:pt x="109496" y="334844"/>
                </a:lnTo>
                <a:lnTo>
                  <a:pt x="110956" y="333772"/>
                </a:lnTo>
                <a:lnTo>
                  <a:pt x="111686" y="357548"/>
                </a:lnTo>
                <a:lnTo>
                  <a:pt x="113146" y="348067"/>
                </a:lnTo>
                <a:lnTo>
                  <a:pt x="113876" y="333457"/>
                </a:lnTo>
                <a:lnTo>
                  <a:pt x="115336" y="343310"/>
                </a:lnTo>
                <a:lnTo>
                  <a:pt x="116066" y="346538"/>
                </a:lnTo>
                <a:lnTo>
                  <a:pt x="117526" y="328022"/>
                </a:lnTo>
                <a:lnTo>
                  <a:pt x="118986" y="339738"/>
                </a:lnTo>
                <a:lnTo>
                  <a:pt x="121176" y="360389"/>
                </a:lnTo>
                <a:lnTo>
                  <a:pt x="124096" y="329651"/>
                </a:lnTo>
                <a:lnTo>
                  <a:pt x="124826" y="347238"/>
                </a:lnTo>
                <a:lnTo>
                  <a:pt x="127016" y="341135"/>
                </a:lnTo>
                <a:lnTo>
                  <a:pt x="127746" y="324633"/>
                </a:lnTo>
                <a:lnTo>
                  <a:pt x="129936" y="328823"/>
                </a:lnTo>
                <a:lnTo>
                  <a:pt x="133586" y="286341"/>
                </a:lnTo>
                <a:lnTo>
                  <a:pt x="134316" y="300095"/>
                </a:lnTo>
                <a:lnTo>
                  <a:pt x="135046" y="298976"/>
                </a:lnTo>
                <a:lnTo>
                  <a:pt x="137236" y="329297"/>
                </a:lnTo>
                <a:lnTo>
                  <a:pt x="137966" y="317705"/>
                </a:lnTo>
                <a:lnTo>
                  <a:pt x="138696" y="309496"/>
                </a:lnTo>
                <a:lnTo>
                  <a:pt x="139426" y="311405"/>
                </a:lnTo>
                <a:lnTo>
                  <a:pt x="140885" y="345907"/>
                </a:lnTo>
                <a:lnTo>
                  <a:pt x="142345" y="329559"/>
                </a:lnTo>
                <a:lnTo>
                  <a:pt x="145265" y="285874"/>
                </a:lnTo>
                <a:lnTo>
                  <a:pt x="145995" y="307131"/>
                </a:lnTo>
                <a:lnTo>
                  <a:pt x="148915" y="318636"/>
                </a:lnTo>
                <a:lnTo>
                  <a:pt x="147455" y="300485"/>
                </a:lnTo>
                <a:lnTo>
                  <a:pt x="149645" y="315818"/>
                </a:lnTo>
                <a:lnTo>
                  <a:pt x="151835" y="317242"/>
                </a:lnTo>
                <a:lnTo>
                  <a:pt x="154025" y="305810"/>
                </a:lnTo>
                <a:lnTo>
                  <a:pt x="157675" y="340075"/>
                </a:lnTo>
                <a:lnTo>
                  <a:pt x="160595" y="296707"/>
                </a:lnTo>
                <a:lnTo>
                  <a:pt x="161325" y="310668"/>
                </a:lnTo>
                <a:lnTo>
                  <a:pt x="162055" y="334592"/>
                </a:lnTo>
                <a:lnTo>
                  <a:pt x="163515" y="300272"/>
                </a:lnTo>
                <a:lnTo>
                  <a:pt x="166435" y="238723"/>
                </a:lnTo>
                <a:lnTo>
                  <a:pt x="168625" y="326153"/>
                </a:lnTo>
                <a:lnTo>
                  <a:pt x="170084" y="323028"/>
                </a:lnTo>
                <a:lnTo>
                  <a:pt x="170814" y="328499"/>
                </a:lnTo>
                <a:lnTo>
                  <a:pt x="171544" y="327668"/>
                </a:lnTo>
                <a:lnTo>
                  <a:pt x="172274" y="311888"/>
                </a:lnTo>
                <a:lnTo>
                  <a:pt x="173004" y="320257"/>
                </a:lnTo>
                <a:lnTo>
                  <a:pt x="174464" y="352138"/>
                </a:lnTo>
                <a:lnTo>
                  <a:pt x="175194" y="316610"/>
                </a:lnTo>
                <a:lnTo>
                  <a:pt x="175924" y="318307"/>
                </a:lnTo>
                <a:lnTo>
                  <a:pt x="177384" y="269527"/>
                </a:lnTo>
                <a:lnTo>
                  <a:pt x="178844" y="294124"/>
                </a:lnTo>
                <a:lnTo>
                  <a:pt x="179574" y="301672"/>
                </a:lnTo>
                <a:lnTo>
                  <a:pt x="181034" y="263881"/>
                </a:lnTo>
                <a:lnTo>
                  <a:pt x="182494" y="275009"/>
                </a:lnTo>
                <a:lnTo>
                  <a:pt x="185414" y="302249"/>
                </a:lnTo>
                <a:lnTo>
                  <a:pt x="186874" y="322046"/>
                </a:lnTo>
                <a:lnTo>
                  <a:pt x="187604" y="313276"/>
                </a:lnTo>
                <a:lnTo>
                  <a:pt x="189064" y="276381"/>
                </a:lnTo>
                <a:lnTo>
                  <a:pt x="190524" y="276428"/>
                </a:lnTo>
                <a:lnTo>
                  <a:pt x="191254" y="277054"/>
                </a:lnTo>
                <a:lnTo>
                  <a:pt x="193444" y="295829"/>
                </a:lnTo>
                <a:lnTo>
                  <a:pt x="194174" y="289535"/>
                </a:lnTo>
                <a:lnTo>
                  <a:pt x="195634" y="265449"/>
                </a:lnTo>
                <a:lnTo>
                  <a:pt x="196364" y="283610"/>
                </a:lnTo>
                <a:lnTo>
                  <a:pt x="197094" y="286052"/>
                </a:lnTo>
                <a:lnTo>
                  <a:pt x="197824" y="301566"/>
                </a:lnTo>
                <a:lnTo>
                  <a:pt x="199284" y="278315"/>
                </a:lnTo>
                <a:lnTo>
                  <a:pt x="200014" y="281073"/>
                </a:lnTo>
                <a:lnTo>
                  <a:pt x="203663" y="317779"/>
                </a:lnTo>
                <a:lnTo>
                  <a:pt x="205123" y="265885"/>
                </a:lnTo>
                <a:lnTo>
                  <a:pt x="207313" y="281343"/>
                </a:lnTo>
                <a:lnTo>
                  <a:pt x="210233" y="315123"/>
                </a:lnTo>
                <a:lnTo>
                  <a:pt x="212423" y="276544"/>
                </a:lnTo>
                <a:lnTo>
                  <a:pt x="214613" y="277846"/>
                </a:lnTo>
                <a:lnTo>
                  <a:pt x="216073" y="307304"/>
                </a:lnTo>
                <a:lnTo>
                  <a:pt x="216803" y="297088"/>
                </a:lnTo>
                <a:lnTo>
                  <a:pt x="217533" y="272133"/>
                </a:lnTo>
                <a:lnTo>
                  <a:pt x="218993" y="298216"/>
                </a:lnTo>
                <a:lnTo>
                  <a:pt x="219723" y="278793"/>
                </a:lnTo>
                <a:lnTo>
                  <a:pt x="220453" y="268542"/>
                </a:lnTo>
                <a:lnTo>
                  <a:pt x="221183" y="278989"/>
                </a:lnTo>
                <a:lnTo>
                  <a:pt x="221913" y="274567"/>
                </a:lnTo>
                <a:lnTo>
                  <a:pt x="222643" y="288477"/>
                </a:lnTo>
                <a:lnTo>
                  <a:pt x="224103" y="278271"/>
                </a:lnTo>
                <a:lnTo>
                  <a:pt x="224833" y="279634"/>
                </a:lnTo>
                <a:lnTo>
                  <a:pt x="228483" y="254052"/>
                </a:lnTo>
                <a:lnTo>
                  <a:pt x="229213" y="300456"/>
                </a:lnTo>
                <a:lnTo>
                  <a:pt x="230672" y="245249"/>
                </a:lnTo>
                <a:lnTo>
                  <a:pt x="232862" y="289318"/>
                </a:lnTo>
                <a:lnTo>
                  <a:pt x="234322" y="268597"/>
                </a:lnTo>
                <a:lnTo>
                  <a:pt x="235052" y="275712"/>
                </a:lnTo>
                <a:lnTo>
                  <a:pt x="235782" y="275011"/>
                </a:lnTo>
                <a:lnTo>
                  <a:pt x="236512" y="316629"/>
                </a:lnTo>
                <a:lnTo>
                  <a:pt x="237242" y="252120"/>
                </a:lnTo>
                <a:lnTo>
                  <a:pt x="237972" y="238706"/>
                </a:lnTo>
                <a:lnTo>
                  <a:pt x="238702" y="249139"/>
                </a:lnTo>
                <a:lnTo>
                  <a:pt x="243082" y="313762"/>
                </a:lnTo>
                <a:lnTo>
                  <a:pt x="245272" y="260534"/>
                </a:lnTo>
                <a:lnTo>
                  <a:pt x="246002" y="292503"/>
                </a:lnTo>
                <a:lnTo>
                  <a:pt x="246732" y="297379"/>
                </a:lnTo>
                <a:lnTo>
                  <a:pt x="248192" y="267740"/>
                </a:lnTo>
                <a:lnTo>
                  <a:pt x="248922" y="280400"/>
                </a:lnTo>
                <a:lnTo>
                  <a:pt x="249652" y="293485"/>
                </a:lnTo>
                <a:lnTo>
                  <a:pt x="251112" y="278231"/>
                </a:lnTo>
                <a:lnTo>
                  <a:pt x="251842" y="288897"/>
                </a:lnTo>
                <a:lnTo>
                  <a:pt x="253302" y="304666"/>
                </a:lnTo>
                <a:lnTo>
                  <a:pt x="254762" y="299426"/>
                </a:lnTo>
                <a:lnTo>
                  <a:pt x="255492" y="299864"/>
                </a:lnTo>
                <a:lnTo>
                  <a:pt x="256952" y="275039"/>
                </a:lnTo>
                <a:lnTo>
                  <a:pt x="258412" y="292126"/>
                </a:lnTo>
                <a:lnTo>
                  <a:pt x="260602" y="274184"/>
                </a:lnTo>
                <a:lnTo>
                  <a:pt x="262061" y="281065"/>
                </a:lnTo>
                <a:lnTo>
                  <a:pt x="262791" y="282844"/>
                </a:lnTo>
                <a:lnTo>
                  <a:pt x="264981" y="314206"/>
                </a:lnTo>
                <a:lnTo>
                  <a:pt x="265711" y="307158"/>
                </a:lnTo>
                <a:lnTo>
                  <a:pt x="267171" y="269629"/>
                </a:lnTo>
                <a:lnTo>
                  <a:pt x="269361" y="274443"/>
                </a:lnTo>
                <a:lnTo>
                  <a:pt x="270091" y="262441"/>
                </a:lnTo>
                <a:lnTo>
                  <a:pt x="271551" y="273455"/>
                </a:lnTo>
                <a:lnTo>
                  <a:pt x="273011" y="306676"/>
                </a:lnTo>
                <a:lnTo>
                  <a:pt x="273741" y="301861"/>
                </a:lnTo>
                <a:lnTo>
                  <a:pt x="277391" y="255947"/>
                </a:lnTo>
                <a:lnTo>
                  <a:pt x="280311" y="300898"/>
                </a:lnTo>
                <a:lnTo>
                  <a:pt x="281771" y="280808"/>
                </a:lnTo>
                <a:lnTo>
                  <a:pt x="283231" y="261716"/>
                </a:lnTo>
                <a:lnTo>
                  <a:pt x="283961" y="263608"/>
                </a:lnTo>
                <a:lnTo>
                  <a:pt x="284691" y="282371"/>
                </a:lnTo>
                <a:lnTo>
                  <a:pt x="286151" y="269889"/>
                </a:lnTo>
                <a:lnTo>
                  <a:pt x="286881" y="270739"/>
                </a:lnTo>
                <a:lnTo>
                  <a:pt x="287611" y="291285"/>
                </a:lnTo>
                <a:lnTo>
                  <a:pt x="289071" y="271777"/>
                </a:lnTo>
                <a:lnTo>
                  <a:pt x="289801" y="259969"/>
                </a:lnTo>
                <a:lnTo>
                  <a:pt x="291260" y="270082"/>
                </a:lnTo>
                <a:lnTo>
                  <a:pt x="294910" y="297144"/>
                </a:lnTo>
                <a:lnTo>
                  <a:pt x="298560" y="262619"/>
                </a:lnTo>
                <a:lnTo>
                  <a:pt x="300020" y="296175"/>
                </a:lnTo>
                <a:lnTo>
                  <a:pt x="301480" y="278396"/>
                </a:lnTo>
                <a:lnTo>
                  <a:pt x="303670" y="268367"/>
                </a:lnTo>
                <a:lnTo>
                  <a:pt x="305860" y="298673"/>
                </a:lnTo>
                <a:lnTo>
                  <a:pt x="306590" y="298153"/>
                </a:lnTo>
                <a:lnTo>
                  <a:pt x="308050" y="280812"/>
                </a:lnTo>
                <a:lnTo>
                  <a:pt x="310240" y="255939"/>
                </a:lnTo>
                <a:lnTo>
                  <a:pt x="310970" y="269597"/>
                </a:lnTo>
                <a:lnTo>
                  <a:pt x="313890" y="305050"/>
                </a:lnTo>
                <a:lnTo>
                  <a:pt x="315350" y="253819"/>
                </a:lnTo>
                <a:lnTo>
                  <a:pt x="316810" y="275887"/>
                </a:lnTo>
                <a:lnTo>
                  <a:pt x="318270" y="266379"/>
                </a:lnTo>
                <a:lnTo>
                  <a:pt x="319730" y="292651"/>
                </a:lnTo>
                <a:lnTo>
                  <a:pt x="320460" y="283255"/>
                </a:lnTo>
                <a:lnTo>
                  <a:pt x="321919" y="247929"/>
                </a:lnTo>
                <a:lnTo>
                  <a:pt x="322649" y="248196"/>
                </a:lnTo>
                <a:lnTo>
                  <a:pt x="326299" y="368878"/>
                </a:lnTo>
                <a:lnTo>
                  <a:pt x="328489" y="261527"/>
                </a:lnTo>
                <a:lnTo>
                  <a:pt x="329219" y="289441"/>
                </a:lnTo>
                <a:lnTo>
                  <a:pt x="330679" y="262525"/>
                </a:lnTo>
                <a:lnTo>
                  <a:pt x="332139" y="282015"/>
                </a:lnTo>
                <a:lnTo>
                  <a:pt x="333599" y="301607"/>
                </a:lnTo>
                <a:lnTo>
                  <a:pt x="335059" y="290053"/>
                </a:lnTo>
                <a:lnTo>
                  <a:pt x="335789" y="295682"/>
                </a:lnTo>
                <a:lnTo>
                  <a:pt x="337249" y="291522"/>
                </a:lnTo>
                <a:lnTo>
                  <a:pt x="339439" y="280102"/>
                </a:lnTo>
                <a:lnTo>
                  <a:pt x="341629" y="283741"/>
                </a:lnTo>
                <a:lnTo>
                  <a:pt x="342359" y="287215"/>
                </a:lnTo>
                <a:lnTo>
                  <a:pt x="343819" y="286453"/>
                </a:lnTo>
                <a:lnTo>
                  <a:pt x="344549" y="281712"/>
                </a:lnTo>
                <a:lnTo>
                  <a:pt x="345279" y="288470"/>
                </a:lnTo>
                <a:lnTo>
                  <a:pt x="346009" y="299396"/>
                </a:lnTo>
                <a:lnTo>
                  <a:pt x="346739" y="290441"/>
                </a:lnTo>
                <a:lnTo>
                  <a:pt x="347469" y="272548"/>
                </a:lnTo>
                <a:lnTo>
                  <a:pt x="348929" y="290527"/>
                </a:lnTo>
                <a:lnTo>
                  <a:pt x="349659" y="292736"/>
                </a:lnTo>
                <a:lnTo>
                  <a:pt x="350388" y="290775"/>
                </a:lnTo>
                <a:lnTo>
                  <a:pt x="351118" y="277780"/>
                </a:lnTo>
                <a:lnTo>
                  <a:pt x="353308" y="282195"/>
                </a:lnTo>
                <a:lnTo>
                  <a:pt x="354768" y="283877"/>
                </a:lnTo>
                <a:lnTo>
                  <a:pt x="356958" y="278266"/>
                </a:lnTo>
                <a:lnTo>
                  <a:pt x="359148" y="318948"/>
                </a:lnTo>
                <a:lnTo>
                  <a:pt x="360608" y="283493"/>
                </a:lnTo>
                <a:lnTo>
                  <a:pt x="361338" y="293042"/>
                </a:lnTo>
                <a:lnTo>
                  <a:pt x="362068" y="326457"/>
                </a:lnTo>
                <a:lnTo>
                  <a:pt x="363528" y="274267"/>
                </a:lnTo>
                <a:lnTo>
                  <a:pt x="364988" y="286357"/>
                </a:lnTo>
                <a:lnTo>
                  <a:pt x="366448" y="280696"/>
                </a:lnTo>
                <a:lnTo>
                  <a:pt x="368638" y="293535"/>
                </a:lnTo>
                <a:lnTo>
                  <a:pt x="370098" y="286595"/>
                </a:lnTo>
                <a:lnTo>
                  <a:pt x="370828" y="285712"/>
                </a:lnTo>
                <a:lnTo>
                  <a:pt x="371558" y="287624"/>
                </a:lnTo>
                <a:lnTo>
                  <a:pt x="373748" y="307804"/>
                </a:lnTo>
                <a:lnTo>
                  <a:pt x="375208" y="272574"/>
                </a:lnTo>
                <a:lnTo>
                  <a:pt x="375938" y="284528"/>
                </a:lnTo>
                <a:lnTo>
                  <a:pt x="378858" y="310150"/>
                </a:lnTo>
                <a:lnTo>
                  <a:pt x="379588" y="286723"/>
                </a:lnTo>
                <a:lnTo>
                  <a:pt x="381048" y="297700"/>
                </a:lnTo>
                <a:lnTo>
                  <a:pt x="385427" y="351923"/>
                </a:lnTo>
                <a:lnTo>
                  <a:pt x="386887" y="309231"/>
                </a:lnTo>
                <a:lnTo>
                  <a:pt x="387617" y="334141"/>
                </a:lnTo>
                <a:lnTo>
                  <a:pt x="388347" y="340729"/>
                </a:lnTo>
                <a:lnTo>
                  <a:pt x="389807" y="312263"/>
                </a:lnTo>
                <a:lnTo>
                  <a:pt x="390537" y="337283"/>
                </a:lnTo>
                <a:lnTo>
                  <a:pt x="392727" y="332024"/>
                </a:lnTo>
                <a:lnTo>
                  <a:pt x="394187" y="312839"/>
                </a:lnTo>
                <a:lnTo>
                  <a:pt x="394917" y="334917"/>
                </a:lnTo>
                <a:lnTo>
                  <a:pt x="395647" y="327381"/>
                </a:lnTo>
                <a:lnTo>
                  <a:pt x="396377" y="328685"/>
                </a:lnTo>
                <a:lnTo>
                  <a:pt x="397107" y="315751"/>
                </a:lnTo>
                <a:lnTo>
                  <a:pt x="398567" y="331415"/>
                </a:lnTo>
                <a:lnTo>
                  <a:pt x="400027" y="341602"/>
                </a:lnTo>
                <a:lnTo>
                  <a:pt x="400757" y="332883"/>
                </a:lnTo>
                <a:lnTo>
                  <a:pt x="404407" y="302918"/>
                </a:lnTo>
                <a:lnTo>
                  <a:pt x="405137" y="304887"/>
                </a:lnTo>
                <a:lnTo>
                  <a:pt x="407327" y="346341"/>
                </a:lnTo>
                <a:lnTo>
                  <a:pt x="408787" y="302371"/>
                </a:lnTo>
                <a:lnTo>
                  <a:pt x="410247" y="313486"/>
                </a:lnTo>
                <a:lnTo>
                  <a:pt x="410977" y="316836"/>
                </a:lnTo>
                <a:lnTo>
                  <a:pt x="413166" y="300987"/>
                </a:lnTo>
                <a:lnTo>
                  <a:pt x="413896" y="304950"/>
                </a:lnTo>
                <a:lnTo>
                  <a:pt x="416816" y="335201"/>
                </a:lnTo>
                <a:lnTo>
                  <a:pt x="417546" y="332464"/>
                </a:lnTo>
                <a:lnTo>
                  <a:pt x="418276" y="306670"/>
                </a:lnTo>
                <a:lnTo>
                  <a:pt x="419736" y="310077"/>
                </a:lnTo>
                <a:lnTo>
                  <a:pt x="423386" y="337630"/>
                </a:lnTo>
                <a:lnTo>
                  <a:pt x="424116" y="315290"/>
                </a:lnTo>
                <a:lnTo>
                  <a:pt x="426306" y="318141"/>
                </a:lnTo>
                <a:lnTo>
                  <a:pt x="429226" y="293402"/>
                </a:lnTo>
                <a:lnTo>
                  <a:pt x="434336" y="357085"/>
                </a:lnTo>
                <a:lnTo>
                  <a:pt x="435796" y="311670"/>
                </a:lnTo>
                <a:lnTo>
                  <a:pt x="437256" y="314870"/>
                </a:lnTo>
                <a:lnTo>
                  <a:pt x="437986" y="310700"/>
                </a:lnTo>
                <a:lnTo>
                  <a:pt x="438716" y="318795"/>
                </a:lnTo>
                <a:lnTo>
                  <a:pt x="439446" y="332895"/>
                </a:lnTo>
                <a:lnTo>
                  <a:pt x="440176" y="306403"/>
                </a:lnTo>
                <a:lnTo>
                  <a:pt x="440906" y="313118"/>
                </a:lnTo>
                <a:lnTo>
                  <a:pt x="443095" y="322488"/>
                </a:lnTo>
                <a:lnTo>
                  <a:pt x="445285" y="289663"/>
                </a:lnTo>
                <a:lnTo>
                  <a:pt x="446015" y="308800"/>
                </a:lnTo>
                <a:lnTo>
                  <a:pt x="448205" y="303742"/>
                </a:lnTo>
                <a:lnTo>
                  <a:pt x="448935" y="318879"/>
                </a:lnTo>
                <a:lnTo>
                  <a:pt x="449665" y="312009"/>
                </a:lnTo>
                <a:lnTo>
                  <a:pt x="452585" y="281012"/>
                </a:lnTo>
                <a:lnTo>
                  <a:pt x="453315" y="279779"/>
                </a:lnTo>
                <a:lnTo>
                  <a:pt x="454775" y="355886"/>
                </a:lnTo>
                <a:lnTo>
                  <a:pt x="457695" y="323210"/>
                </a:lnTo>
                <a:lnTo>
                  <a:pt x="458425" y="332272"/>
                </a:lnTo>
                <a:lnTo>
                  <a:pt x="459155" y="323966"/>
                </a:lnTo>
                <a:lnTo>
                  <a:pt x="461345" y="274437"/>
                </a:lnTo>
                <a:lnTo>
                  <a:pt x="462805" y="301634"/>
                </a:lnTo>
                <a:lnTo>
                  <a:pt x="463535" y="323139"/>
                </a:lnTo>
                <a:lnTo>
                  <a:pt x="464995" y="312706"/>
                </a:lnTo>
                <a:lnTo>
                  <a:pt x="465725" y="303146"/>
                </a:lnTo>
                <a:lnTo>
                  <a:pt x="466455" y="314583"/>
                </a:lnTo>
                <a:lnTo>
                  <a:pt x="467915" y="332842"/>
                </a:lnTo>
                <a:lnTo>
                  <a:pt x="468645" y="328060"/>
                </a:lnTo>
                <a:lnTo>
                  <a:pt x="472295" y="299880"/>
                </a:lnTo>
                <a:lnTo>
                  <a:pt x="473025" y="298758"/>
                </a:lnTo>
                <a:lnTo>
                  <a:pt x="473754" y="286687"/>
                </a:lnTo>
                <a:lnTo>
                  <a:pt x="475214" y="290956"/>
                </a:lnTo>
                <a:lnTo>
                  <a:pt x="476674" y="323886"/>
                </a:lnTo>
                <a:lnTo>
                  <a:pt x="477404" y="297084"/>
                </a:lnTo>
                <a:lnTo>
                  <a:pt x="478134" y="291623"/>
                </a:lnTo>
                <a:lnTo>
                  <a:pt x="479594" y="327106"/>
                </a:lnTo>
                <a:lnTo>
                  <a:pt x="480324" y="299964"/>
                </a:lnTo>
                <a:lnTo>
                  <a:pt x="481784" y="292497"/>
                </a:lnTo>
                <a:lnTo>
                  <a:pt x="482514" y="298349"/>
                </a:lnTo>
                <a:lnTo>
                  <a:pt x="483244" y="329798"/>
                </a:lnTo>
                <a:lnTo>
                  <a:pt x="485434" y="320171"/>
                </a:lnTo>
                <a:lnTo>
                  <a:pt x="486164" y="295206"/>
                </a:lnTo>
                <a:lnTo>
                  <a:pt x="487624" y="326583"/>
                </a:lnTo>
                <a:lnTo>
                  <a:pt x="494194" y="254912"/>
                </a:lnTo>
                <a:lnTo>
                  <a:pt x="494924" y="263365"/>
                </a:lnTo>
                <a:lnTo>
                  <a:pt x="496384" y="293486"/>
                </a:lnTo>
                <a:lnTo>
                  <a:pt x="497114" y="272773"/>
                </a:lnTo>
                <a:lnTo>
                  <a:pt x="497844" y="253453"/>
                </a:lnTo>
                <a:lnTo>
                  <a:pt x="498574" y="283662"/>
                </a:lnTo>
                <a:lnTo>
                  <a:pt x="499304" y="280590"/>
                </a:lnTo>
                <a:lnTo>
                  <a:pt x="500764" y="295432"/>
                </a:lnTo>
                <a:lnTo>
                  <a:pt x="501494" y="290422"/>
                </a:lnTo>
                <a:lnTo>
                  <a:pt x="502953" y="264245"/>
                </a:lnTo>
                <a:lnTo>
                  <a:pt x="503683" y="281004"/>
                </a:lnTo>
                <a:lnTo>
                  <a:pt x="505873" y="324811"/>
                </a:lnTo>
                <a:lnTo>
                  <a:pt x="506603" y="300496"/>
                </a:lnTo>
                <a:lnTo>
                  <a:pt x="508063" y="281600"/>
                </a:lnTo>
                <a:lnTo>
                  <a:pt x="508793" y="300052"/>
                </a:lnTo>
                <a:lnTo>
                  <a:pt x="509523" y="300097"/>
                </a:lnTo>
                <a:lnTo>
                  <a:pt x="510253" y="292229"/>
                </a:lnTo>
                <a:lnTo>
                  <a:pt x="511713" y="302894"/>
                </a:lnTo>
                <a:lnTo>
                  <a:pt x="512443" y="304302"/>
                </a:lnTo>
                <a:lnTo>
                  <a:pt x="513173" y="287354"/>
                </a:lnTo>
                <a:lnTo>
                  <a:pt x="515363" y="292014"/>
                </a:lnTo>
                <a:lnTo>
                  <a:pt x="516093" y="282885"/>
                </a:lnTo>
                <a:lnTo>
                  <a:pt x="516823" y="285720"/>
                </a:lnTo>
                <a:lnTo>
                  <a:pt x="518283" y="280027"/>
                </a:lnTo>
                <a:lnTo>
                  <a:pt x="519013" y="298433"/>
                </a:lnTo>
                <a:lnTo>
                  <a:pt x="521933" y="262874"/>
                </a:lnTo>
                <a:lnTo>
                  <a:pt x="522663" y="267795"/>
                </a:lnTo>
                <a:lnTo>
                  <a:pt x="523393" y="279895"/>
                </a:lnTo>
                <a:lnTo>
                  <a:pt x="524123" y="254871"/>
                </a:lnTo>
                <a:lnTo>
                  <a:pt x="524853" y="249301"/>
                </a:lnTo>
                <a:lnTo>
                  <a:pt x="527043" y="246210"/>
                </a:lnTo>
                <a:lnTo>
                  <a:pt x="527773" y="274709"/>
                </a:lnTo>
                <a:lnTo>
                  <a:pt x="528503" y="274986"/>
                </a:lnTo>
                <a:lnTo>
                  <a:pt x="529963" y="247277"/>
                </a:lnTo>
                <a:lnTo>
                  <a:pt x="532883" y="254932"/>
                </a:lnTo>
                <a:lnTo>
                  <a:pt x="535802" y="289032"/>
                </a:lnTo>
                <a:lnTo>
                  <a:pt x="536532" y="277965"/>
                </a:lnTo>
                <a:lnTo>
                  <a:pt x="540182" y="257906"/>
                </a:lnTo>
                <a:lnTo>
                  <a:pt x="540912" y="256270"/>
                </a:lnTo>
                <a:lnTo>
                  <a:pt x="541642" y="258616"/>
                </a:lnTo>
                <a:lnTo>
                  <a:pt x="543102" y="264578"/>
                </a:lnTo>
                <a:lnTo>
                  <a:pt x="543832" y="257897"/>
                </a:lnTo>
                <a:lnTo>
                  <a:pt x="544562" y="262814"/>
                </a:lnTo>
                <a:lnTo>
                  <a:pt x="546022" y="243616"/>
                </a:lnTo>
                <a:lnTo>
                  <a:pt x="546752" y="265462"/>
                </a:lnTo>
                <a:lnTo>
                  <a:pt x="548212" y="255961"/>
                </a:lnTo>
                <a:lnTo>
                  <a:pt x="549672" y="209511"/>
                </a:lnTo>
                <a:lnTo>
                  <a:pt x="550402" y="226248"/>
                </a:lnTo>
                <a:lnTo>
                  <a:pt x="551132" y="260731"/>
                </a:lnTo>
                <a:lnTo>
                  <a:pt x="552592" y="224601"/>
                </a:lnTo>
                <a:lnTo>
                  <a:pt x="554782" y="218824"/>
                </a:lnTo>
                <a:lnTo>
                  <a:pt x="554052" y="226699"/>
                </a:lnTo>
                <a:lnTo>
                  <a:pt x="555512" y="220065"/>
                </a:lnTo>
                <a:lnTo>
                  <a:pt x="556242" y="271777"/>
                </a:lnTo>
                <a:lnTo>
                  <a:pt x="557702" y="243011"/>
                </a:lnTo>
                <a:lnTo>
                  <a:pt x="561352" y="206174"/>
                </a:lnTo>
                <a:lnTo>
                  <a:pt x="563542" y="239999"/>
                </a:lnTo>
                <a:lnTo>
                  <a:pt x="564272" y="228227"/>
                </a:lnTo>
                <a:lnTo>
                  <a:pt x="565002" y="227558"/>
                </a:lnTo>
                <a:lnTo>
                  <a:pt x="567921" y="247749"/>
                </a:lnTo>
                <a:lnTo>
                  <a:pt x="568651" y="217160"/>
                </a:lnTo>
                <a:lnTo>
                  <a:pt x="570841" y="219684"/>
                </a:lnTo>
                <a:lnTo>
                  <a:pt x="572301" y="213149"/>
                </a:lnTo>
                <a:lnTo>
                  <a:pt x="573761" y="213873"/>
                </a:lnTo>
                <a:lnTo>
                  <a:pt x="576681" y="248172"/>
                </a:lnTo>
                <a:lnTo>
                  <a:pt x="577411" y="233907"/>
                </a:lnTo>
                <a:lnTo>
                  <a:pt x="580331" y="176295"/>
                </a:lnTo>
                <a:lnTo>
                  <a:pt x="581061" y="183237"/>
                </a:lnTo>
                <a:lnTo>
                  <a:pt x="581791" y="195604"/>
                </a:lnTo>
                <a:lnTo>
                  <a:pt x="582521" y="168615"/>
                </a:lnTo>
                <a:lnTo>
                  <a:pt x="583981" y="193105"/>
                </a:lnTo>
                <a:lnTo>
                  <a:pt x="584711" y="191413"/>
                </a:lnTo>
                <a:lnTo>
                  <a:pt x="585441" y="193951"/>
                </a:lnTo>
                <a:lnTo>
                  <a:pt x="587631" y="212709"/>
                </a:lnTo>
                <a:lnTo>
                  <a:pt x="588361" y="204451"/>
                </a:lnTo>
                <a:lnTo>
                  <a:pt x="589821" y="156468"/>
                </a:lnTo>
                <a:lnTo>
                  <a:pt x="590551" y="196351"/>
                </a:lnTo>
                <a:lnTo>
                  <a:pt x="591281" y="199899"/>
                </a:lnTo>
                <a:lnTo>
                  <a:pt x="592011" y="182852"/>
                </a:lnTo>
                <a:lnTo>
                  <a:pt x="593471" y="200581"/>
                </a:lnTo>
                <a:lnTo>
                  <a:pt x="594201" y="191298"/>
                </a:lnTo>
                <a:lnTo>
                  <a:pt x="595660" y="165439"/>
                </a:lnTo>
                <a:lnTo>
                  <a:pt x="596390" y="182100"/>
                </a:lnTo>
                <a:lnTo>
                  <a:pt x="598580" y="219685"/>
                </a:lnTo>
                <a:lnTo>
                  <a:pt x="599310" y="203139"/>
                </a:lnTo>
                <a:lnTo>
                  <a:pt x="602960" y="163266"/>
                </a:lnTo>
                <a:lnTo>
                  <a:pt x="603690" y="164692"/>
                </a:lnTo>
                <a:lnTo>
                  <a:pt x="604420" y="166291"/>
                </a:lnTo>
                <a:lnTo>
                  <a:pt x="605880" y="190879"/>
                </a:lnTo>
                <a:lnTo>
                  <a:pt x="608070" y="188469"/>
                </a:lnTo>
                <a:lnTo>
                  <a:pt x="614640" y="128601"/>
                </a:lnTo>
                <a:lnTo>
                  <a:pt x="616830" y="163967"/>
                </a:lnTo>
                <a:lnTo>
                  <a:pt x="618290" y="152434"/>
                </a:lnTo>
                <a:lnTo>
                  <a:pt x="621940" y="178321"/>
                </a:lnTo>
                <a:lnTo>
                  <a:pt x="624859" y="131738"/>
                </a:lnTo>
                <a:lnTo>
                  <a:pt x="627049" y="168525"/>
                </a:lnTo>
                <a:lnTo>
                  <a:pt x="627779" y="153763"/>
                </a:lnTo>
                <a:lnTo>
                  <a:pt x="629239" y="162166"/>
                </a:lnTo>
                <a:lnTo>
                  <a:pt x="632159" y="91050"/>
                </a:lnTo>
                <a:lnTo>
                  <a:pt x="636539" y="158372"/>
                </a:lnTo>
                <a:lnTo>
                  <a:pt x="638729" y="123902"/>
                </a:lnTo>
                <a:lnTo>
                  <a:pt x="640189" y="136089"/>
                </a:lnTo>
                <a:lnTo>
                  <a:pt x="642379" y="155491"/>
                </a:lnTo>
                <a:lnTo>
                  <a:pt x="643109" y="144797"/>
                </a:lnTo>
                <a:lnTo>
                  <a:pt x="646029" y="81927"/>
                </a:lnTo>
                <a:lnTo>
                  <a:pt x="647489" y="104208"/>
                </a:lnTo>
                <a:lnTo>
                  <a:pt x="648219" y="115477"/>
                </a:lnTo>
                <a:lnTo>
                  <a:pt x="648949" y="102099"/>
                </a:lnTo>
                <a:lnTo>
                  <a:pt x="649679" y="103445"/>
                </a:lnTo>
                <a:lnTo>
                  <a:pt x="651139" y="98325"/>
                </a:lnTo>
                <a:lnTo>
                  <a:pt x="651869" y="115451"/>
                </a:lnTo>
                <a:lnTo>
                  <a:pt x="652599" y="88662"/>
                </a:lnTo>
                <a:lnTo>
                  <a:pt x="653329" y="108724"/>
                </a:lnTo>
                <a:lnTo>
                  <a:pt x="656249" y="72225"/>
                </a:lnTo>
                <a:lnTo>
                  <a:pt x="656979" y="121860"/>
                </a:lnTo>
                <a:lnTo>
                  <a:pt x="657708" y="107852"/>
                </a:lnTo>
                <a:lnTo>
                  <a:pt x="658438" y="14263"/>
                </a:lnTo>
                <a:lnTo>
                  <a:pt x="659898" y="87018"/>
                </a:lnTo>
                <a:lnTo>
                  <a:pt x="663548" y="102782"/>
                </a:lnTo>
                <a:lnTo>
                  <a:pt x="664278" y="106975"/>
                </a:lnTo>
                <a:lnTo>
                  <a:pt x="667198" y="71408"/>
                </a:lnTo>
                <a:lnTo>
                  <a:pt x="667928" y="74916"/>
                </a:lnTo>
                <a:lnTo>
                  <a:pt x="669388" y="88345"/>
                </a:lnTo>
                <a:lnTo>
                  <a:pt x="670118" y="77218"/>
                </a:lnTo>
                <a:lnTo>
                  <a:pt x="672308" y="35119"/>
                </a:lnTo>
                <a:lnTo>
                  <a:pt x="673768" y="57675"/>
                </a:lnTo>
                <a:lnTo>
                  <a:pt x="674498" y="82222"/>
                </a:lnTo>
                <a:lnTo>
                  <a:pt x="675958" y="64532"/>
                </a:lnTo>
                <a:lnTo>
                  <a:pt x="680338" y="13318"/>
                </a:lnTo>
                <a:lnTo>
                  <a:pt x="682528" y="54033"/>
                </a:lnTo>
                <a:lnTo>
                  <a:pt x="683258" y="38962"/>
                </a:lnTo>
                <a:lnTo>
                  <a:pt x="683988" y="31848"/>
                </a:lnTo>
                <a:lnTo>
                  <a:pt x="684718" y="44575"/>
                </a:lnTo>
                <a:lnTo>
                  <a:pt x="685448" y="53976"/>
                </a:lnTo>
                <a:lnTo>
                  <a:pt x="686907" y="51376"/>
                </a:lnTo>
                <a:lnTo>
                  <a:pt x="689827" y="39796"/>
                </a:lnTo>
                <a:lnTo>
                  <a:pt x="690557" y="41328"/>
                </a:lnTo>
                <a:lnTo>
                  <a:pt x="692747" y="39825"/>
                </a:lnTo>
                <a:lnTo>
                  <a:pt x="693477" y="49783"/>
                </a:lnTo>
                <a:lnTo>
                  <a:pt x="694937" y="1274"/>
                </a:lnTo>
                <a:lnTo>
                  <a:pt x="696397" y="17424"/>
                </a:lnTo>
                <a:lnTo>
                  <a:pt x="697127" y="22337"/>
                </a:lnTo>
                <a:lnTo>
                  <a:pt x="699317" y="20372"/>
                </a:lnTo>
                <a:lnTo>
                  <a:pt x="700777" y="0"/>
                </a:lnTo>
                <a:lnTo>
                  <a:pt x="702237" y="14122"/>
                </a:lnTo>
                <a:lnTo>
                  <a:pt x="728516" y="301344"/>
                </a:lnTo>
                <a:lnTo>
                  <a:pt x="729246" y="294031"/>
                </a:lnTo>
                <a:lnTo>
                  <a:pt x="732896" y="361628"/>
                </a:lnTo>
                <a:lnTo>
                  <a:pt x="734356" y="359057"/>
                </a:lnTo>
                <a:lnTo>
                  <a:pt x="740196" y="417624"/>
                </a:lnTo>
                <a:lnTo>
                  <a:pt x="740926" y="407621"/>
                </a:lnTo>
                <a:lnTo>
                  <a:pt x="741656" y="424203"/>
                </a:lnTo>
                <a:lnTo>
                  <a:pt x="743846" y="441363"/>
                </a:lnTo>
                <a:lnTo>
                  <a:pt x="744575" y="433179"/>
                </a:lnTo>
                <a:lnTo>
                  <a:pt x="745305" y="438319"/>
                </a:lnTo>
                <a:lnTo>
                  <a:pt x="747495" y="437995"/>
                </a:lnTo>
                <a:lnTo>
                  <a:pt x="748225" y="438203"/>
                </a:lnTo>
                <a:lnTo>
                  <a:pt x="748955" y="432987"/>
                </a:lnTo>
                <a:lnTo>
                  <a:pt x="750415" y="435243"/>
                </a:lnTo>
                <a:lnTo>
                  <a:pt x="752605" y="434146"/>
                </a:lnTo>
                <a:lnTo>
                  <a:pt x="754065" y="445303"/>
                </a:lnTo>
                <a:lnTo>
                  <a:pt x="754795" y="418014"/>
                </a:lnTo>
                <a:lnTo>
                  <a:pt x="756985" y="434233"/>
                </a:lnTo>
                <a:lnTo>
                  <a:pt x="757715" y="435791"/>
                </a:lnTo>
                <a:lnTo>
                  <a:pt x="758445" y="434166"/>
                </a:lnTo>
                <a:lnTo>
                  <a:pt x="759175" y="450954"/>
                </a:lnTo>
                <a:lnTo>
                  <a:pt x="759905" y="436522"/>
                </a:lnTo>
                <a:lnTo>
                  <a:pt x="762825" y="364048"/>
                </a:lnTo>
                <a:lnTo>
                  <a:pt x="764285" y="417917"/>
                </a:lnTo>
                <a:lnTo>
                  <a:pt x="765745" y="398284"/>
                </a:lnTo>
                <a:lnTo>
                  <a:pt x="767935" y="383731"/>
                </a:lnTo>
                <a:lnTo>
                  <a:pt x="768665" y="400511"/>
                </a:lnTo>
                <a:lnTo>
                  <a:pt x="769395" y="383220"/>
                </a:lnTo>
                <a:lnTo>
                  <a:pt x="770855" y="338687"/>
                </a:lnTo>
                <a:lnTo>
                  <a:pt x="771585" y="423185"/>
                </a:lnTo>
                <a:lnTo>
                  <a:pt x="773045" y="318839"/>
                </a:lnTo>
                <a:lnTo>
                  <a:pt x="775235" y="385717"/>
                </a:lnTo>
                <a:lnTo>
                  <a:pt x="775965" y="371414"/>
                </a:lnTo>
                <a:lnTo>
                  <a:pt x="777425" y="399512"/>
                </a:lnTo>
                <a:lnTo>
                  <a:pt x="778154" y="347458"/>
                </a:lnTo>
                <a:lnTo>
                  <a:pt x="778884" y="380841"/>
                </a:lnTo>
                <a:lnTo>
                  <a:pt x="780344" y="333725"/>
                </a:lnTo>
                <a:lnTo>
                  <a:pt x="781074" y="377270"/>
                </a:lnTo>
                <a:lnTo>
                  <a:pt x="783994" y="317817"/>
                </a:lnTo>
                <a:lnTo>
                  <a:pt x="784724" y="323990"/>
                </a:lnTo>
                <a:lnTo>
                  <a:pt x="785454" y="390745"/>
                </a:lnTo>
                <a:lnTo>
                  <a:pt x="786914" y="299867"/>
                </a:lnTo>
                <a:lnTo>
                  <a:pt x="789104" y="297481"/>
                </a:lnTo>
                <a:lnTo>
                  <a:pt x="789834" y="329528"/>
                </a:lnTo>
                <a:lnTo>
                  <a:pt x="791294" y="290052"/>
                </a:lnTo>
                <a:lnTo>
                  <a:pt x="794214" y="300160"/>
                </a:lnTo>
                <a:lnTo>
                  <a:pt x="795674" y="315612"/>
                </a:lnTo>
                <a:lnTo>
                  <a:pt x="797134" y="309952"/>
                </a:lnTo>
                <a:lnTo>
                  <a:pt x="798594" y="288631"/>
                </a:lnTo>
                <a:lnTo>
                  <a:pt x="799324" y="301378"/>
                </a:lnTo>
                <a:lnTo>
                  <a:pt x="800784" y="349564"/>
                </a:lnTo>
                <a:lnTo>
                  <a:pt x="801514" y="347871"/>
                </a:lnTo>
                <a:lnTo>
                  <a:pt x="802974" y="288698"/>
                </a:lnTo>
                <a:lnTo>
                  <a:pt x="803704" y="312579"/>
                </a:lnTo>
                <a:lnTo>
                  <a:pt x="804434" y="331527"/>
                </a:lnTo>
                <a:lnTo>
                  <a:pt x="805894" y="311210"/>
                </a:lnTo>
                <a:lnTo>
                  <a:pt x="806624" y="295067"/>
                </a:lnTo>
                <a:lnTo>
                  <a:pt x="808083" y="312795"/>
                </a:lnTo>
                <a:lnTo>
                  <a:pt x="808813" y="320112"/>
                </a:lnTo>
                <a:lnTo>
                  <a:pt x="809543" y="309436"/>
                </a:lnTo>
                <a:lnTo>
                  <a:pt x="811733" y="210770"/>
                </a:lnTo>
                <a:lnTo>
                  <a:pt x="812463" y="214060"/>
                </a:lnTo>
                <a:lnTo>
                  <a:pt x="813193" y="273499"/>
                </a:lnTo>
                <a:lnTo>
                  <a:pt x="814653" y="259605"/>
                </a:lnTo>
                <a:lnTo>
                  <a:pt x="818303" y="154674"/>
                </a:lnTo>
                <a:lnTo>
                  <a:pt x="821223" y="222206"/>
                </a:lnTo>
                <a:lnTo>
                  <a:pt x="821953" y="218734"/>
                </a:lnTo>
                <a:lnTo>
                  <a:pt x="822683" y="220892"/>
                </a:lnTo>
                <a:lnTo>
                  <a:pt x="823413" y="240060"/>
                </a:lnTo>
                <a:lnTo>
                  <a:pt x="824873" y="215210"/>
                </a:lnTo>
                <a:lnTo>
                  <a:pt x="825603" y="221208"/>
                </a:lnTo>
                <a:lnTo>
                  <a:pt x="826333" y="276737"/>
                </a:lnTo>
                <a:lnTo>
                  <a:pt x="827793" y="188625"/>
                </a:lnTo>
                <a:lnTo>
                  <a:pt x="831443" y="155894"/>
                </a:lnTo>
                <a:lnTo>
                  <a:pt x="834363" y="240203"/>
                </a:lnTo>
                <a:lnTo>
                  <a:pt x="835093" y="233373"/>
                </a:lnTo>
                <a:lnTo>
                  <a:pt x="837282" y="183214"/>
                </a:lnTo>
                <a:lnTo>
                  <a:pt x="838012" y="199255"/>
                </a:lnTo>
                <a:lnTo>
                  <a:pt x="840202" y="241970"/>
                </a:lnTo>
                <a:lnTo>
                  <a:pt x="840932" y="236999"/>
                </a:lnTo>
                <a:lnTo>
                  <a:pt x="843122" y="200532"/>
                </a:lnTo>
                <a:lnTo>
                  <a:pt x="844582" y="219438"/>
                </a:lnTo>
                <a:lnTo>
                  <a:pt x="848232" y="244031"/>
                </a:lnTo>
                <a:lnTo>
                  <a:pt x="849692" y="249047"/>
                </a:lnTo>
                <a:lnTo>
                  <a:pt x="850422" y="245580"/>
                </a:lnTo>
                <a:lnTo>
                  <a:pt x="851882" y="221259"/>
                </a:lnTo>
                <a:lnTo>
                  <a:pt x="852612" y="247513"/>
                </a:lnTo>
                <a:lnTo>
                  <a:pt x="853342" y="244507"/>
                </a:lnTo>
                <a:lnTo>
                  <a:pt x="854072" y="248323"/>
                </a:lnTo>
                <a:lnTo>
                  <a:pt x="854802" y="266671"/>
                </a:lnTo>
                <a:lnTo>
                  <a:pt x="856262" y="257856"/>
                </a:lnTo>
                <a:lnTo>
                  <a:pt x="856992" y="249902"/>
                </a:lnTo>
                <a:lnTo>
                  <a:pt x="857722" y="261358"/>
                </a:lnTo>
                <a:lnTo>
                  <a:pt x="862102" y="280293"/>
                </a:lnTo>
                <a:lnTo>
                  <a:pt x="862832" y="272264"/>
                </a:lnTo>
                <a:lnTo>
                  <a:pt x="863562" y="295961"/>
                </a:lnTo>
                <a:lnTo>
                  <a:pt x="865021" y="286644"/>
                </a:lnTo>
                <a:lnTo>
                  <a:pt x="868672" y="250300"/>
                </a:lnTo>
                <a:lnTo>
                  <a:pt x="869402" y="247147"/>
                </a:lnTo>
                <a:lnTo>
                  <a:pt x="870861" y="261562"/>
                </a:lnTo>
                <a:lnTo>
                  <a:pt x="871591" y="245123"/>
                </a:lnTo>
                <a:lnTo>
                  <a:pt x="873051" y="222399"/>
                </a:lnTo>
                <a:lnTo>
                  <a:pt x="873781" y="229216"/>
                </a:lnTo>
                <a:lnTo>
                  <a:pt x="874511" y="248330"/>
                </a:lnTo>
                <a:lnTo>
                  <a:pt x="875971" y="221088"/>
                </a:lnTo>
                <a:lnTo>
                  <a:pt x="876701" y="221177"/>
                </a:lnTo>
                <a:lnTo>
                  <a:pt x="879621" y="182387"/>
                </a:lnTo>
                <a:lnTo>
                  <a:pt x="880351" y="182678"/>
                </a:lnTo>
                <a:lnTo>
                  <a:pt x="881811" y="182172"/>
                </a:lnTo>
                <a:lnTo>
                  <a:pt x="883271" y="198488"/>
                </a:lnTo>
                <a:lnTo>
                  <a:pt x="884731" y="188324"/>
                </a:lnTo>
                <a:lnTo>
                  <a:pt x="886921" y="142386"/>
                </a:lnTo>
                <a:lnTo>
                  <a:pt x="887651" y="165707"/>
                </a:lnTo>
                <a:lnTo>
                  <a:pt x="888381" y="166512"/>
                </a:lnTo>
                <a:lnTo>
                  <a:pt x="889841" y="117256"/>
                </a:lnTo>
                <a:lnTo>
                  <a:pt x="891301" y="133571"/>
                </a:lnTo>
                <a:lnTo>
                  <a:pt x="892031" y="129119"/>
                </a:lnTo>
                <a:lnTo>
                  <a:pt x="892761" y="145592"/>
                </a:lnTo>
                <a:lnTo>
                  <a:pt x="893491" y="135126"/>
                </a:lnTo>
                <a:lnTo>
                  <a:pt x="896411" y="108687"/>
                </a:lnTo>
                <a:lnTo>
                  <a:pt x="897871" y="114983"/>
                </a:lnTo>
                <a:lnTo>
                  <a:pt x="898601" y="119099"/>
                </a:lnTo>
                <a:lnTo>
                  <a:pt x="900060" y="82286"/>
                </a:lnTo>
                <a:lnTo>
                  <a:pt x="900790" y="107064"/>
                </a:lnTo>
                <a:lnTo>
                  <a:pt x="901520" y="121891"/>
                </a:lnTo>
                <a:lnTo>
                  <a:pt x="902250" y="111801"/>
                </a:lnTo>
                <a:lnTo>
                  <a:pt x="903710" y="50578"/>
                </a:lnTo>
                <a:lnTo>
                  <a:pt x="904440" y="74007"/>
                </a:lnTo>
                <a:lnTo>
                  <a:pt x="905170" y="101184"/>
                </a:lnTo>
                <a:lnTo>
                  <a:pt x="907360" y="100847"/>
                </a:lnTo>
                <a:lnTo>
                  <a:pt x="909550" y="72372"/>
                </a:lnTo>
                <a:lnTo>
                  <a:pt x="911010" y="79034"/>
                </a:lnTo>
                <a:lnTo>
                  <a:pt x="914660" y="62440"/>
                </a:lnTo>
                <a:lnTo>
                  <a:pt x="915390" y="77963"/>
                </a:lnTo>
                <a:lnTo>
                  <a:pt x="916120" y="57581"/>
                </a:lnTo>
                <a:lnTo>
                  <a:pt x="916850" y="65079"/>
                </a:lnTo>
                <a:lnTo>
                  <a:pt x="918310" y="58490"/>
                </a:lnTo>
                <a:lnTo>
                  <a:pt x="919770" y="60787"/>
                </a:lnTo>
                <a:lnTo>
                  <a:pt x="920500" y="64151"/>
                </a:lnTo>
                <a:lnTo>
                  <a:pt x="921960" y="60745"/>
                </a:lnTo>
                <a:lnTo>
                  <a:pt x="922690" y="54225"/>
                </a:lnTo>
                <a:lnTo>
                  <a:pt x="923420" y="63709"/>
                </a:lnTo>
                <a:lnTo>
                  <a:pt x="924150" y="72381"/>
                </a:lnTo>
                <a:lnTo>
                  <a:pt x="924880" y="54682"/>
                </a:lnTo>
                <a:lnTo>
                  <a:pt x="926340" y="67426"/>
                </a:lnTo>
                <a:lnTo>
                  <a:pt x="927800" y="31316"/>
                </a:lnTo>
                <a:lnTo>
                  <a:pt x="928529" y="48676"/>
                </a:lnTo>
                <a:lnTo>
                  <a:pt x="929989" y="43629"/>
                </a:lnTo>
                <a:lnTo>
                  <a:pt x="931449" y="81303"/>
                </a:lnTo>
                <a:lnTo>
                  <a:pt x="932909" y="22693"/>
                </a:lnTo>
                <a:lnTo>
                  <a:pt x="934369" y="61042"/>
                </a:lnTo>
                <a:lnTo>
                  <a:pt x="936559" y="77447"/>
                </a:lnTo>
                <a:lnTo>
                  <a:pt x="937289" y="65030"/>
                </a:lnTo>
                <a:lnTo>
                  <a:pt x="938019" y="47079"/>
                </a:lnTo>
                <a:lnTo>
                  <a:pt x="939479" y="69448"/>
                </a:lnTo>
                <a:lnTo>
                  <a:pt x="940209" y="68342"/>
                </a:lnTo>
                <a:lnTo>
                  <a:pt x="943129" y="89075"/>
                </a:lnTo>
                <a:lnTo>
                  <a:pt x="943859" y="82830"/>
                </a:lnTo>
                <a:lnTo>
                  <a:pt x="944589" y="72673"/>
                </a:lnTo>
                <a:lnTo>
                  <a:pt x="945319" y="88614"/>
                </a:lnTo>
                <a:lnTo>
                  <a:pt x="946779" y="78877"/>
                </a:lnTo>
                <a:lnTo>
                  <a:pt x="954079" y="125252"/>
                </a:lnTo>
                <a:lnTo>
                  <a:pt x="954809" y="117074"/>
                </a:lnTo>
                <a:lnTo>
                  <a:pt x="957728" y="162981"/>
                </a:lnTo>
                <a:lnTo>
                  <a:pt x="959188" y="126536"/>
                </a:lnTo>
                <a:lnTo>
                  <a:pt x="959918" y="148523"/>
                </a:lnTo>
                <a:lnTo>
                  <a:pt x="963568" y="213584"/>
                </a:lnTo>
                <a:lnTo>
                  <a:pt x="965028" y="172126"/>
                </a:lnTo>
                <a:lnTo>
                  <a:pt x="965758" y="203051"/>
                </a:lnTo>
                <a:lnTo>
                  <a:pt x="966488" y="236533"/>
                </a:lnTo>
                <a:lnTo>
                  <a:pt x="968678" y="223006"/>
                </a:lnTo>
                <a:lnTo>
                  <a:pt x="969408" y="224426"/>
                </a:lnTo>
                <a:lnTo>
                  <a:pt x="973058" y="290943"/>
                </a:lnTo>
                <a:lnTo>
                  <a:pt x="973788" y="285395"/>
                </a:lnTo>
                <a:lnTo>
                  <a:pt x="974518" y="289977"/>
                </a:lnTo>
                <a:lnTo>
                  <a:pt x="977438" y="322746"/>
                </a:lnTo>
                <a:lnTo>
                  <a:pt x="978898" y="319429"/>
                </a:lnTo>
                <a:lnTo>
                  <a:pt x="979628" y="346587"/>
                </a:lnTo>
                <a:lnTo>
                  <a:pt x="981818" y="337706"/>
                </a:lnTo>
                <a:lnTo>
                  <a:pt x="982548" y="332717"/>
                </a:lnTo>
                <a:lnTo>
                  <a:pt x="983278" y="338987"/>
                </a:lnTo>
                <a:lnTo>
                  <a:pt x="984008" y="341932"/>
                </a:lnTo>
                <a:lnTo>
                  <a:pt x="984738" y="329159"/>
                </a:lnTo>
                <a:lnTo>
                  <a:pt x="985468" y="334986"/>
                </a:lnTo>
                <a:lnTo>
                  <a:pt x="986198" y="353172"/>
                </a:lnTo>
                <a:lnTo>
                  <a:pt x="986928" y="325479"/>
                </a:lnTo>
                <a:lnTo>
                  <a:pt x="987658" y="342587"/>
                </a:lnTo>
                <a:lnTo>
                  <a:pt x="988388" y="330211"/>
                </a:lnTo>
                <a:lnTo>
                  <a:pt x="989848" y="343464"/>
                </a:lnTo>
                <a:lnTo>
                  <a:pt x="990578" y="335211"/>
                </a:lnTo>
                <a:lnTo>
                  <a:pt x="992037" y="333854"/>
                </a:lnTo>
                <a:lnTo>
                  <a:pt x="993497" y="341880"/>
                </a:lnTo>
                <a:lnTo>
                  <a:pt x="994227" y="329360"/>
                </a:lnTo>
                <a:lnTo>
                  <a:pt x="995687" y="340212"/>
                </a:lnTo>
                <a:lnTo>
                  <a:pt x="998607" y="345474"/>
                </a:lnTo>
                <a:lnTo>
                  <a:pt x="999337" y="339580"/>
                </a:lnTo>
                <a:lnTo>
                  <a:pt x="1000797" y="346314"/>
                </a:lnTo>
                <a:lnTo>
                  <a:pt x="1001527" y="352469"/>
                </a:lnTo>
                <a:lnTo>
                  <a:pt x="1002987" y="350799"/>
                </a:lnTo>
                <a:lnTo>
                  <a:pt x="1004447" y="354199"/>
                </a:lnTo>
                <a:lnTo>
                  <a:pt x="1005177" y="344148"/>
                </a:lnTo>
                <a:lnTo>
                  <a:pt x="1008097" y="359585"/>
                </a:lnTo>
                <a:lnTo>
                  <a:pt x="1008827" y="358857"/>
                </a:lnTo>
                <a:lnTo>
                  <a:pt x="1009557" y="351459"/>
                </a:lnTo>
                <a:lnTo>
                  <a:pt x="1011017" y="358289"/>
                </a:lnTo>
                <a:lnTo>
                  <a:pt x="1011747" y="368520"/>
                </a:lnTo>
                <a:lnTo>
                  <a:pt x="1012477" y="351062"/>
                </a:lnTo>
                <a:lnTo>
                  <a:pt x="1013937" y="362321"/>
                </a:lnTo>
                <a:lnTo>
                  <a:pt x="1014667" y="371497"/>
                </a:lnTo>
                <a:lnTo>
                  <a:pt x="1016127" y="360328"/>
                </a:lnTo>
                <a:lnTo>
                  <a:pt x="1016857" y="354270"/>
                </a:lnTo>
                <a:lnTo>
                  <a:pt x="1017587" y="355738"/>
                </a:lnTo>
                <a:lnTo>
                  <a:pt x="1019047" y="390014"/>
                </a:lnTo>
                <a:lnTo>
                  <a:pt x="1020506" y="363985"/>
                </a:lnTo>
                <a:lnTo>
                  <a:pt x="1022696" y="387687"/>
                </a:lnTo>
                <a:lnTo>
                  <a:pt x="1023426" y="383996"/>
                </a:lnTo>
                <a:lnTo>
                  <a:pt x="1024156" y="382556"/>
                </a:lnTo>
                <a:lnTo>
                  <a:pt x="1024886" y="382987"/>
                </a:lnTo>
                <a:lnTo>
                  <a:pt x="1026346" y="399295"/>
                </a:lnTo>
                <a:lnTo>
                  <a:pt x="1027076" y="373462"/>
                </a:lnTo>
                <a:lnTo>
                  <a:pt x="1028536" y="389410"/>
                </a:lnTo>
                <a:lnTo>
                  <a:pt x="1029266" y="405170"/>
                </a:lnTo>
                <a:lnTo>
                  <a:pt x="1031456" y="400719"/>
                </a:lnTo>
                <a:lnTo>
                  <a:pt x="1032186" y="405549"/>
                </a:lnTo>
                <a:lnTo>
                  <a:pt x="1032916" y="389232"/>
                </a:lnTo>
                <a:lnTo>
                  <a:pt x="1034376" y="415117"/>
                </a:lnTo>
                <a:lnTo>
                  <a:pt x="1035106" y="403346"/>
                </a:lnTo>
                <a:lnTo>
                  <a:pt x="1037296" y="406402"/>
                </a:lnTo>
                <a:lnTo>
                  <a:pt x="1040946" y="419568"/>
                </a:lnTo>
                <a:lnTo>
                  <a:pt x="1042406" y="409808"/>
                </a:lnTo>
                <a:lnTo>
                  <a:pt x="1043136" y="411295"/>
                </a:lnTo>
                <a:lnTo>
                  <a:pt x="1045326" y="419278"/>
                </a:lnTo>
                <a:lnTo>
                  <a:pt x="1046056" y="416310"/>
                </a:lnTo>
                <a:lnTo>
                  <a:pt x="1046786" y="407151"/>
                </a:lnTo>
                <a:lnTo>
                  <a:pt x="1047516" y="408289"/>
                </a:lnTo>
                <a:lnTo>
                  <a:pt x="1048246" y="429880"/>
                </a:lnTo>
                <a:lnTo>
                  <a:pt x="1049705" y="422552"/>
                </a:lnTo>
                <a:lnTo>
                  <a:pt x="1051165" y="414340"/>
                </a:lnTo>
                <a:lnTo>
                  <a:pt x="1051895" y="422021"/>
                </a:lnTo>
                <a:lnTo>
                  <a:pt x="1052625" y="424957"/>
                </a:lnTo>
                <a:lnTo>
                  <a:pt x="1053355" y="415655"/>
                </a:lnTo>
                <a:lnTo>
                  <a:pt x="1054815" y="429201"/>
                </a:lnTo>
                <a:lnTo>
                  <a:pt x="1055545" y="435822"/>
                </a:lnTo>
                <a:lnTo>
                  <a:pt x="1056275" y="415438"/>
                </a:lnTo>
                <a:lnTo>
                  <a:pt x="1058465" y="422422"/>
                </a:lnTo>
                <a:lnTo>
                  <a:pt x="1059195" y="440730"/>
                </a:lnTo>
                <a:lnTo>
                  <a:pt x="1060655" y="419909"/>
                </a:lnTo>
                <a:lnTo>
                  <a:pt x="1066495" y="440404"/>
                </a:lnTo>
                <a:lnTo>
                  <a:pt x="1067225" y="439970"/>
                </a:lnTo>
                <a:lnTo>
                  <a:pt x="1070145" y="412737"/>
                </a:lnTo>
                <a:lnTo>
                  <a:pt x="1071605" y="448858"/>
                </a:lnTo>
                <a:lnTo>
                  <a:pt x="1072335" y="431660"/>
                </a:lnTo>
                <a:lnTo>
                  <a:pt x="1073065" y="422422"/>
                </a:lnTo>
                <a:lnTo>
                  <a:pt x="1074525" y="431359"/>
                </a:lnTo>
                <a:lnTo>
                  <a:pt x="1076715" y="453759"/>
                </a:lnTo>
                <a:lnTo>
                  <a:pt x="1077445" y="435337"/>
                </a:lnTo>
                <a:lnTo>
                  <a:pt x="1078904" y="438932"/>
                </a:lnTo>
                <a:lnTo>
                  <a:pt x="1079635" y="435723"/>
                </a:lnTo>
                <a:lnTo>
                  <a:pt x="1081094" y="458625"/>
                </a:lnTo>
                <a:lnTo>
                  <a:pt x="1082555" y="451666"/>
                </a:lnTo>
                <a:lnTo>
                  <a:pt x="1083284" y="452751"/>
                </a:lnTo>
                <a:lnTo>
                  <a:pt x="1084014" y="446843"/>
                </a:lnTo>
                <a:lnTo>
                  <a:pt x="1084744" y="452920"/>
                </a:lnTo>
                <a:lnTo>
                  <a:pt x="1085474" y="459837"/>
                </a:lnTo>
                <a:lnTo>
                  <a:pt x="1086934" y="451673"/>
                </a:lnTo>
                <a:lnTo>
                  <a:pt x="1087664" y="450492"/>
                </a:lnTo>
                <a:lnTo>
                  <a:pt x="1088394" y="452598"/>
                </a:lnTo>
                <a:lnTo>
                  <a:pt x="1089124" y="461590"/>
                </a:lnTo>
                <a:lnTo>
                  <a:pt x="1090584" y="450197"/>
                </a:lnTo>
                <a:lnTo>
                  <a:pt x="1092774" y="436072"/>
                </a:lnTo>
                <a:lnTo>
                  <a:pt x="1094234" y="456472"/>
                </a:lnTo>
                <a:lnTo>
                  <a:pt x="1094964" y="451643"/>
                </a:lnTo>
                <a:lnTo>
                  <a:pt x="1096424" y="436655"/>
                </a:lnTo>
                <a:lnTo>
                  <a:pt x="1097154" y="451512"/>
                </a:lnTo>
                <a:lnTo>
                  <a:pt x="1097884" y="449436"/>
                </a:lnTo>
                <a:lnTo>
                  <a:pt x="1098614" y="456472"/>
                </a:lnTo>
                <a:lnTo>
                  <a:pt x="1099344" y="440421"/>
                </a:lnTo>
                <a:lnTo>
                  <a:pt x="1101534" y="435049"/>
                </a:lnTo>
                <a:lnTo>
                  <a:pt x="1102264" y="422249"/>
                </a:lnTo>
                <a:lnTo>
                  <a:pt x="1102994" y="434231"/>
                </a:lnTo>
                <a:lnTo>
                  <a:pt x="1105184" y="453659"/>
                </a:lnTo>
                <a:lnTo>
                  <a:pt x="1105914" y="449486"/>
                </a:lnTo>
                <a:lnTo>
                  <a:pt x="1107374" y="448739"/>
                </a:lnTo>
                <a:lnTo>
                  <a:pt x="1108104" y="443839"/>
                </a:lnTo>
                <a:lnTo>
                  <a:pt x="1108834" y="468625"/>
                </a:lnTo>
                <a:lnTo>
                  <a:pt x="1110294" y="451235"/>
                </a:lnTo>
                <a:lnTo>
                  <a:pt x="1112483" y="396540"/>
                </a:lnTo>
                <a:lnTo>
                  <a:pt x="1113213" y="404266"/>
                </a:lnTo>
                <a:lnTo>
                  <a:pt x="1114673" y="450631"/>
                </a:lnTo>
                <a:lnTo>
                  <a:pt x="1116133" y="441794"/>
                </a:lnTo>
                <a:lnTo>
                  <a:pt x="1116863" y="441696"/>
                </a:lnTo>
                <a:lnTo>
                  <a:pt x="1119053" y="423443"/>
                </a:lnTo>
                <a:lnTo>
                  <a:pt x="1120513" y="429920"/>
                </a:lnTo>
                <a:lnTo>
                  <a:pt x="1121243" y="446316"/>
                </a:lnTo>
                <a:lnTo>
                  <a:pt x="1122703" y="426380"/>
                </a:lnTo>
                <a:lnTo>
                  <a:pt x="1123433" y="429913"/>
                </a:lnTo>
                <a:lnTo>
                  <a:pt x="1124163" y="412696"/>
                </a:lnTo>
                <a:lnTo>
                  <a:pt x="1124893" y="423788"/>
                </a:lnTo>
                <a:lnTo>
                  <a:pt x="1127083" y="452672"/>
                </a:lnTo>
                <a:lnTo>
                  <a:pt x="1127813" y="439494"/>
                </a:lnTo>
                <a:lnTo>
                  <a:pt x="1130733" y="392302"/>
                </a:lnTo>
                <a:lnTo>
                  <a:pt x="1131463" y="403245"/>
                </a:lnTo>
                <a:lnTo>
                  <a:pt x="1132193" y="441187"/>
                </a:lnTo>
                <a:lnTo>
                  <a:pt x="1134383" y="429121"/>
                </a:lnTo>
                <a:lnTo>
                  <a:pt x="1136573" y="400501"/>
                </a:lnTo>
                <a:lnTo>
                  <a:pt x="1137303" y="412165"/>
                </a:lnTo>
                <a:lnTo>
                  <a:pt x="1139493" y="446483"/>
                </a:lnTo>
                <a:lnTo>
                  <a:pt x="1140223" y="430006"/>
                </a:lnTo>
                <a:lnTo>
                  <a:pt x="1140952" y="442090"/>
                </a:lnTo>
                <a:lnTo>
                  <a:pt x="1141682" y="416188"/>
                </a:lnTo>
                <a:lnTo>
                  <a:pt x="1143142" y="373879"/>
                </a:lnTo>
                <a:lnTo>
                  <a:pt x="1144602" y="379107"/>
                </a:lnTo>
                <a:lnTo>
                  <a:pt x="1146062" y="447294"/>
                </a:lnTo>
                <a:lnTo>
                  <a:pt x="1148252" y="431991"/>
                </a:lnTo>
                <a:lnTo>
                  <a:pt x="1149712" y="442290"/>
                </a:lnTo>
                <a:lnTo>
                  <a:pt x="1151172" y="435470"/>
                </a:lnTo>
                <a:lnTo>
                  <a:pt x="1153362" y="416490"/>
                </a:lnTo>
                <a:lnTo>
                  <a:pt x="1156282" y="435295"/>
                </a:lnTo>
                <a:lnTo>
                  <a:pt x="1157012" y="423784"/>
                </a:lnTo>
                <a:lnTo>
                  <a:pt x="1159202" y="428787"/>
                </a:lnTo>
                <a:lnTo>
                  <a:pt x="1159932" y="438874"/>
                </a:lnTo>
                <a:lnTo>
                  <a:pt x="1161392" y="433035"/>
                </a:lnTo>
                <a:lnTo>
                  <a:pt x="1164312" y="406463"/>
                </a:lnTo>
                <a:lnTo>
                  <a:pt x="1167962" y="446162"/>
                </a:lnTo>
                <a:lnTo>
                  <a:pt x="1170151" y="386150"/>
                </a:lnTo>
                <a:lnTo>
                  <a:pt x="1172341" y="410627"/>
                </a:lnTo>
                <a:lnTo>
                  <a:pt x="1175261" y="437141"/>
                </a:lnTo>
                <a:lnTo>
                  <a:pt x="1176721" y="396873"/>
                </a:lnTo>
                <a:lnTo>
                  <a:pt x="1178181" y="399820"/>
                </a:lnTo>
                <a:lnTo>
                  <a:pt x="1181831" y="428820"/>
                </a:lnTo>
                <a:lnTo>
                  <a:pt x="1184751" y="386224"/>
                </a:lnTo>
                <a:lnTo>
                  <a:pt x="1185481" y="387892"/>
                </a:lnTo>
                <a:lnTo>
                  <a:pt x="1186941" y="433428"/>
                </a:lnTo>
                <a:lnTo>
                  <a:pt x="1189131" y="430849"/>
                </a:lnTo>
                <a:lnTo>
                  <a:pt x="1191321" y="385725"/>
                </a:lnTo>
                <a:lnTo>
                  <a:pt x="1192781" y="398942"/>
                </a:lnTo>
                <a:lnTo>
                  <a:pt x="1194241" y="421886"/>
                </a:lnTo>
                <a:lnTo>
                  <a:pt x="1195701" y="413832"/>
                </a:lnTo>
                <a:lnTo>
                  <a:pt x="1196431" y="417375"/>
                </a:lnTo>
                <a:lnTo>
                  <a:pt x="1197161" y="409044"/>
                </a:lnTo>
                <a:lnTo>
                  <a:pt x="1197891" y="393115"/>
                </a:lnTo>
                <a:lnTo>
                  <a:pt x="1198621" y="407416"/>
                </a:lnTo>
                <a:lnTo>
                  <a:pt x="1200811" y="403464"/>
                </a:lnTo>
                <a:lnTo>
                  <a:pt x="1201541" y="422243"/>
                </a:lnTo>
                <a:lnTo>
                  <a:pt x="1205190" y="397253"/>
                </a:lnTo>
                <a:lnTo>
                  <a:pt x="1206650" y="408315"/>
                </a:lnTo>
                <a:lnTo>
                  <a:pt x="1207380" y="418327"/>
                </a:lnTo>
                <a:lnTo>
                  <a:pt x="1209570" y="412229"/>
                </a:lnTo>
                <a:lnTo>
                  <a:pt x="1211030" y="415715"/>
                </a:lnTo>
                <a:lnTo>
                  <a:pt x="1211760" y="411087"/>
                </a:lnTo>
                <a:lnTo>
                  <a:pt x="1213950" y="401851"/>
                </a:lnTo>
                <a:lnTo>
                  <a:pt x="1215410" y="415353"/>
                </a:lnTo>
                <a:lnTo>
                  <a:pt x="1216870" y="413725"/>
                </a:lnTo>
                <a:lnTo>
                  <a:pt x="1219060" y="403449"/>
                </a:lnTo>
                <a:lnTo>
                  <a:pt x="1221980" y="421363"/>
                </a:lnTo>
                <a:lnTo>
                  <a:pt x="1222710" y="420825"/>
                </a:lnTo>
                <a:lnTo>
                  <a:pt x="1223440" y="423300"/>
                </a:lnTo>
                <a:lnTo>
                  <a:pt x="1224170" y="416535"/>
                </a:lnTo>
                <a:lnTo>
                  <a:pt x="1225630" y="387309"/>
                </a:lnTo>
                <a:lnTo>
                  <a:pt x="1227090" y="390182"/>
                </a:lnTo>
                <a:lnTo>
                  <a:pt x="1230010" y="420281"/>
                </a:lnTo>
                <a:lnTo>
                  <a:pt x="1233659" y="406753"/>
                </a:lnTo>
                <a:lnTo>
                  <a:pt x="1234389" y="411453"/>
                </a:lnTo>
                <a:lnTo>
                  <a:pt x="1236579" y="429405"/>
                </a:lnTo>
                <a:lnTo>
                  <a:pt x="1237309" y="428841"/>
                </a:lnTo>
                <a:lnTo>
                  <a:pt x="1238769" y="384843"/>
                </a:lnTo>
                <a:lnTo>
                  <a:pt x="1240229" y="413517"/>
                </a:lnTo>
                <a:lnTo>
                  <a:pt x="1240959" y="436922"/>
                </a:lnTo>
                <a:lnTo>
                  <a:pt x="1242419" y="418866"/>
                </a:lnTo>
                <a:lnTo>
                  <a:pt x="1243879" y="420744"/>
                </a:lnTo>
                <a:lnTo>
                  <a:pt x="1247529" y="427645"/>
                </a:lnTo>
                <a:lnTo>
                  <a:pt x="1249719" y="412357"/>
                </a:lnTo>
                <a:lnTo>
                  <a:pt x="1250449" y="417321"/>
                </a:lnTo>
                <a:lnTo>
                  <a:pt x="1251179" y="423937"/>
                </a:lnTo>
                <a:lnTo>
                  <a:pt x="1252639" y="414703"/>
                </a:lnTo>
                <a:lnTo>
                  <a:pt x="1253369" y="414073"/>
                </a:lnTo>
                <a:lnTo>
                  <a:pt x="1254829" y="424609"/>
                </a:lnTo>
                <a:lnTo>
                  <a:pt x="1257019" y="419745"/>
                </a:lnTo>
                <a:lnTo>
                  <a:pt x="1257749" y="419266"/>
                </a:lnTo>
                <a:lnTo>
                  <a:pt x="1258479" y="420432"/>
                </a:lnTo>
                <a:lnTo>
                  <a:pt x="1259209" y="425657"/>
                </a:lnTo>
                <a:lnTo>
                  <a:pt x="1259939" y="418664"/>
                </a:lnTo>
                <a:lnTo>
                  <a:pt x="1260669" y="419374"/>
                </a:lnTo>
                <a:lnTo>
                  <a:pt x="1262858" y="416079"/>
                </a:lnTo>
                <a:lnTo>
                  <a:pt x="1263588" y="416695"/>
                </a:lnTo>
                <a:lnTo>
                  <a:pt x="1265048" y="424438"/>
                </a:lnTo>
                <a:lnTo>
                  <a:pt x="1265778" y="426269"/>
                </a:lnTo>
                <a:lnTo>
                  <a:pt x="1266508" y="416894"/>
                </a:lnTo>
                <a:lnTo>
                  <a:pt x="1268698" y="421747"/>
                </a:lnTo>
                <a:lnTo>
                  <a:pt x="1270158" y="409199"/>
                </a:lnTo>
                <a:lnTo>
                  <a:pt x="1270888" y="420836"/>
                </a:lnTo>
                <a:lnTo>
                  <a:pt x="1273808" y="436093"/>
                </a:lnTo>
                <a:lnTo>
                  <a:pt x="1274538" y="435377"/>
                </a:lnTo>
                <a:lnTo>
                  <a:pt x="1276728" y="416933"/>
                </a:lnTo>
                <a:lnTo>
                  <a:pt x="1277458" y="425335"/>
                </a:lnTo>
                <a:lnTo>
                  <a:pt x="1278188" y="443504"/>
                </a:lnTo>
                <a:lnTo>
                  <a:pt x="1279648" y="431330"/>
                </a:lnTo>
                <a:lnTo>
                  <a:pt x="1282568" y="424642"/>
                </a:lnTo>
                <a:lnTo>
                  <a:pt x="1284028" y="432967"/>
                </a:lnTo>
                <a:lnTo>
                  <a:pt x="1284758" y="426182"/>
                </a:lnTo>
                <a:lnTo>
                  <a:pt x="1286948" y="411136"/>
                </a:lnTo>
                <a:lnTo>
                  <a:pt x="1287678" y="403900"/>
                </a:lnTo>
                <a:lnTo>
                  <a:pt x="1288408" y="419333"/>
                </a:lnTo>
                <a:lnTo>
                  <a:pt x="1289138" y="432123"/>
                </a:lnTo>
                <a:lnTo>
                  <a:pt x="1290597" y="416655"/>
                </a:lnTo>
                <a:lnTo>
                  <a:pt x="1291327" y="420920"/>
                </a:lnTo>
                <a:lnTo>
                  <a:pt x="1292057" y="418400"/>
                </a:lnTo>
                <a:lnTo>
                  <a:pt x="1293517" y="413398"/>
                </a:lnTo>
                <a:lnTo>
                  <a:pt x="1296437" y="433608"/>
                </a:lnTo>
                <a:lnTo>
                  <a:pt x="1300087" y="408901"/>
                </a:lnTo>
                <a:lnTo>
                  <a:pt x="1301547" y="429278"/>
                </a:lnTo>
                <a:lnTo>
                  <a:pt x="1303737" y="425336"/>
                </a:lnTo>
                <a:lnTo>
                  <a:pt x="1306657" y="385622"/>
                </a:lnTo>
                <a:lnTo>
                  <a:pt x="1307387" y="399094"/>
                </a:lnTo>
                <a:lnTo>
                  <a:pt x="1308847" y="425551"/>
                </a:lnTo>
                <a:lnTo>
                  <a:pt x="1311037" y="412781"/>
                </a:lnTo>
                <a:lnTo>
                  <a:pt x="1312497" y="407569"/>
                </a:lnTo>
                <a:lnTo>
                  <a:pt x="1314687" y="429859"/>
                </a:lnTo>
                <a:lnTo>
                  <a:pt x="1315417" y="417681"/>
                </a:lnTo>
                <a:lnTo>
                  <a:pt x="1319067" y="373489"/>
                </a:lnTo>
                <a:lnTo>
                  <a:pt x="1322717" y="414060"/>
                </a:lnTo>
                <a:lnTo>
                  <a:pt x="1324906" y="389998"/>
                </a:lnTo>
                <a:lnTo>
                  <a:pt x="1325636" y="392326"/>
                </a:lnTo>
                <a:lnTo>
                  <a:pt x="1326366" y="424228"/>
                </a:lnTo>
                <a:lnTo>
                  <a:pt x="1328556" y="407848"/>
                </a:lnTo>
                <a:lnTo>
                  <a:pt x="1330016" y="401417"/>
                </a:lnTo>
                <a:lnTo>
                  <a:pt x="1330746" y="411252"/>
                </a:lnTo>
                <a:lnTo>
                  <a:pt x="1332206" y="404223"/>
                </a:lnTo>
                <a:lnTo>
                  <a:pt x="1334396" y="396803"/>
                </a:lnTo>
                <a:lnTo>
                  <a:pt x="1335126" y="383127"/>
                </a:lnTo>
                <a:lnTo>
                  <a:pt x="1336586" y="400395"/>
                </a:lnTo>
                <a:lnTo>
                  <a:pt x="1337316" y="389696"/>
                </a:lnTo>
                <a:lnTo>
                  <a:pt x="1338046" y="387899"/>
                </a:lnTo>
                <a:lnTo>
                  <a:pt x="1338776" y="401031"/>
                </a:lnTo>
                <a:lnTo>
                  <a:pt x="1340236" y="389531"/>
                </a:lnTo>
                <a:lnTo>
                  <a:pt x="1340966" y="387847"/>
                </a:lnTo>
                <a:lnTo>
                  <a:pt x="1341696" y="369748"/>
                </a:lnTo>
                <a:lnTo>
                  <a:pt x="1343156" y="389608"/>
                </a:lnTo>
                <a:lnTo>
                  <a:pt x="1343886" y="381275"/>
                </a:lnTo>
                <a:lnTo>
                  <a:pt x="1344616" y="393044"/>
                </a:lnTo>
                <a:lnTo>
                  <a:pt x="1345346" y="382959"/>
                </a:lnTo>
                <a:lnTo>
                  <a:pt x="1348266" y="390187"/>
                </a:lnTo>
                <a:lnTo>
                  <a:pt x="1351916" y="377172"/>
                </a:lnTo>
                <a:lnTo>
                  <a:pt x="1352646" y="371824"/>
                </a:lnTo>
                <a:lnTo>
                  <a:pt x="1353375" y="379032"/>
                </a:lnTo>
                <a:lnTo>
                  <a:pt x="1354105" y="385372"/>
                </a:lnTo>
                <a:lnTo>
                  <a:pt x="1354835" y="375472"/>
                </a:lnTo>
                <a:lnTo>
                  <a:pt x="1355565" y="372623"/>
                </a:lnTo>
                <a:lnTo>
                  <a:pt x="1356295" y="391579"/>
                </a:lnTo>
                <a:lnTo>
                  <a:pt x="1358485" y="388838"/>
                </a:lnTo>
                <a:lnTo>
                  <a:pt x="1359945" y="372604"/>
                </a:lnTo>
                <a:lnTo>
                  <a:pt x="1361405" y="342897"/>
                </a:lnTo>
                <a:lnTo>
                  <a:pt x="1362135" y="346081"/>
                </a:lnTo>
                <a:lnTo>
                  <a:pt x="1363595" y="391415"/>
                </a:lnTo>
                <a:lnTo>
                  <a:pt x="1365055" y="366948"/>
                </a:lnTo>
                <a:lnTo>
                  <a:pt x="1365785" y="374746"/>
                </a:lnTo>
                <a:lnTo>
                  <a:pt x="1366515" y="365513"/>
                </a:lnTo>
                <a:lnTo>
                  <a:pt x="1367245" y="358888"/>
                </a:lnTo>
                <a:lnTo>
                  <a:pt x="1367975" y="362995"/>
                </a:lnTo>
                <a:lnTo>
                  <a:pt x="1368705" y="373460"/>
                </a:lnTo>
                <a:lnTo>
                  <a:pt x="1370895" y="371619"/>
                </a:lnTo>
                <a:lnTo>
                  <a:pt x="1375275" y="354390"/>
                </a:lnTo>
                <a:lnTo>
                  <a:pt x="1376005" y="372256"/>
                </a:lnTo>
                <a:lnTo>
                  <a:pt x="1378195" y="364219"/>
                </a:lnTo>
                <a:lnTo>
                  <a:pt x="1380385" y="350613"/>
                </a:lnTo>
                <a:lnTo>
                  <a:pt x="1381115" y="372117"/>
                </a:lnTo>
                <a:lnTo>
                  <a:pt x="1382574" y="366008"/>
                </a:lnTo>
                <a:lnTo>
                  <a:pt x="1385494" y="327494"/>
                </a:lnTo>
                <a:lnTo>
                  <a:pt x="1386954" y="364230"/>
                </a:lnTo>
                <a:lnTo>
                  <a:pt x="1388414" y="350212"/>
                </a:lnTo>
                <a:lnTo>
                  <a:pt x="1392064" y="319581"/>
                </a:lnTo>
                <a:lnTo>
                  <a:pt x="1393524" y="348448"/>
                </a:lnTo>
                <a:lnTo>
                  <a:pt x="1394984" y="338584"/>
                </a:lnTo>
                <a:lnTo>
                  <a:pt x="1396444" y="340846"/>
                </a:lnTo>
                <a:lnTo>
                  <a:pt x="1397174" y="323039"/>
                </a:lnTo>
                <a:lnTo>
                  <a:pt x="1399364" y="332181"/>
                </a:lnTo>
                <a:lnTo>
                  <a:pt x="1400094" y="333163"/>
                </a:lnTo>
                <a:lnTo>
                  <a:pt x="1400824" y="348492"/>
                </a:lnTo>
                <a:lnTo>
                  <a:pt x="1402284" y="334697"/>
                </a:lnTo>
                <a:lnTo>
                  <a:pt x="1403014" y="336112"/>
                </a:lnTo>
                <a:lnTo>
                  <a:pt x="1404474" y="310303"/>
                </a:lnTo>
                <a:lnTo>
                  <a:pt x="1405204" y="328982"/>
                </a:lnTo>
                <a:lnTo>
                  <a:pt x="1405934" y="346932"/>
                </a:lnTo>
                <a:lnTo>
                  <a:pt x="1407394" y="333205"/>
                </a:lnTo>
                <a:lnTo>
                  <a:pt x="1409584" y="291550"/>
                </a:lnTo>
                <a:lnTo>
                  <a:pt x="1411043" y="304909"/>
                </a:lnTo>
                <a:lnTo>
                  <a:pt x="1411774" y="325616"/>
                </a:lnTo>
                <a:lnTo>
                  <a:pt x="1413964" y="314361"/>
                </a:lnTo>
                <a:lnTo>
                  <a:pt x="1414694" y="315986"/>
                </a:lnTo>
                <a:lnTo>
                  <a:pt x="1416154" y="314914"/>
                </a:lnTo>
                <a:lnTo>
                  <a:pt x="1421263" y="277197"/>
                </a:lnTo>
                <a:lnTo>
                  <a:pt x="1421993" y="288333"/>
                </a:lnTo>
                <a:lnTo>
                  <a:pt x="1423453" y="309300"/>
                </a:lnTo>
                <a:lnTo>
                  <a:pt x="1424183" y="297167"/>
                </a:lnTo>
                <a:lnTo>
                  <a:pt x="1426373" y="284645"/>
                </a:lnTo>
                <a:lnTo>
                  <a:pt x="1427833" y="285916"/>
                </a:lnTo>
                <a:lnTo>
                  <a:pt x="1432213" y="302396"/>
                </a:lnTo>
                <a:lnTo>
                  <a:pt x="1435133" y="279951"/>
                </a:lnTo>
                <a:lnTo>
                  <a:pt x="1438053" y="306043"/>
                </a:lnTo>
                <a:lnTo>
                  <a:pt x="1441703" y="274403"/>
                </a:lnTo>
                <a:lnTo>
                  <a:pt x="1443163" y="306113"/>
                </a:lnTo>
                <a:lnTo>
                  <a:pt x="1445352" y="293975"/>
                </a:lnTo>
                <a:lnTo>
                  <a:pt x="1446082" y="298473"/>
                </a:lnTo>
                <a:lnTo>
                  <a:pt x="1446812" y="292056"/>
                </a:lnTo>
                <a:lnTo>
                  <a:pt x="1447542" y="289084"/>
                </a:lnTo>
                <a:lnTo>
                  <a:pt x="1448272" y="293256"/>
                </a:lnTo>
                <a:lnTo>
                  <a:pt x="1449002" y="294639"/>
                </a:lnTo>
                <a:lnTo>
                  <a:pt x="1449732" y="280615"/>
                </a:lnTo>
                <a:lnTo>
                  <a:pt x="1451192" y="302061"/>
                </a:lnTo>
                <a:lnTo>
                  <a:pt x="1453382" y="271722"/>
                </a:lnTo>
                <a:lnTo>
                  <a:pt x="1454112" y="289070"/>
                </a:lnTo>
                <a:lnTo>
                  <a:pt x="1454842" y="297422"/>
                </a:lnTo>
                <a:lnTo>
                  <a:pt x="1456302" y="288048"/>
                </a:lnTo>
                <a:lnTo>
                  <a:pt x="1457032" y="289869"/>
                </a:lnTo>
                <a:lnTo>
                  <a:pt x="1458492" y="268667"/>
                </a:lnTo>
                <a:lnTo>
                  <a:pt x="1459952" y="274790"/>
                </a:lnTo>
                <a:lnTo>
                  <a:pt x="1461412" y="304071"/>
                </a:lnTo>
                <a:lnTo>
                  <a:pt x="1462142" y="285219"/>
                </a:lnTo>
                <a:lnTo>
                  <a:pt x="1462872" y="280234"/>
                </a:lnTo>
                <a:lnTo>
                  <a:pt x="1463602" y="293057"/>
                </a:lnTo>
                <a:lnTo>
                  <a:pt x="1464332" y="291014"/>
                </a:lnTo>
                <a:lnTo>
                  <a:pt x="1465062" y="293065"/>
                </a:lnTo>
                <a:lnTo>
                  <a:pt x="1465792" y="303882"/>
                </a:lnTo>
                <a:lnTo>
                  <a:pt x="1467252" y="297134"/>
                </a:lnTo>
                <a:lnTo>
                  <a:pt x="1468712" y="292279"/>
                </a:lnTo>
                <a:lnTo>
                  <a:pt x="1469442" y="310417"/>
                </a:lnTo>
                <a:lnTo>
                  <a:pt x="1471632" y="305367"/>
                </a:lnTo>
                <a:lnTo>
                  <a:pt x="1472362" y="315281"/>
                </a:lnTo>
                <a:lnTo>
                  <a:pt x="1473092" y="299478"/>
                </a:lnTo>
                <a:lnTo>
                  <a:pt x="1474551" y="312916"/>
                </a:lnTo>
                <a:lnTo>
                  <a:pt x="1475281" y="314214"/>
                </a:lnTo>
                <a:lnTo>
                  <a:pt x="1478931" y="301868"/>
                </a:lnTo>
                <a:lnTo>
                  <a:pt x="1481121" y="317187"/>
                </a:lnTo>
                <a:lnTo>
                  <a:pt x="1481851" y="309206"/>
                </a:lnTo>
                <a:lnTo>
                  <a:pt x="1484771" y="325440"/>
                </a:lnTo>
                <a:lnTo>
                  <a:pt x="1486231" y="309902"/>
                </a:lnTo>
                <a:lnTo>
                  <a:pt x="1486961" y="324773"/>
                </a:lnTo>
                <a:lnTo>
                  <a:pt x="1490611" y="306517"/>
                </a:lnTo>
                <a:lnTo>
                  <a:pt x="1491341" y="308975"/>
                </a:lnTo>
                <a:lnTo>
                  <a:pt x="1492071" y="331199"/>
                </a:lnTo>
                <a:lnTo>
                  <a:pt x="1494261" y="326943"/>
                </a:lnTo>
                <a:lnTo>
                  <a:pt x="1494991" y="330727"/>
                </a:lnTo>
                <a:lnTo>
                  <a:pt x="1495721" y="329628"/>
                </a:lnTo>
                <a:lnTo>
                  <a:pt x="1496451" y="318033"/>
                </a:lnTo>
                <a:lnTo>
                  <a:pt x="1497911" y="331322"/>
                </a:lnTo>
                <a:lnTo>
                  <a:pt x="1498641" y="322453"/>
                </a:lnTo>
                <a:lnTo>
                  <a:pt x="1499371" y="338003"/>
                </a:lnTo>
                <a:lnTo>
                  <a:pt x="1501561" y="332601"/>
                </a:lnTo>
                <a:lnTo>
                  <a:pt x="1502291" y="340597"/>
                </a:lnTo>
                <a:lnTo>
                  <a:pt x="1503750" y="330827"/>
                </a:lnTo>
                <a:lnTo>
                  <a:pt x="1505210" y="327639"/>
                </a:lnTo>
                <a:lnTo>
                  <a:pt x="1506670" y="346752"/>
                </a:lnTo>
                <a:lnTo>
                  <a:pt x="1508130" y="341576"/>
                </a:lnTo>
                <a:lnTo>
                  <a:pt x="1511780" y="317708"/>
                </a:lnTo>
                <a:lnTo>
                  <a:pt x="1517620" y="353185"/>
                </a:lnTo>
                <a:lnTo>
                  <a:pt x="1518350" y="343706"/>
                </a:lnTo>
                <a:lnTo>
                  <a:pt x="1519080" y="334193"/>
                </a:lnTo>
                <a:lnTo>
                  <a:pt x="1520540" y="343357"/>
                </a:lnTo>
                <a:lnTo>
                  <a:pt x="1523460" y="357395"/>
                </a:lnTo>
                <a:lnTo>
                  <a:pt x="1524920" y="354176"/>
                </a:lnTo>
                <a:lnTo>
                  <a:pt x="1525650" y="355125"/>
                </a:lnTo>
                <a:lnTo>
                  <a:pt x="1526380" y="348455"/>
                </a:lnTo>
                <a:lnTo>
                  <a:pt x="1527840" y="357134"/>
                </a:lnTo>
                <a:lnTo>
                  <a:pt x="1531490" y="364660"/>
                </a:lnTo>
                <a:lnTo>
                  <a:pt x="1532950" y="353871"/>
                </a:lnTo>
                <a:lnTo>
                  <a:pt x="1533680" y="366355"/>
                </a:lnTo>
                <a:lnTo>
                  <a:pt x="1534410" y="369851"/>
                </a:lnTo>
                <a:lnTo>
                  <a:pt x="1535140" y="361867"/>
                </a:lnTo>
                <a:lnTo>
                  <a:pt x="1536600" y="360318"/>
                </a:lnTo>
                <a:lnTo>
                  <a:pt x="1538059" y="366162"/>
                </a:lnTo>
                <a:lnTo>
                  <a:pt x="1538789" y="375153"/>
                </a:lnTo>
                <a:lnTo>
                  <a:pt x="1540249" y="374881"/>
                </a:lnTo>
                <a:lnTo>
                  <a:pt x="1540979" y="364828"/>
                </a:lnTo>
                <a:lnTo>
                  <a:pt x="1542439" y="373522"/>
                </a:lnTo>
                <a:lnTo>
                  <a:pt x="1543899" y="378431"/>
                </a:lnTo>
                <a:lnTo>
                  <a:pt x="1544629" y="377816"/>
                </a:lnTo>
                <a:lnTo>
                  <a:pt x="1545359" y="397556"/>
                </a:lnTo>
                <a:lnTo>
                  <a:pt x="1546819" y="374662"/>
                </a:lnTo>
                <a:lnTo>
                  <a:pt x="1547549" y="368652"/>
                </a:lnTo>
                <a:lnTo>
                  <a:pt x="1550469" y="398805"/>
                </a:lnTo>
                <a:lnTo>
                  <a:pt x="1551199" y="391652"/>
                </a:lnTo>
                <a:lnTo>
                  <a:pt x="1553389" y="392782"/>
                </a:lnTo>
                <a:lnTo>
                  <a:pt x="1554119" y="393885"/>
                </a:lnTo>
                <a:lnTo>
                  <a:pt x="1558499" y="417117"/>
                </a:lnTo>
                <a:lnTo>
                  <a:pt x="1559229" y="423381"/>
                </a:lnTo>
                <a:lnTo>
                  <a:pt x="1559959" y="422231"/>
                </a:lnTo>
                <a:lnTo>
                  <a:pt x="1560689" y="401043"/>
                </a:lnTo>
                <a:lnTo>
                  <a:pt x="1562879" y="402367"/>
                </a:lnTo>
                <a:lnTo>
                  <a:pt x="1563609" y="401396"/>
                </a:lnTo>
                <a:lnTo>
                  <a:pt x="1564339" y="393651"/>
                </a:lnTo>
                <a:lnTo>
                  <a:pt x="1565799" y="438994"/>
                </a:lnTo>
                <a:lnTo>
                  <a:pt x="1567258" y="419740"/>
                </a:lnTo>
                <a:lnTo>
                  <a:pt x="1569448" y="441994"/>
                </a:lnTo>
                <a:lnTo>
                  <a:pt x="1570178" y="438044"/>
                </a:lnTo>
                <a:lnTo>
                  <a:pt x="1570908" y="439006"/>
                </a:lnTo>
                <a:lnTo>
                  <a:pt x="1572368" y="451215"/>
                </a:lnTo>
                <a:lnTo>
                  <a:pt x="1573098" y="443152"/>
                </a:lnTo>
                <a:lnTo>
                  <a:pt x="1575288" y="419842"/>
                </a:lnTo>
                <a:lnTo>
                  <a:pt x="1576748" y="427111"/>
                </a:lnTo>
                <a:lnTo>
                  <a:pt x="1578208" y="449768"/>
                </a:lnTo>
                <a:lnTo>
                  <a:pt x="1578938" y="436814"/>
                </a:lnTo>
                <a:lnTo>
                  <a:pt x="1581128" y="417145"/>
                </a:lnTo>
                <a:lnTo>
                  <a:pt x="1582588" y="459212"/>
                </a:lnTo>
                <a:lnTo>
                  <a:pt x="1584048" y="439332"/>
                </a:lnTo>
                <a:lnTo>
                  <a:pt x="1585508" y="444137"/>
                </a:lnTo>
                <a:lnTo>
                  <a:pt x="1589888" y="483475"/>
                </a:lnTo>
                <a:lnTo>
                  <a:pt x="1592808" y="451197"/>
                </a:lnTo>
                <a:lnTo>
                  <a:pt x="1594268" y="462168"/>
                </a:lnTo>
                <a:lnTo>
                  <a:pt x="1597187" y="483131"/>
                </a:lnTo>
                <a:lnTo>
                  <a:pt x="1597917" y="477303"/>
                </a:lnTo>
                <a:lnTo>
                  <a:pt x="1598647" y="478485"/>
                </a:lnTo>
                <a:lnTo>
                  <a:pt x="1599377" y="488492"/>
                </a:lnTo>
                <a:lnTo>
                  <a:pt x="1600107" y="464658"/>
                </a:lnTo>
                <a:lnTo>
                  <a:pt x="1600837" y="475328"/>
                </a:lnTo>
                <a:lnTo>
                  <a:pt x="1601567" y="474795"/>
                </a:lnTo>
                <a:lnTo>
                  <a:pt x="1605947" y="493307"/>
                </a:lnTo>
                <a:lnTo>
                  <a:pt x="1606677" y="489371"/>
                </a:lnTo>
                <a:lnTo>
                  <a:pt x="1608137" y="484975"/>
                </a:lnTo>
                <a:lnTo>
                  <a:pt x="1611787" y="501261"/>
                </a:lnTo>
                <a:lnTo>
                  <a:pt x="1613977" y="493306"/>
                </a:lnTo>
                <a:lnTo>
                  <a:pt x="1614707" y="496113"/>
                </a:lnTo>
                <a:lnTo>
                  <a:pt x="1616897" y="506092"/>
                </a:lnTo>
                <a:lnTo>
                  <a:pt x="1619087" y="502412"/>
                </a:lnTo>
                <a:lnTo>
                  <a:pt x="1620547" y="504522"/>
                </a:lnTo>
                <a:lnTo>
                  <a:pt x="1621277" y="501968"/>
                </a:lnTo>
                <a:lnTo>
                  <a:pt x="1624196" y="518376"/>
                </a:lnTo>
                <a:lnTo>
                  <a:pt x="1624926" y="515654"/>
                </a:lnTo>
                <a:lnTo>
                  <a:pt x="1628576" y="527625"/>
                </a:lnTo>
                <a:lnTo>
                  <a:pt x="1626387" y="514850"/>
                </a:lnTo>
                <a:lnTo>
                  <a:pt x="1629306" y="523041"/>
                </a:lnTo>
                <a:lnTo>
                  <a:pt x="1630036" y="520571"/>
                </a:lnTo>
                <a:lnTo>
                  <a:pt x="1630766" y="526470"/>
                </a:lnTo>
                <a:lnTo>
                  <a:pt x="1631496" y="521438"/>
                </a:lnTo>
                <a:lnTo>
                  <a:pt x="1632956" y="537853"/>
                </a:lnTo>
                <a:lnTo>
                  <a:pt x="1635146" y="536276"/>
                </a:lnTo>
                <a:lnTo>
                  <a:pt x="1636606" y="532905"/>
                </a:lnTo>
                <a:lnTo>
                  <a:pt x="1637336" y="534698"/>
                </a:lnTo>
                <a:lnTo>
                  <a:pt x="1640986" y="547572"/>
                </a:lnTo>
                <a:lnTo>
                  <a:pt x="1641716" y="543324"/>
                </a:lnTo>
                <a:lnTo>
                  <a:pt x="1642446" y="543484"/>
                </a:lnTo>
                <a:lnTo>
                  <a:pt x="1643176" y="547907"/>
                </a:lnTo>
                <a:lnTo>
                  <a:pt x="1644636" y="543707"/>
                </a:lnTo>
                <a:lnTo>
                  <a:pt x="1646096" y="547521"/>
                </a:lnTo>
                <a:lnTo>
                  <a:pt x="1650476" y="569220"/>
                </a:lnTo>
                <a:lnTo>
                  <a:pt x="1651936" y="546158"/>
                </a:lnTo>
                <a:lnTo>
                  <a:pt x="1652666" y="562994"/>
                </a:lnTo>
                <a:lnTo>
                  <a:pt x="1654856" y="565041"/>
                </a:lnTo>
                <a:lnTo>
                  <a:pt x="1654126" y="561759"/>
                </a:lnTo>
                <a:lnTo>
                  <a:pt x="1655586" y="564556"/>
                </a:lnTo>
                <a:lnTo>
                  <a:pt x="1656316" y="564391"/>
                </a:lnTo>
                <a:lnTo>
                  <a:pt x="1659235" y="569374"/>
                </a:lnTo>
                <a:lnTo>
                  <a:pt x="1660695" y="570912"/>
                </a:lnTo>
                <a:lnTo>
                  <a:pt x="1664345" y="559097"/>
                </a:lnTo>
                <a:lnTo>
                  <a:pt x="1667995" y="577462"/>
                </a:lnTo>
                <a:lnTo>
                  <a:pt x="1668725" y="577251"/>
                </a:lnTo>
                <a:lnTo>
                  <a:pt x="1669455" y="572017"/>
                </a:lnTo>
                <a:lnTo>
                  <a:pt x="1670915" y="578724"/>
                </a:lnTo>
                <a:lnTo>
                  <a:pt x="1672375" y="583059"/>
                </a:lnTo>
                <a:lnTo>
                  <a:pt x="1673835" y="572048"/>
                </a:lnTo>
                <a:lnTo>
                  <a:pt x="1674565" y="573305"/>
                </a:lnTo>
                <a:lnTo>
                  <a:pt x="1678215" y="585305"/>
                </a:lnTo>
                <a:lnTo>
                  <a:pt x="1679675" y="586643"/>
                </a:lnTo>
                <a:lnTo>
                  <a:pt x="1681135" y="580556"/>
                </a:lnTo>
                <a:lnTo>
                  <a:pt x="1681865" y="583551"/>
                </a:lnTo>
                <a:lnTo>
                  <a:pt x="1682595" y="592273"/>
                </a:lnTo>
                <a:lnTo>
                  <a:pt x="1684785" y="591076"/>
                </a:lnTo>
                <a:lnTo>
                  <a:pt x="1685515" y="590020"/>
                </a:lnTo>
                <a:lnTo>
                  <a:pt x="1686245" y="593619"/>
                </a:lnTo>
                <a:lnTo>
                  <a:pt x="1686974" y="587777"/>
                </a:lnTo>
                <a:lnTo>
                  <a:pt x="1687704" y="589627"/>
                </a:lnTo>
                <a:lnTo>
                  <a:pt x="1689164" y="589263"/>
                </a:lnTo>
                <a:lnTo>
                  <a:pt x="1690624" y="585126"/>
                </a:lnTo>
                <a:lnTo>
                  <a:pt x="1692084" y="594019"/>
                </a:lnTo>
                <a:lnTo>
                  <a:pt x="1694274" y="584878"/>
                </a:lnTo>
                <a:lnTo>
                  <a:pt x="1695004" y="592502"/>
                </a:lnTo>
                <a:lnTo>
                  <a:pt x="1695734" y="592425"/>
                </a:lnTo>
                <a:lnTo>
                  <a:pt x="1696464" y="587103"/>
                </a:lnTo>
                <a:lnTo>
                  <a:pt x="1697924" y="593888"/>
                </a:lnTo>
                <a:lnTo>
                  <a:pt x="1698654" y="588084"/>
                </a:lnTo>
                <a:lnTo>
                  <a:pt x="1701574" y="595449"/>
                </a:lnTo>
                <a:lnTo>
                  <a:pt x="1702304" y="594176"/>
                </a:lnTo>
                <a:lnTo>
                  <a:pt x="1703034" y="597164"/>
                </a:lnTo>
                <a:lnTo>
                  <a:pt x="1703764" y="595153"/>
                </a:lnTo>
                <a:lnTo>
                  <a:pt x="1705954" y="602275"/>
                </a:lnTo>
                <a:lnTo>
                  <a:pt x="1707414" y="601959"/>
                </a:lnTo>
                <a:lnTo>
                  <a:pt x="1709604" y="600239"/>
                </a:lnTo>
                <a:lnTo>
                  <a:pt x="1710334" y="607059"/>
                </a:lnTo>
                <a:lnTo>
                  <a:pt x="1711794" y="604404"/>
                </a:lnTo>
                <a:lnTo>
                  <a:pt x="1712524" y="595844"/>
                </a:lnTo>
                <a:lnTo>
                  <a:pt x="1714714" y="597776"/>
                </a:lnTo>
                <a:lnTo>
                  <a:pt x="1715444" y="600381"/>
                </a:lnTo>
                <a:lnTo>
                  <a:pt x="1716173" y="585810"/>
                </a:lnTo>
                <a:lnTo>
                  <a:pt x="1718363" y="590905"/>
                </a:lnTo>
                <a:lnTo>
                  <a:pt x="1719093" y="605832"/>
                </a:lnTo>
                <a:lnTo>
                  <a:pt x="1721283" y="601248"/>
                </a:lnTo>
                <a:lnTo>
                  <a:pt x="1724203" y="602961"/>
                </a:lnTo>
                <a:lnTo>
                  <a:pt x="1725663" y="623463"/>
                </a:lnTo>
                <a:lnTo>
                  <a:pt x="1726393" y="600242"/>
                </a:lnTo>
                <a:lnTo>
                  <a:pt x="1727853" y="606966"/>
                </a:lnTo>
                <a:lnTo>
                  <a:pt x="1728583" y="621602"/>
                </a:lnTo>
                <a:lnTo>
                  <a:pt x="1730043" y="612788"/>
                </a:lnTo>
                <a:lnTo>
                  <a:pt x="1731503" y="591358"/>
                </a:lnTo>
                <a:lnTo>
                  <a:pt x="1732233" y="601043"/>
                </a:lnTo>
                <a:lnTo>
                  <a:pt x="1732963" y="609861"/>
                </a:lnTo>
                <a:lnTo>
                  <a:pt x="1733693" y="590109"/>
                </a:lnTo>
                <a:lnTo>
                  <a:pt x="1734423" y="579184"/>
                </a:lnTo>
                <a:lnTo>
                  <a:pt x="1735153" y="596846"/>
                </a:lnTo>
                <a:lnTo>
                  <a:pt x="1735883" y="585664"/>
                </a:lnTo>
                <a:lnTo>
                  <a:pt x="1737343" y="606888"/>
                </a:lnTo>
                <a:lnTo>
                  <a:pt x="1738803" y="605430"/>
                </a:lnTo>
                <a:lnTo>
                  <a:pt x="1739533" y="600751"/>
                </a:lnTo>
                <a:lnTo>
                  <a:pt x="1740993" y="607116"/>
                </a:lnTo>
                <a:lnTo>
                  <a:pt x="1741723" y="603369"/>
                </a:lnTo>
                <a:lnTo>
                  <a:pt x="1743913" y="599174"/>
                </a:lnTo>
                <a:lnTo>
                  <a:pt x="1744643" y="603572"/>
                </a:lnTo>
                <a:lnTo>
                  <a:pt x="1745373" y="608198"/>
                </a:lnTo>
                <a:lnTo>
                  <a:pt x="1746103" y="598870"/>
                </a:lnTo>
                <a:lnTo>
                  <a:pt x="1746833" y="596304"/>
                </a:lnTo>
                <a:lnTo>
                  <a:pt x="1749752" y="608054"/>
                </a:lnTo>
                <a:lnTo>
                  <a:pt x="1752672" y="587067"/>
                </a:lnTo>
                <a:lnTo>
                  <a:pt x="1754862" y="605828"/>
                </a:lnTo>
                <a:lnTo>
                  <a:pt x="1755592" y="595096"/>
                </a:lnTo>
                <a:lnTo>
                  <a:pt x="1756322" y="610494"/>
                </a:lnTo>
                <a:lnTo>
                  <a:pt x="1758512" y="607491"/>
                </a:lnTo>
                <a:lnTo>
                  <a:pt x="1762162" y="605989"/>
                </a:lnTo>
                <a:lnTo>
                  <a:pt x="1762892" y="605438"/>
                </a:lnTo>
                <a:lnTo>
                  <a:pt x="1764352" y="597347"/>
                </a:lnTo>
                <a:lnTo>
                  <a:pt x="1765812" y="612608"/>
                </a:lnTo>
                <a:lnTo>
                  <a:pt x="1766542" y="590994"/>
                </a:lnTo>
                <a:lnTo>
                  <a:pt x="1770192" y="619488"/>
                </a:lnTo>
                <a:lnTo>
                  <a:pt x="1770922" y="611990"/>
                </a:lnTo>
                <a:lnTo>
                  <a:pt x="1772382" y="603685"/>
                </a:lnTo>
                <a:lnTo>
                  <a:pt x="1773112" y="604150"/>
                </a:lnTo>
                <a:lnTo>
                  <a:pt x="1773842" y="612150"/>
                </a:lnTo>
                <a:lnTo>
                  <a:pt x="1775302" y="607036"/>
                </a:lnTo>
                <a:lnTo>
                  <a:pt x="1776032" y="604223"/>
                </a:lnTo>
                <a:lnTo>
                  <a:pt x="1776762" y="615605"/>
                </a:lnTo>
                <a:lnTo>
                  <a:pt x="1778951" y="611485"/>
                </a:lnTo>
                <a:lnTo>
                  <a:pt x="1779681" y="612896"/>
                </a:lnTo>
                <a:lnTo>
                  <a:pt x="1780411" y="621352"/>
                </a:lnTo>
                <a:lnTo>
                  <a:pt x="1781871" y="611309"/>
                </a:lnTo>
                <a:lnTo>
                  <a:pt x="1782601" y="610187"/>
                </a:lnTo>
                <a:lnTo>
                  <a:pt x="1784061" y="618841"/>
                </a:lnTo>
                <a:lnTo>
                  <a:pt x="1785521" y="614595"/>
                </a:lnTo>
                <a:lnTo>
                  <a:pt x="1786981" y="601907"/>
                </a:lnTo>
                <a:lnTo>
                  <a:pt x="1787711" y="614827"/>
                </a:lnTo>
                <a:lnTo>
                  <a:pt x="1789171" y="617215"/>
                </a:lnTo>
                <a:lnTo>
                  <a:pt x="1789901" y="621017"/>
                </a:lnTo>
                <a:lnTo>
                  <a:pt x="1790631" y="618063"/>
                </a:lnTo>
                <a:lnTo>
                  <a:pt x="1792091" y="600508"/>
                </a:lnTo>
                <a:lnTo>
                  <a:pt x="1792821" y="608894"/>
                </a:lnTo>
                <a:lnTo>
                  <a:pt x="1793551" y="623882"/>
                </a:lnTo>
                <a:lnTo>
                  <a:pt x="1795011" y="602082"/>
                </a:lnTo>
                <a:lnTo>
                  <a:pt x="1796471" y="613873"/>
                </a:lnTo>
                <a:lnTo>
                  <a:pt x="1797201" y="605659"/>
                </a:lnTo>
                <a:lnTo>
                  <a:pt x="1799391" y="598748"/>
                </a:lnTo>
                <a:lnTo>
                  <a:pt x="1800121" y="599739"/>
                </a:lnTo>
                <a:lnTo>
                  <a:pt x="1800851" y="619375"/>
                </a:lnTo>
                <a:lnTo>
                  <a:pt x="1801581" y="598678"/>
                </a:lnTo>
                <a:lnTo>
                  <a:pt x="1802311" y="583253"/>
                </a:lnTo>
                <a:lnTo>
                  <a:pt x="1803771" y="596295"/>
                </a:lnTo>
                <a:lnTo>
                  <a:pt x="1804501" y="620716"/>
                </a:lnTo>
                <a:lnTo>
                  <a:pt x="1805961" y="589361"/>
                </a:lnTo>
                <a:lnTo>
                  <a:pt x="1807421" y="618461"/>
                </a:lnTo>
                <a:lnTo>
                  <a:pt x="1808150" y="599491"/>
                </a:lnTo>
                <a:lnTo>
                  <a:pt x="1808880" y="592190"/>
                </a:lnTo>
                <a:lnTo>
                  <a:pt x="1809610" y="600170"/>
                </a:lnTo>
                <a:lnTo>
                  <a:pt x="1810340" y="614994"/>
                </a:lnTo>
                <a:lnTo>
                  <a:pt x="1812530" y="613647"/>
                </a:lnTo>
                <a:lnTo>
                  <a:pt x="1813990" y="611700"/>
                </a:lnTo>
                <a:lnTo>
                  <a:pt x="1815450" y="591570"/>
                </a:lnTo>
                <a:lnTo>
                  <a:pt x="1816180" y="602292"/>
                </a:lnTo>
                <a:lnTo>
                  <a:pt x="1816910" y="625661"/>
                </a:lnTo>
                <a:lnTo>
                  <a:pt x="1818370" y="599170"/>
                </a:lnTo>
                <a:lnTo>
                  <a:pt x="1823480" y="625092"/>
                </a:lnTo>
                <a:lnTo>
                  <a:pt x="1824210" y="629096"/>
                </a:lnTo>
                <a:lnTo>
                  <a:pt x="1824940" y="625826"/>
                </a:lnTo>
                <a:lnTo>
                  <a:pt x="1827860" y="585801"/>
                </a:lnTo>
                <a:lnTo>
                  <a:pt x="1828590" y="600403"/>
                </a:lnTo>
                <a:lnTo>
                  <a:pt x="1830050" y="628040"/>
                </a:lnTo>
                <a:lnTo>
                  <a:pt x="1831510" y="607757"/>
                </a:lnTo>
                <a:lnTo>
                  <a:pt x="1834430" y="621045"/>
                </a:lnTo>
                <a:lnTo>
                  <a:pt x="1836619" y="607336"/>
                </a:lnTo>
                <a:lnTo>
                  <a:pt x="1837350" y="610570"/>
                </a:lnTo>
                <a:lnTo>
                  <a:pt x="1838079" y="606795"/>
                </a:lnTo>
                <a:lnTo>
                  <a:pt x="1838809" y="607379"/>
                </a:lnTo>
                <a:lnTo>
                  <a:pt x="1841000" y="631738"/>
                </a:lnTo>
                <a:lnTo>
                  <a:pt x="1841729" y="616425"/>
                </a:lnTo>
                <a:lnTo>
                  <a:pt x="1842459" y="623512"/>
                </a:lnTo>
                <a:lnTo>
                  <a:pt x="1843189" y="616719"/>
                </a:lnTo>
                <a:lnTo>
                  <a:pt x="1845379" y="596002"/>
                </a:lnTo>
                <a:lnTo>
                  <a:pt x="1846109" y="610277"/>
                </a:lnTo>
                <a:lnTo>
                  <a:pt x="1846839" y="635911"/>
                </a:lnTo>
                <a:lnTo>
                  <a:pt x="1848299" y="624587"/>
                </a:lnTo>
                <a:lnTo>
                  <a:pt x="1849029" y="612896"/>
                </a:lnTo>
                <a:lnTo>
                  <a:pt x="1850489" y="619154"/>
                </a:lnTo>
                <a:lnTo>
                  <a:pt x="1851949" y="638408"/>
                </a:lnTo>
                <a:lnTo>
                  <a:pt x="1852679" y="631350"/>
                </a:lnTo>
                <a:lnTo>
                  <a:pt x="1855599" y="600613"/>
                </a:lnTo>
                <a:lnTo>
                  <a:pt x="1856329" y="610555"/>
                </a:lnTo>
                <a:lnTo>
                  <a:pt x="1857789" y="626646"/>
                </a:lnTo>
                <a:lnTo>
                  <a:pt x="1859249" y="619145"/>
                </a:lnTo>
                <a:lnTo>
                  <a:pt x="1860709" y="617388"/>
                </a:lnTo>
                <a:lnTo>
                  <a:pt x="1861439" y="622434"/>
                </a:lnTo>
                <a:lnTo>
                  <a:pt x="1862169" y="611732"/>
                </a:lnTo>
                <a:lnTo>
                  <a:pt x="1864359" y="603324"/>
                </a:lnTo>
                <a:lnTo>
                  <a:pt x="1867279" y="615737"/>
                </a:lnTo>
                <a:lnTo>
                  <a:pt x="1870199" y="588108"/>
                </a:lnTo>
                <a:lnTo>
                  <a:pt x="1871658" y="601009"/>
                </a:lnTo>
                <a:lnTo>
                  <a:pt x="1872388" y="601835"/>
                </a:lnTo>
                <a:lnTo>
                  <a:pt x="1873118" y="592133"/>
                </a:lnTo>
                <a:lnTo>
                  <a:pt x="1873848" y="610216"/>
                </a:lnTo>
                <a:lnTo>
                  <a:pt x="1874578" y="608605"/>
                </a:lnTo>
                <a:lnTo>
                  <a:pt x="1875308" y="615391"/>
                </a:lnTo>
                <a:lnTo>
                  <a:pt x="1876038" y="598991"/>
                </a:lnTo>
                <a:lnTo>
                  <a:pt x="1876768" y="597785"/>
                </a:lnTo>
                <a:lnTo>
                  <a:pt x="1877498" y="584643"/>
                </a:lnTo>
                <a:lnTo>
                  <a:pt x="1878228" y="622082"/>
                </a:lnTo>
                <a:lnTo>
                  <a:pt x="1878958" y="582388"/>
                </a:lnTo>
                <a:lnTo>
                  <a:pt x="1879688" y="590075"/>
                </a:lnTo>
                <a:lnTo>
                  <a:pt x="1880418" y="589062"/>
                </a:lnTo>
                <a:lnTo>
                  <a:pt x="1881148" y="594880"/>
                </a:lnTo>
                <a:lnTo>
                  <a:pt x="1882608" y="589167"/>
                </a:lnTo>
                <a:lnTo>
                  <a:pt x="1883338" y="590916"/>
                </a:lnTo>
                <a:lnTo>
                  <a:pt x="1884068" y="588841"/>
                </a:lnTo>
                <a:lnTo>
                  <a:pt x="1884798" y="584605"/>
                </a:lnTo>
                <a:lnTo>
                  <a:pt x="1885528" y="602276"/>
                </a:lnTo>
                <a:lnTo>
                  <a:pt x="1886988" y="587965"/>
                </a:lnTo>
                <a:lnTo>
                  <a:pt x="1889178" y="593379"/>
                </a:lnTo>
                <a:lnTo>
                  <a:pt x="1889908" y="589269"/>
                </a:lnTo>
                <a:lnTo>
                  <a:pt x="1891368" y="584473"/>
                </a:lnTo>
                <a:lnTo>
                  <a:pt x="1892098" y="581467"/>
                </a:lnTo>
                <a:lnTo>
                  <a:pt x="1892828" y="589316"/>
                </a:lnTo>
                <a:lnTo>
                  <a:pt x="1894288" y="604288"/>
                </a:lnTo>
                <a:lnTo>
                  <a:pt x="1895018" y="599982"/>
                </a:lnTo>
                <a:lnTo>
                  <a:pt x="1897208" y="585693"/>
                </a:lnTo>
                <a:lnTo>
                  <a:pt x="1897938" y="590598"/>
                </a:lnTo>
                <a:lnTo>
                  <a:pt x="1898668" y="588747"/>
                </a:lnTo>
                <a:lnTo>
                  <a:pt x="1899397" y="592227"/>
                </a:lnTo>
                <a:lnTo>
                  <a:pt x="1900127" y="595436"/>
                </a:lnTo>
                <a:lnTo>
                  <a:pt x="1900857" y="594803"/>
                </a:lnTo>
                <a:lnTo>
                  <a:pt x="1904507" y="571189"/>
                </a:lnTo>
                <a:lnTo>
                  <a:pt x="1905967" y="598425"/>
                </a:lnTo>
                <a:lnTo>
                  <a:pt x="1907427" y="582966"/>
                </a:lnTo>
                <a:lnTo>
                  <a:pt x="1908157" y="577891"/>
                </a:lnTo>
                <a:lnTo>
                  <a:pt x="1909617" y="599389"/>
                </a:lnTo>
                <a:lnTo>
                  <a:pt x="1910347" y="598397"/>
                </a:lnTo>
                <a:lnTo>
                  <a:pt x="1911077" y="579730"/>
                </a:lnTo>
                <a:lnTo>
                  <a:pt x="1913267" y="584635"/>
                </a:lnTo>
                <a:lnTo>
                  <a:pt x="1914727" y="583320"/>
                </a:lnTo>
                <a:lnTo>
                  <a:pt x="1915457" y="587722"/>
                </a:lnTo>
                <a:lnTo>
                  <a:pt x="1916917" y="585396"/>
                </a:lnTo>
                <a:lnTo>
                  <a:pt x="1919107" y="570768"/>
                </a:lnTo>
                <a:lnTo>
                  <a:pt x="1920567" y="581642"/>
                </a:lnTo>
                <a:lnTo>
                  <a:pt x="1921297" y="587564"/>
                </a:lnTo>
                <a:lnTo>
                  <a:pt x="1922027" y="571661"/>
                </a:lnTo>
                <a:lnTo>
                  <a:pt x="1924217" y="580520"/>
                </a:lnTo>
                <a:lnTo>
                  <a:pt x="1924947" y="589402"/>
                </a:lnTo>
                <a:lnTo>
                  <a:pt x="1925677" y="573771"/>
                </a:lnTo>
                <a:lnTo>
                  <a:pt x="1927137" y="563590"/>
                </a:lnTo>
                <a:lnTo>
                  <a:pt x="1928596" y="590224"/>
                </a:lnTo>
                <a:lnTo>
                  <a:pt x="1929326" y="571443"/>
                </a:lnTo>
                <a:lnTo>
                  <a:pt x="1930056" y="565807"/>
                </a:lnTo>
                <a:lnTo>
                  <a:pt x="1930786" y="574437"/>
                </a:lnTo>
                <a:lnTo>
                  <a:pt x="1932976" y="584614"/>
                </a:lnTo>
                <a:lnTo>
                  <a:pt x="1933706" y="583048"/>
                </a:lnTo>
                <a:lnTo>
                  <a:pt x="1934436" y="582541"/>
                </a:lnTo>
                <a:lnTo>
                  <a:pt x="1935896" y="585613"/>
                </a:lnTo>
                <a:lnTo>
                  <a:pt x="1937356" y="574185"/>
                </a:lnTo>
                <a:lnTo>
                  <a:pt x="1938086" y="574563"/>
                </a:lnTo>
                <a:lnTo>
                  <a:pt x="1938816" y="569202"/>
                </a:lnTo>
                <a:lnTo>
                  <a:pt x="1939546" y="576722"/>
                </a:lnTo>
                <a:lnTo>
                  <a:pt x="1940276" y="595063"/>
                </a:lnTo>
                <a:lnTo>
                  <a:pt x="1941736" y="568102"/>
                </a:lnTo>
                <a:lnTo>
                  <a:pt x="1943196" y="556870"/>
                </a:lnTo>
                <a:lnTo>
                  <a:pt x="1943926" y="568604"/>
                </a:lnTo>
                <a:lnTo>
                  <a:pt x="1945386" y="593573"/>
                </a:lnTo>
                <a:lnTo>
                  <a:pt x="1946846" y="577632"/>
                </a:lnTo>
                <a:lnTo>
                  <a:pt x="1949036" y="589593"/>
                </a:lnTo>
                <a:lnTo>
                  <a:pt x="1949766" y="584924"/>
                </a:lnTo>
                <a:lnTo>
                  <a:pt x="1950496" y="585500"/>
                </a:lnTo>
                <a:lnTo>
                  <a:pt x="1951226" y="577017"/>
                </a:lnTo>
                <a:lnTo>
                  <a:pt x="1951956" y="584189"/>
                </a:lnTo>
                <a:lnTo>
                  <a:pt x="1952686" y="591975"/>
                </a:lnTo>
                <a:lnTo>
                  <a:pt x="1955606" y="568905"/>
                </a:lnTo>
                <a:lnTo>
                  <a:pt x="1957066" y="568868"/>
                </a:lnTo>
                <a:lnTo>
                  <a:pt x="1959256" y="592542"/>
                </a:lnTo>
                <a:lnTo>
                  <a:pt x="1960716" y="586772"/>
                </a:lnTo>
                <a:lnTo>
                  <a:pt x="1961446" y="592307"/>
                </a:lnTo>
                <a:lnTo>
                  <a:pt x="1964365" y="567700"/>
                </a:lnTo>
                <a:lnTo>
                  <a:pt x="1965825" y="591657"/>
                </a:lnTo>
                <a:lnTo>
                  <a:pt x="1966555" y="579480"/>
                </a:lnTo>
                <a:lnTo>
                  <a:pt x="1967285" y="568708"/>
                </a:lnTo>
                <a:lnTo>
                  <a:pt x="1968745" y="578509"/>
                </a:lnTo>
                <a:lnTo>
                  <a:pt x="1970205" y="585343"/>
                </a:lnTo>
                <a:lnTo>
                  <a:pt x="1970935" y="580802"/>
                </a:lnTo>
                <a:lnTo>
                  <a:pt x="1973125" y="561102"/>
                </a:lnTo>
                <a:lnTo>
                  <a:pt x="1973855" y="583950"/>
                </a:lnTo>
                <a:lnTo>
                  <a:pt x="1976045" y="574205"/>
                </a:lnTo>
                <a:lnTo>
                  <a:pt x="1976775" y="568847"/>
                </a:lnTo>
                <a:lnTo>
                  <a:pt x="1977505" y="569025"/>
                </a:lnTo>
                <a:lnTo>
                  <a:pt x="1980425" y="582076"/>
                </a:lnTo>
                <a:lnTo>
                  <a:pt x="1981885" y="562303"/>
                </a:lnTo>
                <a:lnTo>
                  <a:pt x="1982615" y="573394"/>
                </a:lnTo>
                <a:lnTo>
                  <a:pt x="1986265" y="590714"/>
                </a:lnTo>
                <a:lnTo>
                  <a:pt x="1988455" y="555827"/>
                </a:lnTo>
                <a:lnTo>
                  <a:pt x="1989915" y="571244"/>
                </a:lnTo>
                <a:lnTo>
                  <a:pt x="1991374" y="595972"/>
                </a:lnTo>
                <a:lnTo>
                  <a:pt x="1992104" y="564762"/>
                </a:lnTo>
                <a:lnTo>
                  <a:pt x="1994294" y="578434"/>
                </a:lnTo>
                <a:lnTo>
                  <a:pt x="1997214" y="549558"/>
                </a:lnTo>
                <a:lnTo>
                  <a:pt x="1998674" y="573466"/>
                </a:lnTo>
                <a:lnTo>
                  <a:pt x="2000864" y="572177"/>
                </a:lnTo>
                <a:lnTo>
                  <a:pt x="2001594" y="571332"/>
                </a:lnTo>
                <a:lnTo>
                  <a:pt x="2002324" y="577711"/>
                </a:lnTo>
                <a:lnTo>
                  <a:pt x="2003054" y="563781"/>
                </a:lnTo>
                <a:lnTo>
                  <a:pt x="2004514" y="555689"/>
                </a:lnTo>
                <a:lnTo>
                  <a:pt x="2005244" y="560165"/>
                </a:lnTo>
                <a:lnTo>
                  <a:pt x="2005974" y="569175"/>
                </a:lnTo>
                <a:lnTo>
                  <a:pt x="2006704" y="550191"/>
                </a:lnTo>
                <a:lnTo>
                  <a:pt x="2008164" y="550702"/>
                </a:lnTo>
                <a:lnTo>
                  <a:pt x="2011084" y="573845"/>
                </a:lnTo>
                <a:lnTo>
                  <a:pt x="2009624" y="549002"/>
                </a:lnTo>
                <a:lnTo>
                  <a:pt x="2011814" y="573641"/>
                </a:lnTo>
                <a:lnTo>
                  <a:pt x="2012544" y="573222"/>
                </a:lnTo>
                <a:lnTo>
                  <a:pt x="2014004" y="551513"/>
                </a:lnTo>
                <a:lnTo>
                  <a:pt x="2014734" y="567816"/>
                </a:lnTo>
                <a:lnTo>
                  <a:pt x="2016194" y="556665"/>
                </a:lnTo>
                <a:lnTo>
                  <a:pt x="2016924" y="572582"/>
                </a:lnTo>
                <a:lnTo>
                  <a:pt x="2018384" y="568849"/>
                </a:lnTo>
                <a:lnTo>
                  <a:pt x="2019114" y="555941"/>
                </a:lnTo>
                <a:lnTo>
                  <a:pt x="2020573" y="556079"/>
                </a:lnTo>
                <a:lnTo>
                  <a:pt x="2023493" y="568008"/>
                </a:lnTo>
                <a:lnTo>
                  <a:pt x="2024223" y="553991"/>
                </a:lnTo>
                <a:lnTo>
                  <a:pt x="2025683" y="570329"/>
                </a:lnTo>
                <a:lnTo>
                  <a:pt x="2026413" y="570931"/>
                </a:lnTo>
                <a:lnTo>
                  <a:pt x="2027143" y="559662"/>
                </a:lnTo>
                <a:lnTo>
                  <a:pt x="2027873" y="571123"/>
                </a:lnTo>
                <a:lnTo>
                  <a:pt x="2028603" y="563090"/>
                </a:lnTo>
                <a:lnTo>
                  <a:pt x="2029333" y="566774"/>
                </a:lnTo>
                <a:lnTo>
                  <a:pt x="2030793" y="547110"/>
                </a:lnTo>
                <a:lnTo>
                  <a:pt x="2031523" y="571879"/>
                </a:lnTo>
                <a:lnTo>
                  <a:pt x="2032253" y="580564"/>
                </a:lnTo>
                <a:lnTo>
                  <a:pt x="2033713" y="543059"/>
                </a:lnTo>
                <a:lnTo>
                  <a:pt x="2035173" y="549806"/>
                </a:lnTo>
                <a:lnTo>
                  <a:pt x="2035903" y="547905"/>
                </a:lnTo>
                <a:lnTo>
                  <a:pt x="2036633" y="567731"/>
                </a:lnTo>
                <a:lnTo>
                  <a:pt x="2038093" y="560492"/>
                </a:lnTo>
                <a:lnTo>
                  <a:pt x="2039553" y="569721"/>
                </a:lnTo>
                <a:lnTo>
                  <a:pt x="2040283" y="547144"/>
                </a:lnTo>
                <a:lnTo>
                  <a:pt x="2041013" y="565077"/>
                </a:lnTo>
                <a:lnTo>
                  <a:pt x="2043203" y="562779"/>
                </a:lnTo>
                <a:lnTo>
                  <a:pt x="2043933" y="565198"/>
                </a:lnTo>
                <a:lnTo>
                  <a:pt x="2044663" y="544851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66"/>
          <p:cNvSpPr/>
          <p:nvPr/>
        </p:nvSpPr>
        <p:spPr>
          <a:xfrm>
            <a:off x="955673" y="2896649"/>
            <a:ext cx="2044663" cy="760169"/>
          </a:xfrm>
          <a:custGeom>
            <a:avLst/>
            <a:gdLst/>
            <a:ahLst/>
            <a:cxnLst/>
            <a:rect l="l" t="t" r="r" b="b"/>
            <a:pathLst>
              <a:path w="2044663" h="760169">
                <a:moveTo>
                  <a:pt x="0" y="426980"/>
                </a:moveTo>
                <a:lnTo>
                  <a:pt x="730" y="419161"/>
                </a:lnTo>
                <a:lnTo>
                  <a:pt x="2190" y="427209"/>
                </a:lnTo>
                <a:lnTo>
                  <a:pt x="4380" y="414236"/>
                </a:lnTo>
                <a:lnTo>
                  <a:pt x="5110" y="421334"/>
                </a:lnTo>
                <a:lnTo>
                  <a:pt x="5840" y="424260"/>
                </a:lnTo>
                <a:lnTo>
                  <a:pt x="8760" y="409697"/>
                </a:lnTo>
                <a:lnTo>
                  <a:pt x="9490" y="418278"/>
                </a:lnTo>
                <a:lnTo>
                  <a:pt x="10950" y="409133"/>
                </a:lnTo>
                <a:lnTo>
                  <a:pt x="11680" y="412809"/>
                </a:lnTo>
                <a:lnTo>
                  <a:pt x="13870" y="411985"/>
                </a:lnTo>
                <a:lnTo>
                  <a:pt x="14600" y="411454"/>
                </a:lnTo>
                <a:lnTo>
                  <a:pt x="17519" y="404547"/>
                </a:lnTo>
                <a:lnTo>
                  <a:pt x="18249" y="407196"/>
                </a:lnTo>
                <a:lnTo>
                  <a:pt x="18979" y="403535"/>
                </a:lnTo>
                <a:lnTo>
                  <a:pt x="19709" y="406537"/>
                </a:lnTo>
                <a:lnTo>
                  <a:pt x="24089" y="398309"/>
                </a:lnTo>
                <a:lnTo>
                  <a:pt x="24819" y="398538"/>
                </a:lnTo>
                <a:lnTo>
                  <a:pt x="25549" y="407385"/>
                </a:lnTo>
                <a:lnTo>
                  <a:pt x="27009" y="399043"/>
                </a:lnTo>
                <a:lnTo>
                  <a:pt x="29199" y="399919"/>
                </a:lnTo>
                <a:lnTo>
                  <a:pt x="29929" y="395651"/>
                </a:lnTo>
                <a:lnTo>
                  <a:pt x="30659" y="398228"/>
                </a:lnTo>
                <a:lnTo>
                  <a:pt x="31389" y="394482"/>
                </a:lnTo>
                <a:lnTo>
                  <a:pt x="32119" y="393011"/>
                </a:lnTo>
                <a:lnTo>
                  <a:pt x="32849" y="396914"/>
                </a:lnTo>
                <a:lnTo>
                  <a:pt x="34309" y="398652"/>
                </a:lnTo>
                <a:lnTo>
                  <a:pt x="36499" y="391676"/>
                </a:lnTo>
                <a:lnTo>
                  <a:pt x="37229" y="394174"/>
                </a:lnTo>
                <a:lnTo>
                  <a:pt x="37959" y="394939"/>
                </a:lnTo>
                <a:lnTo>
                  <a:pt x="38689" y="393729"/>
                </a:lnTo>
                <a:lnTo>
                  <a:pt x="40149" y="389616"/>
                </a:lnTo>
                <a:lnTo>
                  <a:pt x="41609" y="390847"/>
                </a:lnTo>
                <a:lnTo>
                  <a:pt x="42339" y="391066"/>
                </a:lnTo>
                <a:lnTo>
                  <a:pt x="43069" y="394416"/>
                </a:lnTo>
                <a:lnTo>
                  <a:pt x="44529" y="392884"/>
                </a:lnTo>
                <a:lnTo>
                  <a:pt x="45259" y="390350"/>
                </a:lnTo>
                <a:lnTo>
                  <a:pt x="46719" y="394606"/>
                </a:lnTo>
                <a:lnTo>
                  <a:pt x="50368" y="383895"/>
                </a:lnTo>
                <a:lnTo>
                  <a:pt x="51828" y="387730"/>
                </a:lnTo>
                <a:lnTo>
                  <a:pt x="52558" y="390072"/>
                </a:lnTo>
                <a:lnTo>
                  <a:pt x="54748" y="388667"/>
                </a:lnTo>
                <a:lnTo>
                  <a:pt x="55478" y="385563"/>
                </a:lnTo>
                <a:lnTo>
                  <a:pt x="56208" y="391646"/>
                </a:lnTo>
                <a:lnTo>
                  <a:pt x="56938" y="390430"/>
                </a:lnTo>
                <a:lnTo>
                  <a:pt x="62778" y="383985"/>
                </a:lnTo>
                <a:lnTo>
                  <a:pt x="65698" y="388801"/>
                </a:lnTo>
                <a:lnTo>
                  <a:pt x="68618" y="385108"/>
                </a:lnTo>
                <a:lnTo>
                  <a:pt x="70808" y="383476"/>
                </a:lnTo>
                <a:lnTo>
                  <a:pt x="71538" y="388851"/>
                </a:lnTo>
                <a:lnTo>
                  <a:pt x="72998" y="381903"/>
                </a:lnTo>
                <a:lnTo>
                  <a:pt x="75188" y="382540"/>
                </a:lnTo>
                <a:lnTo>
                  <a:pt x="76648" y="386171"/>
                </a:lnTo>
                <a:lnTo>
                  <a:pt x="78107" y="384954"/>
                </a:lnTo>
                <a:lnTo>
                  <a:pt x="78838" y="383677"/>
                </a:lnTo>
                <a:lnTo>
                  <a:pt x="79568" y="385274"/>
                </a:lnTo>
                <a:lnTo>
                  <a:pt x="81757" y="387319"/>
                </a:lnTo>
                <a:lnTo>
                  <a:pt x="85407" y="382980"/>
                </a:lnTo>
                <a:lnTo>
                  <a:pt x="87597" y="388854"/>
                </a:lnTo>
                <a:lnTo>
                  <a:pt x="88327" y="384896"/>
                </a:lnTo>
                <a:lnTo>
                  <a:pt x="92707" y="379709"/>
                </a:lnTo>
                <a:lnTo>
                  <a:pt x="94897" y="383109"/>
                </a:lnTo>
                <a:lnTo>
                  <a:pt x="95627" y="381592"/>
                </a:lnTo>
                <a:lnTo>
                  <a:pt x="97817" y="384310"/>
                </a:lnTo>
                <a:lnTo>
                  <a:pt x="101467" y="376898"/>
                </a:lnTo>
                <a:lnTo>
                  <a:pt x="103657" y="379452"/>
                </a:lnTo>
                <a:lnTo>
                  <a:pt x="104387" y="378057"/>
                </a:lnTo>
                <a:lnTo>
                  <a:pt x="109496" y="380914"/>
                </a:lnTo>
                <a:lnTo>
                  <a:pt x="112416" y="377941"/>
                </a:lnTo>
                <a:lnTo>
                  <a:pt x="113146" y="379874"/>
                </a:lnTo>
                <a:lnTo>
                  <a:pt x="116796" y="384229"/>
                </a:lnTo>
                <a:lnTo>
                  <a:pt x="117526" y="381454"/>
                </a:lnTo>
                <a:lnTo>
                  <a:pt x="118256" y="379971"/>
                </a:lnTo>
                <a:lnTo>
                  <a:pt x="119716" y="382743"/>
                </a:lnTo>
                <a:lnTo>
                  <a:pt x="120446" y="382950"/>
                </a:lnTo>
                <a:lnTo>
                  <a:pt x="123366" y="379023"/>
                </a:lnTo>
                <a:lnTo>
                  <a:pt x="127016" y="377743"/>
                </a:lnTo>
                <a:lnTo>
                  <a:pt x="127746" y="380413"/>
                </a:lnTo>
                <a:lnTo>
                  <a:pt x="129206" y="378321"/>
                </a:lnTo>
                <a:lnTo>
                  <a:pt x="132856" y="379082"/>
                </a:lnTo>
                <a:lnTo>
                  <a:pt x="134316" y="377668"/>
                </a:lnTo>
                <a:lnTo>
                  <a:pt x="135046" y="380761"/>
                </a:lnTo>
                <a:lnTo>
                  <a:pt x="137236" y="376660"/>
                </a:lnTo>
                <a:lnTo>
                  <a:pt x="137966" y="377508"/>
                </a:lnTo>
                <a:lnTo>
                  <a:pt x="138696" y="379913"/>
                </a:lnTo>
                <a:lnTo>
                  <a:pt x="139426" y="379061"/>
                </a:lnTo>
                <a:lnTo>
                  <a:pt x="140885" y="374323"/>
                </a:lnTo>
                <a:lnTo>
                  <a:pt x="142345" y="377431"/>
                </a:lnTo>
                <a:lnTo>
                  <a:pt x="145265" y="384202"/>
                </a:lnTo>
                <a:lnTo>
                  <a:pt x="147455" y="380217"/>
                </a:lnTo>
                <a:lnTo>
                  <a:pt x="150375" y="378270"/>
                </a:lnTo>
                <a:lnTo>
                  <a:pt x="151105" y="379298"/>
                </a:lnTo>
                <a:lnTo>
                  <a:pt x="154755" y="381160"/>
                </a:lnTo>
                <a:lnTo>
                  <a:pt x="157675" y="377292"/>
                </a:lnTo>
                <a:lnTo>
                  <a:pt x="159135" y="379188"/>
                </a:lnTo>
                <a:lnTo>
                  <a:pt x="160595" y="381042"/>
                </a:lnTo>
                <a:lnTo>
                  <a:pt x="162055" y="376833"/>
                </a:lnTo>
                <a:lnTo>
                  <a:pt x="162785" y="382595"/>
                </a:lnTo>
                <a:lnTo>
                  <a:pt x="167895" y="370521"/>
                </a:lnTo>
                <a:lnTo>
                  <a:pt x="168625" y="371900"/>
                </a:lnTo>
                <a:lnTo>
                  <a:pt x="169354" y="372610"/>
                </a:lnTo>
                <a:lnTo>
                  <a:pt x="170814" y="371044"/>
                </a:lnTo>
                <a:lnTo>
                  <a:pt x="171544" y="370611"/>
                </a:lnTo>
                <a:lnTo>
                  <a:pt x="172274" y="373608"/>
                </a:lnTo>
                <a:lnTo>
                  <a:pt x="173734" y="368897"/>
                </a:lnTo>
                <a:lnTo>
                  <a:pt x="177384" y="375942"/>
                </a:lnTo>
                <a:lnTo>
                  <a:pt x="178114" y="370569"/>
                </a:lnTo>
                <a:lnTo>
                  <a:pt x="179574" y="372838"/>
                </a:lnTo>
                <a:lnTo>
                  <a:pt x="181034" y="376312"/>
                </a:lnTo>
                <a:lnTo>
                  <a:pt x="181764" y="371755"/>
                </a:lnTo>
                <a:lnTo>
                  <a:pt x="182494" y="371521"/>
                </a:lnTo>
                <a:lnTo>
                  <a:pt x="184684" y="374871"/>
                </a:lnTo>
                <a:lnTo>
                  <a:pt x="185414" y="373922"/>
                </a:lnTo>
                <a:lnTo>
                  <a:pt x="188334" y="375817"/>
                </a:lnTo>
                <a:lnTo>
                  <a:pt x="190524" y="378649"/>
                </a:lnTo>
                <a:lnTo>
                  <a:pt x="191254" y="378193"/>
                </a:lnTo>
                <a:lnTo>
                  <a:pt x="191984" y="374773"/>
                </a:lnTo>
                <a:lnTo>
                  <a:pt x="194174" y="375623"/>
                </a:lnTo>
                <a:lnTo>
                  <a:pt x="195634" y="377666"/>
                </a:lnTo>
                <a:lnTo>
                  <a:pt x="196364" y="374473"/>
                </a:lnTo>
                <a:lnTo>
                  <a:pt x="202933" y="371952"/>
                </a:lnTo>
                <a:lnTo>
                  <a:pt x="203663" y="370790"/>
                </a:lnTo>
                <a:lnTo>
                  <a:pt x="204393" y="372633"/>
                </a:lnTo>
                <a:lnTo>
                  <a:pt x="205123" y="376607"/>
                </a:lnTo>
                <a:lnTo>
                  <a:pt x="206583" y="373499"/>
                </a:lnTo>
                <a:lnTo>
                  <a:pt x="211693" y="368089"/>
                </a:lnTo>
                <a:lnTo>
                  <a:pt x="214613" y="375978"/>
                </a:lnTo>
                <a:lnTo>
                  <a:pt x="218993" y="368714"/>
                </a:lnTo>
                <a:lnTo>
                  <a:pt x="221913" y="372792"/>
                </a:lnTo>
                <a:lnTo>
                  <a:pt x="222643" y="369715"/>
                </a:lnTo>
                <a:lnTo>
                  <a:pt x="224833" y="370760"/>
                </a:lnTo>
                <a:lnTo>
                  <a:pt x="228483" y="372657"/>
                </a:lnTo>
                <a:lnTo>
                  <a:pt x="229213" y="365199"/>
                </a:lnTo>
                <a:lnTo>
                  <a:pt x="230672" y="375359"/>
                </a:lnTo>
                <a:lnTo>
                  <a:pt x="231402" y="369193"/>
                </a:lnTo>
                <a:lnTo>
                  <a:pt x="232862" y="360345"/>
                </a:lnTo>
                <a:lnTo>
                  <a:pt x="234322" y="366368"/>
                </a:lnTo>
                <a:lnTo>
                  <a:pt x="236512" y="361397"/>
                </a:lnTo>
                <a:lnTo>
                  <a:pt x="237972" y="372463"/>
                </a:lnTo>
                <a:lnTo>
                  <a:pt x="239432" y="366861"/>
                </a:lnTo>
                <a:lnTo>
                  <a:pt x="242352" y="365367"/>
                </a:lnTo>
                <a:lnTo>
                  <a:pt x="243082" y="357869"/>
                </a:lnTo>
                <a:lnTo>
                  <a:pt x="244542" y="364371"/>
                </a:lnTo>
                <a:lnTo>
                  <a:pt x="245272" y="369278"/>
                </a:lnTo>
                <a:lnTo>
                  <a:pt x="246002" y="365470"/>
                </a:lnTo>
                <a:lnTo>
                  <a:pt x="246732" y="360978"/>
                </a:lnTo>
                <a:lnTo>
                  <a:pt x="247462" y="364127"/>
                </a:lnTo>
                <a:lnTo>
                  <a:pt x="248192" y="368691"/>
                </a:lnTo>
                <a:lnTo>
                  <a:pt x="248922" y="366613"/>
                </a:lnTo>
                <a:lnTo>
                  <a:pt x="250382" y="360229"/>
                </a:lnTo>
                <a:lnTo>
                  <a:pt x="251842" y="364214"/>
                </a:lnTo>
                <a:lnTo>
                  <a:pt x="256222" y="365318"/>
                </a:lnTo>
                <a:lnTo>
                  <a:pt x="256952" y="368815"/>
                </a:lnTo>
                <a:lnTo>
                  <a:pt x="258412" y="364039"/>
                </a:lnTo>
                <a:lnTo>
                  <a:pt x="259872" y="361726"/>
                </a:lnTo>
                <a:lnTo>
                  <a:pt x="260602" y="366170"/>
                </a:lnTo>
                <a:lnTo>
                  <a:pt x="262791" y="363629"/>
                </a:lnTo>
                <a:lnTo>
                  <a:pt x="265711" y="361647"/>
                </a:lnTo>
                <a:lnTo>
                  <a:pt x="266441" y="367422"/>
                </a:lnTo>
                <a:lnTo>
                  <a:pt x="267901" y="365569"/>
                </a:lnTo>
                <a:lnTo>
                  <a:pt x="272281" y="360863"/>
                </a:lnTo>
                <a:lnTo>
                  <a:pt x="276661" y="366391"/>
                </a:lnTo>
                <a:lnTo>
                  <a:pt x="277391" y="366874"/>
                </a:lnTo>
                <a:lnTo>
                  <a:pt x="280311" y="362198"/>
                </a:lnTo>
                <a:lnTo>
                  <a:pt x="283231" y="367324"/>
                </a:lnTo>
                <a:lnTo>
                  <a:pt x="287611" y="358322"/>
                </a:lnTo>
                <a:lnTo>
                  <a:pt x="289801" y="366569"/>
                </a:lnTo>
                <a:lnTo>
                  <a:pt x="291260" y="364926"/>
                </a:lnTo>
                <a:lnTo>
                  <a:pt x="292720" y="360820"/>
                </a:lnTo>
                <a:lnTo>
                  <a:pt x="294180" y="361871"/>
                </a:lnTo>
                <a:lnTo>
                  <a:pt x="295640" y="361766"/>
                </a:lnTo>
                <a:lnTo>
                  <a:pt x="297100" y="365364"/>
                </a:lnTo>
                <a:lnTo>
                  <a:pt x="298560" y="362749"/>
                </a:lnTo>
                <a:lnTo>
                  <a:pt x="299290" y="360313"/>
                </a:lnTo>
                <a:lnTo>
                  <a:pt x="300020" y="362796"/>
                </a:lnTo>
                <a:lnTo>
                  <a:pt x="301480" y="365347"/>
                </a:lnTo>
                <a:lnTo>
                  <a:pt x="302940" y="363990"/>
                </a:lnTo>
                <a:lnTo>
                  <a:pt x="303670" y="364432"/>
                </a:lnTo>
                <a:lnTo>
                  <a:pt x="304400" y="360894"/>
                </a:lnTo>
                <a:lnTo>
                  <a:pt x="305860" y="363006"/>
                </a:lnTo>
                <a:lnTo>
                  <a:pt x="310240" y="366409"/>
                </a:lnTo>
                <a:lnTo>
                  <a:pt x="313890" y="361151"/>
                </a:lnTo>
                <a:lnTo>
                  <a:pt x="316080" y="367309"/>
                </a:lnTo>
                <a:lnTo>
                  <a:pt x="317540" y="366796"/>
                </a:lnTo>
                <a:lnTo>
                  <a:pt x="319000" y="362666"/>
                </a:lnTo>
                <a:lnTo>
                  <a:pt x="319730" y="363897"/>
                </a:lnTo>
                <a:lnTo>
                  <a:pt x="321919" y="372758"/>
                </a:lnTo>
                <a:lnTo>
                  <a:pt x="322649" y="371096"/>
                </a:lnTo>
                <a:lnTo>
                  <a:pt x="323379" y="363833"/>
                </a:lnTo>
                <a:lnTo>
                  <a:pt x="325569" y="365412"/>
                </a:lnTo>
                <a:lnTo>
                  <a:pt x="326299" y="364065"/>
                </a:lnTo>
                <a:lnTo>
                  <a:pt x="328489" y="377300"/>
                </a:lnTo>
                <a:lnTo>
                  <a:pt x="329219" y="368535"/>
                </a:lnTo>
                <a:lnTo>
                  <a:pt x="330679" y="371242"/>
                </a:lnTo>
                <a:lnTo>
                  <a:pt x="332139" y="367698"/>
                </a:lnTo>
                <a:lnTo>
                  <a:pt x="333599" y="362819"/>
                </a:lnTo>
                <a:lnTo>
                  <a:pt x="334329" y="366181"/>
                </a:lnTo>
                <a:lnTo>
                  <a:pt x="335059" y="370040"/>
                </a:lnTo>
                <a:lnTo>
                  <a:pt x="337249" y="368071"/>
                </a:lnTo>
                <a:lnTo>
                  <a:pt x="337979" y="367663"/>
                </a:lnTo>
                <a:lnTo>
                  <a:pt x="339439" y="372226"/>
                </a:lnTo>
                <a:lnTo>
                  <a:pt x="340169" y="370133"/>
                </a:lnTo>
                <a:lnTo>
                  <a:pt x="342359" y="367805"/>
                </a:lnTo>
                <a:lnTo>
                  <a:pt x="343089" y="368885"/>
                </a:lnTo>
                <a:lnTo>
                  <a:pt x="346009" y="365274"/>
                </a:lnTo>
                <a:lnTo>
                  <a:pt x="346739" y="369004"/>
                </a:lnTo>
                <a:lnTo>
                  <a:pt x="347469" y="370170"/>
                </a:lnTo>
                <a:lnTo>
                  <a:pt x="348199" y="367699"/>
                </a:lnTo>
                <a:lnTo>
                  <a:pt x="348929" y="365853"/>
                </a:lnTo>
                <a:lnTo>
                  <a:pt x="349659" y="366401"/>
                </a:lnTo>
                <a:lnTo>
                  <a:pt x="351118" y="370668"/>
                </a:lnTo>
                <a:lnTo>
                  <a:pt x="352579" y="367308"/>
                </a:lnTo>
                <a:lnTo>
                  <a:pt x="354038" y="365950"/>
                </a:lnTo>
                <a:lnTo>
                  <a:pt x="356958" y="371127"/>
                </a:lnTo>
                <a:lnTo>
                  <a:pt x="359148" y="364874"/>
                </a:lnTo>
                <a:lnTo>
                  <a:pt x="359878" y="368112"/>
                </a:lnTo>
                <a:lnTo>
                  <a:pt x="361338" y="370981"/>
                </a:lnTo>
                <a:lnTo>
                  <a:pt x="362068" y="363001"/>
                </a:lnTo>
                <a:lnTo>
                  <a:pt x="363528" y="368858"/>
                </a:lnTo>
                <a:lnTo>
                  <a:pt x="365718" y="370551"/>
                </a:lnTo>
                <a:lnTo>
                  <a:pt x="367178" y="366284"/>
                </a:lnTo>
                <a:lnTo>
                  <a:pt x="367908" y="369155"/>
                </a:lnTo>
                <a:lnTo>
                  <a:pt x="369368" y="369853"/>
                </a:lnTo>
                <a:lnTo>
                  <a:pt x="370098" y="367998"/>
                </a:lnTo>
                <a:lnTo>
                  <a:pt x="377398" y="369435"/>
                </a:lnTo>
                <a:lnTo>
                  <a:pt x="380318" y="364826"/>
                </a:lnTo>
                <a:lnTo>
                  <a:pt x="383967" y="371027"/>
                </a:lnTo>
                <a:lnTo>
                  <a:pt x="384697" y="370449"/>
                </a:lnTo>
                <a:lnTo>
                  <a:pt x="385427" y="366245"/>
                </a:lnTo>
                <a:lnTo>
                  <a:pt x="386887" y="371876"/>
                </a:lnTo>
                <a:lnTo>
                  <a:pt x="387617" y="368428"/>
                </a:lnTo>
                <a:lnTo>
                  <a:pt x="388347" y="366330"/>
                </a:lnTo>
                <a:lnTo>
                  <a:pt x="389077" y="369567"/>
                </a:lnTo>
                <a:lnTo>
                  <a:pt x="389807" y="369528"/>
                </a:lnTo>
                <a:lnTo>
                  <a:pt x="391997" y="366941"/>
                </a:lnTo>
                <a:lnTo>
                  <a:pt x="391267" y="371078"/>
                </a:lnTo>
                <a:lnTo>
                  <a:pt x="392727" y="368565"/>
                </a:lnTo>
                <a:lnTo>
                  <a:pt x="394187" y="369083"/>
                </a:lnTo>
                <a:lnTo>
                  <a:pt x="396377" y="365828"/>
                </a:lnTo>
                <a:lnTo>
                  <a:pt x="397107" y="367011"/>
                </a:lnTo>
                <a:lnTo>
                  <a:pt x="400027" y="365756"/>
                </a:lnTo>
                <a:lnTo>
                  <a:pt x="402947" y="369588"/>
                </a:lnTo>
                <a:lnTo>
                  <a:pt x="406597" y="359933"/>
                </a:lnTo>
                <a:lnTo>
                  <a:pt x="408057" y="368357"/>
                </a:lnTo>
                <a:lnTo>
                  <a:pt x="408787" y="366221"/>
                </a:lnTo>
                <a:lnTo>
                  <a:pt x="409517" y="360561"/>
                </a:lnTo>
                <a:lnTo>
                  <a:pt x="410977" y="362468"/>
                </a:lnTo>
                <a:lnTo>
                  <a:pt x="413166" y="365799"/>
                </a:lnTo>
                <a:lnTo>
                  <a:pt x="413896" y="364972"/>
                </a:lnTo>
                <a:lnTo>
                  <a:pt x="416816" y="360873"/>
                </a:lnTo>
                <a:lnTo>
                  <a:pt x="419736" y="363925"/>
                </a:lnTo>
                <a:lnTo>
                  <a:pt x="423386" y="357190"/>
                </a:lnTo>
                <a:lnTo>
                  <a:pt x="427036" y="364246"/>
                </a:lnTo>
                <a:lnTo>
                  <a:pt x="427766" y="364885"/>
                </a:lnTo>
                <a:lnTo>
                  <a:pt x="429226" y="362769"/>
                </a:lnTo>
                <a:lnTo>
                  <a:pt x="433606" y="358691"/>
                </a:lnTo>
                <a:lnTo>
                  <a:pt x="435066" y="365916"/>
                </a:lnTo>
                <a:lnTo>
                  <a:pt x="437256" y="365005"/>
                </a:lnTo>
                <a:lnTo>
                  <a:pt x="443095" y="358140"/>
                </a:lnTo>
                <a:lnTo>
                  <a:pt x="443825" y="362513"/>
                </a:lnTo>
                <a:lnTo>
                  <a:pt x="444555" y="357736"/>
                </a:lnTo>
                <a:lnTo>
                  <a:pt x="445285" y="360404"/>
                </a:lnTo>
                <a:lnTo>
                  <a:pt x="446745" y="356957"/>
                </a:lnTo>
                <a:lnTo>
                  <a:pt x="448205" y="357993"/>
                </a:lnTo>
                <a:lnTo>
                  <a:pt x="450395" y="361777"/>
                </a:lnTo>
                <a:lnTo>
                  <a:pt x="451855" y="355149"/>
                </a:lnTo>
                <a:lnTo>
                  <a:pt x="452585" y="359464"/>
                </a:lnTo>
                <a:lnTo>
                  <a:pt x="453315" y="360926"/>
                </a:lnTo>
                <a:lnTo>
                  <a:pt x="454045" y="357949"/>
                </a:lnTo>
                <a:lnTo>
                  <a:pt x="454775" y="353048"/>
                </a:lnTo>
                <a:lnTo>
                  <a:pt x="455505" y="358177"/>
                </a:lnTo>
                <a:lnTo>
                  <a:pt x="456235" y="356515"/>
                </a:lnTo>
                <a:lnTo>
                  <a:pt x="456965" y="358501"/>
                </a:lnTo>
                <a:lnTo>
                  <a:pt x="458425" y="355196"/>
                </a:lnTo>
                <a:lnTo>
                  <a:pt x="459155" y="357520"/>
                </a:lnTo>
                <a:lnTo>
                  <a:pt x="461345" y="359686"/>
                </a:lnTo>
                <a:lnTo>
                  <a:pt x="462075" y="357832"/>
                </a:lnTo>
                <a:lnTo>
                  <a:pt x="463535" y="351333"/>
                </a:lnTo>
                <a:lnTo>
                  <a:pt x="464995" y="352255"/>
                </a:lnTo>
                <a:lnTo>
                  <a:pt x="466455" y="350855"/>
                </a:lnTo>
                <a:lnTo>
                  <a:pt x="467915" y="352455"/>
                </a:lnTo>
                <a:lnTo>
                  <a:pt x="473754" y="352062"/>
                </a:lnTo>
                <a:lnTo>
                  <a:pt x="474484" y="347537"/>
                </a:lnTo>
                <a:lnTo>
                  <a:pt x="476674" y="349196"/>
                </a:lnTo>
                <a:lnTo>
                  <a:pt x="477404" y="352594"/>
                </a:lnTo>
                <a:lnTo>
                  <a:pt x="478864" y="347927"/>
                </a:lnTo>
                <a:lnTo>
                  <a:pt x="481784" y="349895"/>
                </a:lnTo>
                <a:lnTo>
                  <a:pt x="485434" y="346875"/>
                </a:lnTo>
                <a:lnTo>
                  <a:pt x="486164" y="347382"/>
                </a:lnTo>
                <a:lnTo>
                  <a:pt x="486894" y="345908"/>
                </a:lnTo>
                <a:lnTo>
                  <a:pt x="487624" y="345117"/>
                </a:lnTo>
                <a:lnTo>
                  <a:pt x="488354" y="345823"/>
                </a:lnTo>
                <a:lnTo>
                  <a:pt x="489084" y="347456"/>
                </a:lnTo>
                <a:lnTo>
                  <a:pt x="489814" y="344623"/>
                </a:lnTo>
                <a:lnTo>
                  <a:pt x="490544" y="345875"/>
                </a:lnTo>
                <a:lnTo>
                  <a:pt x="492004" y="348235"/>
                </a:lnTo>
                <a:lnTo>
                  <a:pt x="492734" y="344105"/>
                </a:lnTo>
                <a:lnTo>
                  <a:pt x="493464" y="347351"/>
                </a:lnTo>
                <a:lnTo>
                  <a:pt x="494924" y="344253"/>
                </a:lnTo>
                <a:lnTo>
                  <a:pt x="495654" y="343616"/>
                </a:lnTo>
                <a:lnTo>
                  <a:pt x="497114" y="345546"/>
                </a:lnTo>
                <a:lnTo>
                  <a:pt x="497844" y="345500"/>
                </a:lnTo>
                <a:lnTo>
                  <a:pt x="500034" y="336400"/>
                </a:lnTo>
                <a:lnTo>
                  <a:pt x="500764" y="337617"/>
                </a:lnTo>
                <a:lnTo>
                  <a:pt x="502224" y="342987"/>
                </a:lnTo>
                <a:lnTo>
                  <a:pt x="502953" y="342814"/>
                </a:lnTo>
                <a:lnTo>
                  <a:pt x="503683" y="338049"/>
                </a:lnTo>
                <a:lnTo>
                  <a:pt x="505873" y="338595"/>
                </a:lnTo>
                <a:lnTo>
                  <a:pt x="506603" y="343352"/>
                </a:lnTo>
                <a:lnTo>
                  <a:pt x="508063" y="340056"/>
                </a:lnTo>
                <a:lnTo>
                  <a:pt x="509523" y="335248"/>
                </a:lnTo>
                <a:lnTo>
                  <a:pt x="510983" y="336202"/>
                </a:lnTo>
                <a:lnTo>
                  <a:pt x="512443" y="334336"/>
                </a:lnTo>
                <a:lnTo>
                  <a:pt x="513903" y="336715"/>
                </a:lnTo>
                <a:lnTo>
                  <a:pt x="518283" y="343049"/>
                </a:lnTo>
                <a:lnTo>
                  <a:pt x="519013" y="339704"/>
                </a:lnTo>
                <a:lnTo>
                  <a:pt x="520473" y="342821"/>
                </a:lnTo>
                <a:lnTo>
                  <a:pt x="521203" y="344823"/>
                </a:lnTo>
                <a:lnTo>
                  <a:pt x="523393" y="343452"/>
                </a:lnTo>
                <a:lnTo>
                  <a:pt x="524853" y="342478"/>
                </a:lnTo>
                <a:lnTo>
                  <a:pt x="525583" y="340652"/>
                </a:lnTo>
                <a:lnTo>
                  <a:pt x="526313" y="342530"/>
                </a:lnTo>
                <a:lnTo>
                  <a:pt x="527043" y="345012"/>
                </a:lnTo>
                <a:lnTo>
                  <a:pt x="527773" y="338666"/>
                </a:lnTo>
                <a:lnTo>
                  <a:pt x="528503" y="336312"/>
                </a:lnTo>
                <a:lnTo>
                  <a:pt x="529233" y="337594"/>
                </a:lnTo>
                <a:lnTo>
                  <a:pt x="532883" y="348680"/>
                </a:lnTo>
                <a:lnTo>
                  <a:pt x="535802" y="347652"/>
                </a:lnTo>
                <a:lnTo>
                  <a:pt x="537262" y="351894"/>
                </a:lnTo>
                <a:lnTo>
                  <a:pt x="538722" y="350391"/>
                </a:lnTo>
                <a:lnTo>
                  <a:pt x="540182" y="353446"/>
                </a:lnTo>
                <a:lnTo>
                  <a:pt x="540912" y="351267"/>
                </a:lnTo>
                <a:lnTo>
                  <a:pt x="541642" y="350703"/>
                </a:lnTo>
                <a:lnTo>
                  <a:pt x="542372" y="351903"/>
                </a:lnTo>
                <a:lnTo>
                  <a:pt x="546022" y="359317"/>
                </a:lnTo>
                <a:lnTo>
                  <a:pt x="548212" y="356840"/>
                </a:lnTo>
                <a:lnTo>
                  <a:pt x="549672" y="350099"/>
                </a:lnTo>
                <a:lnTo>
                  <a:pt x="550402" y="347882"/>
                </a:lnTo>
                <a:lnTo>
                  <a:pt x="551132" y="351671"/>
                </a:lnTo>
                <a:lnTo>
                  <a:pt x="552592" y="359841"/>
                </a:lnTo>
                <a:lnTo>
                  <a:pt x="554782" y="359042"/>
                </a:lnTo>
                <a:lnTo>
                  <a:pt x="556972" y="364503"/>
                </a:lnTo>
                <a:lnTo>
                  <a:pt x="557702" y="361936"/>
                </a:lnTo>
                <a:lnTo>
                  <a:pt x="559892" y="358712"/>
                </a:lnTo>
                <a:lnTo>
                  <a:pt x="561352" y="365115"/>
                </a:lnTo>
                <a:lnTo>
                  <a:pt x="562812" y="361406"/>
                </a:lnTo>
                <a:lnTo>
                  <a:pt x="571571" y="373748"/>
                </a:lnTo>
                <a:lnTo>
                  <a:pt x="573761" y="366042"/>
                </a:lnTo>
                <a:lnTo>
                  <a:pt x="574491" y="370061"/>
                </a:lnTo>
                <a:lnTo>
                  <a:pt x="578141" y="382311"/>
                </a:lnTo>
                <a:lnTo>
                  <a:pt x="578871" y="378872"/>
                </a:lnTo>
                <a:lnTo>
                  <a:pt x="580331" y="370439"/>
                </a:lnTo>
                <a:lnTo>
                  <a:pt x="583251" y="375282"/>
                </a:lnTo>
                <a:lnTo>
                  <a:pt x="583981" y="375164"/>
                </a:lnTo>
                <a:lnTo>
                  <a:pt x="586901" y="381464"/>
                </a:lnTo>
                <a:lnTo>
                  <a:pt x="587631" y="378286"/>
                </a:lnTo>
                <a:lnTo>
                  <a:pt x="588361" y="382018"/>
                </a:lnTo>
                <a:lnTo>
                  <a:pt x="592011" y="386614"/>
                </a:lnTo>
                <a:lnTo>
                  <a:pt x="594201" y="387053"/>
                </a:lnTo>
                <a:lnTo>
                  <a:pt x="597120" y="379550"/>
                </a:lnTo>
                <a:lnTo>
                  <a:pt x="597850" y="380998"/>
                </a:lnTo>
                <a:lnTo>
                  <a:pt x="604420" y="403416"/>
                </a:lnTo>
                <a:lnTo>
                  <a:pt x="605150" y="399847"/>
                </a:lnTo>
                <a:lnTo>
                  <a:pt x="605880" y="398374"/>
                </a:lnTo>
                <a:lnTo>
                  <a:pt x="609530" y="407819"/>
                </a:lnTo>
                <a:lnTo>
                  <a:pt x="610260" y="403805"/>
                </a:lnTo>
                <a:lnTo>
                  <a:pt x="611720" y="409088"/>
                </a:lnTo>
                <a:lnTo>
                  <a:pt x="617560" y="430109"/>
                </a:lnTo>
                <a:lnTo>
                  <a:pt x="628509" y="454144"/>
                </a:lnTo>
                <a:lnTo>
                  <a:pt x="629239" y="452644"/>
                </a:lnTo>
                <a:lnTo>
                  <a:pt x="629969" y="457549"/>
                </a:lnTo>
                <a:lnTo>
                  <a:pt x="630699" y="450904"/>
                </a:lnTo>
                <a:lnTo>
                  <a:pt x="632159" y="444244"/>
                </a:lnTo>
                <a:lnTo>
                  <a:pt x="633619" y="447614"/>
                </a:lnTo>
                <a:lnTo>
                  <a:pt x="640189" y="461513"/>
                </a:lnTo>
                <a:lnTo>
                  <a:pt x="645299" y="475507"/>
                </a:lnTo>
                <a:lnTo>
                  <a:pt x="646029" y="473970"/>
                </a:lnTo>
                <a:lnTo>
                  <a:pt x="647489" y="470895"/>
                </a:lnTo>
                <a:lnTo>
                  <a:pt x="648219" y="473796"/>
                </a:lnTo>
                <a:lnTo>
                  <a:pt x="652599" y="484729"/>
                </a:lnTo>
                <a:lnTo>
                  <a:pt x="653329" y="482359"/>
                </a:lnTo>
                <a:lnTo>
                  <a:pt x="654789" y="480734"/>
                </a:lnTo>
                <a:lnTo>
                  <a:pt x="657708" y="488021"/>
                </a:lnTo>
                <a:lnTo>
                  <a:pt x="658438" y="493799"/>
                </a:lnTo>
                <a:lnTo>
                  <a:pt x="659168" y="484181"/>
                </a:lnTo>
                <a:lnTo>
                  <a:pt x="659898" y="486421"/>
                </a:lnTo>
                <a:lnTo>
                  <a:pt x="665008" y="499324"/>
                </a:lnTo>
                <a:lnTo>
                  <a:pt x="665738" y="500917"/>
                </a:lnTo>
                <a:lnTo>
                  <a:pt x="666468" y="498675"/>
                </a:lnTo>
                <a:lnTo>
                  <a:pt x="667198" y="495504"/>
                </a:lnTo>
                <a:lnTo>
                  <a:pt x="669388" y="497581"/>
                </a:lnTo>
                <a:lnTo>
                  <a:pt x="671578" y="502562"/>
                </a:lnTo>
                <a:lnTo>
                  <a:pt x="672308" y="501313"/>
                </a:lnTo>
                <a:lnTo>
                  <a:pt x="673038" y="499415"/>
                </a:lnTo>
                <a:lnTo>
                  <a:pt x="673768" y="500002"/>
                </a:lnTo>
                <a:lnTo>
                  <a:pt x="678878" y="523551"/>
                </a:lnTo>
                <a:lnTo>
                  <a:pt x="681068" y="525300"/>
                </a:lnTo>
                <a:lnTo>
                  <a:pt x="684718" y="542432"/>
                </a:lnTo>
                <a:lnTo>
                  <a:pt x="691287" y="564377"/>
                </a:lnTo>
                <a:lnTo>
                  <a:pt x="692747" y="561189"/>
                </a:lnTo>
                <a:lnTo>
                  <a:pt x="693477" y="563835"/>
                </a:lnTo>
                <a:lnTo>
                  <a:pt x="694207" y="567994"/>
                </a:lnTo>
                <a:lnTo>
                  <a:pt x="695667" y="562792"/>
                </a:lnTo>
                <a:lnTo>
                  <a:pt x="696397" y="566923"/>
                </a:lnTo>
                <a:lnTo>
                  <a:pt x="699317" y="570279"/>
                </a:lnTo>
                <a:lnTo>
                  <a:pt x="719756" y="649600"/>
                </a:lnTo>
                <a:lnTo>
                  <a:pt x="720486" y="648647"/>
                </a:lnTo>
                <a:lnTo>
                  <a:pt x="721946" y="649021"/>
                </a:lnTo>
                <a:lnTo>
                  <a:pt x="724136" y="634171"/>
                </a:lnTo>
                <a:lnTo>
                  <a:pt x="727056" y="616259"/>
                </a:lnTo>
                <a:lnTo>
                  <a:pt x="747495" y="414716"/>
                </a:lnTo>
                <a:lnTo>
                  <a:pt x="754065" y="382693"/>
                </a:lnTo>
                <a:lnTo>
                  <a:pt x="754795" y="381421"/>
                </a:lnTo>
                <a:lnTo>
                  <a:pt x="759905" y="347914"/>
                </a:lnTo>
                <a:lnTo>
                  <a:pt x="762825" y="356591"/>
                </a:lnTo>
                <a:lnTo>
                  <a:pt x="765745" y="346884"/>
                </a:lnTo>
                <a:lnTo>
                  <a:pt x="766475" y="347844"/>
                </a:lnTo>
                <a:lnTo>
                  <a:pt x="768665" y="344166"/>
                </a:lnTo>
                <a:lnTo>
                  <a:pt x="769395" y="345594"/>
                </a:lnTo>
                <a:lnTo>
                  <a:pt x="770855" y="350768"/>
                </a:lnTo>
                <a:lnTo>
                  <a:pt x="771585" y="337489"/>
                </a:lnTo>
                <a:lnTo>
                  <a:pt x="773045" y="354487"/>
                </a:lnTo>
                <a:lnTo>
                  <a:pt x="775235" y="345825"/>
                </a:lnTo>
                <a:lnTo>
                  <a:pt x="775965" y="349338"/>
                </a:lnTo>
                <a:lnTo>
                  <a:pt x="776695" y="351009"/>
                </a:lnTo>
                <a:lnTo>
                  <a:pt x="777425" y="345884"/>
                </a:lnTo>
                <a:lnTo>
                  <a:pt x="778154" y="352412"/>
                </a:lnTo>
                <a:lnTo>
                  <a:pt x="778884" y="347185"/>
                </a:lnTo>
                <a:lnTo>
                  <a:pt x="780344" y="355483"/>
                </a:lnTo>
                <a:lnTo>
                  <a:pt x="781074" y="346838"/>
                </a:lnTo>
                <a:lnTo>
                  <a:pt x="781804" y="353807"/>
                </a:lnTo>
                <a:lnTo>
                  <a:pt x="782534" y="348830"/>
                </a:lnTo>
                <a:lnTo>
                  <a:pt x="783264" y="351677"/>
                </a:lnTo>
                <a:lnTo>
                  <a:pt x="786184" y="361615"/>
                </a:lnTo>
                <a:lnTo>
                  <a:pt x="785454" y="349988"/>
                </a:lnTo>
                <a:lnTo>
                  <a:pt x="786914" y="361112"/>
                </a:lnTo>
                <a:lnTo>
                  <a:pt x="789834" y="356732"/>
                </a:lnTo>
                <a:lnTo>
                  <a:pt x="790564" y="356159"/>
                </a:lnTo>
                <a:lnTo>
                  <a:pt x="792754" y="362634"/>
                </a:lnTo>
                <a:lnTo>
                  <a:pt x="793484" y="361164"/>
                </a:lnTo>
                <a:lnTo>
                  <a:pt x="797864" y="366649"/>
                </a:lnTo>
                <a:lnTo>
                  <a:pt x="799324" y="362828"/>
                </a:lnTo>
                <a:lnTo>
                  <a:pt x="801514" y="353835"/>
                </a:lnTo>
                <a:lnTo>
                  <a:pt x="802974" y="366818"/>
                </a:lnTo>
                <a:lnTo>
                  <a:pt x="804434" y="357663"/>
                </a:lnTo>
                <a:lnTo>
                  <a:pt x="806624" y="359456"/>
                </a:lnTo>
                <a:lnTo>
                  <a:pt x="809543" y="345742"/>
                </a:lnTo>
                <a:lnTo>
                  <a:pt x="811733" y="352739"/>
                </a:lnTo>
                <a:lnTo>
                  <a:pt x="812463" y="347565"/>
                </a:lnTo>
                <a:lnTo>
                  <a:pt x="813923" y="339288"/>
                </a:lnTo>
                <a:lnTo>
                  <a:pt x="814653" y="340047"/>
                </a:lnTo>
                <a:lnTo>
                  <a:pt x="818303" y="356350"/>
                </a:lnTo>
                <a:lnTo>
                  <a:pt x="820493" y="339759"/>
                </a:lnTo>
                <a:lnTo>
                  <a:pt x="821223" y="341303"/>
                </a:lnTo>
                <a:lnTo>
                  <a:pt x="824143" y="342160"/>
                </a:lnTo>
                <a:lnTo>
                  <a:pt x="825603" y="346252"/>
                </a:lnTo>
                <a:lnTo>
                  <a:pt x="826333" y="334945"/>
                </a:lnTo>
                <a:lnTo>
                  <a:pt x="827063" y="343044"/>
                </a:lnTo>
                <a:lnTo>
                  <a:pt x="829983" y="360339"/>
                </a:lnTo>
                <a:lnTo>
                  <a:pt x="830713" y="360186"/>
                </a:lnTo>
                <a:lnTo>
                  <a:pt x="831443" y="364071"/>
                </a:lnTo>
                <a:lnTo>
                  <a:pt x="832173" y="357834"/>
                </a:lnTo>
                <a:lnTo>
                  <a:pt x="834363" y="349908"/>
                </a:lnTo>
                <a:lnTo>
                  <a:pt x="833633" y="360960"/>
                </a:lnTo>
                <a:lnTo>
                  <a:pt x="835093" y="351585"/>
                </a:lnTo>
                <a:lnTo>
                  <a:pt x="837282" y="364026"/>
                </a:lnTo>
                <a:lnTo>
                  <a:pt x="839472" y="360727"/>
                </a:lnTo>
                <a:lnTo>
                  <a:pt x="840202" y="358961"/>
                </a:lnTo>
                <a:lnTo>
                  <a:pt x="840932" y="363253"/>
                </a:lnTo>
                <a:lnTo>
                  <a:pt x="847502" y="382939"/>
                </a:lnTo>
                <a:lnTo>
                  <a:pt x="850422" y="386243"/>
                </a:lnTo>
                <a:lnTo>
                  <a:pt x="854072" y="399561"/>
                </a:lnTo>
                <a:lnTo>
                  <a:pt x="854802" y="398212"/>
                </a:lnTo>
                <a:lnTo>
                  <a:pt x="856262" y="399707"/>
                </a:lnTo>
                <a:lnTo>
                  <a:pt x="856992" y="402816"/>
                </a:lnTo>
                <a:lnTo>
                  <a:pt x="858452" y="401457"/>
                </a:lnTo>
                <a:lnTo>
                  <a:pt x="860642" y="400704"/>
                </a:lnTo>
                <a:lnTo>
                  <a:pt x="861372" y="402055"/>
                </a:lnTo>
                <a:lnTo>
                  <a:pt x="862832" y="400878"/>
                </a:lnTo>
                <a:lnTo>
                  <a:pt x="863562" y="395612"/>
                </a:lnTo>
                <a:lnTo>
                  <a:pt x="865021" y="398701"/>
                </a:lnTo>
                <a:lnTo>
                  <a:pt x="870131" y="410581"/>
                </a:lnTo>
                <a:lnTo>
                  <a:pt x="882541" y="443599"/>
                </a:lnTo>
                <a:lnTo>
                  <a:pt x="883271" y="442970"/>
                </a:lnTo>
                <a:lnTo>
                  <a:pt x="889841" y="460265"/>
                </a:lnTo>
                <a:lnTo>
                  <a:pt x="892031" y="470695"/>
                </a:lnTo>
                <a:lnTo>
                  <a:pt x="892761" y="468446"/>
                </a:lnTo>
                <a:lnTo>
                  <a:pt x="893491" y="465631"/>
                </a:lnTo>
                <a:lnTo>
                  <a:pt x="894221" y="474270"/>
                </a:lnTo>
                <a:lnTo>
                  <a:pt x="895681" y="461868"/>
                </a:lnTo>
                <a:lnTo>
                  <a:pt x="896411" y="472157"/>
                </a:lnTo>
                <a:lnTo>
                  <a:pt x="897871" y="462354"/>
                </a:lnTo>
                <a:lnTo>
                  <a:pt x="899330" y="467629"/>
                </a:lnTo>
                <a:lnTo>
                  <a:pt x="906630" y="482057"/>
                </a:lnTo>
                <a:lnTo>
                  <a:pt x="907360" y="481434"/>
                </a:lnTo>
                <a:lnTo>
                  <a:pt x="913200" y="484357"/>
                </a:lnTo>
                <a:lnTo>
                  <a:pt x="914660" y="487479"/>
                </a:lnTo>
                <a:lnTo>
                  <a:pt x="916120" y="486535"/>
                </a:lnTo>
                <a:lnTo>
                  <a:pt x="916850" y="488613"/>
                </a:lnTo>
                <a:lnTo>
                  <a:pt x="918310" y="486351"/>
                </a:lnTo>
                <a:lnTo>
                  <a:pt x="921230" y="482840"/>
                </a:lnTo>
                <a:lnTo>
                  <a:pt x="921960" y="483465"/>
                </a:lnTo>
                <a:lnTo>
                  <a:pt x="923420" y="481510"/>
                </a:lnTo>
                <a:lnTo>
                  <a:pt x="924880" y="476053"/>
                </a:lnTo>
                <a:lnTo>
                  <a:pt x="926340" y="477384"/>
                </a:lnTo>
                <a:lnTo>
                  <a:pt x="933639" y="509367"/>
                </a:lnTo>
                <a:lnTo>
                  <a:pt x="934369" y="505437"/>
                </a:lnTo>
                <a:lnTo>
                  <a:pt x="935829" y="509527"/>
                </a:lnTo>
                <a:lnTo>
                  <a:pt x="936559" y="509712"/>
                </a:lnTo>
                <a:lnTo>
                  <a:pt x="942399" y="524635"/>
                </a:lnTo>
                <a:lnTo>
                  <a:pt x="945319" y="535243"/>
                </a:lnTo>
                <a:lnTo>
                  <a:pt x="980358" y="675219"/>
                </a:lnTo>
                <a:lnTo>
                  <a:pt x="984738" y="679313"/>
                </a:lnTo>
                <a:lnTo>
                  <a:pt x="985468" y="680711"/>
                </a:lnTo>
                <a:lnTo>
                  <a:pt x="986198" y="676092"/>
                </a:lnTo>
                <a:lnTo>
                  <a:pt x="986928" y="681162"/>
                </a:lnTo>
                <a:lnTo>
                  <a:pt x="987658" y="679072"/>
                </a:lnTo>
                <a:lnTo>
                  <a:pt x="989118" y="683079"/>
                </a:lnTo>
                <a:lnTo>
                  <a:pt x="989848" y="678748"/>
                </a:lnTo>
                <a:lnTo>
                  <a:pt x="991307" y="677067"/>
                </a:lnTo>
                <a:lnTo>
                  <a:pt x="998607" y="671869"/>
                </a:lnTo>
                <a:lnTo>
                  <a:pt x="1002257" y="677753"/>
                </a:lnTo>
                <a:lnTo>
                  <a:pt x="1024156" y="741589"/>
                </a:lnTo>
                <a:lnTo>
                  <a:pt x="1024886" y="742235"/>
                </a:lnTo>
                <a:lnTo>
                  <a:pt x="1025616" y="741063"/>
                </a:lnTo>
                <a:lnTo>
                  <a:pt x="1026346" y="739327"/>
                </a:lnTo>
                <a:lnTo>
                  <a:pt x="1027806" y="752538"/>
                </a:lnTo>
                <a:lnTo>
                  <a:pt x="1029266" y="747063"/>
                </a:lnTo>
                <a:lnTo>
                  <a:pt x="1030726" y="751634"/>
                </a:lnTo>
                <a:lnTo>
                  <a:pt x="1032186" y="748143"/>
                </a:lnTo>
                <a:lnTo>
                  <a:pt x="1033646" y="758625"/>
                </a:lnTo>
                <a:lnTo>
                  <a:pt x="1035106" y="754382"/>
                </a:lnTo>
                <a:lnTo>
                  <a:pt x="1035836" y="754702"/>
                </a:lnTo>
                <a:lnTo>
                  <a:pt x="1036566" y="751888"/>
                </a:lnTo>
                <a:lnTo>
                  <a:pt x="1038756" y="753304"/>
                </a:lnTo>
                <a:lnTo>
                  <a:pt x="1042406" y="755802"/>
                </a:lnTo>
                <a:lnTo>
                  <a:pt x="1043136" y="756085"/>
                </a:lnTo>
                <a:lnTo>
                  <a:pt x="1043866" y="752527"/>
                </a:lnTo>
                <a:lnTo>
                  <a:pt x="1046056" y="753342"/>
                </a:lnTo>
                <a:lnTo>
                  <a:pt x="1047516" y="760169"/>
                </a:lnTo>
                <a:lnTo>
                  <a:pt x="1048246" y="754726"/>
                </a:lnTo>
                <a:lnTo>
                  <a:pt x="1059195" y="727847"/>
                </a:lnTo>
                <a:lnTo>
                  <a:pt x="1059925" y="729791"/>
                </a:lnTo>
                <a:lnTo>
                  <a:pt x="1060655" y="734482"/>
                </a:lnTo>
                <a:lnTo>
                  <a:pt x="1061385" y="727115"/>
                </a:lnTo>
                <a:lnTo>
                  <a:pt x="1065035" y="706475"/>
                </a:lnTo>
                <a:lnTo>
                  <a:pt x="1065765" y="705283"/>
                </a:lnTo>
                <a:lnTo>
                  <a:pt x="1067955" y="691665"/>
                </a:lnTo>
                <a:lnTo>
                  <a:pt x="1068685" y="695593"/>
                </a:lnTo>
                <a:lnTo>
                  <a:pt x="1070145" y="704051"/>
                </a:lnTo>
                <a:lnTo>
                  <a:pt x="1072335" y="668118"/>
                </a:lnTo>
                <a:lnTo>
                  <a:pt x="1073795" y="669855"/>
                </a:lnTo>
                <a:lnTo>
                  <a:pt x="1075255" y="661617"/>
                </a:lnTo>
                <a:lnTo>
                  <a:pt x="1079635" y="624601"/>
                </a:lnTo>
                <a:lnTo>
                  <a:pt x="1099344" y="479153"/>
                </a:lnTo>
                <a:lnTo>
                  <a:pt x="1100074" y="479634"/>
                </a:lnTo>
                <a:lnTo>
                  <a:pt x="1101534" y="477563"/>
                </a:lnTo>
                <a:lnTo>
                  <a:pt x="1102264" y="483392"/>
                </a:lnTo>
                <a:lnTo>
                  <a:pt x="1102994" y="475427"/>
                </a:lnTo>
                <a:lnTo>
                  <a:pt x="1106644" y="435630"/>
                </a:lnTo>
                <a:lnTo>
                  <a:pt x="1108104" y="442683"/>
                </a:lnTo>
                <a:lnTo>
                  <a:pt x="1109564" y="416047"/>
                </a:lnTo>
                <a:lnTo>
                  <a:pt x="1111024" y="427036"/>
                </a:lnTo>
                <a:lnTo>
                  <a:pt x="1112483" y="438823"/>
                </a:lnTo>
                <a:lnTo>
                  <a:pt x="1113213" y="436750"/>
                </a:lnTo>
                <a:lnTo>
                  <a:pt x="1117593" y="403286"/>
                </a:lnTo>
                <a:lnTo>
                  <a:pt x="1119783" y="413063"/>
                </a:lnTo>
                <a:lnTo>
                  <a:pt x="1120513" y="407631"/>
                </a:lnTo>
                <a:lnTo>
                  <a:pt x="1121973" y="393465"/>
                </a:lnTo>
                <a:lnTo>
                  <a:pt x="1123433" y="396591"/>
                </a:lnTo>
                <a:lnTo>
                  <a:pt x="1124163" y="405304"/>
                </a:lnTo>
                <a:lnTo>
                  <a:pt x="1124893" y="400961"/>
                </a:lnTo>
                <a:lnTo>
                  <a:pt x="1127083" y="378228"/>
                </a:lnTo>
                <a:lnTo>
                  <a:pt x="1127813" y="382856"/>
                </a:lnTo>
                <a:lnTo>
                  <a:pt x="1129273" y="402426"/>
                </a:lnTo>
                <a:lnTo>
                  <a:pt x="1130733" y="412527"/>
                </a:lnTo>
                <a:lnTo>
                  <a:pt x="1131463" y="407275"/>
                </a:lnTo>
                <a:lnTo>
                  <a:pt x="1134383" y="375344"/>
                </a:lnTo>
                <a:lnTo>
                  <a:pt x="1136573" y="400883"/>
                </a:lnTo>
                <a:lnTo>
                  <a:pt x="1137303" y="392459"/>
                </a:lnTo>
                <a:lnTo>
                  <a:pt x="1140952" y="367157"/>
                </a:lnTo>
                <a:lnTo>
                  <a:pt x="1143872" y="421904"/>
                </a:lnTo>
                <a:lnTo>
                  <a:pt x="1145332" y="397524"/>
                </a:lnTo>
                <a:lnTo>
                  <a:pt x="1146062" y="380935"/>
                </a:lnTo>
                <a:lnTo>
                  <a:pt x="1148252" y="386608"/>
                </a:lnTo>
                <a:lnTo>
                  <a:pt x="1150442" y="378536"/>
                </a:lnTo>
                <a:lnTo>
                  <a:pt x="1151172" y="385156"/>
                </a:lnTo>
                <a:lnTo>
                  <a:pt x="1153362" y="400571"/>
                </a:lnTo>
                <a:lnTo>
                  <a:pt x="1154092" y="388424"/>
                </a:lnTo>
                <a:lnTo>
                  <a:pt x="1156282" y="378412"/>
                </a:lnTo>
                <a:lnTo>
                  <a:pt x="1159202" y="392980"/>
                </a:lnTo>
                <a:lnTo>
                  <a:pt x="1160662" y="385288"/>
                </a:lnTo>
                <a:lnTo>
                  <a:pt x="1162122" y="386768"/>
                </a:lnTo>
                <a:lnTo>
                  <a:pt x="1164312" y="415016"/>
                </a:lnTo>
                <a:lnTo>
                  <a:pt x="1165772" y="396946"/>
                </a:lnTo>
                <a:lnTo>
                  <a:pt x="1167232" y="396248"/>
                </a:lnTo>
                <a:lnTo>
                  <a:pt x="1167962" y="386595"/>
                </a:lnTo>
                <a:lnTo>
                  <a:pt x="1168692" y="391554"/>
                </a:lnTo>
                <a:lnTo>
                  <a:pt x="1170881" y="434517"/>
                </a:lnTo>
                <a:lnTo>
                  <a:pt x="1172341" y="411101"/>
                </a:lnTo>
                <a:lnTo>
                  <a:pt x="1175261" y="398367"/>
                </a:lnTo>
                <a:lnTo>
                  <a:pt x="1177451" y="427796"/>
                </a:lnTo>
                <a:lnTo>
                  <a:pt x="1178911" y="419635"/>
                </a:lnTo>
                <a:lnTo>
                  <a:pt x="1181831" y="407321"/>
                </a:lnTo>
                <a:lnTo>
                  <a:pt x="1184751" y="446080"/>
                </a:lnTo>
                <a:lnTo>
                  <a:pt x="1186211" y="431456"/>
                </a:lnTo>
                <a:lnTo>
                  <a:pt x="1189131" y="407531"/>
                </a:lnTo>
                <a:lnTo>
                  <a:pt x="1192051" y="443321"/>
                </a:lnTo>
                <a:lnTo>
                  <a:pt x="1193511" y="428087"/>
                </a:lnTo>
                <a:lnTo>
                  <a:pt x="1194241" y="420260"/>
                </a:lnTo>
                <a:lnTo>
                  <a:pt x="1194971" y="423636"/>
                </a:lnTo>
                <a:lnTo>
                  <a:pt x="1197891" y="444065"/>
                </a:lnTo>
                <a:lnTo>
                  <a:pt x="1201541" y="427137"/>
                </a:lnTo>
                <a:lnTo>
                  <a:pt x="1202271" y="427998"/>
                </a:lnTo>
                <a:lnTo>
                  <a:pt x="1203001" y="426632"/>
                </a:lnTo>
                <a:lnTo>
                  <a:pt x="1203730" y="427555"/>
                </a:lnTo>
                <a:lnTo>
                  <a:pt x="1205190" y="445869"/>
                </a:lnTo>
                <a:lnTo>
                  <a:pt x="1206650" y="439244"/>
                </a:lnTo>
                <a:lnTo>
                  <a:pt x="1210300" y="427674"/>
                </a:lnTo>
                <a:lnTo>
                  <a:pt x="1211760" y="428322"/>
                </a:lnTo>
                <a:lnTo>
                  <a:pt x="1214680" y="436870"/>
                </a:lnTo>
                <a:lnTo>
                  <a:pt x="1216870" y="422098"/>
                </a:lnTo>
                <a:lnTo>
                  <a:pt x="1217600" y="429715"/>
                </a:lnTo>
                <a:lnTo>
                  <a:pt x="1218330" y="429428"/>
                </a:lnTo>
                <a:lnTo>
                  <a:pt x="1219060" y="433254"/>
                </a:lnTo>
                <a:lnTo>
                  <a:pt x="1219790" y="423234"/>
                </a:lnTo>
                <a:lnTo>
                  <a:pt x="1220520" y="419614"/>
                </a:lnTo>
                <a:lnTo>
                  <a:pt x="1221250" y="432175"/>
                </a:lnTo>
                <a:lnTo>
                  <a:pt x="1222710" y="412795"/>
                </a:lnTo>
                <a:lnTo>
                  <a:pt x="1223440" y="409369"/>
                </a:lnTo>
                <a:lnTo>
                  <a:pt x="1224900" y="413382"/>
                </a:lnTo>
                <a:lnTo>
                  <a:pt x="1226360" y="423948"/>
                </a:lnTo>
                <a:lnTo>
                  <a:pt x="1227090" y="423106"/>
                </a:lnTo>
                <a:lnTo>
                  <a:pt x="1228550" y="395493"/>
                </a:lnTo>
                <a:lnTo>
                  <a:pt x="1230010" y="397132"/>
                </a:lnTo>
                <a:lnTo>
                  <a:pt x="1232200" y="403878"/>
                </a:lnTo>
                <a:lnTo>
                  <a:pt x="1233659" y="399796"/>
                </a:lnTo>
                <a:lnTo>
                  <a:pt x="1241689" y="360039"/>
                </a:lnTo>
                <a:lnTo>
                  <a:pt x="1242419" y="369935"/>
                </a:lnTo>
                <a:lnTo>
                  <a:pt x="1243149" y="371845"/>
                </a:lnTo>
                <a:lnTo>
                  <a:pt x="1247529" y="356333"/>
                </a:lnTo>
                <a:lnTo>
                  <a:pt x="1249719" y="361731"/>
                </a:lnTo>
                <a:lnTo>
                  <a:pt x="1250449" y="358630"/>
                </a:lnTo>
                <a:lnTo>
                  <a:pt x="1254829" y="349505"/>
                </a:lnTo>
                <a:lnTo>
                  <a:pt x="1255559" y="347968"/>
                </a:lnTo>
                <a:lnTo>
                  <a:pt x="1257019" y="349948"/>
                </a:lnTo>
                <a:lnTo>
                  <a:pt x="1258479" y="350171"/>
                </a:lnTo>
                <a:lnTo>
                  <a:pt x="1259209" y="346164"/>
                </a:lnTo>
                <a:lnTo>
                  <a:pt x="1261398" y="346985"/>
                </a:lnTo>
                <a:lnTo>
                  <a:pt x="1264318" y="346072"/>
                </a:lnTo>
                <a:lnTo>
                  <a:pt x="1267968" y="334542"/>
                </a:lnTo>
                <a:lnTo>
                  <a:pt x="1268698" y="335973"/>
                </a:lnTo>
                <a:lnTo>
                  <a:pt x="1270158" y="340077"/>
                </a:lnTo>
                <a:lnTo>
                  <a:pt x="1270888" y="337075"/>
                </a:lnTo>
                <a:lnTo>
                  <a:pt x="1272348" y="322165"/>
                </a:lnTo>
                <a:lnTo>
                  <a:pt x="1274538" y="324064"/>
                </a:lnTo>
                <a:lnTo>
                  <a:pt x="1276728" y="337532"/>
                </a:lnTo>
                <a:lnTo>
                  <a:pt x="1277458" y="334660"/>
                </a:lnTo>
                <a:lnTo>
                  <a:pt x="1278918" y="320631"/>
                </a:lnTo>
                <a:lnTo>
                  <a:pt x="1280378" y="323525"/>
                </a:lnTo>
                <a:lnTo>
                  <a:pt x="1281838" y="326536"/>
                </a:lnTo>
                <a:lnTo>
                  <a:pt x="1282568" y="325314"/>
                </a:lnTo>
                <a:lnTo>
                  <a:pt x="1284028" y="318011"/>
                </a:lnTo>
                <a:lnTo>
                  <a:pt x="1285488" y="322095"/>
                </a:lnTo>
                <a:lnTo>
                  <a:pt x="1287678" y="331789"/>
                </a:lnTo>
                <a:lnTo>
                  <a:pt x="1288408" y="323264"/>
                </a:lnTo>
                <a:lnTo>
                  <a:pt x="1291327" y="313849"/>
                </a:lnTo>
                <a:lnTo>
                  <a:pt x="1293517" y="322503"/>
                </a:lnTo>
                <a:lnTo>
                  <a:pt x="1294248" y="314116"/>
                </a:lnTo>
                <a:lnTo>
                  <a:pt x="1296437" y="302050"/>
                </a:lnTo>
                <a:lnTo>
                  <a:pt x="1297167" y="305113"/>
                </a:lnTo>
                <a:lnTo>
                  <a:pt x="1300087" y="318189"/>
                </a:lnTo>
                <a:lnTo>
                  <a:pt x="1301547" y="304019"/>
                </a:lnTo>
                <a:lnTo>
                  <a:pt x="1303007" y="306868"/>
                </a:lnTo>
                <a:lnTo>
                  <a:pt x="1305927" y="326516"/>
                </a:lnTo>
                <a:lnTo>
                  <a:pt x="1306657" y="335208"/>
                </a:lnTo>
                <a:lnTo>
                  <a:pt x="1308117" y="327146"/>
                </a:lnTo>
                <a:lnTo>
                  <a:pt x="1309577" y="305685"/>
                </a:lnTo>
                <a:lnTo>
                  <a:pt x="1311037" y="312452"/>
                </a:lnTo>
                <a:lnTo>
                  <a:pt x="1311767" y="317150"/>
                </a:lnTo>
                <a:lnTo>
                  <a:pt x="1312497" y="316580"/>
                </a:lnTo>
                <a:lnTo>
                  <a:pt x="1315417" y="297414"/>
                </a:lnTo>
                <a:lnTo>
                  <a:pt x="1319067" y="333447"/>
                </a:lnTo>
                <a:lnTo>
                  <a:pt x="1319797" y="323179"/>
                </a:lnTo>
                <a:lnTo>
                  <a:pt x="1322717" y="302033"/>
                </a:lnTo>
                <a:lnTo>
                  <a:pt x="1323447" y="303338"/>
                </a:lnTo>
                <a:lnTo>
                  <a:pt x="1324177" y="303257"/>
                </a:lnTo>
                <a:lnTo>
                  <a:pt x="1325636" y="311312"/>
                </a:lnTo>
                <a:lnTo>
                  <a:pt x="1326366" y="302241"/>
                </a:lnTo>
                <a:lnTo>
                  <a:pt x="1328556" y="298637"/>
                </a:lnTo>
                <a:lnTo>
                  <a:pt x="1329286" y="301061"/>
                </a:lnTo>
                <a:lnTo>
                  <a:pt x="1330016" y="306500"/>
                </a:lnTo>
                <a:lnTo>
                  <a:pt x="1331476" y="298816"/>
                </a:lnTo>
                <a:lnTo>
                  <a:pt x="1332936" y="297545"/>
                </a:lnTo>
                <a:lnTo>
                  <a:pt x="1335126" y="309474"/>
                </a:lnTo>
                <a:lnTo>
                  <a:pt x="1335856" y="307738"/>
                </a:lnTo>
                <a:lnTo>
                  <a:pt x="1336586" y="298362"/>
                </a:lnTo>
                <a:lnTo>
                  <a:pt x="1338776" y="299862"/>
                </a:lnTo>
                <a:lnTo>
                  <a:pt x="1342426" y="318930"/>
                </a:lnTo>
                <a:lnTo>
                  <a:pt x="1344616" y="310528"/>
                </a:lnTo>
                <a:lnTo>
                  <a:pt x="1345346" y="311044"/>
                </a:lnTo>
                <a:lnTo>
                  <a:pt x="1348266" y="304902"/>
                </a:lnTo>
                <a:lnTo>
                  <a:pt x="1352646" y="317328"/>
                </a:lnTo>
                <a:lnTo>
                  <a:pt x="1359215" y="290579"/>
                </a:lnTo>
                <a:lnTo>
                  <a:pt x="1362135" y="318695"/>
                </a:lnTo>
                <a:lnTo>
                  <a:pt x="1362865" y="311613"/>
                </a:lnTo>
                <a:lnTo>
                  <a:pt x="1365785" y="291045"/>
                </a:lnTo>
                <a:lnTo>
                  <a:pt x="1367975" y="306804"/>
                </a:lnTo>
                <a:lnTo>
                  <a:pt x="1368705" y="301243"/>
                </a:lnTo>
                <a:lnTo>
                  <a:pt x="1370165" y="289922"/>
                </a:lnTo>
                <a:lnTo>
                  <a:pt x="1371625" y="294821"/>
                </a:lnTo>
                <a:lnTo>
                  <a:pt x="1373085" y="299431"/>
                </a:lnTo>
                <a:lnTo>
                  <a:pt x="1373815" y="295888"/>
                </a:lnTo>
                <a:lnTo>
                  <a:pt x="1374545" y="294868"/>
                </a:lnTo>
                <a:lnTo>
                  <a:pt x="1375275" y="299593"/>
                </a:lnTo>
                <a:lnTo>
                  <a:pt x="1376005" y="287459"/>
                </a:lnTo>
                <a:lnTo>
                  <a:pt x="1380385" y="295779"/>
                </a:lnTo>
                <a:lnTo>
                  <a:pt x="1382574" y="277563"/>
                </a:lnTo>
                <a:lnTo>
                  <a:pt x="1383304" y="284045"/>
                </a:lnTo>
                <a:lnTo>
                  <a:pt x="1384764" y="286057"/>
                </a:lnTo>
                <a:lnTo>
                  <a:pt x="1385494" y="292784"/>
                </a:lnTo>
                <a:lnTo>
                  <a:pt x="1386224" y="284845"/>
                </a:lnTo>
                <a:lnTo>
                  <a:pt x="1387684" y="272047"/>
                </a:lnTo>
                <a:lnTo>
                  <a:pt x="1388414" y="276667"/>
                </a:lnTo>
                <a:lnTo>
                  <a:pt x="1390604" y="301716"/>
                </a:lnTo>
                <a:lnTo>
                  <a:pt x="1391334" y="288791"/>
                </a:lnTo>
                <a:lnTo>
                  <a:pt x="1392064" y="287265"/>
                </a:lnTo>
                <a:lnTo>
                  <a:pt x="1394984" y="273481"/>
                </a:lnTo>
                <a:lnTo>
                  <a:pt x="1397174" y="286513"/>
                </a:lnTo>
                <a:lnTo>
                  <a:pt x="1398634" y="276726"/>
                </a:lnTo>
                <a:lnTo>
                  <a:pt x="1400094" y="277121"/>
                </a:lnTo>
                <a:lnTo>
                  <a:pt x="1400824" y="262902"/>
                </a:lnTo>
                <a:lnTo>
                  <a:pt x="1402284" y="270086"/>
                </a:lnTo>
                <a:lnTo>
                  <a:pt x="1405204" y="287506"/>
                </a:lnTo>
                <a:lnTo>
                  <a:pt x="1405934" y="275483"/>
                </a:lnTo>
                <a:lnTo>
                  <a:pt x="1411043" y="292025"/>
                </a:lnTo>
                <a:lnTo>
                  <a:pt x="1413234" y="280305"/>
                </a:lnTo>
                <a:lnTo>
                  <a:pt x="1413964" y="284997"/>
                </a:lnTo>
                <a:lnTo>
                  <a:pt x="1414694" y="288383"/>
                </a:lnTo>
                <a:lnTo>
                  <a:pt x="1416154" y="287297"/>
                </a:lnTo>
                <a:lnTo>
                  <a:pt x="1416883" y="284724"/>
                </a:lnTo>
                <a:lnTo>
                  <a:pt x="1418343" y="285869"/>
                </a:lnTo>
                <a:lnTo>
                  <a:pt x="1421263" y="308467"/>
                </a:lnTo>
                <a:lnTo>
                  <a:pt x="1422723" y="297667"/>
                </a:lnTo>
                <a:lnTo>
                  <a:pt x="1423453" y="293699"/>
                </a:lnTo>
                <a:lnTo>
                  <a:pt x="1424183" y="297700"/>
                </a:lnTo>
                <a:lnTo>
                  <a:pt x="1427103" y="311868"/>
                </a:lnTo>
                <a:lnTo>
                  <a:pt x="1428563" y="307255"/>
                </a:lnTo>
                <a:lnTo>
                  <a:pt x="1430023" y="298954"/>
                </a:lnTo>
                <a:lnTo>
                  <a:pt x="1431483" y="302643"/>
                </a:lnTo>
                <a:lnTo>
                  <a:pt x="1432213" y="299846"/>
                </a:lnTo>
                <a:lnTo>
                  <a:pt x="1432943" y="302784"/>
                </a:lnTo>
                <a:lnTo>
                  <a:pt x="1435133" y="312406"/>
                </a:lnTo>
                <a:lnTo>
                  <a:pt x="1435863" y="308884"/>
                </a:lnTo>
                <a:lnTo>
                  <a:pt x="1438053" y="298679"/>
                </a:lnTo>
                <a:lnTo>
                  <a:pt x="1438783" y="302117"/>
                </a:lnTo>
                <a:lnTo>
                  <a:pt x="1440243" y="305088"/>
                </a:lnTo>
                <a:lnTo>
                  <a:pt x="1442433" y="332385"/>
                </a:lnTo>
                <a:lnTo>
                  <a:pt x="1443893" y="324043"/>
                </a:lnTo>
                <a:lnTo>
                  <a:pt x="1446082" y="326690"/>
                </a:lnTo>
                <a:lnTo>
                  <a:pt x="1446812" y="331093"/>
                </a:lnTo>
                <a:lnTo>
                  <a:pt x="1447542" y="328267"/>
                </a:lnTo>
                <a:lnTo>
                  <a:pt x="1448272" y="318695"/>
                </a:lnTo>
                <a:lnTo>
                  <a:pt x="1450462" y="323305"/>
                </a:lnTo>
                <a:lnTo>
                  <a:pt x="1451922" y="322913"/>
                </a:lnTo>
                <a:lnTo>
                  <a:pt x="1454112" y="337392"/>
                </a:lnTo>
                <a:lnTo>
                  <a:pt x="1455572" y="331878"/>
                </a:lnTo>
                <a:lnTo>
                  <a:pt x="1456302" y="330486"/>
                </a:lnTo>
                <a:lnTo>
                  <a:pt x="1459952" y="350087"/>
                </a:lnTo>
                <a:lnTo>
                  <a:pt x="1461412" y="335748"/>
                </a:lnTo>
                <a:lnTo>
                  <a:pt x="1462872" y="344886"/>
                </a:lnTo>
                <a:lnTo>
                  <a:pt x="1465792" y="334844"/>
                </a:lnTo>
                <a:lnTo>
                  <a:pt x="1466522" y="338894"/>
                </a:lnTo>
                <a:lnTo>
                  <a:pt x="1470902" y="346003"/>
                </a:lnTo>
                <a:lnTo>
                  <a:pt x="1472362" y="342129"/>
                </a:lnTo>
                <a:lnTo>
                  <a:pt x="1473092" y="343989"/>
                </a:lnTo>
                <a:lnTo>
                  <a:pt x="1473822" y="350305"/>
                </a:lnTo>
                <a:lnTo>
                  <a:pt x="1476011" y="349066"/>
                </a:lnTo>
                <a:lnTo>
                  <a:pt x="1478201" y="346628"/>
                </a:lnTo>
                <a:lnTo>
                  <a:pt x="1478931" y="350572"/>
                </a:lnTo>
                <a:lnTo>
                  <a:pt x="1481121" y="348482"/>
                </a:lnTo>
                <a:lnTo>
                  <a:pt x="1484041" y="351779"/>
                </a:lnTo>
                <a:lnTo>
                  <a:pt x="1485501" y="346160"/>
                </a:lnTo>
                <a:lnTo>
                  <a:pt x="1486961" y="348753"/>
                </a:lnTo>
                <a:lnTo>
                  <a:pt x="1487691" y="348775"/>
                </a:lnTo>
                <a:lnTo>
                  <a:pt x="1491341" y="359444"/>
                </a:lnTo>
                <a:lnTo>
                  <a:pt x="1492071" y="348671"/>
                </a:lnTo>
                <a:lnTo>
                  <a:pt x="1494261" y="349766"/>
                </a:lnTo>
                <a:lnTo>
                  <a:pt x="1496451" y="345716"/>
                </a:lnTo>
                <a:lnTo>
                  <a:pt x="1497181" y="347644"/>
                </a:lnTo>
                <a:lnTo>
                  <a:pt x="1497911" y="346348"/>
                </a:lnTo>
                <a:lnTo>
                  <a:pt x="1498641" y="350459"/>
                </a:lnTo>
                <a:lnTo>
                  <a:pt x="1500101" y="345026"/>
                </a:lnTo>
                <a:lnTo>
                  <a:pt x="1501561" y="342159"/>
                </a:lnTo>
                <a:lnTo>
                  <a:pt x="1503020" y="333837"/>
                </a:lnTo>
                <a:lnTo>
                  <a:pt x="1504480" y="339483"/>
                </a:lnTo>
                <a:lnTo>
                  <a:pt x="1508130" y="326888"/>
                </a:lnTo>
                <a:lnTo>
                  <a:pt x="1508860" y="331427"/>
                </a:lnTo>
                <a:lnTo>
                  <a:pt x="1511780" y="342954"/>
                </a:lnTo>
                <a:lnTo>
                  <a:pt x="1512510" y="342662"/>
                </a:lnTo>
                <a:lnTo>
                  <a:pt x="1517620" y="316376"/>
                </a:lnTo>
                <a:lnTo>
                  <a:pt x="1518350" y="318727"/>
                </a:lnTo>
                <a:lnTo>
                  <a:pt x="1519080" y="321251"/>
                </a:lnTo>
                <a:lnTo>
                  <a:pt x="1519810" y="320901"/>
                </a:lnTo>
                <a:lnTo>
                  <a:pt x="1525650" y="298675"/>
                </a:lnTo>
                <a:lnTo>
                  <a:pt x="1530030" y="295437"/>
                </a:lnTo>
                <a:lnTo>
                  <a:pt x="1534410" y="286606"/>
                </a:lnTo>
                <a:lnTo>
                  <a:pt x="1535140" y="284627"/>
                </a:lnTo>
                <a:lnTo>
                  <a:pt x="1535870" y="292006"/>
                </a:lnTo>
                <a:lnTo>
                  <a:pt x="1537329" y="281459"/>
                </a:lnTo>
                <a:lnTo>
                  <a:pt x="1539519" y="273360"/>
                </a:lnTo>
                <a:lnTo>
                  <a:pt x="1540249" y="275033"/>
                </a:lnTo>
                <a:lnTo>
                  <a:pt x="1540979" y="273872"/>
                </a:lnTo>
                <a:lnTo>
                  <a:pt x="1545359" y="257354"/>
                </a:lnTo>
                <a:lnTo>
                  <a:pt x="1546089" y="256743"/>
                </a:lnTo>
                <a:lnTo>
                  <a:pt x="1550469" y="231187"/>
                </a:lnTo>
                <a:lnTo>
                  <a:pt x="1551199" y="231504"/>
                </a:lnTo>
                <a:lnTo>
                  <a:pt x="1553389" y="234385"/>
                </a:lnTo>
                <a:lnTo>
                  <a:pt x="1554119" y="231535"/>
                </a:lnTo>
                <a:lnTo>
                  <a:pt x="1560689" y="201191"/>
                </a:lnTo>
                <a:lnTo>
                  <a:pt x="1562149" y="191759"/>
                </a:lnTo>
                <a:lnTo>
                  <a:pt x="1562879" y="195161"/>
                </a:lnTo>
                <a:lnTo>
                  <a:pt x="1564339" y="205679"/>
                </a:lnTo>
                <a:lnTo>
                  <a:pt x="1565069" y="197499"/>
                </a:lnTo>
                <a:lnTo>
                  <a:pt x="1567988" y="164821"/>
                </a:lnTo>
                <a:lnTo>
                  <a:pt x="1569448" y="169142"/>
                </a:lnTo>
                <a:lnTo>
                  <a:pt x="1571638" y="157913"/>
                </a:lnTo>
                <a:lnTo>
                  <a:pt x="1573098" y="138925"/>
                </a:lnTo>
                <a:lnTo>
                  <a:pt x="1574558" y="140854"/>
                </a:lnTo>
                <a:lnTo>
                  <a:pt x="1576018" y="159189"/>
                </a:lnTo>
                <a:lnTo>
                  <a:pt x="1577478" y="149834"/>
                </a:lnTo>
                <a:lnTo>
                  <a:pt x="1578938" y="137110"/>
                </a:lnTo>
                <a:lnTo>
                  <a:pt x="1579668" y="144462"/>
                </a:lnTo>
                <a:lnTo>
                  <a:pt x="1581128" y="159460"/>
                </a:lnTo>
                <a:lnTo>
                  <a:pt x="1584048" y="131004"/>
                </a:lnTo>
                <a:lnTo>
                  <a:pt x="1585508" y="142621"/>
                </a:lnTo>
                <a:lnTo>
                  <a:pt x="1586238" y="132648"/>
                </a:lnTo>
                <a:lnTo>
                  <a:pt x="1589888" y="102191"/>
                </a:lnTo>
                <a:lnTo>
                  <a:pt x="1590618" y="104334"/>
                </a:lnTo>
                <a:lnTo>
                  <a:pt x="1593538" y="136688"/>
                </a:lnTo>
                <a:lnTo>
                  <a:pt x="1594997" y="118039"/>
                </a:lnTo>
                <a:lnTo>
                  <a:pt x="1597187" y="115418"/>
                </a:lnTo>
                <a:lnTo>
                  <a:pt x="1603027" y="136833"/>
                </a:lnTo>
                <a:lnTo>
                  <a:pt x="1606677" y="129890"/>
                </a:lnTo>
                <a:lnTo>
                  <a:pt x="1607407" y="128039"/>
                </a:lnTo>
                <a:lnTo>
                  <a:pt x="1608137" y="135284"/>
                </a:lnTo>
                <a:lnTo>
                  <a:pt x="1609597" y="124775"/>
                </a:lnTo>
                <a:lnTo>
                  <a:pt x="1612517" y="122123"/>
                </a:lnTo>
                <a:lnTo>
                  <a:pt x="1613247" y="122229"/>
                </a:lnTo>
                <a:lnTo>
                  <a:pt x="1614707" y="131771"/>
                </a:lnTo>
                <a:lnTo>
                  <a:pt x="1615437" y="130779"/>
                </a:lnTo>
                <a:lnTo>
                  <a:pt x="1616897" y="118396"/>
                </a:lnTo>
                <a:lnTo>
                  <a:pt x="1617627" y="125440"/>
                </a:lnTo>
                <a:lnTo>
                  <a:pt x="1618357" y="136682"/>
                </a:lnTo>
                <a:lnTo>
                  <a:pt x="1619817" y="131877"/>
                </a:lnTo>
                <a:lnTo>
                  <a:pt x="1629306" y="89859"/>
                </a:lnTo>
                <a:lnTo>
                  <a:pt x="1630036" y="90128"/>
                </a:lnTo>
                <a:lnTo>
                  <a:pt x="1638796" y="63297"/>
                </a:lnTo>
                <a:lnTo>
                  <a:pt x="1639526" y="64865"/>
                </a:lnTo>
                <a:lnTo>
                  <a:pt x="1640256" y="62252"/>
                </a:lnTo>
                <a:lnTo>
                  <a:pt x="1643176" y="51124"/>
                </a:lnTo>
                <a:lnTo>
                  <a:pt x="1643906" y="54120"/>
                </a:lnTo>
                <a:lnTo>
                  <a:pt x="1645366" y="57705"/>
                </a:lnTo>
                <a:lnTo>
                  <a:pt x="1646096" y="53246"/>
                </a:lnTo>
                <a:lnTo>
                  <a:pt x="1650476" y="34912"/>
                </a:lnTo>
                <a:lnTo>
                  <a:pt x="1651936" y="42550"/>
                </a:lnTo>
                <a:lnTo>
                  <a:pt x="1652666" y="35120"/>
                </a:lnTo>
                <a:lnTo>
                  <a:pt x="1654126" y="31288"/>
                </a:lnTo>
                <a:lnTo>
                  <a:pt x="1661425" y="15807"/>
                </a:lnTo>
                <a:lnTo>
                  <a:pt x="1662155" y="19552"/>
                </a:lnTo>
                <a:lnTo>
                  <a:pt x="1664345" y="33089"/>
                </a:lnTo>
                <a:lnTo>
                  <a:pt x="1665075" y="25958"/>
                </a:lnTo>
                <a:lnTo>
                  <a:pt x="1665805" y="15623"/>
                </a:lnTo>
                <a:lnTo>
                  <a:pt x="1667265" y="24857"/>
                </a:lnTo>
                <a:lnTo>
                  <a:pt x="1667995" y="23142"/>
                </a:lnTo>
                <a:lnTo>
                  <a:pt x="1669455" y="26381"/>
                </a:lnTo>
                <a:lnTo>
                  <a:pt x="1670185" y="26079"/>
                </a:lnTo>
                <a:lnTo>
                  <a:pt x="1673105" y="14133"/>
                </a:lnTo>
                <a:lnTo>
                  <a:pt x="1673835" y="19491"/>
                </a:lnTo>
                <a:lnTo>
                  <a:pt x="1674565" y="25524"/>
                </a:lnTo>
                <a:lnTo>
                  <a:pt x="1676025" y="16917"/>
                </a:lnTo>
                <a:lnTo>
                  <a:pt x="1677485" y="23057"/>
                </a:lnTo>
                <a:lnTo>
                  <a:pt x="1678945" y="18058"/>
                </a:lnTo>
                <a:lnTo>
                  <a:pt x="1680405" y="11290"/>
                </a:lnTo>
                <a:lnTo>
                  <a:pt x="1681135" y="15479"/>
                </a:lnTo>
                <a:lnTo>
                  <a:pt x="1681865" y="20673"/>
                </a:lnTo>
                <a:lnTo>
                  <a:pt x="1684055" y="19964"/>
                </a:lnTo>
                <a:lnTo>
                  <a:pt x="1687704" y="13037"/>
                </a:lnTo>
                <a:lnTo>
                  <a:pt x="1688434" y="13623"/>
                </a:lnTo>
                <a:lnTo>
                  <a:pt x="1691354" y="21261"/>
                </a:lnTo>
                <a:lnTo>
                  <a:pt x="1692814" y="9670"/>
                </a:lnTo>
                <a:lnTo>
                  <a:pt x="1694274" y="18518"/>
                </a:lnTo>
                <a:lnTo>
                  <a:pt x="1695734" y="17275"/>
                </a:lnTo>
                <a:lnTo>
                  <a:pt x="1697194" y="22792"/>
                </a:lnTo>
                <a:lnTo>
                  <a:pt x="1699384" y="10468"/>
                </a:lnTo>
                <a:lnTo>
                  <a:pt x="1700114" y="12050"/>
                </a:lnTo>
                <a:lnTo>
                  <a:pt x="1701574" y="21188"/>
                </a:lnTo>
                <a:lnTo>
                  <a:pt x="1703034" y="19956"/>
                </a:lnTo>
                <a:lnTo>
                  <a:pt x="1707414" y="10066"/>
                </a:lnTo>
                <a:lnTo>
                  <a:pt x="1708144" y="9440"/>
                </a:lnTo>
                <a:lnTo>
                  <a:pt x="1708874" y="12811"/>
                </a:lnTo>
                <a:lnTo>
                  <a:pt x="1710334" y="10400"/>
                </a:lnTo>
                <a:lnTo>
                  <a:pt x="1711794" y="0"/>
                </a:lnTo>
                <a:lnTo>
                  <a:pt x="1712524" y="8490"/>
                </a:lnTo>
                <a:lnTo>
                  <a:pt x="1713254" y="21812"/>
                </a:lnTo>
                <a:lnTo>
                  <a:pt x="1715444" y="14133"/>
                </a:lnTo>
                <a:lnTo>
                  <a:pt x="1716903" y="19816"/>
                </a:lnTo>
                <a:lnTo>
                  <a:pt x="1718363" y="18096"/>
                </a:lnTo>
                <a:lnTo>
                  <a:pt x="1719823" y="18529"/>
                </a:lnTo>
                <a:lnTo>
                  <a:pt x="1721283" y="12718"/>
                </a:lnTo>
                <a:lnTo>
                  <a:pt x="1724203" y="19140"/>
                </a:lnTo>
                <a:lnTo>
                  <a:pt x="1725663" y="1619"/>
                </a:lnTo>
                <a:lnTo>
                  <a:pt x="1726393" y="4992"/>
                </a:lnTo>
                <a:lnTo>
                  <a:pt x="1727853" y="18923"/>
                </a:lnTo>
                <a:lnTo>
                  <a:pt x="1728583" y="10939"/>
                </a:lnTo>
                <a:lnTo>
                  <a:pt x="1730043" y="4167"/>
                </a:lnTo>
                <a:lnTo>
                  <a:pt x="1730773" y="6607"/>
                </a:lnTo>
                <a:lnTo>
                  <a:pt x="1735153" y="45306"/>
                </a:lnTo>
                <a:lnTo>
                  <a:pt x="1735883" y="38278"/>
                </a:lnTo>
                <a:lnTo>
                  <a:pt x="1738073" y="32012"/>
                </a:lnTo>
                <a:lnTo>
                  <a:pt x="1741723" y="20205"/>
                </a:lnTo>
                <a:lnTo>
                  <a:pt x="1743913" y="22890"/>
                </a:lnTo>
                <a:lnTo>
                  <a:pt x="1744643" y="18563"/>
                </a:lnTo>
                <a:lnTo>
                  <a:pt x="1746103" y="19819"/>
                </a:lnTo>
                <a:lnTo>
                  <a:pt x="1748293" y="32068"/>
                </a:lnTo>
                <a:lnTo>
                  <a:pt x="1749023" y="28729"/>
                </a:lnTo>
                <a:lnTo>
                  <a:pt x="1749752" y="26747"/>
                </a:lnTo>
                <a:lnTo>
                  <a:pt x="1750482" y="30162"/>
                </a:lnTo>
                <a:lnTo>
                  <a:pt x="1751212" y="30033"/>
                </a:lnTo>
                <a:lnTo>
                  <a:pt x="1751942" y="30075"/>
                </a:lnTo>
                <a:lnTo>
                  <a:pt x="1753402" y="41281"/>
                </a:lnTo>
                <a:lnTo>
                  <a:pt x="1754132" y="37667"/>
                </a:lnTo>
                <a:lnTo>
                  <a:pt x="1756322" y="25969"/>
                </a:lnTo>
                <a:lnTo>
                  <a:pt x="1757052" y="28664"/>
                </a:lnTo>
                <a:lnTo>
                  <a:pt x="1757782" y="32043"/>
                </a:lnTo>
                <a:lnTo>
                  <a:pt x="1759972" y="30627"/>
                </a:lnTo>
                <a:lnTo>
                  <a:pt x="1762892" y="25597"/>
                </a:lnTo>
                <a:lnTo>
                  <a:pt x="1765082" y="44789"/>
                </a:lnTo>
                <a:lnTo>
                  <a:pt x="1767272" y="38499"/>
                </a:lnTo>
                <a:lnTo>
                  <a:pt x="1770192" y="13991"/>
                </a:lnTo>
                <a:lnTo>
                  <a:pt x="1770922" y="14233"/>
                </a:lnTo>
                <a:lnTo>
                  <a:pt x="1775302" y="39840"/>
                </a:lnTo>
                <a:lnTo>
                  <a:pt x="1776762" y="29079"/>
                </a:lnTo>
                <a:lnTo>
                  <a:pt x="1778222" y="36635"/>
                </a:lnTo>
                <a:lnTo>
                  <a:pt x="1779681" y="33332"/>
                </a:lnTo>
                <a:lnTo>
                  <a:pt x="1781141" y="22074"/>
                </a:lnTo>
                <a:lnTo>
                  <a:pt x="1782601" y="23392"/>
                </a:lnTo>
                <a:lnTo>
                  <a:pt x="1784061" y="32833"/>
                </a:lnTo>
                <a:lnTo>
                  <a:pt x="1785521" y="31496"/>
                </a:lnTo>
                <a:lnTo>
                  <a:pt x="1786981" y="31924"/>
                </a:lnTo>
                <a:lnTo>
                  <a:pt x="1787711" y="34691"/>
                </a:lnTo>
                <a:lnTo>
                  <a:pt x="1789171" y="23949"/>
                </a:lnTo>
                <a:lnTo>
                  <a:pt x="1790631" y="24516"/>
                </a:lnTo>
                <a:lnTo>
                  <a:pt x="1792821" y="35501"/>
                </a:lnTo>
                <a:lnTo>
                  <a:pt x="1794281" y="23312"/>
                </a:lnTo>
                <a:lnTo>
                  <a:pt x="1795011" y="29723"/>
                </a:lnTo>
                <a:lnTo>
                  <a:pt x="1797201" y="27263"/>
                </a:lnTo>
                <a:lnTo>
                  <a:pt x="1800121" y="44433"/>
                </a:lnTo>
                <a:lnTo>
                  <a:pt x="1800851" y="29781"/>
                </a:lnTo>
                <a:lnTo>
                  <a:pt x="1801581" y="37830"/>
                </a:lnTo>
                <a:lnTo>
                  <a:pt x="1803041" y="55606"/>
                </a:lnTo>
                <a:lnTo>
                  <a:pt x="1803771" y="53917"/>
                </a:lnTo>
                <a:lnTo>
                  <a:pt x="1805231" y="33627"/>
                </a:lnTo>
                <a:lnTo>
                  <a:pt x="1806691" y="42994"/>
                </a:lnTo>
                <a:lnTo>
                  <a:pt x="1807421" y="31357"/>
                </a:lnTo>
                <a:lnTo>
                  <a:pt x="1808880" y="44006"/>
                </a:lnTo>
                <a:lnTo>
                  <a:pt x="1809610" y="44364"/>
                </a:lnTo>
                <a:lnTo>
                  <a:pt x="1810340" y="30130"/>
                </a:lnTo>
                <a:lnTo>
                  <a:pt x="1812530" y="30345"/>
                </a:lnTo>
                <a:lnTo>
                  <a:pt x="1814720" y="48831"/>
                </a:lnTo>
                <a:lnTo>
                  <a:pt x="1815450" y="57814"/>
                </a:lnTo>
                <a:lnTo>
                  <a:pt x="1816180" y="56775"/>
                </a:lnTo>
                <a:lnTo>
                  <a:pt x="1816910" y="32611"/>
                </a:lnTo>
                <a:lnTo>
                  <a:pt x="1818370" y="46066"/>
                </a:lnTo>
                <a:lnTo>
                  <a:pt x="1819100" y="48174"/>
                </a:lnTo>
                <a:lnTo>
                  <a:pt x="1819830" y="43004"/>
                </a:lnTo>
                <a:lnTo>
                  <a:pt x="1823480" y="31074"/>
                </a:lnTo>
                <a:lnTo>
                  <a:pt x="1824940" y="19933"/>
                </a:lnTo>
                <a:lnTo>
                  <a:pt x="1825670" y="26644"/>
                </a:lnTo>
                <a:lnTo>
                  <a:pt x="1828590" y="70205"/>
                </a:lnTo>
                <a:lnTo>
                  <a:pt x="1829320" y="57592"/>
                </a:lnTo>
                <a:lnTo>
                  <a:pt x="1832240" y="36635"/>
                </a:lnTo>
                <a:lnTo>
                  <a:pt x="1832970" y="41423"/>
                </a:lnTo>
                <a:lnTo>
                  <a:pt x="1834430" y="36668"/>
                </a:lnTo>
                <a:lnTo>
                  <a:pt x="1835160" y="36822"/>
                </a:lnTo>
                <a:lnTo>
                  <a:pt x="1838809" y="58392"/>
                </a:lnTo>
                <a:lnTo>
                  <a:pt x="1841000" y="36623"/>
                </a:lnTo>
                <a:lnTo>
                  <a:pt x="1841729" y="47517"/>
                </a:lnTo>
                <a:lnTo>
                  <a:pt x="1845379" y="68678"/>
                </a:lnTo>
                <a:lnTo>
                  <a:pt x="1843189" y="46943"/>
                </a:lnTo>
                <a:lnTo>
                  <a:pt x="1846109" y="60992"/>
                </a:lnTo>
                <a:lnTo>
                  <a:pt x="1848299" y="40098"/>
                </a:lnTo>
                <a:lnTo>
                  <a:pt x="1849029" y="45858"/>
                </a:lnTo>
                <a:lnTo>
                  <a:pt x="1849759" y="50098"/>
                </a:lnTo>
                <a:lnTo>
                  <a:pt x="1850489" y="44949"/>
                </a:lnTo>
                <a:lnTo>
                  <a:pt x="1851219" y="47608"/>
                </a:lnTo>
                <a:lnTo>
                  <a:pt x="1852679" y="35101"/>
                </a:lnTo>
                <a:lnTo>
                  <a:pt x="1853409" y="41239"/>
                </a:lnTo>
                <a:lnTo>
                  <a:pt x="1855599" y="64071"/>
                </a:lnTo>
                <a:lnTo>
                  <a:pt x="1856329" y="60665"/>
                </a:lnTo>
                <a:lnTo>
                  <a:pt x="1857059" y="60085"/>
                </a:lnTo>
                <a:lnTo>
                  <a:pt x="1858519" y="62199"/>
                </a:lnTo>
                <a:lnTo>
                  <a:pt x="1860709" y="70161"/>
                </a:lnTo>
                <a:lnTo>
                  <a:pt x="1861439" y="64203"/>
                </a:lnTo>
                <a:lnTo>
                  <a:pt x="1862899" y="70247"/>
                </a:lnTo>
                <a:lnTo>
                  <a:pt x="1866549" y="86260"/>
                </a:lnTo>
                <a:lnTo>
                  <a:pt x="1868739" y="89407"/>
                </a:lnTo>
                <a:lnTo>
                  <a:pt x="1870199" y="105352"/>
                </a:lnTo>
                <a:lnTo>
                  <a:pt x="1871658" y="102983"/>
                </a:lnTo>
                <a:lnTo>
                  <a:pt x="1875308" y="86124"/>
                </a:lnTo>
                <a:lnTo>
                  <a:pt x="1877498" y="123019"/>
                </a:lnTo>
                <a:lnTo>
                  <a:pt x="1879688" y="115195"/>
                </a:lnTo>
                <a:lnTo>
                  <a:pt x="1880418" y="117081"/>
                </a:lnTo>
                <a:lnTo>
                  <a:pt x="1881878" y="111150"/>
                </a:lnTo>
                <a:lnTo>
                  <a:pt x="1882608" y="115511"/>
                </a:lnTo>
                <a:lnTo>
                  <a:pt x="1885528" y="120210"/>
                </a:lnTo>
                <a:lnTo>
                  <a:pt x="1893558" y="128413"/>
                </a:lnTo>
                <a:lnTo>
                  <a:pt x="1895018" y="117834"/>
                </a:lnTo>
                <a:lnTo>
                  <a:pt x="1895748" y="122546"/>
                </a:lnTo>
                <a:lnTo>
                  <a:pt x="1897208" y="128341"/>
                </a:lnTo>
                <a:lnTo>
                  <a:pt x="1897938" y="124595"/>
                </a:lnTo>
                <a:lnTo>
                  <a:pt x="1900857" y="117911"/>
                </a:lnTo>
                <a:lnTo>
                  <a:pt x="1902317" y="129437"/>
                </a:lnTo>
                <a:lnTo>
                  <a:pt x="1903777" y="127490"/>
                </a:lnTo>
                <a:lnTo>
                  <a:pt x="1904507" y="126747"/>
                </a:lnTo>
                <a:lnTo>
                  <a:pt x="1905967" y="114153"/>
                </a:lnTo>
                <a:lnTo>
                  <a:pt x="1906697" y="123237"/>
                </a:lnTo>
                <a:lnTo>
                  <a:pt x="1908157" y="129498"/>
                </a:lnTo>
                <a:lnTo>
                  <a:pt x="1908887" y="125185"/>
                </a:lnTo>
                <a:lnTo>
                  <a:pt x="1909617" y="123232"/>
                </a:lnTo>
                <a:lnTo>
                  <a:pt x="1910347" y="131006"/>
                </a:lnTo>
                <a:lnTo>
                  <a:pt x="1911807" y="127605"/>
                </a:lnTo>
                <a:lnTo>
                  <a:pt x="1912537" y="125319"/>
                </a:lnTo>
                <a:lnTo>
                  <a:pt x="1913997" y="128951"/>
                </a:lnTo>
                <a:lnTo>
                  <a:pt x="1914727" y="127903"/>
                </a:lnTo>
                <a:lnTo>
                  <a:pt x="1919837" y="153416"/>
                </a:lnTo>
                <a:lnTo>
                  <a:pt x="1920567" y="150714"/>
                </a:lnTo>
                <a:lnTo>
                  <a:pt x="1921297" y="146711"/>
                </a:lnTo>
                <a:lnTo>
                  <a:pt x="1922757" y="150659"/>
                </a:lnTo>
                <a:lnTo>
                  <a:pt x="1923487" y="153248"/>
                </a:lnTo>
                <a:lnTo>
                  <a:pt x="1924217" y="152224"/>
                </a:lnTo>
                <a:lnTo>
                  <a:pt x="1925677" y="145830"/>
                </a:lnTo>
                <a:lnTo>
                  <a:pt x="1926407" y="146301"/>
                </a:lnTo>
                <a:lnTo>
                  <a:pt x="1927137" y="154978"/>
                </a:lnTo>
                <a:lnTo>
                  <a:pt x="1928596" y="150064"/>
                </a:lnTo>
                <a:lnTo>
                  <a:pt x="1938086" y="132120"/>
                </a:lnTo>
                <a:lnTo>
                  <a:pt x="1939546" y="144789"/>
                </a:lnTo>
                <a:lnTo>
                  <a:pt x="1941006" y="135799"/>
                </a:lnTo>
                <a:lnTo>
                  <a:pt x="1943196" y="151160"/>
                </a:lnTo>
                <a:lnTo>
                  <a:pt x="1943926" y="148344"/>
                </a:lnTo>
                <a:lnTo>
                  <a:pt x="1947576" y="129328"/>
                </a:lnTo>
                <a:lnTo>
                  <a:pt x="1952686" y="126378"/>
                </a:lnTo>
                <a:lnTo>
                  <a:pt x="1956336" y="143259"/>
                </a:lnTo>
                <a:lnTo>
                  <a:pt x="1957066" y="142725"/>
                </a:lnTo>
                <a:lnTo>
                  <a:pt x="1957796" y="144901"/>
                </a:lnTo>
                <a:lnTo>
                  <a:pt x="1958526" y="142958"/>
                </a:lnTo>
                <a:lnTo>
                  <a:pt x="1959256" y="137738"/>
                </a:lnTo>
                <a:lnTo>
                  <a:pt x="1960716" y="144640"/>
                </a:lnTo>
                <a:lnTo>
                  <a:pt x="1965825" y="137792"/>
                </a:lnTo>
                <a:lnTo>
                  <a:pt x="1962176" y="145919"/>
                </a:lnTo>
                <a:lnTo>
                  <a:pt x="1966555" y="140003"/>
                </a:lnTo>
                <a:lnTo>
                  <a:pt x="1970935" y="147578"/>
                </a:lnTo>
                <a:lnTo>
                  <a:pt x="1973125" y="152720"/>
                </a:lnTo>
                <a:lnTo>
                  <a:pt x="1973855" y="147043"/>
                </a:lnTo>
                <a:lnTo>
                  <a:pt x="1975315" y="155154"/>
                </a:lnTo>
                <a:lnTo>
                  <a:pt x="1977505" y="160255"/>
                </a:lnTo>
                <a:lnTo>
                  <a:pt x="1980425" y="148085"/>
                </a:lnTo>
                <a:lnTo>
                  <a:pt x="1981885" y="157096"/>
                </a:lnTo>
                <a:lnTo>
                  <a:pt x="1982615" y="155420"/>
                </a:lnTo>
                <a:lnTo>
                  <a:pt x="1986265" y="136180"/>
                </a:lnTo>
                <a:lnTo>
                  <a:pt x="1986995" y="130243"/>
                </a:lnTo>
                <a:lnTo>
                  <a:pt x="1987725" y="132861"/>
                </a:lnTo>
                <a:lnTo>
                  <a:pt x="1989915" y="152173"/>
                </a:lnTo>
                <a:lnTo>
                  <a:pt x="1990645" y="146985"/>
                </a:lnTo>
                <a:lnTo>
                  <a:pt x="1991374" y="138469"/>
                </a:lnTo>
                <a:lnTo>
                  <a:pt x="1992834" y="149242"/>
                </a:lnTo>
                <a:lnTo>
                  <a:pt x="1994294" y="151856"/>
                </a:lnTo>
                <a:lnTo>
                  <a:pt x="1997944" y="172119"/>
                </a:lnTo>
                <a:lnTo>
                  <a:pt x="1999404" y="168024"/>
                </a:lnTo>
                <a:lnTo>
                  <a:pt x="2000134" y="173602"/>
                </a:lnTo>
                <a:lnTo>
                  <a:pt x="2000864" y="168503"/>
                </a:lnTo>
                <a:lnTo>
                  <a:pt x="2003054" y="172573"/>
                </a:lnTo>
                <a:lnTo>
                  <a:pt x="2003784" y="168803"/>
                </a:lnTo>
                <a:lnTo>
                  <a:pt x="2004514" y="176659"/>
                </a:lnTo>
                <a:lnTo>
                  <a:pt x="2005244" y="181435"/>
                </a:lnTo>
                <a:lnTo>
                  <a:pt x="2005974" y="171200"/>
                </a:lnTo>
                <a:lnTo>
                  <a:pt x="2006704" y="173766"/>
                </a:lnTo>
                <a:lnTo>
                  <a:pt x="2007434" y="177476"/>
                </a:lnTo>
                <a:lnTo>
                  <a:pt x="2008894" y="173745"/>
                </a:lnTo>
                <a:lnTo>
                  <a:pt x="2016194" y="180272"/>
                </a:lnTo>
                <a:lnTo>
                  <a:pt x="2016924" y="173849"/>
                </a:lnTo>
                <a:lnTo>
                  <a:pt x="2018384" y="175466"/>
                </a:lnTo>
                <a:lnTo>
                  <a:pt x="2019844" y="182980"/>
                </a:lnTo>
                <a:lnTo>
                  <a:pt x="2021303" y="178519"/>
                </a:lnTo>
                <a:lnTo>
                  <a:pt x="2022033" y="177446"/>
                </a:lnTo>
                <a:lnTo>
                  <a:pt x="2022763" y="179863"/>
                </a:lnTo>
                <a:lnTo>
                  <a:pt x="2023493" y="179353"/>
                </a:lnTo>
                <a:lnTo>
                  <a:pt x="2024223" y="180014"/>
                </a:lnTo>
                <a:lnTo>
                  <a:pt x="2024953" y="178895"/>
                </a:lnTo>
                <a:lnTo>
                  <a:pt x="2026413" y="176376"/>
                </a:lnTo>
                <a:lnTo>
                  <a:pt x="2027143" y="179891"/>
                </a:lnTo>
                <a:lnTo>
                  <a:pt x="2027873" y="181268"/>
                </a:lnTo>
                <a:lnTo>
                  <a:pt x="2028603" y="178176"/>
                </a:lnTo>
                <a:lnTo>
                  <a:pt x="2029333" y="176964"/>
                </a:lnTo>
                <a:lnTo>
                  <a:pt x="2030063" y="180420"/>
                </a:lnTo>
                <a:lnTo>
                  <a:pt x="2032253" y="177674"/>
                </a:lnTo>
                <a:lnTo>
                  <a:pt x="2033713" y="189519"/>
                </a:lnTo>
                <a:lnTo>
                  <a:pt x="2035903" y="190210"/>
                </a:lnTo>
                <a:lnTo>
                  <a:pt x="2036633" y="186429"/>
                </a:lnTo>
                <a:lnTo>
                  <a:pt x="2041743" y="190291"/>
                </a:lnTo>
                <a:lnTo>
                  <a:pt x="2043203" y="188805"/>
                </a:lnTo>
                <a:lnTo>
                  <a:pt x="2043933" y="187117"/>
                </a:lnTo>
                <a:lnTo>
                  <a:pt x="2044663" y="192872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67"/>
          <p:cNvSpPr/>
          <p:nvPr/>
        </p:nvSpPr>
        <p:spPr>
          <a:xfrm>
            <a:off x="955673" y="3290387"/>
            <a:ext cx="2044663" cy="674452"/>
          </a:xfrm>
          <a:custGeom>
            <a:avLst/>
            <a:gdLst/>
            <a:ahLst/>
            <a:cxnLst/>
            <a:rect l="l" t="t" r="r" b="b"/>
            <a:pathLst>
              <a:path w="2044663" h="674452">
                <a:moveTo>
                  <a:pt x="0" y="102041"/>
                </a:moveTo>
                <a:lnTo>
                  <a:pt x="3650" y="105189"/>
                </a:lnTo>
                <a:lnTo>
                  <a:pt x="5110" y="103579"/>
                </a:lnTo>
                <a:lnTo>
                  <a:pt x="5840" y="105705"/>
                </a:lnTo>
                <a:lnTo>
                  <a:pt x="6570" y="106757"/>
                </a:lnTo>
                <a:lnTo>
                  <a:pt x="8030" y="114111"/>
                </a:lnTo>
                <a:lnTo>
                  <a:pt x="8760" y="106900"/>
                </a:lnTo>
                <a:lnTo>
                  <a:pt x="9490" y="103077"/>
                </a:lnTo>
                <a:lnTo>
                  <a:pt x="10220" y="111253"/>
                </a:lnTo>
                <a:lnTo>
                  <a:pt x="16060" y="100769"/>
                </a:lnTo>
                <a:lnTo>
                  <a:pt x="16789" y="105728"/>
                </a:lnTo>
                <a:lnTo>
                  <a:pt x="17519" y="103447"/>
                </a:lnTo>
                <a:lnTo>
                  <a:pt x="18979" y="81264"/>
                </a:lnTo>
                <a:lnTo>
                  <a:pt x="20439" y="89479"/>
                </a:lnTo>
                <a:lnTo>
                  <a:pt x="23359" y="111110"/>
                </a:lnTo>
                <a:lnTo>
                  <a:pt x="24089" y="104703"/>
                </a:lnTo>
                <a:lnTo>
                  <a:pt x="25549" y="93804"/>
                </a:lnTo>
                <a:lnTo>
                  <a:pt x="26279" y="96234"/>
                </a:lnTo>
                <a:lnTo>
                  <a:pt x="27739" y="102808"/>
                </a:lnTo>
                <a:lnTo>
                  <a:pt x="29199" y="101929"/>
                </a:lnTo>
                <a:lnTo>
                  <a:pt x="32849" y="96477"/>
                </a:lnTo>
                <a:lnTo>
                  <a:pt x="33579" y="100507"/>
                </a:lnTo>
                <a:lnTo>
                  <a:pt x="35039" y="107673"/>
                </a:lnTo>
                <a:lnTo>
                  <a:pt x="36499" y="106126"/>
                </a:lnTo>
                <a:lnTo>
                  <a:pt x="45989" y="94772"/>
                </a:lnTo>
                <a:lnTo>
                  <a:pt x="46719" y="96496"/>
                </a:lnTo>
                <a:lnTo>
                  <a:pt x="48178" y="102474"/>
                </a:lnTo>
                <a:lnTo>
                  <a:pt x="49638" y="110373"/>
                </a:lnTo>
                <a:lnTo>
                  <a:pt x="51098" y="108232"/>
                </a:lnTo>
                <a:lnTo>
                  <a:pt x="52558" y="102287"/>
                </a:lnTo>
                <a:lnTo>
                  <a:pt x="54018" y="93792"/>
                </a:lnTo>
                <a:lnTo>
                  <a:pt x="55478" y="97903"/>
                </a:lnTo>
                <a:lnTo>
                  <a:pt x="61318" y="119313"/>
                </a:lnTo>
                <a:lnTo>
                  <a:pt x="62778" y="115084"/>
                </a:lnTo>
                <a:lnTo>
                  <a:pt x="64968" y="110015"/>
                </a:lnTo>
                <a:lnTo>
                  <a:pt x="66428" y="110806"/>
                </a:lnTo>
                <a:lnTo>
                  <a:pt x="70078" y="112820"/>
                </a:lnTo>
                <a:lnTo>
                  <a:pt x="72998" y="105808"/>
                </a:lnTo>
                <a:lnTo>
                  <a:pt x="74458" y="114672"/>
                </a:lnTo>
                <a:lnTo>
                  <a:pt x="75918" y="110317"/>
                </a:lnTo>
                <a:lnTo>
                  <a:pt x="78107" y="124675"/>
                </a:lnTo>
                <a:lnTo>
                  <a:pt x="80297" y="123198"/>
                </a:lnTo>
                <a:lnTo>
                  <a:pt x="82487" y="124380"/>
                </a:lnTo>
                <a:lnTo>
                  <a:pt x="85407" y="117098"/>
                </a:lnTo>
                <a:lnTo>
                  <a:pt x="89057" y="128138"/>
                </a:lnTo>
                <a:lnTo>
                  <a:pt x="90517" y="123738"/>
                </a:lnTo>
                <a:lnTo>
                  <a:pt x="91247" y="117178"/>
                </a:lnTo>
                <a:lnTo>
                  <a:pt x="93437" y="118985"/>
                </a:lnTo>
                <a:lnTo>
                  <a:pt x="96357" y="145778"/>
                </a:lnTo>
                <a:lnTo>
                  <a:pt x="97087" y="143681"/>
                </a:lnTo>
                <a:lnTo>
                  <a:pt x="101467" y="130014"/>
                </a:lnTo>
                <a:lnTo>
                  <a:pt x="106577" y="123471"/>
                </a:lnTo>
                <a:lnTo>
                  <a:pt x="110226" y="133381"/>
                </a:lnTo>
                <a:lnTo>
                  <a:pt x="110956" y="130343"/>
                </a:lnTo>
                <a:lnTo>
                  <a:pt x="113146" y="124896"/>
                </a:lnTo>
                <a:lnTo>
                  <a:pt x="113876" y="127294"/>
                </a:lnTo>
                <a:lnTo>
                  <a:pt x="117526" y="132301"/>
                </a:lnTo>
                <a:lnTo>
                  <a:pt x="121176" y="120898"/>
                </a:lnTo>
                <a:lnTo>
                  <a:pt x="123366" y="136804"/>
                </a:lnTo>
                <a:lnTo>
                  <a:pt x="124096" y="133399"/>
                </a:lnTo>
                <a:lnTo>
                  <a:pt x="127016" y="124921"/>
                </a:lnTo>
                <a:lnTo>
                  <a:pt x="127746" y="128605"/>
                </a:lnTo>
                <a:lnTo>
                  <a:pt x="130666" y="138407"/>
                </a:lnTo>
                <a:lnTo>
                  <a:pt x="133586" y="151756"/>
                </a:lnTo>
                <a:lnTo>
                  <a:pt x="134316" y="152730"/>
                </a:lnTo>
                <a:lnTo>
                  <a:pt x="137966" y="135830"/>
                </a:lnTo>
                <a:lnTo>
                  <a:pt x="139426" y="147101"/>
                </a:lnTo>
                <a:lnTo>
                  <a:pt x="140885" y="139520"/>
                </a:lnTo>
                <a:lnTo>
                  <a:pt x="141615" y="142695"/>
                </a:lnTo>
                <a:lnTo>
                  <a:pt x="142345" y="139200"/>
                </a:lnTo>
                <a:lnTo>
                  <a:pt x="143805" y="132214"/>
                </a:lnTo>
                <a:lnTo>
                  <a:pt x="144535" y="136611"/>
                </a:lnTo>
                <a:lnTo>
                  <a:pt x="148915" y="147523"/>
                </a:lnTo>
                <a:lnTo>
                  <a:pt x="149645" y="148587"/>
                </a:lnTo>
                <a:lnTo>
                  <a:pt x="150375" y="146222"/>
                </a:lnTo>
                <a:lnTo>
                  <a:pt x="154755" y="140797"/>
                </a:lnTo>
                <a:lnTo>
                  <a:pt x="156945" y="137145"/>
                </a:lnTo>
                <a:lnTo>
                  <a:pt x="158405" y="132837"/>
                </a:lnTo>
                <a:lnTo>
                  <a:pt x="159135" y="135519"/>
                </a:lnTo>
                <a:lnTo>
                  <a:pt x="165705" y="172059"/>
                </a:lnTo>
                <a:lnTo>
                  <a:pt x="166435" y="170041"/>
                </a:lnTo>
                <a:lnTo>
                  <a:pt x="170084" y="143425"/>
                </a:lnTo>
                <a:lnTo>
                  <a:pt x="172274" y="144896"/>
                </a:lnTo>
                <a:lnTo>
                  <a:pt x="174464" y="128718"/>
                </a:lnTo>
                <a:lnTo>
                  <a:pt x="175194" y="134998"/>
                </a:lnTo>
                <a:lnTo>
                  <a:pt x="177384" y="168593"/>
                </a:lnTo>
                <a:lnTo>
                  <a:pt x="180304" y="157474"/>
                </a:lnTo>
                <a:lnTo>
                  <a:pt x="181034" y="161763"/>
                </a:lnTo>
                <a:lnTo>
                  <a:pt x="182494" y="155965"/>
                </a:lnTo>
                <a:lnTo>
                  <a:pt x="185414" y="159895"/>
                </a:lnTo>
                <a:lnTo>
                  <a:pt x="186144" y="158227"/>
                </a:lnTo>
                <a:lnTo>
                  <a:pt x="188334" y="149788"/>
                </a:lnTo>
                <a:lnTo>
                  <a:pt x="189794" y="151780"/>
                </a:lnTo>
                <a:lnTo>
                  <a:pt x="191984" y="164151"/>
                </a:lnTo>
                <a:lnTo>
                  <a:pt x="193444" y="160884"/>
                </a:lnTo>
                <a:lnTo>
                  <a:pt x="195634" y="161733"/>
                </a:lnTo>
                <a:lnTo>
                  <a:pt x="197824" y="153529"/>
                </a:lnTo>
                <a:lnTo>
                  <a:pt x="200014" y="155344"/>
                </a:lnTo>
                <a:lnTo>
                  <a:pt x="200743" y="153895"/>
                </a:lnTo>
                <a:lnTo>
                  <a:pt x="204393" y="147262"/>
                </a:lnTo>
                <a:lnTo>
                  <a:pt x="205853" y="154063"/>
                </a:lnTo>
                <a:lnTo>
                  <a:pt x="207313" y="149686"/>
                </a:lnTo>
                <a:lnTo>
                  <a:pt x="208043" y="147254"/>
                </a:lnTo>
                <a:lnTo>
                  <a:pt x="210233" y="147922"/>
                </a:lnTo>
                <a:lnTo>
                  <a:pt x="211693" y="146913"/>
                </a:lnTo>
                <a:lnTo>
                  <a:pt x="212423" y="148703"/>
                </a:lnTo>
                <a:lnTo>
                  <a:pt x="214613" y="154051"/>
                </a:lnTo>
                <a:lnTo>
                  <a:pt x="215343" y="151523"/>
                </a:lnTo>
                <a:lnTo>
                  <a:pt x="216073" y="148460"/>
                </a:lnTo>
                <a:lnTo>
                  <a:pt x="216803" y="149334"/>
                </a:lnTo>
                <a:lnTo>
                  <a:pt x="220453" y="161558"/>
                </a:lnTo>
                <a:lnTo>
                  <a:pt x="226293" y="155127"/>
                </a:lnTo>
                <a:lnTo>
                  <a:pt x="227023" y="159037"/>
                </a:lnTo>
                <a:lnTo>
                  <a:pt x="231402" y="174949"/>
                </a:lnTo>
                <a:lnTo>
                  <a:pt x="232132" y="172386"/>
                </a:lnTo>
                <a:lnTo>
                  <a:pt x="235782" y="160827"/>
                </a:lnTo>
                <a:lnTo>
                  <a:pt x="237242" y="153487"/>
                </a:lnTo>
                <a:lnTo>
                  <a:pt x="237972" y="159676"/>
                </a:lnTo>
                <a:lnTo>
                  <a:pt x="239432" y="167744"/>
                </a:lnTo>
                <a:lnTo>
                  <a:pt x="240892" y="162897"/>
                </a:lnTo>
                <a:lnTo>
                  <a:pt x="242352" y="160710"/>
                </a:lnTo>
                <a:lnTo>
                  <a:pt x="243812" y="149773"/>
                </a:lnTo>
                <a:lnTo>
                  <a:pt x="245272" y="155874"/>
                </a:lnTo>
                <a:lnTo>
                  <a:pt x="250382" y="141453"/>
                </a:lnTo>
                <a:lnTo>
                  <a:pt x="251112" y="142968"/>
                </a:lnTo>
                <a:lnTo>
                  <a:pt x="252572" y="141178"/>
                </a:lnTo>
                <a:lnTo>
                  <a:pt x="256222" y="138822"/>
                </a:lnTo>
                <a:lnTo>
                  <a:pt x="260602" y="145074"/>
                </a:lnTo>
                <a:lnTo>
                  <a:pt x="261331" y="143883"/>
                </a:lnTo>
                <a:lnTo>
                  <a:pt x="265711" y="131554"/>
                </a:lnTo>
                <a:lnTo>
                  <a:pt x="270091" y="152286"/>
                </a:lnTo>
                <a:lnTo>
                  <a:pt x="271551" y="148952"/>
                </a:lnTo>
                <a:lnTo>
                  <a:pt x="273011" y="142999"/>
                </a:lnTo>
                <a:lnTo>
                  <a:pt x="274471" y="145905"/>
                </a:lnTo>
                <a:lnTo>
                  <a:pt x="277391" y="154063"/>
                </a:lnTo>
                <a:lnTo>
                  <a:pt x="278121" y="150742"/>
                </a:lnTo>
                <a:lnTo>
                  <a:pt x="279581" y="146540"/>
                </a:lnTo>
                <a:lnTo>
                  <a:pt x="280311" y="148750"/>
                </a:lnTo>
                <a:lnTo>
                  <a:pt x="281041" y="152523"/>
                </a:lnTo>
                <a:lnTo>
                  <a:pt x="281771" y="146746"/>
                </a:lnTo>
                <a:lnTo>
                  <a:pt x="283231" y="150130"/>
                </a:lnTo>
                <a:lnTo>
                  <a:pt x="286881" y="149648"/>
                </a:lnTo>
                <a:lnTo>
                  <a:pt x="287611" y="142849"/>
                </a:lnTo>
                <a:lnTo>
                  <a:pt x="289071" y="146434"/>
                </a:lnTo>
                <a:lnTo>
                  <a:pt x="289801" y="152822"/>
                </a:lnTo>
                <a:lnTo>
                  <a:pt x="291260" y="152420"/>
                </a:lnTo>
                <a:lnTo>
                  <a:pt x="292720" y="137871"/>
                </a:lnTo>
                <a:lnTo>
                  <a:pt x="294910" y="139496"/>
                </a:lnTo>
                <a:lnTo>
                  <a:pt x="295640" y="137473"/>
                </a:lnTo>
                <a:lnTo>
                  <a:pt x="297100" y="140482"/>
                </a:lnTo>
                <a:lnTo>
                  <a:pt x="297830" y="142840"/>
                </a:lnTo>
                <a:lnTo>
                  <a:pt x="298560" y="142279"/>
                </a:lnTo>
                <a:lnTo>
                  <a:pt x="300020" y="134973"/>
                </a:lnTo>
                <a:lnTo>
                  <a:pt x="301480" y="139317"/>
                </a:lnTo>
                <a:lnTo>
                  <a:pt x="308780" y="138453"/>
                </a:lnTo>
                <a:lnTo>
                  <a:pt x="310240" y="144875"/>
                </a:lnTo>
                <a:lnTo>
                  <a:pt x="311700" y="142740"/>
                </a:lnTo>
                <a:lnTo>
                  <a:pt x="313160" y="144136"/>
                </a:lnTo>
                <a:lnTo>
                  <a:pt x="314620" y="136570"/>
                </a:lnTo>
                <a:lnTo>
                  <a:pt x="316080" y="138176"/>
                </a:lnTo>
                <a:lnTo>
                  <a:pt x="318270" y="142204"/>
                </a:lnTo>
                <a:lnTo>
                  <a:pt x="319000" y="141643"/>
                </a:lnTo>
                <a:lnTo>
                  <a:pt x="321190" y="137487"/>
                </a:lnTo>
                <a:lnTo>
                  <a:pt x="321919" y="139991"/>
                </a:lnTo>
                <a:lnTo>
                  <a:pt x="322649" y="141627"/>
                </a:lnTo>
                <a:lnTo>
                  <a:pt x="323379" y="137969"/>
                </a:lnTo>
                <a:lnTo>
                  <a:pt x="325569" y="121448"/>
                </a:lnTo>
                <a:lnTo>
                  <a:pt x="326299" y="104842"/>
                </a:lnTo>
                <a:lnTo>
                  <a:pt x="327759" y="119198"/>
                </a:lnTo>
                <a:lnTo>
                  <a:pt x="330679" y="142587"/>
                </a:lnTo>
                <a:lnTo>
                  <a:pt x="331409" y="143690"/>
                </a:lnTo>
                <a:lnTo>
                  <a:pt x="332139" y="141258"/>
                </a:lnTo>
                <a:lnTo>
                  <a:pt x="334329" y="132086"/>
                </a:lnTo>
                <a:lnTo>
                  <a:pt x="335059" y="140369"/>
                </a:lnTo>
                <a:lnTo>
                  <a:pt x="336519" y="136891"/>
                </a:lnTo>
                <a:lnTo>
                  <a:pt x="337979" y="134197"/>
                </a:lnTo>
                <a:lnTo>
                  <a:pt x="338709" y="135210"/>
                </a:lnTo>
                <a:lnTo>
                  <a:pt x="339439" y="137449"/>
                </a:lnTo>
                <a:lnTo>
                  <a:pt x="341629" y="136138"/>
                </a:lnTo>
                <a:lnTo>
                  <a:pt x="345279" y="133583"/>
                </a:lnTo>
                <a:lnTo>
                  <a:pt x="346009" y="130333"/>
                </a:lnTo>
                <a:lnTo>
                  <a:pt x="346739" y="131474"/>
                </a:lnTo>
                <a:lnTo>
                  <a:pt x="347469" y="136836"/>
                </a:lnTo>
                <a:lnTo>
                  <a:pt x="348929" y="132820"/>
                </a:lnTo>
                <a:lnTo>
                  <a:pt x="350388" y="131033"/>
                </a:lnTo>
                <a:lnTo>
                  <a:pt x="351118" y="133429"/>
                </a:lnTo>
                <a:lnTo>
                  <a:pt x="351849" y="133852"/>
                </a:lnTo>
                <a:lnTo>
                  <a:pt x="352579" y="132113"/>
                </a:lnTo>
                <a:lnTo>
                  <a:pt x="355498" y="124075"/>
                </a:lnTo>
                <a:lnTo>
                  <a:pt x="356228" y="125373"/>
                </a:lnTo>
                <a:lnTo>
                  <a:pt x="357688" y="129372"/>
                </a:lnTo>
                <a:lnTo>
                  <a:pt x="358418" y="128286"/>
                </a:lnTo>
                <a:lnTo>
                  <a:pt x="362068" y="118020"/>
                </a:lnTo>
                <a:lnTo>
                  <a:pt x="362798" y="116894"/>
                </a:lnTo>
                <a:lnTo>
                  <a:pt x="363528" y="118940"/>
                </a:lnTo>
                <a:lnTo>
                  <a:pt x="368638" y="125131"/>
                </a:lnTo>
                <a:lnTo>
                  <a:pt x="370828" y="125528"/>
                </a:lnTo>
                <a:lnTo>
                  <a:pt x="373748" y="120239"/>
                </a:lnTo>
                <a:lnTo>
                  <a:pt x="374478" y="121572"/>
                </a:lnTo>
                <a:lnTo>
                  <a:pt x="375208" y="124813"/>
                </a:lnTo>
                <a:lnTo>
                  <a:pt x="376668" y="121076"/>
                </a:lnTo>
                <a:lnTo>
                  <a:pt x="377398" y="122342"/>
                </a:lnTo>
                <a:lnTo>
                  <a:pt x="378128" y="120850"/>
                </a:lnTo>
                <a:lnTo>
                  <a:pt x="381048" y="108821"/>
                </a:lnTo>
                <a:lnTo>
                  <a:pt x="385427" y="82895"/>
                </a:lnTo>
                <a:lnTo>
                  <a:pt x="386157" y="87204"/>
                </a:lnTo>
                <a:lnTo>
                  <a:pt x="387617" y="94448"/>
                </a:lnTo>
                <a:lnTo>
                  <a:pt x="389077" y="91121"/>
                </a:lnTo>
                <a:lnTo>
                  <a:pt x="391997" y="96420"/>
                </a:lnTo>
                <a:lnTo>
                  <a:pt x="394917" y="94002"/>
                </a:lnTo>
                <a:lnTo>
                  <a:pt x="398567" y="98939"/>
                </a:lnTo>
                <a:lnTo>
                  <a:pt x="400757" y="89056"/>
                </a:lnTo>
                <a:lnTo>
                  <a:pt x="401487" y="93136"/>
                </a:lnTo>
                <a:lnTo>
                  <a:pt x="405137" y="104973"/>
                </a:lnTo>
                <a:lnTo>
                  <a:pt x="406597" y="95446"/>
                </a:lnTo>
                <a:lnTo>
                  <a:pt x="407327" y="90377"/>
                </a:lnTo>
                <a:lnTo>
                  <a:pt x="408057" y="99352"/>
                </a:lnTo>
                <a:lnTo>
                  <a:pt x="408787" y="104344"/>
                </a:lnTo>
                <a:lnTo>
                  <a:pt x="410247" y="99795"/>
                </a:lnTo>
                <a:lnTo>
                  <a:pt x="410977" y="96227"/>
                </a:lnTo>
                <a:lnTo>
                  <a:pt x="412437" y="99074"/>
                </a:lnTo>
                <a:lnTo>
                  <a:pt x="413896" y="104677"/>
                </a:lnTo>
                <a:lnTo>
                  <a:pt x="414626" y="102635"/>
                </a:lnTo>
                <a:lnTo>
                  <a:pt x="417546" y="96874"/>
                </a:lnTo>
                <a:lnTo>
                  <a:pt x="418276" y="99006"/>
                </a:lnTo>
                <a:lnTo>
                  <a:pt x="421926" y="100735"/>
                </a:lnTo>
                <a:lnTo>
                  <a:pt x="422656" y="99013"/>
                </a:lnTo>
                <a:lnTo>
                  <a:pt x="427036" y="92477"/>
                </a:lnTo>
                <a:lnTo>
                  <a:pt x="429956" y="101283"/>
                </a:lnTo>
                <a:lnTo>
                  <a:pt x="431416" y="98911"/>
                </a:lnTo>
                <a:lnTo>
                  <a:pt x="434336" y="84693"/>
                </a:lnTo>
                <a:lnTo>
                  <a:pt x="436526" y="87395"/>
                </a:lnTo>
                <a:lnTo>
                  <a:pt x="441636" y="98212"/>
                </a:lnTo>
                <a:lnTo>
                  <a:pt x="446015" y="104541"/>
                </a:lnTo>
                <a:lnTo>
                  <a:pt x="446745" y="96825"/>
                </a:lnTo>
                <a:lnTo>
                  <a:pt x="448205" y="101341"/>
                </a:lnTo>
                <a:lnTo>
                  <a:pt x="453315" y="117422"/>
                </a:lnTo>
                <a:lnTo>
                  <a:pt x="454045" y="115593"/>
                </a:lnTo>
                <a:lnTo>
                  <a:pt x="455505" y="95002"/>
                </a:lnTo>
                <a:lnTo>
                  <a:pt x="456965" y="95168"/>
                </a:lnTo>
                <a:lnTo>
                  <a:pt x="458425" y="87106"/>
                </a:lnTo>
                <a:lnTo>
                  <a:pt x="459885" y="89455"/>
                </a:lnTo>
                <a:lnTo>
                  <a:pt x="462805" y="105509"/>
                </a:lnTo>
                <a:lnTo>
                  <a:pt x="464265" y="101919"/>
                </a:lnTo>
                <a:lnTo>
                  <a:pt x="464995" y="102790"/>
                </a:lnTo>
                <a:lnTo>
                  <a:pt x="465725" y="101041"/>
                </a:lnTo>
                <a:lnTo>
                  <a:pt x="467915" y="82197"/>
                </a:lnTo>
                <a:lnTo>
                  <a:pt x="469375" y="87555"/>
                </a:lnTo>
                <a:lnTo>
                  <a:pt x="473754" y="100346"/>
                </a:lnTo>
                <a:lnTo>
                  <a:pt x="475214" y="97339"/>
                </a:lnTo>
                <a:lnTo>
                  <a:pt x="476674" y="85857"/>
                </a:lnTo>
                <a:lnTo>
                  <a:pt x="477404" y="89753"/>
                </a:lnTo>
                <a:lnTo>
                  <a:pt x="478134" y="96540"/>
                </a:lnTo>
                <a:lnTo>
                  <a:pt x="479594" y="87863"/>
                </a:lnTo>
                <a:lnTo>
                  <a:pt x="481784" y="90908"/>
                </a:lnTo>
                <a:lnTo>
                  <a:pt x="482514" y="93253"/>
                </a:lnTo>
                <a:lnTo>
                  <a:pt x="483244" y="88191"/>
                </a:lnTo>
                <a:lnTo>
                  <a:pt x="485434" y="81982"/>
                </a:lnTo>
                <a:lnTo>
                  <a:pt x="486894" y="87014"/>
                </a:lnTo>
                <a:lnTo>
                  <a:pt x="487624" y="79534"/>
                </a:lnTo>
                <a:lnTo>
                  <a:pt x="488354" y="78165"/>
                </a:lnTo>
                <a:lnTo>
                  <a:pt x="492734" y="91490"/>
                </a:lnTo>
                <a:lnTo>
                  <a:pt x="497844" y="109415"/>
                </a:lnTo>
                <a:lnTo>
                  <a:pt x="501494" y="85945"/>
                </a:lnTo>
                <a:lnTo>
                  <a:pt x="502224" y="90060"/>
                </a:lnTo>
                <a:lnTo>
                  <a:pt x="503683" y="97053"/>
                </a:lnTo>
                <a:lnTo>
                  <a:pt x="504413" y="88976"/>
                </a:lnTo>
                <a:lnTo>
                  <a:pt x="505873" y="75402"/>
                </a:lnTo>
                <a:lnTo>
                  <a:pt x="507333" y="85839"/>
                </a:lnTo>
                <a:lnTo>
                  <a:pt x="510983" y="85881"/>
                </a:lnTo>
                <a:lnTo>
                  <a:pt x="516823" y="84377"/>
                </a:lnTo>
                <a:lnTo>
                  <a:pt x="517553" y="78835"/>
                </a:lnTo>
                <a:lnTo>
                  <a:pt x="519743" y="81987"/>
                </a:lnTo>
                <a:lnTo>
                  <a:pt x="521203" y="84716"/>
                </a:lnTo>
                <a:lnTo>
                  <a:pt x="525583" y="101194"/>
                </a:lnTo>
                <a:lnTo>
                  <a:pt x="526313" y="98392"/>
                </a:lnTo>
                <a:lnTo>
                  <a:pt x="527043" y="102230"/>
                </a:lnTo>
                <a:lnTo>
                  <a:pt x="527773" y="103437"/>
                </a:lnTo>
                <a:lnTo>
                  <a:pt x="528503" y="100090"/>
                </a:lnTo>
                <a:lnTo>
                  <a:pt x="529233" y="97618"/>
                </a:lnTo>
                <a:lnTo>
                  <a:pt x="530693" y="99106"/>
                </a:lnTo>
                <a:lnTo>
                  <a:pt x="531423" y="101154"/>
                </a:lnTo>
                <a:lnTo>
                  <a:pt x="532153" y="96195"/>
                </a:lnTo>
                <a:lnTo>
                  <a:pt x="532883" y="97492"/>
                </a:lnTo>
                <a:lnTo>
                  <a:pt x="535072" y="96285"/>
                </a:lnTo>
                <a:lnTo>
                  <a:pt x="536532" y="94194"/>
                </a:lnTo>
                <a:lnTo>
                  <a:pt x="537262" y="96590"/>
                </a:lnTo>
                <a:lnTo>
                  <a:pt x="546022" y="105354"/>
                </a:lnTo>
                <a:lnTo>
                  <a:pt x="550402" y="121482"/>
                </a:lnTo>
                <a:lnTo>
                  <a:pt x="551862" y="109520"/>
                </a:lnTo>
                <a:lnTo>
                  <a:pt x="553322" y="115926"/>
                </a:lnTo>
                <a:lnTo>
                  <a:pt x="556242" y="112122"/>
                </a:lnTo>
                <a:lnTo>
                  <a:pt x="562082" y="122736"/>
                </a:lnTo>
                <a:lnTo>
                  <a:pt x="564272" y="122408"/>
                </a:lnTo>
                <a:lnTo>
                  <a:pt x="567191" y="125120"/>
                </a:lnTo>
                <a:lnTo>
                  <a:pt x="567921" y="121919"/>
                </a:lnTo>
                <a:lnTo>
                  <a:pt x="569381" y="126391"/>
                </a:lnTo>
                <a:lnTo>
                  <a:pt x="572301" y="134944"/>
                </a:lnTo>
                <a:lnTo>
                  <a:pt x="573761" y="131066"/>
                </a:lnTo>
                <a:lnTo>
                  <a:pt x="577411" y="119639"/>
                </a:lnTo>
                <a:lnTo>
                  <a:pt x="582521" y="144312"/>
                </a:lnTo>
                <a:lnTo>
                  <a:pt x="586171" y="138352"/>
                </a:lnTo>
                <a:lnTo>
                  <a:pt x="589821" y="147953"/>
                </a:lnTo>
                <a:lnTo>
                  <a:pt x="591281" y="136562"/>
                </a:lnTo>
                <a:lnTo>
                  <a:pt x="593471" y="139429"/>
                </a:lnTo>
                <a:lnTo>
                  <a:pt x="594201" y="139105"/>
                </a:lnTo>
                <a:lnTo>
                  <a:pt x="596390" y="146203"/>
                </a:lnTo>
                <a:lnTo>
                  <a:pt x="597850" y="143296"/>
                </a:lnTo>
                <a:lnTo>
                  <a:pt x="598580" y="136934"/>
                </a:lnTo>
                <a:lnTo>
                  <a:pt x="600770" y="139992"/>
                </a:lnTo>
                <a:lnTo>
                  <a:pt x="602230" y="139445"/>
                </a:lnTo>
                <a:lnTo>
                  <a:pt x="605150" y="145013"/>
                </a:lnTo>
                <a:lnTo>
                  <a:pt x="606610" y="138568"/>
                </a:lnTo>
                <a:lnTo>
                  <a:pt x="608070" y="143123"/>
                </a:lnTo>
                <a:lnTo>
                  <a:pt x="614640" y="163553"/>
                </a:lnTo>
                <a:lnTo>
                  <a:pt x="615370" y="159634"/>
                </a:lnTo>
                <a:lnTo>
                  <a:pt x="616830" y="154224"/>
                </a:lnTo>
                <a:lnTo>
                  <a:pt x="618290" y="158377"/>
                </a:lnTo>
                <a:lnTo>
                  <a:pt x="619020" y="161209"/>
                </a:lnTo>
                <a:lnTo>
                  <a:pt x="619750" y="159216"/>
                </a:lnTo>
                <a:lnTo>
                  <a:pt x="621940" y="147869"/>
                </a:lnTo>
                <a:lnTo>
                  <a:pt x="623399" y="152516"/>
                </a:lnTo>
                <a:lnTo>
                  <a:pt x="625589" y="169969"/>
                </a:lnTo>
                <a:lnTo>
                  <a:pt x="626319" y="167708"/>
                </a:lnTo>
                <a:lnTo>
                  <a:pt x="629239" y="151325"/>
                </a:lnTo>
                <a:lnTo>
                  <a:pt x="632159" y="181366"/>
                </a:lnTo>
                <a:lnTo>
                  <a:pt x="632889" y="173718"/>
                </a:lnTo>
                <a:lnTo>
                  <a:pt x="635809" y="158687"/>
                </a:lnTo>
                <a:lnTo>
                  <a:pt x="636539" y="159471"/>
                </a:lnTo>
                <a:lnTo>
                  <a:pt x="638729" y="170893"/>
                </a:lnTo>
                <a:lnTo>
                  <a:pt x="639459" y="168141"/>
                </a:lnTo>
                <a:lnTo>
                  <a:pt x="642379" y="162474"/>
                </a:lnTo>
                <a:lnTo>
                  <a:pt x="648949" y="196933"/>
                </a:lnTo>
                <a:lnTo>
                  <a:pt x="650409" y="195678"/>
                </a:lnTo>
                <a:lnTo>
                  <a:pt x="651139" y="198795"/>
                </a:lnTo>
                <a:lnTo>
                  <a:pt x="651869" y="192265"/>
                </a:lnTo>
                <a:lnTo>
                  <a:pt x="653329" y="196905"/>
                </a:lnTo>
                <a:lnTo>
                  <a:pt x="656249" y="205930"/>
                </a:lnTo>
                <a:lnTo>
                  <a:pt x="657708" y="189805"/>
                </a:lnTo>
                <a:lnTo>
                  <a:pt x="658438" y="213680"/>
                </a:lnTo>
                <a:lnTo>
                  <a:pt x="660628" y="197541"/>
                </a:lnTo>
                <a:lnTo>
                  <a:pt x="662088" y="205797"/>
                </a:lnTo>
                <a:lnTo>
                  <a:pt x="665008" y="207553"/>
                </a:lnTo>
                <a:lnTo>
                  <a:pt x="670848" y="226520"/>
                </a:lnTo>
                <a:lnTo>
                  <a:pt x="673038" y="240624"/>
                </a:lnTo>
                <a:lnTo>
                  <a:pt x="673768" y="237440"/>
                </a:lnTo>
                <a:lnTo>
                  <a:pt x="674498" y="229689"/>
                </a:lnTo>
                <a:lnTo>
                  <a:pt x="675958" y="234376"/>
                </a:lnTo>
                <a:lnTo>
                  <a:pt x="680338" y="254762"/>
                </a:lnTo>
                <a:lnTo>
                  <a:pt x="681068" y="246003"/>
                </a:lnTo>
                <a:lnTo>
                  <a:pt x="682528" y="240462"/>
                </a:lnTo>
                <a:lnTo>
                  <a:pt x="683258" y="246876"/>
                </a:lnTo>
                <a:lnTo>
                  <a:pt x="688367" y="264237"/>
                </a:lnTo>
                <a:lnTo>
                  <a:pt x="690557" y="263353"/>
                </a:lnTo>
                <a:lnTo>
                  <a:pt x="697857" y="292043"/>
                </a:lnTo>
                <a:lnTo>
                  <a:pt x="700777" y="312211"/>
                </a:lnTo>
                <a:lnTo>
                  <a:pt x="702237" y="311969"/>
                </a:lnTo>
                <a:lnTo>
                  <a:pt x="705157" y="308160"/>
                </a:lnTo>
                <a:lnTo>
                  <a:pt x="716836" y="269937"/>
                </a:lnTo>
                <a:lnTo>
                  <a:pt x="719756" y="269804"/>
                </a:lnTo>
                <a:lnTo>
                  <a:pt x="726326" y="236650"/>
                </a:lnTo>
                <a:lnTo>
                  <a:pt x="727056" y="237939"/>
                </a:lnTo>
                <a:lnTo>
                  <a:pt x="728516" y="235097"/>
                </a:lnTo>
                <a:lnTo>
                  <a:pt x="740196" y="149733"/>
                </a:lnTo>
                <a:lnTo>
                  <a:pt x="744575" y="133224"/>
                </a:lnTo>
                <a:lnTo>
                  <a:pt x="748955" y="109117"/>
                </a:lnTo>
                <a:lnTo>
                  <a:pt x="751145" y="100242"/>
                </a:lnTo>
                <a:lnTo>
                  <a:pt x="751875" y="100610"/>
                </a:lnTo>
                <a:lnTo>
                  <a:pt x="752605" y="102235"/>
                </a:lnTo>
                <a:lnTo>
                  <a:pt x="759905" y="54878"/>
                </a:lnTo>
                <a:lnTo>
                  <a:pt x="760635" y="60977"/>
                </a:lnTo>
                <a:lnTo>
                  <a:pt x="761365" y="61582"/>
                </a:lnTo>
                <a:lnTo>
                  <a:pt x="762095" y="59852"/>
                </a:lnTo>
                <a:lnTo>
                  <a:pt x="763555" y="70547"/>
                </a:lnTo>
                <a:lnTo>
                  <a:pt x="765015" y="69949"/>
                </a:lnTo>
                <a:lnTo>
                  <a:pt x="767205" y="63641"/>
                </a:lnTo>
                <a:lnTo>
                  <a:pt x="769395" y="65581"/>
                </a:lnTo>
                <a:lnTo>
                  <a:pt x="774505" y="75163"/>
                </a:lnTo>
                <a:lnTo>
                  <a:pt x="777425" y="67994"/>
                </a:lnTo>
                <a:lnTo>
                  <a:pt x="778154" y="76632"/>
                </a:lnTo>
                <a:lnTo>
                  <a:pt x="779614" y="68537"/>
                </a:lnTo>
                <a:lnTo>
                  <a:pt x="781074" y="69363"/>
                </a:lnTo>
                <a:lnTo>
                  <a:pt x="782534" y="75539"/>
                </a:lnTo>
                <a:lnTo>
                  <a:pt x="783264" y="71959"/>
                </a:lnTo>
                <a:lnTo>
                  <a:pt x="785454" y="63457"/>
                </a:lnTo>
                <a:lnTo>
                  <a:pt x="786184" y="69945"/>
                </a:lnTo>
                <a:lnTo>
                  <a:pt x="789104" y="79524"/>
                </a:lnTo>
                <a:lnTo>
                  <a:pt x="789834" y="78265"/>
                </a:lnTo>
                <a:lnTo>
                  <a:pt x="790564" y="80037"/>
                </a:lnTo>
                <a:lnTo>
                  <a:pt x="792024" y="78820"/>
                </a:lnTo>
                <a:lnTo>
                  <a:pt x="792754" y="80631"/>
                </a:lnTo>
                <a:lnTo>
                  <a:pt x="797134" y="77024"/>
                </a:lnTo>
                <a:lnTo>
                  <a:pt x="794214" y="82385"/>
                </a:lnTo>
                <a:lnTo>
                  <a:pt x="797864" y="78089"/>
                </a:lnTo>
                <a:lnTo>
                  <a:pt x="799324" y="78375"/>
                </a:lnTo>
                <a:lnTo>
                  <a:pt x="800054" y="76542"/>
                </a:lnTo>
                <a:lnTo>
                  <a:pt x="801514" y="69861"/>
                </a:lnTo>
                <a:lnTo>
                  <a:pt x="803704" y="59685"/>
                </a:lnTo>
                <a:lnTo>
                  <a:pt x="804434" y="62977"/>
                </a:lnTo>
                <a:lnTo>
                  <a:pt x="805164" y="63200"/>
                </a:lnTo>
                <a:lnTo>
                  <a:pt x="806624" y="59353"/>
                </a:lnTo>
                <a:lnTo>
                  <a:pt x="808083" y="61327"/>
                </a:lnTo>
                <a:lnTo>
                  <a:pt x="808813" y="63470"/>
                </a:lnTo>
                <a:lnTo>
                  <a:pt x="809543" y="61271"/>
                </a:lnTo>
                <a:lnTo>
                  <a:pt x="810273" y="59173"/>
                </a:lnTo>
                <a:lnTo>
                  <a:pt x="811003" y="61549"/>
                </a:lnTo>
                <a:lnTo>
                  <a:pt x="811733" y="65245"/>
                </a:lnTo>
                <a:lnTo>
                  <a:pt x="812463" y="59531"/>
                </a:lnTo>
                <a:lnTo>
                  <a:pt x="813193" y="53052"/>
                </a:lnTo>
                <a:lnTo>
                  <a:pt x="814653" y="62255"/>
                </a:lnTo>
                <a:lnTo>
                  <a:pt x="818303" y="86730"/>
                </a:lnTo>
                <a:lnTo>
                  <a:pt x="819033" y="83152"/>
                </a:lnTo>
                <a:lnTo>
                  <a:pt x="824143" y="73072"/>
                </a:lnTo>
                <a:lnTo>
                  <a:pt x="825603" y="76429"/>
                </a:lnTo>
                <a:lnTo>
                  <a:pt x="827063" y="67486"/>
                </a:lnTo>
                <a:lnTo>
                  <a:pt x="827793" y="76934"/>
                </a:lnTo>
                <a:lnTo>
                  <a:pt x="829253" y="68883"/>
                </a:lnTo>
                <a:lnTo>
                  <a:pt x="829983" y="70224"/>
                </a:lnTo>
                <a:lnTo>
                  <a:pt x="830713" y="66256"/>
                </a:lnTo>
                <a:lnTo>
                  <a:pt x="832173" y="67663"/>
                </a:lnTo>
                <a:lnTo>
                  <a:pt x="835823" y="51286"/>
                </a:lnTo>
                <a:lnTo>
                  <a:pt x="838012" y="49822"/>
                </a:lnTo>
                <a:lnTo>
                  <a:pt x="842392" y="39063"/>
                </a:lnTo>
                <a:lnTo>
                  <a:pt x="843122" y="42941"/>
                </a:lnTo>
                <a:lnTo>
                  <a:pt x="845312" y="40953"/>
                </a:lnTo>
                <a:lnTo>
                  <a:pt x="847502" y="42825"/>
                </a:lnTo>
                <a:lnTo>
                  <a:pt x="848232" y="41556"/>
                </a:lnTo>
                <a:lnTo>
                  <a:pt x="853342" y="30841"/>
                </a:lnTo>
                <a:lnTo>
                  <a:pt x="854072" y="34256"/>
                </a:lnTo>
                <a:lnTo>
                  <a:pt x="855532" y="28721"/>
                </a:lnTo>
                <a:lnTo>
                  <a:pt x="859912" y="14463"/>
                </a:lnTo>
                <a:lnTo>
                  <a:pt x="862832" y="7163"/>
                </a:lnTo>
                <a:lnTo>
                  <a:pt x="867211" y="0"/>
                </a:lnTo>
                <a:lnTo>
                  <a:pt x="868672" y="1984"/>
                </a:lnTo>
                <a:lnTo>
                  <a:pt x="870131" y="8702"/>
                </a:lnTo>
                <a:lnTo>
                  <a:pt x="871591" y="3950"/>
                </a:lnTo>
                <a:lnTo>
                  <a:pt x="872321" y="1921"/>
                </a:lnTo>
                <a:lnTo>
                  <a:pt x="873051" y="4018"/>
                </a:lnTo>
                <a:lnTo>
                  <a:pt x="875971" y="8423"/>
                </a:lnTo>
                <a:lnTo>
                  <a:pt x="878161" y="7996"/>
                </a:lnTo>
                <a:lnTo>
                  <a:pt x="882541" y="19664"/>
                </a:lnTo>
                <a:lnTo>
                  <a:pt x="885461" y="11385"/>
                </a:lnTo>
                <a:lnTo>
                  <a:pt x="886921" y="17360"/>
                </a:lnTo>
                <a:lnTo>
                  <a:pt x="887651" y="17292"/>
                </a:lnTo>
                <a:lnTo>
                  <a:pt x="888381" y="14302"/>
                </a:lnTo>
                <a:lnTo>
                  <a:pt x="889111" y="18015"/>
                </a:lnTo>
                <a:lnTo>
                  <a:pt x="891301" y="35980"/>
                </a:lnTo>
                <a:lnTo>
                  <a:pt x="892761" y="31540"/>
                </a:lnTo>
                <a:lnTo>
                  <a:pt x="895681" y="26417"/>
                </a:lnTo>
                <a:lnTo>
                  <a:pt x="897871" y="29280"/>
                </a:lnTo>
                <a:lnTo>
                  <a:pt x="897141" y="25699"/>
                </a:lnTo>
                <a:lnTo>
                  <a:pt x="898601" y="29034"/>
                </a:lnTo>
                <a:lnTo>
                  <a:pt x="900060" y="24723"/>
                </a:lnTo>
                <a:lnTo>
                  <a:pt x="901520" y="25842"/>
                </a:lnTo>
                <a:lnTo>
                  <a:pt x="902250" y="27835"/>
                </a:lnTo>
                <a:lnTo>
                  <a:pt x="902980" y="21189"/>
                </a:lnTo>
                <a:lnTo>
                  <a:pt x="904440" y="26906"/>
                </a:lnTo>
                <a:lnTo>
                  <a:pt x="906630" y="31066"/>
                </a:lnTo>
                <a:lnTo>
                  <a:pt x="907360" y="28698"/>
                </a:lnTo>
                <a:lnTo>
                  <a:pt x="908820" y="24076"/>
                </a:lnTo>
                <a:lnTo>
                  <a:pt x="909550" y="29239"/>
                </a:lnTo>
                <a:lnTo>
                  <a:pt x="910280" y="29674"/>
                </a:lnTo>
                <a:lnTo>
                  <a:pt x="913930" y="36062"/>
                </a:lnTo>
                <a:lnTo>
                  <a:pt x="914660" y="34639"/>
                </a:lnTo>
                <a:lnTo>
                  <a:pt x="916120" y="36784"/>
                </a:lnTo>
                <a:lnTo>
                  <a:pt x="919770" y="45507"/>
                </a:lnTo>
                <a:lnTo>
                  <a:pt x="922690" y="44538"/>
                </a:lnTo>
                <a:lnTo>
                  <a:pt x="923420" y="43385"/>
                </a:lnTo>
                <a:lnTo>
                  <a:pt x="924880" y="45694"/>
                </a:lnTo>
                <a:lnTo>
                  <a:pt x="927070" y="49486"/>
                </a:lnTo>
                <a:lnTo>
                  <a:pt x="927800" y="47344"/>
                </a:lnTo>
                <a:lnTo>
                  <a:pt x="928529" y="46254"/>
                </a:lnTo>
                <a:lnTo>
                  <a:pt x="930719" y="52788"/>
                </a:lnTo>
                <a:lnTo>
                  <a:pt x="931449" y="50637"/>
                </a:lnTo>
                <a:lnTo>
                  <a:pt x="935099" y="47323"/>
                </a:lnTo>
                <a:lnTo>
                  <a:pt x="936559" y="50519"/>
                </a:lnTo>
                <a:lnTo>
                  <a:pt x="938019" y="48390"/>
                </a:lnTo>
                <a:lnTo>
                  <a:pt x="938749" y="45894"/>
                </a:lnTo>
                <a:lnTo>
                  <a:pt x="940939" y="47529"/>
                </a:lnTo>
                <a:lnTo>
                  <a:pt x="944589" y="52233"/>
                </a:lnTo>
                <a:lnTo>
                  <a:pt x="945319" y="55581"/>
                </a:lnTo>
                <a:lnTo>
                  <a:pt x="946049" y="50861"/>
                </a:lnTo>
                <a:lnTo>
                  <a:pt x="947509" y="54667"/>
                </a:lnTo>
                <a:lnTo>
                  <a:pt x="952619" y="49536"/>
                </a:lnTo>
                <a:lnTo>
                  <a:pt x="954079" y="49120"/>
                </a:lnTo>
                <a:lnTo>
                  <a:pt x="956998" y="42078"/>
                </a:lnTo>
                <a:lnTo>
                  <a:pt x="957728" y="42345"/>
                </a:lnTo>
                <a:lnTo>
                  <a:pt x="961378" y="40162"/>
                </a:lnTo>
                <a:lnTo>
                  <a:pt x="962108" y="41158"/>
                </a:lnTo>
                <a:lnTo>
                  <a:pt x="967218" y="54456"/>
                </a:lnTo>
                <a:lnTo>
                  <a:pt x="967948" y="52370"/>
                </a:lnTo>
                <a:lnTo>
                  <a:pt x="970868" y="51175"/>
                </a:lnTo>
                <a:lnTo>
                  <a:pt x="975248" y="34988"/>
                </a:lnTo>
                <a:lnTo>
                  <a:pt x="978898" y="23254"/>
                </a:lnTo>
                <a:lnTo>
                  <a:pt x="979628" y="24657"/>
                </a:lnTo>
                <a:lnTo>
                  <a:pt x="980358" y="26461"/>
                </a:lnTo>
                <a:lnTo>
                  <a:pt x="981818" y="25648"/>
                </a:lnTo>
                <a:lnTo>
                  <a:pt x="985468" y="22477"/>
                </a:lnTo>
                <a:lnTo>
                  <a:pt x="986928" y="29814"/>
                </a:lnTo>
                <a:lnTo>
                  <a:pt x="988388" y="26516"/>
                </a:lnTo>
                <a:lnTo>
                  <a:pt x="989118" y="26868"/>
                </a:lnTo>
                <a:lnTo>
                  <a:pt x="996417" y="49979"/>
                </a:lnTo>
                <a:lnTo>
                  <a:pt x="997147" y="50360"/>
                </a:lnTo>
                <a:lnTo>
                  <a:pt x="1001527" y="60039"/>
                </a:lnTo>
                <a:lnTo>
                  <a:pt x="1005907" y="69079"/>
                </a:lnTo>
                <a:lnTo>
                  <a:pt x="1006637" y="67250"/>
                </a:lnTo>
                <a:lnTo>
                  <a:pt x="1008097" y="70363"/>
                </a:lnTo>
                <a:lnTo>
                  <a:pt x="1011017" y="75243"/>
                </a:lnTo>
                <a:lnTo>
                  <a:pt x="1013937" y="77114"/>
                </a:lnTo>
                <a:lnTo>
                  <a:pt x="1015397" y="87124"/>
                </a:lnTo>
                <a:lnTo>
                  <a:pt x="1016857" y="79099"/>
                </a:lnTo>
                <a:lnTo>
                  <a:pt x="1017587" y="76961"/>
                </a:lnTo>
                <a:lnTo>
                  <a:pt x="1018317" y="82448"/>
                </a:lnTo>
                <a:lnTo>
                  <a:pt x="1022696" y="116265"/>
                </a:lnTo>
                <a:lnTo>
                  <a:pt x="1026346" y="132272"/>
                </a:lnTo>
                <a:lnTo>
                  <a:pt x="1027076" y="131016"/>
                </a:lnTo>
                <a:lnTo>
                  <a:pt x="1027806" y="126586"/>
                </a:lnTo>
                <a:lnTo>
                  <a:pt x="1028536" y="128668"/>
                </a:lnTo>
                <a:lnTo>
                  <a:pt x="1032186" y="151503"/>
                </a:lnTo>
                <a:lnTo>
                  <a:pt x="1033646" y="148726"/>
                </a:lnTo>
                <a:lnTo>
                  <a:pt x="1038026" y="166917"/>
                </a:lnTo>
                <a:lnTo>
                  <a:pt x="1046056" y="187494"/>
                </a:lnTo>
                <a:lnTo>
                  <a:pt x="1047516" y="182762"/>
                </a:lnTo>
                <a:lnTo>
                  <a:pt x="1050435" y="197440"/>
                </a:lnTo>
                <a:lnTo>
                  <a:pt x="1051165" y="196039"/>
                </a:lnTo>
                <a:lnTo>
                  <a:pt x="1051895" y="196419"/>
                </a:lnTo>
                <a:lnTo>
                  <a:pt x="1052625" y="200550"/>
                </a:lnTo>
                <a:lnTo>
                  <a:pt x="1054085" y="196381"/>
                </a:lnTo>
                <a:lnTo>
                  <a:pt x="1054815" y="197059"/>
                </a:lnTo>
                <a:lnTo>
                  <a:pt x="1055545" y="204319"/>
                </a:lnTo>
                <a:lnTo>
                  <a:pt x="1057735" y="203506"/>
                </a:lnTo>
                <a:lnTo>
                  <a:pt x="1067225" y="236904"/>
                </a:lnTo>
                <a:lnTo>
                  <a:pt x="1068685" y="231691"/>
                </a:lnTo>
                <a:lnTo>
                  <a:pt x="1069415" y="232246"/>
                </a:lnTo>
                <a:lnTo>
                  <a:pt x="1071605" y="254344"/>
                </a:lnTo>
                <a:lnTo>
                  <a:pt x="1073065" y="246868"/>
                </a:lnTo>
                <a:lnTo>
                  <a:pt x="1073795" y="245326"/>
                </a:lnTo>
                <a:lnTo>
                  <a:pt x="1074525" y="246122"/>
                </a:lnTo>
                <a:lnTo>
                  <a:pt x="1076715" y="259833"/>
                </a:lnTo>
                <a:lnTo>
                  <a:pt x="1078174" y="256328"/>
                </a:lnTo>
                <a:lnTo>
                  <a:pt x="1080365" y="256359"/>
                </a:lnTo>
                <a:lnTo>
                  <a:pt x="1081824" y="263150"/>
                </a:lnTo>
                <a:lnTo>
                  <a:pt x="1083284" y="259406"/>
                </a:lnTo>
                <a:lnTo>
                  <a:pt x="1088394" y="251840"/>
                </a:lnTo>
                <a:lnTo>
                  <a:pt x="1089124" y="252846"/>
                </a:lnTo>
                <a:lnTo>
                  <a:pt x="1091314" y="242236"/>
                </a:lnTo>
                <a:lnTo>
                  <a:pt x="1092774" y="245012"/>
                </a:lnTo>
                <a:lnTo>
                  <a:pt x="1094234" y="251987"/>
                </a:lnTo>
                <a:lnTo>
                  <a:pt x="1095694" y="247401"/>
                </a:lnTo>
                <a:lnTo>
                  <a:pt x="1102994" y="225999"/>
                </a:lnTo>
                <a:lnTo>
                  <a:pt x="1103724" y="232531"/>
                </a:lnTo>
                <a:lnTo>
                  <a:pt x="1104454" y="236559"/>
                </a:lnTo>
                <a:lnTo>
                  <a:pt x="1105184" y="232925"/>
                </a:lnTo>
                <a:lnTo>
                  <a:pt x="1108104" y="214837"/>
                </a:lnTo>
                <a:lnTo>
                  <a:pt x="1108834" y="223074"/>
                </a:lnTo>
                <a:lnTo>
                  <a:pt x="1111024" y="230351"/>
                </a:lnTo>
                <a:lnTo>
                  <a:pt x="1111753" y="224274"/>
                </a:lnTo>
                <a:lnTo>
                  <a:pt x="1113213" y="210804"/>
                </a:lnTo>
                <a:lnTo>
                  <a:pt x="1113943" y="215773"/>
                </a:lnTo>
                <a:lnTo>
                  <a:pt x="1116863" y="234990"/>
                </a:lnTo>
                <a:lnTo>
                  <a:pt x="1117593" y="233401"/>
                </a:lnTo>
                <a:lnTo>
                  <a:pt x="1119783" y="212698"/>
                </a:lnTo>
                <a:lnTo>
                  <a:pt x="1121243" y="219535"/>
                </a:lnTo>
                <a:lnTo>
                  <a:pt x="1121973" y="223498"/>
                </a:lnTo>
                <a:lnTo>
                  <a:pt x="1123433" y="217042"/>
                </a:lnTo>
                <a:lnTo>
                  <a:pt x="1125623" y="224281"/>
                </a:lnTo>
                <a:lnTo>
                  <a:pt x="1127083" y="221357"/>
                </a:lnTo>
                <a:lnTo>
                  <a:pt x="1130733" y="194529"/>
                </a:lnTo>
                <a:lnTo>
                  <a:pt x="1131463" y="202094"/>
                </a:lnTo>
                <a:lnTo>
                  <a:pt x="1134383" y="220051"/>
                </a:lnTo>
                <a:lnTo>
                  <a:pt x="1135113" y="214865"/>
                </a:lnTo>
                <a:lnTo>
                  <a:pt x="1135843" y="212286"/>
                </a:lnTo>
                <a:lnTo>
                  <a:pt x="1136573" y="217024"/>
                </a:lnTo>
                <a:lnTo>
                  <a:pt x="1138033" y="226461"/>
                </a:lnTo>
                <a:lnTo>
                  <a:pt x="1140952" y="245749"/>
                </a:lnTo>
                <a:lnTo>
                  <a:pt x="1141682" y="238989"/>
                </a:lnTo>
                <a:lnTo>
                  <a:pt x="1143142" y="225982"/>
                </a:lnTo>
                <a:lnTo>
                  <a:pt x="1144602" y="228706"/>
                </a:lnTo>
                <a:lnTo>
                  <a:pt x="1149712" y="255567"/>
                </a:lnTo>
                <a:lnTo>
                  <a:pt x="1150442" y="255421"/>
                </a:lnTo>
                <a:lnTo>
                  <a:pt x="1157012" y="278308"/>
                </a:lnTo>
                <a:lnTo>
                  <a:pt x="1157742" y="275560"/>
                </a:lnTo>
                <a:lnTo>
                  <a:pt x="1158472" y="271439"/>
                </a:lnTo>
                <a:lnTo>
                  <a:pt x="1159202" y="276697"/>
                </a:lnTo>
                <a:lnTo>
                  <a:pt x="1164312" y="296913"/>
                </a:lnTo>
                <a:lnTo>
                  <a:pt x="1167962" y="318472"/>
                </a:lnTo>
                <a:lnTo>
                  <a:pt x="1168692" y="317334"/>
                </a:lnTo>
                <a:lnTo>
                  <a:pt x="1171611" y="304029"/>
                </a:lnTo>
                <a:lnTo>
                  <a:pt x="1174531" y="333301"/>
                </a:lnTo>
                <a:lnTo>
                  <a:pt x="1175991" y="331071"/>
                </a:lnTo>
                <a:lnTo>
                  <a:pt x="1177451" y="328880"/>
                </a:lnTo>
                <a:lnTo>
                  <a:pt x="1181831" y="356407"/>
                </a:lnTo>
                <a:lnTo>
                  <a:pt x="1182561" y="355975"/>
                </a:lnTo>
                <a:lnTo>
                  <a:pt x="1184021" y="351054"/>
                </a:lnTo>
                <a:lnTo>
                  <a:pt x="1185481" y="353091"/>
                </a:lnTo>
                <a:lnTo>
                  <a:pt x="1189131" y="387551"/>
                </a:lnTo>
                <a:lnTo>
                  <a:pt x="1189861" y="385244"/>
                </a:lnTo>
                <a:lnTo>
                  <a:pt x="1192051" y="367175"/>
                </a:lnTo>
                <a:lnTo>
                  <a:pt x="1192781" y="371244"/>
                </a:lnTo>
                <a:lnTo>
                  <a:pt x="1197161" y="384945"/>
                </a:lnTo>
                <a:lnTo>
                  <a:pt x="1200811" y="406574"/>
                </a:lnTo>
                <a:lnTo>
                  <a:pt x="1202271" y="405192"/>
                </a:lnTo>
                <a:lnTo>
                  <a:pt x="1205920" y="400854"/>
                </a:lnTo>
                <a:lnTo>
                  <a:pt x="1208110" y="412873"/>
                </a:lnTo>
                <a:lnTo>
                  <a:pt x="1209570" y="412121"/>
                </a:lnTo>
                <a:lnTo>
                  <a:pt x="1210300" y="411898"/>
                </a:lnTo>
                <a:lnTo>
                  <a:pt x="1213950" y="418710"/>
                </a:lnTo>
                <a:lnTo>
                  <a:pt x="1215410" y="423064"/>
                </a:lnTo>
                <a:lnTo>
                  <a:pt x="1235849" y="473043"/>
                </a:lnTo>
                <a:lnTo>
                  <a:pt x="1236579" y="472576"/>
                </a:lnTo>
                <a:lnTo>
                  <a:pt x="1237309" y="468994"/>
                </a:lnTo>
                <a:lnTo>
                  <a:pt x="1238769" y="474800"/>
                </a:lnTo>
                <a:lnTo>
                  <a:pt x="1242419" y="486591"/>
                </a:lnTo>
                <a:lnTo>
                  <a:pt x="1243149" y="483653"/>
                </a:lnTo>
                <a:lnTo>
                  <a:pt x="1273078" y="557874"/>
                </a:lnTo>
                <a:lnTo>
                  <a:pt x="1273808" y="555336"/>
                </a:lnTo>
                <a:lnTo>
                  <a:pt x="1275268" y="559358"/>
                </a:lnTo>
                <a:lnTo>
                  <a:pt x="1275998" y="559640"/>
                </a:lnTo>
                <a:lnTo>
                  <a:pt x="1277458" y="555437"/>
                </a:lnTo>
                <a:lnTo>
                  <a:pt x="1278918" y="558953"/>
                </a:lnTo>
                <a:lnTo>
                  <a:pt x="1289868" y="585692"/>
                </a:lnTo>
                <a:lnTo>
                  <a:pt x="1290597" y="593843"/>
                </a:lnTo>
                <a:lnTo>
                  <a:pt x="1292787" y="592866"/>
                </a:lnTo>
                <a:lnTo>
                  <a:pt x="1294248" y="593569"/>
                </a:lnTo>
                <a:lnTo>
                  <a:pt x="1297167" y="594632"/>
                </a:lnTo>
                <a:lnTo>
                  <a:pt x="1297897" y="591980"/>
                </a:lnTo>
                <a:lnTo>
                  <a:pt x="1299357" y="593965"/>
                </a:lnTo>
                <a:lnTo>
                  <a:pt x="1302277" y="599860"/>
                </a:lnTo>
                <a:lnTo>
                  <a:pt x="1305927" y="591980"/>
                </a:lnTo>
                <a:lnTo>
                  <a:pt x="1307387" y="594223"/>
                </a:lnTo>
                <a:lnTo>
                  <a:pt x="1308847" y="597220"/>
                </a:lnTo>
                <a:lnTo>
                  <a:pt x="1313227" y="607427"/>
                </a:lnTo>
                <a:lnTo>
                  <a:pt x="1313957" y="602782"/>
                </a:lnTo>
                <a:lnTo>
                  <a:pt x="1315417" y="610053"/>
                </a:lnTo>
                <a:lnTo>
                  <a:pt x="1317607" y="609195"/>
                </a:lnTo>
                <a:lnTo>
                  <a:pt x="1318337" y="614727"/>
                </a:lnTo>
                <a:lnTo>
                  <a:pt x="1319067" y="607622"/>
                </a:lnTo>
                <a:lnTo>
                  <a:pt x="1320527" y="616978"/>
                </a:lnTo>
                <a:lnTo>
                  <a:pt x="1321257" y="617496"/>
                </a:lnTo>
                <a:lnTo>
                  <a:pt x="1324906" y="626648"/>
                </a:lnTo>
                <a:lnTo>
                  <a:pt x="1325636" y="623081"/>
                </a:lnTo>
                <a:lnTo>
                  <a:pt x="1327096" y="624445"/>
                </a:lnTo>
                <a:lnTo>
                  <a:pt x="1330746" y="637437"/>
                </a:lnTo>
                <a:lnTo>
                  <a:pt x="1331476" y="635682"/>
                </a:lnTo>
                <a:lnTo>
                  <a:pt x="1332206" y="637974"/>
                </a:lnTo>
                <a:lnTo>
                  <a:pt x="1334396" y="636308"/>
                </a:lnTo>
                <a:lnTo>
                  <a:pt x="1338046" y="650615"/>
                </a:lnTo>
                <a:lnTo>
                  <a:pt x="1339506" y="644418"/>
                </a:lnTo>
                <a:lnTo>
                  <a:pt x="1340966" y="645058"/>
                </a:lnTo>
                <a:lnTo>
                  <a:pt x="1341696" y="647397"/>
                </a:lnTo>
                <a:lnTo>
                  <a:pt x="1342426" y="642246"/>
                </a:lnTo>
                <a:lnTo>
                  <a:pt x="1343886" y="646828"/>
                </a:lnTo>
                <a:lnTo>
                  <a:pt x="1344616" y="644998"/>
                </a:lnTo>
                <a:lnTo>
                  <a:pt x="1345346" y="649158"/>
                </a:lnTo>
                <a:lnTo>
                  <a:pt x="1347536" y="648479"/>
                </a:lnTo>
                <a:lnTo>
                  <a:pt x="1350456" y="648857"/>
                </a:lnTo>
                <a:lnTo>
                  <a:pt x="1351916" y="650304"/>
                </a:lnTo>
                <a:lnTo>
                  <a:pt x="1352646" y="648023"/>
                </a:lnTo>
                <a:lnTo>
                  <a:pt x="1354105" y="642195"/>
                </a:lnTo>
                <a:lnTo>
                  <a:pt x="1354835" y="646523"/>
                </a:lnTo>
                <a:lnTo>
                  <a:pt x="1357755" y="652561"/>
                </a:lnTo>
                <a:lnTo>
                  <a:pt x="1356295" y="645832"/>
                </a:lnTo>
                <a:lnTo>
                  <a:pt x="1358485" y="651791"/>
                </a:lnTo>
                <a:lnTo>
                  <a:pt x="1359215" y="649186"/>
                </a:lnTo>
                <a:lnTo>
                  <a:pt x="1360675" y="652774"/>
                </a:lnTo>
                <a:lnTo>
                  <a:pt x="1361405" y="654043"/>
                </a:lnTo>
                <a:lnTo>
                  <a:pt x="1363595" y="646309"/>
                </a:lnTo>
                <a:lnTo>
                  <a:pt x="1364325" y="648899"/>
                </a:lnTo>
                <a:lnTo>
                  <a:pt x="1365785" y="657794"/>
                </a:lnTo>
                <a:lnTo>
                  <a:pt x="1367245" y="656271"/>
                </a:lnTo>
                <a:lnTo>
                  <a:pt x="1368705" y="651365"/>
                </a:lnTo>
                <a:lnTo>
                  <a:pt x="1369435" y="652974"/>
                </a:lnTo>
                <a:lnTo>
                  <a:pt x="1370895" y="657785"/>
                </a:lnTo>
                <a:lnTo>
                  <a:pt x="1371625" y="654065"/>
                </a:lnTo>
                <a:lnTo>
                  <a:pt x="1372355" y="651063"/>
                </a:lnTo>
                <a:lnTo>
                  <a:pt x="1373815" y="656139"/>
                </a:lnTo>
                <a:lnTo>
                  <a:pt x="1375275" y="661087"/>
                </a:lnTo>
                <a:lnTo>
                  <a:pt x="1376005" y="654219"/>
                </a:lnTo>
                <a:lnTo>
                  <a:pt x="1381845" y="652801"/>
                </a:lnTo>
                <a:lnTo>
                  <a:pt x="1384764" y="658453"/>
                </a:lnTo>
                <a:lnTo>
                  <a:pt x="1385494" y="657156"/>
                </a:lnTo>
                <a:lnTo>
                  <a:pt x="1386224" y="649709"/>
                </a:lnTo>
                <a:lnTo>
                  <a:pt x="1387684" y="653796"/>
                </a:lnTo>
                <a:lnTo>
                  <a:pt x="1392064" y="667675"/>
                </a:lnTo>
                <a:lnTo>
                  <a:pt x="1392794" y="665319"/>
                </a:lnTo>
                <a:lnTo>
                  <a:pt x="1393524" y="662285"/>
                </a:lnTo>
                <a:lnTo>
                  <a:pt x="1394254" y="668864"/>
                </a:lnTo>
                <a:lnTo>
                  <a:pt x="1394984" y="670266"/>
                </a:lnTo>
                <a:lnTo>
                  <a:pt x="1396444" y="664008"/>
                </a:lnTo>
                <a:lnTo>
                  <a:pt x="1397904" y="674452"/>
                </a:lnTo>
                <a:lnTo>
                  <a:pt x="1399364" y="669301"/>
                </a:lnTo>
                <a:lnTo>
                  <a:pt x="1400824" y="662353"/>
                </a:lnTo>
                <a:lnTo>
                  <a:pt x="1403014" y="665478"/>
                </a:lnTo>
                <a:lnTo>
                  <a:pt x="1403744" y="665966"/>
                </a:lnTo>
                <a:lnTo>
                  <a:pt x="1404474" y="672956"/>
                </a:lnTo>
                <a:lnTo>
                  <a:pt x="1405934" y="663110"/>
                </a:lnTo>
                <a:lnTo>
                  <a:pt x="1408854" y="666827"/>
                </a:lnTo>
                <a:lnTo>
                  <a:pt x="1410314" y="673194"/>
                </a:lnTo>
                <a:lnTo>
                  <a:pt x="1411774" y="671232"/>
                </a:lnTo>
                <a:lnTo>
                  <a:pt x="1413964" y="672887"/>
                </a:lnTo>
                <a:lnTo>
                  <a:pt x="1416883" y="659603"/>
                </a:lnTo>
                <a:lnTo>
                  <a:pt x="1417613" y="665998"/>
                </a:lnTo>
                <a:lnTo>
                  <a:pt x="1418343" y="665648"/>
                </a:lnTo>
                <a:lnTo>
                  <a:pt x="1423453" y="647693"/>
                </a:lnTo>
                <a:lnTo>
                  <a:pt x="1424183" y="646940"/>
                </a:lnTo>
                <a:lnTo>
                  <a:pt x="1424913" y="655785"/>
                </a:lnTo>
                <a:lnTo>
                  <a:pt x="1426373" y="650896"/>
                </a:lnTo>
                <a:lnTo>
                  <a:pt x="1430753" y="641810"/>
                </a:lnTo>
                <a:lnTo>
                  <a:pt x="1438053" y="631229"/>
                </a:lnTo>
                <a:lnTo>
                  <a:pt x="1438783" y="636967"/>
                </a:lnTo>
                <a:lnTo>
                  <a:pt x="1440973" y="633560"/>
                </a:lnTo>
                <a:lnTo>
                  <a:pt x="1441703" y="634988"/>
                </a:lnTo>
                <a:lnTo>
                  <a:pt x="1442433" y="632198"/>
                </a:lnTo>
                <a:lnTo>
                  <a:pt x="1443163" y="624058"/>
                </a:lnTo>
                <a:lnTo>
                  <a:pt x="1444623" y="629372"/>
                </a:lnTo>
                <a:lnTo>
                  <a:pt x="1446812" y="628684"/>
                </a:lnTo>
                <a:lnTo>
                  <a:pt x="1451192" y="623024"/>
                </a:lnTo>
                <a:lnTo>
                  <a:pt x="1453382" y="623905"/>
                </a:lnTo>
                <a:lnTo>
                  <a:pt x="1456302" y="611348"/>
                </a:lnTo>
                <a:lnTo>
                  <a:pt x="1459222" y="619491"/>
                </a:lnTo>
                <a:lnTo>
                  <a:pt x="1461412" y="605797"/>
                </a:lnTo>
                <a:lnTo>
                  <a:pt x="1463602" y="608003"/>
                </a:lnTo>
                <a:lnTo>
                  <a:pt x="1465792" y="604347"/>
                </a:lnTo>
                <a:lnTo>
                  <a:pt x="1466522" y="610016"/>
                </a:lnTo>
                <a:lnTo>
                  <a:pt x="1468712" y="606722"/>
                </a:lnTo>
                <a:lnTo>
                  <a:pt x="1470172" y="596502"/>
                </a:lnTo>
                <a:lnTo>
                  <a:pt x="1471632" y="599939"/>
                </a:lnTo>
                <a:lnTo>
                  <a:pt x="1475281" y="591743"/>
                </a:lnTo>
                <a:lnTo>
                  <a:pt x="1476011" y="594240"/>
                </a:lnTo>
                <a:lnTo>
                  <a:pt x="1476741" y="591429"/>
                </a:lnTo>
                <a:lnTo>
                  <a:pt x="1481121" y="583177"/>
                </a:lnTo>
                <a:lnTo>
                  <a:pt x="1481851" y="584319"/>
                </a:lnTo>
                <a:lnTo>
                  <a:pt x="1482581" y="582006"/>
                </a:lnTo>
                <a:lnTo>
                  <a:pt x="1484771" y="577648"/>
                </a:lnTo>
                <a:lnTo>
                  <a:pt x="1485501" y="578838"/>
                </a:lnTo>
                <a:lnTo>
                  <a:pt x="1486231" y="578463"/>
                </a:lnTo>
                <a:lnTo>
                  <a:pt x="1490611" y="565927"/>
                </a:lnTo>
                <a:lnTo>
                  <a:pt x="1491341" y="566086"/>
                </a:lnTo>
                <a:lnTo>
                  <a:pt x="1494991" y="553530"/>
                </a:lnTo>
                <a:lnTo>
                  <a:pt x="1497911" y="553063"/>
                </a:lnTo>
                <a:lnTo>
                  <a:pt x="1498641" y="552784"/>
                </a:lnTo>
                <a:lnTo>
                  <a:pt x="1502291" y="538461"/>
                </a:lnTo>
                <a:lnTo>
                  <a:pt x="1504480" y="540327"/>
                </a:lnTo>
                <a:lnTo>
                  <a:pt x="1516890" y="489411"/>
                </a:lnTo>
                <a:lnTo>
                  <a:pt x="1518350" y="491491"/>
                </a:lnTo>
                <a:lnTo>
                  <a:pt x="1519080" y="490787"/>
                </a:lnTo>
                <a:lnTo>
                  <a:pt x="1524920" y="477016"/>
                </a:lnTo>
                <a:lnTo>
                  <a:pt x="1526380" y="476989"/>
                </a:lnTo>
                <a:lnTo>
                  <a:pt x="1530760" y="461398"/>
                </a:lnTo>
                <a:lnTo>
                  <a:pt x="1531490" y="462175"/>
                </a:lnTo>
                <a:lnTo>
                  <a:pt x="1532950" y="456644"/>
                </a:lnTo>
                <a:lnTo>
                  <a:pt x="1535870" y="447954"/>
                </a:lnTo>
                <a:lnTo>
                  <a:pt x="1536600" y="451358"/>
                </a:lnTo>
                <a:lnTo>
                  <a:pt x="1538059" y="446385"/>
                </a:lnTo>
                <a:lnTo>
                  <a:pt x="1540249" y="436369"/>
                </a:lnTo>
                <a:lnTo>
                  <a:pt x="1542439" y="437215"/>
                </a:lnTo>
                <a:lnTo>
                  <a:pt x="1544629" y="434338"/>
                </a:lnTo>
                <a:lnTo>
                  <a:pt x="1545359" y="426106"/>
                </a:lnTo>
                <a:lnTo>
                  <a:pt x="1546819" y="434927"/>
                </a:lnTo>
                <a:lnTo>
                  <a:pt x="1559959" y="399611"/>
                </a:lnTo>
                <a:lnTo>
                  <a:pt x="1561419" y="405658"/>
                </a:lnTo>
                <a:lnTo>
                  <a:pt x="1562149" y="401408"/>
                </a:lnTo>
                <a:lnTo>
                  <a:pt x="1563609" y="399395"/>
                </a:lnTo>
                <a:lnTo>
                  <a:pt x="1564339" y="401057"/>
                </a:lnTo>
                <a:lnTo>
                  <a:pt x="1565799" y="391947"/>
                </a:lnTo>
                <a:lnTo>
                  <a:pt x="1566528" y="396913"/>
                </a:lnTo>
                <a:lnTo>
                  <a:pt x="1567988" y="400989"/>
                </a:lnTo>
                <a:lnTo>
                  <a:pt x="1568718" y="400234"/>
                </a:lnTo>
                <a:lnTo>
                  <a:pt x="1569448" y="394733"/>
                </a:lnTo>
                <a:lnTo>
                  <a:pt x="1571638" y="395494"/>
                </a:lnTo>
                <a:lnTo>
                  <a:pt x="1572368" y="393613"/>
                </a:lnTo>
                <a:lnTo>
                  <a:pt x="1573098" y="396498"/>
                </a:lnTo>
                <a:lnTo>
                  <a:pt x="1574558" y="394998"/>
                </a:lnTo>
                <a:lnTo>
                  <a:pt x="1575288" y="395618"/>
                </a:lnTo>
                <a:lnTo>
                  <a:pt x="1611787" y="234769"/>
                </a:lnTo>
                <a:lnTo>
                  <a:pt x="1614707" y="226611"/>
                </a:lnTo>
                <a:lnTo>
                  <a:pt x="1622007" y="213536"/>
                </a:lnTo>
                <a:lnTo>
                  <a:pt x="1623467" y="216678"/>
                </a:lnTo>
                <a:lnTo>
                  <a:pt x="1624926" y="214729"/>
                </a:lnTo>
                <a:lnTo>
                  <a:pt x="1625656" y="214956"/>
                </a:lnTo>
                <a:lnTo>
                  <a:pt x="1626387" y="218114"/>
                </a:lnTo>
                <a:lnTo>
                  <a:pt x="1627847" y="213328"/>
                </a:lnTo>
                <a:lnTo>
                  <a:pt x="1630036" y="211186"/>
                </a:lnTo>
                <a:lnTo>
                  <a:pt x="1639526" y="195106"/>
                </a:lnTo>
                <a:lnTo>
                  <a:pt x="1640986" y="187415"/>
                </a:lnTo>
                <a:lnTo>
                  <a:pt x="1642446" y="190908"/>
                </a:lnTo>
                <a:lnTo>
                  <a:pt x="1645366" y="178136"/>
                </a:lnTo>
                <a:lnTo>
                  <a:pt x="1647556" y="170836"/>
                </a:lnTo>
                <a:lnTo>
                  <a:pt x="1648286" y="176052"/>
                </a:lnTo>
                <a:lnTo>
                  <a:pt x="1649016" y="178442"/>
                </a:lnTo>
                <a:lnTo>
                  <a:pt x="1650476" y="174727"/>
                </a:lnTo>
                <a:lnTo>
                  <a:pt x="1651936" y="168185"/>
                </a:lnTo>
                <a:lnTo>
                  <a:pt x="1655586" y="156038"/>
                </a:lnTo>
                <a:lnTo>
                  <a:pt x="1658505" y="149026"/>
                </a:lnTo>
                <a:lnTo>
                  <a:pt x="1660695" y="140501"/>
                </a:lnTo>
                <a:lnTo>
                  <a:pt x="1661425" y="143244"/>
                </a:lnTo>
                <a:lnTo>
                  <a:pt x="1662155" y="143259"/>
                </a:lnTo>
                <a:lnTo>
                  <a:pt x="1672375" y="111379"/>
                </a:lnTo>
                <a:lnTo>
                  <a:pt x="1673105" y="114602"/>
                </a:lnTo>
                <a:lnTo>
                  <a:pt x="1674565" y="110389"/>
                </a:lnTo>
                <a:lnTo>
                  <a:pt x="1678945" y="97930"/>
                </a:lnTo>
                <a:lnTo>
                  <a:pt x="1681135" y="96705"/>
                </a:lnTo>
                <a:lnTo>
                  <a:pt x="1686245" y="81152"/>
                </a:lnTo>
                <a:lnTo>
                  <a:pt x="1688434" y="81564"/>
                </a:lnTo>
                <a:lnTo>
                  <a:pt x="1692084" y="69768"/>
                </a:lnTo>
                <a:lnTo>
                  <a:pt x="1693544" y="73708"/>
                </a:lnTo>
                <a:lnTo>
                  <a:pt x="1694274" y="69080"/>
                </a:lnTo>
                <a:lnTo>
                  <a:pt x="1697924" y="60473"/>
                </a:lnTo>
                <a:lnTo>
                  <a:pt x="1700114" y="59765"/>
                </a:lnTo>
                <a:lnTo>
                  <a:pt x="1703764" y="53278"/>
                </a:lnTo>
                <a:lnTo>
                  <a:pt x="1705224" y="54890"/>
                </a:lnTo>
                <a:lnTo>
                  <a:pt x="1706684" y="50033"/>
                </a:lnTo>
                <a:lnTo>
                  <a:pt x="1708144" y="51256"/>
                </a:lnTo>
                <a:lnTo>
                  <a:pt x="1710334" y="41816"/>
                </a:lnTo>
                <a:lnTo>
                  <a:pt x="1711794" y="47310"/>
                </a:lnTo>
                <a:lnTo>
                  <a:pt x="1712524" y="48931"/>
                </a:lnTo>
                <a:lnTo>
                  <a:pt x="1713254" y="46432"/>
                </a:lnTo>
                <a:lnTo>
                  <a:pt x="1716903" y="41365"/>
                </a:lnTo>
                <a:lnTo>
                  <a:pt x="1717633" y="42209"/>
                </a:lnTo>
                <a:lnTo>
                  <a:pt x="1718363" y="42205"/>
                </a:lnTo>
                <a:lnTo>
                  <a:pt x="1720553" y="34408"/>
                </a:lnTo>
                <a:lnTo>
                  <a:pt x="1721283" y="35673"/>
                </a:lnTo>
                <a:lnTo>
                  <a:pt x="1732963" y="24316"/>
                </a:lnTo>
                <a:lnTo>
                  <a:pt x="1733693" y="27533"/>
                </a:lnTo>
                <a:lnTo>
                  <a:pt x="1735153" y="24395"/>
                </a:lnTo>
                <a:lnTo>
                  <a:pt x="1735883" y="24940"/>
                </a:lnTo>
                <a:lnTo>
                  <a:pt x="1736613" y="23513"/>
                </a:lnTo>
                <a:lnTo>
                  <a:pt x="1740263" y="19501"/>
                </a:lnTo>
                <a:lnTo>
                  <a:pt x="1740993" y="20107"/>
                </a:lnTo>
                <a:lnTo>
                  <a:pt x="1743913" y="21133"/>
                </a:lnTo>
                <a:lnTo>
                  <a:pt x="1745373" y="19141"/>
                </a:lnTo>
                <a:lnTo>
                  <a:pt x="1746833" y="23062"/>
                </a:lnTo>
                <a:lnTo>
                  <a:pt x="1748293" y="20683"/>
                </a:lnTo>
                <a:lnTo>
                  <a:pt x="1749752" y="18845"/>
                </a:lnTo>
                <a:lnTo>
                  <a:pt x="1752672" y="26582"/>
                </a:lnTo>
                <a:lnTo>
                  <a:pt x="1753402" y="20511"/>
                </a:lnTo>
                <a:lnTo>
                  <a:pt x="1755592" y="23575"/>
                </a:lnTo>
                <a:lnTo>
                  <a:pt x="1756322" y="21114"/>
                </a:lnTo>
                <a:lnTo>
                  <a:pt x="1758512" y="21785"/>
                </a:lnTo>
                <a:lnTo>
                  <a:pt x="1760702" y="25397"/>
                </a:lnTo>
                <a:lnTo>
                  <a:pt x="1761432" y="23096"/>
                </a:lnTo>
                <a:lnTo>
                  <a:pt x="1764352" y="29299"/>
                </a:lnTo>
                <a:lnTo>
                  <a:pt x="1765082" y="24371"/>
                </a:lnTo>
                <a:lnTo>
                  <a:pt x="1765812" y="23660"/>
                </a:lnTo>
                <a:lnTo>
                  <a:pt x="1766542" y="28126"/>
                </a:lnTo>
                <a:lnTo>
                  <a:pt x="1768002" y="23804"/>
                </a:lnTo>
                <a:lnTo>
                  <a:pt x="1774572" y="28437"/>
                </a:lnTo>
                <a:lnTo>
                  <a:pt x="1776032" y="25828"/>
                </a:lnTo>
                <a:lnTo>
                  <a:pt x="1776762" y="27726"/>
                </a:lnTo>
                <a:lnTo>
                  <a:pt x="1778222" y="31234"/>
                </a:lnTo>
                <a:lnTo>
                  <a:pt x="1779681" y="28970"/>
                </a:lnTo>
                <a:lnTo>
                  <a:pt x="1780411" y="26113"/>
                </a:lnTo>
                <a:lnTo>
                  <a:pt x="1781141" y="29187"/>
                </a:lnTo>
                <a:lnTo>
                  <a:pt x="1781871" y="34063"/>
                </a:lnTo>
                <a:lnTo>
                  <a:pt x="1783331" y="33428"/>
                </a:lnTo>
                <a:lnTo>
                  <a:pt x="1785521" y="29334"/>
                </a:lnTo>
                <a:lnTo>
                  <a:pt x="1786251" y="30506"/>
                </a:lnTo>
                <a:lnTo>
                  <a:pt x="1789171" y="34133"/>
                </a:lnTo>
                <a:lnTo>
                  <a:pt x="1789901" y="32694"/>
                </a:lnTo>
                <a:lnTo>
                  <a:pt x="1790631" y="36153"/>
                </a:lnTo>
                <a:lnTo>
                  <a:pt x="1791361" y="34794"/>
                </a:lnTo>
                <a:lnTo>
                  <a:pt x="1792091" y="37102"/>
                </a:lnTo>
                <a:lnTo>
                  <a:pt x="1792821" y="32294"/>
                </a:lnTo>
                <a:lnTo>
                  <a:pt x="1793551" y="30449"/>
                </a:lnTo>
                <a:lnTo>
                  <a:pt x="1794281" y="33454"/>
                </a:lnTo>
                <a:lnTo>
                  <a:pt x="1795011" y="36100"/>
                </a:lnTo>
                <a:lnTo>
                  <a:pt x="1795741" y="31693"/>
                </a:lnTo>
                <a:lnTo>
                  <a:pt x="1796471" y="28255"/>
                </a:lnTo>
                <a:lnTo>
                  <a:pt x="1797931" y="33215"/>
                </a:lnTo>
                <a:lnTo>
                  <a:pt x="1799391" y="34405"/>
                </a:lnTo>
                <a:lnTo>
                  <a:pt x="1800851" y="28513"/>
                </a:lnTo>
                <a:lnTo>
                  <a:pt x="1802311" y="31816"/>
                </a:lnTo>
                <a:lnTo>
                  <a:pt x="1804501" y="27471"/>
                </a:lnTo>
                <a:lnTo>
                  <a:pt x="1805231" y="31334"/>
                </a:lnTo>
                <a:lnTo>
                  <a:pt x="1805961" y="33043"/>
                </a:lnTo>
                <a:lnTo>
                  <a:pt x="1806691" y="29020"/>
                </a:lnTo>
                <a:lnTo>
                  <a:pt x="1807421" y="28627"/>
                </a:lnTo>
                <a:lnTo>
                  <a:pt x="1808150" y="33993"/>
                </a:lnTo>
                <a:lnTo>
                  <a:pt x="1809610" y="29529"/>
                </a:lnTo>
                <a:lnTo>
                  <a:pt x="1810340" y="27102"/>
                </a:lnTo>
                <a:lnTo>
                  <a:pt x="1811070" y="31799"/>
                </a:lnTo>
                <a:lnTo>
                  <a:pt x="1812530" y="29971"/>
                </a:lnTo>
                <a:lnTo>
                  <a:pt x="1814720" y="37545"/>
                </a:lnTo>
                <a:lnTo>
                  <a:pt x="1816910" y="26500"/>
                </a:lnTo>
                <a:lnTo>
                  <a:pt x="1817640" y="33449"/>
                </a:lnTo>
                <a:lnTo>
                  <a:pt x="1818370" y="36015"/>
                </a:lnTo>
                <a:lnTo>
                  <a:pt x="1819830" y="33351"/>
                </a:lnTo>
                <a:lnTo>
                  <a:pt x="1824210" y="30745"/>
                </a:lnTo>
                <a:lnTo>
                  <a:pt x="1827130" y="38929"/>
                </a:lnTo>
                <a:lnTo>
                  <a:pt x="1827860" y="37600"/>
                </a:lnTo>
                <a:lnTo>
                  <a:pt x="1829320" y="27195"/>
                </a:lnTo>
                <a:lnTo>
                  <a:pt x="1830780" y="32121"/>
                </a:lnTo>
                <a:lnTo>
                  <a:pt x="1836619" y="26390"/>
                </a:lnTo>
                <a:lnTo>
                  <a:pt x="1841000" y="19982"/>
                </a:lnTo>
                <a:lnTo>
                  <a:pt x="1841729" y="24124"/>
                </a:lnTo>
                <a:lnTo>
                  <a:pt x="1843919" y="23398"/>
                </a:lnTo>
                <a:lnTo>
                  <a:pt x="1844649" y="25302"/>
                </a:lnTo>
                <a:lnTo>
                  <a:pt x="1845379" y="22501"/>
                </a:lnTo>
                <a:lnTo>
                  <a:pt x="1846839" y="13795"/>
                </a:lnTo>
                <a:lnTo>
                  <a:pt x="1848299" y="18525"/>
                </a:lnTo>
                <a:lnTo>
                  <a:pt x="1849029" y="22655"/>
                </a:lnTo>
                <a:lnTo>
                  <a:pt x="1850489" y="19259"/>
                </a:lnTo>
                <a:lnTo>
                  <a:pt x="1851949" y="15225"/>
                </a:lnTo>
                <a:lnTo>
                  <a:pt x="1852679" y="17699"/>
                </a:lnTo>
                <a:lnTo>
                  <a:pt x="1853409" y="22218"/>
                </a:lnTo>
                <a:lnTo>
                  <a:pt x="1855599" y="20973"/>
                </a:lnTo>
                <a:lnTo>
                  <a:pt x="1857059" y="14742"/>
                </a:lnTo>
                <a:lnTo>
                  <a:pt x="1858519" y="15542"/>
                </a:lnTo>
                <a:lnTo>
                  <a:pt x="1859249" y="17085"/>
                </a:lnTo>
                <a:lnTo>
                  <a:pt x="1859979" y="15603"/>
                </a:lnTo>
                <a:lnTo>
                  <a:pt x="1860709" y="13322"/>
                </a:lnTo>
                <a:lnTo>
                  <a:pt x="1861439" y="15289"/>
                </a:lnTo>
                <a:lnTo>
                  <a:pt x="1862899" y="22680"/>
                </a:lnTo>
                <a:lnTo>
                  <a:pt x="1864359" y="22375"/>
                </a:lnTo>
                <a:lnTo>
                  <a:pt x="1867279" y="14051"/>
                </a:lnTo>
                <a:lnTo>
                  <a:pt x="1868009" y="15513"/>
                </a:lnTo>
                <a:lnTo>
                  <a:pt x="1870199" y="24428"/>
                </a:lnTo>
                <a:lnTo>
                  <a:pt x="1873848" y="7800"/>
                </a:lnTo>
                <a:lnTo>
                  <a:pt x="1876038" y="19323"/>
                </a:lnTo>
                <a:lnTo>
                  <a:pt x="1876768" y="17000"/>
                </a:lnTo>
                <a:lnTo>
                  <a:pt x="1877498" y="17654"/>
                </a:lnTo>
                <a:lnTo>
                  <a:pt x="1878228" y="4687"/>
                </a:lnTo>
                <a:lnTo>
                  <a:pt x="1879688" y="18949"/>
                </a:lnTo>
                <a:lnTo>
                  <a:pt x="1881148" y="11937"/>
                </a:lnTo>
                <a:lnTo>
                  <a:pt x="1882608" y="15136"/>
                </a:lnTo>
                <a:lnTo>
                  <a:pt x="1883338" y="14786"/>
                </a:lnTo>
                <a:lnTo>
                  <a:pt x="1884068" y="11494"/>
                </a:lnTo>
                <a:lnTo>
                  <a:pt x="1885528" y="16913"/>
                </a:lnTo>
                <a:lnTo>
                  <a:pt x="1886258" y="17391"/>
                </a:lnTo>
                <a:lnTo>
                  <a:pt x="1886988" y="14359"/>
                </a:lnTo>
                <a:lnTo>
                  <a:pt x="1888448" y="16908"/>
                </a:lnTo>
                <a:lnTo>
                  <a:pt x="1889178" y="19098"/>
                </a:lnTo>
                <a:lnTo>
                  <a:pt x="1891368" y="17712"/>
                </a:lnTo>
                <a:lnTo>
                  <a:pt x="1896478" y="22657"/>
                </a:lnTo>
                <a:lnTo>
                  <a:pt x="1899397" y="17485"/>
                </a:lnTo>
                <a:lnTo>
                  <a:pt x="1900127" y="17085"/>
                </a:lnTo>
                <a:lnTo>
                  <a:pt x="1901587" y="23818"/>
                </a:lnTo>
                <a:lnTo>
                  <a:pt x="1903777" y="22254"/>
                </a:lnTo>
                <a:lnTo>
                  <a:pt x="1905237" y="16663"/>
                </a:lnTo>
                <a:lnTo>
                  <a:pt x="1905967" y="16907"/>
                </a:lnTo>
                <a:lnTo>
                  <a:pt x="1907427" y="23124"/>
                </a:lnTo>
                <a:lnTo>
                  <a:pt x="1908157" y="19522"/>
                </a:lnTo>
                <a:lnTo>
                  <a:pt x="1908887" y="18683"/>
                </a:lnTo>
                <a:lnTo>
                  <a:pt x="1909617" y="21658"/>
                </a:lnTo>
                <a:lnTo>
                  <a:pt x="1913997" y="21348"/>
                </a:lnTo>
                <a:lnTo>
                  <a:pt x="1919107" y="30547"/>
                </a:lnTo>
                <a:lnTo>
                  <a:pt x="1921297" y="23093"/>
                </a:lnTo>
                <a:lnTo>
                  <a:pt x="1922757" y="28450"/>
                </a:lnTo>
                <a:lnTo>
                  <a:pt x="1924217" y="27769"/>
                </a:lnTo>
                <a:lnTo>
                  <a:pt x="1924947" y="21444"/>
                </a:lnTo>
                <a:lnTo>
                  <a:pt x="1926407" y="27335"/>
                </a:lnTo>
                <a:lnTo>
                  <a:pt x="1927867" y="20925"/>
                </a:lnTo>
                <a:lnTo>
                  <a:pt x="1928596" y="24286"/>
                </a:lnTo>
                <a:lnTo>
                  <a:pt x="1929326" y="30722"/>
                </a:lnTo>
                <a:lnTo>
                  <a:pt x="1930786" y="25596"/>
                </a:lnTo>
                <a:lnTo>
                  <a:pt x="1931516" y="22975"/>
                </a:lnTo>
                <a:lnTo>
                  <a:pt x="1932246" y="25542"/>
                </a:lnTo>
                <a:lnTo>
                  <a:pt x="1932976" y="27560"/>
                </a:lnTo>
                <a:lnTo>
                  <a:pt x="1933706" y="24452"/>
                </a:lnTo>
                <a:lnTo>
                  <a:pt x="1935166" y="26311"/>
                </a:lnTo>
                <a:lnTo>
                  <a:pt x="1936626" y="23418"/>
                </a:lnTo>
                <a:lnTo>
                  <a:pt x="1938086" y="26535"/>
                </a:lnTo>
                <a:lnTo>
                  <a:pt x="1938816" y="24699"/>
                </a:lnTo>
                <a:lnTo>
                  <a:pt x="1940276" y="16580"/>
                </a:lnTo>
                <a:lnTo>
                  <a:pt x="1941006" y="19945"/>
                </a:lnTo>
                <a:lnTo>
                  <a:pt x="1942466" y="28351"/>
                </a:lnTo>
                <a:lnTo>
                  <a:pt x="1943926" y="24797"/>
                </a:lnTo>
                <a:lnTo>
                  <a:pt x="1945386" y="16621"/>
                </a:lnTo>
                <a:lnTo>
                  <a:pt x="1946116" y="23894"/>
                </a:lnTo>
                <a:lnTo>
                  <a:pt x="1946846" y="23502"/>
                </a:lnTo>
                <a:lnTo>
                  <a:pt x="1947576" y="19852"/>
                </a:lnTo>
                <a:lnTo>
                  <a:pt x="1948306" y="23817"/>
                </a:lnTo>
                <a:lnTo>
                  <a:pt x="1949036" y="21830"/>
                </a:lnTo>
                <a:lnTo>
                  <a:pt x="1951226" y="24975"/>
                </a:lnTo>
                <a:lnTo>
                  <a:pt x="1952686" y="20055"/>
                </a:lnTo>
                <a:lnTo>
                  <a:pt x="1953416" y="25056"/>
                </a:lnTo>
                <a:lnTo>
                  <a:pt x="1954146" y="24600"/>
                </a:lnTo>
                <a:lnTo>
                  <a:pt x="1956336" y="19044"/>
                </a:lnTo>
                <a:lnTo>
                  <a:pt x="1957066" y="19946"/>
                </a:lnTo>
                <a:lnTo>
                  <a:pt x="1958526" y="21860"/>
                </a:lnTo>
                <a:lnTo>
                  <a:pt x="1959256" y="17567"/>
                </a:lnTo>
                <a:lnTo>
                  <a:pt x="1960716" y="24074"/>
                </a:lnTo>
                <a:lnTo>
                  <a:pt x="1965825" y="18804"/>
                </a:lnTo>
                <a:lnTo>
                  <a:pt x="1966555" y="19749"/>
                </a:lnTo>
                <a:lnTo>
                  <a:pt x="1968015" y="20912"/>
                </a:lnTo>
                <a:lnTo>
                  <a:pt x="1968745" y="17225"/>
                </a:lnTo>
                <a:lnTo>
                  <a:pt x="1970205" y="21702"/>
                </a:lnTo>
                <a:lnTo>
                  <a:pt x="1970935" y="21972"/>
                </a:lnTo>
                <a:lnTo>
                  <a:pt x="1973855" y="16021"/>
                </a:lnTo>
                <a:lnTo>
                  <a:pt x="1975315" y="19955"/>
                </a:lnTo>
                <a:lnTo>
                  <a:pt x="1976775" y="18592"/>
                </a:lnTo>
                <a:lnTo>
                  <a:pt x="1977505" y="20133"/>
                </a:lnTo>
                <a:lnTo>
                  <a:pt x="1978235" y="16811"/>
                </a:lnTo>
                <a:lnTo>
                  <a:pt x="1978965" y="17421"/>
                </a:lnTo>
                <a:lnTo>
                  <a:pt x="1981885" y="20425"/>
                </a:lnTo>
                <a:lnTo>
                  <a:pt x="1980425" y="15616"/>
                </a:lnTo>
                <a:lnTo>
                  <a:pt x="1982615" y="18628"/>
                </a:lnTo>
                <a:lnTo>
                  <a:pt x="1986265" y="11469"/>
                </a:lnTo>
                <a:lnTo>
                  <a:pt x="1988455" y="21528"/>
                </a:lnTo>
                <a:lnTo>
                  <a:pt x="1991374" y="9933"/>
                </a:lnTo>
                <a:lnTo>
                  <a:pt x="1992104" y="17605"/>
                </a:lnTo>
                <a:lnTo>
                  <a:pt x="1993564" y="14622"/>
                </a:lnTo>
                <a:lnTo>
                  <a:pt x="1994294" y="10665"/>
                </a:lnTo>
                <a:lnTo>
                  <a:pt x="1995754" y="14384"/>
                </a:lnTo>
                <a:lnTo>
                  <a:pt x="1997944" y="9482"/>
                </a:lnTo>
                <a:lnTo>
                  <a:pt x="1998674" y="8841"/>
                </a:lnTo>
                <a:lnTo>
                  <a:pt x="2000134" y="18202"/>
                </a:lnTo>
                <a:lnTo>
                  <a:pt x="2001594" y="14553"/>
                </a:lnTo>
                <a:lnTo>
                  <a:pt x="2002324" y="13550"/>
                </a:lnTo>
                <a:lnTo>
                  <a:pt x="2005244" y="17310"/>
                </a:lnTo>
                <a:lnTo>
                  <a:pt x="2005974" y="11007"/>
                </a:lnTo>
                <a:lnTo>
                  <a:pt x="2007434" y="17508"/>
                </a:lnTo>
                <a:lnTo>
                  <a:pt x="2008164" y="17392"/>
                </a:lnTo>
                <a:lnTo>
                  <a:pt x="2008894" y="12179"/>
                </a:lnTo>
                <a:lnTo>
                  <a:pt x="2009624" y="17601"/>
                </a:lnTo>
                <a:lnTo>
                  <a:pt x="2011084" y="15308"/>
                </a:lnTo>
                <a:lnTo>
                  <a:pt x="2012544" y="12067"/>
                </a:lnTo>
                <a:lnTo>
                  <a:pt x="2013274" y="15161"/>
                </a:lnTo>
                <a:lnTo>
                  <a:pt x="2014004" y="17265"/>
                </a:lnTo>
                <a:lnTo>
                  <a:pt x="2015464" y="14316"/>
                </a:lnTo>
                <a:lnTo>
                  <a:pt x="2016194" y="16301"/>
                </a:lnTo>
                <a:lnTo>
                  <a:pt x="2016924" y="14386"/>
                </a:lnTo>
                <a:lnTo>
                  <a:pt x="2018384" y="15051"/>
                </a:lnTo>
                <a:lnTo>
                  <a:pt x="2020573" y="18229"/>
                </a:lnTo>
                <a:lnTo>
                  <a:pt x="2021303" y="15190"/>
                </a:lnTo>
                <a:lnTo>
                  <a:pt x="2024223" y="16276"/>
                </a:lnTo>
                <a:lnTo>
                  <a:pt x="2024953" y="13465"/>
                </a:lnTo>
                <a:lnTo>
                  <a:pt x="2025683" y="15171"/>
                </a:lnTo>
                <a:lnTo>
                  <a:pt x="2026413" y="18569"/>
                </a:lnTo>
                <a:lnTo>
                  <a:pt x="2027143" y="14349"/>
                </a:lnTo>
                <a:lnTo>
                  <a:pt x="2027873" y="16737"/>
                </a:lnTo>
                <a:lnTo>
                  <a:pt x="2032253" y="9924"/>
                </a:lnTo>
                <a:lnTo>
                  <a:pt x="2033713" y="18476"/>
                </a:lnTo>
                <a:lnTo>
                  <a:pt x="2035173" y="16146"/>
                </a:lnTo>
                <a:lnTo>
                  <a:pt x="2038093" y="16228"/>
                </a:lnTo>
                <a:lnTo>
                  <a:pt x="2039553" y="14393"/>
                </a:lnTo>
                <a:lnTo>
                  <a:pt x="2040283" y="18575"/>
                </a:lnTo>
                <a:lnTo>
                  <a:pt x="2041013" y="14136"/>
                </a:lnTo>
                <a:lnTo>
                  <a:pt x="2043203" y="16519"/>
                </a:lnTo>
                <a:lnTo>
                  <a:pt x="2044663" y="19551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path 68"/>
          <p:cNvSpPr/>
          <p:nvPr/>
        </p:nvSpPr>
        <p:spPr>
          <a:xfrm>
            <a:off x="853440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69"/>
          <p:cNvSpPr/>
          <p:nvPr/>
        </p:nvSpPr>
        <p:spPr>
          <a:xfrm>
            <a:off x="3102569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path 70"/>
          <p:cNvSpPr/>
          <p:nvPr/>
        </p:nvSpPr>
        <p:spPr>
          <a:xfrm>
            <a:off x="853440" y="4018248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path 71"/>
          <p:cNvSpPr/>
          <p:nvPr/>
        </p:nvSpPr>
        <p:spPr>
          <a:xfrm>
            <a:off x="853440" y="2843240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489172" y="2555727"/>
            <a:ext cx="1021328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3B6CA8"/>
                </a:solidFill>
                <a:latin typeface="Times New Roman"/>
              </a:rPr>
              <a:t>Robot A · left</a:t>
            </a:r>
          </a:p>
        </p:txBody>
      </p:sp>
      <p:sp>
        <p:nvSpPr>
          <p:cNvPr id="106" name="Editable path 72"/>
          <p:cNvSpPr/>
          <p:nvPr/>
        </p:nvSpPr>
        <p:spPr>
          <a:xfrm>
            <a:off x="853440" y="4619069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path 73"/>
          <p:cNvSpPr/>
          <p:nvPr/>
        </p:nvSpPr>
        <p:spPr>
          <a:xfrm>
            <a:off x="955673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path 74"/>
          <p:cNvSpPr/>
          <p:nvPr/>
        </p:nvSpPr>
        <p:spPr>
          <a:xfrm>
            <a:off x="955673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0148" y="5940478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10" name="Editable path 75"/>
          <p:cNvSpPr/>
          <p:nvPr/>
        </p:nvSpPr>
        <p:spPr>
          <a:xfrm>
            <a:off x="1685649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path 76"/>
          <p:cNvSpPr/>
          <p:nvPr/>
        </p:nvSpPr>
        <p:spPr>
          <a:xfrm>
            <a:off x="1685649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14600" y="5940478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13" name="Editable path 77"/>
          <p:cNvSpPr/>
          <p:nvPr/>
        </p:nvSpPr>
        <p:spPr>
          <a:xfrm>
            <a:off x="2415625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path 78"/>
          <p:cNvSpPr/>
          <p:nvPr/>
        </p:nvSpPr>
        <p:spPr>
          <a:xfrm>
            <a:off x="2415625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344576" y="5940478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08502" y="6169463"/>
            <a:ext cx="117548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Reference time (s)</a:t>
            </a:r>
          </a:p>
        </p:txBody>
      </p:sp>
      <p:sp>
        <p:nvSpPr>
          <p:cNvPr id="117" name="Editable path 79"/>
          <p:cNvSpPr/>
          <p:nvPr/>
        </p:nvSpPr>
        <p:spPr>
          <a:xfrm>
            <a:off x="853440" y="5547690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80"/>
          <p:cNvSpPr/>
          <p:nvPr/>
        </p:nvSpPr>
        <p:spPr>
          <a:xfrm>
            <a:off x="770549" y="5547690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48238" y="5479833"/>
            <a:ext cx="274959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−20</a:t>
            </a:r>
          </a:p>
        </p:txBody>
      </p:sp>
      <p:sp>
        <p:nvSpPr>
          <p:cNvPr id="120" name="Editable path 81"/>
          <p:cNvSpPr/>
          <p:nvPr/>
        </p:nvSpPr>
        <p:spPr>
          <a:xfrm>
            <a:off x="853440" y="5207114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path 82"/>
          <p:cNvSpPr/>
          <p:nvPr/>
        </p:nvSpPr>
        <p:spPr>
          <a:xfrm>
            <a:off x="770549" y="5207114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6610" y="5139258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23" name="Editable path 83"/>
          <p:cNvSpPr/>
          <p:nvPr/>
        </p:nvSpPr>
        <p:spPr>
          <a:xfrm>
            <a:off x="853440" y="4866539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84"/>
          <p:cNvSpPr/>
          <p:nvPr/>
        </p:nvSpPr>
        <p:spPr>
          <a:xfrm>
            <a:off x="770549" y="4866539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5561" y="479868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26" name="TextBox 125"/>
          <p:cNvSpPr txBox="1"/>
          <p:nvPr/>
        </p:nvSpPr>
        <p:spPr>
          <a:xfrm rot="16200000">
            <a:off x="-217226" y="5104040"/>
            <a:ext cx="1045248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Moment (N m)</a:t>
            </a:r>
          </a:p>
        </p:txBody>
      </p:sp>
      <p:sp>
        <p:nvSpPr>
          <p:cNvPr id="127" name="Editable path 85"/>
          <p:cNvSpPr/>
          <p:nvPr/>
        </p:nvSpPr>
        <p:spPr>
          <a:xfrm>
            <a:off x="955673" y="4672479"/>
            <a:ext cx="2044663" cy="640927"/>
          </a:xfrm>
          <a:custGeom>
            <a:avLst/>
            <a:gdLst/>
            <a:ahLst/>
            <a:cxnLst/>
            <a:rect l="l" t="t" r="r" b="b"/>
            <a:pathLst>
              <a:path w="2044663" h="640927">
                <a:moveTo>
                  <a:pt x="0" y="436606"/>
                </a:moveTo>
                <a:lnTo>
                  <a:pt x="730" y="439856"/>
                </a:lnTo>
                <a:lnTo>
                  <a:pt x="2190" y="435379"/>
                </a:lnTo>
                <a:lnTo>
                  <a:pt x="2920" y="433867"/>
                </a:lnTo>
                <a:lnTo>
                  <a:pt x="3650" y="438454"/>
                </a:lnTo>
                <a:lnTo>
                  <a:pt x="5110" y="435044"/>
                </a:lnTo>
                <a:lnTo>
                  <a:pt x="5840" y="433319"/>
                </a:lnTo>
                <a:lnTo>
                  <a:pt x="6570" y="437825"/>
                </a:lnTo>
                <a:lnTo>
                  <a:pt x="7300" y="442257"/>
                </a:lnTo>
                <a:lnTo>
                  <a:pt x="8030" y="437759"/>
                </a:lnTo>
                <a:lnTo>
                  <a:pt x="8760" y="431840"/>
                </a:lnTo>
                <a:lnTo>
                  <a:pt x="10220" y="439918"/>
                </a:lnTo>
                <a:lnTo>
                  <a:pt x="10950" y="434493"/>
                </a:lnTo>
                <a:lnTo>
                  <a:pt x="15330" y="422470"/>
                </a:lnTo>
                <a:lnTo>
                  <a:pt x="16060" y="422917"/>
                </a:lnTo>
                <a:lnTo>
                  <a:pt x="16789" y="433446"/>
                </a:lnTo>
                <a:lnTo>
                  <a:pt x="17519" y="428810"/>
                </a:lnTo>
                <a:lnTo>
                  <a:pt x="18979" y="402474"/>
                </a:lnTo>
                <a:lnTo>
                  <a:pt x="20439" y="422827"/>
                </a:lnTo>
                <a:lnTo>
                  <a:pt x="21169" y="418890"/>
                </a:lnTo>
                <a:lnTo>
                  <a:pt x="21899" y="425184"/>
                </a:lnTo>
                <a:lnTo>
                  <a:pt x="22629" y="431575"/>
                </a:lnTo>
                <a:lnTo>
                  <a:pt x="23359" y="428675"/>
                </a:lnTo>
                <a:lnTo>
                  <a:pt x="25549" y="412551"/>
                </a:lnTo>
                <a:lnTo>
                  <a:pt x="26279" y="420539"/>
                </a:lnTo>
                <a:lnTo>
                  <a:pt x="27009" y="428029"/>
                </a:lnTo>
                <a:lnTo>
                  <a:pt x="27739" y="425441"/>
                </a:lnTo>
                <a:lnTo>
                  <a:pt x="28469" y="415266"/>
                </a:lnTo>
                <a:lnTo>
                  <a:pt x="29929" y="416883"/>
                </a:lnTo>
                <a:lnTo>
                  <a:pt x="31389" y="422427"/>
                </a:lnTo>
                <a:lnTo>
                  <a:pt x="32849" y="409286"/>
                </a:lnTo>
                <a:lnTo>
                  <a:pt x="34309" y="417118"/>
                </a:lnTo>
                <a:lnTo>
                  <a:pt x="35039" y="420570"/>
                </a:lnTo>
                <a:lnTo>
                  <a:pt x="35769" y="414628"/>
                </a:lnTo>
                <a:lnTo>
                  <a:pt x="36499" y="416716"/>
                </a:lnTo>
                <a:lnTo>
                  <a:pt x="37229" y="415073"/>
                </a:lnTo>
                <a:lnTo>
                  <a:pt x="37959" y="416148"/>
                </a:lnTo>
                <a:lnTo>
                  <a:pt x="38689" y="420366"/>
                </a:lnTo>
                <a:lnTo>
                  <a:pt x="39419" y="416596"/>
                </a:lnTo>
                <a:lnTo>
                  <a:pt x="42339" y="403603"/>
                </a:lnTo>
                <a:lnTo>
                  <a:pt x="43069" y="405959"/>
                </a:lnTo>
                <a:lnTo>
                  <a:pt x="43799" y="417579"/>
                </a:lnTo>
                <a:lnTo>
                  <a:pt x="45259" y="403469"/>
                </a:lnTo>
                <a:lnTo>
                  <a:pt x="45989" y="402871"/>
                </a:lnTo>
                <a:lnTo>
                  <a:pt x="46719" y="405032"/>
                </a:lnTo>
                <a:lnTo>
                  <a:pt x="48908" y="419347"/>
                </a:lnTo>
                <a:lnTo>
                  <a:pt x="50368" y="412128"/>
                </a:lnTo>
                <a:lnTo>
                  <a:pt x="51098" y="412071"/>
                </a:lnTo>
                <a:lnTo>
                  <a:pt x="56208" y="397204"/>
                </a:lnTo>
                <a:lnTo>
                  <a:pt x="59858" y="415295"/>
                </a:lnTo>
                <a:lnTo>
                  <a:pt x="60588" y="413657"/>
                </a:lnTo>
                <a:lnTo>
                  <a:pt x="64968" y="402361"/>
                </a:lnTo>
                <a:lnTo>
                  <a:pt x="67158" y="404694"/>
                </a:lnTo>
                <a:lnTo>
                  <a:pt x="67888" y="408654"/>
                </a:lnTo>
                <a:lnTo>
                  <a:pt x="69348" y="403781"/>
                </a:lnTo>
                <a:lnTo>
                  <a:pt x="70078" y="403538"/>
                </a:lnTo>
                <a:lnTo>
                  <a:pt x="70808" y="395625"/>
                </a:lnTo>
                <a:lnTo>
                  <a:pt x="71538" y="405247"/>
                </a:lnTo>
                <a:lnTo>
                  <a:pt x="72998" y="397088"/>
                </a:lnTo>
                <a:lnTo>
                  <a:pt x="73728" y="408508"/>
                </a:lnTo>
                <a:lnTo>
                  <a:pt x="75918" y="402277"/>
                </a:lnTo>
                <a:lnTo>
                  <a:pt x="77377" y="409012"/>
                </a:lnTo>
                <a:lnTo>
                  <a:pt x="78107" y="407887"/>
                </a:lnTo>
                <a:lnTo>
                  <a:pt x="78838" y="400544"/>
                </a:lnTo>
                <a:lnTo>
                  <a:pt x="81027" y="402242"/>
                </a:lnTo>
                <a:lnTo>
                  <a:pt x="82487" y="408105"/>
                </a:lnTo>
                <a:lnTo>
                  <a:pt x="85407" y="396442"/>
                </a:lnTo>
                <a:lnTo>
                  <a:pt x="86137" y="396669"/>
                </a:lnTo>
                <a:lnTo>
                  <a:pt x="87597" y="403967"/>
                </a:lnTo>
                <a:lnTo>
                  <a:pt x="88327" y="403438"/>
                </a:lnTo>
                <a:lnTo>
                  <a:pt x="91247" y="391256"/>
                </a:lnTo>
                <a:lnTo>
                  <a:pt x="91977" y="396167"/>
                </a:lnTo>
                <a:lnTo>
                  <a:pt x="92707" y="397763"/>
                </a:lnTo>
                <a:lnTo>
                  <a:pt x="93437" y="395024"/>
                </a:lnTo>
                <a:lnTo>
                  <a:pt x="96357" y="411679"/>
                </a:lnTo>
                <a:lnTo>
                  <a:pt x="99277" y="391493"/>
                </a:lnTo>
                <a:lnTo>
                  <a:pt x="100007" y="399460"/>
                </a:lnTo>
                <a:lnTo>
                  <a:pt x="102197" y="394734"/>
                </a:lnTo>
                <a:lnTo>
                  <a:pt x="102927" y="395443"/>
                </a:lnTo>
                <a:lnTo>
                  <a:pt x="103657" y="391942"/>
                </a:lnTo>
                <a:lnTo>
                  <a:pt x="105847" y="394287"/>
                </a:lnTo>
                <a:lnTo>
                  <a:pt x="108037" y="407077"/>
                </a:lnTo>
                <a:lnTo>
                  <a:pt x="108766" y="404249"/>
                </a:lnTo>
                <a:lnTo>
                  <a:pt x="111686" y="388320"/>
                </a:lnTo>
                <a:lnTo>
                  <a:pt x="112416" y="395933"/>
                </a:lnTo>
                <a:lnTo>
                  <a:pt x="114606" y="391482"/>
                </a:lnTo>
                <a:lnTo>
                  <a:pt x="115336" y="388135"/>
                </a:lnTo>
                <a:lnTo>
                  <a:pt x="116796" y="389128"/>
                </a:lnTo>
                <a:lnTo>
                  <a:pt x="117526" y="392472"/>
                </a:lnTo>
                <a:lnTo>
                  <a:pt x="118256" y="381222"/>
                </a:lnTo>
                <a:lnTo>
                  <a:pt x="119716" y="386354"/>
                </a:lnTo>
                <a:lnTo>
                  <a:pt x="120446" y="395309"/>
                </a:lnTo>
                <a:lnTo>
                  <a:pt x="122636" y="394440"/>
                </a:lnTo>
                <a:lnTo>
                  <a:pt x="127016" y="383010"/>
                </a:lnTo>
                <a:lnTo>
                  <a:pt x="127746" y="391214"/>
                </a:lnTo>
                <a:lnTo>
                  <a:pt x="129206" y="387888"/>
                </a:lnTo>
                <a:lnTo>
                  <a:pt x="129936" y="384106"/>
                </a:lnTo>
                <a:lnTo>
                  <a:pt x="130666" y="393210"/>
                </a:lnTo>
                <a:lnTo>
                  <a:pt x="131396" y="403586"/>
                </a:lnTo>
                <a:lnTo>
                  <a:pt x="132126" y="387535"/>
                </a:lnTo>
                <a:lnTo>
                  <a:pt x="132856" y="386241"/>
                </a:lnTo>
                <a:lnTo>
                  <a:pt x="133586" y="390391"/>
                </a:lnTo>
                <a:lnTo>
                  <a:pt x="134316" y="385313"/>
                </a:lnTo>
                <a:lnTo>
                  <a:pt x="135046" y="381052"/>
                </a:lnTo>
                <a:lnTo>
                  <a:pt x="136506" y="382759"/>
                </a:lnTo>
                <a:lnTo>
                  <a:pt x="139426" y="393855"/>
                </a:lnTo>
                <a:lnTo>
                  <a:pt x="142345" y="375477"/>
                </a:lnTo>
                <a:lnTo>
                  <a:pt x="143075" y="374494"/>
                </a:lnTo>
                <a:lnTo>
                  <a:pt x="143805" y="365339"/>
                </a:lnTo>
                <a:lnTo>
                  <a:pt x="144535" y="367653"/>
                </a:lnTo>
                <a:lnTo>
                  <a:pt x="147455" y="385425"/>
                </a:lnTo>
                <a:lnTo>
                  <a:pt x="151835" y="373436"/>
                </a:lnTo>
                <a:lnTo>
                  <a:pt x="152565" y="375794"/>
                </a:lnTo>
                <a:lnTo>
                  <a:pt x="154025" y="374363"/>
                </a:lnTo>
                <a:lnTo>
                  <a:pt x="157675" y="368437"/>
                </a:lnTo>
                <a:lnTo>
                  <a:pt x="159135" y="372909"/>
                </a:lnTo>
                <a:lnTo>
                  <a:pt x="160595" y="370567"/>
                </a:lnTo>
                <a:lnTo>
                  <a:pt x="161325" y="362869"/>
                </a:lnTo>
                <a:lnTo>
                  <a:pt x="162055" y="364933"/>
                </a:lnTo>
                <a:lnTo>
                  <a:pt x="165705" y="391990"/>
                </a:lnTo>
                <a:lnTo>
                  <a:pt x="167165" y="366576"/>
                </a:lnTo>
                <a:lnTo>
                  <a:pt x="168625" y="379864"/>
                </a:lnTo>
                <a:lnTo>
                  <a:pt x="169354" y="380943"/>
                </a:lnTo>
                <a:lnTo>
                  <a:pt x="170814" y="379786"/>
                </a:lnTo>
                <a:lnTo>
                  <a:pt x="173004" y="375113"/>
                </a:lnTo>
                <a:lnTo>
                  <a:pt x="174464" y="363879"/>
                </a:lnTo>
                <a:lnTo>
                  <a:pt x="175194" y="375378"/>
                </a:lnTo>
                <a:lnTo>
                  <a:pt x="177384" y="399993"/>
                </a:lnTo>
                <a:lnTo>
                  <a:pt x="178114" y="373603"/>
                </a:lnTo>
                <a:lnTo>
                  <a:pt x="180304" y="381664"/>
                </a:lnTo>
                <a:lnTo>
                  <a:pt x="181034" y="386024"/>
                </a:lnTo>
                <a:lnTo>
                  <a:pt x="182494" y="366149"/>
                </a:lnTo>
                <a:lnTo>
                  <a:pt x="183954" y="374873"/>
                </a:lnTo>
                <a:lnTo>
                  <a:pt x="184684" y="379673"/>
                </a:lnTo>
                <a:lnTo>
                  <a:pt x="186144" y="378027"/>
                </a:lnTo>
                <a:lnTo>
                  <a:pt x="188334" y="364738"/>
                </a:lnTo>
                <a:lnTo>
                  <a:pt x="189794" y="372308"/>
                </a:lnTo>
                <a:lnTo>
                  <a:pt x="191254" y="389762"/>
                </a:lnTo>
                <a:lnTo>
                  <a:pt x="191984" y="385718"/>
                </a:lnTo>
                <a:lnTo>
                  <a:pt x="194904" y="371156"/>
                </a:lnTo>
                <a:lnTo>
                  <a:pt x="195634" y="381670"/>
                </a:lnTo>
                <a:lnTo>
                  <a:pt x="197824" y="376649"/>
                </a:lnTo>
                <a:lnTo>
                  <a:pt x="198554" y="379035"/>
                </a:lnTo>
                <a:lnTo>
                  <a:pt x="200014" y="375321"/>
                </a:lnTo>
                <a:lnTo>
                  <a:pt x="200743" y="374092"/>
                </a:lnTo>
                <a:lnTo>
                  <a:pt x="201473" y="375888"/>
                </a:lnTo>
                <a:lnTo>
                  <a:pt x="202203" y="377699"/>
                </a:lnTo>
                <a:lnTo>
                  <a:pt x="202933" y="374728"/>
                </a:lnTo>
                <a:lnTo>
                  <a:pt x="204393" y="366137"/>
                </a:lnTo>
                <a:lnTo>
                  <a:pt x="205123" y="375146"/>
                </a:lnTo>
                <a:lnTo>
                  <a:pt x="210963" y="368856"/>
                </a:lnTo>
                <a:lnTo>
                  <a:pt x="211693" y="358500"/>
                </a:lnTo>
                <a:lnTo>
                  <a:pt x="213153" y="369540"/>
                </a:lnTo>
                <a:lnTo>
                  <a:pt x="213883" y="367642"/>
                </a:lnTo>
                <a:lnTo>
                  <a:pt x="214613" y="382330"/>
                </a:lnTo>
                <a:lnTo>
                  <a:pt x="216073" y="371289"/>
                </a:lnTo>
                <a:lnTo>
                  <a:pt x="216803" y="369550"/>
                </a:lnTo>
                <a:lnTo>
                  <a:pt x="217533" y="374452"/>
                </a:lnTo>
                <a:lnTo>
                  <a:pt x="218263" y="372776"/>
                </a:lnTo>
                <a:lnTo>
                  <a:pt x="220453" y="377600"/>
                </a:lnTo>
                <a:lnTo>
                  <a:pt x="221913" y="375896"/>
                </a:lnTo>
                <a:lnTo>
                  <a:pt x="222643" y="369687"/>
                </a:lnTo>
                <a:lnTo>
                  <a:pt x="224833" y="372876"/>
                </a:lnTo>
                <a:lnTo>
                  <a:pt x="227023" y="377092"/>
                </a:lnTo>
                <a:lnTo>
                  <a:pt x="229213" y="376109"/>
                </a:lnTo>
                <a:lnTo>
                  <a:pt x="231402" y="416434"/>
                </a:lnTo>
                <a:lnTo>
                  <a:pt x="232862" y="371580"/>
                </a:lnTo>
                <a:lnTo>
                  <a:pt x="234322" y="397005"/>
                </a:lnTo>
                <a:lnTo>
                  <a:pt x="236512" y="373674"/>
                </a:lnTo>
                <a:lnTo>
                  <a:pt x="237242" y="386839"/>
                </a:lnTo>
                <a:lnTo>
                  <a:pt x="240892" y="406961"/>
                </a:lnTo>
                <a:lnTo>
                  <a:pt x="242352" y="407901"/>
                </a:lnTo>
                <a:lnTo>
                  <a:pt x="243812" y="385682"/>
                </a:lnTo>
                <a:lnTo>
                  <a:pt x="245272" y="400668"/>
                </a:lnTo>
                <a:lnTo>
                  <a:pt x="246002" y="400950"/>
                </a:lnTo>
                <a:lnTo>
                  <a:pt x="247462" y="390352"/>
                </a:lnTo>
                <a:lnTo>
                  <a:pt x="248192" y="398382"/>
                </a:lnTo>
                <a:lnTo>
                  <a:pt x="248922" y="402415"/>
                </a:lnTo>
                <a:lnTo>
                  <a:pt x="250382" y="379903"/>
                </a:lnTo>
                <a:lnTo>
                  <a:pt x="251842" y="384610"/>
                </a:lnTo>
                <a:lnTo>
                  <a:pt x="254032" y="395566"/>
                </a:lnTo>
                <a:lnTo>
                  <a:pt x="254762" y="392092"/>
                </a:lnTo>
                <a:lnTo>
                  <a:pt x="256222" y="386445"/>
                </a:lnTo>
                <a:lnTo>
                  <a:pt x="256952" y="390238"/>
                </a:lnTo>
                <a:lnTo>
                  <a:pt x="257682" y="403837"/>
                </a:lnTo>
                <a:lnTo>
                  <a:pt x="259142" y="391405"/>
                </a:lnTo>
                <a:lnTo>
                  <a:pt x="259872" y="390461"/>
                </a:lnTo>
                <a:lnTo>
                  <a:pt x="260602" y="401930"/>
                </a:lnTo>
                <a:lnTo>
                  <a:pt x="262061" y="388706"/>
                </a:lnTo>
                <a:lnTo>
                  <a:pt x="262791" y="397554"/>
                </a:lnTo>
                <a:lnTo>
                  <a:pt x="263521" y="402854"/>
                </a:lnTo>
                <a:lnTo>
                  <a:pt x="264981" y="395918"/>
                </a:lnTo>
                <a:lnTo>
                  <a:pt x="265711" y="389042"/>
                </a:lnTo>
                <a:lnTo>
                  <a:pt x="266441" y="400383"/>
                </a:lnTo>
                <a:lnTo>
                  <a:pt x="270091" y="420928"/>
                </a:lnTo>
                <a:lnTo>
                  <a:pt x="270821" y="420391"/>
                </a:lnTo>
                <a:lnTo>
                  <a:pt x="272281" y="409895"/>
                </a:lnTo>
                <a:lnTo>
                  <a:pt x="273741" y="417024"/>
                </a:lnTo>
                <a:lnTo>
                  <a:pt x="275201" y="423424"/>
                </a:lnTo>
                <a:lnTo>
                  <a:pt x="277391" y="422087"/>
                </a:lnTo>
                <a:lnTo>
                  <a:pt x="278121" y="412579"/>
                </a:lnTo>
                <a:lnTo>
                  <a:pt x="279581" y="425878"/>
                </a:lnTo>
                <a:lnTo>
                  <a:pt x="281041" y="432652"/>
                </a:lnTo>
                <a:lnTo>
                  <a:pt x="282501" y="412917"/>
                </a:lnTo>
                <a:lnTo>
                  <a:pt x="283961" y="419194"/>
                </a:lnTo>
                <a:lnTo>
                  <a:pt x="286151" y="431530"/>
                </a:lnTo>
                <a:lnTo>
                  <a:pt x="286881" y="424632"/>
                </a:lnTo>
                <a:lnTo>
                  <a:pt x="287611" y="416460"/>
                </a:lnTo>
                <a:lnTo>
                  <a:pt x="289071" y="427094"/>
                </a:lnTo>
                <a:lnTo>
                  <a:pt x="289801" y="434693"/>
                </a:lnTo>
                <a:lnTo>
                  <a:pt x="291260" y="426249"/>
                </a:lnTo>
                <a:lnTo>
                  <a:pt x="292720" y="412669"/>
                </a:lnTo>
                <a:lnTo>
                  <a:pt x="294180" y="414029"/>
                </a:lnTo>
                <a:lnTo>
                  <a:pt x="297830" y="423662"/>
                </a:lnTo>
                <a:lnTo>
                  <a:pt x="299290" y="408839"/>
                </a:lnTo>
                <a:lnTo>
                  <a:pt x="300020" y="415586"/>
                </a:lnTo>
                <a:lnTo>
                  <a:pt x="301480" y="426240"/>
                </a:lnTo>
                <a:lnTo>
                  <a:pt x="302940" y="421002"/>
                </a:lnTo>
                <a:lnTo>
                  <a:pt x="303670" y="424017"/>
                </a:lnTo>
                <a:lnTo>
                  <a:pt x="304400" y="413385"/>
                </a:lnTo>
                <a:lnTo>
                  <a:pt x="305860" y="423377"/>
                </a:lnTo>
                <a:lnTo>
                  <a:pt x="308780" y="418148"/>
                </a:lnTo>
                <a:lnTo>
                  <a:pt x="309510" y="426078"/>
                </a:lnTo>
                <a:lnTo>
                  <a:pt x="310970" y="415603"/>
                </a:lnTo>
                <a:lnTo>
                  <a:pt x="311700" y="424305"/>
                </a:lnTo>
                <a:lnTo>
                  <a:pt x="312430" y="425355"/>
                </a:lnTo>
                <a:lnTo>
                  <a:pt x="313160" y="422377"/>
                </a:lnTo>
                <a:lnTo>
                  <a:pt x="314620" y="406730"/>
                </a:lnTo>
                <a:lnTo>
                  <a:pt x="315350" y="420677"/>
                </a:lnTo>
                <a:lnTo>
                  <a:pt x="316080" y="420217"/>
                </a:lnTo>
                <a:lnTo>
                  <a:pt x="316810" y="424737"/>
                </a:lnTo>
                <a:lnTo>
                  <a:pt x="318270" y="418416"/>
                </a:lnTo>
                <a:lnTo>
                  <a:pt x="319730" y="407612"/>
                </a:lnTo>
                <a:lnTo>
                  <a:pt x="320460" y="418966"/>
                </a:lnTo>
                <a:lnTo>
                  <a:pt x="321919" y="421226"/>
                </a:lnTo>
                <a:lnTo>
                  <a:pt x="326299" y="378175"/>
                </a:lnTo>
                <a:lnTo>
                  <a:pt x="328489" y="445909"/>
                </a:lnTo>
                <a:lnTo>
                  <a:pt x="329219" y="429378"/>
                </a:lnTo>
                <a:lnTo>
                  <a:pt x="329949" y="412721"/>
                </a:lnTo>
                <a:lnTo>
                  <a:pt x="331409" y="420429"/>
                </a:lnTo>
                <a:lnTo>
                  <a:pt x="332139" y="423062"/>
                </a:lnTo>
                <a:lnTo>
                  <a:pt x="332869" y="420475"/>
                </a:lnTo>
                <a:lnTo>
                  <a:pt x="333599" y="411744"/>
                </a:lnTo>
                <a:lnTo>
                  <a:pt x="335059" y="424633"/>
                </a:lnTo>
                <a:lnTo>
                  <a:pt x="336519" y="415307"/>
                </a:lnTo>
                <a:lnTo>
                  <a:pt x="337249" y="412567"/>
                </a:lnTo>
                <a:lnTo>
                  <a:pt x="337979" y="416019"/>
                </a:lnTo>
                <a:lnTo>
                  <a:pt x="339439" y="424476"/>
                </a:lnTo>
                <a:lnTo>
                  <a:pt x="340169" y="419285"/>
                </a:lnTo>
                <a:lnTo>
                  <a:pt x="341629" y="411598"/>
                </a:lnTo>
                <a:lnTo>
                  <a:pt x="342359" y="413795"/>
                </a:lnTo>
                <a:lnTo>
                  <a:pt x="343089" y="418373"/>
                </a:lnTo>
                <a:lnTo>
                  <a:pt x="344549" y="417556"/>
                </a:lnTo>
                <a:lnTo>
                  <a:pt x="346009" y="412440"/>
                </a:lnTo>
                <a:lnTo>
                  <a:pt x="346739" y="418972"/>
                </a:lnTo>
                <a:lnTo>
                  <a:pt x="347469" y="421966"/>
                </a:lnTo>
                <a:lnTo>
                  <a:pt x="348199" y="417334"/>
                </a:lnTo>
                <a:lnTo>
                  <a:pt x="348929" y="410698"/>
                </a:lnTo>
                <a:lnTo>
                  <a:pt x="350388" y="416486"/>
                </a:lnTo>
                <a:lnTo>
                  <a:pt x="351118" y="420903"/>
                </a:lnTo>
                <a:lnTo>
                  <a:pt x="352579" y="418315"/>
                </a:lnTo>
                <a:lnTo>
                  <a:pt x="354038" y="404007"/>
                </a:lnTo>
                <a:lnTo>
                  <a:pt x="355498" y="411455"/>
                </a:lnTo>
                <a:lnTo>
                  <a:pt x="357688" y="410534"/>
                </a:lnTo>
                <a:lnTo>
                  <a:pt x="358418" y="417450"/>
                </a:lnTo>
                <a:lnTo>
                  <a:pt x="359878" y="400099"/>
                </a:lnTo>
                <a:lnTo>
                  <a:pt x="361338" y="407128"/>
                </a:lnTo>
                <a:lnTo>
                  <a:pt x="362798" y="392540"/>
                </a:lnTo>
                <a:lnTo>
                  <a:pt x="363528" y="401128"/>
                </a:lnTo>
                <a:lnTo>
                  <a:pt x="364258" y="408176"/>
                </a:lnTo>
                <a:lnTo>
                  <a:pt x="365718" y="406119"/>
                </a:lnTo>
                <a:lnTo>
                  <a:pt x="367178" y="392164"/>
                </a:lnTo>
                <a:lnTo>
                  <a:pt x="368638" y="402284"/>
                </a:lnTo>
                <a:lnTo>
                  <a:pt x="369368" y="404607"/>
                </a:lnTo>
                <a:lnTo>
                  <a:pt x="371558" y="395004"/>
                </a:lnTo>
                <a:lnTo>
                  <a:pt x="372288" y="396396"/>
                </a:lnTo>
                <a:lnTo>
                  <a:pt x="373748" y="395315"/>
                </a:lnTo>
                <a:lnTo>
                  <a:pt x="375208" y="405563"/>
                </a:lnTo>
                <a:lnTo>
                  <a:pt x="378858" y="386866"/>
                </a:lnTo>
                <a:lnTo>
                  <a:pt x="379588" y="390960"/>
                </a:lnTo>
                <a:lnTo>
                  <a:pt x="382507" y="361519"/>
                </a:lnTo>
                <a:lnTo>
                  <a:pt x="383237" y="367014"/>
                </a:lnTo>
                <a:lnTo>
                  <a:pt x="383967" y="375645"/>
                </a:lnTo>
                <a:lnTo>
                  <a:pt x="384697" y="370145"/>
                </a:lnTo>
                <a:lnTo>
                  <a:pt x="385427" y="347980"/>
                </a:lnTo>
                <a:lnTo>
                  <a:pt x="386887" y="382328"/>
                </a:lnTo>
                <a:lnTo>
                  <a:pt x="392727" y="352250"/>
                </a:lnTo>
                <a:lnTo>
                  <a:pt x="395647" y="366403"/>
                </a:lnTo>
                <a:lnTo>
                  <a:pt x="397837" y="364350"/>
                </a:lnTo>
                <a:lnTo>
                  <a:pt x="398567" y="366079"/>
                </a:lnTo>
                <a:lnTo>
                  <a:pt x="400027" y="338746"/>
                </a:lnTo>
                <a:lnTo>
                  <a:pt x="401487" y="358157"/>
                </a:lnTo>
                <a:lnTo>
                  <a:pt x="402217" y="361671"/>
                </a:lnTo>
                <a:lnTo>
                  <a:pt x="403677" y="357351"/>
                </a:lnTo>
                <a:lnTo>
                  <a:pt x="404407" y="359924"/>
                </a:lnTo>
                <a:lnTo>
                  <a:pt x="405137" y="360675"/>
                </a:lnTo>
                <a:lnTo>
                  <a:pt x="405867" y="357993"/>
                </a:lnTo>
                <a:lnTo>
                  <a:pt x="407327" y="341654"/>
                </a:lnTo>
                <a:lnTo>
                  <a:pt x="408057" y="370724"/>
                </a:lnTo>
                <a:lnTo>
                  <a:pt x="409517" y="346805"/>
                </a:lnTo>
                <a:lnTo>
                  <a:pt x="410977" y="341478"/>
                </a:lnTo>
                <a:lnTo>
                  <a:pt x="413896" y="355505"/>
                </a:lnTo>
                <a:lnTo>
                  <a:pt x="415356" y="344478"/>
                </a:lnTo>
                <a:lnTo>
                  <a:pt x="416816" y="344852"/>
                </a:lnTo>
                <a:lnTo>
                  <a:pt x="417546" y="344718"/>
                </a:lnTo>
                <a:lnTo>
                  <a:pt x="419736" y="352113"/>
                </a:lnTo>
                <a:lnTo>
                  <a:pt x="423386" y="330616"/>
                </a:lnTo>
                <a:lnTo>
                  <a:pt x="424116" y="331900"/>
                </a:lnTo>
                <a:lnTo>
                  <a:pt x="424846" y="328627"/>
                </a:lnTo>
                <a:lnTo>
                  <a:pt x="425576" y="328506"/>
                </a:lnTo>
                <a:lnTo>
                  <a:pt x="426306" y="324611"/>
                </a:lnTo>
                <a:lnTo>
                  <a:pt x="427766" y="330253"/>
                </a:lnTo>
                <a:lnTo>
                  <a:pt x="430686" y="326657"/>
                </a:lnTo>
                <a:lnTo>
                  <a:pt x="431416" y="326577"/>
                </a:lnTo>
                <a:lnTo>
                  <a:pt x="434336" y="308628"/>
                </a:lnTo>
                <a:lnTo>
                  <a:pt x="435066" y="328308"/>
                </a:lnTo>
                <a:lnTo>
                  <a:pt x="437256" y="320389"/>
                </a:lnTo>
                <a:lnTo>
                  <a:pt x="437986" y="323344"/>
                </a:lnTo>
                <a:lnTo>
                  <a:pt x="438716" y="316016"/>
                </a:lnTo>
                <a:lnTo>
                  <a:pt x="442365" y="319927"/>
                </a:lnTo>
                <a:lnTo>
                  <a:pt x="446745" y="296977"/>
                </a:lnTo>
                <a:lnTo>
                  <a:pt x="443825" y="322009"/>
                </a:lnTo>
                <a:lnTo>
                  <a:pt x="447475" y="302674"/>
                </a:lnTo>
                <a:lnTo>
                  <a:pt x="450395" y="312544"/>
                </a:lnTo>
                <a:lnTo>
                  <a:pt x="451855" y="297814"/>
                </a:lnTo>
                <a:lnTo>
                  <a:pt x="452585" y="304306"/>
                </a:lnTo>
                <a:lnTo>
                  <a:pt x="453315" y="310626"/>
                </a:lnTo>
                <a:lnTo>
                  <a:pt x="454045" y="304960"/>
                </a:lnTo>
                <a:lnTo>
                  <a:pt x="454775" y="278014"/>
                </a:lnTo>
                <a:lnTo>
                  <a:pt x="456965" y="287905"/>
                </a:lnTo>
                <a:lnTo>
                  <a:pt x="458425" y="274396"/>
                </a:lnTo>
                <a:lnTo>
                  <a:pt x="459885" y="277653"/>
                </a:lnTo>
                <a:lnTo>
                  <a:pt x="462075" y="295772"/>
                </a:lnTo>
                <a:lnTo>
                  <a:pt x="464265" y="293372"/>
                </a:lnTo>
                <a:lnTo>
                  <a:pt x="466455" y="281539"/>
                </a:lnTo>
                <a:lnTo>
                  <a:pt x="467915" y="274793"/>
                </a:lnTo>
                <a:lnTo>
                  <a:pt x="468645" y="275059"/>
                </a:lnTo>
                <a:lnTo>
                  <a:pt x="473754" y="292715"/>
                </a:lnTo>
                <a:lnTo>
                  <a:pt x="476674" y="278478"/>
                </a:lnTo>
                <a:lnTo>
                  <a:pt x="478134" y="297474"/>
                </a:lnTo>
                <a:lnTo>
                  <a:pt x="478864" y="279612"/>
                </a:lnTo>
                <a:lnTo>
                  <a:pt x="482514" y="289751"/>
                </a:lnTo>
                <a:lnTo>
                  <a:pt x="485434" y="278343"/>
                </a:lnTo>
                <a:lnTo>
                  <a:pt x="486164" y="285290"/>
                </a:lnTo>
                <a:lnTo>
                  <a:pt x="487624" y="275327"/>
                </a:lnTo>
                <a:lnTo>
                  <a:pt x="488354" y="276632"/>
                </a:lnTo>
                <a:lnTo>
                  <a:pt x="490544" y="291397"/>
                </a:lnTo>
                <a:lnTo>
                  <a:pt x="491274" y="281234"/>
                </a:lnTo>
                <a:lnTo>
                  <a:pt x="492004" y="294740"/>
                </a:lnTo>
                <a:lnTo>
                  <a:pt x="492734" y="288111"/>
                </a:lnTo>
                <a:lnTo>
                  <a:pt x="494194" y="305787"/>
                </a:lnTo>
                <a:lnTo>
                  <a:pt x="495654" y="299568"/>
                </a:lnTo>
                <a:lnTo>
                  <a:pt x="496384" y="297417"/>
                </a:lnTo>
                <a:lnTo>
                  <a:pt x="497844" y="310349"/>
                </a:lnTo>
                <a:lnTo>
                  <a:pt x="498574" y="301250"/>
                </a:lnTo>
                <a:lnTo>
                  <a:pt x="501494" y="289612"/>
                </a:lnTo>
                <a:lnTo>
                  <a:pt x="502953" y="310737"/>
                </a:lnTo>
                <a:lnTo>
                  <a:pt x="503683" y="298002"/>
                </a:lnTo>
                <a:lnTo>
                  <a:pt x="505873" y="282413"/>
                </a:lnTo>
                <a:lnTo>
                  <a:pt x="507333" y="311063"/>
                </a:lnTo>
                <a:lnTo>
                  <a:pt x="508793" y="291832"/>
                </a:lnTo>
                <a:lnTo>
                  <a:pt x="510983" y="293257"/>
                </a:lnTo>
                <a:lnTo>
                  <a:pt x="512443" y="288621"/>
                </a:lnTo>
                <a:lnTo>
                  <a:pt x="513173" y="289581"/>
                </a:lnTo>
                <a:lnTo>
                  <a:pt x="513903" y="288539"/>
                </a:lnTo>
                <a:lnTo>
                  <a:pt x="517553" y="274333"/>
                </a:lnTo>
                <a:lnTo>
                  <a:pt x="518283" y="284639"/>
                </a:lnTo>
                <a:lnTo>
                  <a:pt x="519013" y="272676"/>
                </a:lnTo>
                <a:lnTo>
                  <a:pt x="519743" y="277310"/>
                </a:lnTo>
                <a:lnTo>
                  <a:pt x="520473" y="277964"/>
                </a:lnTo>
                <a:lnTo>
                  <a:pt x="521203" y="275945"/>
                </a:lnTo>
                <a:lnTo>
                  <a:pt x="524853" y="301270"/>
                </a:lnTo>
                <a:lnTo>
                  <a:pt x="529233" y="280214"/>
                </a:lnTo>
                <a:lnTo>
                  <a:pt x="529963" y="281258"/>
                </a:lnTo>
                <a:lnTo>
                  <a:pt x="531423" y="279416"/>
                </a:lnTo>
                <a:lnTo>
                  <a:pt x="532153" y="265873"/>
                </a:lnTo>
                <a:lnTo>
                  <a:pt x="534342" y="268975"/>
                </a:lnTo>
                <a:lnTo>
                  <a:pt x="535072" y="269712"/>
                </a:lnTo>
                <a:lnTo>
                  <a:pt x="539452" y="254761"/>
                </a:lnTo>
                <a:lnTo>
                  <a:pt x="540912" y="259667"/>
                </a:lnTo>
                <a:lnTo>
                  <a:pt x="542372" y="255887"/>
                </a:lnTo>
                <a:lnTo>
                  <a:pt x="545292" y="253049"/>
                </a:lnTo>
                <a:lnTo>
                  <a:pt x="546752" y="259288"/>
                </a:lnTo>
                <a:lnTo>
                  <a:pt x="547482" y="254213"/>
                </a:lnTo>
                <a:lnTo>
                  <a:pt x="548212" y="249295"/>
                </a:lnTo>
                <a:lnTo>
                  <a:pt x="548942" y="259782"/>
                </a:lnTo>
                <a:lnTo>
                  <a:pt x="549672" y="280064"/>
                </a:lnTo>
                <a:lnTo>
                  <a:pt x="550402" y="270678"/>
                </a:lnTo>
                <a:lnTo>
                  <a:pt x="551132" y="241850"/>
                </a:lnTo>
                <a:lnTo>
                  <a:pt x="553322" y="252485"/>
                </a:lnTo>
                <a:lnTo>
                  <a:pt x="555512" y="237962"/>
                </a:lnTo>
                <a:lnTo>
                  <a:pt x="556242" y="238717"/>
                </a:lnTo>
                <a:lnTo>
                  <a:pt x="557702" y="248911"/>
                </a:lnTo>
                <a:lnTo>
                  <a:pt x="559162" y="242103"/>
                </a:lnTo>
                <a:lnTo>
                  <a:pt x="560622" y="229170"/>
                </a:lnTo>
                <a:lnTo>
                  <a:pt x="561352" y="242979"/>
                </a:lnTo>
                <a:lnTo>
                  <a:pt x="562082" y="235275"/>
                </a:lnTo>
                <a:lnTo>
                  <a:pt x="564272" y="232770"/>
                </a:lnTo>
                <a:lnTo>
                  <a:pt x="565002" y="241836"/>
                </a:lnTo>
                <a:lnTo>
                  <a:pt x="565731" y="227064"/>
                </a:lnTo>
                <a:lnTo>
                  <a:pt x="567921" y="218492"/>
                </a:lnTo>
                <a:lnTo>
                  <a:pt x="569381" y="222472"/>
                </a:lnTo>
                <a:lnTo>
                  <a:pt x="570111" y="221477"/>
                </a:lnTo>
                <a:lnTo>
                  <a:pt x="571571" y="223308"/>
                </a:lnTo>
                <a:lnTo>
                  <a:pt x="572301" y="225221"/>
                </a:lnTo>
                <a:lnTo>
                  <a:pt x="573031" y="220177"/>
                </a:lnTo>
                <a:lnTo>
                  <a:pt x="577411" y="188219"/>
                </a:lnTo>
                <a:lnTo>
                  <a:pt x="578141" y="200274"/>
                </a:lnTo>
                <a:lnTo>
                  <a:pt x="578871" y="198523"/>
                </a:lnTo>
                <a:lnTo>
                  <a:pt x="580331" y="225252"/>
                </a:lnTo>
                <a:lnTo>
                  <a:pt x="581061" y="205449"/>
                </a:lnTo>
                <a:lnTo>
                  <a:pt x="582521" y="207242"/>
                </a:lnTo>
                <a:lnTo>
                  <a:pt x="583981" y="194832"/>
                </a:lnTo>
                <a:lnTo>
                  <a:pt x="587631" y="190355"/>
                </a:lnTo>
                <a:lnTo>
                  <a:pt x="588361" y="193538"/>
                </a:lnTo>
                <a:lnTo>
                  <a:pt x="589821" y="192008"/>
                </a:lnTo>
                <a:lnTo>
                  <a:pt x="593471" y="167861"/>
                </a:lnTo>
                <a:lnTo>
                  <a:pt x="594201" y="166419"/>
                </a:lnTo>
                <a:lnTo>
                  <a:pt x="594930" y="169210"/>
                </a:lnTo>
                <a:lnTo>
                  <a:pt x="595660" y="173172"/>
                </a:lnTo>
                <a:lnTo>
                  <a:pt x="596390" y="170898"/>
                </a:lnTo>
                <a:lnTo>
                  <a:pt x="600770" y="152048"/>
                </a:lnTo>
                <a:lnTo>
                  <a:pt x="602960" y="158252"/>
                </a:lnTo>
                <a:lnTo>
                  <a:pt x="604420" y="157681"/>
                </a:lnTo>
                <a:lnTo>
                  <a:pt x="606610" y="147699"/>
                </a:lnTo>
                <a:lnTo>
                  <a:pt x="608070" y="149142"/>
                </a:lnTo>
                <a:lnTo>
                  <a:pt x="612450" y="152822"/>
                </a:lnTo>
                <a:lnTo>
                  <a:pt x="616830" y="137020"/>
                </a:lnTo>
                <a:lnTo>
                  <a:pt x="618290" y="143109"/>
                </a:lnTo>
                <a:lnTo>
                  <a:pt x="619020" y="139932"/>
                </a:lnTo>
                <a:lnTo>
                  <a:pt x="621940" y="130953"/>
                </a:lnTo>
                <a:lnTo>
                  <a:pt x="625589" y="145665"/>
                </a:lnTo>
                <a:lnTo>
                  <a:pt x="629239" y="123682"/>
                </a:lnTo>
                <a:lnTo>
                  <a:pt x="630699" y="138626"/>
                </a:lnTo>
                <a:lnTo>
                  <a:pt x="632159" y="137082"/>
                </a:lnTo>
                <a:lnTo>
                  <a:pt x="636539" y="126105"/>
                </a:lnTo>
                <a:lnTo>
                  <a:pt x="638729" y="129001"/>
                </a:lnTo>
                <a:lnTo>
                  <a:pt x="639459" y="125786"/>
                </a:lnTo>
                <a:lnTo>
                  <a:pt x="642379" y="119247"/>
                </a:lnTo>
                <a:lnTo>
                  <a:pt x="643109" y="121903"/>
                </a:lnTo>
                <a:lnTo>
                  <a:pt x="643839" y="123789"/>
                </a:lnTo>
                <a:lnTo>
                  <a:pt x="644569" y="118227"/>
                </a:lnTo>
                <a:lnTo>
                  <a:pt x="645299" y="124392"/>
                </a:lnTo>
                <a:lnTo>
                  <a:pt x="646029" y="123057"/>
                </a:lnTo>
                <a:lnTo>
                  <a:pt x="646759" y="122362"/>
                </a:lnTo>
                <a:lnTo>
                  <a:pt x="649679" y="113149"/>
                </a:lnTo>
                <a:lnTo>
                  <a:pt x="650409" y="117234"/>
                </a:lnTo>
                <a:lnTo>
                  <a:pt x="651139" y="112428"/>
                </a:lnTo>
                <a:lnTo>
                  <a:pt x="651869" y="108139"/>
                </a:lnTo>
                <a:lnTo>
                  <a:pt x="652599" y="114882"/>
                </a:lnTo>
                <a:lnTo>
                  <a:pt x="653329" y="111637"/>
                </a:lnTo>
                <a:lnTo>
                  <a:pt x="654059" y="116994"/>
                </a:lnTo>
                <a:lnTo>
                  <a:pt x="655519" y="109851"/>
                </a:lnTo>
                <a:lnTo>
                  <a:pt x="656249" y="110712"/>
                </a:lnTo>
                <a:lnTo>
                  <a:pt x="656979" y="106972"/>
                </a:lnTo>
                <a:lnTo>
                  <a:pt x="657708" y="108561"/>
                </a:lnTo>
                <a:lnTo>
                  <a:pt x="658438" y="132916"/>
                </a:lnTo>
                <a:lnTo>
                  <a:pt x="659898" y="107488"/>
                </a:lnTo>
                <a:lnTo>
                  <a:pt x="665008" y="98510"/>
                </a:lnTo>
                <a:lnTo>
                  <a:pt x="666468" y="104213"/>
                </a:lnTo>
                <a:lnTo>
                  <a:pt x="667198" y="101630"/>
                </a:lnTo>
                <a:lnTo>
                  <a:pt x="669388" y="91889"/>
                </a:lnTo>
                <a:lnTo>
                  <a:pt x="670848" y="94908"/>
                </a:lnTo>
                <a:lnTo>
                  <a:pt x="672308" y="100345"/>
                </a:lnTo>
                <a:lnTo>
                  <a:pt x="673038" y="96473"/>
                </a:lnTo>
                <a:lnTo>
                  <a:pt x="674498" y="85127"/>
                </a:lnTo>
                <a:lnTo>
                  <a:pt x="675958" y="89707"/>
                </a:lnTo>
                <a:lnTo>
                  <a:pt x="684718" y="68071"/>
                </a:lnTo>
                <a:lnTo>
                  <a:pt x="689097" y="59785"/>
                </a:lnTo>
                <a:lnTo>
                  <a:pt x="692017" y="54076"/>
                </a:lnTo>
                <a:lnTo>
                  <a:pt x="693477" y="49491"/>
                </a:lnTo>
                <a:lnTo>
                  <a:pt x="694207" y="52057"/>
                </a:lnTo>
                <a:lnTo>
                  <a:pt x="694937" y="57501"/>
                </a:lnTo>
                <a:lnTo>
                  <a:pt x="695667" y="47723"/>
                </a:lnTo>
                <a:lnTo>
                  <a:pt x="696397" y="48273"/>
                </a:lnTo>
                <a:lnTo>
                  <a:pt x="704427" y="23429"/>
                </a:lnTo>
                <a:lnTo>
                  <a:pt x="713917" y="4376"/>
                </a:lnTo>
                <a:lnTo>
                  <a:pt x="718296" y="6655"/>
                </a:lnTo>
                <a:lnTo>
                  <a:pt x="719026" y="0"/>
                </a:lnTo>
                <a:lnTo>
                  <a:pt x="720486" y="7946"/>
                </a:lnTo>
                <a:lnTo>
                  <a:pt x="721216" y="7306"/>
                </a:lnTo>
                <a:lnTo>
                  <a:pt x="721946" y="9757"/>
                </a:lnTo>
                <a:lnTo>
                  <a:pt x="723406" y="14138"/>
                </a:lnTo>
                <a:lnTo>
                  <a:pt x="725596" y="13170"/>
                </a:lnTo>
                <a:lnTo>
                  <a:pt x="726326" y="11824"/>
                </a:lnTo>
                <a:lnTo>
                  <a:pt x="729246" y="33104"/>
                </a:lnTo>
                <a:lnTo>
                  <a:pt x="729976" y="17051"/>
                </a:lnTo>
                <a:lnTo>
                  <a:pt x="732166" y="22524"/>
                </a:lnTo>
                <a:lnTo>
                  <a:pt x="733626" y="29274"/>
                </a:lnTo>
                <a:lnTo>
                  <a:pt x="734356" y="32425"/>
                </a:lnTo>
                <a:lnTo>
                  <a:pt x="736546" y="31483"/>
                </a:lnTo>
                <a:lnTo>
                  <a:pt x="737276" y="31995"/>
                </a:lnTo>
                <a:lnTo>
                  <a:pt x="740926" y="52947"/>
                </a:lnTo>
                <a:lnTo>
                  <a:pt x="742386" y="33416"/>
                </a:lnTo>
                <a:lnTo>
                  <a:pt x="743846" y="36146"/>
                </a:lnTo>
                <a:lnTo>
                  <a:pt x="744575" y="51743"/>
                </a:lnTo>
                <a:lnTo>
                  <a:pt x="746765" y="42420"/>
                </a:lnTo>
                <a:lnTo>
                  <a:pt x="748955" y="50865"/>
                </a:lnTo>
                <a:lnTo>
                  <a:pt x="749685" y="45449"/>
                </a:lnTo>
                <a:lnTo>
                  <a:pt x="752605" y="59528"/>
                </a:lnTo>
                <a:lnTo>
                  <a:pt x="753335" y="55741"/>
                </a:lnTo>
                <a:lnTo>
                  <a:pt x="754065" y="50236"/>
                </a:lnTo>
                <a:lnTo>
                  <a:pt x="754795" y="65369"/>
                </a:lnTo>
                <a:lnTo>
                  <a:pt x="756985" y="58678"/>
                </a:lnTo>
                <a:lnTo>
                  <a:pt x="759175" y="54981"/>
                </a:lnTo>
                <a:lnTo>
                  <a:pt x="759905" y="60634"/>
                </a:lnTo>
                <a:lnTo>
                  <a:pt x="760635" y="30473"/>
                </a:lnTo>
                <a:lnTo>
                  <a:pt x="762825" y="43803"/>
                </a:lnTo>
                <a:lnTo>
                  <a:pt x="763555" y="39869"/>
                </a:lnTo>
                <a:lnTo>
                  <a:pt x="764285" y="49532"/>
                </a:lnTo>
                <a:lnTo>
                  <a:pt x="765015" y="45186"/>
                </a:lnTo>
                <a:lnTo>
                  <a:pt x="767205" y="43189"/>
                </a:lnTo>
                <a:lnTo>
                  <a:pt x="768665" y="46039"/>
                </a:lnTo>
                <a:lnTo>
                  <a:pt x="769395" y="43359"/>
                </a:lnTo>
                <a:lnTo>
                  <a:pt x="770855" y="35872"/>
                </a:lnTo>
                <a:lnTo>
                  <a:pt x="771585" y="36963"/>
                </a:lnTo>
                <a:lnTo>
                  <a:pt x="772315" y="46514"/>
                </a:lnTo>
                <a:lnTo>
                  <a:pt x="773045" y="32485"/>
                </a:lnTo>
                <a:lnTo>
                  <a:pt x="774505" y="45518"/>
                </a:lnTo>
                <a:lnTo>
                  <a:pt x="776695" y="37855"/>
                </a:lnTo>
                <a:lnTo>
                  <a:pt x="777425" y="40330"/>
                </a:lnTo>
                <a:lnTo>
                  <a:pt x="779614" y="45188"/>
                </a:lnTo>
                <a:lnTo>
                  <a:pt x="780344" y="38069"/>
                </a:lnTo>
                <a:lnTo>
                  <a:pt x="781804" y="48754"/>
                </a:lnTo>
                <a:lnTo>
                  <a:pt x="784724" y="35512"/>
                </a:lnTo>
                <a:lnTo>
                  <a:pt x="785454" y="41321"/>
                </a:lnTo>
                <a:lnTo>
                  <a:pt x="786184" y="42742"/>
                </a:lnTo>
                <a:lnTo>
                  <a:pt x="789104" y="34791"/>
                </a:lnTo>
                <a:lnTo>
                  <a:pt x="789834" y="39131"/>
                </a:lnTo>
                <a:lnTo>
                  <a:pt x="791294" y="34478"/>
                </a:lnTo>
                <a:lnTo>
                  <a:pt x="793484" y="39107"/>
                </a:lnTo>
                <a:lnTo>
                  <a:pt x="794214" y="36580"/>
                </a:lnTo>
                <a:lnTo>
                  <a:pt x="795674" y="42628"/>
                </a:lnTo>
                <a:lnTo>
                  <a:pt x="797134" y="41222"/>
                </a:lnTo>
                <a:lnTo>
                  <a:pt x="798594" y="36852"/>
                </a:lnTo>
                <a:lnTo>
                  <a:pt x="800054" y="41258"/>
                </a:lnTo>
                <a:lnTo>
                  <a:pt x="801514" y="47635"/>
                </a:lnTo>
                <a:lnTo>
                  <a:pt x="802244" y="39196"/>
                </a:lnTo>
                <a:lnTo>
                  <a:pt x="802974" y="34921"/>
                </a:lnTo>
                <a:lnTo>
                  <a:pt x="803704" y="36270"/>
                </a:lnTo>
                <a:lnTo>
                  <a:pt x="805164" y="46347"/>
                </a:lnTo>
                <a:lnTo>
                  <a:pt x="806624" y="40336"/>
                </a:lnTo>
                <a:lnTo>
                  <a:pt x="808813" y="53813"/>
                </a:lnTo>
                <a:lnTo>
                  <a:pt x="809543" y="50885"/>
                </a:lnTo>
                <a:lnTo>
                  <a:pt x="812463" y="36602"/>
                </a:lnTo>
                <a:lnTo>
                  <a:pt x="813193" y="37800"/>
                </a:lnTo>
                <a:lnTo>
                  <a:pt x="814653" y="51366"/>
                </a:lnTo>
                <a:lnTo>
                  <a:pt x="818303" y="87040"/>
                </a:lnTo>
                <a:lnTo>
                  <a:pt x="819033" y="81250"/>
                </a:lnTo>
                <a:lnTo>
                  <a:pt x="819763" y="78510"/>
                </a:lnTo>
                <a:lnTo>
                  <a:pt x="820493" y="81897"/>
                </a:lnTo>
                <a:lnTo>
                  <a:pt x="836552" y="160351"/>
                </a:lnTo>
                <a:lnTo>
                  <a:pt x="837282" y="154335"/>
                </a:lnTo>
                <a:lnTo>
                  <a:pt x="838012" y="160063"/>
                </a:lnTo>
                <a:lnTo>
                  <a:pt x="841662" y="186045"/>
                </a:lnTo>
                <a:lnTo>
                  <a:pt x="842392" y="181283"/>
                </a:lnTo>
                <a:lnTo>
                  <a:pt x="843122" y="178621"/>
                </a:lnTo>
                <a:lnTo>
                  <a:pt x="847502" y="204600"/>
                </a:lnTo>
                <a:lnTo>
                  <a:pt x="850422" y="216617"/>
                </a:lnTo>
                <a:lnTo>
                  <a:pt x="851152" y="213232"/>
                </a:lnTo>
                <a:lnTo>
                  <a:pt x="851882" y="213664"/>
                </a:lnTo>
                <a:lnTo>
                  <a:pt x="854802" y="236643"/>
                </a:lnTo>
                <a:lnTo>
                  <a:pt x="855532" y="236461"/>
                </a:lnTo>
                <a:lnTo>
                  <a:pt x="856262" y="236371"/>
                </a:lnTo>
                <a:lnTo>
                  <a:pt x="864292" y="278444"/>
                </a:lnTo>
                <a:lnTo>
                  <a:pt x="867941" y="292429"/>
                </a:lnTo>
                <a:lnTo>
                  <a:pt x="873781" y="306844"/>
                </a:lnTo>
                <a:lnTo>
                  <a:pt x="874511" y="305655"/>
                </a:lnTo>
                <a:lnTo>
                  <a:pt x="875241" y="305318"/>
                </a:lnTo>
                <a:lnTo>
                  <a:pt x="878891" y="316300"/>
                </a:lnTo>
                <a:lnTo>
                  <a:pt x="879621" y="314164"/>
                </a:lnTo>
                <a:lnTo>
                  <a:pt x="881081" y="316073"/>
                </a:lnTo>
                <a:lnTo>
                  <a:pt x="886921" y="326176"/>
                </a:lnTo>
                <a:lnTo>
                  <a:pt x="888381" y="323388"/>
                </a:lnTo>
                <a:lnTo>
                  <a:pt x="891301" y="341791"/>
                </a:lnTo>
                <a:lnTo>
                  <a:pt x="892761" y="338710"/>
                </a:lnTo>
                <a:lnTo>
                  <a:pt x="894221" y="343411"/>
                </a:lnTo>
                <a:lnTo>
                  <a:pt x="895681" y="333894"/>
                </a:lnTo>
                <a:lnTo>
                  <a:pt x="896411" y="341479"/>
                </a:lnTo>
                <a:lnTo>
                  <a:pt x="898601" y="339436"/>
                </a:lnTo>
                <a:lnTo>
                  <a:pt x="901520" y="338758"/>
                </a:lnTo>
                <a:lnTo>
                  <a:pt x="902980" y="341872"/>
                </a:lnTo>
                <a:lnTo>
                  <a:pt x="905900" y="349006"/>
                </a:lnTo>
                <a:lnTo>
                  <a:pt x="906630" y="350203"/>
                </a:lnTo>
                <a:lnTo>
                  <a:pt x="907360" y="348035"/>
                </a:lnTo>
                <a:lnTo>
                  <a:pt x="908090" y="348248"/>
                </a:lnTo>
                <a:lnTo>
                  <a:pt x="911010" y="350054"/>
                </a:lnTo>
                <a:lnTo>
                  <a:pt x="918310" y="356713"/>
                </a:lnTo>
                <a:lnTo>
                  <a:pt x="924880" y="352149"/>
                </a:lnTo>
                <a:lnTo>
                  <a:pt x="933639" y="374363"/>
                </a:lnTo>
                <a:lnTo>
                  <a:pt x="935099" y="370639"/>
                </a:lnTo>
                <a:lnTo>
                  <a:pt x="936559" y="373384"/>
                </a:lnTo>
                <a:lnTo>
                  <a:pt x="943129" y="383267"/>
                </a:lnTo>
                <a:lnTo>
                  <a:pt x="947509" y="394925"/>
                </a:lnTo>
                <a:lnTo>
                  <a:pt x="948239" y="394054"/>
                </a:lnTo>
                <a:lnTo>
                  <a:pt x="948969" y="393605"/>
                </a:lnTo>
                <a:lnTo>
                  <a:pt x="949699" y="395622"/>
                </a:lnTo>
                <a:lnTo>
                  <a:pt x="963568" y="427724"/>
                </a:lnTo>
                <a:lnTo>
                  <a:pt x="967948" y="446352"/>
                </a:lnTo>
                <a:lnTo>
                  <a:pt x="968678" y="447784"/>
                </a:lnTo>
                <a:lnTo>
                  <a:pt x="969408" y="445847"/>
                </a:lnTo>
                <a:lnTo>
                  <a:pt x="970138" y="442535"/>
                </a:lnTo>
                <a:lnTo>
                  <a:pt x="970868" y="447686"/>
                </a:lnTo>
                <a:lnTo>
                  <a:pt x="971598" y="446351"/>
                </a:lnTo>
                <a:lnTo>
                  <a:pt x="978168" y="444165"/>
                </a:lnTo>
                <a:lnTo>
                  <a:pt x="981818" y="447270"/>
                </a:lnTo>
                <a:lnTo>
                  <a:pt x="984738" y="447037"/>
                </a:lnTo>
                <a:lnTo>
                  <a:pt x="989118" y="449953"/>
                </a:lnTo>
                <a:lnTo>
                  <a:pt x="992767" y="446495"/>
                </a:lnTo>
                <a:lnTo>
                  <a:pt x="998607" y="448154"/>
                </a:lnTo>
                <a:lnTo>
                  <a:pt x="999337" y="452325"/>
                </a:lnTo>
                <a:lnTo>
                  <a:pt x="1001527" y="450904"/>
                </a:lnTo>
                <a:lnTo>
                  <a:pt x="1008097" y="463561"/>
                </a:lnTo>
                <a:lnTo>
                  <a:pt x="1012477" y="473615"/>
                </a:lnTo>
                <a:lnTo>
                  <a:pt x="1016127" y="479446"/>
                </a:lnTo>
                <a:lnTo>
                  <a:pt x="1021236" y="491534"/>
                </a:lnTo>
                <a:lnTo>
                  <a:pt x="1026346" y="503612"/>
                </a:lnTo>
                <a:lnTo>
                  <a:pt x="1030726" y="510725"/>
                </a:lnTo>
                <a:lnTo>
                  <a:pt x="1032186" y="513006"/>
                </a:lnTo>
                <a:lnTo>
                  <a:pt x="1035836" y="517892"/>
                </a:lnTo>
                <a:lnTo>
                  <a:pt x="1038756" y="519169"/>
                </a:lnTo>
                <a:lnTo>
                  <a:pt x="1043136" y="523248"/>
                </a:lnTo>
                <a:lnTo>
                  <a:pt x="1043866" y="521468"/>
                </a:lnTo>
                <a:lnTo>
                  <a:pt x="1045326" y="523421"/>
                </a:lnTo>
                <a:lnTo>
                  <a:pt x="1052625" y="521777"/>
                </a:lnTo>
                <a:lnTo>
                  <a:pt x="1054815" y="514560"/>
                </a:lnTo>
                <a:lnTo>
                  <a:pt x="1055545" y="515879"/>
                </a:lnTo>
                <a:lnTo>
                  <a:pt x="1057005" y="518548"/>
                </a:lnTo>
                <a:lnTo>
                  <a:pt x="1057735" y="515359"/>
                </a:lnTo>
                <a:lnTo>
                  <a:pt x="1060655" y="518973"/>
                </a:lnTo>
                <a:lnTo>
                  <a:pt x="1065035" y="506444"/>
                </a:lnTo>
                <a:lnTo>
                  <a:pt x="1065765" y="506656"/>
                </a:lnTo>
                <a:lnTo>
                  <a:pt x="1068685" y="502679"/>
                </a:lnTo>
                <a:lnTo>
                  <a:pt x="1070145" y="510780"/>
                </a:lnTo>
                <a:lnTo>
                  <a:pt x="1073795" y="493621"/>
                </a:lnTo>
                <a:lnTo>
                  <a:pt x="1083284" y="457609"/>
                </a:lnTo>
                <a:lnTo>
                  <a:pt x="1089124" y="427736"/>
                </a:lnTo>
                <a:lnTo>
                  <a:pt x="1094964" y="408011"/>
                </a:lnTo>
                <a:lnTo>
                  <a:pt x="1095694" y="408552"/>
                </a:lnTo>
                <a:lnTo>
                  <a:pt x="1096424" y="406392"/>
                </a:lnTo>
                <a:lnTo>
                  <a:pt x="1100074" y="387777"/>
                </a:lnTo>
                <a:lnTo>
                  <a:pt x="1100804" y="390053"/>
                </a:lnTo>
                <a:lnTo>
                  <a:pt x="1101534" y="385515"/>
                </a:lnTo>
                <a:lnTo>
                  <a:pt x="1102264" y="387652"/>
                </a:lnTo>
                <a:lnTo>
                  <a:pt x="1107374" y="361297"/>
                </a:lnTo>
                <a:lnTo>
                  <a:pt x="1108104" y="362125"/>
                </a:lnTo>
                <a:lnTo>
                  <a:pt x="1109564" y="353597"/>
                </a:lnTo>
                <a:lnTo>
                  <a:pt x="1110294" y="357385"/>
                </a:lnTo>
                <a:lnTo>
                  <a:pt x="1112483" y="365136"/>
                </a:lnTo>
                <a:lnTo>
                  <a:pt x="1114673" y="344393"/>
                </a:lnTo>
                <a:lnTo>
                  <a:pt x="1116133" y="351959"/>
                </a:lnTo>
                <a:lnTo>
                  <a:pt x="1116863" y="353072"/>
                </a:lnTo>
                <a:lnTo>
                  <a:pt x="1117593" y="351085"/>
                </a:lnTo>
                <a:lnTo>
                  <a:pt x="1121243" y="336560"/>
                </a:lnTo>
                <a:lnTo>
                  <a:pt x="1124163" y="348836"/>
                </a:lnTo>
                <a:lnTo>
                  <a:pt x="1124893" y="347042"/>
                </a:lnTo>
                <a:lnTo>
                  <a:pt x="1127813" y="331398"/>
                </a:lnTo>
                <a:lnTo>
                  <a:pt x="1128543" y="332255"/>
                </a:lnTo>
                <a:lnTo>
                  <a:pt x="1131463" y="344786"/>
                </a:lnTo>
                <a:lnTo>
                  <a:pt x="1132193" y="331216"/>
                </a:lnTo>
                <a:lnTo>
                  <a:pt x="1134383" y="334680"/>
                </a:lnTo>
                <a:lnTo>
                  <a:pt x="1136573" y="352220"/>
                </a:lnTo>
                <a:lnTo>
                  <a:pt x="1137303" y="346399"/>
                </a:lnTo>
                <a:lnTo>
                  <a:pt x="1138763" y="336281"/>
                </a:lnTo>
                <a:lnTo>
                  <a:pt x="1139493" y="338539"/>
                </a:lnTo>
                <a:lnTo>
                  <a:pt x="1143142" y="360333"/>
                </a:lnTo>
                <a:lnTo>
                  <a:pt x="1143872" y="367251"/>
                </a:lnTo>
                <a:lnTo>
                  <a:pt x="1144602" y="360531"/>
                </a:lnTo>
                <a:lnTo>
                  <a:pt x="1146062" y="348229"/>
                </a:lnTo>
                <a:lnTo>
                  <a:pt x="1146792" y="353475"/>
                </a:lnTo>
                <a:lnTo>
                  <a:pt x="1147522" y="364829"/>
                </a:lnTo>
                <a:lnTo>
                  <a:pt x="1148982" y="350411"/>
                </a:lnTo>
                <a:lnTo>
                  <a:pt x="1150442" y="350304"/>
                </a:lnTo>
                <a:lnTo>
                  <a:pt x="1153362" y="370817"/>
                </a:lnTo>
                <a:lnTo>
                  <a:pt x="1154092" y="363832"/>
                </a:lnTo>
                <a:lnTo>
                  <a:pt x="1154822" y="363535"/>
                </a:lnTo>
                <a:lnTo>
                  <a:pt x="1157012" y="375239"/>
                </a:lnTo>
                <a:lnTo>
                  <a:pt x="1157742" y="372752"/>
                </a:lnTo>
                <a:lnTo>
                  <a:pt x="1158472" y="367421"/>
                </a:lnTo>
                <a:lnTo>
                  <a:pt x="1159202" y="375831"/>
                </a:lnTo>
                <a:lnTo>
                  <a:pt x="1160662" y="369871"/>
                </a:lnTo>
                <a:lnTo>
                  <a:pt x="1164312" y="398119"/>
                </a:lnTo>
                <a:lnTo>
                  <a:pt x="1165772" y="388446"/>
                </a:lnTo>
                <a:lnTo>
                  <a:pt x="1166502" y="393804"/>
                </a:lnTo>
                <a:lnTo>
                  <a:pt x="1167232" y="397357"/>
                </a:lnTo>
                <a:lnTo>
                  <a:pt x="1167962" y="390155"/>
                </a:lnTo>
                <a:lnTo>
                  <a:pt x="1168692" y="389677"/>
                </a:lnTo>
                <a:lnTo>
                  <a:pt x="1170881" y="411063"/>
                </a:lnTo>
                <a:lnTo>
                  <a:pt x="1172341" y="403812"/>
                </a:lnTo>
                <a:lnTo>
                  <a:pt x="1173801" y="407464"/>
                </a:lnTo>
                <a:lnTo>
                  <a:pt x="1174531" y="411363"/>
                </a:lnTo>
                <a:lnTo>
                  <a:pt x="1175261" y="395339"/>
                </a:lnTo>
                <a:lnTo>
                  <a:pt x="1176721" y="415633"/>
                </a:lnTo>
                <a:lnTo>
                  <a:pt x="1178181" y="422717"/>
                </a:lnTo>
                <a:lnTo>
                  <a:pt x="1179641" y="420019"/>
                </a:lnTo>
                <a:lnTo>
                  <a:pt x="1180371" y="420040"/>
                </a:lnTo>
                <a:lnTo>
                  <a:pt x="1184751" y="442425"/>
                </a:lnTo>
                <a:lnTo>
                  <a:pt x="1186941" y="430475"/>
                </a:lnTo>
                <a:lnTo>
                  <a:pt x="1187671" y="434229"/>
                </a:lnTo>
                <a:lnTo>
                  <a:pt x="1190591" y="447629"/>
                </a:lnTo>
                <a:lnTo>
                  <a:pt x="1191321" y="446558"/>
                </a:lnTo>
                <a:lnTo>
                  <a:pt x="1192051" y="441606"/>
                </a:lnTo>
                <a:lnTo>
                  <a:pt x="1192781" y="450667"/>
                </a:lnTo>
                <a:lnTo>
                  <a:pt x="1194241" y="443784"/>
                </a:lnTo>
                <a:lnTo>
                  <a:pt x="1197161" y="452146"/>
                </a:lnTo>
                <a:lnTo>
                  <a:pt x="1200811" y="467508"/>
                </a:lnTo>
                <a:lnTo>
                  <a:pt x="1201541" y="457196"/>
                </a:lnTo>
                <a:lnTo>
                  <a:pt x="1203730" y="459882"/>
                </a:lnTo>
                <a:lnTo>
                  <a:pt x="1206650" y="469488"/>
                </a:lnTo>
                <a:lnTo>
                  <a:pt x="1208110" y="467867"/>
                </a:lnTo>
                <a:lnTo>
                  <a:pt x="1208840" y="461932"/>
                </a:lnTo>
                <a:lnTo>
                  <a:pt x="1209570" y="469119"/>
                </a:lnTo>
                <a:lnTo>
                  <a:pt x="1210300" y="466342"/>
                </a:lnTo>
                <a:lnTo>
                  <a:pt x="1214680" y="476341"/>
                </a:lnTo>
                <a:lnTo>
                  <a:pt x="1216140" y="474366"/>
                </a:lnTo>
                <a:lnTo>
                  <a:pt x="1216870" y="472849"/>
                </a:lnTo>
                <a:lnTo>
                  <a:pt x="1217600" y="476373"/>
                </a:lnTo>
                <a:lnTo>
                  <a:pt x="1219060" y="476689"/>
                </a:lnTo>
                <a:lnTo>
                  <a:pt x="1219790" y="471448"/>
                </a:lnTo>
                <a:lnTo>
                  <a:pt x="1220520" y="476954"/>
                </a:lnTo>
                <a:lnTo>
                  <a:pt x="1221250" y="487610"/>
                </a:lnTo>
                <a:lnTo>
                  <a:pt x="1221980" y="478257"/>
                </a:lnTo>
                <a:lnTo>
                  <a:pt x="1222710" y="466182"/>
                </a:lnTo>
                <a:lnTo>
                  <a:pt x="1224170" y="483294"/>
                </a:lnTo>
                <a:lnTo>
                  <a:pt x="1224900" y="481270"/>
                </a:lnTo>
                <a:lnTo>
                  <a:pt x="1225630" y="482711"/>
                </a:lnTo>
                <a:lnTo>
                  <a:pt x="1227090" y="491038"/>
                </a:lnTo>
                <a:lnTo>
                  <a:pt x="1228550" y="488385"/>
                </a:lnTo>
                <a:lnTo>
                  <a:pt x="1230010" y="485043"/>
                </a:lnTo>
                <a:lnTo>
                  <a:pt x="1230740" y="489669"/>
                </a:lnTo>
                <a:lnTo>
                  <a:pt x="1233659" y="491885"/>
                </a:lnTo>
                <a:lnTo>
                  <a:pt x="1237309" y="476158"/>
                </a:lnTo>
                <a:lnTo>
                  <a:pt x="1238039" y="489907"/>
                </a:lnTo>
                <a:lnTo>
                  <a:pt x="1240229" y="484895"/>
                </a:lnTo>
                <a:lnTo>
                  <a:pt x="1242419" y="495473"/>
                </a:lnTo>
                <a:lnTo>
                  <a:pt x="1243879" y="493725"/>
                </a:lnTo>
                <a:lnTo>
                  <a:pt x="1248259" y="501009"/>
                </a:lnTo>
                <a:lnTo>
                  <a:pt x="1252639" y="510827"/>
                </a:lnTo>
                <a:lnTo>
                  <a:pt x="1254099" y="508191"/>
                </a:lnTo>
                <a:lnTo>
                  <a:pt x="1254829" y="505182"/>
                </a:lnTo>
                <a:lnTo>
                  <a:pt x="1255559" y="509297"/>
                </a:lnTo>
                <a:lnTo>
                  <a:pt x="1258479" y="513794"/>
                </a:lnTo>
                <a:lnTo>
                  <a:pt x="1261398" y="519330"/>
                </a:lnTo>
                <a:lnTo>
                  <a:pt x="1262128" y="521812"/>
                </a:lnTo>
                <a:lnTo>
                  <a:pt x="1263588" y="520398"/>
                </a:lnTo>
                <a:lnTo>
                  <a:pt x="1264318" y="519171"/>
                </a:lnTo>
                <a:lnTo>
                  <a:pt x="1267238" y="530139"/>
                </a:lnTo>
                <a:lnTo>
                  <a:pt x="1267968" y="525416"/>
                </a:lnTo>
                <a:lnTo>
                  <a:pt x="1269428" y="527890"/>
                </a:lnTo>
                <a:lnTo>
                  <a:pt x="1270158" y="532490"/>
                </a:lnTo>
                <a:lnTo>
                  <a:pt x="1271618" y="529883"/>
                </a:lnTo>
                <a:lnTo>
                  <a:pt x="1273808" y="528323"/>
                </a:lnTo>
                <a:lnTo>
                  <a:pt x="1274538" y="529277"/>
                </a:lnTo>
                <a:lnTo>
                  <a:pt x="1276728" y="535588"/>
                </a:lnTo>
                <a:lnTo>
                  <a:pt x="1277458" y="533708"/>
                </a:lnTo>
                <a:lnTo>
                  <a:pt x="1278918" y="529855"/>
                </a:lnTo>
                <a:lnTo>
                  <a:pt x="1279648" y="535047"/>
                </a:lnTo>
                <a:lnTo>
                  <a:pt x="1282568" y="540380"/>
                </a:lnTo>
                <a:lnTo>
                  <a:pt x="1283298" y="538766"/>
                </a:lnTo>
                <a:lnTo>
                  <a:pt x="1284028" y="536682"/>
                </a:lnTo>
                <a:lnTo>
                  <a:pt x="1284758" y="542059"/>
                </a:lnTo>
                <a:lnTo>
                  <a:pt x="1286948" y="550397"/>
                </a:lnTo>
                <a:lnTo>
                  <a:pt x="1288408" y="547166"/>
                </a:lnTo>
                <a:lnTo>
                  <a:pt x="1289138" y="544898"/>
                </a:lnTo>
                <a:lnTo>
                  <a:pt x="1290597" y="556581"/>
                </a:lnTo>
                <a:lnTo>
                  <a:pt x="1292787" y="555112"/>
                </a:lnTo>
                <a:lnTo>
                  <a:pt x="1294977" y="554296"/>
                </a:lnTo>
                <a:lnTo>
                  <a:pt x="1295707" y="549399"/>
                </a:lnTo>
                <a:lnTo>
                  <a:pt x="1297897" y="552379"/>
                </a:lnTo>
                <a:lnTo>
                  <a:pt x="1300087" y="560603"/>
                </a:lnTo>
                <a:lnTo>
                  <a:pt x="1300817" y="559061"/>
                </a:lnTo>
                <a:lnTo>
                  <a:pt x="1303737" y="552308"/>
                </a:lnTo>
                <a:lnTo>
                  <a:pt x="1306657" y="565456"/>
                </a:lnTo>
                <a:lnTo>
                  <a:pt x="1308847" y="561077"/>
                </a:lnTo>
                <a:lnTo>
                  <a:pt x="1310307" y="561853"/>
                </a:lnTo>
                <a:lnTo>
                  <a:pt x="1313227" y="569464"/>
                </a:lnTo>
                <a:lnTo>
                  <a:pt x="1313957" y="561892"/>
                </a:lnTo>
                <a:lnTo>
                  <a:pt x="1315417" y="568330"/>
                </a:lnTo>
                <a:lnTo>
                  <a:pt x="1319797" y="579170"/>
                </a:lnTo>
                <a:lnTo>
                  <a:pt x="1323447" y="574048"/>
                </a:lnTo>
                <a:lnTo>
                  <a:pt x="1324906" y="584886"/>
                </a:lnTo>
                <a:lnTo>
                  <a:pt x="1326366" y="580990"/>
                </a:lnTo>
                <a:lnTo>
                  <a:pt x="1327096" y="578064"/>
                </a:lnTo>
                <a:lnTo>
                  <a:pt x="1327826" y="582549"/>
                </a:lnTo>
                <a:lnTo>
                  <a:pt x="1330016" y="589627"/>
                </a:lnTo>
                <a:lnTo>
                  <a:pt x="1330746" y="587559"/>
                </a:lnTo>
                <a:lnTo>
                  <a:pt x="1331476" y="585493"/>
                </a:lnTo>
                <a:lnTo>
                  <a:pt x="1332936" y="588945"/>
                </a:lnTo>
                <a:lnTo>
                  <a:pt x="1333666" y="587963"/>
                </a:lnTo>
                <a:lnTo>
                  <a:pt x="1334396" y="589962"/>
                </a:lnTo>
                <a:lnTo>
                  <a:pt x="1335126" y="600515"/>
                </a:lnTo>
                <a:lnTo>
                  <a:pt x="1337316" y="596168"/>
                </a:lnTo>
                <a:lnTo>
                  <a:pt x="1338046" y="599742"/>
                </a:lnTo>
                <a:lnTo>
                  <a:pt x="1338776" y="591749"/>
                </a:lnTo>
                <a:lnTo>
                  <a:pt x="1339506" y="592595"/>
                </a:lnTo>
                <a:lnTo>
                  <a:pt x="1341696" y="600469"/>
                </a:lnTo>
                <a:lnTo>
                  <a:pt x="1342426" y="599526"/>
                </a:lnTo>
                <a:lnTo>
                  <a:pt x="1343156" y="597665"/>
                </a:lnTo>
                <a:lnTo>
                  <a:pt x="1343886" y="601319"/>
                </a:lnTo>
                <a:lnTo>
                  <a:pt x="1344616" y="600323"/>
                </a:lnTo>
                <a:lnTo>
                  <a:pt x="1345346" y="603073"/>
                </a:lnTo>
                <a:lnTo>
                  <a:pt x="1347536" y="601155"/>
                </a:lnTo>
                <a:lnTo>
                  <a:pt x="1348266" y="600026"/>
                </a:lnTo>
                <a:lnTo>
                  <a:pt x="1350456" y="606153"/>
                </a:lnTo>
                <a:lnTo>
                  <a:pt x="1351186" y="604738"/>
                </a:lnTo>
                <a:lnTo>
                  <a:pt x="1354105" y="599440"/>
                </a:lnTo>
                <a:lnTo>
                  <a:pt x="1357755" y="609106"/>
                </a:lnTo>
                <a:lnTo>
                  <a:pt x="1359215" y="602103"/>
                </a:lnTo>
                <a:lnTo>
                  <a:pt x="1359945" y="606501"/>
                </a:lnTo>
                <a:lnTo>
                  <a:pt x="1361405" y="615087"/>
                </a:lnTo>
                <a:lnTo>
                  <a:pt x="1362865" y="612600"/>
                </a:lnTo>
                <a:lnTo>
                  <a:pt x="1363595" y="604567"/>
                </a:lnTo>
                <a:lnTo>
                  <a:pt x="1365055" y="612679"/>
                </a:lnTo>
                <a:lnTo>
                  <a:pt x="1365785" y="610428"/>
                </a:lnTo>
                <a:lnTo>
                  <a:pt x="1366515" y="610728"/>
                </a:lnTo>
                <a:lnTo>
                  <a:pt x="1367245" y="614777"/>
                </a:lnTo>
                <a:lnTo>
                  <a:pt x="1368705" y="612760"/>
                </a:lnTo>
                <a:lnTo>
                  <a:pt x="1369435" y="610783"/>
                </a:lnTo>
                <a:lnTo>
                  <a:pt x="1371625" y="611731"/>
                </a:lnTo>
                <a:lnTo>
                  <a:pt x="1372355" y="611174"/>
                </a:lnTo>
                <a:lnTo>
                  <a:pt x="1375275" y="619007"/>
                </a:lnTo>
                <a:lnTo>
                  <a:pt x="1376735" y="611425"/>
                </a:lnTo>
                <a:lnTo>
                  <a:pt x="1378195" y="613706"/>
                </a:lnTo>
                <a:lnTo>
                  <a:pt x="1380385" y="617585"/>
                </a:lnTo>
                <a:lnTo>
                  <a:pt x="1381845" y="612261"/>
                </a:lnTo>
                <a:lnTo>
                  <a:pt x="1383304" y="614131"/>
                </a:lnTo>
                <a:lnTo>
                  <a:pt x="1385494" y="623437"/>
                </a:lnTo>
                <a:lnTo>
                  <a:pt x="1386224" y="613192"/>
                </a:lnTo>
                <a:lnTo>
                  <a:pt x="1388414" y="617358"/>
                </a:lnTo>
                <a:lnTo>
                  <a:pt x="1392064" y="631440"/>
                </a:lnTo>
                <a:lnTo>
                  <a:pt x="1393524" y="621994"/>
                </a:lnTo>
                <a:lnTo>
                  <a:pt x="1394984" y="627778"/>
                </a:lnTo>
                <a:lnTo>
                  <a:pt x="1395714" y="623061"/>
                </a:lnTo>
                <a:lnTo>
                  <a:pt x="1396444" y="626040"/>
                </a:lnTo>
                <a:lnTo>
                  <a:pt x="1397904" y="633614"/>
                </a:lnTo>
                <a:lnTo>
                  <a:pt x="1398634" y="629624"/>
                </a:lnTo>
                <a:lnTo>
                  <a:pt x="1400824" y="620320"/>
                </a:lnTo>
                <a:lnTo>
                  <a:pt x="1401554" y="625322"/>
                </a:lnTo>
                <a:lnTo>
                  <a:pt x="1404474" y="639402"/>
                </a:lnTo>
                <a:lnTo>
                  <a:pt x="1405204" y="633233"/>
                </a:lnTo>
                <a:lnTo>
                  <a:pt x="1405934" y="626209"/>
                </a:lnTo>
                <a:lnTo>
                  <a:pt x="1408124" y="628169"/>
                </a:lnTo>
                <a:lnTo>
                  <a:pt x="1411043" y="640927"/>
                </a:lnTo>
                <a:lnTo>
                  <a:pt x="1411774" y="636677"/>
                </a:lnTo>
                <a:lnTo>
                  <a:pt x="1416883" y="631905"/>
                </a:lnTo>
                <a:lnTo>
                  <a:pt x="1417613" y="639264"/>
                </a:lnTo>
                <a:lnTo>
                  <a:pt x="1418343" y="631460"/>
                </a:lnTo>
                <a:lnTo>
                  <a:pt x="1419803" y="635540"/>
                </a:lnTo>
                <a:lnTo>
                  <a:pt x="1420533" y="636466"/>
                </a:lnTo>
                <a:lnTo>
                  <a:pt x="1421263" y="635632"/>
                </a:lnTo>
                <a:lnTo>
                  <a:pt x="1423453" y="625289"/>
                </a:lnTo>
                <a:lnTo>
                  <a:pt x="1424183" y="628489"/>
                </a:lnTo>
                <a:lnTo>
                  <a:pt x="1424913" y="636455"/>
                </a:lnTo>
                <a:lnTo>
                  <a:pt x="1426373" y="633059"/>
                </a:lnTo>
                <a:lnTo>
                  <a:pt x="1429293" y="625236"/>
                </a:lnTo>
                <a:lnTo>
                  <a:pt x="1430753" y="626782"/>
                </a:lnTo>
                <a:lnTo>
                  <a:pt x="1435863" y="626683"/>
                </a:lnTo>
                <a:lnTo>
                  <a:pt x="1438053" y="620681"/>
                </a:lnTo>
                <a:lnTo>
                  <a:pt x="1440243" y="620027"/>
                </a:lnTo>
                <a:lnTo>
                  <a:pt x="1441703" y="629604"/>
                </a:lnTo>
                <a:lnTo>
                  <a:pt x="1443163" y="617163"/>
                </a:lnTo>
                <a:lnTo>
                  <a:pt x="1445352" y="620326"/>
                </a:lnTo>
                <a:lnTo>
                  <a:pt x="1446812" y="622311"/>
                </a:lnTo>
                <a:lnTo>
                  <a:pt x="1448272" y="617198"/>
                </a:lnTo>
                <a:lnTo>
                  <a:pt x="1449732" y="623667"/>
                </a:lnTo>
                <a:lnTo>
                  <a:pt x="1450462" y="616342"/>
                </a:lnTo>
                <a:lnTo>
                  <a:pt x="1451192" y="615125"/>
                </a:lnTo>
                <a:lnTo>
                  <a:pt x="1451922" y="618336"/>
                </a:lnTo>
                <a:lnTo>
                  <a:pt x="1452652" y="622344"/>
                </a:lnTo>
                <a:lnTo>
                  <a:pt x="1454112" y="616325"/>
                </a:lnTo>
                <a:lnTo>
                  <a:pt x="1456302" y="610810"/>
                </a:lnTo>
                <a:lnTo>
                  <a:pt x="1458492" y="622465"/>
                </a:lnTo>
                <a:lnTo>
                  <a:pt x="1459952" y="619819"/>
                </a:lnTo>
                <a:lnTo>
                  <a:pt x="1461412" y="611124"/>
                </a:lnTo>
                <a:lnTo>
                  <a:pt x="1462872" y="614942"/>
                </a:lnTo>
                <a:lnTo>
                  <a:pt x="1465062" y="613486"/>
                </a:lnTo>
                <a:lnTo>
                  <a:pt x="1467252" y="611927"/>
                </a:lnTo>
                <a:lnTo>
                  <a:pt x="1466522" y="615908"/>
                </a:lnTo>
                <a:lnTo>
                  <a:pt x="1467982" y="612747"/>
                </a:lnTo>
                <a:lnTo>
                  <a:pt x="1468712" y="613596"/>
                </a:lnTo>
                <a:lnTo>
                  <a:pt x="1469442" y="607900"/>
                </a:lnTo>
                <a:lnTo>
                  <a:pt x="1471632" y="609560"/>
                </a:lnTo>
                <a:lnTo>
                  <a:pt x="1478201" y="602113"/>
                </a:lnTo>
                <a:lnTo>
                  <a:pt x="1478931" y="603108"/>
                </a:lnTo>
                <a:lnTo>
                  <a:pt x="1479661" y="601070"/>
                </a:lnTo>
                <a:lnTo>
                  <a:pt x="1481851" y="601971"/>
                </a:lnTo>
                <a:lnTo>
                  <a:pt x="1483311" y="594506"/>
                </a:lnTo>
                <a:lnTo>
                  <a:pt x="1484041" y="598029"/>
                </a:lnTo>
                <a:lnTo>
                  <a:pt x="1486231" y="596347"/>
                </a:lnTo>
                <a:lnTo>
                  <a:pt x="1489881" y="587375"/>
                </a:lnTo>
                <a:lnTo>
                  <a:pt x="1491341" y="591476"/>
                </a:lnTo>
                <a:lnTo>
                  <a:pt x="1494991" y="576114"/>
                </a:lnTo>
                <a:lnTo>
                  <a:pt x="1496451" y="572525"/>
                </a:lnTo>
                <a:lnTo>
                  <a:pt x="1497911" y="573713"/>
                </a:lnTo>
                <a:lnTo>
                  <a:pt x="1498641" y="575874"/>
                </a:lnTo>
                <a:lnTo>
                  <a:pt x="1499371" y="572654"/>
                </a:lnTo>
                <a:lnTo>
                  <a:pt x="1503750" y="559105"/>
                </a:lnTo>
                <a:lnTo>
                  <a:pt x="1504480" y="562829"/>
                </a:lnTo>
                <a:lnTo>
                  <a:pt x="1505210" y="553909"/>
                </a:lnTo>
                <a:lnTo>
                  <a:pt x="1505940" y="553564"/>
                </a:lnTo>
                <a:lnTo>
                  <a:pt x="1509590" y="542780"/>
                </a:lnTo>
                <a:lnTo>
                  <a:pt x="1510320" y="548447"/>
                </a:lnTo>
                <a:lnTo>
                  <a:pt x="1511780" y="541057"/>
                </a:lnTo>
                <a:lnTo>
                  <a:pt x="1515430" y="531961"/>
                </a:lnTo>
                <a:lnTo>
                  <a:pt x="1516160" y="536739"/>
                </a:lnTo>
                <a:lnTo>
                  <a:pt x="1517620" y="525373"/>
                </a:lnTo>
                <a:lnTo>
                  <a:pt x="1519080" y="531785"/>
                </a:lnTo>
                <a:lnTo>
                  <a:pt x="1519810" y="530351"/>
                </a:lnTo>
                <a:lnTo>
                  <a:pt x="1523460" y="517646"/>
                </a:lnTo>
                <a:lnTo>
                  <a:pt x="1524190" y="518886"/>
                </a:lnTo>
                <a:lnTo>
                  <a:pt x="1527840" y="509309"/>
                </a:lnTo>
                <a:lnTo>
                  <a:pt x="1534410" y="496629"/>
                </a:lnTo>
                <a:lnTo>
                  <a:pt x="1535870" y="498129"/>
                </a:lnTo>
                <a:lnTo>
                  <a:pt x="1536600" y="502238"/>
                </a:lnTo>
                <a:lnTo>
                  <a:pt x="1537329" y="497360"/>
                </a:lnTo>
                <a:lnTo>
                  <a:pt x="1540249" y="489625"/>
                </a:lnTo>
                <a:lnTo>
                  <a:pt x="1541709" y="490286"/>
                </a:lnTo>
                <a:lnTo>
                  <a:pt x="1542439" y="489140"/>
                </a:lnTo>
                <a:lnTo>
                  <a:pt x="1543899" y="489417"/>
                </a:lnTo>
                <a:lnTo>
                  <a:pt x="1544629" y="478685"/>
                </a:lnTo>
                <a:lnTo>
                  <a:pt x="1546089" y="479122"/>
                </a:lnTo>
                <a:lnTo>
                  <a:pt x="1546819" y="487003"/>
                </a:lnTo>
                <a:lnTo>
                  <a:pt x="1548279" y="482232"/>
                </a:lnTo>
                <a:lnTo>
                  <a:pt x="1557039" y="465602"/>
                </a:lnTo>
                <a:lnTo>
                  <a:pt x="1557769" y="466793"/>
                </a:lnTo>
                <a:lnTo>
                  <a:pt x="1558499" y="464323"/>
                </a:lnTo>
                <a:lnTo>
                  <a:pt x="1559229" y="464248"/>
                </a:lnTo>
                <a:lnTo>
                  <a:pt x="1559959" y="458954"/>
                </a:lnTo>
                <a:lnTo>
                  <a:pt x="1561419" y="464410"/>
                </a:lnTo>
                <a:lnTo>
                  <a:pt x="1564339" y="468520"/>
                </a:lnTo>
                <a:lnTo>
                  <a:pt x="1565069" y="462283"/>
                </a:lnTo>
                <a:lnTo>
                  <a:pt x="1565799" y="469393"/>
                </a:lnTo>
                <a:lnTo>
                  <a:pt x="1566528" y="477830"/>
                </a:lnTo>
                <a:lnTo>
                  <a:pt x="1567988" y="475883"/>
                </a:lnTo>
                <a:lnTo>
                  <a:pt x="1568718" y="467356"/>
                </a:lnTo>
                <a:lnTo>
                  <a:pt x="1570908" y="468197"/>
                </a:lnTo>
                <a:lnTo>
                  <a:pt x="1574558" y="460287"/>
                </a:lnTo>
                <a:lnTo>
                  <a:pt x="1575288" y="460767"/>
                </a:lnTo>
                <a:lnTo>
                  <a:pt x="1577478" y="427807"/>
                </a:lnTo>
                <a:lnTo>
                  <a:pt x="1578208" y="444112"/>
                </a:lnTo>
                <a:lnTo>
                  <a:pt x="1578938" y="443559"/>
                </a:lnTo>
                <a:lnTo>
                  <a:pt x="1584778" y="396007"/>
                </a:lnTo>
                <a:lnTo>
                  <a:pt x="1586238" y="398754"/>
                </a:lnTo>
                <a:lnTo>
                  <a:pt x="1605947" y="324028"/>
                </a:lnTo>
                <a:lnTo>
                  <a:pt x="1606677" y="323801"/>
                </a:lnTo>
                <a:lnTo>
                  <a:pt x="1610327" y="316706"/>
                </a:lnTo>
                <a:lnTo>
                  <a:pt x="1616167" y="307533"/>
                </a:lnTo>
                <a:lnTo>
                  <a:pt x="1616897" y="308574"/>
                </a:lnTo>
                <a:lnTo>
                  <a:pt x="1617627" y="306802"/>
                </a:lnTo>
                <a:lnTo>
                  <a:pt x="1619817" y="303627"/>
                </a:lnTo>
                <a:lnTo>
                  <a:pt x="1620547" y="304203"/>
                </a:lnTo>
                <a:lnTo>
                  <a:pt x="1621277" y="304065"/>
                </a:lnTo>
                <a:lnTo>
                  <a:pt x="1626387" y="331769"/>
                </a:lnTo>
                <a:lnTo>
                  <a:pt x="1627117" y="328000"/>
                </a:lnTo>
                <a:lnTo>
                  <a:pt x="1628576" y="321645"/>
                </a:lnTo>
                <a:lnTo>
                  <a:pt x="1630036" y="325328"/>
                </a:lnTo>
                <a:lnTo>
                  <a:pt x="1631496" y="329221"/>
                </a:lnTo>
                <a:lnTo>
                  <a:pt x="1632226" y="324945"/>
                </a:lnTo>
                <a:lnTo>
                  <a:pt x="1632956" y="325388"/>
                </a:lnTo>
                <a:lnTo>
                  <a:pt x="1634416" y="313918"/>
                </a:lnTo>
                <a:lnTo>
                  <a:pt x="1635146" y="319214"/>
                </a:lnTo>
                <a:lnTo>
                  <a:pt x="1635876" y="327295"/>
                </a:lnTo>
                <a:lnTo>
                  <a:pt x="1637336" y="316328"/>
                </a:lnTo>
                <a:lnTo>
                  <a:pt x="1640986" y="310384"/>
                </a:lnTo>
                <a:lnTo>
                  <a:pt x="1641716" y="315830"/>
                </a:lnTo>
                <a:lnTo>
                  <a:pt x="1643176" y="310476"/>
                </a:lnTo>
                <a:lnTo>
                  <a:pt x="1646826" y="287116"/>
                </a:lnTo>
                <a:lnTo>
                  <a:pt x="1649746" y="307091"/>
                </a:lnTo>
                <a:lnTo>
                  <a:pt x="1650476" y="303233"/>
                </a:lnTo>
                <a:lnTo>
                  <a:pt x="1651936" y="284618"/>
                </a:lnTo>
                <a:lnTo>
                  <a:pt x="1653396" y="293920"/>
                </a:lnTo>
                <a:lnTo>
                  <a:pt x="1658505" y="266826"/>
                </a:lnTo>
                <a:lnTo>
                  <a:pt x="1659235" y="267615"/>
                </a:lnTo>
                <a:lnTo>
                  <a:pt x="1659965" y="262700"/>
                </a:lnTo>
                <a:lnTo>
                  <a:pt x="1661425" y="268458"/>
                </a:lnTo>
                <a:lnTo>
                  <a:pt x="1662155" y="267907"/>
                </a:lnTo>
                <a:lnTo>
                  <a:pt x="1663615" y="257173"/>
                </a:lnTo>
                <a:lnTo>
                  <a:pt x="1665805" y="257949"/>
                </a:lnTo>
                <a:lnTo>
                  <a:pt x="1666535" y="257281"/>
                </a:lnTo>
                <a:lnTo>
                  <a:pt x="1668725" y="247572"/>
                </a:lnTo>
                <a:lnTo>
                  <a:pt x="1669455" y="250794"/>
                </a:lnTo>
                <a:lnTo>
                  <a:pt x="1670185" y="251302"/>
                </a:lnTo>
                <a:lnTo>
                  <a:pt x="1672375" y="243485"/>
                </a:lnTo>
                <a:lnTo>
                  <a:pt x="1673105" y="247551"/>
                </a:lnTo>
                <a:lnTo>
                  <a:pt x="1673835" y="248150"/>
                </a:lnTo>
                <a:lnTo>
                  <a:pt x="1674565" y="245348"/>
                </a:lnTo>
                <a:lnTo>
                  <a:pt x="1678215" y="236040"/>
                </a:lnTo>
                <a:lnTo>
                  <a:pt x="1679675" y="236802"/>
                </a:lnTo>
                <a:lnTo>
                  <a:pt x="1680405" y="235614"/>
                </a:lnTo>
                <a:lnTo>
                  <a:pt x="1686974" y="223763"/>
                </a:lnTo>
                <a:lnTo>
                  <a:pt x="1688434" y="227282"/>
                </a:lnTo>
                <a:lnTo>
                  <a:pt x="1690624" y="216782"/>
                </a:lnTo>
                <a:lnTo>
                  <a:pt x="1691354" y="219193"/>
                </a:lnTo>
                <a:lnTo>
                  <a:pt x="1692084" y="220391"/>
                </a:lnTo>
                <a:lnTo>
                  <a:pt x="1692814" y="226902"/>
                </a:lnTo>
                <a:lnTo>
                  <a:pt x="1694274" y="217701"/>
                </a:lnTo>
                <a:lnTo>
                  <a:pt x="1696464" y="211556"/>
                </a:lnTo>
                <a:lnTo>
                  <a:pt x="1697924" y="214085"/>
                </a:lnTo>
                <a:lnTo>
                  <a:pt x="1698654" y="214968"/>
                </a:lnTo>
                <a:lnTo>
                  <a:pt x="1700114" y="212758"/>
                </a:lnTo>
                <a:lnTo>
                  <a:pt x="1700844" y="207996"/>
                </a:lnTo>
                <a:lnTo>
                  <a:pt x="1703034" y="209476"/>
                </a:lnTo>
                <a:lnTo>
                  <a:pt x="1703764" y="209076"/>
                </a:lnTo>
                <a:lnTo>
                  <a:pt x="1704494" y="212201"/>
                </a:lnTo>
                <a:lnTo>
                  <a:pt x="1705224" y="210753"/>
                </a:lnTo>
                <a:lnTo>
                  <a:pt x="1706684" y="206508"/>
                </a:lnTo>
                <a:lnTo>
                  <a:pt x="1707414" y="207109"/>
                </a:lnTo>
                <a:lnTo>
                  <a:pt x="1708144" y="209737"/>
                </a:lnTo>
                <a:lnTo>
                  <a:pt x="1708874" y="205941"/>
                </a:lnTo>
                <a:lnTo>
                  <a:pt x="1710334" y="201194"/>
                </a:lnTo>
                <a:lnTo>
                  <a:pt x="1711064" y="204077"/>
                </a:lnTo>
                <a:lnTo>
                  <a:pt x="1713254" y="218126"/>
                </a:lnTo>
                <a:lnTo>
                  <a:pt x="1713984" y="217281"/>
                </a:lnTo>
                <a:lnTo>
                  <a:pt x="1717633" y="204419"/>
                </a:lnTo>
                <a:lnTo>
                  <a:pt x="1718363" y="204993"/>
                </a:lnTo>
                <a:lnTo>
                  <a:pt x="1722743" y="196568"/>
                </a:lnTo>
                <a:lnTo>
                  <a:pt x="1727123" y="207821"/>
                </a:lnTo>
                <a:lnTo>
                  <a:pt x="1730043" y="198278"/>
                </a:lnTo>
                <a:lnTo>
                  <a:pt x="1730773" y="200642"/>
                </a:lnTo>
                <a:lnTo>
                  <a:pt x="1731503" y="195319"/>
                </a:lnTo>
                <a:lnTo>
                  <a:pt x="1732233" y="198872"/>
                </a:lnTo>
                <a:lnTo>
                  <a:pt x="1732963" y="194142"/>
                </a:lnTo>
                <a:lnTo>
                  <a:pt x="1734423" y="195162"/>
                </a:lnTo>
                <a:lnTo>
                  <a:pt x="1735153" y="202620"/>
                </a:lnTo>
                <a:lnTo>
                  <a:pt x="1735883" y="189740"/>
                </a:lnTo>
                <a:lnTo>
                  <a:pt x="1737343" y="198085"/>
                </a:lnTo>
                <a:lnTo>
                  <a:pt x="1740263" y="188823"/>
                </a:lnTo>
                <a:lnTo>
                  <a:pt x="1740993" y="190906"/>
                </a:lnTo>
                <a:lnTo>
                  <a:pt x="1743183" y="187976"/>
                </a:lnTo>
                <a:lnTo>
                  <a:pt x="1743913" y="189846"/>
                </a:lnTo>
                <a:lnTo>
                  <a:pt x="1747563" y="191278"/>
                </a:lnTo>
                <a:lnTo>
                  <a:pt x="1748293" y="187692"/>
                </a:lnTo>
                <a:lnTo>
                  <a:pt x="1749752" y="190788"/>
                </a:lnTo>
                <a:lnTo>
                  <a:pt x="1752672" y="194874"/>
                </a:lnTo>
                <a:lnTo>
                  <a:pt x="1753402" y="193597"/>
                </a:lnTo>
                <a:lnTo>
                  <a:pt x="1754132" y="193962"/>
                </a:lnTo>
                <a:lnTo>
                  <a:pt x="1754862" y="191143"/>
                </a:lnTo>
                <a:lnTo>
                  <a:pt x="1757052" y="192547"/>
                </a:lnTo>
                <a:lnTo>
                  <a:pt x="1759972" y="195347"/>
                </a:lnTo>
                <a:lnTo>
                  <a:pt x="1760702" y="195027"/>
                </a:lnTo>
                <a:lnTo>
                  <a:pt x="1768732" y="200620"/>
                </a:lnTo>
                <a:lnTo>
                  <a:pt x="1769462" y="196687"/>
                </a:lnTo>
                <a:lnTo>
                  <a:pt x="1770192" y="200983"/>
                </a:lnTo>
                <a:lnTo>
                  <a:pt x="1770922" y="199344"/>
                </a:lnTo>
                <a:lnTo>
                  <a:pt x="1772382" y="203638"/>
                </a:lnTo>
                <a:lnTo>
                  <a:pt x="1773842" y="199994"/>
                </a:lnTo>
                <a:lnTo>
                  <a:pt x="1774572" y="195646"/>
                </a:lnTo>
                <a:lnTo>
                  <a:pt x="1775302" y="201836"/>
                </a:lnTo>
                <a:lnTo>
                  <a:pt x="1776032" y="197425"/>
                </a:lnTo>
                <a:lnTo>
                  <a:pt x="1778222" y="208345"/>
                </a:lnTo>
                <a:lnTo>
                  <a:pt x="1779681" y="197626"/>
                </a:lnTo>
                <a:lnTo>
                  <a:pt x="1780411" y="206497"/>
                </a:lnTo>
                <a:lnTo>
                  <a:pt x="1781141" y="210134"/>
                </a:lnTo>
                <a:lnTo>
                  <a:pt x="1781871" y="205100"/>
                </a:lnTo>
                <a:lnTo>
                  <a:pt x="1782601" y="207208"/>
                </a:lnTo>
                <a:lnTo>
                  <a:pt x="1785521" y="197164"/>
                </a:lnTo>
                <a:lnTo>
                  <a:pt x="1786251" y="200542"/>
                </a:lnTo>
                <a:lnTo>
                  <a:pt x="1787711" y="221481"/>
                </a:lnTo>
                <a:lnTo>
                  <a:pt x="1789901" y="221180"/>
                </a:lnTo>
                <a:lnTo>
                  <a:pt x="1790631" y="221147"/>
                </a:lnTo>
                <a:lnTo>
                  <a:pt x="1792091" y="206125"/>
                </a:lnTo>
                <a:lnTo>
                  <a:pt x="1793551" y="210073"/>
                </a:lnTo>
                <a:lnTo>
                  <a:pt x="1795011" y="203658"/>
                </a:lnTo>
                <a:lnTo>
                  <a:pt x="1795741" y="206009"/>
                </a:lnTo>
                <a:lnTo>
                  <a:pt x="1796471" y="214403"/>
                </a:lnTo>
                <a:lnTo>
                  <a:pt x="1797931" y="203227"/>
                </a:lnTo>
                <a:lnTo>
                  <a:pt x="1799391" y="208148"/>
                </a:lnTo>
                <a:lnTo>
                  <a:pt x="1800121" y="201415"/>
                </a:lnTo>
                <a:lnTo>
                  <a:pt x="1801581" y="202465"/>
                </a:lnTo>
                <a:lnTo>
                  <a:pt x="1803041" y="216732"/>
                </a:lnTo>
                <a:lnTo>
                  <a:pt x="1803771" y="204599"/>
                </a:lnTo>
                <a:lnTo>
                  <a:pt x="1805961" y="211476"/>
                </a:lnTo>
                <a:lnTo>
                  <a:pt x="1805231" y="201691"/>
                </a:lnTo>
                <a:lnTo>
                  <a:pt x="1807421" y="207637"/>
                </a:lnTo>
                <a:lnTo>
                  <a:pt x="1810340" y="202610"/>
                </a:lnTo>
                <a:lnTo>
                  <a:pt x="1813990" y="210658"/>
                </a:lnTo>
                <a:lnTo>
                  <a:pt x="1815450" y="201486"/>
                </a:lnTo>
                <a:lnTo>
                  <a:pt x="1816910" y="208558"/>
                </a:lnTo>
                <a:lnTo>
                  <a:pt x="1819830" y="217585"/>
                </a:lnTo>
                <a:lnTo>
                  <a:pt x="1822020" y="203097"/>
                </a:lnTo>
                <a:lnTo>
                  <a:pt x="1823480" y="205964"/>
                </a:lnTo>
                <a:lnTo>
                  <a:pt x="1824940" y="212543"/>
                </a:lnTo>
                <a:lnTo>
                  <a:pt x="1825670" y="208818"/>
                </a:lnTo>
                <a:lnTo>
                  <a:pt x="1826400" y="203658"/>
                </a:lnTo>
                <a:lnTo>
                  <a:pt x="1827860" y="206046"/>
                </a:lnTo>
                <a:lnTo>
                  <a:pt x="1829320" y="219095"/>
                </a:lnTo>
                <a:lnTo>
                  <a:pt x="1830050" y="210658"/>
                </a:lnTo>
                <a:lnTo>
                  <a:pt x="1832970" y="199053"/>
                </a:lnTo>
                <a:lnTo>
                  <a:pt x="1834430" y="199925"/>
                </a:lnTo>
                <a:lnTo>
                  <a:pt x="1837350" y="200767"/>
                </a:lnTo>
                <a:lnTo>
                  <a:pt x="1838079" y="195718"/>
                </a:lnTo>
                <a:lnTo>
                  <a:pt x="1840270" y="197068"/>
                </a:lnTo>
                <a:lnTo>
                  <a:pt x="1841000" y="196580"/>
                </a:lnTo>
                <a:lnTo>
                  <a:pt x="1841729" y="190895"/>
                </a:lnTo>
                <a:lnTo>
                  <a:pt x="1843189" y="194366"/>
                </a:lnTo>
                <a:lnTo>
                  <a:pt x="1845379" y="198505"/>
                </a:lnTo>
                <a:lnTo>
                  <a:pt x="1846109" y="197877"/>
                </a:lnTo>
                <a:lnTo>
                  <a:pt x="1847569" y="192364"/>
                </a:lnTo>
                <a:lnTo>
                  <a:pt x="1849029" y="195613"/>
                </a:lnTo>
                <a:lnTo>
                  <a:pt x="1851949" y="191338"/>
                </a:lnTo>
                <a:lnTo>
                  <a:pt x="1854139" y="196493"/>
                </a:lnTo>
                <a:lnTo>
                  <a:pt x="1854869" y="196051"/>
                </a:lnTo>
                <a:lnTo>
                  <a:pt x="1859249" y="188387"/>
                </a:lnTo>
                <a:lnTo>
                  <a:pt x="1860709" y="187282"/>
                </a:lnTo>
                <a:lnTo>
                  <a:pt x="1862899" y="206017"/>
                </a:lnTo>
                <a:lnTo>
                  <a:pt x="1863629" y="192925"/>
                </a:lnTo>
                <a:lnTo>
                  <a:pt x="1865819" y="196502"/>
                </a:lnTo>
                <a:lnTo>
                  <a:pt x="1867279" y="195551"/>
                </a:lnTo>
                <a:lnTo>
                  <a:pt x="1868009" y="186588"/>
                </a:lnTo>
                <a:lnTo>
                  <a:pt x="1868739" y="199633"/>
                </a:lnTo>
                <a:lnTo>
                  <a:pt x="1869469" y="193841"/>
                </a:lnTo>
                <a:lnTo>
                  <a:pt x="1871658" y="194668"/>
                </a:lnTo>
                <a:lnTo>
                  <a:pt x="1872388" y="193658"/>
                </a:lnTo>
                <a:lnTo>
                  <a:pt x="1873848" y="184477"/>
                </a:lnTo>
                <a:lnTo>
                  <a:pt x="1875308" y="200778"/>
                </a:lnTo>
                <a:lnTo>
                  <a:pt x="1876038" y="187285"/>
                </a:lnTo>
                <a:lnTo>
                  <a:pt x="1877498" y="185173"/>
                </a:lnTo>
                <a:lnTo>
                  <a:pt x="1878228" y="189501"/>
                </a:lnTo>
                <a:lnTo>
                  <a:pt x="1880418" y="188153"/>
                </a:lnTo>
                <a:lnTo>
                  <a:pt x="1882608" y="185571"/>
                </a:lnTo>
                <a:lnTo>
                  <a:pt x="1883338" y="186810"/>
                </a:lnTo>
                <a:lnTo>
                  <a:pt x="1886258" y="193979"/>
                </a:lnTo>
                <a:lnTo>
                  <a:pt x="1887718" y="187753"/>
                </a:lnTo>
                <a:lnTo>
                  <a:pt x="1888448" y="190763"/>
                </a:lnTo>
                <a:lnTo>
                  <a:pt x="1889178" y="195531"/>
                </a:lnTo>
                <a:lnTo>
                  <a:pt x="1889908" y="187627"/>
                </a:lnTo>
                <a:lnTo>
                  <a:pt x="1890638" y="193183"/>
                </a:lnTo>
                <a:lnTo>
                  <a:pt x="1891368" y="190626"/>
                </a:lnTo>
                <a:lnTo>
                  <a:pt x="1892828" y="197896"/>
                </a:lnTo>
                <a:lnTo>
                  <a:pt x="1894288" y="196665"/>
                </a:lnTo>
                <a:lnTo>
                  <a:pt x="1895748" y="188261"/>
                </a:lnTo>
                <a:lnTo>
                  <a:pt x="1897938" y="192177"/>
                </a:lnTo>
                <a:lnTo>
                  <a:pt x="1900127" y="190878"/>
                </a:lnTo>
                <a:lnTo>
                  <a:pt x="1900857" y="193656"/>
                </a:lnTo>
                <a:lnTo>
                  <a:pt x="1902317" y="190136"/>
                </a:lnTo>
                <a:lnTo>
                  <a:pt x="1903047" y="191657"/>
                </a:lnTo>
                <a:lnTo>
                  <a:pt x="1905237" y="196482"/>
                </a:lnTo>
                <a:lnTo>
                  <a:pt x="1905967" y="193239"/>
                </a:lnTo>
                <a:lnTo>
                  <a:pt x="1906697" y="189719"/>
                </a:lnTo>
                <a:lnTo>
                  <a:pt x="1908157" y="194246"/>
                </a:lnTo>
                <a:lnTo>
                  <a:pt x="1908887" y="200130"/>
                </a:lnTo>
                <a:lnTo>
                  <a:pt x="1910347" y="191622"/>
                </a:lnTo>
                <a:lnTo>
                  <a:pt x="1917647" y="220672"/>
                </a:lnTo>
                <a:lnTo>
                  <a:pt x="1918377" y="213504"/>
                </a:lnTo>
                <a:lnTo>
                  <a:pt x="1919837" y="207963"/>
                </a:lnTo>
                <a:lnTo>
                  <a:pt x="1920567" y="211937"/>
                </a:lnTo>
                <a:lnTo>
                  <a:pt x="1922757" y="221225"/>
                </a:lnTo>
                <a:lnTo>
                  <a:pt x="1923487" y="220344"/>
                </a:lnTo>
                <a:lnTo>
                  <a:pt x="1924947" y="207869"/>
                </a:lnTo>
                <a:lnTo>
                  <a:pt x="1926407" y="215110"/>
                </a:lnTo>
                <a:lnTo>
                  <a:pt x="1927137" y="207469"/>
                </a:lnTo>
                <a:lnTo>
                  <a:pt x="1928596" y="215276"/>
                </a:lnTo>
                <a:lnTo>
                  <a:pt x="1930056" y="224108"/>
                </a:lnTo>
                <a:lnTo>
                  <a:pt x="1930786" y="218532"/>
                </a:lnTo>
                <a:lnTo>
                  <a:pt x="1931516" y="214758"/>
                </a:lnTo>
                <a:lnTo>
                  <a:pt x="1932246" y="216021"/>
                </a:lnTo>
                <a:lnTo>
                  <a:pt x="1932976" y="226431"/>
                </a:lnTo>
                <a:lnTo>
                  <a:pt x="1934436" y="217859"/>
                </a:lnTo>
                <a:lnTo>
                  <a:pt x="1935166" y="202768"/>
                </a:lnTo>
                <a:lnTo>
                  <a:pt x="1937356" y="205701"/>
                </a:lnTo>
                <a:lnTo>
                  <a:pt x="1938086" y="208282"/>
                </a:lnTo>
                <a:lnTo>
                  <a:pt x="1938816" y="199417"/>
                </a:lnTo>
                <a:lnTo>
                  <a:pt x="1940276" y="210919"/>
                </a:lnTo>
                <a:lnTo>
                  <a:pt x="1941006" y="208619"/>
                </a:lnTo>
                <a:lnTo>
                  <a:pt x="1941736" y="220446"/>
                </a:lnTo>
                <a:lnTo>
                  <a:pt x="1943926" y="218117"/>
                </a:lnTo>
                <a:lnTo>
                  <a:pt x="1945386" y="215106"/>
                </a:lnTo>
                <a:lnTo>
                  <a:pt x="1946116" y="201455"/>
                </a:lnTo>
                <a:lnTo>
                  <a:pt x="1947576" y="217703"/>
                </a:lnTo>
                <a:lnTo>
                  <a:pt x="1948306" y="222375"/>
                </a:lnTo>
                <a:lnTo>
                  <a:pt x="1949766" y="219295"/>
                </a:lnTo>
                <a:lnTo>
                  <a:pt x="1951226" y="209236"/>
                </a:lnTo>
                <a:lnTo>
                  <a:pt x="1951956" y="217998"/>
                </a:lnTo>
                <a:lnTo>
                  <a:pt x="1952686" y="221123"/>
                </a:lnTo>
                <a:lnTo>
                  <a:pt x="1956336" y="206006"/>
                </a:lnTo>
                <a:lnTo>
                  <a:pt x="1957796" y="216881"/>
                </a:lnTo>
                <a:lnTo>
                  <a:pt x="1958526" y="222946"/>
                </a:lnTo>
                <a:lnTo>
                  <a:pt x="1959986" y="213771"/>
                </a:lnTo>
                <a:lnTo>
                  <a:pt x="1961446" y="224685"/>
                </a:lnTo>
                <a:lnTo>
                  <a:pt x="1962905" y="214664"/>
                </a:lnTo>
                <a:lnTo>
                  <a:pt x="1964365" y="208024"/>
                </a:lnTo>
                <a:lnTo>
                  <a:pt x="1965095" y="210502"/>
                </a:lnTo>
                <a:lnTo>
                  <a:pt x="1965825" y="219701"/>
                </a:lnTo>
                <a:lnTo>
                  <a:pt x="1967285" y="213213"/>
                </a:lnTo>
                <a:lnTo>
                  <a:pt x="1968745" y="207767"/>
                </a:lnTo>
                <a:lnTo>
                  <a:pt x="1969475" y="211394"/>
                </a:lnTo>
                <a:lnTo>
                  <a:pt x="1970935" y="221969"/>
                </a:lnTo>
                <a:lnTo>
                  <a:pt x="1972395" y="213254"/>
                </a:lnTo>
                <a:lnTo>
                  <a:pt x="1973125" y="213994"/>
                </a:lnTo>
                <a:lnTo>
                  <a:pt x="1973855" y="223151"/>
                </a:lnTo>
                <a:lnTo>
                  <a:pt x="1974585" y="211691"/>
                </a:lnTo>
                <a:lnTo>
                  <a:pt x="1976045" y="220753"/>
                </a:lnTo>
                <a:lnTo>
                  <a:pt x="1977505" y="218909"/>
                </a:lnTo>
                <a:lnTo>
                  <a:pt x="1978235" y="225401"/>
                </a:lnTo>
                <a:lnTo>
                  <a:pt x="1978965" y="214450"/>
                </a:lnTo>
                <a:lnTo>
                  <a:pt x="1979695" y="218663"/>
                </a:lnTo>
                <a:lnTo>
                  <a:pt x="1981885" y="213743"/>
                </a:lnTo>
                <a:lnTo>
                  <a:pt x="1982615" y="217344"/>
                </a:lnTo>
                <a:lnTo>
                  <a:pt x="1983345" y="220803"/>
                </a:lnTo>
                <a:lnTo>
                  <a:pt x="1984805" y="203027"/>
                </a:lnTo>
                <a:lnTo>
                  <a:pt x="1986265" y="210709"/>
                </a:lnTo>
                <a:lnTo>
                  <a:pt x="1986995" y="212345"/>
                </a:lnTo>
                <a:lnTo>
                  <a:pt x="1988455" y="199374"/>
                </a:lnTo>
                <a:lnTo>
                  <a:pt x="1989185" y="201170"/>
                </a:lnTo>
                <a:lnTo>
                  <a:pt x="1993564" y="221299"/>
                </a:lnTo>
                <a:lnTo>
                  <a:pt x="1995024" y="200033"/>
                </a:lnTo>
                <a:lnTo>
                  <a:pt x="1997214" y="203648"/>
                </a:lnTo>
                <a:lnTo>
                  <a:pt x="1997944" y="201002"/>
                </a:lnTo>
                <a:lnTo>
                  <a:pt x="1998674" y="220399"/>
                </a:lnTo>
                <a:lnTo>
                  <a:pt x="2000864" y="218159"/>
                </a:lnTo>
                <a:lnTo>
                  <a:pt x="2002324" y="209450"/>
                </a:lnTo>
                <a:lnTo>
                  <a:pt x="2003054" y="216176"/>
                </a:lnTo>
                <a:lnTo>
                  <a:pt x="2003784" y="216193"/>
                </a:lnTo>
                <a:lnTo>
                  <a:pt x="2006704" y="202721"/>
                </a:lnTo>
                <a:lnTo>
                  <a:pt x="2008894" y="215674"/>
                </a:lnTo>
                <a:lnTo>
                  <a:pt x="2010354" y="212828"/>
                </a:lnTo>
                <a:lnTo>
                  <a:pt x="2012544" y="218256"/>
                </a:lnTo>
                <a:lnTo>
                  <a:pt x="2013274" y="215597"/>
                </a:lnTo>
                <a:lnTo>
                  <a:pt x="2015464" y="211722"/>
                </a:lnTo>
                <a:lnTo>
                  <a:pt x="2017654" y="223857"/>
                </a:lnTo>
                <a:lnTo>
                  <a:pt x="2018384" y="223266"/>
                </a:lnTo>
                <a:lnTo>
                  <a:pt x="2019114" y="206238"/>
                </a:lnTo>
                <a:lnTo>
                  <a:pt x="2021303" y="210606"/>
                </a:lnTo>
                <a:lnTo>
                  <a:pt x="2022033" y="205889"/>
                </a:lnTo>
                <a:lnTo>
                  <a:pt x="2022763" y="208642"/>
                </a:lnTo>
                <a:lnTo>
                  <a:pt x="2024223" y="207392"/>
                </a:lnTo>
                <a:lnTo>
                  <a:pt x="2026413" y="226588"/>
                </a:lnTo>
                <a:lnTo>
                  <a:pt x="2030793" y="204357"/>
                </a:lnTo>
                <a:lnTo>
                  <a:pt x="2032253" y="214748"/>
                </a:lnTo>
                <a:lnTo>
                  <a:pt x="2032983" y="211734"/>
                </a:lnTo>
                <a:lnTo>
                  <a:pt x="2035173" y="205754"/>
                </a:lnTo>
                <a:lnTo>
                  <a:pt x="2034443" y="218532"/>
                </a:lnTo>
                <a:lnTo>
                  <a:pt x="2035903" y="210090"/>
                </a:lnTo>
                <a:lnTo>
                  <a:pt x="2039553" y="203867"/>
                </a:lnTo>
                <a:lnTo>
                  <a:pt x="2043203" y="223329"/>
                </a:lnTo>
                <a:lnTo>
                  <a:pt x="2044663" y="211983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path 86"/>
          <p:cNvSpPr/>
          <p:nvPr/>
        </p:nvSpPr>
        <p:spPr>
          <a:xfrm>
            <a:off x="955673" y="5188440"/>
            <a:ext cx="2044663" cy="552228"/>
          </a:xfrm>
          <a:custGeom>
            <a:avLst/>
            <a:gdLst/>
            <a:ahLst/>
            <a:cxnLst/>
            <a:rect l="l" t="t" r="r" b="b"/>
            <a:pathLst>
              <a:path w="2044663" h="552228">
                <a:moveTo>
                  <a:pt x="0" y="13132"/>
                </a:moveTo>
                <a:lnTo>
                  <a:pt x="4380" y="13915"/>
                </a:lnTo>
                <a:lnTo>
                  <a:pt x="6570" y="14889"/>
                </a:lnTo>
                <a:lnTo>
                  <a:pt x="8030" y="18054"/>
                </a:lnTo>
                <a:lnTo>
                  <a:pt x="8760" y="15067"/>
                </a:lnTo>
                <a:lnTo>
                  <a:pt x="9490" y="13719"/>
                </a:lnTo>
                <a:lnTo>
                  <a:pt x="10220" y="16844"/>
                </a:lnTo>
                <a:lnTo>
                  <a:pt x="10950" y="16331"/>
                </a:lnTo>
                <a:lnTo>
                  <a:pt x="18249" y="8991"/>
                </a:lnTo>
                <a:lnTo>
                  <a:pt x="18979" y="3450"/>
                </a:lnTo>
                <a:lnTo>
                  <a:pt x="20439" y="6494"/>
                </a:lnTo>
                <a:lnTo>
                  <a:pt x="23359" y="15792"/>
                </a:lnTo>
                <a:lnTo>
                  <a:pt x="24089" y="13249"/>
                </a:lnTo>
                <a:lnTo>
                  <a:pt x="25549" y="8867"/>
                </a:lnTo>
                <a:lnTo>
                  <a:pt x="27009" y="11772"/>
                </a:lnTo>
                <a:lnTo>
                  <a:pt x="31389" y="12605"/>
                </a:lnTo>
                <a:lnTo>
                  <a:pt x="32849" y="10153"/>
                </a:lnTo>
                <a:lnTo>
                  <a:pt x="33579" y="11585"/>
                </a:lnTo>
                <a:lnTo>
                  <a:pt x="37229" y="13864"/>
                </a:lnTo>
                <a:lnTo>
                  <a:pt x="41609" y="12713"/>
                </a:lnTo>
                <a:lnTo>
                  <a:pt x="43069" y="9317"/>
                </a:lnTo>
                <a:lnTo>
                  <a:pt x="44529" y="10323"/>
                </a:lnTo>
                <a:lnTo>
                  <a:pt x="45989" y="9283"/>
                </a:lnTo>
                <a:lnTo>
                  <a:pt x="47449" y="10316"/>
                </a:lnTo>
                <a:lnTo>
                  <a:pt x="49638" y="15919"/>
                </a:lnTo>
                <a:lnTo>
                  <a:pt x="51098" y="15345"/>
                </a:lnTo>
                <a:lnTo>
                  <a:pt x="52558" y="12642"/>
                </a:lnTo>
                <a:lnTo>
                  <a:pt x="54018" y="8682"/>
                </a:lnTo>
                <a:lnTo>
                  <a:pt x="55478" y="10391"/>
                </a:lnTo>
                <a:lnTo>
                  <a:pt x="61318" y="19737"/>
                </a:lnTo>
                <a:lnTo>
                  <a:pt x="63508" y="17168"/>
                </a:lnTo>
                <a:lnTo>
                  <a:pt x="67158" y="16483"/>
                </a:lnTo>
                <a:lnTo>
                  <a:pt x="70078" y="16881"/>
                </a:lnTo>
                <a:lnTo>
                  <a:pt x="72998" y="14183"/>
                </a:lnTo>
                <a:lnTo>
                  <a:pt x="74458" y="17715"/>
                </a:lnTo>
                <a:lnTo>
                  <a:pt x="75918" y="16274"/>
                </a:lnTo>
                <a:lnTo>
                  <a:pt x="80297" y="21920"/>
                </a:lnTo>
                <a:lnTo>
                  <a:pt x="81027" y="21321"/>
                </a:lnTo>
                <a:lnTo>
                  <a:pt x="83947" y="20789"/>
                </a:lnTo>
                <a:lnTo>
                  <a:pt x="85407" y="19305"/>
                </a:lnTo>
                <a:lnTo>
                  <a:pt x="86137" y="19897"/>
                </a:lnTo>
                <a:lnTo>
                  <a:pt x="89057" y="24413"/>
                </a:lnTo>
                <a:lnTo>
                  <a:pt x="90517" y="22505"/>
                </a:lnTo>
                <a:lnTo>
                  <a:pt x="92707" y="19419"/>
                </a:lnTo>
                <a:lnTo>
                  <a:pt x="93437" y="20244"/>
                </a:lnTo>
                <a:lnTo>
                  <a:pt x="96357" y="32766"/>
                </a:lnTo>
                <a:lnTo>
                  <a:pt x="97087" y="32008"/>
                </a:lnTo>
                <a:lnTo>
                  <a:pt x="102197" y="25339"/>
                </a:lnTo>
                <a:lnTo>
                  <a:pt x="106577" y="23022"/>
                </a:lnTo>
                <a:lnTo>
                  <a:pt x="110226" y="27509"/>
                </a:lnTo>
                <a:lnTo>
                  <a:pt x="110956" y="26252"/>
                </a:lnTo>
                <a:lnTo>
                  <a:pt x="113146" y="23776"/>
                </a:lnTo>
                <a:lnTo>
                  <a:pt x="113876" y="24730"/>
                </a:lnTo>
                <a:lnTo>
                  <a:pt x="117526" y="26966"/>
                </a:lnTo>
                <a:lnTo>
                  <a:pt x="118256" y="26003"/>
                </a:lnTo>
                <a:lnTo>
                  <a:pt x="121176" y="21836"/>
                </a:lnTo>
                <a:lnTo>
                  <a:pt x="121906" y="25425"/>
                </a:lnTo>
                <a:lnTo>
                  <a:pt x="123366" y="28838"/>
                </a:lnTo>
                <a:lnTo>
                  <a:pt x="124826" y="26256"/>
                </a:lnTo>
                <a:lnTo>
                  <a:pt x="127016" y="23265"/>
                </a:lnTo>
                <a:lnTo>
                  <a:pt x="127746" y="24894"/>
                </a:lnTo>
                <a:lnTo>
                  <a:pt x="130666" y="29192"/>
                </a:lnTo>
                <a:lnTo>
                  <a:pt x="134316" y="36598"/>
                </a:lnTo>
                <a:lnTo>
                  <a:pt x="137966" y="28973"/>
                </a:lnTo>
                <a:lnTo>
                  <a:pt x="138696" y="30904"/>
                </a:lnTo>
                <a:lnTo>
                  <a:pt x="139426" y="33736"/>
                </a:lnTo>
                <a:lnTo>
                  <a:pt x="141615" y="32264"/>
                </a:lnTo>
                <a:lnTo>
                  <a:pt x="143805" y="27801"/>
                </a:lnTo>
                <a:lnTo>
                  <a:pt x="144535" y="29821"/>
                </a:lnTo>
                <a:lnTo>
                  <a:pt x="149645" y="34882"/>
                </a:lnTo>
                <a:lnTo>
                  <a:pt x="158405" y="27896"/>
                </a:lnTo>
                <a:lnTo>
                  <a:pt x="164975" y="41778"/>
                </a:lnTo>
                <a:lnTo>
                  <a:pt x="166435" y="45282"/>
                </a:lnTo>
                <a:lnTo>
                  <a:pt x="170084" y="32569"/>
                </a:lnTo>
                <a:lnTo>
                  <a:pt x="173004" y="31807"/>
                </a:lnTo>
                <a:lnTo>
                  <a:pt x="174464" y="25934"/>
                </a:lnTo>
                <a:lnTo>
                  <a:pt x="175194" y="27668"/>
                </a:lnTo>
                <a:lnTo>
                  <a:pt x="177384" y="43079"/>
                </a:lnTo>
                <a:lnTo>
                  <a:pt x="180304" y="38701"/>
                </a:lnTo>
                <a:lnTo>
                  <a:pt x="181764" y="40148"/>
                </a:lnTo>
                <a:lnTo>
                  <a:pt x="182494" y="38227"/>
                </a:lnTo>
                <a:lnTo>
                  <a:pt x="186874" y="37439"/>
                </a:lnTo>
                <a:lnTo>
                  <a:pt x="188334" y="35446"/>
                </a:lnTo>
                <a:lnTo>
                  <a:pt x="189794" y="36103"/>
                </a:lnTo>
                <a:lnTo>
                  <a:pt x="191984" y="41541"/>
                </a:lnTo>
                <a:lnTo>
                  <a:pt x="193444" y="40213"/>
                </a:lnTo>
                <a:lnTo>
                  <a:pt x="197824" y="36844"/>
                </a:lnTo>
                <a:lnTo>
                  <a:pt x="201473" y="36018"/>
                </a:lnTo>
                <a:lnTo>
                  <a:pt x="207313" y="35452"/>
                </a:lnTo>
                <a:lnTo>
                  <a:pt x="210963" y="34055"/>
                </a:lnTo>
                <a:lnTo>
                  <a:pt x="212423" y="34534"/>
                </a:lnTo>
                <a:lnTo>
                  <a:pt x="214613" y="37374"/>
                </a:lnTo>
                <a:lnTo>
                  <a:pt x="215343" y="35862"/>
                </a:lnTo>
                <a:lnTo>
                  <a:pt x="216803" y="34778"/>
                </a:lnTo>
                <a:lnTo>
                  <a:pt x="217533" y="36912"/>
                </a:lnTo>
                <a:lnTo>
                  <a:pt x="229942" y="40450"/>
                </a:lnTo>
                <a:lnTo>
                  <a:pt x="231402" y="45148"/>
                </a:lnTo>
                <a:lnTo>
                  <a:pt x="232132" y="44665"/>
                </a:lnTo>
                <a:lnTo>
                  <a:pt x="236512" y="36045"/>
                </a:lnTo>
                <a:lnTo>
                  <a:pt x="238702" y="39802"/>
                </a:lnTo>
                <a:lnTo>
                  <a:pt x="240162" y="41181"/>
                </a:lnTo>
                <a:lnTo>
                  <a:pt x="240892" y="39668"/>
                </a:lnTo>
                <a:lnTo>
                  <a:pt x="247462" y="32256"/>
                </a:lnTo>
                <a:lnTo>
                  <a:pt x="248922" y="33400"/>
                </a:lnTo>
                <a:lnTo>
                  <a:pt x="249652" y="31681"/>
                </a:lnTo>
                <a:lnTo>
                  <a:pt x="253302" y="28364"/>
                </a:lnTo>
                <a:lnTo>
                  <a:pt x="254762" y="28789"/>
                </a:lnTo>
                <a:lnTo>
                  <a:pt x="255492" y="27927"/>
                </a:lnTo>
                <a:lnTo>
                  <a:pt x="256952" y="27956"/>
                </a:lnTo>
                <a:lnTo>
                  <a:pt x="257682" y="30158"/>
                </a:lnTo>
                <a:lnTo>
                  <a:pt x="259872" y="28701"/>
                </a:lnTo>
                <a:lnTo>
                  <a:pt x="261331" y="30243"/>
                </a:lnTo>
                <a:lnTo>
                  <a:pt x="262791" y="28843"/>
                </a:lnTo>
                <a:lnTo>
                  <a:pt x="265711" y="24479"/>
                </a:lnTo>
                <a:lnTo>
                  <a:pt x="267171" y="28804"/>
                </a:lnTo>
                <a:lnTo>
                  <a:pt x="270821" y="32661"/>
                </a:lnTo>
                <a:lnTo>
                  <a:pt x="273011" y="28742"/>
                </a:lnTo>
                <a:lnTo>
                  <a:pt x="274471" y="29898"/>
                </a:lnTo>
                <a:lnTo>
                  <a:pt x="277391" y="32741"/>
                </a:lnTo>
                <a:lnTo>
                  <a:pt x="278121" y="31771"/>
                </a:lnTo>
                <a:lnTo>
                  <a:pt x="282501" y="29690"/>
                </a:lnTo>
                <a:lnTo>
                  <a:pt x="286151" y="30946"/>
                </a:lnTo>
                <a:lnTo>
                  <a:pt x="291990" y="29113"/>
                </a:lnTo>
                <a:lnTo>
                  <a:pt x="294910" y="26007"/>
                </a:lnTo>
                <a:lnTo>
                  <a:pt x="297100" y="26478"/>
                </a:lnTo>
                <a:lnTo>
                  <a:pt x="298560" y="27622"/>
                </a:lnTo>
                <a:lnTo>
                  <a:pt x="300020" y="24484"/>
                </a:lnTo>
                <a:lnTo>
                  <a:pt x="301480" y="25826"/>
                </a:lnTo>
                <a:lnTo>
                  <a:pt x="313160" y="28400"/>
                </a:lnTo>
                <a:lnTo>
                  <a:pt x="316080" y="25777"/>
                </a:lnTo>
                <a:lnTo>
                  <a:pt x="319730" y="27293"/>
                </a:lnTo>
                <a:lnTo>
                  <a:pt x="324839" y="23201"/>
                </a:lnTo>
                <a:lnTo>
                  <a:pt x="326299" y="12398"/>
                </a:lnTo>
                <a:lnTo>
                  <a:pt x="327759" y="17754"/>
                </a:lnTo>
                <a:lnTo>
                  <a:pt x="330679" y="28066"/>
                </a:lnTo>
                <a:lnTo>
                  <a:pt x="332869" y="25772"/>
                </a:lnTo>
                <a:lnTo>
                  <a:pt x="334329" y="23802"/>
                </a:lnTo>
                <a:lnTo>
                  <a:pt x="335059" y="26820"/>
                </a:lnTo>
                <a:lnTo>
                  <a:pt x="343089" y="25053"/>
                </a:lnTo>
                <a:lnTo>
                  <a:pt x="353308" y="22448"/>
                </a:lnTo>
                <a:lnTo>
                  <a:pt x="356228" y="19901"/>
                </a:lnTo>
                <a:lnTo>
                  <a:pt x="358418" y="21834"/>
                </a:lnTo>
                <a:lnTo>
                  <a:pt x="362068" y="17300"/>
                </a:lnTo>
                <a:lnTo>
                  <a:pt x="364258" y="18006"/>
                </a:lnTo>
                <a:lnTo>
                  <a:pt x="371558" y="19975"/>
                </a:lnTo>
                <a:lnTo>
                  <a:pt x="379588" y="18345"/>
                </a:lnTo>
                <a:lnTo>
                  <a:pt x="383237" y="8249"/>
                </a:lnTo>
                <a:lnTo>
                  <a:pt x="384697" y="8403"/>
                </a:lnTo>
                <a:lnTo>
                  <a:pt x="385427" y="2444"/>
                </a:lnTo>
                <a:lnTo>
                  <a:pt x="386887" y="6289"/>
                </a:lnTo>
                <a:lnTo>
                  <a:pt x="398567" y="9133"/>
                </a:lnTo>
                <a:lnTo>
                  <a:pt x="400757" y="5166"/>
                </a:lnTo>
                <a:lnTo>
                  <a:pt x="401487" y="6478"/>
                </a:lnTo>
                <a:lnTo>
                  <a:pt x="405137" y="11561"/>
                </a:lnTo>
                <a:lnTo>
                  <a:pt x="406597" y="8183"/>
                </a:lnTo>
                <a:lnTo>
                  <a:pt x="407327" y="5970"/>
                </a:lnTo>
                <a:lnTo>
                  <a:pt x="408057" y="9293"/>
                </a:lnTo>
                <a:lnTo>
                  <a:pt x="409517" y="10938"/>
                </a:lnTo>
                <a:lnTo>
                  <a:pt x="410247" y="10335"/>
                </a:lnTo>
                <a:lnTo>
                  <a:pt x="412437" y="9355"/>
                </a:lnTo>
                <a:lnTo>
                  <a:pt x="414626" y="11433"/>
                </a:lnTo>
                <a:lnTo>
                  <a:pt x="415356" y="10079"/>
                </a:lnTo>
                <a:lnTo>
                  <a:pt x="420466" y="10006"/>
                </a:lnTo>
                <a:lnTo>
                  <a:pt x="422656" y="9899"/>
                </a:lnTo>
                <a:lnTo>
                  <a:pt x="427036" y="7680"/>
                </a:lnTo>
                <a:lnTo>
                  <a:pt x="431416" y="10610"/>
                </a:lnTo>
                <a:lnTo>
                  <a:pt x="432146" y="9608"/>
                </a:lnTo>
                <a:lnTo>
                  <a:pt x="436526" y="5670"/>
                </a:lnTo>
                <a:lnTo>
                  <a:pt x="437256" y="6639"/>
                </a:lnTo>
                <a:lnTo>
                  <a:pt x="443825" y="12736"/>
                </a:lnTo>
                <a:lnTo>
                  <a:pt x="447475" y="10515"/>
                </a:lnTo>
                <a:lnTo>
                  <a:pt x="454045" y="18762"/>
                </a:lnTo>
                <a:lnTo>
                  <a:pt x="456965" y="10212"/>
                </a:lnTo>
                <a:lnTo>
                  <a:pt x="459155" y="7068"/>
                </a:lnTo>
                <a:lnTo>
                  <a:pt x="460615" y="9405"/>
                </a:lnTo>
                <a:lnTo>
                  <a:pt x="462805" y="14587"/>
                </a:lnTo>
                <a:lnTo>
                  <a:pt x="464265" y="12919"/>
                </a:lnTo>
                <a:lnTo>
                  <a:pt x="465725" y="12631"/>
                </a:lnTo>
                <a:lnTo>
                  <a:pt x="467915" y="4254"/>
                </a:lnTo>
                <a:lnTo>
                  <a:pt x="470105" y="7282"/>
                </a:lnTo>
                <a:lnTo>
                  <a:pt x="473754" y="11842"/>
                </a:lnTo>
                <a:lnTo>
                  <a:pt x="474484" y="11290"/>
                </a:lnTo>
                <a:lnTo>
                  <a:pt x="475944" y="8901"/>
                </a:lnTo>
                <a:lnTo>
                  <a:pt x="476674" y="5701"/>
                </a:lnTo>
                <a:lnTo>
                  <a:pt x="478134" y="9848"/>
                </a:lnTo>
                <a:lnTo>
                  <a:pt x="478864" y="7710"/>
                </a:lnTo>
                <a:lnTo>
                  <a:pt x="481054" y="6331"/>
                </a:lnTo>
                <a:lnTo>
                  <a:pt x="481784" y="7602"/>
                </a:lnTo>
                <a:lnTo>
                  <a:pt x="482514" y="8672"/>
                </a:lnTo>
                <a:lnTo>
                  <a:pt x="483244" y="6717"/>
                </a:lnTo>
                <a:lnTo>
                  <a:pt x="485434" y="3654"/>
                </a:lnTo>
                <a:lnTo>
                  <a:pt x="486164" y="5708"/>
                </a:lnTo>
                <a:lnTo>
                  <a:pt x="486894" y="5873"/>
                </a:lnTo>
                <a:lnTo>
                  <a:pt x="488354" y="1967"/>
                </a:lnTo>
                <a:lnTo>
                  <a:pt x="489084" y="4091"/>
                </a:lnTo>
                <a:lnTo>
                  <a:pt x="497844" y="14739"/>
                </a:lnTo>
                <a:lnTo>
                  <a:pt x="498574" y="12461"/>
                </a:lnTo>
                <a:lnTo>
                  <a:pt x="501494" y="4620"/>
                </a:lnTo>
                <a:lnTo>
                  <a:pt x="502224" y="6337"/>
                </a:lnTo>
                <a:lnTo>
                  <a:pt x="503683" y="9407"/>
                </a:lnTo>
                <a:lnTo>
                  <a:pt x="504413" y="6002"/>
                </a:lnTo>
                <a:lnTo>
                  <a:pt x="505873" y="0"/>
                </a:lnTo>
                <a:lnTo>
                  <a:pt x="507333" y="3323"/>
                </a:lnTo>
                <a:lnTo>
                  <a:pt x="510983" y="3850"/>
                </a:lnTo>
                <a:lnTo>
                  <a:pt x="516823" y="4167"/>
                </a:lnTo>
                <a:lnTo>
                  <a:pt x="517553" y="2045"/>
                </a:lnTo>
                <a:lnTo>
                  <a:pt x="519743" y="3375"/>
                </a:lnTo>
                <a:lnTo>
                  <a:pt x="521933" y="6125"/>
                </a:lnTo>
                <a:lnTo>
                  <a:pt x="527043" y="11982"/>
                </a:lnTo>
                <a:lnTo>
                  <a:pt x="532153" y="10748"/>
                </a:lnTo>
                <a:lnTo>
                  <a:pt x="535072" y="10537"/>
                </a:lnTo>
                <a:lnTo>
                  <a:pt x="538722" y="11277"/>
                </a:lnTo>
                <a:lnTo>
                  <a:pt x="545292" y="15259"/>
                </a:lnTo>
                <a:lnTo>
                  <a:pt x="550402" y="22232"/>
                </a:lnTo>
                <a:lnTo>
                  <a:pt x="551132" y="19108"/>
                </a:lnTo>
                <a:lnTo>
                  <a:pt x="551862" y="18484"/>
                </a:lnTo>
                <a:lnTo>
                  <a:pt x="552592" y="20017"/>
                </a:lnTo>
                <a:lnTo>
                  <a:pt x="555512" y="21101"/>
                </a:lnTo>
                <a:lnTo>
                  <a:pt x="556242" y="20391"/>
                </a:lnTo>
                <a:lnTo>
                  <a:pt x="556972" y="21226"/>
                </a:lnTo>
                <a:lnTo>
                  <a:pt x="562082" y="25480"/>
                </a:lnTo>
                <a:lnTo>
                  <a:pt x="567921" y="26501"/>
                </a:lnTo>
                <a:lnTo>
                  <a:pt x="572301" y="32393"/>
                </a:lnTo>
                <a:lnTo>
                  <a:pt x="577411" y="28725"/>
                </a:lnTo>
                <a:lnTo>
                  <a:pt x="578141" y="30985"/>
                </a:lnTo>
                <a:lnTo>
                  <a:pt x="584711" y="37047"/>
                </a:lnTo>
                <a:lnTo>
                  <a:pt x="611720" y="48649"/>
                </a:lnTo>
                <a:lnTo>
                  <a:pt x="614640" y="53603"/>
                </a:lnTo>
                <a:lnTo>
                  <a:pt x="616100" y="52486"/>
                </a:lnTo>
                <a:lnTo>
                  <a:pt x="617560" y="52092"/>
                </a:lnTo>
                <a:lnTo>
                  <a:pt x="618290" y="53161"/>
                </a:lnTo>
                <a:lnTo>
                  <a:pt x="619750" y="54829"/>
                </a:lnTo>
                <a:lnTo>
                  <a:pt x="620480" y="53836"/>
                </a:lnTo>
                <a:lnTo>
                  <a:pt x="622670" y="50881"/>
                </a:lnTo>
                <a:lnTo>
                  <a:pt x="623399" y="52585"/>
                </a:lnTo>
                <a:lnTo>
                  <a:pt x="625589" y="59348"/>
                </a:lnTo>
                <a:lnTo>
                  <a:pt x="627049" y="57333"/>
                </a:lnTo>
                <a:lnTo>
                  <a:pt x="629239" y="54937"/>
                </a:lnTo>
                <a:lnTo>
                  <a:pt x="629969" y="56143"/>
                </a:lnTo>
                <a:lnTo>
                  <a:pt x="632159" y="64789"/>
                </a:lnTo>
                <a:lnTo>
                  <a:pt x="632889" y="62356"/>
                </a:lnTo>
                <a:lnTo>
                  <a:pt x="635809" y="56892"/>
                </a:lnTo>
                <a:lnTo>
                  <a:pt x="636539" y="57683"/>
                </a:lnTo>
                <a:lnTo>
                  <a:pt x="638729" y="62592"/>
                </a:lnTo>
                <a:lnTo>
                  <a:pt x="640189" y="60236"/>
                </a:lnTo>
                <a:lnTo>
                  <a:pt x="643109" y="63327"/>
                </a:lnTo>
                <a:lnTo>
                  <a:pt x="647489" y="75202"/>
                </a:lnTo>
                <a:lnTo>
                  <a:pt x="648219" y="73712"/>
                </a:lnTo>
                <a:lnTo>
                  <a:pt x="649679" y="76064"/>
                </a:lnTo>
                <a:lnTo>
                  <a:pt x="652599" y="76261"/>
                </a:lnTo>
                <a:lnTo>
                  <a:pt x="656249" y="80177"/>
                </a:lnTo>
                <a:lnTo>
                  <a:pt x="657708" y="74016"/>
                </a:lnTo>
                <a:lnTo>
                  <a:pt x="658438" y="79933"/>
                </a:lnTo>
                <a:lnTo>
                  <a:pt x="659168" y="81469"/>
                </a:lnTo>
                <a:lnTo>
                  <a:pt x="659898" y="79298"/>
                </a:lnTo>
                <a:lnTo>
                  <a:pt x="660628" y="77647"/>
                </a:lnTo>
                <a:lnTo>
                  <a:pt x="661358" y="79768"/>
                </a:lnTo>
                <a:lnTo>
                  <a:pt x="665738" y="83091"/>
                </a:lnTo>
                <a:lnTo>
                  <a:pt x="667928" y="87508"/>
                </a:lnTo>
                <a:lnTo>
                  <a:pt x="680338" y="104025"/>
                </a:lnTo>
                <a:lnTo>
                  <a:pt x="681068" y="103246"/>
                </a:lnTo>
                <a:lnTo>
                  <a:pt x="681798" y="100838"/>
                </a:lnTo>
                <a:lnTo>
                  <a:pt x="683258" y="103718"/>
                </a:lnTo>
                <a:lnTo>
                  <a:pt x="689097" y="114944"/>
                </a:lnTo>
                <a:lnTo>
                  <a:pt x="691287" y="116711"/>
                </a:lnTo>
                <a:lnTo>
                  <a:pt x="700047" y="135373"/>
                </a:lnTo>
                <a:lnTo>
                  <a:pt x="704427" y="142212"/>
                </a:lnTo>
                <a:lnTo>
                  <a:pt x="716836" y="152160"/>
                </a:lnTo>
                <a:lnTo>
                  <a:pt x="721216" y="158411"/>
                </a:lnTo>
                <a:lnTo>
                  <a:pt x="725596" y="152440"/>
                </a:lnTo>
                <a:lnTo>
                  <a:pt x="727786" y="151092"/>
                </a:lnTo>
                <a:lnTo>
                  <a:pt x="734356" y="126966"/>
                </a:lnTo>
                <a:lnTo>
                  <a:pt x="743116" y="93438"/>
                </a:lnTo>
                <a:lnTo>
                  <a:pt x="743846" y="95965"/>
                </a:lnTo>
                <a:lnTo>
                  <a:pt x="744575" y="89483"/>
                </a:lnTo>
                <a:lnTo>
                  <a:pt x="754065" y="68282"/>
                </a:lnTo>
                <a:lnTo>
                  <a:pt x="756985" y="54238"/>
                </a:lnTo>
                <a:lnTo>
                  <a:pt x="757715" y="54720"/>
                </a:lnTo>
                <a:lnTo>
                  <a:pt x="760635" y="40345"/>
                </a:lnTo>
                <a:lnTo>
                  <a:pt x="762095" y="44050"/>
                </a:lnTo>
                <a:lnTo>
                  <a:pt x="762825" y="42414"/>
                </a:lnTo>
                <a:lnTo>
                  <a:pt x="764285" y="49820"/>
                </a:lnTo>
                <a:lnTo>
                  <a:pt x="765745" y="48195"/>
                </a:lnTo>
                <a:lnTo>
                  <a:pt x="767935" y="44774"/>
                </a:lnTo>
                <a:lnTo>
                  <a:pt x="768665" y="48022"/>
                </a:lnTo>
                <a:lnTo>
                  <a:pt x="770125" y="44571"/>
                </a:lnTo>
                <a:lnTo>
                  <a:pt x="770855" y="44104"/>
                </a:lnTo>
                <a:lnTo>
                  <a:pt x="771585" y="58239"/>
                </a:lnTo>
                <a:lnTo>
                  <a:pt x="773045" y="43730"/>
                </a:lnTo>
                <a:lnTo>
                  <a:pt x="775235" y="55113"/>
                </a:lnTo>
                <a:lnTo>
                  <a:pt x="775965" y="52253"/>
                </a:lnTo>
                <a:lnTo>
                  <a:pt x="776695" y="48285"/>
                </a:lnTo>
                <a:lnTo>
                  <a:pt x="777425" y="59011"/>
                </a:lnTo>
                <a:lnTo>
                  <a:pt x="778884" y="56207"/>
                </a:lnTo>
                <a:lnTo>
                  <a:pt x="780344" y="47127"/>
                </a:lnTo>
                <a:lnTo>
                  <a:pt x="781074" y="57643"/>
                </a:lnTo>
                <a:lnTo>
                  <a:pt x="781804" y="49591"/>
                </a:lnTo>
                <a:lnTo>
                  <a:pt x="782534" y="54837"/>
                </a:lnTo>
                <a:lnTo>
                  <a:pt x="783264" y="51436"/>
                </a:lnTo>
                <a:lnTo>
                  <a:pt x="783994" y="45989"/>
                </a:lnTo>
                <a:lnTo>
                  <a:pt x="784724" y="50257"/>
                </a:lnTo>
                <a:lnTo>
                  <a:pt x="785454" y="60100"/>
                </a:lnTo>
                <a:lnTo>
                  <a:pt x="786184" y="47095"/>
                </a:lnTo>
                <a:lnTo>
                  <a:pt x="787644" y="56788"/>
                </a:lnTo>
                <a:lnTo>
                  <a:pt x="789104" y="50915"/>
                </a:lnTo>
                <a:lnTo>
                  <a:pt x="789834" y="56519"/>
                </a:lnTo>
                <a:lnTo>
                  <a:pt x="790564" y="57531"/>
                </a:lnTo>
                <a:lnTo>
                  <a:pt x="791294" y="52184"/>
                </a:lnTo>
                <a:lnTo>
                  <a:pt x="792754" y="56483"/>
                </a:lnTo>
                <a:lnTo>
                  <a:pt x="795674" y="59812"/>
                </a:lnTo>
                <a:lnTo>
                  <a:pt x="796404" y="59327"/>
                </a:lnTo>
                <a:lnTo>
                  <a:pt x="799324" y="58275"/>
                </a:lnTo>
                <a:lnTo>
                  <a:pt x="800784" y="68056"/>
                </a:lnTo>
                <a:lnTo>
                  <a:pt x="801514" y="64547"/>
                </a:lnTo>
                <a:lnTo>
                  <a:pt x="802974" y="52762"/>
                </a:lnTo>
                <a:lnTo>
                  <a:pt x="804434" y="56283"/>
                </a:lnTo>
                <a:lnTo>
                  <a:pt x="805164" y="59586"/>
                </a:lnTo>
                <a:lnTo>
                  <a:pt x="805894" y="54334"/>
                </a:lnTo>
                <a:lnTo>
                  <a:pt x="807353" y="48976"/>
                </a:lnTo>
                <a:lnTo>
                  <a:pt x="809543" y="69972"/>
                </a:lnTo>
                <a:lnTo>
                  <a:pt x="810273" y="67175"/>
                </a:lnTo>
                <a:lnTo>
                  <a:pt x="811003" y="61177"/>
                </a:lnTo>
                <a:lnTo>
                  <a:pt x="812463" y="69015"/>
                </a:lnTo>
                <a:lnTo>
                  <a:pt x="814653" y="71899"/>
                </a:lnTo>
                <a:lnTo>
                  <a:pt x="818303" y="54471"/>
                </a:lnTo>
                <a:lnTo>
                  <a:pt x="821223" y="77742"/>
                </a:lnTo>
                <a:lnTo>
                  <a:pt x="821953" y="76381"/>
                </a:lnTo>
                <a:lnTo>
                  <a:pt x="822683" y="73770"/>
                </a:lnTo>
                <a:lnTo>
                  <a:pt x="823413" y="77563"/>
                </a:lnTo>
                <a:lnTo>
                  <a:pt x="824873" y="75139"/>
                </a:lnTo>
                <a:lnTo>
                  <a:pt x="825603" y="74507"/>
                </a:lnTo>
                <a:lnTo>
                  <a:pt x="826333" y="84903"/>
                </a:lnTo>
                <a:lnTo>
                  <a:pt x="827063" y="77189"/>
                </a:lnTo>
                <a:lnTo>
                  <a:pt x="830713" y="48927"/>
                </a:lnTo>
                <a:lnTo>
                  <a:pt x="831443" y="50515"/>
                </a:lnTo>
                <a:lnTo>
                  <a:pt x="832173" y="59660"/>
                </a:lnTo>
                <a:lnTo>
                  <a:pt x="833633" y="49158"/>
                </a:lnTo>
                <a:lnTo>
                  <a:pt x="834363" y="54532"/>
                </a:lnTo>
                <a:lnTo>
                  <a:pt x="836552" y="51168"/>
                </a:lnTo>
                <a:lnTo>
                  <a:pt x="837282" y="47615"/>
                </a:lnTo>
                <a:lnTo>
                  <a:pt x="838742" y="53278"/>
                </a:lnTo>
                <a:lnTo>
                  <a:pt x="840202" y="50648"/>
                </a:lnTo>
                <a:lnTo>
                  <a:pt x="840932" y="52251"/>
                </a:lnTo>
                <a:lnTo>
                  <a:pt x="842392" y="50434"/>
                </a:lnTo>
                <a:lnTo>
                  <a:pt x="846772" y="62945"/>
                </a:lnTo>
                <a:lnTo>
                  <a:pt x="848232" y="66457"/>
                </a:lnTo>
                <a:lnTo>
                  <a:pt x="849692" y="64651"/>
                </a:lnTo>
                <a:lnTo>
                  <a:pt x="854802" y="78904"/>
                </a:lnTo>
                <a:lnTo>
                  <a:pt x="856262" y="75342"/>
                </a:lnTo>
                <a:lnTo>
                  <a:pt x="859912" y="75657"/>
                </a:lnTo>
                <a:lnTo>
                  <a:pt x="862832" y="77589"/>
                </a:lnTo>
                <a:lnTo>
                  <a:pt x="863562" y="76405"/>
                </a:lnTo>
                <a:lnTo>
                  <a:pt x="864292" y="77009"/>
                </a:lnTo>
                <a:lnTo>
                  <a:pt x="865021" y="79973"/>
                </a:lnTo>
                <a:lnTo>
                  <a:pt x="865752" y="78918"/>
                </a:lnTo>
                <a:lnTo>
                  <a:pt x="867941" y="73683"/>
                </a:lnTo>
                <a:lnTo>
                  <a:pt x="868672" y="74663"/>
                </a:lnTo>
                <a:lnTo>
                  <a:pt x="870861" y="77082"/>
                </a:lnTo>
                <a:lnTo>
                  <a:pt x="871591" y="74667"/>
                </a:lnTo>
                <a:lnTo>
                  <a:pt x="875241" y="69515"/>
                </a:lnTo>
                <a:lnTo>
                  <a:pt x="877431" y="73176"/>
                </a:lnTo>
                <a:lnTo>
                  <a:pt x="878161" y="72356"/>
                </a:lnTo>
                <a:lnTo>
                  <a:pt x="879621" y="70429"/>
                </a:lnTo>
                <a:lnTo>
                  <a:pt x="882541" y="78244"/>
                </a:lnTo>
                <a:lnTo>
                  <a:pt x="885461" y="70468"/>
                </a:lnTo>
                <a:lnTo>
                  <a:pt x="886191" y="71882"/>
                </a:lnTo>
                <a:lnTo>
                  <a:pt x="886921" y="74489"/>
                </a:lnTo>
                <a:lnTo>
                  <a:pt x="887651" y="71171"/>
                </a:lnTo>
                <a:lnTo>
                  <a:pt x="888381" y="68773"/>
                </a:lnTo>
                <a:lnTo>
                  <a:pt x="889111" y="75309"/>
                </a:lnTo>
                <a:lnTo>
                  <a:pt x="891301" y="88581"/>
                </a:lnTo>
                <a:lnTo>
                  <a:pt x="892031" y="88023"/>
                </a:lnTo>
                <a:lnTo>
                  <a:pt x="895681" y="78974"/>
                </a:lnTo>
                <a:lnTo>
                  <a:pt x="900790" y="71614"/>
                </a:lnTo>
                <a:lnTo>
                  <a:pt x="901520" y="72013"/>
                </a:lnTo>
                <a:lnTo>
                  <a:pt x="902980" y="69772"/>
                </a:lnTo>
                <a:lnTo>
                  <a:pt x="905900" y="75290"/>
                </a:lnTo>
                <a:lnTo>
                  <a:pt x="906630" y="76664"/>
                </a:lnTo>
                <a:lnTo>
                  <a:pt x="907360" y="73210"/>
                </a:lnTo>
                <a:lnTo>
                  <a:pt x="908820" y="68310"/>
                </a:lnTo>
                <a:lnTo>
                  <a:pt x="910280" y="69830"/>
                </a:lnTo>
                <a:lnTo>
                  <a:pt x="913930" y="76076"/>
                </a:lnTo>
                <a:lnTo>
                  <a:pt x="915390" y="72684"/>
                </a:lnTo>
                <a:lnTo>
                  <a:pt x="916120" y="76466"/>
                </a:lnTo>
                <a:lnTo>
                  <a:pt x="918310" y="77196"/>
                </a:lnTo>
                <a:lnTo>
                  <a:pt x="919040" y="76306"/>
                </a:lnTo>
                <a:lnTo>
                  <a:pt x="919770" y="77049"/>
                </a:lnTo>
                <a:lnTo>
                  <a:pt x="921230" y="75268"/>
                </a:lnTo>
                <a:lnTo>
                  <a:pt x="925610" y="70836"/>
                </a:lnTo>
                <a:lnTo>
                  <a:pt x="926340" y="70806"/>
                </a:lnTo>
                <a:lnTo>
                  <a:pt x="928529" y="69989"/>
                </a:lnTo>
                <a:lnTo>
                  <a:pt x="929989" y="77713"/>
                </a:lnTo>
                <a:lnTo>
                  <a:pt x="934369" y="69793"/>
                </a:lnTo>
                <a:lnTo>
                  <a:pt x="935099" y="72729"/>
                </a:lnTo>
                <a:lnTo>
                  <a:pt x="936559" y="73961"/>
                </a:lnTo>
                <a:lnTo>
                  <a:pt x="937289" y="71861"/>
                </a:lnTo>
                <a:lnTo>
                  <a:pt x="940939" y="69738"/>
                </a:lnTo>
                <a:lnTo>
                  <a:pt x="945319" y="75040"/>
                </a:lnTo>
                <a:lnTo>
                  <a:pt x="954079" y="75583"/>
                </a:lnTo>
                <a:lnTo>
                  <a:pt x="956998" y="72824"/>
                </a:lnTo>
                <a:lnTo>
                  <a:pt x="957728" y="73619"/>
                </a:lnTo>
                <a:lnTo>
                  <a:pt x="962108" y="78521"/>
                </a:lnTo>
                <a:lnTo>
                  <a:pt x="963568" y="82044"/>
                </a:lnTo>
                <a:lnTo>
                  <a:pt x="967218" y="98165"/>
                </a:lnTo>
                <a:lnTo>
                  <a:pt x="967948" y="95960"/>
                </a:lnTo>
                <a:lnTo>
                  <a:pt x="970138" y="96971"/>
                </a:lnTo>
                <a:lnTo>
                  <a:pt x="970868" y="102452"/>
                </a:lnTo>
                <a:lnTo>
                  <a:pt x="972328" y="94181"/>
                </a:lnTo>
                <a:lnTo>
                  <a:pt x="974518" y="97848"/>
                </a:lnTo>
                <a:lnTo>
                  <a:pt x="976708" y="95561"/>
                </a:lnTo>
                <a:lnTo>
                  <a:pt x="980358" y="96485"/>
                </a:lnTo>
                <a:lnTo>
                  <a:pt x="984008" y="92884"/>
                </a:lnTo>
                <a:lnTo>
                  <a:pt x="985468" y="93628"/>
                </a:lnTo>
                <a:lnTo>
                  <a:pt x="986198" y="91093"/>
                </a:lnTo>
                <a:lnTo>
                  <a:pt x="986928" y="94737"/>
                </a:lnTo>
                <a:lnTo>
                  <a:pt x="987658" y="94818"/>
                </a:lnTo>
                <a:lnTo>
                  <a:pt x="999337" y="113901"/>
                </a:lnTo>
                <a:lnTo>
                  <a:pt x="1000797" y="111627"/>
                </a:lnTo>
                <a:lnTo>
                  <a:pt x="1003717" y="109508"/>
                </a:lnTo>
                <a:lnTo>
                  <a:pt x="1005907" y="115641"/>
                </a:lnTo>
                <a:lnTo>
                  <a:pt x="1006637" y="114547"/>
                </a:lnTo>
                <a:lnTo>
                  <a:pt x="1019047" y="120425"/>
                </a:lnTo>
                <a:lnTo>
                  <a:pt x="1024156" y="140264"/>
                </a:lnTo>
                <a:lnTo>
                  <a:pt x="1024886" y="139179"/>
                </a:lnTo>
                <a:lnTo>
                  <a:pt x="1026346" y="141525"/>
                </a:lnTo>
                <a:lnTo>
                  <a:pt x="1030726" y="150901"/>
                </a:lnTo>
                <a:lnTo>
                  <a:pt x="1031456" y="150375"/>
                </a:lnTo>
                <a:lnTo>
                  <a:pt x="1032186" y="151901"/>
                </a:lnTo>
                <a:lnTo>
                  <a:pt x="1035836" y="160297"/>
                </a:lnTo>
                <a:lnTo>
                  <a:pt x="1036566" y="159059"/>
                </a:lnTo>
                <a:lnTo>
                  <a:pt x="1037296" y="161312"/>
                </a:lnTo>
                <a:lnTo>
                  <a:pt x="1038026" y="161520"/>
                </a:lnTo>
                <a:lnTo>
                  <a:pt x="1039486" y="164700"/>
                </a:lnTo>
                <a:lnTo>
                  <a:pt x="1047516" y="177656"/>
                </a:lnTo>
                <a:lnTo>
                  <a:pt x="1048246" y="175424"/>
                </a:lnTo>
                <a:lnTo>
                  <a:pt x="1049705" y="176429"/>
                </a:lnTo>
                <a:lnTo>
                  <a:pt x="1051165" y="180880"/>
                </a:lnTo>
                <a:lnTo>
                  <a:pt x="1052625" y="179168"/>
                </a:lnTo>
                <a:lnTo>
                  <a:pt x="1054815" y="175800"/>
                </a:lnTo>
                <a:lnTo>
                  <a:pt x="1054085" y="180543"/>
                </a:lnTo>
                <a:lnTo>
                  <a:pt x="1055545" y="178205"/>
                </a:lnTo>
                <a:lnTo>
                  <a:pt x="1058465" y="186522"/>
                </a:lnTo>
                <a:lnTo>
                  <a:pt x="1059195" y="185712"/>
                </a:lnTo>
                <a:lnTo>
                  <a:pt x="1062845" y="191832"/>
                </a:lnTo>
                <a:lnTo>
                  <a:pt x="1069415" y="210098"/>
                </a:lnTo>
                <a:lnTo>
                  <a:pt x="1070145" y="219098"/>
                </a:lnTo>
                <a:lnTo>
                  <a:pt x="1072335" y="214402"/>
                </a:lnTo>
                <a:lnTo>
                  <a:pt x="1076715" y="211806"/>
                </a:lnTo>
                <a:lnTo>
                  <a:pt x="1079635" y="216433"/>
                </a:lnTo>
                <a:lnTo>
                  <a:pt x="1084014" y="205187"/>
                </a:lnTo>
                <a:lnTo>
                  <a:pt x="1084744" y="205222"/>
                </a:lnTo>
                <a:lnTo>
                  <a:pt x="1091314" y="190631"/>
                </a:lnTo>
                <a:lnTo>
                  <a:pt x="1092774" y="199800"/>
                </a:lnTo>
                <a:lnTo>
                  <a:pt x="1094234" y="193326"/>
                </a:lnTo>
                <a:lnTo>
                  <a:pt x="1096424" y="196929"/>
                </a:lnTo>
                <a:lnTo>
                  <a:pt x="1100074" y="182309"/>
                </a:lnTo>
                <a:lnTo>
                  <a:pt x="1100804" y="183919"/>
                </a:lnTo>
                <a:lnTo>
                  <a:pt x="1101534" y="181366"/>
                </a:lnTo>
                <a:lnTo>
                  <a:pt x="1102264" y="181403"/>
                </a:lnTo>
                <a:lnTo>
                  <a:pt x="1107374" y="161743"/>
                </a:lnTo>
                <a:lnTo>
                  <a:pt x="1108834" y="156360"/>
                </a:lnTo>
                <a:lnTo>
                  <a:pt x="1110294" y="159943"/>
                </a:lnTo>
                <a:lnTo>
                  <a:pt x="1111753" y="163445"/>
                </a:lnTo>
                <a:lnTo>
                  <a:pt x="1113213" y="155580"/>
                </a:lnTo>
                <a:lnTo>
                  <a:pt x="1114673" y="155981"/>
                </a:lnTo>
                <a:lnTo>
                  <a:pt x="1116863" y="169239"/>
                </a:lnTo>
                <a:lnTo>
                  <a:pt x="1118323" y="165238"/>
                </a:lnTo>
                <a:lnTo>
                  <a:pt x="1121243" y="154491"/>
                </a:lnTo>
                <a:lnTo>
                  <a:pt x="1121973" y="158742"/>
                </a:lnTo>
                <a:lnTo>
                  <a:pt x="1122703" y="160534"/>
                </a:lnTo>
                <a:lnTo>
                  <a:pt x="1124163" y="157181"/>
                </a:lnTo>
                <a:lnTo>
                  <a:pt x="1125623" y="160701"/>
                </a:lnTo>
                <a:lnTo>
                  <a:pt x="1126353" y="157479"/>
                </a:lnTo>
                <a:lnTo>
                  <a:pt x="1128543" y="139285"/>
                </a:lnTo>
                <a:lnTo>
                  <a:pt x="1131463" y="142016"/>
                </a:lnTo>
                <a:lnTo>
                  <a:pt x="1133653" y="154724"/>
                </a:lnTo>
                <a:lnTo>
                  <a:pt x="1134383" y="150223"/>
                </a:lnTo>
                <a:lnTo>
                  <a:pt x="1135113" y="141340"/>
                </a:lnTo>
                <a:lnTo>
                  <a:pt x="1136573" y="150141"/>
                </a:lnTo>
                <a:lnTo>
                  <a:pt x="1151172" y="185393"/>
                </a:lnTo>
                <a:lnTo>
                  <a:pt x="1152632" y="175930"/>
                </a:lnTo>
                <a:lnTo>
                  <a:pt x="1154092" y="180950"/>
                </a:lnTo>
                <a:lnTo>
                  <a:pt x="1158472" y="194981"/>
                </a:lnTo>
                <a:lnTo>
                  <a:pt x="1159202" y="192906"/>
                </a:lnTo>
                <a:lnTo>
                  <a:pt x="1159932" y="196871"/>
                </a:lnTo>
                <a:lnTo>
                  <a:pt x="1166502" y="225555"/>
                </a:lnTo>
                <a:lnTo>
                  <a:pt x="1167232" y="224456"/>
                </a:lnTo>
                <a:lnTo>
                  <a:pt x="1170881" y="233426"/>
                </a:lnTo>
                <a:lnTo>
                  <a:pt x="1171611" y="227061"/>
                </a:lnTo>
                <a:lnTo>
                  <a:pt x="1173071" y="231215"/>
                </a:lnTo>
                <a:lnTo>
                  <a:pt x="1175261" y="248734"/>
                </a:lnTo>
                <a:lnTo>
                  <a:pt x="1176721" y="246503"/>
                </a:lnTo>
                <a:lnTo>
                  <a:pt x="1177451" y="244984"/>
                </a:lnTo>
                <a:lnTo>
                  <a:pt x="1182561" y="263256"/>
                </a:lnTo>
                <a:lnTo>
                  <a:pt x="1184021" y="267942"/>
                </a:lnTo>
                <a:lnTo>
                  <a:pt x="1184751" y="276624"/>
                </a:lnTo>
                <a:lnTo>
                  <a:pt x="1186941" y="271550"/>
                </a:lnTo>
                <a:lnTo>
                  <a:pt x="1190591" y="290093"/>
                </a:lnTo>
                <a:lnTo>
                  <a:pt x="1193511" y="279286"/>
                </a:lnTo>
                <a:lnTo>
                  <a:pt x="1194971" y="290409"/>
                </a:lnTo>
                <a:lnTo>
                  <a:pt x="1196431" y="285264"/>
                </a:lnTo>
                <a:lnTo>
                  <a:pt x="1200811" y="310487"/>
                </a:lnTo>
                <a:lnTo>
                  <a:pt x="1202271" y="303862"/>
                </a:lnTo>
                <a:lnTo>
                  <a:pt x="1203001" y="304010"/>
                </a:lnTo>
                <a:lnTo>
                  <a:pt x="1203730" y="300626"/>
                </a:lnTo>
                <a:lnTo>
                  <a:pt x="1204460" y="303758"/>
                </a:lnTo>
                <a:lnTo>
                  <a:pt x="1208840" y="322006"/>
                </a:lnTo>
                <a:lnTo>
                  <a:pt x="1209570" y="310494"/>
                </a:lnTo>
                <a:lnTo>
                  <a:pt x="1211760" y="316880"/>
                </a:lnTo>
                <a:lnTo>
                  <a:pt x="1212490" y="315298"/>
                </a:lnTo>
                <a:lnTo>
                  <a:pt x="1213220" y="318066"/>
                </a:lnTo>
                <a:lnTo>
                  <a:pt x="1219790" y="329416"/>
                </a:lnTo>
                <a:lnTo>
                  <a:pt x="1220520" y="327072"/>
                </a:lnTo>
                <a:lnTo>
                  <a:pt x="1222710" y="344586"/>
                </a:lnTo>
                <a:lnTo>
                  <a:pt x="1223440" y="332113"/>
                </a:lnTo>
                <a:lnTo>
                  <a:pt x="1230010" y="354775"/>
                </a:lnTo>
                <a:lnTo>
                  <a:pt x="1230740" y="352131"/>
                </a:lnTo>
                <a:lnTo>
                  <a:pt x="1232200" y="354534"/>
                </a:lnTo>
                <a:lnTo>
                  <a:pt x="1233659" y="357073"/>
                </a:lnTo>
                <a:lnTo>
                  <a:pt x="1235119" y="355531"/>
                </a:lnTo>
                <a:lnTo>
                  <a:pt x="1237309" y="365158"/>
                </a:lnTo>
                <a:lnTo>
                  <a:pt x="1238039" y="357849"/>
                </a:lnTo>
                <a:lnTo>
                  <a:pt x="1238769" y="368373"/>
                </a:lnTo>
                <a:lnTo>
                  <a:pt x="1239499" y="374255"/>
                </a:lnTo>
                <a:lnTo>
                  <a:pt x="1240229" y="371842"/>
                </a:lnTo>
                <a:lnTo>
                  <a:pt x="1240959" y="363694"/>
                </a:lnTo>
                <a:lnTo>
                  <a:pt x="1242419" y="368676"/>
                </a:lnTo>
                <a:lnTo>
                  <a:pt x="1243879" y="367069"/>
                </a:lnTo>
                <a:lnTo>
                  <a:pt x="1248989" y="379787"/>
                </a:lnTo>
                <a:lnTo>
                  <a:pt x="1253369" y="397239"/>
                </a:lnTo>
                <a:lnTo>
                  <a:pt x="1254099" y="393573"/>
                </a:lnTo>
                <a:lnTo>
                  <a:pt x="1254829" y="390299"/>
                </a:lnTo>
                <a:lnTo>
                  <a:pt x="1256289" y="395092"/>
                </a:lnTo>
                <a:lnTo>
                  <a:pt x="1263588" y="413046"/>
                </a:lnTo>
                <a:lnTo>
                  <a:pt x="1264318" y="409748"/>
                </a:lnTo>
                <a:lnTo>
                  <a:pt x="1265778" y="412790"/>
                </a:lnTo>
                <a:lnTo>
                  <a:pt x="1270158" y="425662"/>
                </a:lnTo>
                <a:lnTo>
                  <a:pt x="1273808" y="422870"/>
                </a:lnTo>
                <a:lnTo>
                  <a:pt x="1274538" y="424191"/>
                </a:lnTo>
                <a:lnTo>
                  <a:pt x="1275998" y="431957"/>
                </a:lnTo>
                <a:lnTo>
                  <a:pt x="1277458" y="426599"/>
                </a:lnTo>
                <a:lnTo>
                  <a:pt x="1278188" y="425609"/>
                </a:lnTo>
                <a:lnTo>
                  <a:pt x="1278918" y="427481"/>
                </a:lnTo>
                <a:lnTo>
                  <a:pt x="1286948" y="451217"/>
                </a:lnTo>
                <a:lnTo>
                  <a:pt x="1290597" y="463137"/>
                </a:lnTo>
                <a:lnTo>
                  <a:pt x="1289138" y="449478"/>
                </a:lnTo>
                <a:lnTo>
                  <a:pt x="1291327" y="462531"/>
                </a:lnTo>
                <a:lnTo>
                  <a:pt x="1292057" y="461015"/>
                </a:lnTo>
                <a:lnTo>
                  <a:pt x="1292787" y="463246"/>
                </a:lnTo>
                <a:lnTo>
                  <a:pt x="1294248" y="461663"/>
                </a:lnTo>
                <a:lnTo>
                  <a:pt x="1294977" y="463526"/>
                </a:lnTo>
                <a:lnTo>
                  <a:pt x="1296437" y="456662"/>
                </a:lnTo>
                <a:lnTo>
                  <a:pt x="1297897" y="460680"/>
                </a:lnTo>
                <a:lnTo>
                  <a:pt x="1300087" y="469436"/>
                </a:lnTo>
                <a:lnTo>
                  <a:pt x="1302277" y="468079"/>
                </a:lnTo>
                <a:lnTo>
                  <a:pt x="1305927" y="473126"/>
                </a:lnTo>
                <a:lnTo>
                  <a:pt x="1308847" y="464379"/>
                </a:lnTo>
                <a:lnTo>
                  <a:pt x="1313227" y="474595"/>
                </a:lnTo>
                <a:lnTo>
                  <a:pt x="1314687" y="468550"/>
                </a:lnTo>
                <a:lnTo>
                  <a:pt x="1315417" y="475166"/>
                </a:lnTo>
                <a:lnTo>
                  <a:pt x="1318337" y="489147"/>
                </a:lnTo>
                <a:lnTo>
                  <a:pt x="1319067" y="487614"/>
                </a:lnTo>
                <a:lnTo>
                  <a:pt x="1319797" y="483064"/>
                </a:lnTo>
                <a:lnTo>
                  <a:pt x="1321257" y="487273"/>
                </a:lnTo>
                <a:lnTo>
                  <a:pt x="1321987" y="495641"/>
                </a:lnTo>
                <a:lnTo>
                  <a:pt x="1324177" y="491901"/>
                </a:lnTo>
                <a:lnTo>
                  <a:pt x="1325636" y="496268"/>
                </a:lnTo>
                <a:lnTo>
                  <a:pt x="1326366" y="490631"/>
                </a:lnTo>
                <a:lnTo>
                  <a:pt x="1327096" y="491217"/>
                </a:lnTo>
                <a:lnTo>
                  <a:pt x="1330016" y="507224"/>
                </a:lnTo>
                <a:lnTo>
                  <a:pt x="1330746" y="505405"/>
                </a:lnTo>
                <a:lnTo>
                  <a:pt x="1331476" y="503743"/>
                </a:lnTo>
                <a:lnTo>
                  <a:pt x="1332206" y="506720"/>
                </a:lnTo>
                <a:lnTo>
                  <a:pt x="1338046" y="522130"/>
                </a:lnTo>
                <a:lnTo>
                  <a:pt x="1339506" y="515406"/>
                </a:lnTo>
                <a:lnTo>
                  <a:pt x="1340966" y="518446"/>
                </a:lnTo>
                <a:lnTo>
                  <a:pt x="1341696" y="521422"/>
                </a:lnTo>
                <a:lnTo>
                  <a:pt x="1342426" y="517232"/>
                </a:lnTo>
                <a:lnTo>
                  <a:pt x="1343156" y="514741"/>
                </a:lnTo>
                <a:lnTo>
                  <a:pt x="1343886" y="520612"/>
                </a:lnTo>
                <a:lnTo>
                  <a:pt x="1344616" y="516305"/>
                </a:lnTo>
                <a:lnTo>
                  <a:pt x="1345346" y="521597"/>
                </a:lnTo>
                <a:lnTo>
                  <a:pt x="1347536" y="519615"/>
                </a:lnTo>
                <a:lnTo>
                  <a:pt x="1348996" y="522082"/>
                </a:lnTo>
                <a:lnTo>
                  <a:pt x="1351916" y="524314"/>
                </a:lnTo>
                <a:lnTo>
                  <a:pt x="1352646" y="523244"/>
                </a:lnTo>
                <a:lnTo>
                  <a:pt x="1354105" y="515532"/>
                </a:lnTo>
                <a:lnTo>
                  <a:pt x="1354835" y="519830"/>
                </a:lnTo>
                <a:lnTo>
                  <a:pt x="1357755" y="524490"/>
                </a:lnTo>
                <a:lnTo>
                  <a:pt x="1356295" y="516449"/>
                </a:lnTo>
                <a:lnTo>
                  <a:pt x="1358485" y="524154"/>
                </a:lnTo>
                <a:lnTo>
                  <a:pt x="1359215" y="520609"/>
                </a:lnTo>
                <a:lnTo>
                  <a:pt x="1359945" y="523937"/>
                </a:lnTo>
                <a:lnTo>
                  <a:pt x="1362135" y="530983"/>
                </a:lnTo>
                <a:lnTo>
                  <a:pt x="1363595" y="517185"/>
                </a:lnTo>
                <a:lnTo>
                  <a:pt x="1364325" y="519875"/>
                </a:lnTo>
                <a:lnTo>
                  <a:pt x="1367245" y="531931"/>
                </a:lnTo>
                <a:lnTo>
                  <a:pt x="1368705" y="523449"/>
                </a:lnTo>
                <a:lnTo>
                  <a:pt x="1370165" y="529086"/>
                </a:lnTo>
                <a:lnTo>
                  <a:pt x="1370895" y="530240"/>
                </a:lnTo>
                <a:lnTo>
                  <a:pt x="1371625" y="527921"/>
                </a:lnTo>
                <a:lnTo>
                  <a:pt x="1372355" y="525503"/>
                </a:lnTo>
                <a:lnTo>
                  <a:pt x="1373815" y="528905"/>
                </a:lnTo>
                <a:lnTo>
                  <a:pt x="1375275" y="536500"/>
                </a:lnTo>
                <a:lnTo>
                  <a:pt x="1378195" y="526001"/>
                </a:lnTo>
                <a:lnTo>
                  <a:pt x="1380385" y="529364"/>
                </a:lnTo>
                <a:lnTo>
                  <a:pt x="1381845" y="525218"/>
                </a:lnTo>
                <a:lnTo>
                  <a:pt x="1382574" y="527813"/>
                </a:lnTo>
                <a:lnTo>
                  <a:pt x="1383304" y="532419"/>
                </a:lnTo>
                <a:lnTo>
                  <a:pt x="1385494" y="531976"/>
                </a:lnTo>
                <a:lnTo>
                  <a:pt x="1386954" y="521688"/>
                </a:lnTo>
                <a:lnTo>
                  <a:pt x="1387684" y="526628"/>
                </a:lnTo>
                <a:lnTo>
                  <a:pt x="1392064" y="545811"/>
                </a:lnTo>
                <a:lnTo>
                  <a:pt x="1393524" y="535524"/>
                </a:lnTo>
                <a:lnTo>
                  <a:pt x="1394254" y="543055"/>
                </a:lnTo>
                <a:lnTo>
                  <a:pt x="1394984" y="544829"/>
                </a:lnTo>
                <a:lnTo>
                  <a:pt x="1395714" y="541280"/>
                </a:lnTo>
                <a:lnTo>
                  <a:pt x="1396444" y="536371"/>
                </a:lnTo>
                <a:lnTo>
                  <a:pt x="1397904" y="552228"/>
                </a:lnTo>
                <a:lnTo>
                  <a:pt x="1399364" y="544931"/>
                </a:lnTo>
                <a:lnTo>
                  <a:pt x="1400094" y="543363"/>
                </a:lnTo>
                <a:lnTo>
                  <a:pt x="1400824" y="535141"/>
                </a:lnTo>
                <a:lnTo>
                  <a:pt x="1403014" y="538520"/>
                </a:lnTo>
                <a:lnTo>
                  <a:pt x="1404474" y="545191"/>
                </a:lnTo>
                <a:lnTo>
                  <a:pt x="1405204" y="544446"/>
                </a:lnTo>
                <a:lnTo>
                  <a:pt x="1405934" y="535984"/>
                </a:lnTo>
                <a:lnTo>
                  <a:pt x="1407394" y="540625"/>
                </a:lnTo>
                <a:lnTo>
                  <a:pt x="1408854" y="538399"/>
                </a:lnTo>
                <a:lnTo>
                  <a:pt x="1409584" y="544664"/>
                </a:lnTo>
                <a:lnTo>
                  <a:pt x="1410314" y="551389"/>
                </a:lnTo>
                <a:lnTo>
                  <a:pt x="1412504" y="548251"/>
                </a:lnTo>
                <a:lnTo>
                  <a:pt x="1416883" y="536358"/>
                </a:lnTo>
                <a:lnTo>
                  <a:pt x="1417613" y="541840"/>
                </a:lnTo>
                <a:lnTo>
                  <a:pt x="1418343" y="544608"/>
                </a:lnTo>
                <a:lnTo>
                  <a:pt x="1419073" y="539446"/>
                </a:lnTo>
                <a:lnTo>
                  <a:pt x="1419803" y="540668"/>
                </a:lnTo>
                <a:lnTo>
                  <a:pt x="1424183" y="528050"/>
                </a:lnTo>
                <a:lnTo>
                  <a:pt x="1424913" y="536232"/>
                </a:lnTo>
                <a:lnTo>
                  <a:pt x="1426373" y="533157"/>
                </a:lnTo>
                <a:lnTo>
                  <a:pt x="1432213" y="517986"/>
                </a:lnTo>
                <a:lnTo>
                  <a:pt x="1432943" y="521394"/>
                </a:lnTo>
                <a:lnTo>
                  <a:pt x="1435863" y="525756"/>
                </a:lnTo>
                <a:lnTo>
                  <a:pt x="1436593" y="525141"/>
                </a:lnTo>
                <a:lnTo>
                  <a:pt x="1437323" y="524679"/>
                </a:lnTo>
                <a:lnTo>
                  <a:pt x="1438053" y="518634"/>
                </a:lnTo>
                <a:lnTo>
                  <a:pt x="1438783" y="523684"/>
                </a:lnTo>
                <a:lnTo>
                  <a:pt x="1440243" y="530184"/>
                </a:lnTo>
                <a:lnTo>
                  <a:pt x="1441703" y="529099"/>
                </a:lnTo>
                <a:lnTo>
                  <a:pt x="1442433" y="529147"/>
                </a:lnTo>
                <a:lnTo>
                  <a:pt x="1443163" y="522879"/>
                </a:lnTo>
                <a:lnTo>
                  <a:pt x="1444623" y="530281"/>
                </a:lnTo>
                <a:lnTo>
                  <a:pt x="1446082" y="538140"/>
                </a:lnTo>
                <a:lnTo>
                  <a:pt x="1447542" y="532488"/>
                </a:lnTo>
                <a:lnTo>
                  <a:pt x="1450462" y="532453"/>
                </a:lnTo>
                <a:lnTo>
                  <a:pt x="1451922" y="531381"/>
                </a:lnTo>
                <a:lnTo>
                  <a:pt x="1453382" y="539314"/>
                </a:lnTo>
                <a:lnTo>
                  <a:pt x="1454842" y="523985"/>
                </a:lnTo>
                <a:lnTo>
                  <a:pt x="1456302" y="534082"/>
                </a:lnTo>
                <a:lnTo>
                  <a:pt x="1457032" y="530959"/>
                </a:lnTo>
                <a:lnTo>
                  <a:pt x="1458492" y="532914"/>
                </a:lnTo>
                <a:lnTo>
                  <a:pt x="1459222" y="537510"/>
                </a:lnTo>
                <a:lnTo>
                  <a:pt x="1459952" y="533031"/>
                </a:lnTo>
                <a:lnTo>
                  <a:pt x="1461412" y="526101"/>
                </a:lnTo>
                <a:lnTo>
                  <a:pt x="1462872" y="527489"/>
                </a:lnTo>
                <a:lnTo>
                  <a:pt x="1463602" y="528154"/>
                </a:lnTo>
                <a:lnTo>
                  <a:pt x="1464332" y="525505"/>
                </a:lnTo>
                <a:lnTo>
                  <a:pt x="1465792" y="523404"/>
                </a:lnTo>
                <a:lnTo>
                  <a:pt x="1468712" y="530252"/>
                </a:lnTo>
                <a:lnTo>
                  <a:pt x="1470172" y="522452"/>
                </a:lnTo>
                <a:lnTo>
                  <a:pt x="1471632" y="526792"/>
                </a:lnTo>
                <a:lnTo>
                  <a:pt x="1475281" y="522856"/>
                </a:lnTo>
                <a:lnTo>
                  <a:pt x="1476011" y="526237"/>
                </a:lnTo>
                <a:lnTo>
                  <a:pt x="1476741" y="522290"/>
                </a:lnTo>
                <a:lnTo>
                  <a:pt x="1479661" y="519142"/>
                </a:lnTo>
                <a:lnTo>
                  <a:pt x="1480391" y="519661"/>
                </a:lnTo>
                <a:lnTo>
                  <a:pt x="1481121" y="517654"/>
                </a:lnTo>
                <a:lnTo>
                  <a:pt x="1487691" y="511368"/>
                </a:lnTo>
                <a:lnTo>
                  <a:pt x="1489151" y="518550"/>
                </a:lnTo>
                <a:lnTo>
                  <a:pt x="1489881" y="512382"/>
                </a:lnTo>
                <a:lnTo>
                  <a:pt x="1490611" y="511591"/>
                </a:lnTo>
                <a:lnTo>
                  <a:pt x="1492071" y="501616"/>
                </a:lnTo>
                <a:lnTo>
                  <a:pt x="1493531" y="505861"/>
                </a:lnTo>
                <a:lnTo>
                  <a:pt x="1495721" y="507601"/>
                </a:lnTo>
                <a:lnTo>
                  <a:pt x="1496451" y="510518"/>
                </a:lnTo>
                <a:lnTo>
                  <a:pt x="1497911" y="507801"/>
                </a:lnTo>
                <a:lnTo>
                  <a:pt x="1499371" y="498019"/>
                </a:lnTo>
                <a:lnTo>
                  <a:pt x="1500831" y="505275"/>
                </a:lnTo>
                <a:lnTo>
                  <a:pt x="1502291" y="500066"/>
                </a:lnTo>
                <a:lnTo>
                  <a:pt x="1503020" y="506793"/>
                </a:lnTo>
                <a:lnTo>
                  <a:pt x="1504480" y="504090"/>
                </a:lnTo>
                <a:lnTo>
                  <a:pt x="1505210" y="510462"/>
                </a:lnTo>
                <a:lnTo>
                  <a:pt x="1508860" y="482304"/>
                </a:lnTo>
                <a:lnTo>
                  <a:pt x="1509590" y="489090"/>
                </a:lnTo>
                <a:lnTo>
                  <a:pt x="1510320" y="484041"/>
                </a:lnTo>
                <a:lnTo>
                  <a:pt x="1514700" y="461626"/>
                </a:lnTo>
                <a:lnTo>
                  <a:pt x="1516160" y="459295"/>
                </a:lnTo>
                <a:lnTo>
                  <a:pt x="1517620" y="467414"/>
                </a:lnTo>
                <a:lnTo>
                  <a:pt x="1519810" y="458374"/>
                </a:lnTo>
                <a:lnTo>
                  <a:pt x="1520540" y="465872"/>
                </a:lnTo>
                <a:lnTo>
                  <a:pt x="1522000" y="464239"/>
                </a:lnTo>
                <a:lnTo>
                  <a:pt x="1523460" y="457398"/>
                </a:lnTo>
                <a:lnTo>
                  <a:pt x="1524920" y="463039"/>
                </a:lnTo>
                <a:lnTo>
                  <a:pt x="1531490" y="448499"/>
                </a:lnTo>
                <a:lnTo>
                  <a:pt x="1535870" y="436419"/>
                </a:lnTo>
                <a:lnTo>
                  <a:pt x="1538059" y="437891"/>
                </a:lnTo>
                <a:lnTo>
                  <a:pt x="1539519" y="433355"/>
                </a:lnTo>
                <a:lnTo>
                  <a:pt x="1540249" y="430378"/>
                </a:lnTo>
                <a:lnTo>
                  <a:pt x="1542439" y="431559"/>
                </a:lnTo>
                <a:lnTo>
                  <a:pt x="1544629" y="433177"/>
                </a:lnTo>
                <a:lnTo>
                  <a:pt x="1545359" y="425273"/>
                </a:lnTo>
                <a:lnTo>
                  <a:pt x="1546819" y="431469"/>
                </a:lnTo>
                <a:lnTo>
                  <a:pt x="1554119" y="423266"/>
                </a:lnTo>
                <a:lnTo>
                  <a:pt x="1554849" y="416128"/>
                </a:lnTo>
                <a:lnTo>
                  <a:pt x="1557039" y="417924"/>
                </a:lnTo>
                <a:lnTo>
                  <a:pt x="1559229" y="407853"/>
                </a:lnTo>
                <a:lnTo>
                  <a:pt x="1560689" y="410054"/>
                </a:lnTo>
                <a:lnTo>
                  <a:pt x="1561419" y="411062"/>
                </a:lnTo>
                <a:lnTo>
                  <a:pt x="1566528" y="374772"/>
                </a:lnTo>
                <a:lnTo>
                  <a:pt x="1570908" y="388906"/>
                </a:lnTo>
                <a:lnTo>
                  <a:pt x="1572368" y="383872"/>
                </a:lnTo>
                <a:lnTo>
                  <a:pt x="1573098" y="385771"/>
                </a:lnTo>
                <a:lnTo>
                  <a:pt x="1576018" y="412964"/>
                </a:lnTo>
                <a:lnTo>
                  <a:pt x="1576748" y="408462"/>
                </a:lnTo>
                <a:lnTo>
                  <a:pt x="1578208" y="374587"/>
                </a:lnTo>
                <a:lnTo>
                  <a:pt x="1578938" y="384504"/>
                </a:lnTo>
                <a:lnTo>
                  <a:pt x="1581128" y="404882"/>
                </a:lnTo>
                <a:lnTo>
                  <a:pt x="1582588" y="370198"/>
                </a:lnTo>
                <a:lnTo>
                  <a:pt x="1584048" y="383282"/>
                </a:lnTo>
                <a:lnTo>
                  <a:pt x="1586238" y="381221"/>
                </a:lnTo>
                <a:lnTo>
                  <a:pt x="1587698" y="367532"/>
                </a:lnTo>
                <a:lnTo>
                  <a:pt x="1589888" y="368813"/>
                </a:lnTo>
                <a:lnTo>
                  <a:pt x="1592078" y="369894"/>
                </a:lnTo>
                <a:lnTo>
                  <a:pt x="1592808" y="368751"/>
                </a:lnTo>
                <a:lnTo>
                  <a:pt x="1597187" y="341947"/>
                </a:lnTo>
                <a:lnTo>
                  <a:pt x="1597917" y="344146"/>
                </a:lnTo>
                <a:lnTo>
                  <a:pt x="1603757" y="315516"/>
                </a:lnTo>
                <a:lnTo>
                  <a:pt x="1614707" y="289713"/>
                </a:lnTo>
                <a:lnTo>
                  <a:pt x="1639526" y="262147"/>
                </a:lnTo>
                <a:lnTo>
                  <a:pt x="1641716" y="256517"/>
                </a:lnTo>
                <a:lnTo>
                  <a:pt x="1642446" y="256782"/>
                </a:lnTo>
                <a:lnTo>
                  <a:pt x="1643906" y="257911"/>
                </a:lnTo>
                <a:lnTo>
                  <a:pt x="1647556" y="243403"/>
                </a:lnTo>
                <a:lnTo>
                  <a:pt x="1648286" y="248105"/>
                </a:lnTo>
                <a:lnTo>
                  <a:pt x="1649016" y="251448"/>
                </a:lnTo>
                <a:lnTo>
                  <a:pt x="1649746" y="249287"/>
                </a:lnTo>
                <a:lnTo>
                  <a:pt x="1651206" y="251838"/>
                </a:lnTo>
                <a:lnTo>
                  <a:pt x="1653396" y="236526"/>
                </a:lnTo>
                <a:lnTo>
                  <a:pt x="1654126" y="239801"/>
                </a:lnTo>
                <a:lnTo>
                  <a:pt x="1655586" y="235718"/>
                </a:lnTo>
                <a:lnTo>
                  <a:pt x="1665805" y="206114"/>
                </a:lnTo>
                <a:lnTo>
                  <a:pt x="1667265" y="213602"/>
                </a:lnTo>
                <a:lnTo>
                  <a:pt x="1667995" y="208246"/>
                </a:lnTo>
                <a:lnTo>
                  <a:pt x="1675295" y="191470"/>
                </a:lnTo>
                <a:lnTo>
                  <a:pt x="1676755" y="193062"/>
                </a:lnTo>
                <a:lnTo>
                  <a:pt x="1681135" y="183068"/>
                </a:lnTo>
                <a:lnTo>
                  <a:pt x="1681865" y="182421"/>
                </a:lnTo>
                <a:lnTo>
                  <a:pt x="1684785" y="177507"/>
                </a:lnTo>
                <a:lnTo>
                  <a:pt x="1703764" y="147623"/>
                </a:lnTo>
                <a:lnTo>
                  <a:pt x="1705224" y="148929"/>
                </a:lnTo>
                <a:lnTo>
                  <a:pt x="1705954" y="146440"/>
                </a:lnTo>
                <a:lnTo>
                  <a:pt x="1709604" y="145784"/>
                </a:lnTo>
                <a:lnTo>
                  <a:pt x="1710334" y="141507"/>
                </a:lnTo>
                <a:lnTo>
                  <a:pt x="1712524" y="143532"/>
                </a:lnTo>
                <a:lnTo>
                  <a:pt x="1716903" y="136591"/>
                </a:lnTo>
                <a:lnTo>
                  <a:pt x="1717633" y="137623"/>
                </a:lnTo>
                <a:lnTo>
                  <a:pt x="1718363" y="138189"/>
                </a:lnTo>
                <a:lnTo>
                  <a:pt x="1720553" y="134356"/>
                </a:lnTo>
                <a:lnTo>
                  <a:pt x="1721283" y="134571"/>
                </a:lnTo>
                <a:lnTo>
                  <a:pt x="1724933" y="130948"/>
                </a:lnTo>
                <a:lnTo>
                  <a:pt x="1725663" y="123889"/>
                </a:lnTo>
                <a:lnTo>
                  <a:pt x="1727123" y="131717"/>
                </a:lnTo>
                <a:lnTo>
                  <a:pt x="1727853" y="131059"/>
                </a:lnTo>
                <a:lnTo>
                  <a:pt x="1728583" y="120298"/>
                </a:lnTo>
                <a:lnTo>
                  <a:pt x="1730043" y="132660"/>
                </a:lnTo>
                <a:lnTo>
                  <a:pt x="1735153" y="111077"/>
                </a:lnTo>
                <a:lnTo>
                  <a:pt x="1735883" y="131732"/>
                </a:lnTo>
                <a:lnTo>
                  <a:pt x="1738073" y="123474"/>
                </a:lnTo>
                <a:lnTo>
                  <a:pt x="1741723" y="127564"/>
                </a:lnTo>
                <a:lnTo>
                  <a:pt x="1744643" y="121982"/>
                </a:lnTo>
                <a:lnTo>
                  <a:pt x="1748293" y="126719"/>
                </a:lnTo>
                <a:lnTo>
                  <a:pt x="1749752" y="120552"/>
                </a:lnTo>
                <a:lnTo>
                  <a:pt x="1751212" y="122602"/>
                </a:lnTo>
                <a:lnTo>
                  <a:pt x="1752672" y="125007"/>
                </a:lnTo>
                <a:lnTo>
                  <a:pt x="1754132" y="122916"/>
                </a:lnTo>
                <a:lnTo>
                  <a:pt x="1756322" y="120297"/>
                </a:lnTo>
                <a:lnTo>
                  <a:pt x="1759242" y="124704"/>
                </a:lnTo>
                <a:lnTo>
                  <a:pt x="1761432" y="120307"/>
                </a:lnTo>
                <a:lnTo>
                  <a:pt x="1762162" y="122228"/>
                </a:lnTo>
                <a:lnTo>
                  <a:pt x="1764352" y="128970"/>
                </a:lnTo>
                <a:lnTo>
                  <a:pt x="1765082" y="127303"/>
                </a:lnTo>
                <a:lnTo>
                  <a:pt x="1768732" y="117626"/>
                </a:lnTo>
                <a:lnTo>
                  <a:pt x="1771652" y="125726"/>
                </a:lnTo>
                <a:lnTo>
                  <a:pt x="1773112" y="127353"/>
                </a:lnTo>
                <a:lnTo>
                  <a:pt x="1773842" y="124010"/>
                </a:lnTo>
                <a:lnTo>
                  <a:pt x="1774572" y="131629"/>
                </a:lnTo>
                <a:lnTo>
                  <a:pt x="1776032" y="125175"/>
                </a:lnTo>
                <a:lnTo>
                  <a:pt x="1776762" y="125707"/>
                </a:lnTo>
                <a:lnTo>
                  <a:pt x="1779681" y="132161"/>
                </a:lnTo>
                <a:lnTo>
                  <a:pt x="1780411" y="126227"/>
                </a:lnTo>
                <a:lnTo>
                  <a:pt x="1781871" y="133080"/>
                </a:lnTo>
                <a:lnTo>
                  <a:pt x="1782601" y="131393"/>
                </a:lnTo>
                <a:lnTo>
                  <a:pt x="1783331" y="135593"/>
                </a:lnTo>
                <a:lnTo>
                  <a:pt x="1784061" y="136196"/>
                </a:lnTo>
                <a:lnTo>
                  <a:pt x="1784791" y="134132"/>
                </a:lnTo>
                <a:lnTo>
                  <a:pt x="1787711" y="127369"/>
                </a:lnTo>
                <a:lnTo>
                  <a:pt x="1788441" y="128192"/>
                </a:lnTo>
                <a:lnTo>
                  <a:pt x="1789901" y="127321"/>
                </a:lnTo>
                <a:lnTo>
                  <a:pt x="1792091" y="137420"/>
                </a:lnTo>
                <a:lnTo>
                  <a:pt x="1793551" y="122853"/>
                </a:lnTo>
                <a:lnTo>
                  <a:pt x="1794281" y="128163"/>
                </a:lnTo>
                <a:lnTo>
                  <a:pt x="1795011" y="137270"/>
                </a:lnTo>
                <a:lnTo>
                  <a:pt x="1796471" y="125066"/>
                </a:lnTo>
                <a:lnTo>
                  <a:pt x="1798661" y="133685"/>
                </a:lnTo>
                <a:lnTo>
                  <a:pt x="1800121" y="127870"/>
                </a:lnTo>
                <a:lnTo>
                  <a:pt x="1800851" y="121377"/>
                </a:lnTo>
                <a:lnTo>
                  <a:pt x="1801581" y="133251"/>
                </a:lnTo>
                <a:lnTo>
                  <a:pt x="1802311" y="128161"/>
                </a:lnTo>
                <a:lnTo>
                  <a:pt x="1804501" y="118128"/>
                </a:lnTo>
                <a:lnTo>
                  <a:pt x="1805231" y="133179"/>
                </a:lnTo>
                <a:lnTo>
                  <a:pt x="1806691" y="125032"/>
                </a:lnTo>
                <a:lnTo>
                  <a:pt x="1807421" y="118185"/>
                </a:lnTo>
                <a:lnTo>
                  <a:pt x="1808150" y="133414"/>
                </a:lnTo>
                <a:lnTo>
                  <a:pt x="1811070" y="123922"/>
                </a:lnTo>
                <a:lnTo>
                  <a:pt x="1812530" y="126609"/>
                </a:lnTo>
                <a:lnTo>
                  <a:pt x="1814720" y="137070"/>
                </a:lnTo>
                <a:lnTo>
                  <a:pt x="1815450" y="134868"/>
                </a:lnTo>
                <a:lnTo>
                  <a:pt x="1816910" y="121687"/>
                </a:lnTo>
                <a:lnTo>
                  <a:pt x="1817640" y="129081"/>
                </a:lnTo>
                <a:lnTo>
                  <a:pt x="1818370" y="131188"/>
                </a:lnTo>
                <a:lnTo>
                  <a:pt x="1819100" y="127892"/>
                </a:lnTo>
                <a:lnTo>
                  <a:pt x="1820560" y="124358"/>
                </a:lnTo>
                <a:lnTo>
                  <a:pt x="1821290" y="126061"/>
                </a:lnTo>
                <a:lnTo>
                  <a:pt x="1822020" y="135102"/>
                </a:lnTo>
                <a:lnTo>
                  <a:pt x="1822750" y="125674"/>
                </a:lnTo>
                <a:lnTo>
                  <a:pt x="1823480" y="129780"/>
                </a:lnTo>
                <a:lnTo>
                  <a:pt x="1824940" y="124799"/>
                </a:lnTo>
                <a:lnTo>
                  <a:pt x="1825670" y="131362"/>
                </a:lnTo>
                <a:lnTo>
                  <a:pt x="1827130" y="138778"/>
                </a:lnTo>
                <a:lnTo>
                  <a:pt x="1827860" y="138640"/>
                </a:lnTo>
                <a:lnTo>
                  <a:pt x="1830050" y="112434"/>
                </a:lnTo>
                <a:lnTo>
                  <a:pt x="1830780" y="124840"/>
                </a:lnTo>
                <a:lnTo>
                  <a:pt x="1832970" y="130470"/>
                </a:lnTo>
                <a:lnTo>
                  <a:pt x="1832240" y="123154"/>
                </a:lnTo>
                <a:lnTo>
                  <a:pt x="1833700" y="127346"/>
                </a:lnTo>
                <a:lnTo>
                  <a:pt x="1837350" y="123033"/>
                </a:lnTo>
                <a:lnTo>
                  <a:pt x="1838809" y="127354"/>
                </a:lnTo>
                <a:lnTo>
                  <a:pt x="1841000" y="119284"/>
                </a:lnTo>
                <a:lnTo>
                  <a:pt x="1841729" y="127457"/>
                </a:lnTo>
                <a:lnTo>
                  <a:pt x="1843919" y="123186"/>
                </a:lnTo>
                <a:lnTo>
                  <a:pt x="1844649" y="127150"/>
                </a:lnTo>
                <a:lnTo>
                  <a:pt x="1845379" y="123120"/>
                </a:lnTo>
                <a:lnTo>
                  <a:pt x="1846839" y="110904"/>
                </a:lnTo>
                <a:lnTo>
                  <a:pt x="1848299" y="117158"/>
                </a:lnTo>
                <a:lnTo>
                  <a:pt x="1849759" y="122947"/>
                </a:lnTo>
                <a:lnTo>
                  <a:pt x="1850489" y="117935"/>
                </a:lnTo>
                <a:lnTo>
                  <a:pt x="1851949" y="117103"/>
                </a:lnTo>
                <a:lnTo>
                  <a:pt x="1852679" y="118363"/>
                </a:lnTo>
                <a:lnTo>
                  <a:pt x="1853409" y="125245"/>
                </a:lnTo>
                <a:lnTo>
                  <a:pt x="1854869" y="117261"/>
                </a:lnTo>
                <a:lnTo>
                  <a:pt x="1855599" y="123293"/>
                </a:lnTo>
                <a:lnTo>
                  <a:pt x="1857059" y="115076"/>
                </a:lnTo>
                <a:lnTo>
                  <a:pt x="1858519" y="119009"/>
                </a:lnTo>
                <a:lnTo>
                  <a:pt x="1859249" y="121894"/>
                </a:lnTo>
                <a:lnTo>
                  <a:pt x="1859979" y="115439"/>
                </a:lnTo>
                <a:lnTo>
                  <a:pt x="1860709" y="119508"/>
                </a:lnTo>
                <a:lnTo>
                  <a:pt x="1862169" y="119000"/>
                </a:lnTo>
                <a:lnTo>
                  <a:pt x="1864359" y="126399"/>
                </a:lnTo>
                <a:lnTo>
                  <a:pt x="1867279" y="110735"/>
                </a:lnTo>
                <a:lnTo>
                  <a:pt x="1870199" y="127846"/>
                </a:lnTo>
                <a:lnTo>
                  <a:pt x="1870928" y="110534"/>
                </a:lnTo>
                <a:lnTo>
                  <a:pt x="1872388" y="124415"/>
                </a:lnTo>
                <a:lnTo>
                  <a:pt x="1874578" y="104034"/>
                </a:lnTo>
                <a:lnTo>
                  <a:pt x="1875308" y="110655"/>
                </a:lnTo>
                <a:lnTo>
                  <a:pt x="1876038" y="126418"/>
                </a:lnTo>
                <a:lnTo>
                  <a:pt x="1877498" y="123546"/>
                </a:lnTo>
                <a:lnTo>
                  <a:pt x="1878228" y="100505"/>
                </a:lnTo>
                <a:lnTo>
                  <a:pt x="1879688" y="123963"/>
                </a:lnTo>
                <a:lnTo>
                  <a:pt x="1881148" y="111717"/>
                </a:lnTo>
                <a:lnTo>
                  <a:pt x="1882608" y="119466"/>
                </a:lnTo>
                <a:lnTo>
                  <a:pt x="1883338" y="118853"/>
                </a:lnTo>
                <a:lnTo>
                  <a:pt x="1885528" y="110574"/>
                </a:lnTo>
                <a:lnTo>
                  <a:pt x="1886258" y="112784"/>
                </a:lnTo>
                <a:lnTo>
                  <a:pt x="1887718" y="119529"/>
                </a:lnTo>
                <a:lnTo>
                  <a:pt x="1888448" y="118033"/>
                </a:lnTo>
                <a:lnTo>
                  <a:pt x="1889178" y="112459"/>
                </a:lnTo>
                <a:lnTo>
                  <a:pt x="1890638" y="121489"/>
                </a:lnTo>
                <a:lnTo>
                  <a:pt x="1893558" y="118750"/>
                </a:lnTo>
                <a:lnTo>
                  <a:pt x="1894288" y="108741"/>
                </a:lnTo>
                <a:lnTo>
                  <a:pt x="1895018" y="115694"/>
                </a:lnTo>
                <a:lnTo>
                  <a:pt x="1895748" y="128753"/>
                </a:lnTo>
                <a:lnTo>
                  <a:pt x="1897938" y="122758"/>
                </a:lnTo>
                <a:lnTo>
                  <a:pt x="1900127" y="118924"/>
                </a:lnTo>
                <a:lnTo>
                  <a:pt x="1901587" y="127799"/>
                </a:lnTo>
                <a:lnTo>
                  <a:pt x="1903047" y="124386"/>
                </a:lnTo>
                <a:lnTo>
                  <a:pt x="1903777" y="123619"/>
                </a:lnTo>
                <a:lnTo>
                  <a:pt x="1905967" y="109867"/>
                </a:lnTo>
                <a:lnTo>
                  <a:pt x="1906697" y="126020"/>
                </a:lnTo>
                <a:lnTo>
                  <a:pt x="1908157" y="119865"/>
                </a:lnTo>
                <a:lnTo>
                  <a:pt x="1908887" y="107720"/>
                </a:lnTo>
                <a:lnTo>
                  <a:pt x="1910347" y="124330"/>
                </a:lnTo>
                <a:lnTo>
                  <a:pt x="1911807" y="115164"/>
                </a:lnTo>
                <a:lnTo>
                  <a:pt x="1913267" y="120080"/>
                </a:lnTo>
                <a:lnTo>
                  <a:pt x="1914727" y="116633"/>
                </a:lnTo>
                <a:lnTo>
                  <a:pt x="1915457" y="121296"/>
                </a:lnTo>
                <a:lnTo>
                  <a:pt x="1916187" y="118653"/>
                </a:lnTo>
                <a:lnTo>
                  <a:pt x="1919107" y="131462"/>
                </a:lnTo>
                <a:lnTo>
                  <a:pt x="1917647" y="116418"/>
                </a:lnTo>
                <a:lnTo>
                  <a:pt x="1919837" y="125056"/>
                </a:lnTo>
                <a:lnTo>
                  <a:pt x="1921297" y="114569"/>
                </a:lnTo>
                <a:lnTo>
                  <a:pt x="1922027" y="127303"/>
                </a:lnTo>
                <a:lnTo>
                  <a:pt x="1923487" y="114440"/>
                </a:lnTo>
                <a:lnTo>
                  <a:pt x="1924217" y="111723"/>
                </a:lnTo>
                <a:lnTo>
                  <a:pt x="1924947" y="117905"/>
                </a:lnTo>
                <a:lnTo>
                  <a:pt x="1925677" y="125475"/>
                </a:lnTo>
                <a:lnTo>
                  <a:pt x="1927137" y="122284"/>
                </a:lnTo>
                <a:lnTo>
                  <a:pt x="1927867" y="108047"/>
                </a:lnTo>
                <a:lnTo>
                  <a:pt x="1928596" y="121990"/>
                </a:lnTo>
                <a:lnTo>
                  <a:pt x="1929326" y="131028"/>
                </a:lnTo>
                <a:lnTo>
                  <a:pt x="1930056" y="117790"/>
                </a:lnTo>
                <a:lnTo>
                  <a:pt x="1931516" y="105220"/>
                </a:lnTo>
                <a:lnTo>
                  <a:pt x="1932976" y="111920"/>
                </a:lnTo>
                <a:lnTo>
                  <a:pt x="1934436" y="104724"/>
                </a:lnTo>
                <a:lnTo>
                  <a:pt x="1937356" y="116523"/>
                </a:lnTo>
                <a:lnTo>
                  <a:pt x="1939546" y="117574"/>
                </a:lnTo>
                <a:lnTo>
                  <a:pt x="1940276" y="98581"/>
                </a:lnTo>
                <a:lnTo>
                  <a:pt x="1941736" y="122788"/>
                </a:lnTo>
                <a:lnTo>
                  <a:pt x="1944656" y="109035"/>
                </a:lnTo>
                <a:lnTo>
                  <a:pt x="1945386" y="96457"/>
                </a:lnTo>
                <a:lnTo>
                  <a:pt x="1946116" y="108167"/>
                </a:lnTo>
                <a:lnTo>
                  <a:pt x="1946846" y="117174"/>
                </a:lnTo>
                <a:lnTo>
                  <a:pt x="1948306" y="105805"/>
                </a:lnTo>
                <a:lnTo>
                  <a:pt x="1949036" y="104931"/>
                </a:lnTo>
                <a:lnTo>
                  <a:pt x="1951226" y="118560"/>
                </a:lnTo>
                <a:lnTo>
                  <a:pt x="1951956" y="111167"/>
                </a:lnTo>
                <a:lnTo>
                  <a:pt x="1952686" y="99672"/>
                </a:lnTo>
                <a:lnTo>
                  <a:pt x="1953416" y="118078"/>
                </a:lnTo>
                <a:lnTo>
                  <a:pt x="1954146" y="121867"/>
                </a:lnTo>
                <a:lnTo>
                  <a:pt x="1954876" y="111460"/>
                </a:lnTo>
                <a:lnTo>
                  <a:pt x="1957066" y="117739"/>
                </a:lnTo>
                <a:lnTo>
                  <a:pt x="1957796" y="118937"/>
                </a:lnTo>
                <a:lnTo>
                  <a:pt x="1959256" y="96962"/>
                </a:lnTo>
                <a:lnTo>
                  <a:pt x="1960716" y="111641"/>
                </a:lnTo>
                <a:lnTo>
                  <a:pt x="1962176" y="103742"/>
                </a:lnTo>
                <a:lnTo>
                  <a:pt x="1962905" y="113526"/>
                </a:lnTo>
                <a:lnTo>
                  <a:pt x="1963635" y="113775"/>
                </a:lnTo>
                <a:lnTo>
                  <a:pt x="1964365" y="118479"/>
                </a:lnTo>
                <a:lnTo>
                  <a:pt x="1965095" y="113967"/>
                </a:lnTo>
                <a:lnTo>
                  <a:pt x="1965825" y="98464"/>
                </a:lnTo>
                <a:lnTo>
                  <a:pt x="1967285" y="116410"/>
                </a:lnTo>
                <a:lnTo>
                  <a:pt x="1968745" y="102292"/>
                </a:lnTo>
                <a:lnTo>
                  <a:pt x="1969475" y="108802"/>
                </a:lnTo>
                <a:lnTo>
                  <a:pt x="1970205" y="115142"/>
                </a:lnTo>
                <a:lnTo>
                  <a:pt x="1970935" y="103436"/>
                </a:lnTo>
                <a:lnTo>
                  <a:pt x="1971665" y="99571"/>
                </a:lnTo>
                <a:lnTo>
                  <a:pt x="1973855" y="98059"/>
                </a:lnTo>
                <a:lnTo>
                  <a:pt x="1974585" y="118551"/>
                </a:lnTo>
                <a:lnTo>
                  <a:pt x="1975315" y="115783"/>
                </a:lnTo>
                <a:lnTo>
                  <a:pt x="1978235" y="93901"/>
                </a:lnTo>
                <a:lnTo>
                  <a:pt x="1981885" y="117688"/>
                </a:lnTo>
                <a:lnTo>
                  <a:pt x="1984075" y="95650"/>
                </a:lnTo>
                <a:lnTo>
                  <a:pt x="1984805" y="96620"/>
                </a:lnTo>
                <a:lnTo>
                  <a:pt x="1986265" y="92355"/>
                </a:lnTo>
                <a:lnTo>
                  <a:pt x="1988455" y="117625"/>
                </a:lnTo>
                <a:lnTo>
                  <a:pt x="1989185" y="109464"/>
                </a:lnTo>
                <a:lnTo>
                  <a:pt x="1989915" y="92399"/>
                </a:lnTo>
                <a:lnTo>
                  <a:pt x="1991374" y="92674"/>
                </a:lnTo>
                <a:lnTo>
                  <a:pt x="1995024" y="115420"/>
                </a:lnTo>
                <a:lnTo>
                  <a:pt x="1998674" y="89474"/>
                </a:lnTo>
                <a:lnTo>
                  <a:pt x="2001594" y="97763"/>
                </a:lnTo>
                <a:lnTo>
                  <a:pt x="2002324" y="97360"/>
                </a:lnTo>
                <a:lnTo>
                  <a:pt x="2004514" y="115500"/>
                </a:lnTo>
                <a:lnTo>
                  <a:pt x="2005244" y="113530"/>
                </a:lnTo>
                <a:lnTo>
                  <a:pt x="2005974" y="89854"/>
                </a:lnTo>
                <a:lnTo>
                  <a:pt x="2007434" y="114373"/>
                </a:lnTo>
                <a:lnTo>
                  <a:pt x="2008894" y="98444"/>
                </a:lnTo>
                <a:lnTo>
                  <a:pt x="2009624" y="113607"/>
                </a:lnTo>
                <a:lnTo>
                  <a:pt x="2010354" y="113498"/>
                </a:lnTo>
                <a:lnTo>
                  <a:pt x="2012544" y="93020"/>
                </a:lnTo>
                <a:lnTo>
                  <a:pt x="2014004" y="111512"/>
                </a:lnTo>
                <a:lnTo>
                  <a:pt x="2014734" y="101184"/>
                </a:lnTo>
                <a:lnTo>
                  <a:pt x="2017654" y="93581"/>
                </a:lnTo>
                <a:lnTo>
                  <a:pt x="2018384" y="93735"/>
                </a:lnTo>
                <a:lnTo>
                  <a:pt x="2019114" y="111167"/>
                </a:lnTo>
                <a:lnTo>
                  <a:pt x="2020573" y="96707"/>
                </a:lnTo>
                <a:lnTo>
                  <a:pt x="2021303" y="96525"/>
                </a:lnTo>
                <a:lnTo>
                  <a:pt x="2022763" y="113907"/>
                </a:lnTo>
                <a:lnTo>
                  <a:pt x="2023493" y="95505"/>
                </a:lnTo>
                <a:lnTo>
                  <a:pt x="2024223" y="104084"/>
                </a:lnTo>
                <a:lnTo>
                  <a:pt x="2027143" y="93422"/>
                </a:lnTo>
                <a:lnTo>
                  <a:pt x="2030793" y="114931"/>
                </a:lnTo>
                <a:lnTo>
                  <a:pt x="2032253" y="94491"/>
                </a:lnTo>
                <a:lnTo>
                  <a:pt x="2032983" y="112591"/>
                </a:lnTo>
                <a:lnTo>
                  <a:pt x="2033713" y="114543"/>
                </a:lnTo>
                <a:lnTo>
                  <a:pt x="2034443" y="98151"/>
                </a:lnTo>
                <a:lnTo>
                  <a:pt x="2036633" y="103091"/>
                </a:lnTo>
                <a:lnTo>
                  <a:pt x="2037363" y="102976"/>
                </a:lnTo>
                <a:lnTo>
                  <a:pt x="2038823" y="107737"/>
                </a:lnTo>
                <a:lnTo>
                  <a:pt x="2039553" y="98635"/>
                </a:lnTo>
                <a:lnTo>
                  <a:pt x="2040283" y="108225"/>
                </a:lnTo>
                <a:lnTo>
                  <a:pt x="2041013" y="97730"/>
                </a:lnTo>
                <a:lnTo>
                  <a:pt x="2041743" y="107497"/>
                </a:lnTo>
                <a:lnTo>
                  <a:pt x="2043203" y="96355"/>
                </a:lnTo>
                <a:lnTo>
                  <a:pt x="2043933" y="102093"/>
                </a:lnTo>
                <a:lnTo>
                  <a:pt x="2044663" y="114173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path 87"/>
          <p:cNvSpPr/>
          <p:nvPr/>
        </p:nvSpPr>
        <p:spPr>
          <a:xfrm>
            <a:off x="955673" y="4844847"/>
            <a:ext cx="2044663" cy="659906"/>
          </a:xfrm>
          <a:custGeom>
            <a:avLst/>
            <a:gdLst/>
            <a:ahLst/>
            <a:cxnLst/>
            <a:rect l="l" t="t" r="r" b="b"/>
            <a:pathLst>
              <a:path w="2044663" h="659906">
                <a:moveTo>
                  <a:pt x="0" y="518219"/>
                </a:moveTo>
                <a:lnTo>
                  <a:pt x="730" y="528095"/>
                </a:lnTo>
                <a:lnTo>
                  <a:pt x="2190" y="519637"/>
                </a:lnTo>
                <a:lnTo>
                  <a:pt x="2920" y="517241"/>
                </a:lnTo>
                <a:lnTo>
                  <a:pt x="3650" y="534602"/>
                </a:lnTo>
                <a:lnTo>
                  <a:pt x="5840" y="526455"/>
                </a:lnTo>
                <a:lnTo>
                  <a:pt x="7300" y="551895"/>
                </a:lnTo>
                <a:lnTo>
                  <a:pt x="8760" y="531463"/>
                </a:lnTo>
                <a:lnTo>
                  <a:pt x="9490" y="532285"/>
                </a:lnTo>
                <a:lnTo>
                  <a:pt x="10220" y="551542"/>
                </a:lnTo>
                <a:lnTo>
                  <a:pt x="12410" y="541183"/>
                </a:lnTo>
                <a:lnTo>
                  <a:pt x="13140" y="545312"/>
                </a:lnTo>
                <a:lnTo>
                  <a:pt x="13870" y="537479"/>
                </a:lnTo>
                <a:lnTo>
                  <a:pt x="15330" y="527627"/>
                </a:lnTo>
                <a:lnTo>
                  <a:pt x="16060" y="530288"/>
                </a:lnTo>
                <a:lnTo>
                  <a:pt x="16789" y="549840"/>
                </a:lnTo>
                <a:lnTo>
                  <a:pt x="17519" y="536425"/>
                </a:lnTo>
                <a:lnTo>
                  <a:pt x="18979" y="501866"/>
                </a:lnTo>
                <a:lnTo>
                  <a:pt x="19709" y="526095"/>
                </a:lnTo>
                <a:lnTo>
                  <a:pt x="21899" y="549133"/>
                </a:lnTo>
                <a:lnTo>
                  <a:pt x="23359" y="572237"/>
                </a:lnTo>
                <a:lnTo>
                  <a:pt x="24089" y="548780"/>
                </a:lnTo>
                <a:lnTo>
                  <a:pt x="25549" y="521717"/>
                </a:lnTo>
                <a:lnTo>
                  <a:pt x="26279" y="537944"/>
                </a:lnTo>
                <a:lnTo>
                  <a:pt x="27009" y="555689"/>
                </a:lnTo>
                <a:lnTo>
                  <a:pt x="29199" y="548443"/>
                </a:lnTo>
                <a:lnTo>
                  <a:pt x="32849" y="533829"/>
                </a:lnTo>
                <a:lnTo>
                  <a:pt x="35039" y="564361"/>
                </a:lnTo>
                <a:lnTo>
                  <a:pt x="35769" y="548475"/>
                </a:lnTo>
                <a:lnTo>
                  <a:pt x="36499" y="553882"/>
                </a:lnTo>
                <a:lnTo>
                  <a:pt x="37959" y="549306"/>
                </a:lnTo>
                <a:lnTo>
                  <a:pt x="38689" y="550123"/>
                </a:lnTo>
                <a:lnTo>
                  <a:pt x="39419" y="547156"/>
                </a:lnTo>
                <a:lnTo>
                  <a:pt x="42339" y="526769"/>
                </a:lnTo>
                <a:lnTo>
                  <a:pt x="43069" y="532776"/>
                </a:lnTo>
                <a:lnTo>
                  <a:pt x="43799" y="547469"/>
                </a:lnTo>
                <a:lnTo>
                  <a:pt x="44529" y="529076"/>
                </a:lnTo>
                <a:lnTo>
                  <a:pt x="45259" y="529970"/>
                </a:lnTo>
                <a:lnTo>
                  <a:pt x="48178" y="547160"/>
                </a:lnTo>
                <a:lnTo>
                  <a:pt x="49638" y="559484"/>
                </a:lnTo>
                <a:lnTo>
                  <a:pt x="51098" y="553976"/>
                </a:lnTo>
                <a:lnTo>
                  <a:pt x="51828" y="551222"/>
                </a:lnTo>
                <a:lnTo>
                  <a:pt x="53288" y="527828"/>
                </a:lnTo>
                <a:lnTo>
                  <a:pt x="54748" y="536759"/>
                </a:lnTo>
                <a:lnTo>
                  <a:pt x="60588" y="580859"/>
                </a:lnTo>
                <a:lnTo>
                  <a:pt x="61318" y="578323"/>
                </a:lnTo>
                <a:lnTo>
                  <a:pt x="64968" y="565445"/>
                </a:lnTo>
                <a:lnTo>
                  <a:pt x="65698" y="566978"/>
                </a:lnTo>
                <a:lnTo>
                  <a:pt x="67158" y="569334"/>
                </a:lnTo>
                <a:lnTo>
                  <a:pt x="67888" y="566198"/>
                </a:lnTo>
                <a:lnTo>
                  <a:pt x="69348" y="565419"/>
                </a:lnTo>
                <a:lnTo>
                  <a:pt x="70078" y="569824"/>
                </a:lnTo>
                <a:lnTo>
                  <a:pt x="72998" y="549919"/>
                </a:lnTo>
                <a:lnTo>
                  <a:pt x="74458" y="570958"/>
                </a:lnTo>
                <a:lnTo>
                  <a:pt x="75188" y="555041"/>
                </a:lnTo>
                <a:lnTo>
                  <a:pt x="75918" y="554155"/>
                </a:lnTo>
                <a:lnTo>
                  <a:pt x="78107" y="586567"/>
                </a:lnTo>
                <a:lnTo>
                  <a:pt x="79568" y="573748"/>
                </a:lnTo>
                <a:lnTo>
                  <a:pt x="80297" y="577073"/>
                </a:lnTo>
                <a:lnTo>
                  <a:pt x="81027" y="568555"/>
                </a:lnTo>
                <a:lnTo>
                  <a:pt x="81757" y="565053"/>
                </a:lnTo>
                <a:lnTo>
                  <a:pt x="82487" y="576072"/>
                </a:lnTo>
                <a:lnTo>
                  <a:pt x="83947" y="569963"/>
                </a:lnTo>
                <a:lnTo>
                  <a:pt x="84677" y="564424"/>
                </a:lnTo>
                <a:lnTo>
                  <a:pt x="86137" y="569925"/>
                </a:lnTo>
                <a:lnTo>
                  <a:pt x="86867" y="570375"/>
                </a:lnTo>
                <a:lnTo>
                  <a:pt x="88327" y="580335"/>
                </a:lnTo>
                <a:lnTo>
                  <a:pt x="89787" y="572268"/>
                </a:lnTo>
                <a:lnTo>
                  <a:pt x="91247" y="553579"/>
                </a:lnTo>
                <a:lnTo>
                  <a:pt x="94167" y="598450"/>
                </a:lnTo>
                <a:lnTo>
                  <a:pt x="96357" y="598784"/>
                </a:lnTo>
                <a:lnTo>
                  <a:pt x="97817" y="575303"/>
                </a:lnTo>
                <a:lnTo>
                  <a:pt x="98547" y="586675"/>
                </a:lnTo>
                <a:lnTo>
                  <a:pt x="99277" y="566656"/>
                </a:lnTo>
                <a:lnTo>
                  <a:pt x="100007" y="577719"/>
                </a:lnTo>
                <a:lnTo>
                  <a:pt x="104387" y="564045"/>
                </a:lnTo>
                <a:lnTo>
                  <a:pt x="105117" y="565394"/>
                </a:lnTo>
                <a:lnTo>
                  <a:pt x="106577" y="556993"/>
                </a:lnTo>
                <a:lnTo>
                  <a:pt x="107307" y="562247"/>
                </a:lnTo>
                <a:lnTo>
                  <a:pt x="110226" y="567457"/>
                </a:lnTo>
                <a:lnTo>
                  <a:pt x="112416" y="551990"/>
                </a:lnTo>
                <a:lnTo>
                  <a:pt x="113146" y="552482"/>
                </a:lnTo>
                <a:lnTo>
                  <a:pt x="114606" y="562597"/>
                </a:lnTo>
                <a:lnTo>
                  <a:pt x="116066" y="559861"/>
                </a:lnTo>
                <a:lnTo>
                  <a:pt x="116796" y="558851"/>
                </a:lnTo>
                <a:lnTo>
                  <a:pt x="117526" y="563757"/>
                </a:lnTo>
                <a:lnTo>
                  <a:pt x="118986" y="557613"/>
                </a:lnTo>
                <a:lnTo>
                  <a:pt x="120446" y="542936"/>
                </a:lnTo>
                <a:lnTo>
                  <a:pt x="121176" y="543761"/>
                </a:lnTo>
                <a:lnTo>
                  <a:pt x="122636" y="580619"/>
                </a:lnTo>
                <a:lnTo>
                  <a:pt x="124096" y="557266"/>
                </a:lnTo>
                <a:lnTo>
                  <a:pt x="124826" y="546656"/>
                </a:lnTo>
                <a:lnTo>
                  <a:pt x="125556" y="547342"/>
                </a:lnTo>
                <a:lnTo>
                  <a:pt x="126286" y="572648"/>
                </a:lnTo>
                <a:lnTo>
                  <a:pt x="128476" y="568286"/>
                </a:lnTo>
                <a:lnTo>
                  <a:pt x="129936" y="558365"/>
                </a:lnTo>
                <a:lnTo>
                  <a:pt x="131396" y="597182"/>
                </a:lnTo>
                <a:lnTo>
                  <a:pt x="132856" y="578903"/>
                </a:lnTo>
                <a:lnTo>
                  <a:pt x="133586" y="589930"/>
                </a:lnTo>
                <a:lnTo>
                  <a:pt x="134316" y="580892"/>
                </a:lnTo>
                <a:lnTo>
                  <a:pt x="135776" y="555708"/>
                </a:lnTo>
                <a:lnTo>
                  <a:pt x="137236" y="560455"/>
                </a:lnTo>
                <a:lnTo>
                  <a:pt x="137966" y="560265"/>
                </a:lnTo>
                <a:lnTo>
                  <a:pt x="139426" y="585517"/>
                </a:lnTo>
                <a:lnTo>
                  <a:pt x="140155" y="567536"/>
                </a:lnTo>
                <a:lnTo>
                  <a:pt x="140885" y="565046"/>
                </a:lnTo>
                <a:lnTo>
                  <a:pt x="141615" y="575703"/>
                </a:lnTo>
                <a:lnTo>
                  <a:pt x="142345" y="558288"/>
                </a:lnTo>
                <a:lnTo>
                  <a:pt x="143075" y="558976"/>
                </a:lnTo>
                <a:lnTo>
                  <a:pt x="144535" y="551066"/>
                </a:lnTo>
                <a:lnTo>
                  <a:pt x="147455" y="570961"/>
                </a:lnTo>
                <a:lnTo>
                  <a:pt x="149645" y="572135"/>
                </a:lnTo>
                <a:lnTo>
                  <a:pt x="151835" y="559210"/>
                </a:lnTo>
                <a:lnTo>
                  <a:pt x="153295" y="562424"/>
                </a:lnTo>
                <a:lnTo>
                  <a:pt x="154025" y="559338"/>
                </a:lnTo>
                <a:lnTo>
                  <a:pt x="157675" y="546407"/>
                </a:lnTo>
                <a:lnTo>
                  <a:pt x="158405" y="543159"/>
                </a:lnTo>
                <a:lnTo>
                  <a:pt x="159135" y="550349"/>
                </a:lnTo>
                <a:lnTo>
                  <a:pt x="162785" y="570681"/>
                </a:lnTo>
                <a:lnTo>
                  <a:pt x="163515" y="568516"/>
                </a:lnTo>
                <a:lnTo>
                  <a:pt x="165705" y="597012"/>
                </a:lnTo>
                <a:lnTo>
                  <a:pt x="167165" y="540688"/>
                </a:lnTo>
                <a:lnTo>
                  <a:pt x="169354" y="559658"/>
                </a:lnTo>
                <a:lnTo>
                  <a:pt x="174464" y="536061"/>
                </a:lnTo>
                <a:lnTo>
                  <a:pt x="177384" y="607785"/>
                </a:lnTo>
                <a:lnTo>
                  <a:pt x="178114" y="563434"/>
                </a:lnTo>
                <a:lnTo>
                  <a:pt x="180304" y="578091"/>
                </a:lnTo>
                <a:lnTo>
                  <a:pt x="181034" y="588635"/>
                </a:lnTo>
                <a:lnTo>
                  <a:pt x="181764" y="579402"/>
                </a:lnTo>
                <a:lnTo>
                  <a:pt x="182494" y="571405"/>
                </a:lnTo>
                <a:lnTo>
                  <a:pt x="183224" y="581462"/>
                </a:lnTo>
                <a:lnTo>
                  <a:pt x="183954" y="573365"/>
                </a:lnTo>
                <a:lnTo>
                  <a:pt x="184684" y="584913"/>
                </a:lnTo>
                <a:lnTo>
                  <a:pt x="186144" y="579165"/>
                </a:lnTo>
                <a:lnTo>
                  <a:pt x="188334" y="565943"/>
                </a:lnTo>
                <a:lnTo>
                  <a:pt x="189794" y="568982"/>
                </a:lnTo>
                <a:lnTo>
                  <a:pt x="191984" y="582930"/>
                </a:lnTo>
                <a:lnTo>
                  <a:pt x="192714" y="576458"/>
                </a:lnTo>
                <a:lnTo>
                  <a:pt x="193444" y="577356"/>
                </a:lnTo>
                <a:lnTo>
                  <a:pt x="194904" y="571615"/>
                </a:lnTo>
                <a:lnTo>
                  <a:pt x="195634" y="583024"/>
                </a:lnTo>
                <a:lnTo>
                  <a:pt x="197094" y="567004"/>
                </a:lnTo>
                <a:lnTo>
                  <a:pt x="197824" y="564977"/>
                </a:lnTo>
                <a:lnTo>
                  <a:pt x="198554" y="568056"/>
                </a:lnTo>
                <a:lnTo>
                  <a:pt x="200014" y="574349"/>
                </a:lnTo>
                <a:lnTo>
                  <a:pt x="200743" y="568389"/>
                </a:lnTo>
                <a:lnTo>
                  <a:pt x="202933" y="568981"/>
                </a:lnTo>
                <a:lnTo>
                  <a:pt x="204393" y="557479"/>
                </a:lnTo>
                <a:lnTo>
                  <a:pt x="205123" y="575214"/>
                </a:lnTo>
                <a:lnTo>
                  <a:pt x="206583" y="561287"/>
                </a:lnTo>
                <a:lnTo>
                  <a:pt x="207313" y="548314"/>
                </a:lnTo>
                <a:lnTo>
                  <a:pt x="208773" y="565402"/>
                </a:lnTo>
                <a:lnTo>
                  <a:pt x="209503" y="559098"/>
                </a:lnTo>
                <a:lnTo>
                  <a:pt x="210963" y="561929"/>
                </a:lnTo>
                <a:lnTo>
                  <a:pt x="211693" y="567677"/>
                </a:lnTo>
                <a:lnTo>
                  <a:pt x="213153" y="567186"/>
                </a:lnTo>
                <a:lnTo>
                  <a:pt x="214613" y="551136"/>
                </a:lnTo>
                <a:lnTo>
                  <a:pt x="216073" y="551449"/>
                </a:lnTo>
                <a:lnTo>
                  <a:pt x="220453" y="584322"/>
                </a:lnTo>
                <a:lnTo>
                  <a:pt x="221913" y="582796"/>
                </a:lnTo>
                <a:lnTo>
                  <a:pt x="223373" y="565848"/>
                </a:lnTo>
                <a:lnTo>
                  <a:pt x="224833" y="567320"/>
                </a:lnTo>
                <a:lnTo>
                  <a:pt x="227023" y="580100"/>
                </a:lnTo>
                <a:lnTo>
                  <a:pt x="226293" y="566481"/>
                </a:lnTo>
                <a:lnTo>
                  <a:pt x="227753" y="574394"/>
                </a:lnTo>
                <a:lnTo>
                  <a:pt x="229942" y="564793"/>
                </a:lnTo>
                <a:lnTo>
                  <a:pt x="231402" y="601766"/>
                </a:lnTo>
                <a:lnTo>
                  <a:pt x="232862" y="575824"/>
                </a:lnTo>
                <a:lnTo>
                  <a:pt x="234322" y="597163"/>
                </a:lnTo>
                <a:lnTo>
                  <a:pt x="235782" y="582351"/>
                </a:lnTo>
                <a:lnTo>
                  <a:pt x="237242" y="563814"/>
                </a:lnTo>
                <a:lnTo>
                  <a:pt x="237972" y="579478"/>
                </a:lnTo>
                <a:lnTo>
                  <a:pt x="239432" y="602741"/>
                </a:lnTo>
                <a:lnTo>
                  <a:pt x="241622" y="593122"/>
                </a:lnTo>
                <a:lnTo>
                  <a:pt x="242352" y="594435"/>
                </a:lnTo>
                <a:lnTo>
                  <a:pt x="244542" y="576252"/>
                </a:lnTo>
                <a:lnTo>
                  <a:pt x="245272" y="600056"/>
                </a:lnTo>
                <a:lnTo>
                  <a:pt x="246732" y="578544"/>
                </a:lnTo>
                <a:lnTo>
                  <a:pt x="248192" y="596672"/>
                </a:lnTo>
                <a:lnTo>
                  <a:pt x="248922" y="583685"/>
                </a:lnTo>
                <a:lnTo>
                  <a:pt x="250382" y="564117"/>
                </a:lnTo>
                <a:lnTo>
                  <a:pt x="251842" y="568559"/>
                </a:lnTo>
                <a:lnTo>
                  <a:pt x="252572" y="579076"/>
                </a:lnTo>
                <a:lnTo>
                  <a:pt x="253302" y="568422"/>
                </a:lnTo>
                <a:lnTo>
                  <a:pt x="254032" y="574639"/>
                </a:lnTo>
                <a:lnTo>
                  <a:pt x="255492" y="569525"/>
                </a:lnTo>
                <a:lnTo>
                  <a:pt x="257682" y="589666"/>
                </a:lnTo>
                <a:lnTo>
                  <a:pt x="258412" y="577444"/>
                </a:lnTo>
                <a:lnTo>
                  <a:pt x="259142" y="571122"/>
                </a:lnTo>
                <a:lnTo>
                  <a:pt x="259872" y="574548"/>
                </a:lnTo>
                <a:lnTo>
                  <a:pt x="260602" y="589468"/>
                </a:lnTo>
                <a:lnTo>
                  <a:pt x="262061" y="570343"/>
                </a:lnTo>
                <a:lnTo>
                  <a:pt x="263521" y="583629"/>
                </a:lnTo>
                <a:lnTo>
                  <a:pt x="264981" y="573488"/>
                </a:lnTo>
                <a:lnTo>
                  <a:pt x="265711" y="566759"/>
                </a:lnTo>
                <a:lnTo>
                  <a:pt x="266441" y="572681"/>
                </a:lnTo>
                <a:lnTo>
                  <a:pt x="270091" y="603720"/>
                </a:lnTo>
                <a:lnTo>
                  <a:pt x="273011" y="589435"/>
                </a:lnTo>
                <a:lnTo>
                  <a:pt x="274471" y="595770"/>
                </a:lnTo>
                <a:lnTo>
                  <a:pt x="275931" y="609631"/>
                </a:lnTo>
                <a:lnTo>
                  <a:pt x="277391" y="622454"/>
                </a:lnTo>
                <a:lnTo>
                  <a:pt x="278121" y="605804"/>
                </a:lnTo>
                <a:lnTo>
                  <a:pt x="278851" y="602119"/>
                </a:lnTo>
                <a:lnTo>
                  <a:pt x="279581" y="606681"/>
                </a:lnTo>
                <a:lnTo>
                  <a:pt x="281041" y="628042"/>
                </a:lnTo>
                <a:lnTo>
                  <a:pt x="281771" y="607702"/>
                </a:lnTo>
                <a:lnTo>
                  <a:pt x="282501" y="609363"/>
                </a:lnTo>
                <a:lnTo>
                  <a:pt x="283231" y="623761"/>
                </a:lnTo>
                <a:lnTo>
                  <a:pt x="285421" y="616636"/>
                </a:lnTo>
                <a:lnTo>
                  <a:pt x="286151" y="623243"/>
                </a:lnTo>
                <a:lnTo>
                  <a:pt x="286881" y="612573"/>
                </a:lnTo>
                <a:lnTo>
                  <a:pt x="287611" y="602076"/>
                </a:lnTo>
                <a:lnTo>
                  <a:pt x="288341" y="610467"/>
                </a:lnTo>
                <a:lnTo>
                  <a:pt x="289801" y="636742"/>
                </a:lnTo>
                <a:lnTo>
                  <a:pt x="291260" y="626177"/>
                </a:lnTo>
                <a:lnTo>
                  <a:pt x="292720" y="601119"/>
                </a:lnTo>
                <a:lnTo>
                  <a:pt x="294180" y="608856"/>
                </a:lnTo>
                <a:lnTo>
                  <a:pt x="297830" y="622028"/>
                </a:lnTo>
                <a:lnTo>
                  <a:pt x="300020" y="602240"/>
                </a:lnTo>
                <a:lnTo>
                  <a:pt x="301480" y="622357"/>
                </a:lnTo>
                <a:lnTo>
                  <a:pt x="302940" y="620676"/>
                </a:lnTo>
                <a:lnTo>
                  <a:pt x="303670" y="621729"/>
                </a:lnTo>
                <a:lnTo>
                  <a:pt x="304400" y="612368"/>
                </a:lnTo>
                <a:lnTo>
                  <a:pt x="306590" y="616889"/>
                </a:lnTo>
                <a:lnTo>
                  <a:pt x="307320" y="612448"/>
                </a:lnTo>
                <a:lnTo>
                  <a:pt x="308780" y="617879"/>
                </a:lnTo>
                <a:lnTo>
                  <a:pt x="309510" y="625064"/>
                </a:lnTo>
                <a:lnTo>
                  <a:pt x="310970" y="614514"/>
                </a:lnTo>
                <a:lnTo>
                  <a:pt x="313160" y="622661"/>
                </a:lnTo>
                <a:lnTo>
                  <a:pt x="314620" y="607575"/>
                </a:lnTo>
                <a:lnTo>
                  <a:pt x="316080" y="613317"/>
                </a:lnTo>
                <a:lnTo>
                  <a:pt x="316810" y="622975"/>
                </a:lnTo>
                <a:lnTo>
                  <a:pt x="318270" y="616432"/>
                </a:lnTo>
                <a:lnTo>
                  <a:pt x="325569" y="565320"/>
                </a:lnTo>
                <a:lnTo>
                  <a:pt x="326299" y="534904"/>
                </a:lnTo>
                <a:lnTo>
                  <a:pt x="327029" y="579358"/>
                </a:lnTo>
                <a:lnTo>
                  <a:pt x="327759" y="577458"/>
                </a:lnTo>
                <a:lnTo>
                  <a:pt x="331409" y="615776"/>
                </a:lnTo>
                <a:lnTo>
                  <a:pt x="333599" y="583723"/>
                </a:lnTo>
                <a:lnTo>
                  <a:pt x="334329" y="586648"/>
                </a:lnTo>
                <a:lnTo>
                  <a:pt x="335059" y="614075"/>
                </a:lnTo>
                <a:lnTo>
                  <a:pt x="336519" y="602475"/>
                </a:lnTo>
                <a:lnTo>
                  <a:pt x="340169" y="590364"/>
                </a:lnTo>
                <a:lnTo>
                  <a:pt x="343089" y="601782"/>
                </a:lnTo>
                <a:lnTo>
                  <a:pt x="344549" y="597796"/>
                </a:lnTo>
                <a:lnTo>
                  <a:pt x="346009" y="582655"/>
                </a:lnTo>
                <a:lnTo>
                  <a:pt x="346739" y="589257"/>
                </a:lnTo>
                <a:lnTo>
                  <a:pt x="347469" y="607324"/>
                </a:lnTo>
                <a:lnTo>
                  <a:pt x="348929" y="589627"/>
                </a:lnTo>
                <a:lnTo>
                  <a:pt x="349659" y="589962"/>
                </a:lnTo>
                <a:lnTo>
                  <a:pt x="354038" y="570134"/>
                </a:lnTo>
                <a:lnTo>
                  <a:pt x="354768" y="571583"/>
                </a:lnTo>
                <a:lnTo>
                  <a:pt x="355498" y="573472"/>
                </a:lnTo>
                <a:lnTo>
                  <a:pt x="356958" y="601635"/>
                </a:lnTo>
                <a:lnTo>
                  <a:pt x="357688" y="595132"/>
                </a:lnTo>
                <a:lnTo>
                  <a:pt x="359148" y="565264"/>
                </a:lnTo>
                <a:lnTo>
                  <a:pt x="360608" y="582380"/>
                </a:lnTo>
                <a:lnTo>
                  <a:pt x="361338" y="595420"/>
                </a:lnTo>
                <a:lnTo>
                  <a:pt x="362068" y="563450"/>
                </a:lnTo>
                <a:lnTo>
                  <a:pt x="365718" y="593281"/>
                </a:lnTo>
                <a:lnTo>
                  <a:pt x="366448" y="574182"/>
                </a:lnTo>
                <a:lnTo>
                  <a:pt x="368638" y="580867"/>
                </a:lnTo>
                <a:lnTo>
                  <a:pt x="371558" y="580447"/>
                </a:lnTo>
                <a:lnTo>
                  <a:pt x="373748" y="558706"/>
                </a:lnTo>
                <a:lnTo>
                  <a:pt x="374478" y="564023"/>
                </a:lnTo>
                <a:lnTo>
                  <a:pt x="375938" y="573442"/>
                </a:lnTo>
                <a:lnTo>
                  <a:pt x="377398" y="575403"/>
                </a:lnTo>
                <a:lnTo>
                  <a:pt x="378858" y="555566"/>
                </a:lnTo>
                <a:lnTo>
                  <a:pt x="379588" y="553220"/>
                </a:lnTo>
                <a:lnTo>
                  <a:pt x="382507" y="517478"/>
                </a:lnTo>
                <a:lnTo>
                  <a:pt x="383237" y="523812"/>
                </a:lnTo>
                <a:lnTo>
                  <a:pt x="383967" y="527606"/>
                </a:lnTo>
                <a:lnTo>
                  <a:pt x="384697" y="520096"/>
                </a:lnTo>
                <a:lnTo>
                  <a:pt x="385427" y="496741"/>
                </a:lnTo>
                <a:lnTo>
                  <a:pt x="386157" y="522403"/>
                </a:lnTo>
                <a:lnTo>
                  <a:pt x="386887" y="534854"/>
                </a:lnTo>
                <a:lnTo>
                  <a:pt x="387617" y="529503"/>
                </a:lnTo>
                <a:lnTo>
                  <a:pt x="388347" y="513443"/>
                </a:lnTo>
                <a:lnTo>
                  <a:pt x="389807" y="532656"/>
                </a:lnTo>
                <a:lnTo>
                  <a:pt x="390537" y="516934"/>
                </a:lnTo>
                <a:lnTo>
                  <a:pt x="391267" y="520699"/>
                </a:lnTo>
                <a:lnTo>
                  <a:pt x="391997" y="513806"/>
                </a:lnTo>
                <a:lnTo>
                  <a:pt x="392727" y="509682"/>
                </a:lnTo>
                <a:lnTo>
                  <a:pt x="393457" y="519088"/>
                </a:lnTo>
                <a:lnTo>
                  <a:pt x="394917" y="515928"/>
                </a:lnTo>
                <a:lnTo>
                  <a:pt x="395647" y="530206"/>
                </a:lnTo>
                <a:lnTo>
                  <a:pt x="397837" y="530619"/>
                </a:lnTo>
                <a:lnTo>
                  <a:pt x="400027" y="497646"/>
                </a:lnTo>
                <a:lnTo>
                  <a:pt x="403677" y="546467"/>
                </a:lnTo>
                <a:lnTo>
                  <a:pt x="405867" y="536636"/>
                </a:lnTo>
                <a:lnTo>
                  <a:pt x="407327" y="503777"/>
                </a:lnTo>
                <a:lnTo>
                  <a:pt x="408057" y="536387"/>
                </a:lnTo>
                <a:lnTo>
                  <a:pt x="408787" y="546118"/>
                </a:lnTo>
                <a:lnTo>
                  <a:pt x="409517" y="526387"/>
                </a:lnTo>
                <a:lnTo>
                  <a:pt x="410977" y="508916"/>
                </a:lnTo>
                <a:lnTo>
                  <a:pt x="411707" y="522895"/>
                </a:lnTo>
                <a:lnTo>
                  <a:pt x="412437" y="522616"/>
                </a:lnTo>
                <a:lnTo>
                  <a:pt x="413896" y="537991"/>
                </a:lnTo>
                <a:lnTo>
                  <a:pt x="414626" y="518764"/>
                </a:lnTo>
                <a:lnTo>
                  <a:pt x="416816" y="513060"/>
                </a:lnTo>
                <a:lnTo>
                  <a:pt x="417546" y="515881"/>
                </a:lnTo>
                <a:lnTo>
                  <a:pt x="418276" y="526467"/>
                </a:lnTo>
                <a:lnTo>
                  <a:pt x="419736" y="518997"/>
                </a:lnTo>
                <a:lnTo>
                  <a:pt x="420466" y="517481"/>
                </a:lnTo>
                <a:lnTo>
                  <a:pt x="421196" y="522936"/>
                </a:lnTo>
                <a:lnTo>
                  <a:pt x="421926" y="521901"/>
                </a:lnTo>
                <a:lnTo>
                  <a:pt x="427036" y="489926"/>
                </a:lnTo>
                <a:lnTo>
                  <a:pt x="429956" y="512950"/>
                </a:lnTo>
                <a:lnTo>
                  <a:pt x="430686" y="503183"/>
                </a:lnTo>
                <a:lnTo>
                  <a:pt x="434336" y="475797"/>
                </a:lnTo>
                <a:lnTo>
                  <a:pt x="435066" y="496476"/>
                </a:lnTo>
                <a:lnTo>
                  <a:pt x="437256" y="485824"/>
                </a:lnTo>
                <a:lnTo>
                  <a:pt x="438716" y="482782"/>
                </a:lnTo>
                <a:lnTo>
                  <a:pt x="440176" y="496080"/>
                </a:lnTo>
                <a:lnTo>
                  <a:pt x="440906" y="487705"/>
                </a:lnTo>
                <a:lnTo>
                  <a:pt x="442365" y="498095"/>
                </a:lnTo>
                <a:lnTo>
                  <a:pt x="443095" y="491643"/>
                </a:lnTo>
                <a:lnTo>
                  <a:pt x="444555" y="486685"/>
                </a:lnTo>
                <a:lnTo>
                  <a:pt x="445285" y="501647"/>
                </a:lnTo>
                <a:lnTo>
                  <a:pt x="446745" y="474242"/>
                </a:lnTo>
                <a:lnTo>
                  <a:pt x="447475" y="491617"/>
                </a:lnTo>
                <a:lnTo>
                  <a:pt x="448935" y="510929"/>
                </a:lnTo>
                <a:lnTo>
                  <a:pt x="450395" y="501865"/>
                </a:lnTo>
                <a:lnTo>
                  <a:pt x="451125" y="489327"/>
                </a:lnTo>
                <a:lnTo>
                  <a:pt x="452585" y="502315"/>
                </a:lnTo>
                <a:lnTo>
                  <a:pt x="453315" y="519685"/>
                </a:lnTo>
                <a:lnTo>
                  <a:pt x="454045" y="500571"/>
                </a:lnTo>
                <a:lnTo>
                  <a:pt x="454775" y="455643"/>
                </a:lnTo>
                <a:lnTo>
                  <a:pt x="456965" y="469094"/>
                </a:lnTo>
                <a:lnTo>
                  <a:pt x="458425" y="458615"/>
                </a:lnTo>
                <a:lnTo>
                  <a:pt x="459885" y="461669"/>
                </a:lnTo>
                <a:lnTo>
                  <a:pt x="462075" y="489636"/>
                </a:lnTo>
                <a:lnTo>
                  <a:pt x="462805" y="485255"/>
                </a:lnTo>
                <a:lnTo>
                  <a:pt x="464265" y="486588"/>
                </a:lnTo>
                <a:lnTo>
                  <a:pt x="467915" y="463005"/>
                </a:lnTo>
                <a:lnTo>
                  <a:pt x="470835" y="476747"/>
                </a:lnTo>
                <a:lnTo>
                  <a:pt x="471565" y="475638"/>
                </a:lnTo>
                <a:lnTo>
                  <a:pt x="473754" y="493316"/>
                </a:lnTo>
                <a:lnTo>
                  <a:pt x="474484" y="493209"/>
                </a:lnTo>
                <a:lnTo>
                  <a:pt x="476674" y="470328"/>
                </a:lnTo>
                <a:lnTo>
                  <a:pt x="477404" y="482474"/>
                </a:lnTo>
                <a:lnTo>
                  <a:pt x="478134" y="491727"/>
                </a:lnTo>
                <a:lnTo>
                  <a:pt x="478864" y="471077"/>
                </a:lnTo>
                <a:lnTo>
                  <a:pt x="482514" y="486496"/>
                </a:lnTo>
                <a:lnTo>
                  <a:pt x="483974" y="472939"/>
                </a:lnTo>
                <a:lnTo>
                  <a:pt x="485434" y="475429"/>
                </a:lnTo>
                <a:lnTo>
                  <a:pt x="486164" y="485468"/>
                </a:lnTo>
                <a:lnTo>
                  <a:pt x="487624" y="469577"/>
                </a:lnTo>
                <a:lnTo>
                  <a:pt x="490544" y="498630"/>
                </a:lnTo>
                <a:lnTo>
                  <a:pt x="492004" y="495066"/>
                </a:lnTo>
                <a:lnTo>
                  <a:pt x="492734" y="486901"/>
                </a:lnTo>
                <a:lnTo>
                  <a:pt x="493464" y="506581"/>
                </a:lnTo>
                <a:lnTo>
                  <a:pt x="494194" y="518259"/>
                </a:lnTo>
                <a:lnTo>
                  <a:pt x="495654" y="504242"/>
                </a:lnTo>
                <a:lnTo>
                  <a:pt x="496384" y="500625"/>
                </a:lnTo>
                <a:lnTo>
                  <a:pt x="497844" y="524223"/>
                </a:lnTo>
                <a:lnTo>
                  <a:pt x="499304" y="507510"/>
                </a:lnTo>
                <a:lnTo>
                  <a:pt x="500034" y="513568"/>
                </a:lnTo>
                <a:lnTo>
                  <a:pt x="500764" y="500852"/>
                </a:lnTo>
                <a:lnTo>
                  <a:pt x="501494" y="498218"/>
                </a:lnTo>
                <a:lnTo>
                  <a:pt x="502224" y="504623"/>
                </a:lnTo>
                <a:lnTo>
                  <a:pt x="502953" y="522665"/>
                </a:lnTo>
                <a:lnTo>
                  <a:pt x="504413" y="497307"/>
                </a:lnTo>
                <a:lnTo>
                  <a:pt x="505873" y="485787"/>
                </a:lnTo>
                <a:lnTo>
                  <a:pt x="507333" y="514737"/>
                </a:lnTo>
                <a:lnTo>
                  <a:pt x="508793" y="508446"/>
                </a:lnTo>
                <a:lnTo>
                  <a:pt x="513173" y="505447"/>
                </a:lnTo>
                <a:lnTo>
                  <a:pt x="517553" y="482041"/>
                </a:lnTo>
                <a:lnTo>
                  <a:pt x="518283" y="494053"/>
                </a:lnTo>
                <a:lnTo>
                  <a:pt x="519013" y="478306"/>
                </a:lnTo>
                <a:lnTo>
                  <a:pt x="519743" y="488463"/>
                </a:lnTo>
                <a:lnTo>
                  <a:pt x="521203" y="482362"/>
                </a:lnTo>
                <a:lnTo>
                  <a:pt x="524853" y="518617"/>
                </a:lnTo>
                <a:lnTo>
                  <a:pt x="526313" y="495324"/>
                </a:lnTo>
                <a:lnTo>
                  <a:pt x="527043" y="506862"/>
                </a:lnTo>
                <a:lnTo>
                  <a:pt x="527773" y="522663"/>
                </a:lnTo>
                <a:lnTo>
                  <a:pt x="529233" y="502056"/>
                </a:lnTo>
                <a:lnTo>
                  <a:pt x="529963" y="501603"/>
                </a:lnTo>
                <a:lnTo>
                  <a:pt x="532153" y="477581"/>
                </a:lnTo>
                <a:lnTo>
                  <a:pt x="533613" y="484416"/>
                </a:lnTo>
                <a:lnTo>
                  <a:pt x="539452" y="463128"/>
                </a:lnTo>
                <a:lnTo>
                  <a:pt x="540912" y="471756"/>
                </a:lnTo>
                <a:lnTo>
                  <a:pt x="542372" y="466715"/>
                </a:lnTo>
                <a:lnTo>
                  <a:pt x="545292" y="457393"/>
                </a:lnTo>
                <a:lnTo>
                  <a:pt x="546022" y="462475"/>
                </a:lnTo>
                <a:lnTo>
                  <a:pt x="549672" y="507179"/>
                </a:lnTo>
                <a:lnTo>
                  <a:pt x="548212" y="459164"/>
                </a:lnTo>
                <a:lnTo>
                  <a:pt x="550402" y="494858"/>
                </a:lnTo>
                <a:lnTo>
                  <a:pt x="551132" y="457982"/>
                </a:lnTo>
                <a:lnTo>
                  <a:pt x="553322" y="466086"/>
                </a:lnTo>
                <a:lnTo>
                  <a:pt x="555512" y="447755"/>
                </a:lnTo>
                <a:lnTo>
                  <a:pt x="556972" y="454125"/>
                </a:lnTo>
                <a:lnTo>
                  <a:pt x="557702" y="462346"/>
                </a:lnTo>
                <a:lnTo>
                  <a:pt x="559162" y="458318"/>
                </a:lnTo>
                <a:lnTo>
                  <a:pt x="560622" y="444960"/>
                </a:lnTo>
                <a:lnTo>
                  <a:pt x="561352" y="460146"/>
                </a:lnTo>
                <a:lnTo>
                  <a:pt x="562812" y="450856"/>
                </a:lnTo>
                <a:lnTo>
                  <a:pt x="563542" y="452056"/>
                </a:lnTo>
                <a:lnTo>
                  <a:pt x="565002" y="454823"/>
                </a:lnTo>
                <a:lnTo>
                  <a:pt x="568651" y="432028"/>
                </a:lnTo>
                <a:lnTo>
                  <a:pt x="573031" y="444041"/>
                </a:lnTo>
                <a:lnTo>
                  <a:pt x="573761" y="438424"/>
                </a:lnTo>
                <a:lnTo>
                  <a:pt x="577411" y="393020"/>
                </a:lnTo>
                <a:lnTo>
                  <a:pt x="578141" y="406897"/>
                </a:lnTo>
                <a:lnTo>
                  <a:pt x="578871" y="407224"/>
                </a:lnTo>
                <a:lnTo>
                  <a:pt x="580331" y="457150"/>
                </a:lnTo>
                <a:lnTo>
                  <a:pt x="582521" y="434968"/>
                </a:lnTo>
                <a:lnTo>
                  <a:pt x="586171" y="403482"/>
                </a:lnTo>
                <a:lnTo>
                  <a:pt x="586901" y="410801"/>
                </a:lnTo>
                <a:lnTo>
                  <a:pt x="588361" y="409498"/>
                </a:lnTo>
                <a:lnTo>
                  <a:pt x="594201" y="382142"/>
                </a:lnTo>
                <a:lnTo>
                  <a:pt x="595660" y="399615"/>
                </a:lnTo>
                <a:lnTo>
                  <a:pt x="597120" y="393811"/>
                </a:lnTo>
                <a:lnTo>
                  <a:pt x="602230" y="362166"/>
                </a:lnTo>
                <a:lnTo>
                  <a:pt x="602960" y="363820"/>
                </a:lnTo>
                <a:lnTo>
                  <a:pt x="603690" y="363292"/>
                </a:lnTo>
                <a:lnTo>
                  <a:pt x="606610" y="347245"/>
                </a:lnTo>
                <a:lnTo>
                  <a:pt x="608070" y="350424"/>
                </a:lnTo>
                <a:lnTo>
                  <a:pt x="611720" y="358094"/>
                </a:lnTo>
                <a:lnTo>
                  <a:pt x="613180" y="344417"/>
                </a:lnTo>
                <a:lnTo>
                  <a:pt x="613910" y="347573"/>
                </a:lnTo>
                <a:lnTo>
                  <a:pt x="614640" y="354680"/>
                </a:lnTo>
                <a:lnTo>
                  <a:pt x="615370" y="338286"/>
                </a:lnTo>
                <a:lnTo>
                  <a:pt x="616830" y="320440"/>
                </a:lnTo>
                <a:lnTo>
                  <a:pt x="618290" y="327276"/>
                </a:lnTo>
                <a:lnTo>
                  <a:pt x="619020" y="325966"/>
                </a:lnTo>
                <a:lnTo>
                  <a:pt x="621940" y="296251"/>
                </a:lnTo>
                <a:lnTo>
                  <a:pt x="622670" y="305114"/>
                </a:lnTo>
                <a:lnTo>
                  <a:pt x="623399" y="303042"/>
                </a:lnTo>
                <a:lnTo>
                  <a:pt x="624859" y="325269"/>
                </a:lnTo>
                <a:lnTo>
                  <a:pt x="626319" y="316984"/>
                </a:lnTo>
                <a:lnTo>
                  <a:pt x="629239" y="275881"/>
                </a:lnTo>
                <a:lnTo>
                  <a:pt x="632159" y="327718"/>
                </a:lnTo>
                <a:lnTo>
                  <a:pt x="632889" y="314917"/>
                </a:lnTo>
                <a:lnTo>
                  <a:pt x="636539" y="293511"/>
                </a:lnTo>
                <a:lnTo>
                  <a:pt x="637269" y="295205"/>
                </a:lnTo>
                <a:lnTo>
                  <a:pt x="638729" y="300119"/>
                </a:lnTo>
                <a:lnTo>
                  <a:pt x="639459" y="296268"/>
                </a:lnTo>
                <a:lnTo>
                  <a:pt x="642379" y="273422"/>
                </a:lnTo>
                <a:lnTo>
                  <a:pt x="643109" y="278534"/>
                </a:lnTo>
                <a:lnTo>
                  <a:pt x="644569" y="278131"/>
                </a:lnTo>
                <a:lnTo>
                  <a:pt x="646759" y="298943"/>
                </a:lnTo>
                <a:lnTo>
                  <a:pt x="648219" y="284724"/>
                </a:lnTo>
                <a:lnTo>
                  <a:pt x="649679" y="288404"/>
                </a:lnTo>
                <a:lnTo>
                  <a:pt x="650409" y="289172"/>
                </a:lnTo>
                <a:lnTo>
                  <a:pt x="651869" y="271665"/>
                </a:lnTo>
                <a:lnTo>
                  <a:pt x="653329" y="279437"/>
                </a:lnTo>
                <a:lnTo>
                  <a:pt x="654059" y="293509"/>
                </a:lnTo>
                <a:lnTo>
                  <a:pt x="656249" y="290530"/>
                </a:lnTo>
                <a:lnTo>
                  <a:pt x="656979" y="271225"/>
                </a:lnTo>
                <a:lnTo>
                  <a:pt x="657708" y="273634"/>
                </a:lnTo>
                <a:lnTo>
                  <a:pt x="658438" y="320020"/>
                </a:lnTo>
                <a:lnTo>
                  <a:pt x="659898" y="279501"/>
                </a:lnTo>
                <a:lnTo>
                  <a:pt x="660628" y="273801"/>
                </a:lnTo>
                <a:lnTo>
                  <a:pt x="662818" y="276852"/>
                </a:lnTo>
                <a:lnTo>
                  <a:pt x="664278" y="266550"/>
                </a:lnTo>
                <a:lnTo>
                  <a:pt x="665738" y="274699"/>
                </a:lnTo>
                <a:lnTo>
                  <a:pt x="667198" y="284804"/>
                </a:lnTo>
                <a:lnTo>
                  <a:pt x="668658" y="278836"/>
                </a:lnTo>
                <a:lnTo>
                  <a:pt x="669388" y="275332"/>
                </a:lnTo>
                <a:lnTo>
                  <a:pt x="670118" y="277135"/>
                </a:lnTo>
                <a:lnTo>
                  <a:pt x="672308" y="304705"/>
                </a:lnTo>
                <a:lnTo>
                  <a:pt x="673768" y="289629"/>
                </a:lnTo>
                <a:lnTo>
                  <a:pt x="675228" y="267376"/>
                </a:lnTo>
                <a:lnTo>
                  <a:pt x="676688" y="272566"/>
                </a:lnTo>
                <a:lnTo>
                  <a:pt x="678148" y="259188"/>
                </a:lnTo>
                <a:lnTo>
                  <a:pt x="679608" y="270546"/>
                </a:lnTo>
                <a:lnTo>
                  <a:pt x="680338" y="280770"/>
                </a:lnTo>
                <a:lnTo>
                  <a:pt x="682528" y="237343"/>
                </a:lnTo>
                <a:lnTo>
                  <a:pt x="683258" y="247180"/>
                </a:lnTo>
                <a:lnTo>
                  <a:pt x="683988" y="249611"/>
                </a:lnTo>
                <a:lnTo>
                  <a:pt x="686178" y="229434"/>
                </a:lnTo>
                <a:lnTo>
                  <a:pt x="687637" y="231547"/>
                </a:lnTo>
                <a:lnTo>
                  <a:pt x="688367" y="230511"/>
                </a:lnTo>
                <a:lnTo>
                  <a:pt x="689097" y="231223"/>
                </a:lnTo>
                <a:lnTo>
                  <a:pt x="691287" y="216269"/>
                </a:lnTo>
                <a:lnTo>
                  <a:pt x="692017" y="222496"/>
                </a:lnTo>
                <a:lnTo>
                  <a:pt x="692747" y="223994"/>
                </a:lnTo>
                <a:lnTo>
                  <a:pt x="693477" y="213637"/>
                </a:lnTo>
                <a:lnTo>
                  <a:pt x="694207" y="222788"/>
                </a:lnTo>
                <a:lnTo>
                  <a:pt x="694937" y="245263"/>
                </a:lnTo>
                <a:lnTo>
                  <a:pt x="696397" y="229875"/>
                </a:lnTo>
                <a:lnTo>
                  <a:pt x="697127" y="226799"/>
                </a:lnTo>
                <a:lnTo>
                  <a:pt x="699317" y="228199"/>
                </a:lnTo>
                <a:lnTo>
                  <a:pt x="700047" y="227805"/>
                </a:lnTo>
                <a:lnTo>
                  <a:pt x="700777" y="229760"/>
                </a:lnTo>
                <a:lnTo>
                  <a:pt x="708077" y="146264"/>
                </a:lnTo>
                <a:lnTo>
                  <a:pt x="713917" y="75403"/>
                </a:lnTo>
                <a:lnTo>
                  <a:pt x="722676" y="0"/>
                </a:lnTo>
                <a:lnTo>
                  <a:pt x="725596" y="4908"/>
                </a:lnTo>
                <a:lnTo>
                  <a:pt x="726326" y="638"/>
                </a:lnTo>
                <a:lnTo>
                  <a:pt x="727056" y="10594"/>
                </a:lnTo>
                <a:lnTo>
                  <a:pt x="746035" y="189005"/>
                </a:lnTo>
                <a:lnTo>
                  <a:pt x="746765" y="182665"/>
                </a:lnTo>
                <a:lnTo>
                  <a:pt x="747495" y="191709"/>
                </a:lnTo>
                <a:lnTo>
                  <a:pt x="748225" y="189904"/>
                </a:lnTo>
                <a:lnTo>
                  <a:pt x="752605" y="222778"/>
                </a:lnTo>
                <a:lnTo>
                  <a:pt x="754065" y="224652"/>
                </a:lnTo>
                <a:lnTo>
                  <a:pt x="756985" y="254750"/>
                </a:lnTo>
                <a:lnTo>
                  <a:pt x="757715" y="255063"/>
                </a:lnTo>
                <a:lnTo>
                  <a:pt x="760635" y="303157"/>
                </a:lnTo>
                <a:lnTo>
                  <a:pt x="761365" y="282321"/>
                </a:lnTo>
                <a:lnTo>
                  <a:pt x="762825" y="305997"/>
                </a:lnTo>
                <a:lnTo>
                  <a:pt x="765015" y="302699"/>
                </a:lnTo>
                <a:lnTo>
                  <a:pt x="767205" y="293377"/>
                </a:lnTo>
                <a:lnTo>
                  <a:pt x="768665" y="291813"/>
                </a:lnTo>
                <a:lnTo>
                  <a:pt x="770855" y="323293"/>
                </a:lnTo>
                <a:lnTo>
                  <a:pt x="771585" y="270843"/>
                </a:lnTo>
                <a:lnTo>
                  <a:pt x="773045" y="324784"/>
                </a:lnTo>
                <a:lnTo>
                  <a:pt x="775235" y="290762"/>
                </a:lnTo>
                <a:lnTo>
                  <a:pt x="775965" y="291686"/>
                </a:lnTo>
                <a:lnTo>
                  <a:pt x="776695" y="305053"/>
                </a:lnTo>
                <a:lnTo>
                  <a:pt x="777425" y="269141"/>
                </a:lnTo>
                <a:lnTo>
                  <a:pt x="778154" y="307230"/>
                </a:lnTo>
                <a:lnTo>
                  <a:pt x="778884" y="287272"/>
                </a:lnTo>
                <a:lnTo>
                  <a:pt x="781074" y="279614"/>
                </a:lnTo>
                <a:lnTo>
                  <a:pt x="781804" y="310413"/>
                </a:lnTo>
                <a:lnTo>
                  <a:pt x="782534" y="299573"/>
                </a:lnTo>
                <a:lnTo>
                  <a:pt x="783264" y="303809"/>
                </a:lnTo>
                <a:lnTo>
                  <a:pt x="783994" y="317065"/>
                </a:lnTo>
                <a:lnTo>
                  <a:pt x="784724" y="306403"/>
                </a:lnTo>
                <a:lnTo>
                  <a:pt x="785454" y="264365"/>
                </a:lnTo>
                <a:lnTo>
                  <a:pt x="786914" y="318565"/>
                </a:lnTo>
                <a:lnTo>
                  <a:pt x="787644" y="298625"/>
                </a:lnTo>
                <a:lnTo>
                  <a:pt x="789104" y="319846"/>
                </a:lnTo>
                <a:lnTo>
                  <a:pt x="789834" y="302552"/>
                </a:lnTo>
                <a:lnTo>
                  <a:pt x="790564" y="302018"/>
                </a:lnTo>
                <a:lnTo>
                  <a:pt x="791294" y="320427"/>
                </a:lnTo>
                <a:lnTo>
                  <a:pt x="792754" y="306685"/>
                </a:lnTo>
                <a:lnTo>
                  <a:pt x="796404" y="296532"/>
                </a:lnTo>
                <a:lnTo>
                  <a:pt x="797134" y="294998"/>
                </a:lnTo>
                <a:lnTo>
                  <a:pt x="798594" y="306449"/>
                </a:lnTo>
                <a:lnTo>
                  <a:pt x="799324" y="302371"/>
                </a:lnTo>
                <a:lnTo>
                  <a:pt x="800784" y="270673"/>
                </a:lnTo>
                <a:lnTo>
                  <a:pt x="801514" y="274463"/>
                </a:lnTo>
                <a:lnTo>
                  <a:pt x="802974" y="292889"/>
                </a:lnTo>
                <a:lnTo>
                  <a:pt x="804434" y="289959"/>
                </a:lnTo>
                <a:lnTo>
                  <a:pt x="805164" y="282432"/>
                </a:lnTo>
                <a:lnTo>
                  <a:pt x="805894" y="292743"/>
                </a:lnTo>
                <a:lnTo>
                  <a:pt x="807353" y="311918"/>
                </a:lnTo>
                <a:lnTo>
                  <a:pt x="808083" y="304415"/>
                </a:lnTo>
                <a:lnTo>
                  <a:pt x="808813" y="296988"/>
                </a:lnTo>
                <a:lnTo>
                  <a:pt x="809543" y="304572"/>
                </a:lnTo>
                <a:lnTo>
                  <a:pt x="818303" y="516101"/>
                </a:lnTo>
                <a:lnTo>
                  <a:pt x="819763" y="461675"/>
                </a:lnTo>
                <a:lnTo>
                  <a:pt x="821223" y="444154"/>
                </a:lnTo>
                <a:lnTo>
                  <a:pt x="821953" y="450094"/>
                </a:lnTo>
                <a:lnTo>
                  <a:pt x="823413" y="448470"/>
                </a:lnTo>
                <a:lnTo>
                  <a:pt x="825603" y="470974"/>
                </a:lnTo>
                <a:lnTo>
                  <a:pt x="826333" y="426666"/>
                </a:lnTo>
                <a:lnTo>
                  <a:pt x="827063" y="440110"/>
                </a:lnTo>
                <a:lnTo>
                  <a:pt x="829983" y="547180"/>
                </a:lnTo>
                <a:lnTo>
                  <a:pt x="830713" y="546670"/>
                </a:lnTo>
                <a:lnTo>
                  <a:pt x="831443" y="547985"/>
                </a:lnTo>
                <a:lnTo>
                  <a:pt x="835093" y="506088"/>
                </a:lnTo>
                <a:lnTo>
                  <a:pt x="836552" y="526218"/>
                </a:lnTo>
                <a:lnTo>
                  <a:pt x="837282" y="539839"/>
                </a:lnTo>
                <a:lnTo>
                  <a:pt x="838012" y="532715"/>
                </a:lnTo>
                <a:lnTo>
                  <a:pt x="838742" y="511107"/>
                </a:lnTo>
                <a:lnTo>
                  <a:pt x="840932" y="521868"/>
                </a:lnTo>
                <a:lnTo>
                  <a:pt x="842392" y="522426"/>
                </a:lnTo>
                <a:lnTo>
                  <a:pt x="854072" y="487061"/>
                </a:lnTo>
                <a:lnTo>
                  <a:pt x="854802" y="472915"/>
                </a:lnTo>
                <a:lnTo>
                  <a:pt x="856262" y="475565"/>
                </a:lnTo>
                <a:lnTo>
                  <a:pt x="856992" y="483479"/>
                </a:lnTo>
                <a:lnTo>
                  <a:pt x="859182" y="478670"/>
                </a:lnTo>
                <a:lnTo>
                  <a:pt x="862102" y="475575"/>
                </a:lnTo>
                <a:lnTo>
                  <a:pt x="870861" y="448752"/>
                </a:lnTo>
                <a:lnTo>
                  <a:pt x="871591" y="449828"/>
                </a:lnTo>
                <a:lnTo>
                  <a:pt x="872321" y="447491"/>
                </a:lnTo>
                <a:lnTo>
                  <a:pt x="878891" y="426563"/>
                </a:lnTo>
                <a:lnTo>
                  <a:pt x="879621" y="432783"/>
                </a:lnTo>
                <a:lnTo>
                  <a:pt x="881081" y="429296"/>
                </a:lnTo>
                <a:lnTo>
                  <a:pt x="887651" y="418361"/>
                </a:lnTo>
                <a:lnTo>
                  <a:pt x="888381" y="423695"/>
                </a:lnTo>
                <a:lnTo>
                  <a:pt x="889841" y="416494"/>
                </a:lnTo>
                <a:lnTo>
                  <a:pt x="892761" y="405316"/>
                </a:lnTo>
                <a:lnTo>
                  <a:pt x="893491" y="413267"/>
                </a:lnTo>
                <a:lnTo>
                  <a:pt x="895681" y="410781"/>
                </a:lnTo>
                <a:lnTo>
                  <a:pt x="896411" y="407735"/>
                </a:lnTo>
                <a:lnTo>
                  <a:pt x="897871" y="412875"/>
                </a:lnTo>
                <a:lnTo>
                  <a:pt x="901520" y="411827"/>
                </a:lnTo>
                <a:lnTo>
                  <a:pt x="906630" y="402053"/>
                </a:lnTo>
                <a:lnTo>
                  <a:pt x="907360" y="402610"/>
                </a:lnTo>
                <a:lnTo>
                  <a:pt x="910280" y="405888"/>
                </a:lnTo>
                <a:lnTo>
                  <a:pt x="912470" y="403546"/>
                </a:lnTo>
                <a:lnTo>
                  <a:pt x="913930" y="401401"/>
                </a:lnTo>
                <a:lnTo>
                  <a:pt x="915390" y="403106"/>
                </a:lnTo>
                <a:lnTo>
                  <a:pt x="916120" y="405530"/>
                </a:lnTo>
                <a:lnTo>
                  <a:pt x="916850" y="401707"/>
                </a:lnTo>
                <a:lnTo>
                  <a:pt x="918310" y="403874"/>
                </a:lnTo>
                <a:lnTo>
                  <a:pt x="924150" y="409795"/>
                </a:lnTo>
                <a:lnTo>
                  <a:pt x="924880" y="418338"/>
                </a:lnTo>
                <a:lnTo>
                  <a:pt x="925610" y="407879"/>
                </a:lnTo>
                <a:lnTo>
                  <a:pt x="926340" y="410984"/>
                </a:lnTo>
                <a:lnTo>
                  <a:pt x="927070" y="411992"/>
                </a:lnTo>
                <a:lnTo>
                  <a:pt x="931449" y="396117"/>
                </a:lnTo>
                <a:lnTo>
                  <a:pt x="932179" y="397337"/>
                </a:lnTo>
                <a:lnTo>
                  <a:pt x="932909" y="395366"/>
                </a:lnTo>
                <a:lnTo>
                  <a:pt x="959188" y="324669"/>
                </a:lnTo>
                <a:lnTo>
                  <a:pt x="977438" y="246114"/>
                </a:lnTo>
                <a:lnTo>
                  <a:pt x="986198" y="230424"/>
                </a:lnTo>
                <a:lnTo>
                  <a:pt x="986928" y="233459"/>
                </a:lnTo>
                <a:lnTo>
                  <a:pt x="987658" y="228998"/>
                </a:lnTo>
                <a:lnTo>
                  <a:pt x="988388" y="229249"/>
                </a:lnTo>
                <a:lnTo>
                  <a:pt x="989118" y="227591"/>
                </a:lnTo>
                <a:lnTo>
                  <a:pt x="990578" y="230436"/>
                </a:lnTo>
                <a:lnTo>
                  <a:pt x="997147" y="235041"/>
                </a:lnTo>
                <a:lnTo>
                  <a:pt x="997877" y="233614"/>
                </a:lnTo>
                <a:lnTo>
                  <a:pt x="1002257" y="224848"/>
                </a:lnTo>
                <a:lnTo>
                  <a:pt x="1011017" y="196589"/>
                </a:lnTo>
                <a:lnTo>
                  <a:pt x="1024156" y="157230"/>
                </a:lnTo>
                <a:lnTo>
                  <a:pt x="1024886" y="157562"/>
                </a:lnTo>
                <a:lnTo>
                  <a:pt x="1025616" y="155600"/>
                </a:lnTo>
                <a:lnTo>
                  <a:pt x="1033646" y="138080"/>
                </a:lnTo>
                <a:lnTo>
                  <a:pt x="1034376" y="133430"/>
                </a:lnTo>
                <a:lnTo>
                  <a:pt x="1035836" y="135856"/>
                </a:lnTo>
                <a:lnTo>
                  <a:pt x="1036566" y="136545"/>
                </a:lnTo>
                <a:lnTo>
                  <a:pt x="1037296" y="134293"/>
                </a:lnTo>
                <a:lnTo>
                  <a:pt x="1046056" y="129400"/>
                </a:lnTo>
                <a:lnTo>
                  <a:pt x="1046786" y="130520"/>
                </a:lnTo>
                <a:lnTo>
                  <a:pt x="1048246" y="125717"/>
                </a:lnTo>
                <a:lnTo>
                  <a:pt x="1048975" y="127943"/>
                </a:lnTo>
                <a:lnTo>
                  <a:pt x="1053355" y="136492"/>
                </a:lnTo>
                <a:lnTo>
                  <a:pt x="1054085" y="132711"/>
                </a:lnTo>
                <a:lnTo>
                  <a:pt x="1055545" y="137315"/>
                </a:lnTo>
                <a:lnTo>
                  <a:pt x="1056275" y="135868"/>
                </a:lnTo>
                <a:lnTo>
                  <a:pt x="1057005" y="137005"/>
                </a:lnTo>
                <a:lnTo>
                  <a:pt x="1059925" y="139785"/>
                </a:lnTo>
                <a:lnTo>
                  <a:pt x="1061385" y="145162"/>
                </a:lnTo>
                <a:lnTo>
                  <a:pt x="1067225" y="163578"/>
                </a:lnTo>
                <a:lnTo>
                  <a:pt x="1067955" y="163747"/>
                </a:lnTo>
                <a:lnTo>
                  <a:pt x="1072335" y="181088"/>
                </a:lnTo>
                <a:lnTo>
                  <a:pt x="1103724" y="331025"/>
                </a:lnTo>
                <a:lnTo>
                  <a:pt x="1104454" y="328096"/>
                </a:lnTo>
                <a:lnTo>
                  <a:pt x="1108834" y="347757"/>
                </a:lnTo>
                <a:lnTo>
                  <a:pt x="1112483" y="360926"/>
                </a:lnTo>
                <a:lnTo>
                  <a:pt x="1113213" y="360065"/>
                </a:lnTo>
                <a:lnTo>
                  <a:pt x="1113943" y="351273"/>
                </a:lnTo>
                <a:lnTo>
                  <a:pt x="1115403" y="360514"/>
                </a:lnTo>
                <a:lnTo>
                  <a:pt x="1118323" y="367001"/>
                </a:lnTo>
                <a:lnTo>
                  <a:pt x="1119053" y="365731"/>
                </a:lnTo>
                <a:lnTo>
                  <a:pt x="1119783" y="363873"/>
                </a:lnTo>
                <a:lnTo>
                  <a:pt x="1120513" y="366648"/>
                </a:lnTo>
                <a:lnTo>
                  <a:pt x="1124163" y="375050"/>
                </a:lnTo>
                <a:lnTo>
                  <a:pt x="1126353" y="370802"/>
                </a:lnTo>
                <a:lnTo>
                  <a:pt x="1129273" y="382536"/>
                </a:lnTo>
                <a:lnTo>
                  <a:pt x="1130733" y="373153"/>
                </a:lnTo>
                <a:lnTo>
                  <a:pt x="1132193" y="375718"/>
                </a:lnTo>
                <a:lnTo>
                  <a:pt x="1136573" y="383933"/>
                </a:lnTo>
                <a:lnTo>
                  <a:pt x="1138033" y="382605"/>
                </a:lnTo>
                <a:lnTo>
                  <a:pt x="1138763" y="379202"/>
                </a:lnTo>
                <a:lnTo>
                  <a:pt x="1139493" y="383064"/>
                </a:lnTo>
                <a:lnTo>
                  <a:pt x="1140223" y="390698"/>
                </a:lnTo>
                <a:lnTo>
                  <a:pt x="1141682" y="386749"/>
                </a:lnTo>
                <a:lnTo>
                  <a:pt x="1143872" y="368976"/>
                </a:lnTo>
                <a:lnTo>
                  <a:pt x="1146062" y="370976"/>
                </a:lnTo>
                <a:lnTo>
                  <a:pt x="1148982" y="369221"/>
                </a:lnTo>
                <a:lnTo>
                  <a:pt x="1150442" y="370807"/>
                </a:lnTo>
                <a:lnTo>
                  <a:pt x="1153362" y="367444"/>
                </a:lnTo>
                <a:lnTo>
                  <a:pt x="1156282" y="376197"/>
                </a:lnTo>
                <a:lnTo>
                  <a:pt x="1158472" y="364836"/>
                </a:lnTo>
                <a:lnTo>
                  <a:pt x="1159932" y="367811"/>
                </a:lnTo>
                <a:lnTo>
                  <a:pt x="1160662" y="365270"/>
                </a:lnTo>
                <a:lnTo>
                  <a:pt x="1161392" y="366133"/>
                </a:lnTo>
                <a:lnTo>
                  <a:pt x="1162122" y="370727"/>
                </a:lnTo>
                <a:lnTo>
                  <a:pt x="1162852" y="365364"/>
                </a:lnTo>
                <a:lnTo>
                  <a:pt x="1165772" y="355763"/>
                </a:lnTo>
                <a:lnTo>
                  <a:pt x="1166502" y="358931"/>
                </a:lnTo>
                <a:lnTo>
                  <a:pt x="1167962" y="357064"/>
                </a:lnTo>
                <a:lnTo>
                  <a:pt x="1170881" y="344782"/>
                </a:lnTo>
                <a:lnTo>
                  <a:pt x="1171611" y="347502"/>
                </a:lnTo>
                <a:lnTo>
                  <a:pt x="1172341" y="354392"/>
                </a:lnTo>
                <a:lnTo>
                  <a:pt x="1174531" y="352373"/>
                </a:lnTo>
                <a:lnTo>
                  <a:pt x="1175261" y="343825"/>
                </a:lnTo>
                <a:lnTo>
                  <a:pt x="1177451" y="344042"/>
                </a:lnTo>
                <a:lnTo>
                  <a:pt x="1178181" y="346310"/>
                </a:lnTo>
                <a:lnTo>
                  <a:pt x="1178911" y="342041"/>
                </a:lnTo>
                <a:lnTo>
                  <a:pt x="1179641" y="342780"/>
                </a:lnTo>
                <a:lnTo>
                  <a:pt x="1180371" y="341524"/>
                </a:lnTo>
                <a:lnTo>
                  <a:pt x="1181101" y="344514"/>
                </a:lnTo>
                <a:lnTo>
                  <a:pt x="1182561" y="344758"/>
                </a:lnTo>
                <a:lnTo>
                  <a:pt x="1184751" y="331973"/>
                </a:lnTo>
                <a:lnTo>
                  <a:pt x="1186211" y="334683"/>
                </a:lnTo>
                <a:lnTo>
                  <a:pt x="1189861" y="338880"/>
                </a:lnTo>
                <a:lnTo>
                  <a:pt x="1192051" y="323283"/>
                </a:lnTo>
                <a:lnTo>
                  <a:pt x="1193511" y="329687"/>
                </a:lnTo>
                <a:lnTo>
                  <a:pt x="1194971" y="326510"/>
                </a:lnTo>
                <a:lnTo>
                  <a:pt x="1195701" y="322084"/>
                </a:lnTo>
                <a:lnTo>
                  <a:pt x="1196431" y="327511"/>
                </a:lnTo>
                <a:lnTo>
                  <a:pt x="1197891" y="323798"/>
                </a:lnTo>
                <a:lnTo>
                  <a:pt x="1199351" y="324950"/>
                </a:lnTo>
                <a:lnTo>
                  <a:pt x="1201541" y="322345"/>
                </a:lnTo>
                <a:lnTo>
                  <a:pt x="1203730" y="325963"/>
                </a:lnTo>
                <a:lnTo>
                  <a:pt x="1205920" y="314083"/>
                </a:lnTo>
                <a:lnTo>
                  <a:pt x="1206650" y="320816"/>
                </a:lnTo>
                <a:lnTo>
                  <a:pt x="1207380" y="322321"/>
                </a:lnTo>
                <a:lnTo>
                  <a:pt x="1208110" y="319390"/>
                </a:lnTo>
                <a:lnTo>
                  <a:pt x="1208840" y="313494"/>
                </a:lnTo>
                <a:lnTo>
                  <a:pt x="1209570" y="321752"/>
                </a:lnTo>
                <a:lnTo>
                  <a:pt x="1211030" y="323793"/>
                </a:lnTo>
                <a:lnTo>
                  <a:pt x="1212490" y="321910"/>
                </a:lnTo>
                <a:lnTo>
                  <a:pt x="1214680" y="317858"/>
                </a:lnTo>
                <a:lnTo>
                  <a:pt x="1216870" y="326049"/>
                </a:lnTo>
                <a:lnTo>
                  <a:pt x="1217600" y="320780"/>
                </a:lnTo>
                <a:lnTo>
                  <a:pt x="1219060" y="319688"/>
                </a:lnTo>
                <a:lnTo>
                  <a:pt x="1220520" y="327130"/>
                </a:lnTo>
                <a:lnTo>
                  <a:pt x="1221250" y="317769"/>
                </a:lnTo>
                <a:lnTo>
                  <a:pt x="1222710" y="321538"/>
                </a:lnTo>
                <a:lnTo>
                  <a:pt x="1223440" y="332430"/>
                </a:lnTo>
                <a:lnTo>
                  <a:pt x="1224900" y="330195"/>
                </a:lnTo>
                <a:lnTo>
                  <a:pt x="1225630" y="324533"/>
                </a:lnTo>
                <a:lnTo>
                  <a:pt x="1227090" y="333785"/>
                </a:lnTo>
                <a:lnTo>
                  <a:pt x="1227820" y="342893"/>
                </a:lnTo>
                <a:lnTo>
                  <a:pt x="1229280" y="337750"/>
                </a:lnTo>
                <a:lnTo>
                  <a:pt x="1230010" y="336726"/>
                </a:lnTo>
                <a:lnTo>
                  <a:pt x="1230740" y="339940"/>
                </a:lnTo>
                <a:lnTo>
                  <a:pt x="1232929" y="338827"/>
                </a:lnTo>
                <a:lnTo>
                  <a:pt x="1235119" y="343946"/>
                </a:lnTo>
                <a:lnTo>
                  <a:pt x="1235849" y="341878"/>
                </a:lnTo>
                <a:lnTo>
                  <a:pt x="1238039" y="343626"/>
                </a:lnTo>
                <a:lnTo>
                  <a:pt x="1241689" y="358221"/>
                </a:lnTo>
                <a:lnTo>
                  <a:pt x="1245339" y="362510"/>
                </a:lnTo>
                <a:lnTo>
                  <a:pt x="1248989" y="366491"/>
                </a:lnTo>
                <a:lnTo>
                  <a:pt x="1249719" y="366096"/>
                </a:lnTo>
                <a:lnTo>
                  <a:pt x="1255559" y="369965"/>
                </a:lnTo>
                <a:lnTo>
                  <a:pt x="1258479" y="370051"/>
                </a:lnTo>
                <a:lnTo>
                  <a:pt x="1266508" y="375621"/>
                </a:lnTo>
                <a:lnTo>
                  <a:pt x="1267968" y="377776"/>
                </a:lnTo>
                <a:lnTo>
                  <a:pt x="1268698" y="377369"/>
                </a:lnTo>
                <a:lnTo>
                  <a:pt x="1270158" y="374875"/>
                </a:lnTo>
                <a:lnTo>
                  <a:pt x="1271618" y="376834"/>
                </a:lnTo>
                <a:lnTo>
                  <a:pt x="1274538" y="377926"/>
                </a:lnTo>
                <a:lnTo>
                  <a:pt x="1275998" y="376339"/>
                </a:lnTo>
                <a:lnTo>
                  <a:pt x="1276728" y="371844"/>
                </a:lnTo>
                <a:lnTo>
                  <a:pt x="1278188" y="377409"/>
                </a:lnTo>
                <a:lnTo>
                  <a:pt x="1278918" y="375448"/>
                </a:lnTo>
                <a:lnTo>
                  <a:pt x="1281108" y="376277"/>
                </a:lnTo>
                <a:lnTo>
                  <a:pt x="1284028" y="382204"/>
                </a:lnTo>
                <a:lnTo>
                  <a:pt x="1285488" y="381227"/>
                </a:lnTo>
                <a:lnTo>
                  <a:pt x="1286218" y="380026"/>
                </a:lnTo>
                <a:lnTo>
                  <a:pt x="1287678" y="381169"/>
                </a:lnTo>
                <a:lnTo>
                  <a:pt x="1291327" y="387735"/>
                </a:lnTo>
                <a:lnTo>
                  <a:pt x="1292787" y="386434"/>
                </a:lnTo>
                <a:lnTo>
                  <a:pt x="1295707" y="383274"/>
                </a:lnTo>
                <a:lnTo>
                  <a:pt x="1297167" y="390777"/>
                </a:lnTo>
                <a:lnTo>
                  <a:pt x="1298627" y="388006"/>
                </a:lnTo>
                <a:lnTo>
                  <a:pt x="1302277" y="384144"/>
                </a:lnTo>
                <a:lnTo>
                  <a:pt x="1303737" y="378304"/>
                </a:lnTo>
                <a:lnTo>
                  <a:pt x="1304467" y="386590"/>
                </a:lnTo>
                <a:lnTo>
                  <a:pt x="1305927" y="372578"/>
                </a:lnTo>
                <a:lnTo>
                  <a:pt x="1308117" y="379524"/>
                </a:lnTo>
                <a:lnTo>
                  <a:pt x="1311767" y="385490"/>
                </a:lnTo>
                <a:lnTo>
                  <a:pt x="1313957" y="381998"/>
                </a:lnTo>
                <a:lnTo>
                  <a:pt x="1316877" y="397709"/>
                </a:lnTo>
                <a:lnTo>
                  <a:pt x="1317607" y="390599"/>
                </a:lnTo>
                <a:lnTo>
                  <a:pt x="1318337" y="391249"/>
                </a:lnTo>
                <a:lnTo>
                  <a:pt x="1319067" y="380875"/>
                </a:lnTo>
                <a:lnTo>
                  <a:pt x="1320527" y="387970"/>
                </a:lnTo>
                <a:lnTo>
                  <a:pt x="1321987" y="386570"/>
                </a:lnTo>
                <a:lnTo>
                  <a:pt x="1324177" y="393386"/>
                </a:lnTo>
                <a:lnTo>
                  <a:pt x="1325636" y="382364"/>
                </a:lnTo>
                <a:lnTo>
                  <a:pt x="1327096" y="385878"/>
                </a:lnTo>
                <a:lnTo>
                  <a:pt x="1328556" y="392788"/>
                </a:lnTo>
                <a:lnTo>
                  <a:pt x="1330016" y="389649"/>
                </a:lnTo>
                <a:lnTo>
                  <a:pt x="1332206" y="392810"/>
                </a:lnTo>
                <a:lnTo>
                  <a:pt x="1334396" y="394100"/>
                </a:lnTo>
                <a:lnTo>
                  <a:pt x="1338046" y="391654"/>
                </a:lnTo>
                <a:lnTo>
                  <a:pt x="1339506" y="392193"/>
                </a:lnTo>
                <a:lnTo>
                  <a:pt x="1340236" y="390415"/>
                </a:lnTo>
                <a:lnTo>
                  <a:pt x="1343886" y="384503"/>
                </a:lnTo>
                <a:lnTo>
                  <a:pt x="1348996" y="389156"/>
                </a:lnTo>
                <a:lnTo>
                  <a:pt x="1353375" y="386418"/>
                </a:lnTo>
                <a:lnTo>
                  <a:pt x="1358485" y="397200"/>
                </a:lnTo>
                <a:lnTo>
                  <a:pt x="1359215" y="399339"/>
                </a:lnTo>
                <a:lnTo>
                  <a:pt x="1359945" y="397540"/>
                </a:lnTo>
                <a:lnTo>
                  <a:pt x="1361405" y="390923"/>
                </a:lnTo>
                <a:lnTo>
                  <a:pt x="1362865" y="393718"/>
                </a:lnTo>
                <a:lnTo>
                  <a:pt x="1365785" y="403757"/>
                </a:lnTo>
                <a:lnTo>
                  <a:pt x="1366515" y="400853"/>
                </a:lnTo>
                <a:lnTo>
                  <a:pt x="1367975" y="394429"/>
                </a:lnTo>
                <a:lnTo>
                  <a:pt x="1368705" y="395870"/>
                </a:lnTo>
                <a:lnTo>
                  <a:pt x="1370165" y="402838"/>
                </a:lnTo>
                <a:lnTo>
                  <a:pt x="1371625" y="402099"/>
                </a:lnTo>
                <a:lnTo>
                  <a:pt x="1375275" y="401541"/>
                </a:lnTo>
                <a:lnTo>
                  <a:pt x="1378925" y="406827"/>
                </a:lnTo>
                <a:lnTo>
                  <a:pt x="1379655" y="404476"/>
                </a:lnTo>
                <a:lnTo>
                  <a:pt x="1380385" y="405556"/>
                </a:lnTo>
                <a:lnTo>
                  <a:pt x="1384034" y="420059"/>
                </a:lnTo>
                <a:lnTo>
                  <a:pt x="1384764" y="417848"/>
                </a:lnTo>
                <a:lnTo>
                  <a:pt x="1385494" y="413215"/>
                </a:lnTo>
                <a:lnTo>
                  <a:pt x="1386954" y="418297"/>
                </a:lnTo>
                <a:lnTo>
                  <a:pt x="1387684" y="418930"/>
                </a:lnTo>
                <a:lnTo>
                  <a:pt x="1388414" y="417735"/>
                </a:lnTo>
                <a:lnTo>
                  <a:pt x="1389874" y="412606"/>
                </a:lnTo>
                <a:lnTo>
                  <a:pt x="1390604" y="418686"/>
                </a:lnTo>
                <a:lnTo>
                  <a:pt x="1392064" y="428330"/>
                </a:lnTo>
                <a:lnTo>
                  <a:pt x="1394254" y="427069"/>
                </a:lnTo>
                <a:lnTo>
                  <a:pt x="1394984" y="427537"/>
                </a:lnTo>
                <a:lnTo>
                  <a:pt x="1395714" y="425299"/>
                </a:lnTo>
                <a:lnTo>
                  <a:pt x="1396444" y="425228"/>
                </a:lnTo>
                <a:lnTo>
                  <a:pt x="1397174" y="419936"/>
                </a:lnTo>
                <a:lnTo>
                  <a:pt x="1397904" y="426567"/>
                </a:lnTo>
                <a:lnTo>
                  <a:pt x="1399364" y="422946"/>
                </a:lnTo>
                <a:lnTo>
                  <a:pt x="1400094" y="422666"/>
                </a:lnTo>
                <a:lnTo>
                  <a:pt x="1401554" y="429932"/>
                </a:lnTo>
                <a:lnTo>
                  <a:pt x="1403014" y="425880"/>
                </a:lnTo>
                <a:lnTo>
                  <a:pt x="1405934" y="419291"/>
                </a:lnTo>
                <a:lnTo>
                  <a:pt x="1406664" y="420071"/>
                </a:lnTo>
                <a:lnTo>
                  <a:pt x="1411774" y="426427"/>
                </a:lnTo>
                <a:lnTo>
                  <a:pt x="1424183" y="418561"/>
                </a:lnTo>
                <a:lnTo>
                  <a:pt x="1424913" y="421904"/>
                </a:lnTo>
                <a:lnTo>
                  <a:pt x="1426373" y="416873"/>
                </a:lnTo>
                <a:lnTo>
                  <a:pt x="1427833" y="415550"/>
                </a:lnTo>
                <a:lnTo>
                  <a:pt x="1428563" y="416644"/>
                </a:lnTo>
                <a:lnTo>
                  <a:pt x="1430023" y="418450"/>
                </a:lnTo>
                <a:lnTo>
                  <a:pt x="1431483" y="417438"/>
                </a:lnTo>
                <a:lnTo>
                  <a:pt x="1434403" y="418705"/>
                </a:lnTo>
                <a:lnTo>
                  <a:pt x="1435133" y="418785"/>
                </a:lnTo>
                <a:lnTo>
                  <a:pt x="1439513" y="427139"/>
                </a:lnTo>
                <a:lnTo>
                  <a:pt x="1440243" y="427765"/>
                </a:lnTo>
                <a:lnTo>
                  <a:pt x="1442433" y="416862"/>
                </a:lnTo>
                <a:lnTo>
                  <a:pt x="1443163" y="420121"/>
                </a:lnTo>
                <a:lnTo>
                  <a:pt x="1448272" y="437933"/>
                </a:lnTo>
                <a:lnTo>
                  <a:pt x="1449002" y="435366"/>
                </a:lnTo>
                <a:lnTo>
                  <a:pt x="1450462" y="436638"/>
                </a:lnTo>
                <a:lnTo>
                  <a:pt x="1452652" y="443265"/>
                </a:lnTo>
                <a:lnTo>
                  <a:pt x="1453382" y="438583"/>
                </a:lnTo>
                <a:lnTo>
                  <a:pt x="1454112" y="435292"/>
                </a:lnTo>
                <a:lnTo>
                  <a:pt x="1455572" y="439290"/>
                </a:lnTo>
                <a:lnTo>
                  <a:pt x="1457032" y="438577"/>
                </a:lnTo>
                <a:lnTo>
                  <a:pt x="1457762" y="442069"/>
                </a:lnTo>
                <a:lnTo>
                  <a:pt x="1459952" y="440232"/>
                </a:lnTo>
                <a:lnTo>
                  <a:pt x="1461412" y="443532"/>
                </a:lnTo>
                <a:lnTo>
                  <a:pt x="1462142" y="440680"/>
                </a:lnTo>
                <a:lnTo>
                  <a:pt x="1462872" y="438872"/>
                </a:lnTo>
                <a:lnTo>
                  <a:pt x="1463602" y="443024"/>
                </a:lnTo>
                <a:lnTo>
                  <a:pt x="1468712" y="443498"/>
                </a:lnTo>
                <a:lnTo>
                  <a:pt x="1469442" y="441252"/>
                </a:lnTo>
                <a:lnTo>
                  <a:pt x="1470902" y="444878"/>
                </a:lnTo>
                <a:lnTo>
                  <a:pt x="1473092" y="445489"/>
                </a:lnTo>
                <a:lnTo>
                  <a:pt x="1473822" y="441480"/>
                </a:lnTo>
                <a:lnTo>
                  <a:pt x="1475281" y="445468"/>
                </a:lnTo>
                <a:lnTo>
                  <a:pt x="1478931" y="444390"/>
                </a:lnTo>
                <a:lnTo>
                  <a:pt x="1479661" y="442987"/>
                </a:lnTo>
                <a:lnTo>
                  <a:pt x="1481121" y="444294"/>
                </a:lnTo>
                <a:lnTo>
                  <a:pt x="1489151" y="444910"/>
                </a:lnTo>
                <a:lnTo>
                  <a:pt x="1490611" y="441267"/>
                </a:lnTo>
                <a:lnTo>
                  <a:pt x="1491341" y="444398"/>
                </a:lnTo>
                <a:lnTo>
                  <a:pt x="1495721" y="446471"/>
                </a:lnTo>
                <a:lnTo>
                  <a:pt x="1496451" y="444964"/>
                </a:lnTo>
                <a:lnTo>
                  <a:pt x="1497181" y="446392"/>
                </a:lnTo>
                <a:lnTo>
                  <a:pt x="1497911" y="450745"/>
                </a:lnTo>
                <a:lnTo>
                  <a:pt x="1499371" y="449579"/>
                </a:lnTo>
                <a:lnTo>
                  <a:pt x="1500831" y="445919"/>
                </a:lnTo>
                <a:lnTo>
                  <a:pt x="1501561" y="448880"/>
                </a:lnTo>
                <a:lnTo>
                  <a:pt x="1503750" y="455871"/>
                </a:lnTo>
                <a:lnTo>
                  <a:pt x="1505210" y="454885"/>
                </a:lnTo>
                <a:lnTo>
                  <a:pt x="1505940" y="453764"/>
                </a:lnTo>
                <a:lnTo>
                  <a:pt x="1506670" y="455768"/>
                </a:lnTo>
                <a:lnTo>
                  <a:pt x="1507400" y="457411"/>
                </a:lnTo>
                <a:lnTo>
                  <a:pt x="1508130" y="452748"/>
                </a:lnTo>
                <a:lnTo>
                  <a:pt x="1508860" y="448568"/>
                </a:lnTo>
                <a:lnTo>
                  <a:pt x="1511050" y="449168"/>
                </a:lnTo>
                <a:lnTo>
                  <a:pt x="1512510" y="447988"/>
                </a:lnTo>
                <a:lnTo>
                  <a:pt x="1514700" y="460804"/>
                </a:lnTo>
                <a:lnTo>
                  <a:pt x="1515430" y="454526"/>
                </a:lnTo>
                <a:lnTo>
                  <a:pt x="1516160" y="451140"/>
                </a:lnTo>
                <a:lnTo>
                  <a:pt x="1516890" y="458204"/>
                </a:lnTo>
                <a:lnTo>
                  <a:pt x="1521270" y="475895"/>
                </a:lnTo>
                <a:lnTo>
                  <a:pt x="1535140" y="493145"/>
                </a:lnTo>
                <a:lnTo>
                  <a:pt x="1535870" y="490261"/>
                </a:lnTo>
                <a:lnTo>
                  <a:pt x="1538789" y="502652"/>
                </a:lnTo>
                <a:lnTo>
                  <a:pt x="1540979" y="504999"/>
                </a:lnTo>
                <a:lnTo>
                  <a:pt x="1543899" y="519594"/>
                </a:lnTo>
                <a:lnTo>
                  <a:pt x="1544629" y="518004"/>
                </a:lnTo>
                <a:lnTo>
                  <a:pt x="1545359" y="515548"/>
                </a:lnTo>
                <a:lnTo>
                  <a:pt x="1546089" y="518937"/>
                </a:lnTo>
                <a:lnTo>
                  <a:pt x="1550469" y="535813"/>
                </a:lnTo>
                <a:lnTo>
                  <a:pt x="1554849" y="537706"/>
                </a:lnTo>
                <a:lnTo>
                  <a:pt x="1557039" y="543863"/>
                </a:lnTo>
                <a:lnTo>
                  <a:pt x="1561419" y="553469"/>
                </a:lnTo>
                <a:lnTo>
                  <a:pt x="1562149" y="554041"/>
                </a:lnTo>
                <a:lnTo>
                  <a:pt x="1563609" y="544447"/>
                </a:lnTo>
                <a:lnTo>
                  <a:pt x="1565069" y="549112"/>
                </a:lnTo>
                <a:lnTo>
                  <a:pt x="1573098" y="596141"/>
                </a:lnTo>
                <a:lnTo>
                  <a:pt x="1573828" y="595856"/>
                </a:lnTo>
                <a:lnTo>
                  <a:pt x="1584048" y="611014"/>
                </a:lnTo>
                <a:lnTo>
                  <a:pt x="1584778" y="606844"/>
                </a:lnTo>
                <a:lnTo>
                  <a:pt x="1585508" y="607938"/>
                </a:lnTo>
                <a:lnTo>
                  <a:pt x="1589888" y="626356"/>
                </a:lnTo>
                <a:lnTo>
                  <a:pt x="1590618" y="628613"/>
                </a:lnTo>
                <a:lnTo>
                  <a:pt x="1591348" y="625764"/>
                </a:lnTo>
                <a:lnTo>
                  <a:pt x="1593538" y="613716"/>
                </a:lnTo>
                <a:lnTo>
                  <a:pt x="1594997" y="618697"/>
                </a:lnTo>
                <a:lnTo>
                  <a:pt x="1595727" y="618975"/>
                </a:lnTo>
                <a:lnTo>
                  <a:pt x="1596457" y="616687"/>
                </a:lnTo>
                <a:lnTo>
                  <a:pt x="1597917" y="614081"/>
                </a:lnTo>
                <a:lnTo>
                  <a:pt x="1603027" y="598614"/>
                </a:lnTo>
                <a:lnTo>
                  <a:pt x="1606677" y="601707"/>
                </a:lnTo>
                <a:lnTo>
                  <a:pt x="1608137" y="598985"/>
                </a:lnTo>
                <a:lnTo>
                  <a:pt x="1608867" y="601595"/>
                </a:lnTo>
                <a:lnTo>
                  <a:pt x="1612517" y="603706"/>
                </a:lnTo>
                <a:lnTo>
                  <a:pt x="1613977" y="599918"/>
                </a:lnTo>
                <a:lnTo>
                  <a:pt x="1614707" y="598121"/>
                </a:lnTo>
                <a:lnTo>
                  <a:pt x="1615437" y="599465"/>
                </a:lnTo>
                <a:lnTo>
                  <a:pt x="1616897" y="605327"/>
                </a:lnTo>
                <a:lnTo>
                  <a:pt x="1617627" y="600829"/>
                </a:lnTo>
                <a:lnTo>
                  <a:pt x="1619087" y="594216"/>
                </a:lnTo>
                <a:lnTo>
                  <a:pt x="1619817" y="596593"/>
                </a:lnTo>
                <a:lnTo>
                  <a:pt x="1629306" y="622942"/>
                </a:lnTo>
                <a:lnTo>
                  <a:pt x="1630036" y="620790"/>
                </a:lnTo>
                <a:lnTo>
                  <a:pt x="1631496" y="624434"/>
                </a:lnTo>
                <a:lnTo>
                  <a:pt x="1638066" y="633138"/>
                </a:lnTo>
                <a:lnTo>
                  <a:pt x="1641716" y="636657"/>
                </a:lnTo>
                <a:lnTo>
                  <a:pt x="1643176" y="641262"/>
                </a:lnTo>
                <a:lnTo>
                  <a:pt x="1643906" y="638505"/>
                </a:lnTo>
                <a:lnTo>
                  <a:pt x="1645366" y="637045"/>
                </a:lnTo>
                <a:lnTo>
                  <a:pt x="1646096" y="638088"/>
                </a:lnTo>
                <a:lnTo>
                  <a:pt x="1650476" y="653160"/>
                </a:lnTo>
                <a:lnTo>
                  <a:pt x="1651206" y="650187"/>
                </a:lnTo>
                <a:lnTo>
                  <a:pt x="1651936" y="648061"/>
                </a:lnTo>
                <a:lnTo>
                  <a:pt x="1653396" y="649759"/>
                </a:lnTo>
                <a:lnTo>
                  <a:pt x="1657776" y="656009"/>
                </a:lnTo>
                <a:lnTo>
                  <a:pt x="1660695" y="651662"/>
                </a:lnTo>
                <a:lnTo>
                  <a:pt x="1662155" y="652166"/>
                </a:lnTo>
                <a:lnTo>
                  <a:pt x="1664345" y="643635"/>
                </a:lnTo>
                <a:lnTo>
                  <a:pt x="1665075" y="646376"/>
                </a:lnTo>
                <a:lnTo>
                  <a:pt x="1666535" y="651113"/>
                </a:lnTo>
                <a:lnTo>
                  <a:pt x="1667995" y="648835"/>
                </a:lnTo>
                <a:lnTo>
                  <a:pt x="1670185" y="648307"/>
                </a:lnTo>
                <a:lnTo>
                  <a:pt x="1672375" y="650952"/>
                </a:lnTo>
                <a:lnTo>
                  <a:pt x="1673105" y="650224"/>
                </a:lnTo>
                <a:lnTo>
                  <a:pt x="1675295" y="646994"/>
                </a:lnTo>
                <a:lnTo>
                  <a:pt x="1676025" y="649749"/>
                </a:lnTo>
                <a:lnTo>
                  <a:pt x="1677485" y="648157"/>
                </a:lnTo>
                <a:lnTo>
                  <a:pt x="1680405" y="653482"/>
                </a:lnTo>
                <a:lnTo>
                  <a:pt x="1682595" y="647714"/>
                </a:lnTo>
                <a:lnTo>
                  <a:pt x="1684055" y="649113"/>
                </a:lnTo>
                <a:lnTo>
                  <a:pt x="1687704" y="652161"/>
                </a:lnTo>
                <a:lnTo>
                  <a:pt x="1690624" y="652173"/>
                </a:lnTo>
                <a:lnTo>
                  <a:pt x="1691354" y="648761"/>
                </a:lnTo>
                <a:lnTo>
                  <a:pt x="1692814" y="653498"/>
                </a:lnTo>
                <a:lnTo>
                  <a:pt x="1693544" y="653869"/>
                </a:lnTo>
                <a:lnTo>
                  <a:pt x="1697194" y="648272"/>
                </a:lnTo>
                <a:lnTo>
                  <a:pt x="1699384" y="652804"/>
                </a:lnTo>
                <a:lnTo>
                  <a:pt x="1700114" y="651673"/>
                </a:lnTo>
                <a:lnTo>
                  <a:pt x="1702304" y="646626"/>
                </a:lnTo>
                <a:lnTo>
                  <a:pt x="1703034" y="647105"/>
                </a:lnTo>
                <a:lnTo>
                  <a:pt x="1711794" y="659906"/>
                </a:lnTo>
                <a:lnTo>
                  <a:pt x="1712524" y="657698"/>
                </a:lnTo>
                <a:lnTo>
                  <a:pt x="1716173" y="649197"/>
                </a:lnTo>
                <a:lnTo>
                  <a:pt x="1719093" y="647165"/>
                </a:lnTo>
                <a:lnTo>
                  <a:pt x="1730043" y="658059"/>
                </a:lnTo>
                <a:lnTo>
                  <a:pt x="1730773" y="654131"/>
                </a:lnTo>
                <a:lnTo>
                  <a:pt x="1734423" y="639963"/>
                </a:lnTo>
                <a:lnTo>
                  <a:pt x="1735153" y="639962"/>
                </a:lnTo>
                <a:lnTo>
                  <a:pt x="1735883" y="645422"/>
                </a:lnTo>
                <a:lnTo>
                  <a:pt x="1738073" y="645100"/>
                </a:lnTo>
                <a:lnTo>
                  <a:pt x="1741723" y="649113"/>
                </a:lnTo>
                <a:lnTo>
                  <a:pt x="1742453" y="646681"/>
                </a:lnTo>
                <a:lnTo>
                  <a:pt x="1743913" y="642426"/>
                </a:lnTo>
                <a:lnTo>
                  <a:pt x="1745373" y="645707"/>
                </a:lnTo>
                <a:lnTo>
                  <a:pt x="1746103" y="646166"/>
                </a:lnTo>
                <a:lnTo>
                  <a:pt x="1749023" y="636806"/>
                </a:lnTo>
                <a:lnTo>
                  <a:pt x="1749752" y="638695"/>
                </a:lnTo>
                <a:lnTo>
                  <a:pt x="1753402" y="628139"/>
                </a:lnTo>
                <a:lnTo>
                  <a:pt x="1754132" y="631540"/>
                </a:lnTo>
                <a:lnTo>
                  <a:pt x="1757052" y="633849"/>
                </a:lnTo>
                <a:lnTo>
                  <a:pt x="1757782" y="631078"/>
                </a:lnTo>
                <a:lnTo>
                  <a:pt x="1759972" y="631833"/>
                </a:lnTo>
                <a:lnTo>
                  <a:pt x="1762892" y="634489"/>
                </a:lnTo>
                <a:lnTo>
                  <a:pt x="1767272" y="628750"/>
                </a:lnTo>
                <a:lnTo>
                  <a:pt x="1770922" y="638937"/>
                </a:lnTo>
                <a:lnTo>
                  <a:pt x="1771652" y="636297"/>
                </a:lnTo>
                <a:lnTo>
                  <a:pt x="1773842" y="628700"/>
                </a:lnTo>
                <a:lnTo>
                  <a:pt x="1774572" y="630866"/>
                </a:lnTo>
                <a:lnTo>
                  <a:pt x="1775302" y="629488"/>
                </a:lnTo>
                <a:lnTo>
                  <a:pt x="1776032" y="631615"/>
                </a:lnTo>
                <a:lnTo>
                  <a:pt x="1777492" y="635993"/>
                </a:lnTo>
                <a:lnTo>
                  <a:pt x="1779681" y="634769"/>
                </a:lnTo>
                <a:lnTo>
                  <a:pt x="1781141" y="639543"/>
                </a:lnTo>
                <a:lnTo>
                  <a:pt x="1782601" y="638571"/>
                </a:lnTo>
                <a:lnTo>
                  <a:pt x="1786251" y="634699"/>
                </a:lnTo>
                <a:lnTo>
                  <a:pt x="1787711" y="633429"/>
                </a:lnTo>
                <a:lnTo>
                  <a:pt x="1790631" y="638751"/>
                </a:lnTo>
                <a:lnTo>
                  <a:pt x="1792821" y="633381"/>
                </a:lnTo>
                <a:lnTo>
                  <a:pt x="1793551" y="635579"/>
                </a:lnTo>
                <a:lnTo>
                  <a:pt x="1794281" y="638441"/>
                </a:lnTo>
                <a:lnTo>
                  <a:pt x="1795741" y="634529"/>
                </a:lnTo>
                <a:lnTo>
                  <a:pt x="1797201" y="636597"/>
                </a:lnTo>
                <a:lnTo>
                  <a:pt x="1797931" y="633435"/>
                </a:lnTo>
                <a:lnTo>
                  <a:pt x="1798661" y="633648"/>
                </a:lnTo>
                <a:lnTo>
                  <a:pt x="1800121" y="624014"/>
                </a:lnTo>
                <a:lnTo>
                  <a:pt x="1800851" y="629953"/>
                </a:lnTo>
                <a:lnTo>
                  <a:pt x="1801581" y="632089"/>
                </a:lnTo>
                <a:lnTo>
                  <a:pt x="1802311" y="627216"/>
                </a:lnTo>
                <a:lnTo>
                  <a:pt x="1803771" y="624500"/>
                </a:lnTo>
                <a:lnTo>
                  <a:pt x="1805231" y="633879"/>
                </a:lnTo>
                <a:lnTo>
                  <a:pt x="1807421" y="632641"/>
                </a:lnTo>
                <a:lnTo>
                  <a:pt x="1808150" y="633329"/>
                </a:lnTo>
                <a:lnTo>
                  <a:pt x="1809610" y="627365"/>
                </a:lnTo>
                <a:lnTo>
                  <a:pt x="1810340" y="628619"/>
                </a:lnTo>
                <a:lnTo>
                  <a:pt x="1813260" y="632513"/>
                </a:lnTo>
                <a:lnTo>
                  <a:pt x="1816180" y="618009"/>
                </a:lnTo>
                <a:lnTo>
                  <a:pt x="1816910" y="624821"/>
                </a:lnTo>
                <a:lnTo>
                  <a:pt x="1819100" y="623307"/>
                </a:lnTo>
                <a:lnTo>
                  <a:pt x="1819830" y="626155"/>
                </a:lnTo>
                <a:lnTo>
                  <a:pt x="1825670" y="635442"/>
                </a:lnTo>
                <a:lnTo>
                  <a:pt x="1826400" y="630677"/>
                </a:lnTo>
                <a:lnTo>
                  <a:pt x="1828590" y="617002"/>
                </a:lnTo>
                <a:lnTo>
                  <a:pt x="1829320" y="621719"/>
                </a:lnTo>
                <a:lnTo>
                  <a:pt x="1830780" y="629782"/>
                </a:lnTo>
                <a:lnTo>
                  <a:pt x="1832970" y="629397"/>
                </a:lnTo>
                <a:lnTo>
                  <a:pt x="1833700" y="628225"/>
                </a:lnTo>
                <a:lnTo>
                  <a:pt x="1834430" y="630659"/>
                </a:lnTo>
                <a:lnTo>
                  <a:pt x="1835160" y="631265"/>
                </a:lnTo>
                <a:lnTo>
                  <a:pt x="1838809" y="620826"/>
                </a:lnTo>
                <a:lnTo>
                  <a:pt x="1841000" y="629362"/>
                </a:lnTo>
                <a:lnTo>
                  <a:pt x="1841729" y="625311"/>
                </a:lnTo>
                <a:lnTo>
                  <a:pt x="1842459" y="620168"/>
                </a:lnTo>
                <a:lnTo>
                  <a:pt x="1843189" y="626433"/>
                </a:lnTo>
                <a:lnTo>
                  <a:pt x="1844649" y="622932"/>
                </a:lnTo>
                <a:lnTo>
                  <a:pt x="1845379" y="619019"/>
                </a:lnTo>
                <a:lnTo>
                  <a:pt x="1846109" y="620143"/>
                </a:lnTo>
                <a:lnTo>
                  <a:pt x="1847569" y="627157"/>
                </a:lnTo>
                <a:lnTo>
                  <a:pt x="1849029" y="625199"/>
                </a:lnTo>
                <a:lnTo>
                  <a:pt x="1850489" y="619753"/>
                </a:lnTo>
                <a:lnTo>
                  <a:pt x="1851219" y="620257"/>
                </a:lnTo>
                <a:lnTo>
                  <a:pt x="1853409" y="629128"/>
                </a:lnTo>
                <a:lnTo>
                  <a:pt x="1856329" y="615045"/>
                </a:lnTo>
                <a:lnTo>
                  <a:pt x="1857059" y="617209"/>
                </a:lnTo>
                <a:lnTo>
                  <a:pt x="1857789" y="617981"/>
                </a:lnTo>
                <a:lnTo>
                  <a:pt x="1858519" y="615787"/>
                </a:lnTo>
                <a:lnTo>
                  <a:pt x="1865819" y="609285"/>
                </a:lnTo>
                <a:lnTo>
                  <a:pt x="1870199" y="599828"/>
                </a:lnTo>
                <a:lnTo>
                  <a:pt x="1870928" y="596810"/>
                </a:lnTo>
                <a:lnTo>
                  <a:pt x="1871658" y="600144"/>
                </a:lnTo>
                <a:lnTo>
                  <a:pt x="1875308" y="607305"/>
                </a:lnTo>
                <a:lnTo>
                  <a:pt x="1880418" y="589336"/>
                </a:lnTo>
                <a:lnTo>
                  <a:pt x="1881878" y="591393"/>
                </a:lnTo>
                <a:lnTo>
                  <a:pt x="1882608" y="589498"/>
                </a:lnTo>
                <a:lnTo>
                  <a:pt x="1884068" y="584689"/>
                </a:lnTo>
                <a:lnTo>
                  <a:pt x="1885528" y="587384"/>
                </a:lnTo>
                <a:lnTo>
                  <a:pt x="1888448" y="586736"/>
                </a:lnTo>
                <a:lnTo>
                  <a:pt x="1892098" y="580733"/>
                </a:lnTo>
                <a:lnTo>
                  <a:pt x="1893558" y="581855"/>
                </a:lnTo>
                <a:lnTo>
                  <a:pt x="1895018" y="589438"/>
                </a:lnTo>
                <a:lnTo>
                  <a:pt x="1896478" y="584736"/>
                </a:lnTo>
                <a:lnTo>
                  <a:pt x="1897208" y="582802"/>
                </a:lnTo>
                <a:lnTo>
                  <a:pt x="1897938" y="585294"/>
                </a:lnTo>
                <a:lnTo>
                  <a:pt x="1900857" y="590817"/>
                </a:lnTo>
                <a:lnTo>
                  <a:pt x="1901587" y="588356"/>
                </a:lnTo>
                <a:lnTo>
                  <a:pt x="1903777" y="580974"/>
                </a:lnTo>
                <a:lnTo>
                  <a:pt x="1905237" y="582821"/>
                </a:lnTo>
                <a:lnTo>
                  <a:pt x="1905967" y="585859"/>
                </a:lnTo>
                <a:lnTo>
                  <a:pt x="1907427" y="580679"/>
                </a:lnTo>
                <a:lnTo>
                  <a:pt x="1908157" y="579202"/>
                </a:lnTo>
                <a:lnTo>
                  <a:pt x="1908887" y="580544"/>
                </a:lnTo>
                <a:lnTo>
                  <a:pt x="1909617" y="582709"/>
                </a:lnTo>
                <a:lnTo>
                  <a:pt x="1911807" y="581563"/>
                </a:lnTo>
                <a:lnTo>
                  <a:pt x="1912537" y="582290"/>
                </a:lnTo>
                <a:lnTo>
                  <a:pt x="1913267" y="580526"/>
                </a:lnTo>
                <a:lnTo>
                  <a:pt x="1916187" y="576760"/>
                </a:lnTo>
                <a:lnTo>
                  <a:pt x="1916917" y="577820"/>
                </a:lnTo>
                <a:lnTo>
                  <a:pt x="1917647" y="578421"/>
                </a:lnTo>
                <a:lnTo>
                  <a:pt x="1919837" y="568813"/>
                </a:lnTo>
                <a:lnTo>
                  <a:pt x="1920567" y="571080"/>
                </a:lnTo>
                <a:lnTo>
                  <a:pt x="1922027" y="573570"/>
                </a:lnTo>
                <a:lnTo>
                  <a:pt x="1923487" y="572621"/>
                </a:lnTo>
                <a:lnTo>
                  <a:pt x="1925677" y="575918"/>
                </a:lnTo>
                <a:lnTo>
                  <a:pt x="1926407" y="572890"/>
                </a:lnTo>
                <a:lnTo>
                  <a:pt x="1927137" y="568404"/>
                </a:lnTo>
                <a:lnTo>
                  <a:pt x="1928596" y="575733"/>
                </a:lnTo>
                <a:lnTo>
                  <a:pt x="1929326" y="577300"/>
                </a:lnTo>
                <a:lnTo>
                  <a:pt x="1930786" y="574848"/>
                </a:lnTo>
                <a:lnTo>
                  <a:pt x="1931516" y="573267"/>
                </a:lnTo>
                <a:lnTo>
                  <a:pt x="1932246" y="574665"/>
                </a:lnTo>
                <a:lnTo>
                  <a:pt x="1934436" y="580990"/>
                </a:lnTo>
                <a:lnTo>
                  <a:pt x="1935166" y="579775"/>
                </a:lnTo>
                <a:lnTo>
                  <a:pt x="1935896" y="577195"/>
                </a:lnTo>
                <a:lnTo>
                  <a:pt x="1937356" y="581407"/>
                </a:lnTo>
                <a:lnTo>
                  <a:pt x="1938086" y="580893"/>
                </a:lnTo>
                <a:lnTo>
                  <a:pt x="1939546" y="572223"/>
                </a:lnTo>
                <a:lnTo>
                  <a:pt x="1940276" y="576911"/>
                </a:lnTo>
                <a:lnTo>
                  <a:pt x="1941006" y="581068"/>
                </a:lnTo>
                <a:lnTo>
                  <a:pt x="1942466" y="577431"/>
                </a:lnTo>
                <a:lnTo>
                  <a:pt x="1943926" y="574224"/>
                </a:lnTo>
                <a:lnTo>
                  <a:pt x="1944656" y="576980"/>
                </a:lnTo>
                <a:lnTo>
                  <a:pt x="1948306" y="583128"/>
                </a:lnTo>
                <a:lnTo>
                  <a:pt x="1953416" y="583368"/>
                </a:lnTo>
                <a:lnTo>
                  <a:pt x="1957066" y="573302"/>
                </a:lnTo>
                <a:lnTo>
                  <a:pt x="1957796" y="575234"/>
                </a:lnTo>
                <a:lnTo>
                  <a:pt x="1959256" y="576563"/>
                </a:lnTo>
                <a:lnTo>
                  <a:pt x="1962905" y="577207"/>
                </a:lnTo>
                <a:lnTo>
                  <a:pt x="1968745" y="573640"/>
                </a:lnTo>
                <a:lnTo>
                  <a:pt x="1970205" y="578251"/>
                </a:lnTo>
                <a:lnTo>
                  <a:pt x="1970935" y="576970"/>
                </a:lnTo>
                <a:lnTo>
                  <a:pt x="1973125" y="572051"/>
                </a:lnTo>
                <a:lnTo>
                  <a:pt x="1973855" y="573809"/>
                </a:lnTo>
                <a:lnTo>
                  <a:pt x="1976045" y="572455"/>
                </a:lnTo>
                <a:lnTo>
                  <a:pt x="1979695" y="571008"/>
                </a:lnTo>
                <a:lnTo>
                  <a:pt x="1983345" y="575823"/>
                </a:lnTo>
                <a:lnTo>
                  <a:pt x="1986995" y="582692"/>
                </a:lnTo>
                <a:lnTo>
                  <a:pt x="1987725" y="582174"/>
                </a:lnTo>
                <a:lnTo>
                  <a:pt x="1989185" y="567499"/>
                </a:lnTo>
                <a:lnTo>
                  <a:pt x="1990645" y="578980"/>
                </a:lnTo>
                <a:lnTo>
                  <a:pt x="1991374" y="584467"/>
                </a:lnTo>
                <a:lnTo>
                  <a:pt x="1992834" y="577903"/>
                </a:lnTo>
                <a:lnTo>
                  <a:pt x="1995754" y="570872"/>
                </a:lnTo>
                <a:lnTo>
                  <a:pt x="1998674" y="561981"/>
                </a:lnTo>
                <a:lnTo>
                  <a:pt x="2000864" y="563373"/>
                </a:lnTo>
                <a:lnTo>
                  <a:pt x="2003054" y="567422"/>
                </a:lnTo>
                <a:lnTo>
                  <a:pt x="2003784" y="567154"/>
                </a:lnTo>
                <a:lnTo>
                  <a:pt x="2008164" y="557800"/>
                </a:lnTo>
                <a:lnTo>
                  <a:pt x="2010354" y="559322"/>
                </a:lnTo>
                <a:lnTo>
                  <a:pt x="2011084" y="562246"/>
                </a:lnTo>
                <a:lnTo>
                  <a:pt x="2013274" y="560666"/>
                </a:lnTo>
                <a:lnTo>
                  <a:pt x="2016194" y="559257"/>
                </a:lnTo>
                <a:lnTo>
                  <a:pt x="2016924" y="561298"/>
                </a:lnTo>
                <a:lnTo>
                  <a:pt x="2018384" y="562365"/>
                </a:lnTo>
                <a:lnTo>
                  <a:pt x="2019114" y="560869"/>
                </a:lnTo>
                <a:lnTo>
                  <a:pt x="2019844" y="558906"/>
                </a:lnTo>
                <a:lnTo>
                  <a:pt x="2020573" y="561441"/>
                </a:lnTo>
                <a:lnTo>
                  <a:pt x="2021303" y="560708"/>
                </a:lnTo>
                <a:lnTo>
                  <a:pt x="2024223" y="561003"/>
                </a:lnTo>
                <a:lnTo>
                  <a:pt x="2024953" y="560513"/>
                </a:lnTo>
                <a:lnTo>
                  <a:pt x="2025683" y="563569"/>
                </a:lnTo>
                <a:lnTo>
                  <a:pt x="2027873" y="562359"/>
                </a:lnTo>
                <a:lnTo>
                  <a:pt x="2030063" y="562593"/>
                </a:lnTo>
                <a:lnTo>
                  <a:pt x="2034443" y="555818"/>
                </a:lnTo>
                <a:lnTo>
                  <a:pt x="2038823" y="556626"/>
                </a:lnTo>
                <a:lnTo>
                  <a:pt x="2041013" y="557347"/>
                </a:lnTo>
                <a:lnTo>
                  <a:pt x="2044663" y="554594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88"/>
          <p:cNvSpPr/>
          <p:nvPr/>
        </p:nvSpPr>
        <p:spPr>
          <a:xfrm>
            <a:off x="853440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path 89"/>
          <p:cNvSpPr/>
          <p:nvPr/>
        </p:nvSpPr>
        <p:spPr>
          <a:xfrm>
            <a:off x="3102569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path 90"/>
          <p:cNvSpPr/>
          <p:nvPr/>
        </p:nvSpPr>
        <p:spPr>
          <a:xfrm>
            <a:off x="853440" y="5794077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path 91"/>
          <p:cNvSpPr/>
          <p:nvPr/>
        </p:nvSpPr>
        <p:spPr>
          <a:xfrm>
            <a:off x="853440" y="4619069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path 92"/>
          <p:cNvSpPr/>
          <p:nvPr/>
        </p:nvSpPr>
        <p:spPr>
          <a:xfrm>
            <a:off x="3822290" y="2843240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path 93"/>
          <p:cNvSpPr/>
          <p:nvPr/>
        </p:nvSpPr>
        <p:spPr>
          <a:xfrm>
            <a:off x="3924523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path 94"/>
          <p:cNvSpPr/>
          <p:nvPr/>
        </p:nvSpPr>
        <p:spPr>
          <a:xfrm>
            <a:off x="3924523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88998" y="4164649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38" name="Editable path 95"/>
          <p:cNvSpPr/>
          <p:nvPr/>
        </p:nvSpPr>
        <p:spPr>
          <a:xfrm>
            <a:off x="4654499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path 96"/>
          <p:cNvSpPr/>
          <p:nvPr/>
        </p:nvSpPr>
        <p:spPr>
          <a:xfrm>
            <a:off x="4654499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583450" y="4164649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41" name="Editable path 97"/>
          <p:cNvSpPr/>
          <p:nvPr/>
        </p:nvSpPr>
        <p:spPr>
          <a:xfrm>
            <a:off x="5384475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path 98"/>
          <p:cNvSpPr/>
          <p:nvPr/>
        </p:nvSpPr>
        <p:spPr>
          <a:xfrm>
            <a:off x="5384475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313426" y="4164649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44" name="Editable path 99"/>
          <p:cNvSpPr/>
          <p:nvPr/>
        </p:nvSpPr>
        <p:spPr>
          <a:xfrm>
            <a:off x="3822290" y="3988232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path 100"/>
          <p:cNvSpPr/>
          <p:nvPr/>
        </p:nvSpPr>
        <p:spPr>
          <a:xfrm>
            <a:off x="3739400" y="3988232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346040" y="3920376"/>
            <a:ext cx="346008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−100</a:t>
            </a:r>
          </a:p>
        </p:txBody>
      </p:sp>
      <p:sp>
        <p:nvSpPr>
          <p:cNvPr id="147" name="Editable path 101"/>
          <p:cNvSpPr/>
          <p:nvPr/>
        </p:nvSpPr>
        <p:spPr>
          <a:xfrm>
            <a:off x="3822290" y="3477194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path 102"/>
          <p:cNvSpPr/>
          <p:nvPr/>
        </p:nvSpPr>
        <p:spPr>
          <a:xfrm>
            <a:off x="3739400" y="3477194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585460" y="3409338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50" name="Editable path 103"/>
          <p:cNvSpPr/>
          <p:nvPr/>
        </p:nvSpPr>
        <p:spPr>
          <a:xfrm>
            <a:off x="3822290" y="2966156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path 104"/>
          <p:cNvSpPr/>
          <p:nvPr/>
        </p:nvSpPr>
        <p:spPr>
          <a:xfrm>
            <a:off x="3739400" y="2966156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43362" y="2898299"/>
            <a:ext cx="248671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153" name="Editable path 105"/>
          <p:cNvSpPr/>
          <p:nvPr/>
        </p:nvSpPr>
        <p:spPr>
          <a:xfrm>
            <a:off x="3924523" y="3098185"/>
            <a:ext cx="2044663" cy="822155"/>
          </a:xfrm>
          <a:custGeom>
            <a:avLst/>
            <a:gdLst/>
            <a:ahLst/>
            <a:cxnLst/>
            <a:rect l="l" t="t" r="r" b="b"/>
            <a:pathLst>
              <a:path w="2044663" h="822155">
                <a:moveTo>
                  <a:pt x="0" y="421159"/>
                </a:moveTo>
                <a:lnTo>
                  <a:pt x="730" y="422504"/>
                </a:lnTo>
                <a:lnTo>
                  <a:pt x="1460" y="420019"/>
                </a:lnTo>
                <a:lnTo>
                  <a:pt x="2190" y="418523"/>
                </a:lnTo>
                <a:lnTo>
                  <a:pt x="2920" y="421703"/>
                </a:lnTo>
                <a:lnTo>
                  <a:pt x="3650" y="425196"/>
                </a:lnTo>
                <a:lnTo>
                  <a:pt x="4380" y="420545"/>
                </a:lnTo>
                <a:lnTo>
                  <a:pt x="5840" y="416255"/>
                </a:lnTo>
                <a:lnTo>
                  <a:pt x="8030" y="438005"/>
                </a:lnTo>
                <a:lnTo>
                  <a:pt x="8760" y="420791"/>
                </a:lnTo>
                <a:lnTo>
                  <a:pt x="10950" y="425946"/>
                </a:lnTo>
                <a:lnTo>
                  <a:pt x="12410" y="429560"/>
                </a:lnTo>
                <a:lnTo>
                  <a:pt x="13140" y="428724"/>
                </a:lnTo>
                <a:lnTo>
                  <a:pt x="15330" y="413267"/>
                </a:lnTo>
                <a:lnTo>
                  <a:pt x="16060" y="414748"/>
                </a:lnTo>
                <a:lnTo>
                  <a:pt x="16790" y="429491"/>
                </a:lnTo>
                <a:lnTo>
                  <a:pt x="17520" y="418157"/>
                </a:lnTo>
                <a:lnTo>
                  <a:pt x="18980" y="388288"/>
                </a:lnTo>
                <a:lnTo>
                  <a:pt x="20440" y="410529"/>
                </a:lnTo>
                <a:lnTo>
                  <a:pt x="21170" y="409572"/>
                </a:lnTo>
                <a:lnTo>
                  <a:pt x="23360" y="435731"/>
                </a:lnTo>
                <a:lnTo>
                  <a:pt x="24090" y="421994"/>
                </a:lnTo>
                <a:lnTo>
                  <a:pt x="25550" y="403980"/>
                </a:lnTo>
                <a:lnTo>
                  <a:pt x="26280" y="413512"/>
                </a:lnTo>
                <a:lnTo>
                  <a:pt x="27009" y="427880"/>
                </a:lnTo>
                <a:lnTo>
                  <a:pt x="28469" y="412983"/>
                </a:lnTo>
                <a:lnTo>
                  <a:pt x="31389" y="426771"/>
                </a:lnTo>
                <a:lnTo>
                  <a:pt x="32849" y="408485"/>
                </a:lnTo>
                <a:lnTo>
                  <a:pt x="34309" y="417375"/>
                </a:lnTo>
                <a:lnTo>
                  <a:pt x="35039" y="438959"/>
                </a:lnTo>
                <a:lnTo>
                  <a:pt x="36499" y="424093"/>
                </a:lnTo>
                <a:lnTo>
                  <a:pt x="37229" y="419275"/>
                </a:lnTo>
                <a:lnTo>
                  <a:pt x="38689" y="423569"/>
                </a:lnTo>
                <a:lnTo>
                  <a:pt x="39419" y="426710"/>
                </a:lnTo>
                <a:lnTo>
                  <a:pt x="42339" y="405288"/>
                </a:lnTo>
                <a:lnTo>
                  <a:pt x="43069" y="409374"/>
                </a:lnTo>
                <a:lnTo>
                  <a:pt x="43799" y="426559"/>
                </a:lnTo>
                <a:lnTo>
                  <a:pt x="45259" y="406602"/>
                </a:lnTo>
                <a:lnTo>
                  <a:pt x="45989" y="402605"/>
                </a:lnTo>
                <a:lnTo>
                  <a:pt x="46719" y="403517"/>
                </a:lnTo>
                <a:lnTo>
                  <a:pt x="50369" y="433140"/>
                </a:lnTo>
                <a:lnTo>
                  <a:pt x="51099" y="430212"/>
                </a:lnTo>
                <a:lnTo>
                  <a:pt x="53289" y="404490"/>
                </a:lnTo>
                <a:lnTo>
                  <a:pt x="54749" y="409473"/>
                </a:lnTo>
                <a:lnTo>
                  <a:pt x="57668" y="431742"/>
                </a:lnTo>
                <a:lnTo>
                  <a:pt x="59128" y="419370"/>
                </a:lnTo>
                <a:lnTo>
                  <a:pt x="60588" y="447132"/>
                </a:lnTo>
                <a:lnTo>
                  <a:pt x="62048" y="444322"/>
                </a:lnTo>
                <a:lnTo>
                  <a:pt x="62778" y="442978"/>
                </a:lnTo>
                <a:lnTo>
                  <a:pt x="65698" y="431445"/>
                </a:lnTo>
                <a:lnTo>
                  <a:pt x="68618" y="436829"/>
                </a:lnTo>
                <a:lnTo>
                  <a:pt x="70808" y="425995"/>
                </a:lnTo>
                <a:lnTo>
                  <a:pt x="71538" y="434857"/>
                </a:lnTo>
                <a:lnTo>
                  <a:pt x="72268" y="437189"/>
                </a:lnTo>
                <a:lnTo>
                  <a:pt x="72998" y="427018"/>
                </a:lnTo>
                <a:lnTo>
                  <a:pt x="73728" y="430024"/>
                </a:lnTo>
                <a:lnTo>
                  <a:pt x="74458" y="444724"/>
                </a:lnTo>
                <a:lnTo>
                  <a:pt x="75188" y="428905"/>
                </a:lnTo>
                <a:lnTo>
                  <a:pt x="76648" y="444441"/>
                </a:lnTo>
                <a:lnTo>
                  <a:pt x="78108" y="456122"/>
                </a:lnTo>
                <a:lnTo>
                  <a:pt x="79568" y="453110"/>
                </a:lnTo>
                <a:lnTo>
                  <a:pt x="81028" y="440066"/>
                </a:lnTo>
                <a:lnTo>
                  <a:pt x="81758" y="446623"/>
                </a:lnTo>
                <a:lnTo>
                  <a:pt x="82488" y="461059"/>
                </a:lnTo>
                <a:lnTo>
                  <a:pt x="83948" y="444484"/>
                </a:lnTo>
                <a:lnTo>
                  <a:pt x="84677" y="441788"/>
                </a:lnTo>
                <a:lnTo>
                  <a:pt x="85407" y="448777"/>
                </a:lnTo>
                <a:lnTo>
                  <a:pt x="86137" y="449630"/>
                </a:lnTo>
                <a:lnTo>
                  <a:pt x="86867" y="446465"/>
                </a:lnTo>
                <a:lnTo>
                  <a:pt x="87597" y="440249"/>
                </a:lnTo>
                <a:lnTo>
                  <a:pt x="89057" y="448707"/>
                </a:lnTo>
                <a:lnTo>
                  <a:pt x="89787" y="449793"/>
                </a:lnTo>
                <a:lnTo>
                  <a:pt x="90517" y="448343"/>
                </a:lnTo>
                <a:lnTo>
                  <a:pt x="91247" y="436076"/>
                </a:lnTo>
                <a:lnTo>
                  <a:pt x="91977" y="452738"/>
                </a:lnTo>
                <a:lnTo>
                  <a:pt x="93437" y="439584"/>
                </a:lnTo>
                <a:lnTo>
                  <a:pt x="96357" y="490083"/>
                </a:lnTo>
                <a:lnTo>
                  <a:pt x="97087" y="477473"/>
                </a:lnTo>
                <a:lnTo>
                  <a:pt x="99277" y="448087"/>
                </a:lnTo>
                <a:lnTo>
                  <a:pt x="98547" y="480810"/>
                </a:lnTo>
                <a:lnTo>
                  <a:pt x="100007" y="449348"/>
                </a:lnTo>
                <a:lnTo>
                  <a:pt x="100737" y="461755"/>
                </a:lnTo>
                <a:lnTo>
                  <a:pt x="102927" y="454213"/>
                </a:lnTo>
                <a:lnTo>
                  <a:pt x="103657" y="452222"/>
                </a:lnTo>
                <a:lnTo>
                  <a:pt x="104387" y="458347"/>
                </a:lnTo>
                <a:lnTo>
                  <a:pt x="105847" y="454643"/>
                </a:lnTo>
                <a:lnTo>
                  <a:pt x="107307" y="451923"/>
                </a:lnTo>
                <a:lnTo>
                  <a:pt x="108767" y="470057"/>
                </a:lnTo>
                <a:lnTo>
                  <a:pt x="110227" y="468094"/>
                </a:lnTo>
                <a:lnTo>
                  <a:pt x="112417" y="450798"/>
                </a:lnTo>
                <a:lnTo>
                  <a:pt x="113147" y="454124"/>
                </a:lnTo>
                <a:lnTo>
                  <a:pt x="116066" y="468091"/>
                </a:lnTo>
                <a:lnTo>
                  <a:pt x="116796" y="465125"/>
                </a:lnTo>
                <a:lnTo>
                  <a:pt x="120446" y="448243"/>
                </a:lnTo>
                <a:lnTo>
                  <a:pt x="118256" y="468708"/>
                </a:lnTo>
                <a:lnTo>
                  <a:pt x="121176" y="449366"/>
                </a:lnTo>
                <a:lnTo>
                  <a:pt x="122636" y="479955"/>
                </a:lnTo>
                <a:lnTo>
                  <a:pt x="124096" y="459969"/>
                </a:lnTo>
                <a:lnTo>
                  <a:pt x="125556" y="453619"/>
                </a:lnTo>
                <a:lnTo>
                  <a:pt x="126286" y="477278"/>
                </a:lnTo>
                <a:lnTo>
                  <a:pt x="128476" y="468928"/>
                </a:lnTo>
                <a:lnTo>
                  <a:pt x="129936" y="466290"/>
                </a:lnTo>
                <a:lnTo>
                  <a:pt x="131396" y="499037"/>
                </a:lnTo>
                <a:lnTo>
                  <a:pt x="133586" y="489725"/>
                </a:lnTo>
                <a:lnTo>
                  <a:pt x="134316" y="496748"/>
                </a:lnTo>
                <a:lnTo>
                  <a:pt x="135046" y="471194"/>
                </a:lnTo>
                <a:lnTo>
                  <a:pt x="137236" y="478354"/>
                </a:lnTo>
                <a:lnTo>
                  <a:pt x="137966" y="470133"/>
                </a:lnTo>
                <a:lnTo>
                  <a:pt x="138696" y="487607"/>
                </a:lnTo>
                <a:lnTo>
                  <a:pt x="140156" y="478673"/>
                </a:lnTo>
                <a:lnTo>
                  <a:pt x="141616" y="496188"/>
                </a:lnTo>
                <a:lnTo>
                  <a:pt x="144535" y="461089"/>
                </a:lnTo>
                <a:lnTo>
                  <a:pt x="148915" y="496824"/>
                </a:lnTo>
                <a:lnTo>
                  <a:pt x="149645" y="493689"/>
                </a:lnTo>
                <a:lnTo>
                  <a:pt x="151835" y="487463"/>
                </a:lnTo>
                <a:lnTo>
                  <a:pt x="152565" y="488719"/>
                </a:lnTo>
                <a:lnTo>
                  <a:pt x="153295" y="488735"/>
                </a:lnTo>
                <a:lnTo>
                  <a:pt x="156215" y="478184"/>
                </a:lnTo>
                <a:lnTo>
                  <a:pt x="156945" y="486640"/>
                </a:lnTo>
                <a:lnTo>
                  <a:pt x="157675" y="476369"/>
                </a:lnTo>
                <a:lnTo>
                  <a:pt x="158405" y="472894"/>
                </a:lnTo>
                <a:lnTo>
                  <a:pt x="159135" y="476517"/>
                </a:lnTo>
                <a:lnTo>
                  <a:pt x="160595" y="473659"/>
                </a:lnTo>
                <a:lnTo>
                  <a:pt x="162055" y="495774"/>
                </a:lnTo>
                <a:lnTo>
                  <a:pt x="165705" y="519083"/>
                </a:lnTo>
                <a:lnTo>
                  <a:pt x="167165" y="481915"/>
                </a:lnTo>
                <a:lnTo>
                  <a:pt x="168625" y="499079"/>
                </a:lnTo>
                <a:lnTo>
                  <a:pt x="170085" y="487851"/>
                </a:lnTo>
                <a:lnTo>
                  <a:pt x="170815" y="497053"/>
                </a:lnTo>
                <a:lnTo>
                  <a:pt x="172274" y="493767"/>
                </a:lnTo>
                <a:lnTo>
                  <a:pt x="174464" y="478596"/>
                </a:lnTo>
                <a:lnTo>
                  <a:pt x="177384" y="529936"/>
                </a:lnTo>
                <a:lnTo>
                  <a:pt x="178114" y="513102"/>
                </a:lnTo>
                <a:lnTo>
                  <a:pt x="178844" y="515429"/>
                </a:lnTo>
                <a:lnTo>
                  <a:pt x="179574" y="512262"/>
                </a:lnTo>
                <a:lnTo>
                  <a:pt x="181034" y="513901"/>
                </a:lnTo>
                <a:lnTo>
                  <a:pt x="182494" y="504482"/>
                </a:lnTo>
                <a:lnTo>
                  <a:pt x="186144" y="533530"/>
                </a:lnTo>
                <a:lnTo>
                  <a:pt x="188334" y="503036"/>
                </a:lnTo>
                <a:lnTo>
                  <a:pt x="189794" y="516078"/>
                </a:lnTo>
                <a:lnTo>
                  <a:pt x="191984" y="539659"/>
                </a:lnTo>
                <a:lnTo>
                  <a:pt x="193444" y="530985"/>
                </a:lnTo>
                <a:lnTo>
                  <a:pt x="194904" y="512726"/>
                </a:lnTo>
                <a:lnTo>
                  <a:pt x="196364" y="515188"/>
                </a:lnTo>
                <a:lnTo>
                  <a:pt x="198554" y="521224"/>
                </a:lnTo>
                <a:lnTo>
                  <a:pt x="200013" y="523976"/>
                </a:lnTo>
                <a:lnTo>
                  <a:pt x="201473" y="515112"/>
                </a:lnTo>
                <a:lnTo>
                  <a:pt x="202933" y="530008"/>
                </a:lnTo>
                <a:lnTo>
                  <a:pt x="203663" y="523749"/>
                </a:lnTo>
                <a:lnTo>
                  <a:pt x="204393" y="509642"/>
                </a:lnTo>
                <a:lnTo>
                  <a:pt x="206583" y="509882"/>
                </a:lnTo>
                <a:lnTo>
                  <a:pt x="207313" y="506935"/>
                </a:lnTo>
                <a:lnTo>
                  <a:pt x="208043" y="513420"/>
                </a:lnTo>
                <a:lnTo>
                  <a:pt x="210233" y="528673"/>
                </a:lnTo>
                <a:lnTo>
                  <a:pt x="211693" y="526678"/>
                </a:lnTo>
                <a:lnTo>
                  <a:pt x="213883" y="512485"/>
                </a:lnTo>
                <a:lnTo>
                  <a:pt x="214613" y="515250"/>
                </a:lnTo>
                <a:lnTo>
                  <a:pt x="216803" y="517008"/>
                </a:lnTo>
                <a:lnTo>
                  <a:pt x="220453" y="537969"/>
                </a:lnTo>
                <a:lnTo>
                  <a:pt x="221913" y="543447"/>
                </a:lnTo>
                <a:lnTo>
                  <a:pt x="224833" y="526966"/>
                </a:lnTo>
                <a:lnTo>
                  <a:pt x="226293" y="525798"/>
                </a:lnTo>
                <a:lnTo>
                  <a:pt x="227753" y="541005"/>
                </a:lnTo>
                <a:lnTo>
                  <a:pt x="229943" y="531988"/>
                </a:lnTo>
                <a:lnTo>
                  <a:pt x="229213" y="549516"/>
                </a:lnTo>
                <a:lnTo>
                  <a:pt x="230673" y="532707"/>
                </a:lnTo>
                <a:lnTo>
                  <a:pt x="231403" y="548109"/>
                </a:lnTo>
                <a:lnTo>
                  <a:pt x="232863" y="541645"/>
                </a:lnTo>
                <a:lnTo>
                  <a:pt x="233593" y="536836"/>
                </a:lnTo>
                <a:lnTo>
                  <a:pt x="236513" y="556856"/>
                </a:lnTo>
                <a:lnTo>
                  <a:pt x="237243" y="512911"/>
                </a:lnTo>
                <a:lnTo>
                  <a:pt x="238703" y="532427"/>
                </a:lnTo>
                <a:lnTo>
                  <a:pt x="239432" y="558587"/>
                </a:lnTo>
                <a:lnTo>
                  <a:pt x="241622" y="547157"/>
                </a:lnTo>
                <a:lnTo>
                  <a:pt x="242352" y="555864"/>
                </a:lnTo>
                <a:lnTo>
                  <a:pt x="243082" y="545062"/>
                </a:lnTo>
                <a:lnTo>
                  <a:pt x="244542" y="524873"/>
                </a:lnTo>
                <a:lnTo>
                  <a:pt x="245272" y="539316"/>
                </a:lnTo>
                <a:lnTo>
                  <a:pt x="246002" y="541224"/>
                </a:lnTo>
                <a:lnTo>
                  <a:pt x="247462" y="525284"/>
                </a:lnTo>
                <a:lnTo>
                  <a:pt x="248922" y="530364"/>
                </a:lnTo>
                <a:lnTo>
                  <a:pt x="250382" y="512290"/>
                </a:lnTo>
                <a:lnTo>
                  <a:pt x="251842" y="515047"/>
                </a:lnTo>
                <a:lnTo>
                  <a:pt x="252572" y="530772"/>
                </a:lnTo>
                <a:lnTo>
                  <a:pt x="254032" y="516690"/>
                </a:lnTo>
                <a:lnTo>
                  <a:pt x="255492" y="518356"/>
                </a:lnTo>
                <a:lnTo>
                  <a:pt x="257682" y="532702"/>
                </a:lnTo>
                <a:lnTo>
                  <a:pt x="259142" y="516989"/>
                </a:lnTo>
                <a:lnTo>
                  <a:pt x="259872" y="522543"/>
                </a:lnTo>
                <a:lnTo>
                  <a:pt x="260602" y="532643"/>
                </a:lnTo>
                <a:lnTo>
                  <a:pt x="261332" y="520492"/>
                </a:lnTo>
                <a:lnTo>
                  <a:pt x="262062" y="515298"/>
                </a:lnTo>
                <a:lnTo>
                  <a:pt x="262792" y="518224"/>
                </a:lnTo>
                <a:lnTo>
                  <a:pt x="263522" y="536780"/>
                </a:lnTo>
                <a:lnTo>
                  <a:pt x="264982" y="522012"/>
                </a:lnTo>
                <a:lnTo>
                  <a:pt x="266442" y="506908"/>
                </a:lnTo>
                <a:lnTo>
                  <a:pt x="267172" y="527411"/>
                </a:lnTo>
                <a:lnTo>
                  <a:pt x="267902" y="525116"/>
                </a:lnTo>
                <a:lnTo>
                  <a:pt x="268631" y="539600"/>
                </a:lnTo>
                <a:lnTo>
                  <a:pt x="270821" y="536720"/>
                </a:lnTo>
                <a:lnTo>
                  <a:pt x="271551" y="525790"/>
                </a:lnTo>
                <a:lnTo>
                  <a:pt x="273011" y="534557"/>
                </a:lnTo>
                <a:lnTo>
                  <a:pt x="276661" y="543329"/>
                </a:lnTo>
                <a:lnTo>
                  <a:pt x="274471" y="532691"/>
                </a:lnTo>
                <a:lnTo>
                  <a:pt x="277391" y="542259"/>
                </a:lnTo>
                <a:lnTo>
                  <a:pt x="278121" y="530231"/>
                </a:lnTo>
                <a:lnTo>
                  <a:pt x="279581" y="542220"/>
                </a:lnTo>
                <a:lnTo>
                  <a:pt x="280311" y="548005"/>
                </a:lnTo>
                <a:lnTo>
                  <a:pt x="281041" y="547679"/>
                </a:lnTo>
                <a:lnTo>
                  <a:pt x="282501" y="531432"/>
                </a:lnTo>
                <a:lnTo>
                  <a:pt x="283961" y="540571"/>
                </a:lnTo>
                <a:lnTo>
                  <a:pt x="286151" y="542425"/>
                </a:lnTo>
                <a:lnTo>
                  <a:pt x="287611" y="531854"/>
                </a:lnTo>
                <a:lnTo>
                  <a:pt x="289801" y="550879"/>
                </a:lnTo>
                <a:lnTo>
                  <a:pt x="291991" y="544429"/>
                </a:lnTo>
                <a:lnTo>
                  <a:pt x="292721" y="525763"/>
                </a:lnTo>
                <a:lnTo>
                  <a:pt x="294181" y="529075"/>
                </a:lnTo>
                <a:lnTo>
                  <a:pt x="294911" y="545841"/>
                </a:lnTo>
                <a:lnTo>
                  <a:pt x="296371" y="531691"/>
                </a:lnTo>
                <a:lnTo>
                  <a:pt x="297100" y="527936"/>
                </a:lnTo>
                <a:lnTo>
                  <a:pt x="299290" y="529190"/>
                </a:lnTo>
                <a:lnTo>
                  <a:pt x="300020" y="528673"/>
                </a:lnTo>
                <a:lnTo>
                  <a:pt x="301480" y="539282"/>
                </a:lnTo>
                <a:lnTo>
                  <a:pt x="302210" y="536435"/>
                </a:lnTo>
                <a:lnTo>
                  <a:pt x="302940" y="532084"/>
                </a:lnTo>
                <a:lnTo>
                  <a:pt x="304400" y="533636"/>
                </a:lnTo>
                <a:lnTo>
                  <a:pt x="306590" y="542516"/>
                </a:lnTo>
                <a:lnTo>
                  <a:pt x="307320" y="538171"/>
                </a:lnTo>
                <a:lnTo>
                  <a:pt x="308780" y="527658"/>
                </a:lnTo>
                <a:lnTo>
                  <a:pt x="309510" y="535720"/>
                </a:lnTo>
                <a:lnTo>
                  <a:pt x="313890" y="549472"/>
                </a:lnTo>
                <a:lnTo>
                  <a:pt x="315350" y="527159"/>
                </a:lnTo>
                <a:lnTo>
                  <a:pt x="316080" y="538127"/>
                </a:lnTo>
                <a:lnTo>
                  <a:pt x="316810" y="552106"/>
                </a:lnTo>
                <a:lnTo>
                  <a:pt x="319000" y="551227"/>
                </a:lnTo>
                <a:lnTo>
                  <a:pt x="320460" y="543497"/>
                </a:lnTo>
                <a:lnTo>
                  <a:pt x="321190" y="529754"/>
                </a:lnTo>
                <a:lnTo>
                  <a:pt x="322650" y="534591"/>
                </a:lnTo>
                <a:lnTo>
                  <a:pt x="323380" y="550906"/>
                </a:lnTo>
                <a:lnTo>
                  <a:pt x="324840" y="525981"/>
                </a:lnTo>
                <a:lnTo>
                  <a:pt x="326299" y="501988"/>
                </a:lnTo>
                <a:lnTo>
                  <a:pt x="327759" y="518336"/>
                </a:lnTo>
                <a:lnTo>
                  <a:pt x="329219" y="549729"/>
                </a:lnTo>
                <a:lnTo>
                  <a:pt x="330679" y="546216"/>
                </a:lnTo>
                <a:lnTo>
                  <a:pt x="331409" y="550428"/>
                </a:lnTo>
                <a:lnTo>
                  <a:pt x="332139" y="549834"/>
                </a:lnTo>
                <a:lnTo>
                  <a:pt x="333599" y="536114"/>
                </a:lnTo>
                <a:lnTo>
                  <a:pt x="334329" y="540764"/>
                </a:lnTo>
                <a:lnTo>
                  <a:pt x="335789" y="556431"/>
                </a:lnTo>
                <a:lnTo>
                  <a:pt x="337249" y="545980"/>
                </a:lnTo>
                <a:lnTo>
                  <a:pt x="340169" y="538100"/>
                </a:lnTo>
                <a:lnTo>
                  <a:pt x="340899" y="540560"/>
                </a:lnTo>
                <a:lnTo>
                  <a:pt x="343089" y="549810"/>
                </a:lnTo>
                <a:lnTo>
                  <a:pt x="343819" y="548849"/>
                </a:lnTo>
                <a:lnTo>
                  <a:pt x="346009" y="539287"/>
                </a:lnTo>
                <a:lnTo>
                  <a:pt x="346739" y="540772"/>
                </a:lnTo>
                <a:lnTo>
                  <a:pt x="347469" y="551363"/>
                </a:lnTo>
                <a:lnTo>
                  <a:pt x="349659" y="546415"/>
                </a:lnTo>
                <a:lnTo>
                  <a:pt x="354039" y="528010"/>
                </a:lnTo>
                <a:lnTo>
                  <a:pt x="355498" y="528439"/>
                </a:lnTo>
                <a:lnTo>
                  <a:pt x="357688" y="553673"/>
                </a:lnTo>
                <a:lnTo>
                  <a:pt x="358418" y="548359"/>
                </a:lnTo>
                <a:lnTo>
                  <a:pt x="359878" y="529001"/>
                </a:lnTo>
                <a:lnTo>
                  <a:pt x="360608" y="536168"/>
                </a:lnTo>
                <a:lnTo>
                  <a:pt x="361338" y="547028"/>
                </a:lnTo>
                <a:lnTo>
                  <a:pt x="362068" y="529215"/>
                </a:lnTo>
                <a:lnTo>
                  <a:pt x="362798" y="522182"/>
                </a:lnTo>
                <a:lnTo>
                  <a:pt x="363528" y="523961"/>
                </a:lnTo>
                <a:lnTo>
                  <a:pt x="364258" y="539672"/>
                </a:lnTo>
                <a:lnTo>
                  <a:pt x="366448" y="533848"/>
                </a:lnTo>
                <a:lnTo>
                  <a:pt x="368638" y="546717"/>
                </a:lnTo>
                <a:lnTo>
                  <a:pt x="370098" y="542124"/>
                </a:lnTo>
                <a:lnTo>
                  <a:pt x="370828" y="544854"/>
                </a:lnTo>
                <a:lnTo>
                  <a:pt x="371558" y="540926"/>
                </a:lnTo>
                <a:lnTo>
                  <a:pt x="374478" y="531646"/>
                </a:lnTo>
                <a:lnTo>
                  <a:pt x="375208" y="535709"/>
                </a:lnTo>
                <a:lnTo>
                  <a:pt x="376668" y="534805"/>
                </a:lnTo>
                <a:lnTo>
                  <a:pt x="377398" y="541513"/>
                </a:lnTo>
                <a:lnTo>
                  <a:pt x="382508" y="503429"/>
                </a:lnTo>
                <a:lnTo>
                  <a:pt x="383238" y="507676"/>
                </a:lnTo>
                <a:lnTo>
                  <a:pt x="384697" y="506585"/>
                </a:lnTo>
                <a:lnTo>
                  <a:pt x="385427" y="484097"/>
                </a:lnTo>
                <a:lnTo>
                  <a:pt x="386887" y="508312"/>
                </a:lnTo>
                <a:lnTo>
                  <a:pt x="387617" y="507268"/>
                </a:lnTo>
                <a:lnTo>
                  <a:pt x="389077" y="495784"/>
                </a:lnTo>
                <a:lnTo>
                  <a:pt x="389807" y="508664"/>
                </a:lnTo>
                <a:lnTo>
                  <a:pt x="392727" y="499517"/>
                </a:lnTo>
                <a:lnTo>
                  <a:pt x="394187" y="501172"/>
                </a:lnTo>
                <a:lnTo>
                  <a:pt x="394917" y="501631"/>
                </a:lnTo>
                <a:lnTo>
                  <a:pt x="395647" y="513788"/>
                </a:lnTo>
                <a:lnTo>
                  <a:pt x="396377" y="501208"/>
                </a:lnTo>
                <a:lnTo>
                  <a:pt x="397837" y="509347"/>
                </a:lnTo>
                <a:lnTo>
                  <a:pt x="398567" y="515566"/>
                </a:lnTo>
                <a:lnTo>
                  <a:pt x="399297" y="499697"/>
                </a:lnTo>
                <a:lnTo>
                  <a:pt x="400027" y="492061"/>
                </a:lnTo>
                <a:lnTo>
                  <a:pt x="400757" y="492422"/>
                </a:lnTo>
                <a:lnTo>
                  <a:pt x="403677" y="526650"/>
                </a:lnTo>
                <a:lnTo>
                  <a:pt x="405137" y="524732"/>
                </a:lnTo>
                <a:lnTo>
                  <a:pt x="405867" y="526147"/>
                </a:lnTo>
                <a:lnTo>
                  <a:pt x="407327" y="500854"/>
                </a:lnTo>
                <a:lnTo>
                  <a:pt x="408057" y="523464"/>
                </a:lnTo>
                <a:lnTo>
                  <a:pt x="412437" y="505151"/>
                </a:lnTo>
                <a:lnTo>
                  <a:pt x="413896" y="524368"/>
                </a:lnTo>
                <a:lnTo>
                  <a:pt x="415356" y="515402"/>
                </a:lnTo>
                <a:lnTo>
                  <a:pt x="418276" y="510001"/>
                </a:lnTo>
                <a:lnTo>
                  <a:pt x="419006" y="512208"/>
                </a:lnTo>
                <a:lnTo>
                  <a:pt x="420466" y="515012"/>
                </a:lnTo>
                <a:lnTo>
                  <a:pt x="421926" y="521072"/>
                </a:lnTo>
                <a:lnTo>
                  <a:pt x="422656" y="519629"/>
                </a:lnTo>
                <a:lnTo>
                  <a:pt x="427036" y="500312"/>
                </a:lnTo>
                <a:lnTo>
                  <a:pt x="429226" y="505987"/>
                </a:lnTo>
                <a:lnTo>
                  <a:pt x="429956" y="523865"/>
                </a:lnTo>
                <a:lnTo>
                  <a:pt x="431416" y="511396"/>
                </a:lnTo>
                <a:lnTo>
                  <a:pt x="432146" y="510240"/>
                </a:lnTo>
                <a:lnTo>
                  <a:pt x="432876" y="515833"/>
                </a:lnTo>
                <a:lnTo>
                  <a:pt x="433606" y="502615"/>
                </a:lnTo>
                <a:lnTo>
                  <a:pt x="435066" y="507810"/>
                </a:lnTo>
                <a:lnTo>
                  <a:pt x="436526" y="495273"/>
                </a:lnTo>
                <a:lnTo>
                  <a:pt x="441636" y="519715"/>
                </a:lnTo>
                <a:lnTo>
                  <a:pt x="442365" y="524459"/>
                </a:lnTo>
                <a:lnTo>
                  <a:pt x="443096" y="515305"/>
                </a:lnTo>
                <a:lnTo>
                  <a:pt x="443826" y="521432"/>
                </a:lnTo>
                <a:lnTo>
                  <a:pt x="445286" y="523533"/>
                </a:lnTo>
                <a:lnTo>
                  <a:pt x="446746" y="502900"/>
                </a:lnTo>
                <a:lnTo>
                  <a:pt x="453315" y="545625"/>
                </a:lnTo>
                <a:lnTo>
                  <a:pt x="454045" y="538839"/>
                </a:lnTo>
                <a:lnTo>
                  <a:pt x="455505" y="507171"/>
                </a:lnTo>
                <a:lnTo>
                  <a:pt x="456965" y="509714"/>
                </a:lnTo>
                <a:lnTo>
                  <a:pt x="459885" y="495153"/>
                </a:lnTo>
                <a:lnTo>
                  <a:pt x="464265" y="531314"/>
                </a:lnTo>
                <a:lnTo>
                  <a:pt x="464995" y="525675"/>
                </a:lnTo>
                <a:lnTo>
                  <a:pt x="467915" y="496194"/>
                </a:lnTo>
                <a:lnTo>
                  <a:pt x="468645" y="499416"/>
                </a:lnTo>
                <a:lnTo>
                  <a:pt x="472295" y="529341"/>
                </a:lnTo>
                <a:lnTo>
                  <a:pt x="474485" y="526351"/>
                </a:lnTo>
                <a:lnTo>
                  <a:pt x="475215" y="529335"/>
                </a:lnTo>
                <a:lnTo>
                  <a:pt x="476675" y="508502"/>
                </a:lnTo>
                <a:lnTo>
                  <a:pt x="478135" y="521016"/>
                </a:lnTo>
                <a:lnTo>
                  <a:pt x="481054" y="506799"/>
                </a:lnTo>
                <a:lnTo>
                  <a:pt x="482514" y="527757"/>
                </a:lnTo>
                <a:lnTo>
                  <a:pt x="483244" y="519240"/>
                </a:lnTo>
                <a:lnTo>
                  <a:pt x="483974" y="512092"/>
                </a:lnTo>
                <a:lnTo>
                  <a:pt x="485434" y="521192"/>
                </a:lnTo>
                <a:lnTo>
                  <a:pt x="486164" y="522426"/>
                </a:lnTo>
                <a:lnTo>
                  <a:pt x="486894" y="509301"/>
                </a:lnTo>
                <a:lnTo>
                  <a:pt x="488354" y="513704"/>
                </a:lnTo>
                <a:lnTo>
                  <a:pt x="490544" y="536035"/>
                </a:lnTo>
                <a:lnTo>
                  <a:pt x="492004" y="528278"/>
                </a:lnTo>
                <a:lnTo>
                  <a:pt x="492734" y="525213"/>
                </a:lnTo>
                <a:lnTo>
                  <a:pt x="494924" y="548097"/>
                </a:lnTo>
                <a:lnTo>
                  <a:pt x="495654" y="548022"/>
                </a:lnTo>
                <a:lnTo>
                  <a:pt x="496384" y="539394"/>
                </a:lnTo>
                <a:lnTo>
                  <a:pt x="497114" y="551294"/>
                </a:lnTo>
                <a:lnTo>
                  <a:pt x="498574" y="556447"/>
                </a:lnTo>
                <a:lnTo>
                  <a:pt x="501494" y="525556"/>
                </a:lnTo>
                <a:lnTo>
                  <a:pt x="502954" y="553399"/>
                </a:lnTo>
                <a:lnTo>
                  <a:pt x="504414" y="538475"/>
                </a:lnTo>
                <a:lnTo>
                  <a:pt x="505874" y="519384"/>
                </a:lnTo>
                <a:lnTo>
                  <a:pt x="509524" y="550261"/>
                </a:lnTo>
                <a:lnTo>
                  <a:pt x="510253" y="544684"/>
                </a:lnTo>
                <a:lnTo>
                  <a:pt x="511713" y="551812"/>
                </a:lnTo>
                <a:lnTo>
                  <a:pt x="517553" y="533451"/>
                </a:lnTo>
                <a:lnTo>
                  <a:pt x="518283" y="549024"/>
                </a:lnTo>
                <a:lnTo>
                  <a:pt x="519013" y="533133"/>
                </a:lnTo>
                <a:lnTo>
                  <a:pt x="519743" y="547444"/>
                </a:lnTo>
                <a:lnTo>
                  <a:pt x="520473" y="538404"/>
                </a:lnTo>
                <a:lnTo>
                  <a:pt x="521203" y="540284"/>
                </a:lnTo>
                <a:lnTo>
                  <a:pt x="524853" y="566084"/>
                </a:lnTo>
                <a:lnTo>
                  <a:pt x="526313" y="554366"/>
                </a:lnTo>
                <a:lnTo>
                  <a:pt x="527773" y="584628"/>
                </a:lnTo>
                <a:lnTo>
                  <a:pt x="529233" y="563067"/>
                </a:lnTo>
                <a:lnTo>
                  <a:pt x="529963" y="568583"/>
                </a:lnTo>
                <a:lnTo>
                  <a:pt x="530693" y="556851"/>
                </a:lnTo>
                <a:lnTo>
                  <a:pt x="531423" y="564117"/>
                </a:lnTo>
                <a:lnTo>
                  <a:pt x="532153" y="554327"/>
                </a:lnTo>
                <a:lnTo>
                  <a:pt x="532883" y="566262"/>
                </a:lnTo>
                <a:lnTo>
                  <a:pt x="533613" y="572634"/>
                </a:lnTo>
                <a:lnTo>
                  <a:pt x="534343" y="561643"/>
                </a:lnTo>
                <a:lnTo>
                  <a:pt x="535073" y="562591"/>
                </a:lnTo>
                <a:lnTo>
                  <a:pt x="535803" y="564375"/>
                </a:lnTo>
                <a:lnTo>
                  <a:pt x="536533" y="558338"/>
                </a:lnTo>
                <a:lnTo>
                  <a:pt x="537993" y="563887"/>
                </a:lnTo>
                <a:lnTo>
                  <a:pt x="539452" y="561832"/>
                </a:lnTo>
                <a:lnTo>
                  <a:pt x="540182" y="563703"/>
                </a:lnTo>
                <a:lnTo>
                  <a:pt x="540912" y="572599"/>
                </a:lnTo>
                <a:lnTo>
                  <a:pt x="543102" y="570245"/>
                </a:lnTo>
                <a:lnTo>
                  <a:pt x="543832" y="570054"/>
                </a:lnTo>
                <a:lnTo>
                  <a:pt x="548942" y="604551"/>
                </a:lnTo>
                <a:lnTo>
                  <a:pt x="545292" y="569239"/>
                </a:lnTo>
                <a:lnTo>
                  <a:pt x="549672" y="600161"/>
                </a:lnTo>
                <a:lnTo>
                  <a:pt x="555512" y="583571"/>
                </a:lnTo>
                <a:lnTo>
                  <a:pt x="557702" y="612074"/>
                </a:lnTo>
                <a:lnTo>
                  <a:pt x="559162" y="607312"/>
                </a:lnTo>
                <a:lnTo>
                  <a:pt x="560622" y="590062"/>
                </a:lnTo>
                <a:lnTo>
                  <a:pt x="562082" y="599844"/>
                </a:lnTo>
                <a:lnTo>
                  <a:pt x="565002" y="607944"/>
                </a:lnTo>
                <a:lnTo>
                  <a:pt x="565732" y="607557"/>
                </a:lnTo>
                <a:lnTo>
                  <a:pt x="567192" y="601848"/>
                </a:lnTo>
                <a:lnTo>
                  <a:pt x="568651" y="602390"/>
                </a:lnTo>
                <a:lnTo>
                  <a:pt x="572301" y="631370"/>
                </a:lnTo>
                <a:lnTo>
                  <a:pt x="573031" y="630089"/>
                </a:lnTo>
                <a:lnTo>
                  <a:pt x="577411" y="605472"/>
                </a:lnTo>
                <a:lnTo>
                  <a:pt x="580331" y="645182"/>
                </a:lnTo>
                <a:lnTo>
                  <a:pt x="583251" y="633469"/>
                </a:lnTo>
                <a:lnTo>
                  <a:pt x="585441" y="633631"/>
                </a:lnTo>
                <a:lnTo>
                  <a:pt x="588361" y="650498"/>
                </a:lnTo>
                <a:lnTo>
                  <a:pt x="589091" y="633848"/>
                </a:lnTo>
                <a:lnTo>
                  <a:pt x="591281" y="635412"/>
                </a:lnTo>
                <a:lnTo>
                  <a:pt x="594931" y="645475"/>
                </a:lnTo>
                <a:lnTo>
                  <a:pt x="597850" y="662179"/>
                </a:lnTo>
                <a:lnTo>
                  <a:pt x="601500" y="643152"/>
                </a:lnTo>
                <a:lnTo>
                  <a:pt x="603690" y="641826"/>
                </a:lnTo>
                <a:lnTo>
                  <a:pt x="608800" y="658779"/>
                </a:lnTo>
                <a:lnTo>
                  <a:pt x="609530" y="657542"/>
                </a:lnTo>
                <a:lnTo>
                  <a:pt x="610990" y="663539"/>
                </a:lnTo>
                <a:lnTo>
                  <a:pt x="614640" y="675954"/>
                </a:lnTo>
                <a:lnTo>
                  <a:pt x="616830" y="664675"/>
                </a:lnTo>
                <a:lnTo>
                  <a:pt x="617560" y="665946"/>
                </a:lnTo>
                <a:lnTo>
                  <a:pt x="619020" y="676639"/>
                </a:lnTo>
                <a:lnTo>
                  <a:pt x="619750" y="673711"/>
                </a:lnTo>
                <a:lnTo>
                  <a:pt x="621940" y="660825"/>
                </a:lnTo>
                <a:lnTo>
                  <a:pt x="623400" y="665926"/>
                </a:lnTo>
                <a:lnTo>
                  <a:pt x="625589" y="701168"/>
                </a:lnTo>
                <a:lnTo>
                  <a:pt x="626319" y="700020"/>
                </a:lnTo>
                <a:lnTo>
                  <a:pt x="629239" y="665826"/>
                </a:lnTo>
                <a:lnTo>
                  <a:pt x="632159" y="698898"/>
                </a:lnTo>
                <a:lnTo>
                  <a:pt x="636539" y="696637"/>
                </a:lnTo>
                <a:lnTo>
                  <a:pt x="637999" y="699552"/>
                </a:lnTo>
                <a:lnTo>
                  <a:pt x="639459" y="697025"/>
                </a:lnTo>
                <a:lnTo>
                  <a:pt x="640189" y="688928"/>
                </a:lnTo>
                <a:lnTo>
                  <a:pt x="642379" y="693334"/>
                </a:lnTo>
                <a:lnTo>
                  <a:pt x="647489" y="734473"/>
                </a:lnTo>
                <a:lnTo>
                  <a:pt x="648219" y="733825"/>
                </a:lnTo>
                <a:lnTo>
                  <a:pt x="648949" y="741762"/>
                </a:lnTo>
                <a:lnTo>
                  <a:pt x="651139" y="738425"/>
                </a:lnTo>
                <a:lnTo>
                  <a:pt x="651869" y="730155"/>
                </a:lnTo>
                <a:lnTo>
                  <a:pt x="653329" y="737593"/>
                </a:lnTo>
                <a:lnTo>
                  <a:pt x="654059" y="736429"/>
                </a:lnTo>
                <a:lnTo>
                  <a:pt x="654789" y="745448"/>
                </a:lnTo>
                <a:lnTo>
                  <a:pt x="656248" y="745061"/>
                </a:lnTo>
                <a:lnTo>
                  <a:pt x="657709" y="726217"/>
                </a:lnTo>
                <a:lnTo>
                  <a:pt x="658439" y="755477"/>
                </a:lnTo>
                <a:lnTo>
                  <a:pt x="659898" y="730194"/>
                </a:lnTo>
                <a:lnTo>
                  <a:pt x="660629" y="730056"/>
                </a:lnTo>
                <a:lnTo>
                  <a:pt x="662819" y="740536"/>
                </a:lnTo>
                <a:lnTo>
                  <a:pt x="663549" y="739989"/>
                </a:lnTo>
                <a:lnTo>
                  <a:pt x="665008" y="734266"/>
                </a:lnTo>
                <a:lnTo>
                  <a:pt x="665738" y="735397"/>
                </a:lnTo>
                <a:lnTo>
                  <a:pt x="672308" y="789372"/>
                </a:lnTo>
                <a:lnTo>
                  <a:pt x="673768" y="779638"/>
                </a:lnTo>
                <a:lnTo>
                  <a:pt x="675228" y="765073"/>
                </a:lnTo>
                <a:lnTo>
                  <a:pt x="676688" y="771112"/>
                </a:lnTo>
                <a:lnTo>
                  <a:pt x="680338" y="792550"/>
                </a:lnTo>
                <a:lnTo>
                  <a:pt x="682528" y="760184"/>
                </a:lnTo>
                <a:lnTo>
                  <a:pt x="683258" y="773486"/>
                </a:lnTo>
                <a:lnTo>
                  <a:pt x="683988" y="781983"/>
                </a:lnTo>
                <a:lnTo>
                  <a:pt x="686178" y="777827"/>
                </a:lnTo>
                <a:lnTo>
                  <a:pt x="689098" y="790539"/>
                </a:lnTo>
                <a:lnTo>
                  <a:pt x="689828" y="779473"/>
                </a:lnTo>
                <a:lnTo>
                  <a:pt x="691288" y="784026"/>
                </a:lnTo>
                <a:lnTo>
                  <a:pt x="693478" y="783228"/>
                </a:lnTo>
                <a:lnTo>
                  <a:pt x="694937" y="819970"/>
                </a:lnTo>
                <a:lnTo>
                  <a:pt x="695667" y="803426"/>
                </a:lnTo>
                <a:lnTo>
                  <a:pt x="697857" y="809895"/>
                </a:lnTo>
                <a:lnTo>
                  <a:pt x="700777" y="822155"/>
                </a:lnTo>
                <a:lnTo>
                  <a:pt x="701507" y="818856"/>
                </a:lnTo>
                <a:lnTo>
                  <a:pt x="708077" y="756470"/>
                </a:lnTo>
                <a:lnTo>
                  <a:pt x="712457" y="701598"/>
                </a:lnTo>
                <a:lnTo>
                  <a:pt x="713917" y="686655"/>
                </a:lnTo>
                <a:lnTo>
                  <a:pt x="723406" y="571840"/>
                </a:lnTo>
                <a:lnTo>
                  <a:pt x="724136" y="575582"/>
                </a:lnTo>
                <a:lnTo>
                  <a:pt x="732896" y="463730"/>
                </a:lnTo>
                <a:lnTo>
                  <a:pt x="733626" y="463933"/>
                </a:lnTo>
                <a:lnTo>
                  <a:pt x="746036" y="376287"/>
                </a:lnTo>
                <a:lnTo>
                  <a:pt x="746766" y="375142"/>
                </a:lnTo>
                <a:lnTo>
                  <a:pt x="747496" y="378121"/>
                </a:lnTo>
                <a:lnTo>
                  <a:pt x="748226" y="379446"/>
                </a:lnTo>
                <a:lnTo>
                  <a:pt x="748956" y="375659"/>
                </a:lnTo>
                <a:lnTo>
                  <a:pt x="749686" y="370491"/>
                </a:lnTo>
                <a:lnTo>
                  <a:pt x="750416" y="379046"/>
                </a:lnTo>
                <a:lnTo>
                  <a:pt x="752605" y="382851"/>
                </a:lnTo>
                <a:lnTo>
                  <a:pt x="753335" y="380976"/>
                </a:lnTo>
                <a:lnTo>
                  <a:pt x="754065" y="375846"/>
                </a:lnTo>
                <a:lnTo>
                  <a:pt x="754795" y="379822"/>
                </a:lnTo>
                <a:lnTo>
                  <a:pt x="755525" y="392857"/>
                </a:lnTo>
                <a:lnTo>
                  <a:pt x="756985" y="372892"/>
                </a:lnTo>
                <a:lnTo>
                  <a:pt x="765015" y="431767"/>
                </a:lnTo>
                <a:lnTo>
                  <a:pt x="765745" y="425159"/>
                </a:lnTo>
                <a:lnTo>
                  <a:pt x="766475" y="422061"/>
                </a:lnTo>
                <a:lnTo>
                  <a:pt x="767205" y="424025"/>
                </a:lnTo>
                <a:lnTo>
                  <a:pt x="770125" y="441790"/>
                </a:lnTo>
                <a:lnTo>
                  <a:pt x="770855" y="466676"/>
                </a:lnTo>
                <a:lnTo>
                  <a:pt x="771585" y="439029"/>
                </a:lnTo>
                <a:lnTo>
                  <a:pt x="773045" y="460870"/>
                </a:lnTo>
                <a:lnTo>
                  <a:pt x="774505" y="472072"/>
                </a:lnTo>
                <a:lnTo>
                  <a:pt x="775965" y="444122"/>
                </a:lnTo>
                <a:lnTo>
                  <a:pt x="778155" y="472632"/>
                </a:lnTo>
                <a:lnTo>
                  <a:pt x="777425" y="443015"/>
                </a:lnTo>
                <a:lnTo>
                  <a:pt x="778885" y="455638"/>
                </a:lnTo>
                <a:lnTo>
                  <a:pt x="779615" y="448126"/>
                </a:lnTo>
                <a:lnTo>
                  <a:pt x="780344" y="463240"/>
                </a:lnTo>
                <a:lnTo>
                  <a:pt x="781074" y="460481"/>
                </a:lnTo>
                <a:lnTo>
                  <a:pt x="782534" y="478116"/>
                </a:lnTo>
                <a:lnTo>
                  <a:pt x="783994" y="469374"/>
                </a:lnTo>
                <a:lnTo>
                  <a:pt x="784724" y="474001"/>
                </a:lnTo>
                <a:lnTo>
                  <a:pt x="785454" y="444883"/>
                </a:lnTo>
                <a:lnTo>
                  <a:pt x="786184" y="475630"/>
                </a:lnTo>
                <a:lnTo>
                  <a:pt x="789104" y="510474"/>
                </a:lnTo>
                <a:lnTo>
                  <a:pt x="789834" y="506417"/>
                </a:lnTo>
                <a:lnTo>
                  <a:pt x="791294" y="524328"/>
                </a:lnTo>
                <a:lnTo>
                  <a:pt x="792754" y="518041"/>
                </a:lnTo>
                <a:lnTo>
                  <a:pt x="793484" y="512478"/>
                </a:lnTo>
                <a:lnTo>
                  <a:pt x="794214" y="523165"/>
                </a:lnTo>
                <a:lnTo>
                  <a:pt x="794944" y="523664"/>
                </a:lnTo>
                <a:lnTo>
                  <a:pt x="797134" y="513335"/>
                </a:lnTo>
                <a:lnTo>
                  <a:pt x="797864" y="521365"/>
                </a:lnTo>
                <a:lnTo>
                  <a:pt x="799324" y="534081"/>
                </a:lnTo>
                <a:lnTo>
                  <a:pt x="800054" y="524566"/>
                </a:lnTo>
                <a:lnTo>
                  <a:pt x="801514" y="510266"/>
                </a:lnTo>
                <a:lnTo>
                  <a:pt x="802974" y="491122"/>
                </a:lnTo>
                <a:lnTo>
                  <a:pt x="803704" y="494119"/>
                </a:lnTo>
                <a:lnTo>
                  <a:pt x="804434" y="517327"/>
                </a:lnTo>
                <a:lnTo>
                  <a:pt x="806624" y="510155"/>
                </a:lnTo>
                <a:lnTo>
                  <a:pt x="807354" y="525298"/>
                </a:lnTo>
                <a:lnTo>
                  <a:pt x="809543" y="520131"/>
                </a:lnTo>
                <a:lnTo>
                  <a:pt x="811003" y="545926"/>
                </a:lnTo>
                <a:lnTo>
                  <a:pt x="811733" y="563775"/>
                </a:lnTo>
                <a:lnTo>
                  <a:pt x="812463" y="544977"/>
                </a:lnTo>
                <a:lnTo>
                  <a:pt x="813193" y="531691"/>
                </a:lnTo>
                <a:lnTo>
                  <a:pt x="813923" y="552459"/>
                </a:lnTo>
                <a:lnTo>
                  <a:pt x="817573" y="616172"/>
                </a:lnTo>
                <a:lnTo>
                  <a:pt x="818303" y="643176"/>
                </a:lnTo>
                <a:lnTo>
                  <a:pt x="819763" y="624543"/>
                </a:lnTo>
                <a:lnTo>
                  <a:pt x="821953" y="602479"/>
                </a:lnTo>
                <a:lnTo>
                  <a:pt x="823413" y="604734"/>
                </a:lnTo>
                <a:lnTo>
                  <a:pt x="824873" y="586638"/>
                </a:lnTo>
                <a:lnTo>
                  <a:pt x="825603" y="610893"/>
                </a:lnTo>
                <a:lnTo>
                  <a:pt x="827063" y="576714"/>
                </a:lnTo>
                <a:lnTo>
                  <a:pt x="827793" y="606718"/>
                </a:lnTo>
                <a:lnTo>
                  <a:pt x="828523" y="603114"/>
                </a:lnTo>
                <a:lnTo>
                  <a:pt x="829253" y="611730"/>
                </a:lnTo>
                <a:lnTo>
                  <a:pt x="832173" y="646311"/>
                </a:lnTo>
                <a:lnTo>
                  <a:pt x="835823" y="598470"/>
                </a:lnTo>
                <a:lnTo>
                  <a:pt x="836553" y="600824"/>
                </a:lnTo>
                <a:lnTo>
                  <a:pt x="840202" y="634246"/>
                </a:lnTo>
                <a:lnTo>
                  <a:pt x="838742" y="599723"/>
                </a:lnTo>
                <a:lnTo>
                  <a:pt x="840932" y="627418"/>
                </a:lnTo>
                <a:lnTo>
                  <a:pt x="842392" y="585253"/>
                </a:lnTo>
                <a:lnTo>
                  <a:pt x="843852" y="600757"/>
                </a:lnTo>
                <a:lnTo>
                  <a:pt x="845312" y="591355"/>
                </a:lnTo>
                <a:lnTo>
                  <a:pt x="846042" y="596566"/>
                </a:lnTo>
                <a:lnTo>
                  <a:pt x="846772" y="606868"/>
                </a:lnTo>
                <a:lnTo>
                  <a:pt x="847502" y="605551"/>
                </a:lnTo>
                <a:lnTo>
                  <a:pt x="850422" y="575351"/>
                </a:lnTo>
                <a:lnTo>
                  <a:pt x="851152" y="577861"/>
                </a:lnTo>
                <a:lnTo>
                  <a:pt x="851882" y="578672"/>
                </a:lnTo>
                <a:lnTo>
                  <a:pt x="852612" y="566351"/>
                </a:lnTo>
                <a:lnTo>
                  <a:pt x="853342" y="585453"/>
                </a:lnTo>
                <a:lnTo>
                  <a:pt x="854072" y="593122"/>
                </a:lnTo>
                <a:lnTo>
                  <a:pt x="856262" y="563636"/>
                </a:lnTo>
                <a:lnTo>
                  <a:pt x="856992" y="567910"/>
                </a:lnTo>
                <a:lnTo>
                  <a:pt x="863562" y="544519"/>
                </a:lnTo>
                <a:lnTo>
                  <a:pt x="867211" y="561514"/>
                </a:lnTo>
                <a:lnTo>
                  <a:pt x="867941" y="561070"/>
                </a:lnTo>
                <a:lnTo>
                  <a:pt x="868672" y="563458"/>
                </a:lnTo>
                <a:lnTo>
                  <a:pt x="870131" y="589025"/>
                </a:lnTo>
                <a:lnTo>
                  <a:pt x="871592" y="580421"/>
                </a:lnTo>
                <a:lnTo>
                  <a:pt x="872322" y="578205"/>
                </a:lnTo>
                <a:lnTo>
                  <a:pt x="881811" y="648265"/>
                </a:lnTo>
                <a:lnTo>
                  <a:pt x="884001" y="657824"/>
                </a:lnTo>
                <a:lnTo>
                  <a:pt x="884731" y="655698"/>
                </a:lnTo>
                <a:lnTo>
                  <a:pt x="885461" y="650008"/>
                </a:lnTo>
                <a:lnTo>
                  <a:pt x="886191" y="659234"/>
                </a:lnTo>
                <a:lnTo>
                  <a:pt x="898601" y="722087"/>
                </a:lnTo>
                <a:lnTo>
                  <a:pt x="899331" y="719690"/>
                </a:lnTo>
                <a:lnTo>
                  <a:pt x="900061" y="724748"/>
                </a:lnTo>
                <a:lnTo>
                  <a:pt x="901521" y="739078"/>
                </a:lnTo>
                <a:lnTo>
                  <a:pt x="902251" y="729021"/>
                </a:lnTo>
                <a:lnTo>
                  <a:pt x="902981" y="721205"/>
                </a:lnTo>
                <a:lnTo>
                  <a:pt x="903711" y="731976"/>
                </a:lnTo>
                <a:lnTo>
                  <a:pt x="905901" y="752364"/>
                </a:lnTo>
                <a:lnTo>
                  <a:pt x="906630" y="752187"/>
                </a:lnTo>
                <a:lnTo>
                  <a:pt x="908820" y="742944"/>
                </a:lnTo>
                <a:lnTo>
                  <a:pt x="909550" y="751734"/>
                </a:lnTo>
                <a:lnTo>
                  <a:pt x="912470" y="767446"/>
                </a:lnTo>
                <a:lnTo>
                  <a:pt x="913200" y="766559"/>
                </a:lnTo>
                <a:lnTo>
                  <a:pt x="913930" y="762839"/>
                </a:lnTo>
                <a:lnTo>
                  <a:pt x="914660" y="767650"/>
                </a:lnTo>
                <a:lnTo>
                  <a:pt x="915390" y="776204"/>
                </a:lnTo>
                <a:lnTo>
                  <a:pt x="917580" y="772607"/>
                </a:lnTo>
                <a:lnTo>
                  <a:pt x="919770" y="777816"/>
                </a:lnTo>
                <a:lnTo>
                  <a:pt x="920500" y="777444"/>
                </a:lnTo>
                <a:lnTo>
                  <a:pt x="922690" y="767625"/>
                </a:lnTo>
                <a:lnTo>
                  <a:pt x="923420" y="771247"/>
                </a:lnTo>
                <a:lnTo>
                  <a:pt x="924150" y="777543"/>
                </a:lnTo>
                <a:lnTo>
                  <a:pt x="926340" y="775150"/>
                </a:lnTo>
                <a:lnTo>
                  <a:pt x="927800" y="768901"/>
                </a:lnTo>
                <a:lnTo>
                  <a:pt x="928530" y="777723"/>
                </a:lnTo>
                <a:lnTo>
                  <a:pt x="929260" y="781641"/>
                </a:lnTo>
                <a:lnTo>
                  <a:pt x="929990" y="775254"/>
                </a:lnTo>
                <a:lnTo>
                  <a:pt x="930720" y="778104"/>
                </a:lnTo>
                <a:lnTo>
                  <a:pt x="931450" y="777278"/>
                </a:lnTo>
                <a:lnTo>
                  <a:pt x="932910" y="762967"/>
                </a:lnTo>
                <a:lnTo>
                  <a:pt x="933640" y="767215"/>
                </a:lnTo>
                <a:lnTo>
                  <a:pt x="935829" y="780258"/>
                </a:lnTo>
                <a:lnTo>
                  <a:pt x="936559" y="771973"/>
                </a:lnTo>
                <a:lnTo>
                  <a:pt x="937289" y="761713"/>
                </a:lnTo>
                <a:lnTo>
                  <a:pt x="939479" y="767845"/>
                </a:lnTo>
                <a:lnTo>
                  <a:pt x="944589" y="748544"/>
                </a:lnTo>
                <a:lnTo>
                  <a:pt x="945319" y="762484"/>
                </a:lnTo>
                <a:lnTo>
                  <a:pt x="946779" y="747315"/>
                </a:lnTo>
                <a:lnTo>
                  <a:pt x="948239" y="752042"/>
                </a:lnTo>
                <a:lnTo>
                  <a:pt x="948969" y="744386"/>
                </a:lnTo>
                <a:lnTo>
                  <a:pt x="955539" y="716242"/>
                </a:lnTo>
                <a:lnTo>
                  <a:pt x="959189" y="684190"/>
                </a:lnTo>
                <a:lnTo>
                  <a:pt x="959919" y="688457"/>
                </a:lnTo>
                <a:lnTo>
                  <a:pt x="960649" y="687573"/>
                </a:lnTo>
                <a:lnTo>
                  <a:pt x="977438" y="530704"/>
                </a:lnTo>
                <a:lnTo>
                  <a:pt x="981088" y="507157"/>
                </a:lnTo>
                <a:lnTo>
                  <a:pt x="981818" y="515061"/>
                </a:lnTo>
                <a:lnTo>
                  <a:pt x="982548" y="504703"/>
                </a:lnTo>
                <a:lnTo>
                  <a:pt x="984008" y="512515"/>
                </a:lnTo>
                <a:lnTo>
                  <a:pt x="985468" y="496255"/>
                </a:lnTo>
                <a:lnTo>
                  <a:pt x="986198" y="518007"/>
                </a:lnTo>
                <a:lnTo>
                  <a:pt x="986928" y="501875"/>
                </a:lnTo>
                <a:lnTo>
                  <a:pt x="987658" y="505076"/>
                </a:lnTo>
                <a:lnTo>
                  <a:pt x="988388" y="500336"/>
                </a:lnTo>
                <a:lnTo>
                  <a:pt x="989118" y="494313"/>
                </a:lnTo>
                <a:lnTo>
                  <a:pt x="989848" y="506791"/>
                </a:lnTo>
                <a:lnTo>
                  <a:pt x="990578" y="501411"/>
                </a:lnTo>
                <a:lnTo>
                  <a:pt x="992038" y="504745"/>
                </a:lnTo>
                <a:lnTo>
                  <a:pt x="992768" y="493370"/>
                </a:lnTo>
                <a:lnTo>
                  <a:pt x="993497" y="506336"/>
                </a:lnTo>
                <a:lnTo>
                  <a:pt x="994957" y="495296"/>
                </a:lnTo>
                <a:lnTo>
                  <a:pt x="996417" y="499277"/>
                </a:lnTo>
                <a:lnTo>
                  <a:pt x="997147" y="492230"/>
                </a:lnTo>
                <a:lnTo>
                  <a:pt x="998607" y="496006"/>
                </a:lnTo>
                <a:lnTo>
                  <a:pt x="999337" y="498922"/>
                </a:lnTo>
                <a:lnTo>
                  <a:pt x="1000067" y="495673"/>
                </a:lnTo>
                <a:lnTo>
                  <a:pt x="1002987" y="476365"/>
                </a:lnTo>
                <a:lnTo>
                  <a:pt x="1003717" y="479497"/>
                </a:lnTo>
                <a:lnTo>
                  <a:pt x="1004447" y="496213"/>
                </a:lnTo>
                <a:lnTo>
                  <a:pt x="1005907" y="490705"/>
                </a:lnTo>
                <a:lnTo>
                  <a:pt x="1007367" y="477932"/>
                </a:lnTo>
                <a:lnTo>
                  <a:pt x="1008097" y="488273"/>
                </a:lnTo>
                <a:lnTo>
                  <a:pt x="1008827" y="491409"/>
                </a:lnTo>
                <a:lnTo>
                  <a:pt x="1010287" y="471113"/>
                </a:lnTo>
                <a:lnTo>
                  <a:pt x="1011017" y="478745"/>
                </a:lnTo>
                <a:lnTo>
                  <a:pt x="1011747" y="496289"/>
                </a:lnTo>
                <a:lnTo>
                  <a:pt x="1012477" y="469672"/>
                </a:lnTo>
                <a:lnTo>
                  <a:pt x="1013937" y="466635"/>
                </a:lnTo>
                <a:lnTo>
                  <a:pt x="1015397" y="483121"/>
                </a:lnTo>
                <a:lnTo>
                  <a:pt x="1017587" y="429501"/>
                </a:lnTo>
                <a:lnTo>
                  <a:pt x="1018317" y="447162"/>
                </a:lnTo>
                <a:lnTo>
                  <a:pt x="1019047" y="483212"/>
                </a:lnTo>
                <a:lnTo>
                  <a:pt x="1020507" y="448110"/>
                </a:lnTo>
                <a:lnTo>
                  <a:pt x="1022696" y="463489"/>
                </a:lnTo>
                <a:lnTo>
                  <a:pt x="1023426" y="456687"/>
                </a:lnTo>
                <a:lnTo>
                  <a:pt x="1024886" y="441091"/>
                </a:lnTo>
                <a:lnTo>
                  <a:pt x="1025616" y="447429"/>
                </a:lnTo>
                <a:lnTo>
                  <a:pt x="1026346" y="465827"/>
                </a:lnTo>
                <a:lnTo>
                  <a:pt x="1027076" y="430059"/>
                </a:lnTo>
                <a:lnTo>
                  <a:pt x="1027806" y="410407"/>
                </a:lnTo>
                <a:lnTo>
                  <a:pt x="1028536" y="415524"/>
                </a:lnTo>
                <a:lnTo>
                  <a:pt x="1029266" y="445093"/>
                </a:lnTo>
                <a:lnTo>
                  <a:pt x="1031456" y="436069"/>
                </a:lnTo>
                <a:lnTo>
                  <a:pt x="1032186" y="450965"/>
                </a:lnTo>
                <a:lnTo>
                  <a:pt x="1032916" y="414681"/>
                </a:lnTo>
                <a:lnTo>
                  <a:pt x="1033646" y="401049"/>
                </a:lnTo>
                <a:lnTo>
                  <a:pt x="1034376" y="432100"/>
                </a:lnTo>
                <a:lnTo>
                  <a:pt x="1035836" y="421449"/>
                </a:lnTo>
                <a:lnTo>
                  <a:pt x="1037296" y="427184"/>
                </a:lnTo>
                <a:lnTo>
                  <a:pt x="1038026" y="428208"/>
                </a:lnTo>
                <a:lnTo>
                  <a:pt x="1038756" y="425843"/>
                </a:lnTo>
                <a:lnTo>
                  <a:pt x="1040216" y="415468"/>
                </a:lnTo>
                <a:lnTo>
                  <a:pt x="1040946" y="428702"/>
                </a:lnTo>
                <a:lnTo>
                  <a:pt x="1043136" y="411387"/>
                </a:lnTo>
                <a:lnTo>
                  <a:pt x="1044596" y="416531"/>
                </a:lnTo>
                <a:lnTo>
                  <a:pt x="1046056" y="420578"/>
                </a:lnTo>
                <a:lnTo>
                  <a:pt x="1047516" y="387417"/>
                </a:lnTo>
                <a:lnTo>
                  <a:pt x="1048246" y="429480"/>
                </a:lnTo>
                <a:lnTo>
                  <a:pt x="1048976" y="407259"/>
                </a:lnTo>
                <a:lnTo>
                  <a:pt x="1049706" y="420782"/>
                </a:lnTo>
                <a:lnTo>
                  <a:pt x="1050436" y="417164"/>
                </a:lnTo>
                <a:lnTo>
                  <a:pt x="1052625" y="422732"/>
                </a:lnTo>
                <a:lnTo>
                  <a:pt x="1053355" y="391973"/>
                </a:lnTo>
                <a:lnTo>
                  <a:pt x="1054085" y="391507"/>
                </a:lnTo>
                <a:lnTo>
                  <a:pt x="1055545" y="424879"/>
                </a:lnTo>
                <a:lnTo>
                  <a:pt x="1056275" y="394302"/>
                </a:lnTo>
                <a:lnTo>
                  <a:pt x="1057735" y="377515"/>
                </a:lnTo>
                <a:lnTo>
                  <a:pt x="1058465" y="391552"/>
                </a:lnTo>
                <a:lnTo>
                  <a:pt x="1059195" y="429515"/>
                </a:lnTo>
                <a:lnTo>
                  <a:pt x="1060655" y="385811"/>
                </a:lnTo>
                <a:lnTo>
                  <a:pt x="1061385" y="384308"/>
                </a:lnTo>
                <a:lnTo>
                  <a:pt x="1064305" y="405200"/>
                </a:lnTo>
                <a:lnTo>
                  <a:pt x="1065765" y="387623"/>
                </a:lnTo>
                <a:lnTo>
                  <a:pt x="1066495" y="404429"/>
                </a:lnTo>
                <a:lnTo>
                  <a:pt x="1067225" y="412068"/>
                </a:lnTo>
                <a:lnTo>
                  <a:pt x="1069415" y="324503"/>
                </a:lnTo>
                <a:lnTo>
                  <a:pt x="1070145" y="339740"/>
                </a:lnTo>
                <a:lnTo>
                  <a:pt x="1071605" y="431691"/>
                </a:lnTo>
                <a:lnTo>
                  <a:pt x="1072335" y="380644"/>
                </a:lnTo>
                <a:lnTo>
                  <a:pt x="1073795" y="319478"/>
                </a:lnTo>
                <a:lnTo>
                  <a:pt x="1075255" y="340263"/>
                </a:lnTo>
                <a:lnTo>
                  <a:pt x="1076715" y="402558"/>
                </a:lnTo>
                <a:lnTo>
                  <a:pt x="1077445" y="367488"/>
                </a:lnTo>
                <a:lnTo>
                  <a:pt x="1079634" y="341201"/>
                </a:lnTo>
                <a:lnTo>
                  <a:pt x="1080364" y="349536"/>
                </a:lnTo>
                <a:lnTo>
                  <a:pt x="1081094" y="420879"/>
                </a:lnTo>
                <a:lnTo>
                  <a:pt x="1082554" y="391914"/>
                </a:lnTo>
                <a:lnTo>
                  <a:pt x="1084014" y="341348"/>
                </a:lnTo>
                <a:lnTo>
                  <a:pt x="1085474" y="372144"/>
                </a:lnTo>
                <a:lnTo>
                  <a:pt x="1086205" y="377317"/>
                </a:lnTo>
                <a:lnTo>
                  <a:pt x="1086934" y="368151"/>
                </a:lnTo>
                <a:lnTo>
                  <a:pt x="1087664" y="355396"/>
                </a:lnTo>
                <a:lnTo>
                  <a:pt x="1088394" y="356874"/>
                </a:lnTo>
                <a:lnTo>
                  <a:pt x="1089125" y="390935"/>
                </a:lnTo>
                <a:lnTo>
                  <a:pt x="1090584" y="338358"/>
                </a:lnTo>
                <a:lnTo>
                  <a:pt x="1092044" y="314205"/>
                </a:lnTo>
                <a:lnTo>
                  <a:pt x="1092774" y="334535"/>
                </a:lnTo>
                <a:lnTo>
                  <a:pt x="1094234" y="416236"/>
                </a:lnTo>
                <a:lnTo>
                  <a:pt x="1095694" y="354659"/>
                </a:lnTo>
                <a:lnTo>
                  <a:pt x="1096424" y="326634"/>
                </a:lnTo>
                <a:lnTo>
                  <a:pt x="1097884" y="367789"/>
                </a:lnTo>
                <a:lnTo>
                  <a:pt x="1098614" y="382163"/>
                </a:lnTo>
                <a:lnTo>
                  <a:pt x="1102264" y="267773"/>
                </a:lnTo>
                <a:lnTo>
                  <a:pt x="1103724" y="392366"/>
                </a:lnTo>
                <a:lnTo>
                  <a:pt x="1105914" y="345774"/>
                </a:lnTo>
                <a:lnTo>
                  <a:pt x="1108104" y="299743"/>
                </a:lnTo>
                <a:lnTo>
                  <a:pt x="1108834" y="421896"/>
                </a:lnTo>
                <a:lnTo>
                  <a:pt x="1111024" y="355243"/>
                </a:lnTo>
                <a:lnTo>
                  <a:pt x="1112484" y="276941"/>
                </a:lnTo>
                <a:lnTo>
                  <a:pt x="1113944" y="335883"/>
                </a:lnTo>
                <a:lnTo>
                  <a:pt x="1114674" y="418959"/>
                </a:lnTo>
                <a:lnTo>
                  <a:pt x="1116864" y="411676"/>
                </a:lnTo>
                <a:lnTo>
                  <a:pt x="1119053" y="308666"/>
                </a:lnTo>
                <a:lnTo>
                  <a:pt x="1120513" y="326298"/>
                </a:lnTo>
                <a:lnTo>
                  <a:pt x="1121243" y="391095"/>
                </a:lnTo>
                <a:lnTo>
                  <a:pt x="1122703" y="347341"/>
                </a:lnTo>
                <a:lnTo>
                  <a:pt x="1123433" y="322054"/>
                </a:lnTo>
                <a:lnTo>
                  <a:pt x="1124163" y="325946"/>
                </a:lnTo>
                <a:lnTo>
                  <a:pt x="1127083" y="419387"/>
                </a:lnTo>
                <a:lnTo>
                  <a:pt x="1129273" y="214408"/>
                </a:lnTo>
                <a:lnTo>
                  <a:pt x="1130733" y="231584"/>
                </a:lnTo>
                <a:lnTo>
                  <a:pt x="1132923" y="411772"/>
                </a:lnTo>
                <a:lnTo>
                  <a:pt x="1134383" y="350907"/>
                </a:lnTo>
                <a:lnTo>
                  <a:pt x="1135843" y="282174"/>
                </a:lnTo>
                <a:lnTo>
                  <a:pt x="1136573" y="301692"/>
                </a:lnTo>
                <a:lnTo>
                  <a:pt x="1140223" y="429421"/>
                </a:lnTo>
                <a:lnTo>
                  <a:pt x="1140953" y="416234"/>
                </a:lnTo>
                <a:lnTo>
                  <a:pt x="1142413" y="201563"/>
                </a:lnTo>
                <a:lnTo>
                  <a:pt x="1144603" y="227952"/>
                </a:lnTo>
                <a:lnTo>
                  <a:pt x="1146063" y="405932"/>
                </a:lnTo>
                <a:lnTo>
                  <a:pt x="1148252" y="363586"/>
                </a:lnTo>
                <a:lnTo>
                  <a:pt x="1148982" y="349388"/>
                </a:lnTo>
                <a:lnTo>
                  <a:pt x="1149712" y="363321"/>
                </a:lnTo>
                <a:lnTo>
                  <a:pt x="1150442" y="382303"/>
                </a:lnTo>
                <a:lnTo>
                  <a:pt x="1151172" y="368216"/>
                </a:lnTo>
                <a:lnTo>
                  <a:pt x="1152632" y="312202"/>
                </a:lnTo>
                <a:lnTo>
                  <a:pt x="1153362" y="324338"/>
                </a:lnTo>
                <a:lnTo>
                  <a:pt x="1156282" y="402888"/>
                </a:lnTo>
                <a:lnTo>
                  <a:pt x="1157742" y="342631"/>
                </a:lnTo>
                <a:lnTo>
                  <a:pt x="1159202" y="364000"/>
                </a:lnTo>
                <a:lnTo>
                  <a:pt x="1160662" y="401247"/>
                </a:lnTo>
                <a:lnTo>
                  <a:pt x="1161392" y="394304"/>
                </a:lnTo>
                <a:lnTo>
                  <a:pt x="1163582" y="312776"/>
                </a:lnTo>
                <a:lnTo>
                  <a:pt x="1164312" y="340640"/>
                </a:lnTo>
                <a:lnTo>
                  <a:pt x="1167962" y="466381"/>
                </a:lnTo>
                <a:lnTo>
                  <a:pt x="1170152" y="257496"/>
                </a:lnTo>
                <a:lnTo>
                  <a:pt x="1171612" y="349385"/>
                </a:lnTo>
                <a:lnTo>
                  <a:pt x="1173802" y="420275"/>
                </a:lnTo>
                <a:lnTo>
                  <a:pt x="1175262" y="402694"/>
                </a:lnTo>
                <a:lnTo>
                  <a:pt x="1176721" y="294794"/>
                </a:lnTo>
                <a:lnTo>
                  <a:pt x="1178181" y="366496"/>
                </a:lnTo>
                <a:lnTo>
                  <a:pt x="1181831" y="415556"/>
                </a:lnTo>
                <a:lnTo>
                  <a:pt x="1183291" y="297293"/>
                </a:lnTo>
                <a:lnTo>
                  <a:pt x="1185481" y="329292"/>
                </a:lnTo>
                <a:lnTo>
                  <a:pt x="1189131" y="472473"/>
                </a:lnTo>
                <a:lnTo>
                  <a:pt x="1190591" y="285351"/>
                </a:lnTo>
                <a:lnTo>
                  <a:pt x="1192781" y="346711"/>
                </a:lnTo>
                <a:lnTo>
                  <a:pt x="1194241" y="432685"/>
                </a:lnTo>
                <a:lnTo>
                  <a:pt x="1194971" y="380900"/>
                </a:lnTo>
                <a:lnTo>
                  <a:pt x="1195701" y="334770"/>
                </a:lnTo>
                <a:lnTo>
                  <a:pt x="1197891" y="349840"/>
                </a:lnTo>
                <a:lnTo>
                  <a:pt x="1198621" y="359961"/>
                </a:lnTo>
                <a:lnTo>
                  <a:pt x="1199351" y="424779"/>
                </a:lnTo>
                <a:lnTo>
                  <a:pt x="1201541" y="396571"/>
                </a:lnTo>
                <a:lnTo>
                  <a:pt x="1202271" y="398704"/>
                </a:lnTo>
                <a:lnTo>
                  <a:pt x="1203001" y="414307"/>
                </a:lnTo>
                <a:lnTo>
                  <a:pt x="1203731" y="381993"/>
                </a:lnTo>
                <a:lnTo>
                  <a:pt x="1205191" y="321139"/>
                </a:lnTo>
                <a:lnTo>
                  <a:pt x="1206650" y="341569"/>
                </a:lnTo>
                <a:lnTo>
                  <a:pt x="1207380" y="429290"/>
                </a:lnTo>
                <a:lnTo>
                  <a:pt x="1208840" y="376897"/>
                </a:lnTo>
                <a:lnTo>
                  <a:pt x="1209570" y="374811"/>
                </a:lnTo>
                <a:lnTo>
                  <a:pt x="1211030" y="407936"/>
                </a:lnTo>
                <a:lnTo>
                  <a:pt x="1211760" y="400740"/>
                </a:lnTo>
                <a:lnTo>
                  <a:pt x="1213220" y="369736"/>
                </a:lnTo>
                <a:lnTo>
                  <a:pt x="1214680" y="380741"/>
                </a:lnTo>
                <a:lnTo>
                  <a:pt x="1216870" y="439539"/>
                </a:lnTo>
                <a:lnTo>
                  <a:pt x="1219060" y="360644"/>
                </a:lnTo>
                <a:lnTo>
                  <a:pt x="1219790" y="361716"/>
                </a:lnTo>
                <a:lnTo>
                  <a:pt x="1220520" y="408522"/>
                </a:lnTo>
                <a:lnTo>
                  <a:pt x="1222710" y="403039"/>
                </a:lnTo>
                <a:lnTo>
                  <a:pt x="1224170" y="432433"/>
                </a:lnTo>
                <a:lnTo>
                  <a:pt x="1225630" y="307428"/>
                </a:lnTo>
                <a:lnTo>
                  <a:pt x="1227090" y="352041"/>
                </a:lnTo>
                <a:lnTo>
                  <a:pt x="1228550" y="423669"/>
                </a:lnTo>
                <a:lnTo>
                  <a:pt x="1230010" y="417319"/>
                </a:lnTo>
                <a:lnTo>
                  <a:pt x="1230740" y="420653"/>
                </a:lnTo>
                <a:lnTo>
                  <a:pt x="1232200" y="368363"/>
                </a:lnTo>
                <a:lnTo>
                  <a:pt x="1233660" y="380145"/>
                </a:lnTo>
                <a:lnTo>
                  <a:pt x="1234390" y="377532"/>
                </a:lnTo>
                <a:lnTo>
                  <a:pt x="1236579" y="452300"/>
                </a:lnTo>
                <a:lnTo>
                  <a:pt x="1237309" y="411832"/>
                </a:lnTo>
                <a:lnTo>
                  <a:pt x="1238769" y="288566"/>
                </a:lnTo>
                <a:lnTo>
                  <a:pt x="1239499" y="357780"/>
                </a:lnTo>
                <a:lnTo>
                  <a:pt x="1240959" y="444941"/>
                </a:lnTo>
                <a:lnTo>
                  <a:pt x="1241689" y="416317"/>
                </a:lnTo>
                <a:lnTo>
                  <a:pt x="1243149" y="355295"/>
                </a:lnTo>
                <a:lnTo>
                  <a:pt x="1244609" y="389043"/>
                </a:lnTo>
                <a:lnTo>
                  <a:pt x="1245339" y="376050"/>
                </a:lnTo>
                <a:lnTo>
                  <a:pt x="1246069" y="383203"/>
                </a:lnTo>
                <a:lnTo>
                  <a:pt x="1247529" y="405610"/>
                </a:lnTo>
                <a:lnTo>
                  <a:pt x="1248259" y="376675"/>
                </a:lnTo>
                <a:lnTo>
                  <a:pt x="1248989" y="341786"/>
                </a:lnTo>
                <a:lnTo>
                  <a:pt x="1249719" y="354346"/>
                </a:lnTo>
                <a:lnTo>
                  <a:pt x="1251909" y="409656"/>
                </a:lnTo>
                <a:lnTo>
                  <a:pt x="1252639" y="407445"/>
                </a:lnTo>
                <a:lnTo>
                  <a:pt x="1254099" y="343373"/>
                </a:lnTo>
                <a:lnTo>
                  <a:pt x="1254829" y="369288"/>
                </a:lnTo>
                <a:lnTo>
                  <a:pt x="1255559" y="402687"/>
                </a:lnTo>
                <a:lnTo>
                  <a:pt x="1257019" y="387926"/>
                </a:lnTo>
                <a:lnTo>
                  <a:pt x="1257749" y="376958"/>
                </a:lnTo>
                <a:lnTo>
                  <a:pt x="1258479" y="383448"/>
                </a:lnTo>
                <a:lnTo>
                  <a:pt x="1259209" y="405224"/>
                </a:lnTo>
                <a:lnTo>
                  <a:pt x="1259939" y="403385"/>
                </a:lnTo>
                <a:lnTo>
                  <a:pt x="1263588" y="332109"/>
                </a:lnTo>
                <a:lnTo>
                  <a:pt x="1265778" y="410563"/>
                </a:lnTo>
                <a:lnTo>
                  <a:pt x="1267968" y="392787"/>
                </a:lnTo>
                <a:lnTo>
                  <a:pt x="1270158" y="319852"/>
                </a:lnTo>
                <a:lnTo>
                  <a:pt x="1270888" y="373368"/>
                </a:lnTo>
                <a:lnTo>
                  <a:pt x="1272348" y="446512"/>
                </a:lnTo>
                <a:lnTo>
                  <a:pt x="1273808" y="407315"/>
                </a:lnTo>
                <a:lnTo>
                  <a:pt x="1274538" y="398959"/>
                </a:lnTo>
                <a:lnTo>
                  <a:pt x="1275998" y="318184"/>
                </a:lnTo>
                <a:lnTo>
                  <a:pt x="1277458" y="352877"/>
                </a:lnTo>
                <a:lnTo>
                  <a:pt x="1278188" y="431872"/>
                </a:lnTo>
                <a:lnTo>
                  <a:pt x="1280378" y="385824"/>
                </a:lnTo>
                <a:lnTo>
                  <a:pt x="1282568" y="361785"/>
                </a:lnTo>
                <a:lnTo>
                  <a:pt x="1284028" y="413331"/>
                </a:lnTo>
                <a:lnTo>
                  <a:pt x="1285488" y="378228"/>
                </a:lnTo>
                <a:lnTo>
                  <a:pt x="1287678" y="319409"/>
                </a:lnTo>
                <a:lnTo>
                  <a:pt x="1289138" y="420916"/>
                </a:lnTo>
                <a:lnTo>
                  <a:pt x="1290598" y="413798"/>
                </a:lnTo>
                <a:lnTo>
                  <a:pt x="1292058" y="353722"/>
                </a:lnTo>
                <a:lnTo>
                  <a:pt x="1293517" y="371712"/>
                </a:lnTo>
                <a:lnTo>
                  <a:pt x="1296437" y="468998"/>
                </a:lnTo>
                <a:lnTo>
                  <a:pt x="1297897" y="294963"/>
                </a:lnTo>
                <a:lnTo>
                  <a:pt x="1299357" y="370152"/>
                </a:lnTo>
                <a:lnTo>
                  <a:pt x="1300088" y="347222"/>
                </a:lnTo>
                <a:lnTo>
                  <a:pt x="1300817" y="376553"/>
                </a:lnTo>
                <a:lnTo>
                  <a:pt x="1303007" y="453910"/>
                </a:lnTo>
                <a:lnTo>
                  <a:pt x="1303737" y="411070"/>
                </a:lnTo>
                <a:lnTo>
                  <a:pt x="1305197" y="268116"/>
                </a:lnTo>
                <a:lnTo>
                  <a:pt x="1306657" y="281719"/>
                </a:lnTo>
                <a:lnTo>
                  <a:pt x="1307387" y="290493"/>
                </a:lnTo>
                <a:lnTo>
                  <a:pt x="1309577" y="420361"/>
                </a:lnTo>
                <a:lnTo>
                  <a:pt x="1310307" y="394986"/>
                </a:lnTo>
                <a:lnTo>
                  <a:pt x="1311767" y="274019"/>
                </a:lnTo>
                <a:lnTo>
                  <a:pt x="1312497" y="339332"/>
                </a:lnTo>
                <a:lnTo>
                  <a:pt x="1314687" y="442660"/>
                </a:lnTo>
                <a:lnTo>
                  <a:pt x="1315417" y="369518"/>
                </a:lnTo>
                <a:lnTo>
                  <a:pt x="1318337" y="224645"/>
                </a:lnTo>
                <a:lnTo>
                  <a:pt x="1320527" y="413712"/>
                </a:lnTo>
                <a:lnTo>
                  <a:pt x="1321257" y="409854"/>
                </a:lnTo>
                <a:lnTo>
                  <a:pt x="1324177" y="334200"/>
                </a:lnTo>
                <a:lnTo>
                  <a:pt x="1325637" y="390853"/>
                </a:lnTo>
                <a:lnTo>
                  <a:pt x="1326367" y="495928"/>
                </a:lnTo>
                <a:lnTo>
                  <a:pt x="1327827" y="383658"/>
                </a:lnTo>
                <a:lnTo>
                  <a:pt x="1329287" y="360644"/>
                </a:lnTo>
                <a:lnTo>
                  <a:pt x="1330017" y="363481"/>
                </a:lnTo>
                <a:lnTo>
                  <a:pt x="1331477" y="451233"/>
                </a:lnTo>
                <a:lnTo>
                  <a:pt x="1332206" y="432481"/>
                </a:lnTo>
                <a:lnTo>
                  <a:pt x="1334396" y="320267"/>
                </a:lnTo>
                <a:lnTo>
                  <a:pt x="1335126" y="395993"/>
                </a:lnTo>
                <a:lnTo>
                  <a:pt x="1336586" y="480586"/>
                </a:lnTo>
                <a:lnTo>
                  <a:pt x="1338776" y="434704"/>
                </a:lnTo>
                <a:lnTo>
                  <a:pt x="1341696" y="341395"/>
                </a:lnTo>
                <a:lnTo>
                  <a:pt x="1342426" y="362785"/>
                </a:lnTo>
                <a:lnTo>
                  <a:pt x="1344616" y="437631"/>
                </a:lnTo>
                <a:lnTo>
                  <a:pt x="1345346" y="394509"/>
                </a:lnTo>
                <a:lnTo>
                  <a:pt x="1348266" y="428849"/>
                </a:lnTo>
                <a:lnTo>
                  <a:pt x="1349726" y="397182"/>
                </a:lnTo>
                <a:lnTo>
                  <a:pt x="1350456" y="426433"/>
                </a:lnTo>
                <a:lnTo>
                  <a:pt x="1351186" y="453158"/>
                </a:lnTo>
                <a:lnTo>
                  <a:pt x="1351916" y="384055"/>
                </a:lnTo>
                <a:lnTo>
                  <a:pt x="1352646" y="332087"/>
                </a:lnTo>
                <a:lnTo>
                  <a:pt x="1353376" y="374417"/>
                </a:lnTo>
                <a:lnTo>
                  <a:pt x="1355566" y="372435"/>
                </a:lnTo>
                <a:lnTo>
                  <a:pt x="1357026" y="470393"/>
                </a:lnTo>
                <a:lnTo>
                  <a:pt x="1361405" y="292418"/>
                </a:lnTo>
                <a:lnTo>
                  <a:pt x="1362135" y="304186"/>
                </a:lnTo>
                <a:lnTo>
                  <a:pt x="1363595" y="550831"/>
                </a:lnTo>
                <a:lnTo>
                  <a:pt x="1365055" y="437789"/>
                </a:lnTo>
                <a:lnTo>
                  <a:pt x="1366515" y="358316"/>
                </a:lnTo>
                <a:lnTo>
                  <a:pt x="1367975" y="384698"/>
                </a:lnTo>
                <a:lnTo>
                  <a:pt x="1369435" y="504748"/>
                </a:lnTo>
                <a:lnTo>
                  <a:pt x="1370165" y="481578"/>
                </a:lnTo>
                <a:lnTo>
                  <a:pt x="1372355" y="340644"/>
                </a:lnTo>
                <a:lnTo>
                  <a:pt x="1373085" y="395483"/>
                </a:lnTo>
                <a:lnTo>
                  <a:pt x="1376005" y="493964"/>
                </a:lnTo>
                <a:lnTo>
                  <a:pt x="1378195" y="388330"/>
                </a:lnTo>
                <a:lnTo>
                  <a:pt x="1378925" y="397595"/>
                </a:lnTo>
                <a:lnTo>
                  <a:pt x="1381115" y="527312"/>
                </a:lnTo>
                <a:lnTo>
                  <a:pt x="1381845" y="525333"/>
                </a:lnTo>
                <a:lnTo>
                  <a:pt x="1384035" y="278780"/>
                </a:lnTo>
                <a:lnTo>
                  <a:pt x="1385495" y="365978"/>
                </a:lnTo>
                <a:lnTo>
                  <a:pt x="1386955" y="544721"/>
                </a:lnTo>
                <a:lnTo>
                  <a:pt x="1388415" y="418129"/>
                </a:lnTo>
                <a:lnTo>
                  <a:pt x="1390604" y="272742"/>
                </a:lnTo>
                <a:lnTo>
                  <a:pt x="1391334" y="385947"/>
                </a:lnTo>
                <a:lnTo>
                  <a:pt x="1392064" y="376235"/>
                </a:lnTo>
                <a:lnTo>
                  <a:pt x="1393524" y="542519"/>
                </a:lnTo>
                <a:lnTo>
                  <a:pt x="1394984" y="466637"/>
                </a:lnTo>
                <a:lnTo>
                  <a:pt x="1397904" y="407094"/>
                </a:lnTo>
                <a:lnTo>
                  <a:pt x="1400824" y="559937"/>
                </a:lnTo>
                <a:lnTo>
                  <a:pt x="1404474" y="405395"/>
                </a:lnTo>
                <a:lnTo>
                  <a:pt x="1405934" y="597224"/>
                </a:lnTo>
                <a:lnTo>
                  <a:pt x="1407394" y="467330"/>
                </a:lnTo>
                <a:lnTo>
                  <a:pt x="1408854" y="373643"/>
                </a:lnTo>
                <a:lnTo>
                  <a:pt x="1410314" y="395807"/>
                </a:lnTo>
                <a:lnTo>
                  <a:pt x="1411044" y="411335"/>
                </a:lnTo>
                <a:lnTo>
                  <a:pt x="1411774" y="536472"/>
                </a:lnTo>
                <a:lnTo>
                  <a:pt x="1413234" y="503566"/>
                </a:lnTo>
                <a:lnTo>
                  <a:pt x="1414694" y="440875"/>
                </a:lnTo>
                <a:lnTo>
                  <a:pt x="1415424" y="496412"/>
                </a:lnTo>
                <a:lnTo>
                  <a:pt x="1417614" y="553833"/>
                </a:lnTo>
                <a:lnTo>
                  <a:pt x="1419803" y="333289"/>
                </a:lnTo>
                <a:lnTo>
                  <a:pt x="1421263" y="355899"/>
                </a:lnTo>
                <a:lnTo>
                  <a:pt x="1423453" y="560856"/>
                </a:lnTo>
                <a:lnTo>
                  <a:pt x="1424913" y="456289"/>
                </a:lnTo>
                <a:lnTo>
                  <a:pt x="1425643" y="418026"/>
                </a:lnTo>
                <a:lnTo>
                  <a:pt x="1427103" y="441552"/>
                </a:lnTo>
                <a:lnTo>
                  <a:pt x="1432213" y="559012"/>
                </a:lnTo>
                <a:lnTo>
                  <a:pt x="1432943" y="523374"/>
                </a:lnTo>
                <a:lnTo>
                  <a:pt x="1434403" y="429746"/>
                </a:lnTo>
                <a:lnTo>
                  <a:pt x="1435133" y="498953"/>
                </a:lnTo>
                <a:lnTo>
                  <a:pt x="1437323" y="585077"/>
                </a:lnTo>
                <a:lnTo>
                  <a:pt x="1438053" y="646898"/>
                </a:lnTo>
                <a:lnTo>
                  <a:pt x="1438783" y="564603"/>
                </a:lnTo>
                <a:lnTo>
                  <a:pt x="1440243" y="423984"/>
                </a:lnTo>
                <a:lnTo>
                  <a:pt x="1441703" y="469939"/>
                </a:lnTo>
                <a:lnTo>
                  <a:pt x="1442433" y="475518"/>
                </a:lnTo>
                <a:lnTo>
                  <a:pt x="1443163" y="604733"/>
                </a:lnTo>
                <a:lnTo>
                  <a:pt x="1445353" y="530032"/>
                </a:lnTo>
                <a:lnTo>
                  <a:pt x="1446083" y="445029"/>
                </a:lnTo>
                <a:lnTo>
                  <a:pt x="1447542" y="562605"/>
                </a:lnTo>
                <a:lnTo>
                  <a:pt x="1449002" y="578159"/>
                </a:lnTo>
                <a:lnTo>
                  <a:pt x="1453382" y="373388"/>
                </a:lnTo>
                <a:lnTo>
                  <a:pt x="1454842" y="624160"/>
                </a:lnTo>
                <a:lnTo>
                  <a:pt x="1456302" y="523086"/>
                </a:lnTo>
                <a:lnTo>
                  <a:pt x="1459222" y="325909"/>
                </a:lnTo>
                <a:lnTo>
                  <a:pt x="1459952" y="364525"/>
                </a:lnTo>
                <a:lnTo>
                  <a:pt x="1461412" y="573974"/>
                </a:lnTo>
                <a:lnTo>
                  <a:pt x="1462872" y="457694"/>
                </a:lnTo>
                <a:lnTo>
                  <a:pt x="1463602" y="439653"/>
                </a:lnTo>
                <a:lnTo>
                  <a:pt x="1464332" y="478582"/>
                </a:lnTo>
                <a:lnTo>
                  <a:pt x="1465792" y="531810"/>
                </a:lnTo>
                <a:lnTo>
                  <a:pt x="1468712" y="392195"/>
                </a:lnTo>
                <a:lnTo>
                  <a:pt x="1470172" y="527455"/>
                </a:lnTo>
                <a:lnTo>
                  <a:pt x="1471632" y="484439"/>
                </a:lnTo>
                <a:lnTo>
                  <a:pt x="1472362" y="543322"/>
                </a:lnTo>
                <a:lnTo>
                  <a:pt x="1473822" y="458328"/>
                </a:lnTo>
                <a:lnTo>
                  <a:pt x="1478201" y="514086"/>
                </a:lnTo>
                <a:lnTo>
                  <a:pt x="1478931" y="478854"/>
                </a:lnTo>
                <a:lnTo>
                  <a:pt x="1480391" y="488662"/>
                </a:lnTo>
                <a:lnTo>
                  <a:pt x="1481121" y="501890"/>
                </a:lnTo>
                <a:lnTo>
                  <a:pt x="1482581" y="440466"/>
                </a:lnTo>
                <a:lnTo>
                  <a:pt x="1484041" y="457797"/>
                </a:lnTo>
                <a:lnTo>
                  <a:pt x="1484771" y="525237"/>
                </a:lnTo>
                <a:lnTo>
                  <a:pt x="1486961" y="508565"/>
                </a:lnTo>
                <a:lnTo>
                  <a:pt x="1487691" y="492060"/>
                </a:lnTo>
                <a:lnTo>
                  <a:pt x="1489151" y="358360"/>
                </a:lnTo>
                <a:lnTo>
                  <a:pt x="1490611" y="406142"/>
                </a:lnTo>
                <a:lnTo>
                  <a:pt x="1491341" y="405062"/>
                </a:lnTo>
                <a:lnTo>
                  <a:pt x="1492071" y="534277"/>
                </a:lnTo>
                <a:lnTo>
                  <a:pt x="1494261" y="489082"/>
                </a:lnTo>
                <a:lnTo>
                  <a:pt x="1494991" y="509755"/>
                </a:lnTo>
                <a:lnTo>
                  <a:pt x="1495721" y="467471"/>
                </a:lnTo>
                <a:lnTo>
                  <a:pt x="1497911" y="381220"/>
                </a:lnTo>
                <a:lnTo>
                  <a:pt x="1498641" y="384335"/>
                </a:lnTo>
                <a:lnTo>
                  <a:pt x="1501561" y="504880"/>
                </a:lnTo>
                <a:lnTo>
                  <a:pt x="1502291" y="491477"/>
                </a:lnTo>
                <a:lnTo>
                  <a:pt x="1505210" y="371914"/>
                </a:lnTo>
                <a:lnTo>
                  <a:pt x="1508130" y="584023"/>
                </a:lnTo>
                <a:lnTo>
                  <a:pt x="1508860" y="555270"/>
                </a:lnTo>
                <a:lnTo>
                  <a:pt x="1510320" y="246320"/>
                </a:lnTo>
                <a:lnTo>
                  <a:pt x="1511780" y="356087"/>
                </a:lnTo>
                <a:lnTo>
                  <a:pt x="1513970" y="473595"/>
                </a:lnTo>
                <a:lnTo>
                  <a:pt x="1514700" y="544041"/>
                </a:lnTo>
                <a:lnTo>
                  <a:pt x="1516890" y="508797"/>
                </a:lnTo>
                <a:lnTo>
                  <a:pt x="1518350" y="324450"/>
                </a:lnTo>
                <a:lnTo>
                  <a:pt x="1519810" y="444883"/>
                </a:lnTo>
                <a:lnTo>
                  <a:pt x="1522000" y="444706"/>
                </a:lnTo>
                <a:lnTo>
                  <a:pt x="1523460" y="494130"/>
                </a:lnTo>
                <a:lnTo>
                  <a:pt x="1525650" y="420320"/>
                </a:lnTo>
                <a:lnTo>
                  <a:pt x="1526380" y="435994"/>
                </a:lnTo>
                <a:lnTo>
                  <a:pt x="1527840" y="514579"/>
                </a:lnTo>
                <a:lnTo>
                  <a:pt x="1528570" y="495974"/>
                </a:lnTo>
                <a:lnTo>
                  <a:pt x="1531490" y="423799"/>
                </a:lnTo>
                <a:lnTo>
                  <a:pt x="1532220" y="429257"/>
                </a:lnTo>
                <a:lnTo>
                  <a:pt x="1534410" y="503004"/>
                </a:lnTo>
                <a:lnTo>
                  <a:pt x="1536600" y="361545"/>
                </a:lnTo>
                <a:lnTo>
                  <a:pt x="1537330" y="430316"/>
                </a:lnTo>
                <a:lnTo>
                  <a:pt x="1540250" y="482622"/>
                </a:lnTo>
                <a:lnTo>
                  <a:pt x="1542440" y="348244"/>
                </a:lnTo>
                <a:lnTo>
                  <a:pt x="1543900" y="397409"/>
                </a:lnTo>
                <a:lnTo>
                  <a:pt x="1544629" y="404468"/>
                </a:lnTo>
                <a:lnTo>
                  <a:pt x="1545359" y="510228"/>
                </a:lnTo>
                <a:lnTo>
                  <a:pt x="1546089" y="422879"/>
                </a:lnTo>
                <a:lnTo>
                  <a:pt x="1546819" y="336050"/>
                </a:lnTo>
                <a:lnTo>
                  <a:pt x="1549009" y="358311"/>
                </a:lnTo>
                <a:lnTo>
                  <a:pt x="1550469" y="443661"/>
                </a:lnTo>
                <a:lnTo>
                  <a:pt x="1551199" y="423599"/>
                </a:lnTo>
                <a:lnTo>
                  <a:pt x="1551929" y="341624"/>
                </a:lnTo>
                <a:lnTo>
                  <a:pt x="1554119" y="363696"/>
                </a:lnTo>
                <a:lnTo>
                  <a:pt x="1554849" y="446844"/>
                </a:lnTo>
                <a:lnTo>
                  <a:pt x="1556309" y="380974"/>
                </a:lnTo>
                <a:lnTo>
                  <a:pt x="1557039" y="375859"/>
                </a:lnTo>
                <a:lnTo>
                  <a:pt x="1558499" y="382750"/>
                </a:lnTo>
                <a:lnTo>
                  <a:pt x="1559959" y="508744"/>
                </a:lnTo>
                <a:lnTo>
                  <a:pt x="1560689" y="409905"/>
                </a:lnTo>
                <a:lnTo>
                  <a:pt x="1564339" y="237133"/>
                </a:lnTo>
                <a:lnTo>
                  <a:pt x="1565799" y="457807"/>
                </a:lnTo>
                <a:lnTo>
                  <a:pt x="1567259" y="377286"/>
                </a:lnTo>
                <a:lnTo>
                  <a:pt x="1568719" y="335120"/>
                </a:lnTo>
                <a:lnTo>
                  <a:pt x="1569449" y="419624"/>
                </a:lnTo>
                <a:lnTo>
                  <a:pt x="1571639" y="409922"/>
                </a:lnTo>
                <a:lnTo>
                  <a:pt x="1572369" y="423156"/>
                </a:lnTo>
                <a:lnTo>
                  <a:pt x="1576018" y="85420"/>
                </a:lnTo>
                <a:lnTo>
                  <a:pt x="1576748" y="139901"/>
                </a:lnTo>
                <a:lnTo>
                  <a:pt x="1578208" y="439793"/>
                </a:lnTo>
                <a:lnTo>
                  <a:pt x="1578938" y="324764"/>
                </a:lnTo>
                <a:lnTo>
                  <a:pt x="1581128" y="63744"/>
                </a:lnTo>
                <a:lnTo>
                  <a:pt x="1581858" y="268891"/>
                </a:lnTo>
                <a:lnTo>
                  <a:pt x="1582588" y="395330"/>
                </a:lnTo>
                <a:lnTo>
                  <a:pt x="1584048" y="227370"/>
                </a:lnTo>
                <a:lnTo>
                  <a:pt x="1585508" y="161932"/>
                </a:lnTo>
                <a:lnTo>
                  <a:pt x="1586238" y="196212"/>
                </a:lnTo>
                <a:lnTo>
                  <a:pt x="1587698" y="389652"/>
                </a:lnTo>
                <a:lnTo>
                  <a:pt x="1589888" y="364868"/>
                </a:lnTo>
                <a:lnTo>
                  <a:pt x="1590618" y="356886"/>
                </a:lnTo>
                <a:lnTo>
                  <a:pt x="1592078" y="190668"/>
                </a:lnTo>
                <a:lnTo>
                  <a:pt x="1592808" y="97298"/>
                </a:lnTo>
                <a:lnTo>
                  <a:pt x="1594268" y="153992"/>
                </a:lnTo>
                <a:lnTo>
                  <a:pt x="1597188" y="338800"/>
                </a:lnTo>
                <a:lnTo>
                  <a:pt x="1599378" y="364787"/>
                </a:lnTo>
                <a:lnTo>
                  <a:pt x="1600108" y="212430"/>
                </a:lnTo>
                <a:lnTo>
                  <a:pt x="1602297" y="275377"/>
                </a:lnTo>
                <a:lnTo>
                  <a:pt x="1603757" y="264745"/>
                </a:lnTo>
                <a:lnTo>
                  <a:pt x="1604487" y="248646"/>
                </a:lnTo>
                <a:lnTo>
                  <a:pt x="1605217" y="287248"/>
                </a:lnTo>
                <a:lnTo>
                  <a:pt x="1605947" y="378648"/>
                </a:lnTo>
                <a:lnTo>
                  <a:pt x="1608137" y="331011"/>
                </a:lnTo>
                <a:lnTo>
                  <a:pt x="1610327" y="289861"/>
                </a:lnTo>
                <a:lnTo>
                  <a:pt x="1611057" y="313323"/>
                </a:lnTo>
                <a:lnTo>
                  <a:pt x="1611787" y="314083"/>
                </a:lnTo>
                <a:lnTo>
                  <a:pt x="1612517" y="260946"/>
                </a:lnTo>
                <a:lnTo>
                  <a:pt x="1613977" y="328514"/>
                </a:lnTo>
                <a:lnTo>
                  <a:pt x="1615437" y="331236"/>
                </a:lnTo>
                <a:lnTo>
                  <a:pt x="1616897" y="244632"/>
                </a:lnTo>
                <a:lnTo>
                  <a:pt x="1617627" y="253778"/>
                </a:lnTo>
                <a:lnTo>
                  <a:pt x="1619087" y="364015"/>
                </a:lnTo>
                <a:lnTo>
                  <a:pt x="1620547" y="335329"/>
                </a:lnTo>
                <a:lnTo>
                  <a:pt x="1622737" y="212574"/>
                </a:lnTo>
                <a:lnTo>
                  <a:pt x="1624197" y="294071"/>
                </a:lnTo>
                <a:lnTo>
                  <a:pt x="1624927" y="294905"/>
                </a:lnTo>
                <a:lnTo>
                  <a:pt x="1625657" y="300340"/>
                </a:lnTo>
                <a:lnTo>
                  <a:pt x="1628577" y="248632"/>
                </a:lnTo>
                <a:lnTo>
                  <a:pt x="1630037" y="287982"/>
                </a:lnTo>
                <a:lnTo>
                  <a:pt x="1631496" y="260146"/>
                </a:lnTo>
                <a:lnTo>
                  <a:pt x="1632226" y="228481"/>
                </a:lnTo>
                <a:lnTo>
                  <a:pt x="1632956" y="291092"/>
                </a:lnTo>
                <a:lnTo>
                  <a:pt x="1633686" y="273659"/>
                </a:lnTo>
                <a:lnTo>
                  <a:pt x="1635146" y="225169"/>
                </a:lnTo>
                <a:lnTo>
                  <a:pt x="1635876" y="230691"/>
                </a:lnTo>
                <a:lnTo>
                  <a:pt x="1636606" y="288148"/>
                </a:lnTo>
                <a:lnTo>
                  <a:pt x="1638066" y="230785"/>
                </a:lnTo>
                <a:lnTo>
                  <a:pt x="1638796" y="224295"/>
                </a:lnTo>
                <a:lnTo>
                  <a:pt x="1640986" y="304774"/>
                </a:lnTo>
                <a:lnTo>
                  <a:pt x="1641716" y="265300"/>
                </a:lnTo>
                <a:lnTo>
                  <a:pt x="1643906" y="183500"/>
                </a:lnTo>
                <a:lnTo>
                  <a:pt x="1644636" y="232288"/>
                </a:lnTo>
                <a:lnTo>
                  <a:pt x="1646826" y="283908"/>
                </a:lnTo>
                <a:lnTo>
                  <a:pt x="1647556" y="314504"/>
                </a:lnTo>
                <a:lnTo>
                  <a:pt x="1648286" y="243573"/>
                </a:lnTo>
                <a:lnTo>
                  <a:pt x="1651206" y="123740"/>
                </a:lnTo>
                <a:lnTo>
                  <a:pt x="1652666" y="273988"/>
                </a:lnTo>
                <a:lnTo>
                  <a:pt x="1654856" y="242415"/>
                </a:lnTo>
                <a:lnTo>
                  <a:pt x="1655586" y="243283"/>
                </a:lnTo>
                <a:lnTo>
                  <a:pt x="1657776" y="174956"/>
                </a:lnTo>
                <a:lnTo>
                  <a:pt x="1658506" y="204293"/>
                </a:lnTo>
                <a:lnTo>
                  <a:pt x="1659236" y="265252"/>
                </a:lnTo>
                <a:lnTo>
                  <a:pt x="1660695" y="244976"/>
                </a:lnTo>
                <a:lnTo>
                  <a:pt x="1664345" y="118969"/>
                </a:lnTo>
                <a:lnTo>
                  <a:pt x="1667995" y="242713"/>
                </a:lnTo>
                <a:lnTo>
                  <a:pt x="1669455" y="121272"/>
                </a:lnTo>
                <a:lnTo>
                  <a:pt x="1670915" y="216264"/>
                </a:lnTo>
                <a:lnTo>
                  <a:pt x="1671645" y="255742"/>
                </a:lnTo>
                <a:lnTo>
                  <a:pt x="1672375" y="255599"/>
                </a:lnTo>
                <a:lnTo>
                  <a:pt x="1673835" y="136436"/>
                </a:lnTo>
                <a:lnTo>
                  <a:pt x="1674565" y="152576"/>
                </a:lnTo>
                <a:lnTo>
                  <a:pt x="1676025" y="220818"/>
                </a:lnTo>
                <a:lnTo>
                  <a:pt x="1677485" y="201076"/>
                </a:lnTo>
                <a:lnTo>
                  <a:pt x="1678945" y="211053"/>
                </a:lnTo>
                <a:lnTo>
                  <a:pt x="1681135" y="166010"/>
                </a:lnTo>
                <a:lnTo>
                  <a:pt x="1681865" y="167687"/>
                </a:lnTo>
                <a:lnTo>
                  <a:pt x="1682595" y="227894"/>
                </a:lnTo>
                <a:lnTo>
                  <a:pt x="1683325" y="154139"/>
                </a:lnTo>
                <a:lnTo>
                  <a:pt x="1684055" y="176102"/>
                </a:lnTo>
                <a:lnTo>
                  <a:pt x="1684785" y="175092"/>
                </a:lnTo>
                <a:lnTo>
                  <a:pt x="1686245" y="238492"/>
                </a:lnTo>
                <a:lnTo>
                  <a:pt x="1686975" y="184920"/>
                </a:lnTo>
                <a:lnTo>
                  <a:pt x="1688435" y="144668"/>
                </a:lnTo>
                <a:lnTo>
                  <a:pt x="1689164" y="174732"/>
                </a:lnTo>
                <a:lnTo>
                  <a:pt x="1690624" y="163134"/>
                </a:lnTo>
                <a:lnTo>
                  <a:pt x="1692084" y="237651"/>
                </a:lnTo>
                <a:lnTo>
                  <a:pt x="1693544" y="123772"/>
                </a:lnTo>
                <a:lnTo>
                  <a:pt x="1694274" y="140866"/>
                </a:lnTo>
                <a:lnTo>
                  <a:pt x="1695734" y="230026"/>
                </a:lnTo>
                <a:lnTo>
                  <a:pt x="1697194" y="202137"/>
                </a:lnTo>
                <a:lnTo>
                  <a:pt x="1697924" y="228849"/>
                </a:lnTo>
                <a:lnTo>
                  <a:pt x="1698654" y="190698"/>
                </a:lnTo>
                <a:lnTo>
                  <a:pt x="1699384" y="142724"/>
                </a:lnTo>
                <a:lnTo>
                  <a:pt x="1700844" y="190357"/>
                </a:lnTo>
                <a:lnTo>
                  <a:pt x="1701574" y="186677"/>
                </a:lnTo>
                <a:lnTo>
                  <a:pt x="1703034" y="221571"/>
                </a:lnTo>
                <a:lnTo>
                  <a:pt x="1703764" y="216263"/>
                </a:lnTo>
                <a:lnTo>
                  <a:pt x="1705224" y="142168"/>
                </a:lnTo>
                <a:lnTo>
                  <a:pt x="1705954" y="212660"/>
                </a:lnTo>
                <a:lnTo>
                  <a:pt x="1706684" y="205023"/>
                </a:lnTo>
                <a:lnTo>
                  <a:pt x="1708144" y="158072"/>
                </a:lnTo>
                <a:lnTo>
                  <a:pt x="1708874" y="183635"/>
                </a:lnTo>
                <a:lnTo>
                  <a:pt x="1710334" y="300627"/>
                </a:lnTo>
                <a:lnTo>
                  <a:pt x="1711064" y="245280"/>
                </a:lnTo>
                <a:lnTo>
                  <a:pt x="1713254" y="127222"/>
                </a:lnTo>
                <a:lnTo>
                  <a:pt x="1713984" y="167627"/>
                </a:lnTo>
                <a:lnTo>
                  <a:pt x="1716174" y="127268"/>
                </a:lnTo>
                <a:lnTo>
                  <a:pt x="1719093" y="218655"/>
                </a:lnTo>
                <a:lnTo>
                  <a:pt x="1721283" y="140273"/>
                </a:lnTo>
                <a:lnTo>
                  <a:pt x="1723473" y="150865"/>
                </a:lnTo>
                <a:lnTo>
                  <a:pt x="1725663" y="255495"/>
                </a:lnTo>
                <a:lnTo>
                  <a:pt x="1726393" y="184549"/>
                </a:lnTo>
                <a:lnTo>
                  <a:pt x="1727123" y="138722"/>
                </a:lnTo>
                <a:lnTo>
                  <a:pt x="1728583" y="183053"/>
                </a:lnTo>
                <a:lnTo>
                  <a:pt x="1729313" y="179199"/>
                </a:lnTo>
                <a:lnTo>
                  <a:pt x="1730043" y="144314"/>
                </a:lnTo>
                <a:lnTo>
                  <a:pt x="1731503" y="172937"/>
                </a:lnTo>
                <a:lnTo>
                  <a:pt x="1732963" y="217069"/>
                </a:lnTo>
                <a:lnTo>
                  <a:pt x="1734423" y="78182"/>
                </a:lnTo>
                <a:lnTo>
                  <a:pt x="1735883" y="106368"/>
                </a:lnTo>
                <a:lnTo>
                  <a:pt x="1738803" y="202673"/>
                </a:lnTo>
                <a:lnTo>
                  <a:pt x="1739533" y="148420"/>
                </a:lnTo>
                <a:lnTo>
                  <a:pt x="1741723" y="150385"/>
                </a:lnTo>
                <a:lnTo>
                  <a:pt x="1744643" y="197643"/>
                </a:lnTo>
                <a:lnTo>
                  <a:pt x="1746103" y="132139"/>
                </a:lnTo>
                <a:lnTo>
                  <a:pt x="1746833" y="159852"/>
                </a:lnTo>
                <a:lnTo>
                  <a:pt x="1747563" y="190990"/>
                </a:lnTo>
                <a:lnTo>
                  <a:pt x="1749753" y="189578"/>
                </a:lnTo>
                <a:lnTo>
                  <a:pt x="1752673" y="92161"/>
                </a:lnTo>
                <a:lnTo>
                  <a:pt x="1756323" y="205762"/>
                </a:lnTo>
                <a:lnTo>
                  <a:pt x="1759242" y="130372"/>
                </a:lnTo>
                <a:lnTo>
                  <a:pt x="1761432" y="199576"/>
                </a:lnTo>
                <a:lnTo>
                  <a:pt x="1762162" y="183347"/>
                </a:lnTo>
                <a:lnTo>
                  <a:pt x="1764352" y="111849"/>
                </a:lnTo>
                <a:lnTo>
                  <a:pt x="1765082" y="150258"/>
                </a:lnTo>
                <a:lnTo>
                  <a:pt x="1766542" y="120007"/>
                </a:lnTo>
                <a:lnTo>
                  <a:pt x="1768732" y="201585"/>
                </a:lnTo>
                <a:lnTo>
                  <a:pt x="1770192" y="220902"/>
                </a:lnTo>
                <a:lnTo>
                  <a:pt x="1771652" y="123538"/>
                </a:lnTo>
                <a:lnTo>
                  <a:pt x="1773112" y="149252"/>
                </a:lnTo>
                <a:lnTo>
                  <a:pt x="1773842" y="190336"/>
                </a:lnTo>
                <a:lnTo>
                  <a:pt x="1774572" y="118511"/>
                </a:lnTo>
                <a:lnTo>
                  <a:pt x="1776032" y="183991"/>
                </a:lnTo>
                <a:lnTo>
                  <a:pt x="1777492" y="127532"/>
                </a:lnTo>
                <a:lnTo>
                  <a:pt x="1779682" y="145566"/>
                </a:lnTo>
                <a:lnTo>
                  <a:pt x="1780412" y="211697"/>
                </a:lnTo>
                <a:lnTo>
                  <a:pt x="1781872" y="161201"/>
                </a:lnTo>
                <a:lnTo>
                  <a:pt x="1782602" y="143488"/>
                </a:lnTo>
                <a:lnTo>
                  <a:pt x="1783332" y="153867"/>
                </a:lnTo>
                <a:lnTo>
                  <a:pt x="1785522" y="195784"/>
                </a:lnTo>
                <a:lnTo>
                  <a:pt x="1786981" y="114011"/>
                </a:lnTo>
                <a:lnTo>
                  <a:pt x="1787711" y="171575"/>
                </a:lnTo>
                <a:lnTo>
                  <a:pt x="1788441" y="191589"/>
                </a:lnTo>
                <a:lnTo>
                  <a:pt x="1789171" y="130112"/>
                </a:lnTo>
                <a:lnTo>
                  <a:pt x="1790631" y="157516"/>
                </a:lnTo>
                <a:lnTo>
                  <a:pt x="1792091" y="115285"/>
                </a:lnTo>
                <a:lnTo>
                  <a:pt x="1793551" y="219202"/>
                </a:lnTo>
                <a:lnTo>
                  <a:pt x="1795011" y="127647"/>
                </a:lnTo>
                <a:lnTo>
                  <a:pt x="1795741" y="128696"/>
                </a:lnTo>
                <a:lnTo>
                  <a:pt x="1796471" y="214952"/>
                </a:lnTo>
                <a:lnTo>
                  <a:pt x="1797931" y="149983"/>
                </a:lnTo>
                <a:lnTo>
                  <a:pt x="1798661" y="130819"/>
                </a:lnTo>
                <a:lnTo>
                  <a:pt x="1799391" y="131128"/>
                </a:lnTo>
                <a:lnTo>
                  <a:pt x="1800851" y="206207"/>
                </a:lnTo>
                <a:lnTo>
                  <a:pt x="1802311" y="73752"/>
                </a:lnTo>
                <a:lnTo>
                  <a:pt x="1803771" y="154346"/>
                </a:lnTo>
                <a:lnTo>
                  <a:pt x="1804501" y="199945"/>
                </a:lnTo>
                <a:lnTo>
                  <a:pt x="1805231" y="109983"/>
                </a:lnTo>
                <a:lnTo>
                  <a:pt x="1805961" y="95690"/>
                </a:lnTo>
                <a:lnTo>
                  <a:pt x="1807421" y="189969"/>
                </a:lnTo>
                <a:lnTo>
                  <a:pt x="1808151" y="109002"/>
                </a:lnTo>
                <a:lnTo>
                  <a:pt x="1808881" y="99358"/>
                </a:lnTo>
                <a:lnTo>
                  <a:pt x="1810341" y="189478"/>
                </a:lnTo>
                <a:lnTo>
                  <a:pt x="1811801" y="135656"/>
                </a:lnTo>
                <a:lnTo>
                  <a:pt x="1812531" y="185716"/>
                </a:lnTo>
                <a:lnTo>
                  <a:pt x="1813261" y="114514"/>
                </a:lnTo>
                <a:lnTo>
                  <a:pt x="1813991" y="116706"/>
                </a:lnTo>
                <a:lnTo>
                  <a:pt x="1814721" y="92195"/>
                </a:lnTo>
                <a:lnTo>
                  <a:pt x="1815450" y="94202"/>
                </a:lnTo>
                <a:lnTo>
                  <a:pt x="1816910" y="165188"/>
                </a:lnTo>
                <a:lnTo>
                  <a:pt x="1817640" y="107424"/>
                </a:lnTo>
                <a:lnTo>
                  <a:pt x="1818370" y="80921"/>
                </a:lnTo>
                <a:lnTo>
                  <a:pt x="1819100" y="118719"/>
                </a:lnTo>
                <a:lnTo>
                  <a:pt x="1824210" y="196808"/>
                </a:lnTo>
                <a:lnTo>
                  <a:pt x="1827860" y="44799"/>
                </a:lnTo>
                <a:lnTo>
                  <a:pt x="1828590" y="77322"/>
                </a:lnTo>
                <a:lnTo>
                  <a:pt x="1832240" y="178161"/>
                </a:lnTo>
                <a:lnTo>
                  <a:pt x="1835160" y="149652"/>
                </a:lnTo>
                <a:lnTo>
                  <a:pt x="1835890" y="154797"/>
                </a:lnTo>
                <a:lnTo>
                  <a:pt x="1836620" y="149057"/>
                </a:lnTo>
                <a:lnTo>
                  <a:pt x="1837350" y="150644"/>
                </a:lnTo>
                <a:lnTo>
                  <a:pt x="1838810" y="106464"/>
                </a:lnTo>
                <a:lnTo>
                  <a:pt x="1839540" y="163400"/>
                </a:lnTo>
                <a:lnTo>
                  <a:pt x="1841000" y="187690"/>
                </a:lnTo>
                <a:lnTo>
                  <a:pt x="1841730" y="103187"/>
                </a:lnTo>
                <a:lnTo>
                  <a:pt x="1842460" y="164196"/>
                </a:lnTo>
                <a:lnTo>
                  <a:pt x="1843919" y="101416"/>
                </a:lnTo>
                <a:lnTo>
                  <a:pt x="1845379" y="44826"/>
                </a:lnTo>
                <a:lnTo>
                  <a:pt x="1846109" y="104038"/>
                </a:lnTo>
                <a:lnTo>
                  <a:pt x="1848299" y="170688"/>
                </a:lnTo>
                <a:lnTo>
                  <a:pt x="1849029" y="140700"/>
                </a:lnTo>
                <a:lnTo>
                  <a:pt x="1851949" y="232792"/>
                </a:lnTo>
                <a:lnTo>
                  <a:pt x="1853409" y="34104"/>
                </a:lnTo>
                <a:lnTo>
                  <a:pt x="1855599" y="109428"/>
                </a:lnTo>
                <a:lnTo>
                  <a:pt x="1858519" y="180108"/>
                </a:lnTo>
                <a:lnTo>
                  <a:pt x="1859249" y="121592"/>
                </a:lnTo>
                <a:lnTo>
                  <a:pt x="1859979" y="201787"/>
                </a:lnTo>
                <a:lnTo>
                  <a:pt x="1860709" y="225481"/>
                </a:lnTo>
                <a:lnTo>
                  <a:pt x="1861439" y="190462"/>
                </a:lnTo>
                <a:lnTo>
                  <a:pt x="1862899" y="77736"/>
                </a:lnTo>
                <a:lnTo>
                  <a:pt x="1864359" y="124306"/>
                </a:lnTo>
                <a:lnTo>
                  <a:pt x="1865819" y="122058"/>
                </a:lnTo>
                <a:lnTo>
                  <a:pt x="1867279" y="238018"/>
                </a:lnTo>
                <a:lnTo>
                  <a:pt x="1870199" y="62361"/>
                </a:lnTo>
                <a:lnTo>
                  <a:pt x="1870929" y="258412"/>
                </a:lnTo>
                <a:lnTo>
                  <a:pt x="1872389" y="75514"/>
                </a:lnTo>
                <a:lnTo>
                  <a:pt x="1873848" y="269869"/>
                </a:lnTo>
                <a:lnTo>
                  <a:pt x="1875308" y="178129"/>
                </a:lnTo>
                <a:lnTo>
                  <a:pt x="1876038" y="103598"/>
                </a:lnTo>
                <a:lnTo>
                  <a:pt x="1877498" y="119904"/>
                </a:lnTo>
                <a:lnTo>
                  <a:pt x="1878228" y="359631"/>
                </a:lnTo>
                <a:lnTo>
                  <a:pt x="1879688" y="12737"/>
                </a:lnTo>
                <a:lnTo>
                  <a:pt x="1881148" y="197042"/>
                </a:lnTo>
                <a:lnTo>
                  <a:pt x="1882608" y="119406"/>
                </a:lnTo>
                <a:lnTo>
                  <a:pt x="1883338" y="117645"/>
                </a:lnTo>
                <a:lnTo>
                  <a:pt x="1886988" y="219110"/>
                </a:lnTo>
                <a:lnTo>
                  <a:pt x="1887718" y="173620"/>
                </a:lnTo>
                <a:lnTo>
                  <a:pt x="1889908" y="186937"/>
                </a:lnTo>
                <a:lnTo>
                  <a:pt x="1891368" y="193249"/>
                </a:lnTo>
                <a:lnTo>
                  <a:pt x="1892828" y="162330"/>
                </a:lnTo>
                <a:lnTo>
                  <a:pt x="1893558" y="186169"/>
                </a:lnTo>
                <a:lnTo>
                  <a:pt x="1894288" y="208693"/>
                </a:lnTo>
                <a:lnTo>
                  <a:pt x="1895018" y="199678"/>
                </a:lnTo>
                <a:lnTo>
                  <a:pt x="1895748" y="126511"/>
                </a:lnTo>
                <a:lnTo>
                  <a:pt x="1897208" y="225879"/>
                </a:lnTo>
                <a:lnTo>
                  <a:pt x="1898668" y="164821"/>
                </a:lnTo>
                <a:lnTo>
                  <a:pt x="1899398" y="220135"/>
                </a:lnTo>
                <a:lnTo>
                  <a:pt x="1900128" y="229704"/>
                </a:lnTo>
                <a:lnTo>
                  <a:pt x="1901587" y="118170"/>
                </a:lnTo>
                <a:lnTo>
                  <a:pt x="1903047" y="144106"/>
                </a:lnTo>
                <a:lnTo>
                  <a:pt x="1903777" y="114149"/>
                </a:lnTo>
                <a:lnTo>
                  <a:pt x="1904507" y="154123"/>
                </a:lnTo>
                <a:lnTo>
                  <a:pt x="1905967" y="223398"/>
                </a:lnTo>
                <a:lnTo>
                  <a:pt x="1906697" y="100734"/>
                </a:lnTo>
                <a:lnTo>
                  <a:pt x="1908157" y="170484"/>
                </a:lnTo>
                <a:lnTo>
                  <a:pt x="1908887" y="221706"/>
                </a:lnTo>
                <a:lnTo>
                  <a:pt x="1910347" y="160310"/>
                </a:lnTo>
                <a:lnTo>
                  <a:pt x="1911077" y="202078"/>
                </a:lnTo>
                <a:lnTo>
                  <a:pt x="1913997" y="228998"/>
                </a:lnTo>
                <a:lnTo>
                  <a:pt x="1916187" y="231612"/>
                </a:lnTo>
                <a:lnTo>
                  <a:pt x="1919107" y="117375"/>
                </a:lnTo>
                <a:lnTo>
                  <a:pt x="1921297" y="222035"/>
                </a:lnTo>
                <a:lnTo>
                  <a:pt x="1922027" y="100740"/>
                </a:lnTo>
                <a:lnTo>
                  <a:pt x="1923487" y="160359"/>
                </a:lnTo>
                <a:lnTo>
                  <a:pt x="1924947" y="226490"/>
                </a:lnTo>
                <a:lnTo>
                  <a:pt x="1925677" y="143530"/>
                </a:lnTo>
                <a:lnTo>
                  <a:pt x="1926407" y="140658"/>
                </a:lnTo>
                <a:lnTo>
                  <a:pt x="1927867" y="276078"/>
                </a:lnTo>
                <a:lnTo>
                  <a:pt x="1928597" y="125052"/>
                </a:lnTo>
                <a:lnTo>
                  <a:pt x="1929327" y="9492"/>
                </a:lnTo>
                <a:lnTo>
                  <a:pt x="1930786" y="165946"/>
                </a:lnTo>
                <a:lnTo>
                  <a:pt x="1931516" y="221220"/>
                </a:lnTo>
                <a:lnTo>
                  <a:pt x="1932246" y="174661"/>
                </a:lnTo>
                <a:lnTo>
                  <a:pt x="1932976" y="132062"/>
                </a:lnTo>
                <a:lnTo>
                  <a:pt x="1933706" y="170017"/>
                </a:lnTo>
                <a:lnTo>
                  <a:pt x="1935166" y="140889"/>
                </a:lnTo>
                <a:lnTo>
                  <a:pt x="1936626" y="232305"/>
                </a:lnTo>
                <a:lnTo>
                  <a:pt x="1938086" y="105597"/>
                </a:lnTo>
                <a:lnTo>
                  <a:pt x="1938816" y="145238"/>
                </a:lnTo>
                <a:lnTo>
                  <a:pt x="1940276" y="291942"/>
                </a:lnTo>
                <a:lnTo>
                  <a:pt x="1941736" y="4759"/>
                </a:lnTo>
                <a:lnTo>
                  <a:pt x="1943196" y="51320"/>
                </a:lnTo>
                <a:lnTo>
                  <a:pt x="1943926" y="62234"/>
                </a:lnTo>
                <a:lnTo>
                  <a:pt x="1945386" y="243369"/>
                </a:lnTo>
                <a:lnTo>
                  <a:pt x="1947576" y="193752"/>
                </a:lnTo>
                <a:lnTo>
                  <a:pt x="1951226" y="116178"/>
                </a:lnTo>
                <a:lnTo>
                  <a:pt x="1952686" y="222348"/>
                </a:lnTo>
                <a:lnTo>
                  <a:pt x="1953416" y="123248"/>
                </a:lnTo>
                <a:lnTo>
                  <a:pt x="1954146" y="119867"/>
                </a:lnTo>
                <a:lnTo>
                  <a:pt x="1954876" y="216188"/>
                </a:lnTo>
                <a:lnTo>
                  <a:pt x="1956336" y="200877"/>
                </a:lnTo>
                <a:lnTo>
                  <a:pt x="1957796" y="35820"/>
                </a:lnTo>
                <a:lnTo>
                  <a:pt x="1958526" y="153990"/>
                </a:lnTo>
                <a:lnTo>
                  <a:pt x="1959256" y="234453"/>
                </a:lnTo>
                <a:lnTo>
                  <a:pt x="1960715" y="111996"/>
                </a:lnTo>
                <a:lnTo>
                  <a:pt x="1962906" y="193921"/>
                </a:lnTo>
                <a:lnTo>
                  <a:pt x="1963636" y="242739"/>
                </a:lnTo>
                <a:lnTo>
                  <a:pt x="1964366" y="135124"/>
                </a:lnTo>
                <a:lnTo>
                  <a:pt x="1968746" y="268783"/>
                </a:lnTo>
                <a:lnTo>
                  <a:pt x="1970205" y="89351"/>
                </a:lnTo>
                <a:lnTo>
                  <a:pt x="1971665" y="231328"/>
                </a:lnTo>
                <a:lnTo>
                  <a:pt x="1973855" y="247609"/>
                </a:lnTo>
                <a:lnTo>
                  <a:pt x="1975315" y="91657"/>
                </a:lnTo>
                <a:lnTo>
                  <a:pt x="1978235" y="220558"/>
                </a:lnTo>
                <a:lnTo>
                  <a:pt x="1978965" y="171465"/>
                </a:lnTo>
                <a:lnTo>
                  <a:pt x="1979695" y="174232"/>
                </a:lnTo>
                <a:lnTo>
                  <a:pt x="1980425" y="262519"/>
                </a:lnTo>
                <a:lnTo>
                  <a:pt x="1981155" y="111714"/>
                </a:lnTo>
                <a:lnTo>
                  <a:pt x="1981885" y="51713"/>
                </a:lnTo>
                <a:lnTo>
                  <a:pt x="1982615" y="143210"/>
                </a:lnTo>
                <a:lnTo>
                  <a:pt x="1986265" y="306588"/>
                </a:lnTo>
                <a:lnTo>
                  <a:pt x="1988455" y="0"/>
                </a:lnTo>
                <a:lnTo>
                  <a:pt x="1989185" y="116046"/>
                </a:lnTo>
                <a:lnTo>
                  <a:pt x="1991375" y="221767"/>
                </a:lnTo>
                <a:lnTo>
                  <a:pt x="1992105" y="132978"/>
                </a:lnTo>
                <a:lnTo>
                  <a:pt x="1993565" y="193037"/>
                </a:lnTo>
                <a:lnTo>
                  <a:pt x="1994295" y="246803"/>
                </a:lnTo>
                <a:lnTo>
                  <a:pt x="1995025" y="134882"/>
                </a:lnTo>
                <a:lnTo>
                  <a:pt x="1997215" y="84416"/>
                </a:lnTo>
                <a:lnTo>
                  <a:pt x="2000864" y="236363"/>
                </a:lnTo>
                <a:lnTo>
                  <a:pt x="2004514" y="122356"/>
                </a:lnTo>
                <a:lnTo>
                  <a:pt x="2005244" y="123820"/>
                </a:lnTo>
                <a:lnTo>
                  <a:pt x="2005974" y="312400"/>
                </a:lnTo>
                <a:lnTo>
                  <a:pt x="2007434" y="149641"/>
                </a:lnTo>
                <a:lnTo>
                  <a:pt x="2008164" y="156708"/>
                </a:lnTo>
                <a:lnTo>
                  <a:pt x="2008894" y="250695"/>
                </a:lnTo>
                <a:lnTo>
                  <a:pt x="2009624" y="132755"/>
                </a:lnTo>
                <a:lnTo>
                  <a:pt x="2010354" y="86795"/>
                </a:lnTo>
                <a:lnTo>
                  <a:pt x="2011084" y="110966"/>
                </a:lnTo>
                <a:lnTo>
                  <a:pt x="2012544" y="232450"/>
                </a:lnTo>
                <a:lnTo>
                  <a:pt x="2013274" y="168499"/>
                </a:lnTo>
                <a:lnTo>
                  <a:pt x="2014004" y="123751"/>
                </a:lnTo>
                <a:lnTo>
                  <a:pt x="2014734" y="162399"/>
                </a:lnTo>
                <a:lnTo>
                  <a:pt x="2018384" y="257961"/>
                </a:lnTo>
                <a:lnTo>
                  <a:pt x="2019114" y="158380"/>
                </a:lnTo>
                <a:lnTo>
                  <a:pt x="2020574" y="184852"/>
                </a:lnTo>
                <a:lnTo>
                  <a:pt x="2021304" y="258077"/>
                </a:lnTo>
                <a:lnTo>
                  <a:pt x="2022034" y="173033"/>
                </a:lnTo>
                <a:lnTo>
                  <a:pt x="2022764" y="139287"/>
                </a:lnTo>
                <a:lnTo>
                  <a:pt x="2023494" y="224122"/>
                </a:lnTo>
                <a:lnTo>
                  <a:pt x="2024224" y="182274"/>
                </a:lnTo>
                <a:lnTo>
                  <a:pt x="2024954" y="247045"/>
                </a:lnTo>
                <a:lnTo>
                  <a:pt x="2026414" y="144964"/>
                </a:lnTo>
                <a:lnTo>
                  <a:pt x="2027144" y="246432"/>
                </a:lnTo>
                <a:lnTo>
                  <a:pt x="2030793" y="140831"/>
                </a:lnTo>
                <a:lnTo>
                  <a:pt x="2031523" y="148472"/>
                </a:lnTo>
                <a:lnTo>
                  <a:pt x="2032253" y="260825"/>
                </a:lnTo>
                <a:lnTo>
                  <a:pt x="2033713" y="128410"/>
                </a:lnTo>
                <a:lnTo>
                  <a:pt x="2034443" y="233852"/>
                </a:lnTo>
                <a:lnTo>
                  <a:pt x="2037363" y="183174"/>
                </a:lnTo>
                <a:lnTo>
                  <a:pt x="2038823" y="176284"/>
                </a:lnTo>
                <a:lnTo>
                  <a:pt x="2039553" y="220718"/>
                </a:lnTo>
                <a:lnTo>
                  <a:pt x="2040283" y="167593"/>
                </a:lnTo>
                <a:lnTo>
                  <a:pt x="2041013" y="239796"/>
                </a:lnTo>
                <a:lnTo>
                  <a:pt x="2041743" y="179180"/>
                </a:lnTo>
                <a:lnTo>
                  <a:pt x="2042473" y="239794"/>
                </a:lnTo>
                <a:lnTo>
                  <a:pt x="2043933" y="200046"/>
                </a:lnTo>
                <a:lnTo>
                  <a:pt x="2044663" y="164625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path 106"/>
          <p:cNvSpPr/>
          <p:nvPr/>
        </p:nvSpPr>
        <p:spPr>
          <a:xfrm>
            <a:off x="3924523" y="3221102"/>
            <a:ext cx="2044663" cy="743737"/>
          </a:xfrm>
          <a:custGeom>
            <a:avLst/>
            <a:gdLst/>
            <a:ahLst/>
            <a:cxnLst/>
            <a:rect l="l" t="t" r="r" b="b"/>
            <a:pathLst>
              <a:path w="2044663" h="743737">
                <a:moveTo>
                  <a:pt x="0" y="325717"/>
                </a:moveTo>
                <a:lnTo>
                  <a:pt x="730" y="335426"/>
                </a:lnTo>
                <a:lnTo>
                  <a:pt x="2190" y="326390"/>
                </a:lnTo>
                <a:lnTo>
                  <a:pt x="2920" y="327223"/>
                </a:lnTo>
                <a:lnTo>
                  <a:pt x="3650" y="339099"/>
                </a:lnTo>
                <a:lnTo>
                  <a:pt x="5840" y="337501"/>
                </a:lnTo>
                <a:lnTo>
                  <a:pt x="7300" y="345716"/>
                </a:lnTo>
                <a:lnTo>
                  <a:pt x="8760" y="343455"/>
                </a:lnTo>
                <a:lnTo>
                  <a:pt x="9490" y="336867"/>
                </a:lnTo>
                <a:lnTo>
                  <a:pt x="10220" y="349530"/>
                </a:lnTo>
                <a:lnTo>
                  <a:pt x="10950" y="349868"/>
                </a:lnTo>
                <a:lnTo>
                  <a:pt x="13870" y="343563"/>
                </a:lnTo>
                <a:lnTo>
                  <a:pt x="16060" y="348206"/>
                </a:lnTo>
                <a:lnTo>
                  <a:pt x="16790" y="352551"/>
                </a:lnTo>
                <a:lnTo>
                  <a:pt x="17520" y="350659"/>
                </a:lnTo>
                <a:lnTo>
                  <a:pt x="18250" y="341899"/>
                </a:lnTo>
                <a:lnTo>
                  <a:pt x="19710" y="346496"/>
                </a:lnTo>
                <a:lnTo>
                  <a:pt x="21900" y="355138"/>
                </a:lnTo>
                <a:lnTo>
                  <a:pt x="23360" y="361296"/>
                </a:lnTo>
                <a:lnTo>
                  <a:pt x="24090" y="354308"/>
                </a:lnTo>
                <a:lnTo>
                  <a:pt x="25550" y="342225"/>
                </a:lnTo>
                <a:lnTo>
                  <a:pt x="26280" y="352178"/>
                </a:lnTo>
                <a:lnTo>
                  <a:pt x="27739" y="361269"/>
                </a:lnTo>
                <a:lnTo>
                  <a:pt x="29199" y="358410"/>
                </a:lnTo>
                <a:lnTo>
                  <a:pt x="32849" y="352788"/>
                </a:lnTo>
                <a:lnTo>
                  <a:pt x="33579" y="358185"/>
                </a:lnTo>
                <a:lnTo>
                  <a:pt x="35039" y="366503"/>
                </a:lnTo>
                <a:lnTo>
                  <a:pt x="36499" y="362154"/>
                </a:lnTo>
                <a:lnTo>
                  <a:pt x="37229" y="359987"/>
                </a:lnTo>
                <a:lnTo>
                  <a:pt x="37959" y="363392"/>
                </a:lnTo>
                <a:lnTo>
                  <a:pt x="38689" y="367815"/>
                </a:lnTo>
                <a:lnTo>
                  <a:pt x="40149" y="363036"/>
                </a:lnTo>
                <a:lnTo>
                  <a:pt x="43069" y="358903"/>
                </a:lnTo>
                <a:lnTo>
                  <a:pt x="43799" y="363799"/>
                </a:lnTo>
                <a:lnTo>
                  <a:pt x="45989" y="360721"/>
                </a:lnTo>
                <a:lnTo>
                  <a:pt x="49639" y="372752"/>
                </a:lnTo>
                <a:lnTo>
                  <a:pt x="51829" y="368800"/>
                </a:lnTo>
                <a:lnTo>
                  <a:pt x="53289" y="360077"/>
                </a:lnTo>
                <a:lnTo>
                  <a:pt x="54749" y="364937"/>
                </a:lnTo>
                <a:lnTo>
                  <a:pt x="56208" y="362125"/>
                </a:lnTo>
                <a:lnTo>
                  <a:pt x="59858" y="378476"/>
                </a:lnTo>
                <a:lnTo>
                  <a:pt x="60588" y="377595"/>
                </a:lnTo>
                <a:lnTo>
                  <a:pt x="61318" y="378166"/>
                </a:lnTo>
                <a:lnTo>
                  <a:pt x="62048" y="376258"/>
                </a:lnTo>
                <a:lnTo>
                  <a:pt x="64968" y="371935"/>
                </a:lnTo>
                <a:lnTo>
                  <a:pt x="67888" y="375256"/>
                </a:lnTo>
                <a:lnTo>
                  <a:pt x="69348" y="373954"/>
                </a:lnTo>
                <a:lnTo>
                  <a:pt x="70078" y="373446"/>
                </a:lnTo>
                <a:lnTo>
                  <a:pt x="71538" y="374305"/>
                </a:lnTo>
                <a:lnTo>
                  <a:pt x="72998" y="369174"/>
                </a:lnTo>
                <a:lnTo>
                  <a:pt x="74458" y="376263"/>
                </a:lnTo>
                <a:lnTo>
                  <a:pt x="75918" y="373108"/>
                </a:lnTo>
                <a:lnTo>
                  <a:pt x="77378" y="377463"/>
                </a:lnTo>
                <a:lnTo>
                  <a:pt x="78838" y="374678"/>
                </a:lnTo>
                <a:lnTo>
                  <a:pt x="82488" y="378467"/>
                </a:lnTo>
                <a:lnTo>
                  <a:pt x="83218" y="374558"/>
                </a:lnTo>
                <a:lnTo>
                  <a:pt x="85407" y="369639"/>
                </a:lnTo>
                <a:lnTo>
                  <a:pt x="86137" y="371730"/>
                </a:lnTo>
                <a:lnTo>
                  <a:pt x="88327" y="378736"/>
                </a:lnTo>
                <a:lnTo>
                  <a:pt x="89057" y="378491"/>
                </a:lnTo>
                <a:lnTo>
                  <a:pt x="92707" y="372356"/>
                </a:lnTo>
                <a:lnTo>
                  <a:pt x="93437" y="374053"/>
                </a:lnTo>
                <a:lnTo>
                  <a:pt x="96357" y="385530"/>
                </a:lnTo>
                <a:lnTo>
                  <a:pt x="97087" y="382882"/>
                </a:lnTo>
                <a:lnTo>
                  <a:pt x="102927" y="376369"/>
                </a:lnTo>
                <a:lnTo>
                  <a:pt x="106577" y="378693"/>
                </a:lnTo>
                <a:lnTo>
                  <a:pt x="108037" y="384343"/>
                </a:lnTo>
                <a:lnTo>
                  <a:pt x="109497" y="382887"/>
                </a:lnTo>
                <a:lnTo>
                  <a:pt x="111687" y="372732"/>
                </a:lnTo>
                <a:lnTo>
                  <a:pt x="113147" y="376730"/>
                </a:lnTo>
                <a:lnTo>
                  <a:pt x="115336" y="377414"/>
                </a:lnTo>
                <a:lnTo>
                  <a:pt x="116796" y="378652"/>
                </a:lnTo>
                <a:lnTo>
                  <a:pt x="118986" y="372283"/>
                </a:lnTo>
                <a:lnTo>
                  <a:pt x="121906" y="377915"/>
                </a:lnTo>
                <a:lnTo>
                  <a:pt x="122636" y="382086"/>
                </a:lnTo>
                <a:lnTo>
                  <a:pt x="124096" y="378783"/>
                </a:lnTo>
                <a:lnTo>
                  <a:pt x="126286" y="378762"/>
                </a:lnTo>
                <a:lnTo>
                  <a:pt x="127016" y="375115"/>
                </a:lnTo>
                <a:lnTo>
                  <a:pt x="128476" y="379153"/>
                </a:lnTo>
                <a:lnTo>
                  <a:pt x="129206" y="378276"/>
                </a:lnTo>
                <a:lnTo>
                  <a:pt x="129936" y="380966"/>
                </a:lnTo>
                <a:lnTo>
                  <a:pt x="131396" y="387630"/>
                </a:lnTo>
                <a:lnTo>
                  <a:pt x="132126" y="385022"/>
                </a:lnTo>
                <a:lnTo>
                  <a:pt x="132856" y="381068"/>
                </a:lnTo>
                <a:lnTo>
                  <a:pt x="135046" y="381612"/>
                </a:lnTo>
                <a:lnTo>
                  <a:pt x="137236" y="380678"/>
                </a:lnTo>
                <a:lnTo>
                  <a:pt x="137966" y="378305"/>
                </a:lnTo>
                <a:lnTo>
                  <a:pt x="138696" y="382880"/>
                </a:lnTo>
                <a:lnTo>
                  <a:pt x="139426" y="384836"/>
                </a:lnTo>
                <a:lnTo>
                  <a:pt x="143075" y="375733"/>
                </a:lnTo>
                <a:lnTo>
                  <a:pt x="143805" y="372150"/>
                </a:lnTo>
                <a:lnTo>
                  <a:pt x="144535" y="377023"/>
                </a:lnTo>
                <a:lnTo>
                  <a:pt x="148185" y="384281"/>
                </a:lnTo>
                <a:lnTo>
                  <a:pt x="148915" y="384537"/>
                </a:lnTo>
                <a:lnTo>
                  <a:pt x="151835" y="378205"/>
                </a:lnTo>
                <a:lnTo>
                  <a:pt x="152565" y="378716"/>
                </a:lnTo>
                <a:lnTo>
                  <a:pt x="157675" y="371550"/>
                </a:lnTo>
                <a:lnTo>
                  <a:pt x="159135" y="375898"/>
                </a:lnTo>
                <a:lnTo>
                  <a:pt x="165705" y="393506"/>
                </a:lnTo>
                <a:lnTo>
                  <a:pt x="167165" y="387129"/>
                </a:lnTo>
                <a:lnTo>
                  <a:pt x="174464" y="379561"/>
                </a:lnTo>
                <a:lnTo>
                  <a:pt x="175194" y="382524"/>
                </a:lnTo>
                <a:lnTo>
                  <a:pt x="177384" y="396752"/>
                </a:lnTo>
                <a:lnTo>
                  <a:pt x="179574" y="390147"/>
                </a:lnTo>
                <a:lnTo>
                  <a:pt x="181034" y="392359"/>
                </a:lnTo>
                <a:lnTo>
                  <a:pt x="181764" y="389994"/>
                </a:lnTo>
                <a:lnTo>
                  <a:pt x="183224" y="391080"/>
                </a:lnTo>
                <a:lnTo>
                  <a:pt x="183954" y="387999"/>
                </a:lnTo>
                <a:lnTo>
                  <a:pt x="185414" y="390825"/>
                </a:lnTo>
                <a:lnTo>
                  <a:pt x="186144" y="390092"/>
                </a:lnTo>
                <a:lnTo>
                  <a:pt x="188334" y="382796"/>
                </a:lnTo>
                <a:lnTo>
                  <a:pt x="189794" y="385996"/>
                </a:lnTo>
                <a:lnTo>
                  <a:pt x="191984" y="395853"/>
                </a:lnTo>
                <a:lnTo>
                  <a:pt x="192714" y="393286"/>
                </a:lnTo>
                <a:lnTo>
                  <a:pt x="194904" y="386604"/>
                </a:lnTo>
                <a:lnTo>
                  <a:pt x="196364" y="387893"/>
                </a:lnTo>
                <a:lnTo>
                  <a:pt x="197094" y="390366"/>
                </a:lnTo>
                <a:lnTo>
                  <a:pt x="198554" y="389636"/>
                </a:lnTo>
                <a:lnTo>
                  <a:pt x="201473" y="388039"/>
                </a:lnTo>
                <a:lnTo>
                  <a:pt x="202933" y="388317"/>
                </a:lnTo>
                <a:lnTo>
                  <a:pt x="204393" y="383737"/>
                </a:lnTo>
                <a:lnTo>
                  <a:pt x="205123" y="389254"/>
                </a:lnTo>
                <a:lnTo>
                  <a:pt x="210963" y="384478"/>
                </a:lnTo>
                <a:lnTo>
                  <a:pt x="211693" y="382457"/>
                </a:lnTo>
                <a:lnTo>
                  <a:pt x="212423" y="384886"/>
                </a:lnTo>
                <a:lnTo>
                  <a:pt x="214613" y="393898"/>
                </a:lnTo>
                <a:lnTo>
                  <a:pt x="215343" y="393607"/>
                </a:lnTo>
                <a:lnTo>
                  <a:pt x="216803" y="386628"/>
                </a:lnTo>
                <a:lnTo>
                  <a:pt x="218263" y="389794"/>
                </a:lnTo>
                <a:lnTo>
                  <a:pt x="221913" y="397100"/>
                </a:lnTo>
                <a:lnTo>
                  <a:pt x="224833" y="391428"/>
                </a:lnTo>
                <a:lnTo>
                  <a:pt x="231403" y="414676"/>
                </a:lnTo>
                <a:lnTo>
                  <a:pt x="232133" y="408988"/>
                </a:lnTo>
                <a:lnTo>
                  <a:pt x="232863" y="401114"/>
                </a:lnTo>
                <a:lnTo>
                  <a:pt x="235053" y="402643"/>
                </a:lnTo>
                <a:lnTo>
                  <a:pt x="236513" y="396926"/>
                </a:lnTo>
                <a:lnTo>
                  <a:pt x="237243" y="399017"/>
                </a:lnTo>
                <a:lnTo>
                  <a:pt x="239432" y="413653"/>
                </a:lnTo>
                <a:lnTo>
                  <a:pt x="241622" y="412074"/>
                </a:lnTo>
                <a:lnTo>
                  <a:pt x="242352" y="411858"/>
                </a:lnTo>
                <a:lnTo>
                  <a:pt x="243812" y="398710"/>
                </a:lnTo>
                <a:lnTo>
                  <a:pt x="244542" y="400405"/>
                </a:lnTo>
                <a:lnTo>
                  <a:pt x="245272" y="409017"/>
                </a:lnTo>
                <a:lnTo>
                  <a:pt x="246732" y="402161"/>
                </a:lnTo>
                <a:lnTo>
                  <a:pt x="247462" y="401369"/>
                </a:lnTo>
                <a:lnTo>
                  <a:pt x="248922" y="407072"/>
                </a:lnTo>
                <a:lnTo>
                  <a:pt x="249652" y="402179"/>
                </a:lnTo>
                <a:lnTo>
                  <a:pt x="250382" y="397456"/>
                </a:lnTo>
                <a:lnTo>
                  <a:pt x="252572" y="400248"/>
                </a:lnTo>
                <a:lnTo>
                  <a:pt x="254032" y="401719"/>
                </a:lnTo>
                <a:lnTo>
                  <a:pt x="255492" y="398351"/>
                </a:lnTo>
                <a:lnTo>
                  <a:pt x="256952" y="403027"/>
                </a:lnTo>
                <a:lnTo>
                  <a:pt x="257682" y="407494"/>
                </a:lnTo>
                <a:lnTo>
                  <a:pt x="259142" y="402156"/>
                </a:lnTo>
                <a:lnTo>
                  <a:pt x="259872" y="402532"/>
                </a:lnTo>
                <a:lnTo>
                  <a:pt x="260602" y="410645"/>
                </a:lnTo>
                <a:lnTo>
                  <a:pt x="262792" y="406448"/>
                </a:lnTo>
                <a:lnTo>
                  <a:pt x="263522" y="407489"/>
                </a:lnTo>
                <a:lnTo>
                  <a:pt x="264252" y="405529"/>
                </a:lnTo>
                <a:lnTo>
                  <a:pt x="265712" y="399334"/>
                </a:lnTo>
                <a:lnTo>
                  <a:pt x="266442" y="405534"/>
                </a:lnTo>
                <a:lnTo>
                  <a:pt x="270091" y="417652"/>
                </a:lnTo>
                <a:lnTo>
                  <a:pt x="270821" y="417740"/>
                </a:lnTo>
                <a:lnTo>
                  <a:pt x="273011" y="411517"/>
                </a:lnTo>
                <a:lnTo>
                  <a:pt x="274471" y="412453"/>
                </a:lnTo>
                <a:lnTo>
                  <a:pt x="277391" y="414795"/>
                </a:lnTo>
                <a:lnTo>
                  <a:pt x="278851" y="413261"/>
                </a:lnTo>
                <a:lnTo>
                  <a:pt x="280311" y="414757"/>
                </a:lnTo>
                <a:lnTo>
                  <a:pt x="281041" y="416255"/>
                </a:lnTo>
                <a:lnTo>
                  <a:pt x="281771" y="412413"/>
                </a:lnTo>
                <a:lnTo>
                  <a:pt x="282501" y="411511"/>
                </a:lnTo>
                <a:lnTo>
                  <a:pt x="286151" y="416341"/>
                </a:lnTo>
                <a:lnTo>
                  <a:pt x="287611" y="411602"/>
                </a:lnTo>
                <a:lnTo>
                  <a:pt x="289071" y="414174"/>
                </a:lnTo>
                <a:lnTo>
                  <a:pt x="289801" y="416275"/>
                </a:lnTo>
                <a:lnTo>
                  <a:pt x="291261" y="415313"/>
                </a:lnTo>
                <a:lnTo>
                  <a:pt x="292721" y="405732"/>
                </a:lnTo>
                <a:lnTo>
                  <a:pt x="294911" y="408180"/>
                </a:lnTo>
                <a:lnTo>
                  <a:pt x="297830" y="411571"/>
                </a:lnTo>
                <a:lnTo>
                  <a:pt x="298560" y="409607"/>
                </a:lnTo>
                <a:lnTo>
                  <a:pt x="299290" y="405140"/>
                </a:lnTo>
                <a:lnTo>
                  <a:pt x="300750" y="409459"/>
                </a:lnTo>
                <a:lnTo>
                  <a:pt x="303670" y="410519"/>
                </a:lnTo>
                <a:lnTo>
                  <a:pt x="304400" y="407894"/>
                </a:lnTo>
                <a:lnTo>
                  <a:pt x="306590" y="409281"/>
                </a:lnTo>
                <a:lnTo>
                  <a:pt x="308780" y="408060"/>
                </a:lnTo>
                <a:lnTo>
                  <a:pt x="312430" y="413429"/>
                </a:lnTo>
                <a:lnTo>
                  <a:pt x="313890" y="406834"/>
                </a:lnTo>
                <a:lnTo>
                  <a:pt x="314620" y="403848"/>
                </a:lnTo>
                <a:lnTo>
                  <a:pt x="316080" y="406790"/>
                </a:lnTo>
                <a:lnTo>
                  <a:pt x="317540" y="410476"/>
                </a:lnTo>
                <a:lnTo>
                  <a:pt x="318270" y="408293"/>
                </a:lnTo>
                <a:lnTo>
                  <a:pt x="321190" y="404783"/>
                </a:lnTo>
                <a:lnTo>
                  <a:pt x="322650" y="408542"/>
                </a:lnTo>
                <a:lnTo>
                  <a:pt x="323380" y="403910"/>
                </a:lnTo>
                <a:lnTo>
                  <a:pt x="326299" y="389227"/>
                </a:lnTo>
                <a:lnTo>
                  <a:pt x="327029" y="395104"/>
                </a:lnTo>
                <a:lnTo>
                  <a:pt x="327759" y="397175"/>
                </a:lnTo>
                <a:lnTo>
                  <a:pt x="330679" y="412227"/>
                </a:lnTo>
                <a:lnTo>
                  <a:pt x="333599" y="401418"/>
                </a:lnTo>
                <a:lnTo>
                  <a:pt x="334329" y="403558"/>
                </a:lnTo>
                <a:lnTo>
                  <a:pt x="335059" y="410235"/>
                </a:lnTo>
                <a:lnTo>
                  <a:pt x="336519" y="406050"/>
                </a:lnTo>
                <a:lnTo>
                  <a:pt x="337979" y="402897"/>
                </a:lnTo>
                <a:lnTo>
                  <a:pt x="338709" y="405925"/>
                </a:lnTo>
                <a:lnTo>
                  <a:pt x="339439" y="408478"/>
                </a:lnTo>
                <a:lnTo>
                  <a:pt x="340169" y="406915"/>
                </a:lnTo>
                <a:lnTo>
                  <a:pt x="342359" y="402729"/>
                </a:lnTo>
                <a:lnTo>
                  <a:pt x="343089" y="404974"/>
                </a:lnTo>
                <a:lnTo>
                  <a:pt x="346009" y="400529"/>
                </a:lnTo>
                <a:lnTo>
                  <a:pt x="346739" y="403058"/>
                </a:lnTo>
                <a:lnTo>
                  <a:pt x="347469" y="408066"/>
                </a:lnTo>
                <a:lnTo>
                  <a:pt x="348929" y="403017"/>
                </a:lnTo>
                <a:lnTo>
                  <a:pt x="349659" y="401882"/>
                </a:lnTo>
                <a:lnTo>
                  <a:pt x="350389" y="404221"/>
                </a:lnTo>
                <a:lnTo>
                  <a:pt x="351119" y="406265"/>
                </a:lnTo>
                <a:lnTo>
                  <a:pt x="352579" y="402799"/>
                </a:lnTo>
                <a:lnTo>
                  <a:pt x="354039" y="398804"/>
                </a:lnTo>
                <a:lnTo>
                  <a:pt x="355498" y="401874"/>
                </a:lnTo>
                <a:lnTo>
                  <a:pt x="358418" y="400584"/>
                </a:lnTo>
                <a:lnTo>
                  <a:pt x="362068" y="393824"/>
                </a:lnTo>
                <a:lnTo>
                  <a:pt x="363528" y="394644"/>
                </a:lnTo>
                <a:lnTo>
                  <a:pt x="365718" y="399259"/>
                </a:lnTo>
                <a:lnTo>
                  <a:pt x="366448" y="396498"/>
                </a:lnTo>
                <a:lnTo>
                  <a:pt x="367908" y="397983"/>
                </a:lnTo>
                <a:lnTo>
                  <a:pt x="369368" y="400819"/>
                </a:lnTo>
                <a:lnTo>
                  <a:pt x="370098" y="398308"/>
                </a:lnTo>
                <a:lnTo>
                  <a:pt x="374478" y="396588"/>
                </a:lnTo>
                <a:lnTo>
                  <a:pt x="375938" y="398848"/>
                </a:lnTo>
                <a:lnTo>
                  <a:pt x="376668" y="396161"/>
                </a:lnTo>
                <a:lnTo>
                  <a:pt x="377398" y="397004"/>
                </a:lnTo>
                <a:lnTo>
                  <a:pt x="378128" y="394042"/>
                </a:lnTo>
                <a:lnTo>
                  <a:pt x="385427" y="381139"/>
                </a:lnTo>
                <a:lnTo>
                  <a:pt x="389807" y="388560"/>
                </a:lnTo>
                <a:lnTo>
                  <a:pt x="392727" y="381811"/>
                </a:lnTo>
                <a:lnTo>
                  <a:pt x="395647" y="387041"/>
                </a:lnTo>
                <a:lnTo>
                  <a:pt x="396377" y="385749"/>
                </a:lnTo>
                <a:lnTo>
                  <a:pt x="398567" y="390386"/>
                </a:lnTo>
                <a:lnTo>
                  <a:pt x="400757" y="379613"/>
                </a:lnTo>
                <a:lnTo>
                  <a:pt x="401487" y="384803"/>
                </a:lnTo>
                <a:lnTo>
                  <a:pt x="402947" y="390792"/>
                </a:lnTo>
                <a:lnTo>
                  <a:pt x="405137" y="389816"/>
                </a:lnTo>
                <a:lnTo>
                  <a:pt x="406597" y="382621"/>
                </a:lnTo>
                <a:lnTo>
                  <a:pt x="407327" y="384331"/>
                </a:lnTo>
                <a:lnTo>
                  <a:pt x="408787" y="393819"/>
                </a:lnTo>
                <a:lnTo>
                  <a:pt x="410247" y="388759"/>
                </a:lnTo>
                <a:lnTo>
                  <a:pt x="410977" y="387493"/>
                </a:lnTo>
                <a:lnTo>
                  <a:pt x="412437" y="389446"/>
                </a:lnTo>
                <a:lnTo>
                  <a:pt x="413896" y="392135"/>
                </a:lnTo>
                <a:lnTo>
                  <a:pt x="414626" y="390334"/>
                </a:lnTo>
                <a:lnTo>
                  <a:pt x="417546" y="387006"/>
                </a:lnTo>
                <a:lnTo>
                  <a:pt x="418276" y="388419"/>
                </a:lnTo>
                <a:lnTo>
                  <a:pt x="421926" y="385568"/>
                </a:lnTo>
                <a:lnTo>
                  <a:pt x="423386" y="380572"/>
                </a:lnTo>
                <a:lnTo>
                  <a:pt x="424846" y="382522"/>
                </a:lnTo>
                <a:lnTo>
                  <a:pt x="431416" y="382465"/>
                </a:lnTo>
                <a:lnTo>
                  <a:pt x="433606" y="375599"/>
                </a:lnTo>
                <a:lnTo>
                  <a:pt x="434336" y="376335"/>
                </a:lnTo>
                <a:lnTo>
                  <a:pt x="437986" y="383083"/>
                </a:lnTo>
                <a:lnTo>
                  <a:pt x="438716" y="379546"/>
                </a:lnTo>
                <a:lnTo>
                  <a:pt x="440176" y="382499"/>
                </a:lnTo>
                <a:lnTo>
                  <a:pt x="443826" y="388076"/>
                </a:lnTo>
                <a:lnTo>
                  <a:pt x="446746" y="378927"/>
                </a:lnTo>
                <a:lnTo>
                  <a:pt x="454045" y="390486"/>
                </a:lnTo>
                <a:lnTo>
                  <a:pt x="457695" y="374364"/>
                </a:lnTo>
                <a:lnTo>
                  <a:pt x="458425" y="370297"/>
                </a:lnTo>
                <a:lnTo>
                  <a:pt x="459885" y="372909"/>
                </a:lnTo>
                <a:lnTo>
                  <a:pt x="462805" y="389321"/>
                </a:lnTo>
                <a:lnTo>
                  <a:pt x="464265" y="388380"/>
                </a:lnTo>
                <a:lnTo>
                  <a:pt x="467915" y="379940"/>
                </a:lnTo>
                <a:lnTo>
                  <a:pt x="469375" y="383060"/>
                </a:lnTo>
                <a:lnTo>
                  <a:pt x="470105" y="382430"/>
                </a:lnTo>
                <a:lnTo>
                  <a:pt x="473755" y="390987"/>
                </a:lnTo>
                <a:lnTo>
                  <a:pt x="476675" y="386174"/>
                </a:lnTo>
                <a:lnTo>
                  <a:pt x="478135" y="391386"/>
                </a:lnTo>
                <a:lnTo>
                  <a:pt x="478865" y="388018"/>
                </a:lnTo>
                <a:lnTo>
                  <a:pt x="480325" y="386072"/>
                </a:lnTo>
                <a:lnTo>
                  <a:pt x="481054" y="388067"/>
                </a:lnTo>
                <a:lnTo>
                  <a:pt x="482514" y="393088"/>
                </a:lnTo>
                <a:lnTo>
                  <a:pt x="483244" y="389052"/>
                </a:lnTo>
                <a:lnTo>
                  <a:pt x="484704" y="387054"/>
                </a:lnTo>
                <a:lnTo>
                  <a:pt x="485434" y="388789"/>
                </a:lnTo>
                <a:lnTo>
                  <a:pt x="486164" y="390792"/>
                </a:lnTo>
                <a:lnTo>
                  <a:pt x="487624" y="387759"/>
                </a:lnTo>
                <a:lnTo>
                  <a:pt x="488354" y="388253"/>
                </a:lnTo>
                <a:lnTo>
                  <a:pt x="492004" y="398915"/>
                </a:lnTo>
                <a:lnTo>
                  <a:pt x="492734" y="395904"/>
                </a:lnTo>
                <a:lnTo>
                  <a:pt x="493464" y="401031"/>
                </a:lnTo>
                <a:lnTo>
                  <a:pt x="497844" y="408894"/>
                </a:lnTo>
                <a:lnTo>
                  <a:pt x="500764" y="397256"/>
                </a:lnTo>
                <a:lnTo>
                  <a:pt x="501494" y="399250"/>
                </a:lnTo>
                <a:lnTo>
                  <a:pt x="502954" y="408326"/>
                </a:lnTo>
                <a:lnTo>
                  <a:pt x="504414" y="401843"/>
                </a:lnTo>
                <a:lnTo>
                  <a:pt x="505874" y="399152"/>
                </a:lnTo>
                <a:lnTo>
                  <a:pt x="508064" y="405646"/>
                </a:lnTo>
                <a:lnTo>
                  <a:pt x="508794" y="404448"/>
                </a:lnTo>
                <a:lnTo>
                  <a:pt x="509524" y="403562"/>
                </a:lnTo>
                <a:lnTo>
                  <a:pt x="510253" y="404532"/>
                </a:lnTo>
                <a:lnTo>
                  <a:pt x="510983" y="406464"/>
                </a:lnTo>
                <a:lnTo>
                  <a:pt x="511713" y="405212"/>
                </a:lnTo>
                <a:lnTo>
                  <a:pt x="515363" y="398576"/>
                </a:lnTo>
                <a:lnTo>
                  <a:pt x="516093" y="400856"/>
                </a:lnTo>
                <a:lnTo>
                  <a:pt x="516823" y="399578"/>
                </a:lnTo>
                <a:lnTo>
                  <a:pt x="519013" y="392793"/>
                </a:lnTo>
                <a:lnTo>
                  <a:pt x="518283" y="400558"/>
                </a:lnTo>
                <a:lnTo>
                  <a:pt x="519743" y="398234"/>
                </a:lnTo>
                <a:lnTo>
                  <a:pt x="521203" y="396338"/>
                </a:lnTo>
                <a:lnTo>
                  <a:pt x="524853" y="407720"/>
                </a:lnTo>
                <a:lnTo>
                  <a:pt x="525583" y="407239"/>
                </a:lnTo>
                <a:lnTo>
                  <a:pt x="526313" y="403127"/>
                </a:lnTo>
                <a:lnTo>
                  <a:pt x="527043" y="406620"/>
                </a:lnTo>
                <a:lnTo>
                  <a:pt x="527773" y="410303"/>
                </a:lnTo>
                <a:lnTo>
                  <a:pt x="528503" y="408779"/>
                </a:lnTo>
                <a:lnTo>
                  <a:pt x="532153" y="391930"/>
                </a:lnTo>
                <a:lnTo>
                  <a:pt x="533613" y="395960"/>
                </a:lnTo>
                <a:lnTo>
                  <a:pt x="535073" y="394365"/>
                </a:lnTo>
                <a:lnTo>
                  <a:pt x="539452" y="385424"/>
                </a:lnTo>
                <a:lnTo>
                  <a:pt x="542372" y="388620"/>
                </a:lnTo>
                <a:lnTo>
                  <a:pt x="543102" y="387519"/>
                </a:lnTo>
                <a:lnTo>
                  <a:pt x="548212" y="385218"/>
                </a:lnTo>
                <a:lnTo>
                  <a:pt x="550402" y="401062"/>
                </a:lnTo>
                <a:lnTo>
                  <a:pt x="551132" y="388449"/>
                </a:lnTo>
                <a:lnTo>
                  <a:pt x="556972" y="379592"/>
                </a:lnTo>
                <a:lnTo>
                  <a:pt x="559162" y="387106"/>
                </a:lnTo>
                <a:lnTo>
                  <a:pt x="560622" y="379132"/>
                </a:lnTo>
                <a:lnTo>
                  <a:pt x="562082" y="382598"/>
                </a:lnTo>
                <a:lnTo>
                  <a:pt x="565002" y="383320"/>
                </a:lnTo>
                <a:lnTo>
                  <a:pt x="567921" y="370571"/>
                </a:lnTo>
                <a:lnTo>
                  <a:pt x="568651" y="373362"/>
                </a:lnTo>
                <a:lnTo>
                  <a:pt x="569381" y="372202"/>
                </a:lnTo>
                <a:lnTo>
                  <a:pt x="570841" y="373699"/>
                </a:lnTo>
                <a:lnTo>
                  <a:pt x="571571" y="374248"/>
                </a:lnTo>
                <a:lnTo>
                  <a:pt x="572301" y="378153"/>
                </a:lnTo>
                <a:lnTo>
                  <a:pt x="573761" y="375333"/>
                </a:lnTo>
                <a:lnTo>
                  <a:pt x="577411" y="356404"/>
                </a:lnTo>
                <a:lnTo>
                  <a:pt x="578141" y="362850"/>
                </a:lnTo>
                <a:lnTo>
                  <a:pt x="578871" y="361239"/>
                </a:lnTo>
                <a:lnTo>
                  <a:pt x="580331" y="382397"/>
                </a:lnTo>
                <a:lnTo>
                  <a:pt x="582521" y="376227"/>
                </a:lnTo>
                <a:lnTo>
                  <a:pt x="587631" y="360563"/>
                </a:lnTo>
                <a:lnTo>
                  <a:pt x="588361" y="365520"/>
                </a:lnTo>
                <a:lnTo>
                  <a:pt x="589821" y="364284"/>
                </a:lnTo>
                <a:lnTo>
                  <a:pt x="593471" y="352642"/>
                </a:lnTo>
                <a:lnTo>
                  <a:pt x="594201" y="353187"/>
                </a:lnTo>
                <a:lnTo>
                  <a:pt x="596390" y="362260"/>
                </a:lnTo>
                <a:lnTo>
                  <a:pt x="597850" y="358942"/>
                </a:lnTo>
                <a:lnTo>
                  <a:pt x="602230" y="343128"/>
                </a:lnTo>
                <a:lnTo>
                  <a:pt x="602960" y="343382"/>
                </a:lnTo>
                <a:lnTo>
                  <a:pt x="603690" y="340854"/>
                </a:lnTo>
                <a:lnTo>
                  <a:pt x="605150" y="341250"/>
                </a:lnTo>
                <a:lnTo>
                  <a:pt x="606610" y="333407"/>
                </a:lnTo>
                <a:lnTo>
                  <a:pt x="608070" y="337453"/>
                </a:lnTo>
                <a:lnTo>
                  <a:pt x="609530" y="337698"/>
                </a:lnTo>
                <a:lnTo>
                  <a:pt x="611720" y="339820"/>
                </a:lnTo>
                <a:lnTo>
                  <a:pt x="613180" y="329369"/>
                </a:lnTo>
                <a:lnTo>
                  <a:pt x="614640" y="331684"/>
                </a:lnTo>
                <a:lnTo>
                  <a:pt x="616830" y="313768"/>
                </a:lnTo>
                <a:lnTo>
                  <a:pt x="618290" y="317155"/>
                </a:lnTo>
                <a:lnTo>
                  <a:pt x="619020" y="316596"/>
                </a:lnTo>
                <a:lnTo>
                  <a:pt x="621940" y="292501"/>
                </a:lnTo>
                <a:lnTo>
                  <a:pt x="623400" y="296568"/>
                </a:lnTo>
                <a:lnTo>
                  <a:pt x="625589" y="309812"/>
                </a:lnTo>
                <a:lnTo>
                  <a:pt x="626319" y="305900"/>
                </a:lnTo>
                <a:lnTo>
                  <a:pt x="629239" y="279600"/>
                </a:lnTo>
                <a:lnTo>
                  <a:pt x="632159" y="309371"/>
                </a:lnTo>
                <a:lnTo>
                  <a:pt x="632889" y="303105"/>
                </a:lnTo>
                <a:lnTo>
                  <a:pt x="635809" y="288269"/>
                </a:lnTo>
                <a:lnTo>
                  <a:pt x="636539" y="288692"/>
                </a:lnTo>
                <a:lnTo>
                  <a:pt x="638729" y="289899"/>
                </a:lnTo>
                <a:lnTo>
                  <a:pt x="642379" y="272985"/>
                </a:lnTo>
                <a:lnTo>
                  <a:pt x="643109" y="275739"/>
                </a:lnTo>
                <a:lnTo>
                  <a:pt x="643839" y="279530"/>
                </a:lnTo>
                <a:lnTo>
                  <a:pt x="644569" y="273716"/>
                </a:lnTo>
                <a:lnTo>
                  <a:pt x="646029" y="278737"/>
                </a:lnTo>
                <a:lnTo>
                  <a:pt x="646759" y="280373"/>
                </a:lnTo>
                <a:lnTo>
                  <a:pt x="647489" y="277964"/>
                </a:lnTo>
                <a:lnTo>
                  <a:pt x="648949" y="279237"/>
                </a:lnTo>
                <a:lnTo>
                  <a:pt x="651869" y="265115"/>
                </a:lnTo>
                <a:lnTo>
                  <a:pt x="654789" y="268847"/>
                </a:lnTo>
                <a:lnTo>
                  <a:pt x="656248" y="271064"/>
                </a:lnTo>
                <a:lnTo>
                  <a:pt x="656978" y="263680"/>
                </a:lnTo>
                <a:lnTo>
                  <a:pt x="658439" y="268879"/>
                </a:lnTo>
                <a:lnTo>
                  <a:pt x="660629" y="255530"/>
                </a:lnTo>
                <a:lnTo>
                  <a:pt x="661359" y="255032"/>
                </a:lnTo>
                <a:lnTo>
                  <a:pt x="662089" y="256262"/>
                </a:lnTo>
                <a:lnTo>
                  <a:pt x="662819" y="257392"/>
                </a:lnTo>
                <a:lnTo>
                  <a:pt x="663549" y="253828"/>
                </a:lnTo>
                <a:lnTo>
                  <a:pt x="666468" y="247646"/>
                </a:lnTo>
                <a:lnTo>
                  <a:pt x="667928" y="254543"/>
                </a:lnTo>
                <a:lnTo>
                  <a:pt x="669388" y="249761"/>
                </a:lnTo>
                <a:lnTo>
                  <a:pt x="671578" y="251609"/>
                </a:lnTo>
                <a:lnTo>
                  <a:pt x="672308" y="255552"/>
                </a:lnTo>
                <a:lnTo>
                  <a:pt x="673038" y="254937"/>
                </a:lnTo>
                <a:lnTo>
                  <a:pt x="678148" y="226224"/>
                </a:lnTo>
                <a:lnTo>
                  <a:pt x="679608" y="225324"/>
                </a:lnTo>
                <a:lnTo>
                  <a:pt x="680338" y="230639"/>
                </a:lnTo>
                <a:lnTo>
                  <a:pt x="681068" y="218060"/>
                </a:lnTo>
                <a:lnTo>
                  <a:pt x="685448" y="197308"/>
                </a:lnTo>
                <a:lnTo>
                  <a:pt x="694207" y="176651"/>
                </a:lnTo>
                <a:lnTo>
                  <a:pt x="694937" y="182844"/>
                </a:lnTo>
                <a:lnTo>
                  <a:pt x="696397" y="176482"/>
                </a:lnTo>
                <a:lnTo>
                  <a:pt x="708077" y="120729"/>
                </a:lnTo>
                <a:lnTo>
                  <a:pt x="712457" y="94277"/>
                </a:lnTo>
                <a:lnTo>
                  <a:pt x="721947" y="62619"/>
                </a:lnTo>
                <a:lnTo>
                  <a:pt x="722676" y="65103"/>
                </a:lnTo>
                <a:lnTo>
                  <a:pt x="730706" y="132178"/>
                </a:lnTo>
                <a:lnTo>
                  <a:pt x="744576" y="288948"/>
                </a:lnTo>
                <a:lnTo>
                  <a:pt x="748226" y="303254"/>
                </a:lnTo>
                <a:lnTo>
                  <a:pt x="754795" y="337885"/>
                </a:lnTo>
                <a:lnTo>
                  <a:pt x="759905" y="370813"/>
                </a:lnTo>
                <a:lnTo>
                  <a:pt x="762095" y="370161"/>
                </a:lnTo>
                <a:lnTo>
                  <a:pt x="765015" y="376365"/>
                </a:lnTo>
                <a:lnTo>
                  <a:pt x="765745" y="374817"/>
                </a:lnTo>
                <a:lnTo>
                  <a:pt x="767205" y="376118"/>
                </a:lnTo>
                <a:lnTo>
                  <a:pt x="770855" y="382967"/>
                </a:lnTo>
                <a:lnTo>
                  <a:pt x="773775" y="375104"/>
                </a:lnTo>
                <a:lnTo>
                  <a:pt x="774505" y="380637"/>
                </a:lnTo>
                <a:lnTo>
                  <a:pt x="775965" y="374687"/>
                </a:lnTo>
                <a:lnTo>
                  <a:pt x="777425" y="374838"/>
                </a:lnTo>
                <a:lnTo>
                  <a:pt x="778155" y="380441"/>
                </a:lnTo>
                <a:lnTo>
                  <a:pt x="779615" y="372542"/>
                </a:lnTo>
                <a:lnTo>
                  <a:pt x="782534" y="378953"/>
                </a:lnTo>
                <a:lnTo>
                  <a:pt x="783264" y="375261"/>
                </a:lnTo>
                <a:lnTo>
                  <a:pt x="784724" y="373894"/>
                </a:lnTo>
                <a:lnTo>
                  <a:pt x="785454" y="367821"/>
                </a:lnTo>
                <a:lnTo>
                  <a:pt x="786914" y="375683"/>
                </a:lnTo>
                <a:lnTo>
                  <a:pt x="788374" y="371532"/>
                </a:lnTo>
                <a:lnTo>
                  <a:pt x="789834" y="372374"/>
                </a:lnTo>
                <a:lnTo>
                  <a:pt x="791294" y="375301"/>
                </a:lnTo>
                <a:lnTo>
                  <a:pt x="792024" y="371506"/>
                </a:lnTo>
                <a:lnTo>
                  <a:pt x="794944" y="370073"/>
                </a:lnTo>
                <a:lnTo>
                  <a:pt x="797134" y="365539"/>
                </a:lnTo>
                <a:lnTo>
                  <a:pt x="798594" y="367082"/>
                </a:lnTo>
                <a:lnTo>
                  <a:pt x="800054" y="369749"/>
                </a:lnTo>
                <a:lnTo>
                  <a:pt x="800784" y="369303"/>
                </a:lnTo>
                <a:lnTo>
                  <a:pt x="802244" y="362375"/>
                </a:lnTo>
                <a:lnTo>
                  <a:pt x="803704" y="363396"/>
                </a:lnTo>
                <a:lnTo>
                  <a:pt x="807354" y="372221"/>
                </a:lnTo>
                <a:lnTo>
                  <a:pt x="811733" y="386909"/>
                </a:lnTo>
                <a:lnTo>
                  <a:pt x="812463" y="384764"/>
                </a:lnTo>
                <a:lnTo>
                  <a:pt x="820493" y="407673"/>
                </a:lnTo>
                <a:lnTo>
                  <a:pt x="821223" y="407415"/>
                </a:lnTo>
                <a:lnTo>
                  <a:pt x="824873" y="402087"/>
                </a:lnTo>
                <a:lnTo>
                  <a:pt x="826333" y="405452"/>
                </a:lnTo>
                <a:lnTo>
                  <a:pt x="827063" y="404327"/>
                </a:lnTo>
                <a:lnTo>
                  <a:pt x="832173" y="389911"/>
                </a:lnTo>
                <a:lnTo>
                  <a:pt x="833633" y="393147"/>
                </a:lnTo>
                <a:lnTo>
                  <a:pt x="835093" y="397640"/>
                </a:lnTo>
                <a:lnTo>
                  <a:pt x="835823" y="395054"/>
                </a:lnTo>
                <a:lnTo>
                  <a:pt x="838012" y="385942"/>
                </a:lnTo>
                <a:lnTo>
                  <a:pt x="839472" y="389770"/>
                </a:lnTo>
                <a:lnTo>
                  <a:pt x="841662" y="380707"/>
                </a:lnTo>
                <a:lnTo>
                  <a:pt x="846042" y="370961"/>
                </a:lnTo>
                <a:lnTo>
                  <a:pt x="854802" y="350466"/>
                </a:lnTo>
                <a:lnTo>
                  <a:pt x="855532" y="351379"/>
                </a:lnTo>
                <a:lnTo>
                  <a:pt x="856992" y="349085"/>
                </a:lnTo>
                <a:lnTo>
                  <a:pt x="859912" y="348799"/>
                </a:lnTo>
                <a:lnTo>
                  <a:pt x="862102" y="347868"/>
                </a:lnTo>
                <a:lnTo>
                  <a:pt x="862832" y="346931"/>
                </a:lnTo>
                <a:lnTo>
                  <a:pt x="863562" y="349079"/>
                </a:lnTo>
                <a:lnTo>
                  <a:pt x="864292" y="348553"/>
                </a:lnTo>
                <a:lnTo>
                  <a:pt x="867211" y="347531"/>
                </a:lnTo>
                <a:lnTo>
                  <a:pt x="870131" y="339087"/>
                </a:lnTo>
                <a:lnTo>
                  <a:pt x="879621" y="313452"/>
                </a:lnTo>
                <a:lnTo>
                  <a:pt x="880351" y="317136"/>
                </a:lnTo>
                <a:lnTo>
                  <a:pt x="881081" y="315183"/>
                </a:lnTo>
                <a:lnTo>
                  <a:pt x="884001" y="307338"/>
                </a:lnTo>
                <a:lnTo>
                  <a:pt x="887651" y="301583"/>
                </a:lnTo>
                <a:lnTo>
                  <a:pt x="888381" y="302838"/>
                </a:lnTo>
                <a:lnTo>
                  <a:pt x="889111" y="305274"/>
                </a:lnTo>
                <a:lnTo>
                  <a:pt x="889841" y="299478"/>
                </a:lnTo>
                <a:lnTo>
                  <a:pt x="892761" y="282055"/>
                </a:lnTo>
                <a:lnTo>
                  <a:pt x="894221" y="283326"/>
                </a:lnTo>
                <a:lnTo>
                  <a:pt x="897871" y="297805"/>
                </a:lnTo>
                <a:lnTo>
                  <a:pt x="900061" y="290517"/>
                </a:lnTo>
                <a:lnTo>
                  <a:pt x="900791" y="290659"/>
                </a:lnTo>
                <a:lnTo>
                  <a:pt x="901521" y="291382"/>
                </a:lnTo>
                <a:lnTo>
                  <a:pt x="902981" y="276544"/>
                </a:lnTo>
                <a:lnTo>
                  <a:pt x="905901" y="281760"/>
                </a:lnTo>
                <a:lnTo>
                  <a:pt x="908820" y="274889"/>
                </a:lnTo>
                <a:lnTo>
                  <a:pt x="909550" y="278690"/>
                </a:lnTo>
                <a:lnTo>
                  <a:pt x="913200" y="279871"/>
                </a:lnTo>
                <a:lnTo>
                  <a:pt x="914660" y="275355"/>
                </a:lnTo>
                <a:lnTo>
                  <a:pt x="915390" y="278253"/>
                </a:lnTo>
                <a:lnTo>
                  <a:pt x="916120" y="279032"/>
                </a:lnTo>
                <a:lnTo>
                  <a:pt x="916850" y="274883"/>
                </a:lnTo>
                <a:lnTo>
                  <a:pt x="918310" y="277366"/>
                </a:lnTo>
                <a:lnTo>
                  <a:pt x="920500" y="279573"/>
                </a:lnTo>
                <a:lnTo>
                  <a:pt x="921230" y="278595"/>
                </a:lnTo>
                <a:lnTo>
                  <a:pt x="923420" y="277515"/>
                </a:lnTo>
                <a:lnTo>
                  <a:pt x="924880" y="287577"/>
                </a:lnTo>
                <a:lnTo>
                  <a:pt x="926340" y="285127"/>
                </a:lnTo>
                <a:lnTo>
                  <a:pt x="927070" y="283869"/>
                </a:lnTo>
                <a:lnTo>
                  <a:pt x="930720" y="269356"/>
                </a:lnTo>
                <a:lnTo>
                  <a:pt x="935099" y="258509"/>
                </a:lnTo>
                <a:lnTo>
                  <a:pt x="935829" y="258890"/>
                </a:lnTo>
                <a:lnTo>
                  <a:pt x="936559" y="259153"/>
                </a:lnTo>
                <a:lnTo>
                  <a:pt x="940939" y="247362"/>
                </a:lnTo>
                <a:lnTo>
                  <a:pt x="952619" y="211853"/>
                </a:lnTo>
                <a:lnTo>
                  <a:pt x="979628" y="98149"/>
                </a:lnTo>
                <a:lnTo>
                  <a:pt x="981818" y="98491"/>
                </a:lnTo>
                <a:lnTo>
                  <a:pt x="985468" y="92312"/>
                </a:lnTo>
                <a:lnTo>
                  <a:pt x="986198" y="96692"/>
                </a:lnTo>
                <a:lnTo>
                  <a:pt x="987658" y="94189"/>
                </a:lnTo>
                <a:lnTo>
                  <a:pt x="989118" y="89690"/>
                </a:lnTo>
                <a:lnTo>
                  <a:pt x="989848" y="94662"/>
                </a:lnTo>
                <a:lnTo>
                  <a:pt x="993497" y="104003"/>
                </a:lnTo>
                <a:lnTo>
                  <a:pt x="994227" y="102586"/>
                </a:lnTo>
                <a:lnTo>
                  <a:pt x="994957" y="101705"/>
                </a:lnTo>
                <a:lnTo>
                  <a:pt x="995687" y="102951"/>
                </a:lnTo>
                <a:lnTo>
                  <a:pt x="996417" y="104519"/>
                </a:lnTo>
                <a:lnTo>
                  <a:pt x="997877" y="102408"/>
                </a:lnTo>
                <a:lnTo>
                  <a:pt x="999337" y="101043"/>
                </a:lnTo>
                <a:lnTo>
                  <a:pt x="1008097" y="71908"/>
                </a:lnTo>
                <a:lnTo>
                  <a:pt x="1008827" y="71827"/>
                </a:lnTo>
                <a:lnTo>
                  <a:pt x="1017587" y="28764"/>
                </a:lnTo>
                <a:lnTo>
                  <a:pt x="1018317" y="30845"/>
                </a:lnTo>
                <a:lnTo>
                  <a:pt x="1019047" y="35680"/>
                </a:lnTo>
                <a:lnTo>
                  <a:pt x="1019777" y="35160"/>
                </a:lnTo>
                <a:lnTo>
                  <a:pt x="1021966" y="21263"/>
                </a:lnTo>
                <a:lnTo>
                  <a:pt x="1022696" y="22429"/>
                </a:lnTo>
                <a:lnTo>
                  <a:pt x="1023426" y="21662"/>
                </a:lnTo>
                <a:lnTo>
                  <a:pt x="1028536" y="1887"/>
                </a:lnTo>
                <a:lnTo>
                  <a:pt x="1029266" y="11665"/>
                </a:lnTo>
                <a:lnTo>
                  <a:pt x="1031456" y="6015"/>
                </a:lnTo>
                <a:lnTo>
                  <a:pt x="1032186" y="9595"/>
                </a:lnTo>
                <a:lnTo>
                  <a:pt x="1032916" y="5804"/>
                </a:lnTo>
                <a:lnTo>
                  <a:pt x="1033646" y="0"/>
                </a:lnTo>
                <a:lnTo>
                  <a:pt x="1035106" y="7101"/>
                </a:lnTo>
                <a:lnTo>
                  <a:pt x="1035836" y="6035"/>
                </a:lnTo>
                <a:lnTo>
                  <a:pt x="1036566" y="7203"/>
                </a:lnTo>
                <a:lnTo>
                  <a:pt x="1038756" y="9315"/>
                </a:lnTo>
                <a:lnTo>
                  <a:pt x="1039486" y="8625"/>
                </a:lnTo>
                <a:lnTo>
                  <a:pt x="1040216" y="7719"/>
                </a:lnTo>
                <a:lnTo>
                  <a:pt x="1040946" y="10487"/>
                </a:lnTo>
                <a:lnTo>
                  <a:pt x="1043866" y="8577"/>
                </a:lnTo>
                <a:lnTo>
                  <a:pt x="1044596" y="10523"/>
                </a:lnTo>
                <a:lnTo>
                  <a:pt x="1045326" y="13157"/>
                </a:lnTo>
                <a:lnTo>
                  <a:pt x="1046056" y="11434"/>
                </a:lnTo>
                <a:lnTo>
                  <a:pt x="1047516" y="2960"/>
                </a:lnTo>
                <a:lnTo>
                  <a:pt x="1050436" y="17711"/>
                </a:lnTo>
                <a:lnTo>
                  <a:pt x="1051165" y="14110"/>
                </a:lnTo>
                <a:lnTo>
                  <a:pt x="1051895" y="14721"/>
                </a:lnTo>
                <a:lnTo>
                  <a:pt x="1052625" y="20231"/>
                </a:lnTo>
                <a:lnTo>
                  <a:pt x="1054085" y="15750"/>
                </a:lnTo>
                <a:lnTo>
                  <a:pt x="1054815" y="16298"/>
                </a:lnTo>
                <a:lnTo>
                  <a:pt x="1055545" y="25624"/>
                </a:lnTo>
                <a:lnTo>
                  <a:pt x="1057735" y="22914"/>
                </a:lnTo>
                <a:lnTo>
                  <a:pt x="1058465" y="23600"/>
                </a:lnTo>
                <a:lnTo>
                  <a:pt x="1062845" y="47058"/>
                </a:lnTo>
                <a:lnTo>
                  <a:pt x="1065765" y="57288"/>
                </a:lnTo>
                <a:lnTo>
                  <a:pt x="1070145" y="73019"/>
                </a:lnTo>
                <a:lnTo>
                  <a:pt x="1080364" y="143463"/>
                </a:lnTo>
                <a:lnTo>
                  <a:pt x="1085474" y="191171"/>
                </a:lnTo>
                <a:lnTo>
                  <a:pt x="1092044" y="226658"/>
                </a:lnTo>
                <a:lnTo>
                  <a:pt x="1093504" y="233528"/>
                </a:lnTo>
                <a:lnTo>
                  <a:pt x="1097884" y="275249"/>
                </a:lnTo>
                <a:lnTo>
                  <a:pt x="1101534" y="285970"/>
                </a:lnTo>
                <a:lnTo>
                  <a:pt x="1102994" y="285655"/>
                </a:lnTo>
                <a:lnTo>
                  <a:pt x="1108104" y="336052"/>
                </a:lnTo>
                <a:lnTo>
                  <a:pt x="1110294" y="359750"/>
                </a:lnTo>
                <a:lnTo>
                  <a:pt x="1111024" y="358882"/>
                </a:lnTo>
                <a:lnTo>
                  <a:pt x="1113214" y="335641"/>
                </a:lnTo>
                <a:lnTo>
                  <a:pt x="1113944" y="346897"/>
                </a:lnTo>
                <a:lnTo>
                  <a:pt x="1116864" y="379285"/>
                </a:lnTo>
                <a:lnTo>
                  <a:pt x="1118324" y="370435"/>
                </a:lnTo>
                <a:lnTo>
                  <a:pt x="1119783" y="360800"/>
                </a:lnTo>
                <a:lnTo>
                  <a:pt x="1120513" y="363646"/>
                </a:lnTo>
                <a:lnTo>
                  <a:pt x="1121973" y="379269"/>
                </a:lnTo>
                <a:lnTo>
                  <a:pt x="1124163" y="375563"/>
                </a:lnTo>
                <a:lnTo>
                  <a:pt x="1124893" y="371405"/>
                </a:lnTo>
                <a:lnTo>
                  <a:pt x="1125623" y="375497"/>
                </a:lnTo>
                <a:lnTo>
                  <a:pt x="1127083" y="392084"/>
                </a:lnTo>
                <a:lnTo>
                  <a:pt x="1128543" y="382937"/>
                </a:lnTo>
                <a:lnTo>
                  <a:pt x="1131463" y="366100"/>
                </a:lnTo>
                <a:lnTo>
                  <a:pt x="1134383" y="391354"/>
                </a:lnTo>
                <a:lnTo>
                  <a:pt x="1135843" y="384554"/>
                </a:lnTo>
                <a:lnTo>
                  <a:pt x="1136573" y="385032"/>
                </a:lnTo>
                <a:lnTo>
                  <a:pt x="1137303" y="372014"/>
                </a:lnTo>
                <a:lnTo>
                  <a:pt x="1138033" y="382963"/>
                </a:lnTo>
                <a:lnTo>
                  <a:pt x="1138763" y="396161"/>
                </a:lnTo>
                <a:lnTo>
                  <a:pt x="1140953" y="394622"/>
                </a:lnTo>
                <a:lnTo>
                  <a:pt x="1144603" y="365097"/>
                </a:lnTo>
                <a:lnTo>
                  <a:pt x="1145333" y="370540"/>
                </a:lnTo>
                <a:lnTo>
                  <a:pt x="1146793" y="392790"/>
                </a:lnTo>
                <a:lnTo>
                  <a:pt x="1148252" y="384007"/>
                </a:lnTo>
                <a:lnTo>
                  <a:pt x="1151172" y="395226"/>
                </a:lnTo>
                <a:lnTo>
                  <a:pt x="1151902" y="388137"/>
                </a:lnTo>
                <a:lnTo>
                  <a:pt x="1153362" y="383772"/>
                </a:lnTo>
                <a:lnTo>
                  <a:pt x="1154092" y="384131"/>
                </a:lnTo>
                <a:lnTo>
                  <a:pt x="1157012" y="391935"/>
                </a:lnTo>
                <a:lnTo>
                  <a:pt x="1158472" y="379498"/>
                </a:lnTo>
                <a:lnTo>
                  <a:pt x="1159932" y="387084"/>
                </a:lnTo>
                <a:lnTo>
                  <a:pt x="1161392" y="392819"/>
                </a:lnTo>
                <a:lnTo>
                  <a:pt x="1162122" y="388317"/>
                </a:lnTo>
                <a:lnTo>
                  <a:pt x="1165042" y="370440"/>
                </a:lnTo>
                <a:lnTo>
                  <a:pt x="1165772" y="378678"/>
                </a:lnTo>
                <a:lnTo>
                  <a:pt x="1167962" y="387434"/>
                </a:lnTo>
                <a:lnTo>
                  <a:pt x="1168692" y="386222"/>
                </a:lnTo>
                <a:lnTo>
                  <a:pt x="1171612" y="351717"/>
                </a:lnTo>
                <a:lnTo>
                  <a:pt x="1172342" y="355728"/>
                </a:lnTo>
                <a:lnTo>
                  <a:pt x="1174532" y="374217"/>
                </a:lnTo>
                <a:lnTo>
                  <a:pt x="1175262" y="372067"/>
                </a:lnTo>
                <a:lnTo>
                  <a:pt x="1178181" y="350661"/>
                </a:lnTo>
                <a:lnTo>
                  <a:pt x="1179641" y="362640"/>
                </a:lnTo>
                <a:lnTo>
                  <a:pt x="1181101" y="368199"/>
                </a:lnTo>
                <a:lnTo>
                  <a:pt x="1181831" y="367749"/>
                </a:lnTo>
                <a:lnTo>
                  <a:pt x="1185481" y="339250"/>
                </a:lnTo>
                <a:lnTo>
                  <a:pt x="1186941" y="354299"/>
                </a:lnTo>
                <a:lnTo>
                  <a:pt x="1189131" y="369107"/>
                </a:lnTo>
                <a:lnTo>
                  <a:pt x="1189861" y="362448"/>
                </a:lnTo>
                <a:lnTo>
                  <a:pt x="1192781" y="339506"/>
                </a:lnTo>
                <a:lnTo>
                  <a:pt x="1193511" y="344373"/>
                </a:lnTo>
                <a:lnTo>
                  <a:pt x="1194241" y="355687"/>
                </a:lnTo>
                <a:lnTo>
                  <a:pt x="1195701" y="349479"/>
                </a:lnTo>
                <a:lnTo>
                  <a:pt x="1197891" y="344629"/>
                </a:lnTo>
                <a:lnTo>
                  <a:pt x="1198621" y="342002"/>
                </a:lnTo>
                <a:lnTo>
                  <a:pt x="1199351" y="345161"/>
                </a:lnTo>
                <a:lnTo>
                  <a:pt x="1200081" y="352597"/>
                </a:lnTo>
                <a:lnTo>
                  <a:pt x="1202271" y="350165"/>
                </a:lnTo>
                <a:lnTo>
                  <a:pt x="1205920" y="334133"/>
                </a:lnTo>
                <a:lnTo>
                  <a:pt x="1207380" y="339701"/>
                </a:lnTo>
                <a:lnTo>
                  <a:pt x="1209570" y="346201"/>
                </a:lnTo>
                <a:lnTo>
                  <a:pt x="1210300" y="342049"/>
                </a:lnTo>
                <a:lnTo>
                  <a:pt x="1211760" y="348069"/>
                </a:lnTo>
                <a:lnTo>
                  <a:pt x="1212490" y="347220"/>
                </a:lnTo>
                <a:lnTo>
                  <a:pt x="1213220" y="342292"/>
                </a:lnTo>
                <a:lnTo>
                  <a:pt x="1215410" y="342754"/>
                </a:lnTo>
                <a:lnTo>
                  <a:pt x="1216870" y="341278"/>
                </a:lnTo>
                <a:lnTo>
                  <a:pt x="1217600" y="348308"/>
                </a:lnTo>
                <a:lnTo>
                  <a:pt x="1219060" y="341155"/>
                </a:lnTo>
                <a:lnTo>
                  <a:pt x="1219790" y="338204"/>
                </a:lnTo>
                <a:lnTo>
                  <a:pt x="1220520" y="341410"/>
                </a:lnTo>
                <a:lnTo>
                  <a:pt x="1223440" y="351246"/>
                </a:lnTo>
                <a:lnTo>
                  <a:pt x="1224170" y="348076"/>
                </a:lnTo>
                <a:lnTo>
                  <a:pt x="1226360" y="353437"/>
                </a:lnTo>
                <a:lnTo>
                  <a:pt x="1230740" y="370532"/>
                </a:lnTo>
                <a:lnTo>
                  <a:pt x="1232200" y="366727"/>
                </a:lnTo>
                <a:lnTo>
                  <a:pt x="1233660" y="369422"/>
                </a:lnTo>
                <a:lnTo>
                  <a:pt x="1235849" y="378851"/>
                </a:lnTo>
                <a:lnTo>
                  <a:pt x="1236579" y="376504"/>
                </a:lnTo>
                <a:lnTo>
                  <a:pt x="1237309" y="374793"/>
                </a:lnTo>
                <a:lnTo>
                  <a:pt x="1238039" y="377382"/>
                </a:lnTo>
                <a:lnTo>
                  <a:pt x="1239499" y="389898"/>
                </a:lnTo>
                <a:lnTo>
                  <a:pt x="1242419" y="401435"/>
                </a:lnTo>
                <a:lnTo>
                  <a:pt x="1243149" y="399422"/>
                </a:lnTo>
                <a:lnTo>
                  <a:pt x="1243879" y="398387"/>
                </a:lnTo>
                <a:lnTo>
                  <a:pt x="1246069" y="405912"/>
                </a:lnTo>
                <a:lnTo>
                  <a:pt x="1247529" y="404564"/>
                </a:lnTo>
                <a:lnTo>
                  <a:pt x="1248259" y="405506"/>
                </a:lnTo>
                <a:lnTo>
                  <a:pt x="1248989" y="403915"/>
                </a:lnTo>
                <a:lnTo>
                  <a:pt x="1250449" y="402357"/>
                </a:lnTo>
                <a:lnTo>
                  <a:pt x="1251909" y="408293"/>
                </a:lnTo>
                <a:lnTo>
                  <a:pt x="1253369" y="407575"/>
                </a:lnTo>
                <a:lnTo>
                  <a:pt x="1254829" y="404039"/>
                </a:lnTo>
                <a:lnTo>
                  <a:pt x="1255559" y="406333"/>
                </a:lnTo>
                <a:lnTo>
                  <a:pt x="1256289" y="412691"/>
                </a:lnTo>
                <a:lnTo>
                  <a:pt x="1257749" y="407988"/>
                </a:lnTo>
                <a:lnTo>
                  <a:pt x="1259209" y="410937"/>
                </a:lnTo>
                <a:lnTo>
                  <a:pt x="1261399" y="413496"/>
                </a:lnTo>
                <a:lnTo>
                  <a:pt x="1264318" y="408675"/>
                </a:lnTo>
                <a:lnTo>
                  <a:pt x="1265048" y="409412"/>
                </a:lnTo>
                <a:lnTo>
                  <a:pt x="1266508" y="419719"/>
                </a:lnTo>
                <a:lnTo>
                  <a:pt x="1268698" y="416155"/>
                </a:lnTo>
                <a:lnTo>
                  <a:pt x="1270888" y="412550"/>
                </a:lnTo>
                <a:lnTo>
                  <a:pt x="1273078" y="420212"/>
                </a:lnTo>
                <a:lnTo>
                  <a:pt x="1273808" y="418528"/>
                </a:lnTo>
                <a:lnTo>
                  <a:pt x="1275998" y="416305"/>
                </a:lnTo>
                <a:lnTo>
                  <a:pt x="1277458" y="408596"/>
                </a:lnTo>
                <a:lnTo>
                  <a:pt x="1278188" y="415935"/>
                </a:lnTo>
                <a:lnTo>
                  <a:pt x="1281838" y="419209"/>
                </a:lnTo>
                <a:lnTo>
                  <a:pt x="1284758" y="424619"/>
                </a:lnTo>
                <a:lnTo>
                  <a:pt x="1285488" y="421786"/>
                </a:lnTo>
                <a:lnTo>
                  <a:pt x="1286948" y="422599"/>
                </a:lnTo>
                <a:lnTo>
                  <a:pt x="1288408" y="413760"/>
                </a:lnTo>
                <a:lnTo>
                  <a:pt x="1290598" y="427727"/>
                </a:lnTo>
                <a:lnTo>
                  <a:pt x="1292058" y="423373"/>
                </a:lnTo>
                <a:lnTo>
                  <a:pt x="1294977" y="427909"/>
                </a:lnTo>
                <a:lnTo>
                  <a:pt x="1295707" y="423551"/>
                </a:lnTo>
                <a:lnTo>
                  <a:pt x="1297167" y="421190"/>
                </a:lnTo>
                <a:lnTo>
                  <a:pt x="1299357" y="407511"/>
                </a:lnTo>
                <a:lnTo>
                  <a:pt x="1300817" y="409259"/>
                </a:lnTo>
                <a:lnTo>
                  <a:pt x="1302277" y="419618"/>
                </a:lnTo>
                <a:lnTo>
                  <a:pt x="1303737" y="414446"/>
                </a:lnTo>
                <a:lnTo>
                  <a:pt x="1304467" y="414804"/>
                </a:lnTo>
                <a:lnTo>
                  <a:pt x="1305927" y="402702"/>
                </a:lnTo>
                <a:lnTo>
                  <a:pt x="1308117" y="406272"/>
                </a:lnTo>
                <a:lnTo>
                  <a:pt x="1311037" y="415624"/>
                </a:lnTo>
                <a:lnTo>
                  <a:pt x="1311767" y="412828"/>
                </a:lnTo>
                <a:lnTo>
                  <a:pt x="1312497" y="409434"/>
                </a:lnTo>
                <a:lnTo>
                  <a:pt x="1313227" y="413794"/>
                </a:lnTo>
                <a:lnTo>
                  <a:pt x="1313957" y="412135"/>
                </a:lnTo>
                <a:lnTo>
                  <a:pt x="1316147" y="422535"/>
                </a:lnTo>
                <a:lnTo>
                  <a:pt x="1316877" y="414403"/>
                </a:lnTo>
                <a:lnTo>
                  <a:pt x="1317607" y="413685"/>
                </a:lnTo>
                <a:lnTo>
                  <a:pt x="1319067" y="408386"/>
                </a:lnTo>
                <a:lnTo>
                  <a:pt x="1321987" y="438436"/>
                </a:lnTo>
                <a:lnTo>
                  <a:pt x="1325637" y="419813"/>
                </a:lnTo>
                <a:lnTo>
                  <a:pt x="1327827" y="434474"/>
                </a:lnTo>
                <a:lnTo>
                  <a:pt x="1329287" y="430456"/>
                </a:lnTo>
                <a:lnTo>
                  <a:pt x="1330747" y="427281"/>
                </a:lnTo>
                <a:lnTo>
                  <a:pt x="1331477" y="430120"/>
                </a:lnTo>
                <a:lnTo>
                  <a:pt x="1332936" y="435218"/>
                </a:lnTo>
                <a:lnTo>
                  <a:pt x="1333666" y="430396"/>
                </a:lnTo>
                <a:lnTo>
                  <a:pt x="1334396" y="426411"/>
                </a:lnTo>
                <a:lnTo>
                  <a:pt x="1336586" y="428874"/>
                </a:lnTo>
                <a:lnTo>
                  <a:pt x="1337316" y="429362"/>
                </a:lnTo>
                <a:lnTo>
                  <a:pt x="1338046" y="433911"/>
                </a:lnTo>
                <a:lnTo>
                  <a:pt x="1340236" y="432500"/>
                </a:lnTo>
                <a:lnTo>
                  <a:pt x="1341696" y="429177"/>
                </a:lnTo>
                <a:lnTo>
                  <a:pt x="1342426" y="417149"/>
                </a:lnTo>
                <a:lnTo>
                  <a:pt x="1344616" y="424435"/>
                </a:lnTo>
                <a:lnTo>
                  <a:pt x="1345346" y="434768"/>
                </a:lnTo>
                <a:lnTo>
                  <a:pt x="1346806" y="427144"/>
                </a:lnTo>
                <a:lnTo>
                  <a:pt x="1348996" y="426910"/>
                </a:lnTo>
                <a:lnTo>
                  <a:pt x="1349726" y="422790"/>
                </a:lnTo>
                <a:lnTo>
                  <a:pt x="1351186" y="423335"/>
                </a:lnTo>
                <a:lnTo>
                  <a:pt x="1351916" y="426707"/>
                </a:lnTo>
                <a:lnTo>
                  <a:pt x="1352646" y="422774"/>
                </a:lnTo>
                <a:lnTo>
                  <a:pt x="1353376" y="413087"/>
                </a:lnTo>
                <a:lnTo>
                  <a:pt x="1355566" y="418847"/>
                </a:lnTo>
                <a:lnTo>
                  <a:pt x="1356296" y="415788"/>
                </a:lnTo>
                <a:lnTo>
                  <a:pt x="1357026" y="419257"/>
                </a:lnTo>
                <a:lnTo>
                  <a:pt x="1357756" y="424379"/>
                </a:lnTo>
                <a:lnTo>
                  <a:pt x="1358486" y="417921"/>
                </a:lnTo>
                <a:lnTo>
                  <a:pt x="1359216" y="412092"/>
                </a:lnTo>
                <a:lnTo>
                  <a:pt x="1360675" y="416665"/>
                </a:lnTo>
                <a:lnTo>
                  <a:pt x="1362865" y="417811"/>
                </a:lnTo>
                <a:lnTo>
                  <a:pt x="1364325" y="429358"/>
                </a:lnTo>
                <a:lnTo>
                  <a:pt x="1365055" y="434445"/>
                </a:lnTo>
                <a:lnTo>
                  <a:pt x="1365785" y="429657"/>
                </a:lnTo>
                <a:lnTo>
                  <a:pt x="1367975" y="416500"/>
                </a:lnTo>
                <a:lnTo>
                  <a:pt x="1369435" y="421302"/>
                </a:lnTo>
                <a:lnTo>
                  <a:pt x="1370895" y="426250"/>
                </a:lnTo>
                <a:lnTo>
                  <a:pt x="1371625" y="422701"/>
                </a:lnTo>
                <a:lnTo>
                  <a:pt x="1372355" y="420485"/>
                </a:lnTo>
                <a:lnTo>
                  <a:pt x="1373815" y="422095"/>
                </a:lnTo>
                <a:lnTo>
                  <a:pt x="1375275" y="431014"/>
                </a:lnTo>
                <a:lnTo>
                  <a:pt x="1376005" y="419961"/>
                </a:lnTo>
                <a:lnTo>
                  <a:pt x="1376735" y="421184"/>
                </a:lnTo>
                <a:lnTo>
                  <a:pt x="1377465" y="418160"/>
                </a:lnTo>
                <a:lnTo>
                  <a:pt x="1378195" y="417827"/>
                </a:lnTo>
                <a:lnTo>
                  <a:pt x="1379655" y="417028"/>
                </a:lnTo>
                <a:lnTo>
                  <a:pt x="1381845" y="421614"/>
                </a:lnTo>
                <a:lnTo>
                  <a:pt x="1384035" y="424084"/>
                </a:lnTo>
                <a:lnTo>
                  <a:pt x="1384765" y="423247"/>
                </a:lnTo>
                <a:lnTo>
                  <a:pt x="1386225" y="417142"/>
                </a:lnTo>
                <a:lnTo>
                  <a:pt x="1386955" y="420177"/>
                </a:lnTo>
                <a:lnTo>
                  <a:pt x="1390604" y="438994"/>
                </a:lnTo>
                <a:lnTo>
                  <a:pt x="1391334" y="432709"/>
                </a:lnTo>
                <a:lnTo>
                  <a:pt x="1392794" y="435651"/>
                </a:lnTo>
                <a:lnTo>
                  <a:pt x="1394254" y="451439"/>
                </a:lnTo>
                <a:lnTo>
                  <a:pt x="1395714" y="446440"/>
                </a:lnTo>
                <a:lnTo>
                  <a:pt x="1396444" y="441556"/>
                </a:lnTo>
                <a:lnTo>
                  <a:pt x="1397174" y="457767"/>
                </a:lnTo>
                <a:lnTo>
                  <a:pt x="1399364" y="450706"/>
                </a:lnTo>
                <a:lnTo>
                  <a:pt x="1403744" y="436476"/>
                </a:lnTo>
                <a:lnTo>
                  <a:pt x="1404474" y="448396"/>
                </a:lnTo>
                <a:lnTo>
                  <a:pt x="1406664" y="445932"/>
                </a:lnTo>
                <a:lnTo>
                  <a:pt x="1407394" y="449823"/>
                </a:lnTo>
                <a:lnTo>
                  <a:pt x="1408124" y="442190"/>
                </a:lnTo>
                <a:lnTo>
                  <a:pt x="1408854" y="438000"/>
                </a:lnTo>
                <a:lnTo>
                  <a:pt x="1410314" y="444338"/>
                </a:lnTo>
                <a:lnTo>
                  <a:pt x="1411044" y="440349"/>
                </a:lnTo>
                <a:lnTo>
                  <a:pt x="1411774" y="437278"/>
                </a:lnTo>
                <a:lnTo>
                  <a:pt x="1413964" y="448881"/>
                </a:lnTo>
                <a:lnTo>
                  <a:pt x="1414694" y="446092"/>
                </a:lnTo>
                <a:lnTo>
                  <a:pt x="1416884" y="433500"/>
                </a:lnTo>
                <a:lnTo>
                  <a:pt x="1417614" y="440419"/>
                </a:lnTo>
                <a:lnTo>
                  <a:pt x="1418343" y="443329"/>
                </a:lnTo>
                <a:lnTo>
                  <a:pt x="1419073" y="437675"/>
                </a:lnTo>
                <a:lnTo>
                  <a:pt x="1419803" y="439073"/>
                </a:lnTo>
                <a:lnTo>
                  <a:pt x="1422723" y="424459"/>
                </a:lnTo>
                <a:lnTo>
                  <a:pt x="1424183" y="428785"/>
                </a:lnTo>
                <a:lnTo>
                  <a:pt x="1424913" y="439311"/>
                </a:lnTo>
                <a:lnTo>
                  <a:pt x="1426373" y="432066"/>
                </a:lnTo>
                <a:lnTo>
                  <a:pt x="1429293" y="421088"/>
                </a:lnTo>
                <a:lnTo>
                  <a:pt x="1430023" y="423707"/>
                </a:lnTo>
                <a:lnTo>
                  <a:pt x="1431483" y="422227"/>
                </a:lnTo>
                <a:lnTo>
                  <a:pt x="1432213" y="420352"/>
                </a:lnTo>
                <a:lnTo>
                  <a:pt x="1432943" y="425897"/>
                </a:lnTo>
                <a:lnTo>
                  <a:pt x="1434403" y="422894"/>
                </a:lnTo>
                <a:lnTo>
                  <a:pt x="1438053" y="409366"/>
                </a:lnTo>
                <a:lnTo>
                  <a:pt x="1439513" y="415964"/>
                </a:lnTo>
                <a:lnTo>
                  <a:pt x="1440243" y="411713"/>
                </a:lnTo>
                <a:lnTo>
                  <a:pt x="1443163" y="398614"/>
                </a:lnTo>
                <a:lnTo>
                  <a:pt x="1443893" y="404980"/>
                </a:lnTo>
                <a:lnTo>
                  <a:pt x="1444623" y="409396"/>
                </a:lnTo>
                <a:lnTo>
                  <a:pt x="1446813" y="407592"/>
                </a:lnTo>
                <a:lnTo>
                  <a:pt x="1451922" y="391116"/>
                </a:lnTo>
                <a:lnTo>
                  <a:pt x="1453382" y="398539"/>
                </a:lnTo>
                <a:lnTo>
                  <a:pt x="1456302" y="383109"/>
                </a:lnTo>
                <a:lnTo>
                  <a:pt x="1459222" y="400539"/>
                </a:lnTo>
                <a:lnTo>
                  <a:pt x="1460682" y="384524"/>
                </a:lnTo>
                <a:lnTo>
                  <a:pt x="1462142" y="389889"/>
                </a:lnTo>
                <a:lnTo>
                  <a:pt x="1462872" y="391703"/>
                </a:lnTo>
                <a:lnTo>
                  <a:pt x="1463602" y="390283"/>
                </a:lnTo>
                <a:lnTo>
                  <a:pt x="1465792" y="384973"/>
                </a:lnTo>
                <a:lnTo>
                  <a:pt x="1466522" y="398988"/>
                </a:lnTo>
                <a:lnTo>
                  <a:pt x="1468712" y="395447"/>
                </a:lnTo>
                <a:lnTo>
                  <a:pt x="1470172" y="385645"/>
                </a:lnTo>
                <a:lnTo>
                  <a:pt x="1471632" y="386995"/>
                </a:lnTo>
                <a:lnTo>
                  <a:pt x="1472362" y="386275"/>
                </a:lnTo>
                <a:lnTo>
                  <a:pt x="1473092" y="389238"/>
                </a:lnTo>
                <a:lnTo>
                  <a:pt x="1473822" y="391803"/>
                </a:lnTo>
                <a:lnTo>
                  <a:pt x="1476741" y="383568"/>
                </a:lnTo>
                <a:lnTo>
                  <a:pt x="1478201" y="382128"/>
                </a:lnTo>
                <a:lnTo>
                  <a:pt x="1478931" y="385543"/>
                </a:lnTo>
                <a:lnTo>
                  <a:pt x="1480391" y="380274"/>
                </a:lnTo>
                <a:lnTo>
                  <a:pt x="1481851" y="382344"/>
                </a:lnTo>
                <a:lnTo>
                  <a:pt x="1484041" y="375680"/>
                </a:lnTo>
                <a:lnTo>
                  <a:pt x="1484771" y="375790"/>
                </a:lnTo>
                <a:lnTo>
                  <a:pt x="1485501" y="380785"/>
                </a:lnTo>
                <a:lnTo>
                  <a:pt x="1486961" y="376732"/>
                </a:lnTo>
                <a:lnTo>
                  <a:pt x="1487691" y="375843"/>
                </a:lnTo>
                <a:lnTo>
                  <a:pt x="1489151" y="387306"/>
                </a:lnTo>
                <a:lnTo>
                  <a:pt x="1489881" y="374291"/>
                </a:lnTo>
                <a:lnTo>
                  <a:pt x="1491341" y="376848"/>
                </a:lnTo>
                <a:lnTo>
                  <a:pt x="1492071" y="371214"/>
                </a:lnTo>
                <a:lnTo>
                  <a:pt x="1492801" y="381466"/>
                </a:lnTo>
                <a:lnTo>
                  <a:pt x="1493531" y="379810"/>
                </a:lnTo>
                <a:lnTo>
                  <a:pt x="1496451" y="374386"/>
                </a:lnTo>
                <a:lnTo>
                  <a:pt x="1497911" y="384092"/>
                </a:lnTo>
                <a:lnTo>
                  <a:pt x="1498641" y="379735"/>
                </a:lnTo>
                <a:lnTo>
                  <a:pt x="1500101" y="373931"/>
                </a:lnTo>
                <a:lnTo>
                  <a:pt x="1501561" y="374441"/>
                </a:lnTo>
                <a:lnTo>
                  <a:pt x="1502291" y="374298"/>
                </a:lnTo>
                <a:lnTo>
                  <a:pt x="1504481" y="389310"/>
                </a:lnTo>
                <a:lnTo>
                  <a:pt x="1505210" y="386874"/>
                </a:lnTo>
                <a:lnTo>
                  <a:pt x="1508860" y="365147"/>
                </a:lnTo>
                <a:lnTo>
                  <a:pt x="1510320" y="379488"/>
                </a:lnTo>
                <a:lnTo>
                  <a:pt x="1511050" y="366971"/>
                </a:lnTo>
                <a:lnTo>
                  <a:pt x="1512510" y="357660"/>
                </a:lnTo>
                <a:lnTo>
                  <a:pt x="1513970" y="362283"/>
                </a:lnTo>
                <a:lnTo>
                  <a:pt x="1522000" y="380576"/>
                </a:lnTo>
                <a:lnTo>
                  <a:pt x="1523460" y="374846"/>
                </a:lnTo>
                <a:lnTo>
                  <a:pt x="1526380" y="390627"/>
                </a:lnTo>
                <a:lnTo>
                  <a:pt x="1527840" y="381106"/>
                </a:lnTo>
                <a:lnTo>
                  <a:pt x="1528570" y="383888"/>
                </a:lnTo>
                <a:lnTo>
                  <a:pt x="1531490" y="390991"/>
                </a:lnTo>
                <a:lnTo>
                  <a:pt x="1532220" y="390789"/>
                </a:lnTo>
                <a:lnTo>
                  <a:pt x="1532950" y="384046"/>
                </a:lnTo>
                <a:lnTo>
                  <a:pt x="1534410" y="386307"/>
                </a:lnTo>
                <a:lnTo>
                  <a:pt x="1537330" y="395467"/>
                </a:lnTo>
                <a:lnTo>
                  <a:pt x="1538060" y="388935"/>
                </a:lnTo>
                <a:lnTo>
                  <a:pt x="1540250" y="391977"/>
                </a:lnTo>
                <a:lnTo>
                  <a:pt x="1543900" y="409614"/>
                </a:lnTo>
                <a:lnTo>
                  <a:pt x="1545359" y="399379"/>
                </a:lnTo>
                <a:lnTo>
                  <a:pt x="1546819" y="421394"/>
                </a:lnTo>
                <a:lnTo>
                  <a:pt x="1548279" y="417080"/>
                </a:lnTo>
                <a:lnTo>
                  <a:pt x="1549739" y="416142"/>
                </a:lnTo>
                <a:lnTo>
                  <a:pt x="1551929" y="432179"/>
                </a:lnTo>
                <a:lnTo>
                  <a:pt x="1552659" y="425535"/>
                </a:lnTo>
                <a:lnTo>
                  <a:pt x="1553389" y="434164"/>
                </a:lnTo>
                <a:lnTo>
                  <a:pt x="1554849" y="428376"/>
                </a:lnTo>
                <a:lnTo>
                  <a:pt x="1558499" y="446402"/>
                </a:lnTo>
                <a:lnTo>
                  <a:pt x="1559959" y="434219"/>
                </a:lnTo>
                <a:lnTo>
                  <a:pt x="1560689" y="447213"/>
                </a:lnTo>
                <a:lnTo>
                  <a:pt x="1562149" y="442606"/>
                </a:lnTo>
                <a:lnTo>
                  <a:pt x="1564339" y="460570"/>
                </a:lnTo>
                <a:lnTo>
                  <a:pt x="1565799" y="453937"/>
                </a:lnTo>
                <a:lnTo>
                  <a:pt x="1570909" y="511560"/>
                </a:lnTo>
                <a:lnTo>
                  <a:pt x="1571639" y="507451"/>
                </a:lnTo>
                <a:lnTo>
                  <a:pt x="1572369" y="512803"/>
                </a:lnTo>
                <a:lnTo>
                  <a:pt x="1576018" y="536272"/>
                </a:lnTo>
                <a:lnTo>
                  <a:pt x="1577478" y="527217"/>
                </a:lnTo>
                <a:lnTo>
                  <a:pt x="1578208" y="524371"/>
                </a:lnTo>
                <a:lnTo>
                  <a:pt x="1581128" y="558164"/>
                </a:lnTo>
                <a:lnTo>
                  <a:pt x="1582588" y="540282"/>
                </a:lnTo>
                <a:lnTo>
                  <a:pt x="1583318" y="557816"/>
                </a:lnTo>
                <a:lnTo>
                  <a:pt x="1584048" y="557146"/>
                </a:lnTo>
                <a:lnTo>
                  <a:pt x="1592078" y="602731"/>
                </a:lnTo>
                <a:lnTo>
                  <a:pt x="1592808" y="600971"/>
                </a:lnTo>
                <a:lnTo>
                  <a:pt x="1594998" y="575121"/>
                </a:lnTo>
                <a:lnTo>
                  <a:pt x="1595728" y="583192"/>
                </a:lnTo>
                <a:lnTo>
                  <a:pt x="1597918" y="600255"/>
                </a:lnTo>
                <a:lnTo>
                  <a:pt x="1598648" y="592251"/>
                </a:lnTo>
                <a:lnTo>
                  <a:pt x="1599378" y="586865"/>
                </a:lnTo>
                <a:lnTo>
                  <a:pt x="1600838" y="606072"/>
                </a:lnTo>
                <a:lnTo>
                  <a:pt x="1601568" y="596886"/>
                </a:lnTo>
                <a:lnTo>
                  <a:pt x="1603757" y="589512"/>
                </a:lnTo>
                <a:lnTo>
                  <a:pt x="1604487" y="591382"/>
                </a:lnTo>
                <a:lnTo>
                  <a:pt x="1608867" y="601853"/>
                </a:lnTo>
                <a:lnTo>
                  <a:pt x="1610327" y="605380"/>
                </a:lnTo>
                <a:lnTo>
                  <a:pt x="1611057" y="601376"/>
                </a:lnTo>
                <a:lnTo>
                  <a:pt x="1611787" y="601881"/>
                </a:lnTo>
                <a:lnTo>
                  <a:pt x="1613247" y="606849"/>
                </a:lnTo>
                <a:lnTo>
                  <a:pt x="1613977" y="601392"/>
                </a:lnTo>
                <a:lnTo>
                  <a:pt x="1616897" y="611560"/>
                </a:lnTo>
                <a:lnTo>
                  <a:pt x="1618357" y="610874"/>
                </a:lnTo>
                <a:lnTo>
                  <a:pt x="1621277" y="622525"/>
                </a:lnTo>
                <a:lnTo>
                  <a:pt x="1625657" y="635773"/>
                </a:lnTo>
                <a:lnTo>
                  <a:pt x="1628577" y="649193"/>
                </a:lnTo>
                <a:lnTo>
                  <a:pt x="1629307" y="648610"/>
                </a:lnTo>
                <a:lnTo>
                  <a:pt x="1630037" y="646929"/>
                </a:lnTo>
                <a:lnTo>
                  <a:pt x="1630767" y="651015"/>
                </a:lnTo>
                <a:lnTo>
                  <a:pt x="1635876" y="664349"/>
                </a:lnTo>
                <a:lnTo>
                  <a:pt x="1636606" y="661826"/>
                </a:lnTo>
                <a:lnTo>
                  <a:pt x="1638066" y="670250"/>
                </a:lnTo>
                <a:lnTo>
                  <a:pt x="1639526" y="667947"/>
                </a:lnTo>
                <a:lnTo>
                  <a:pt x="1640986" y="669345"/>
                </a:lnTo>
                <a:lnTo>
                  <a:pt x="1643176" y="683939"/>
                </a:lnTo>
                <a:lnTo>
                  <a:pt x="1644636" y="678942"/>
                </a:lnTo>
                <a:lnTo>
                  <a:pt x="1645366" y="677827"/>
                </a:lnTo>
                <a:lnTo>
                  <a:pt x="1646096" y="678908"/>
                </a:lnTo>
                <a:lnTo>
                  <a:pt x="1648286" y="692939"/>
                </a:lnTo>
                <a:lnTo>
                  <a:pt x="1650476" y="703769"/>
                </a:lnTo>
                <a:lnTo>
                  <a:pt x="1651206" y="698634"/>
                </a:lnTo>
                <a:lnTo>
                  <a:pt x="1652666" y="689274"/>
                </a:lnTo>
                <a:lnTo>
                  <a:pt x="1653396" y="693634"/>
                </a:lnTo>
                <a:lnTo>
                  <a:pt x="1657776" y="713082"/>
                </a:lnTo>
                <a:lnTo>
                  <a:pt x="1660695" y="708518"/>
                </a:lnTo>
                <a:lnTo>
                  <a:pt x="1662155" y="714702"/>
                </a:lnTo>
                <a:lnTo>
                  <a:pt x="1662885" y="710937"/>
                </a:lnTo>
                <a:lnTo>
                  <a:pt x="1665075" y="702267"/>
                </a:lnTo>
                <a:lnTo>
                  <a:pt x="1665805" y="705270"/>
                </a:lnTo>
                <a:lnTo>
                  <a:pt x="1666535" y="718744"/>
                </a:lnTo>
                <a:lnTo>
                  <a:pt x="1667995" y="708355"/>
                </a:lnTo>
                <a:lnTo>
                  <a:pt x="1668725" y="708802"/>
                </a:lnTo>
                <a:lnTo>
                  <a:pt x="1669455" y="714217"/>
                </a:lnTo>
                <a:lnTo>
                  <a:pt x="1670915" y="709686"/>
                </a:lnTo>
                <a:lnTo>
                  <a:pt x="1672375" y="710844"/>
                </a:lnTo>
                <a:lnTo>
                  <a:pt x="1673105" y="717530"/>
                </a:lnTo>
                <a:lnTo>
                  <a:pt x="1674565" y="710467"/>
                </a:lnTo>
                <a:lnTo>
                  <a:pt x="1675295" y="710227"/>
                </a:lnTo>
                <a:lnTo>
                  <a:pt x="1676755" y="717555"/>
                </a:lnTo>
                <a:lnTo>
                  <a:pt x="1678215" y="712407"/>
                </a:lnTo>
                <a:lnTo>
                  <a:pt x="1679675" y="716193"/>
                </a:lnTo>
                <a:lnTo>
                  <a:pt x="1680405" y="719736"/>
                </a:lnTo>
                <a:lnTo>
                  <a:pt x="1681865" y="716401"/>
                </a:lnTo>
                <a:lnTo>
                  <a:pt x="1682595" y="710511"/>
                </a:lnTo>
                <a:lnTo>
                  <a:pt x="1683325" y="719391"/>
                </a:lnTo>
                <a:lnTo>
                  <a:pt x="1684055" y="716312"/>
                </a:lnTo>
                <a:lnTo>
                  <a:pt x="1684785" y="718904"/>
                </a:lnTo>
                <a:lnTo>
                  <a:pt x="1685515" y="716512"/>
                </a:lnTo>
                <a:lnTo>
                  <a:pt x="1686245" y="713223"/>
                </a:lnTo>
                <a:lnTo>
                  <a:pt x="1686975" y="718888"/>
                </a:lnTo>
                <a:lnTo>
                  <a:pt x="1688435" y="721149"/>
                </a:lnTo>
                <a:lnTo>
                  <a:pt x="1689164" y="719122"/>
                </a:lnTo>
                <a:lnTo>
                  <a:pt x="1690624" y="720179"/>
                </a:lnTo>
                <a:lnTo>
                  <a:pt x="1692084" y="711864"/>
                </a:lnTo>
                <a:lnTo>
                  <a:pt x="1692814" y="720984"/>
                </a:lnTo>
                <a:lnTo>
                  <a:pt x="1695004" y="716089"/>
                </a:lnTo>
                <a:lnTo>
                  <a:pt x="1696464" y="718764"/>
                </a:lnTo>
                <a:lnTo>
                  <a:pt x="1697194" y="717379"/>
                </a:lnTo>
                <a:lnTo>
                  <a:pt x="1697924" y="715759"/>
                </a:lnTo>
                <a:lnTo>
                  <a:pt x="1698654" y="718544"/>
                </a:lnTo>
                <a:lnTo>
                  <a:pt x="1699384" y="725704"/>
                </a:lnTo>
                <a:lnTo>
                  <a:pt x="1700844" y="719859"/>
                </a:lnTo>
                <a:lnTo>
                  <a:pt x="1702304" y="716474"/>
                </a:lnTo>
                <a:lnTo>
                  <a:pt x="1703034" y="717251"/>
                </a:lnTo>
                <a:lnTo>
                  <a:pt x="1708874" y="731456"/>
                </a:lnTo>
                <a:lnTo>
                  <a:pt x="1710334" y="721708"/>
                </a:lnTo>
                <a:lnTo>
                  <a:pt x="1711064" y="730259"/>
                </a:lnTo>
                <a:lnTo>
                  <a:pt x="1711794" y="734969"/>
                </a:lnTo>
                <a:lnTo>
                  <a:pt x="1712524" y="729544"/>
                </a:lnTo>
                <a:lnTo>
                  <a:pt x="1713254" y="717673"/>
                </a:lnTo>
                <a:lnTo>
                  <a:pt x="1714714" y="724765"/>
                </a:lnTo>
                <a:lnTo>
                  <a:pt x="1715444" y="727931"/>
                </a:lnTo>
                <a:lnTo>
                  <a:pt x="1716174" y="722268"/>
                </a:lnTo>
                <a:lnTo>
                  <a:pt x="1716904" y="717937"/>
                </a:lnTo>
                <a:lnTo>
                  <a:pt x="1718363" y="724617"/>
                </a:lnTo>
                <a:lnTo>
                  <a:pt x="1721283" y="729609"/>
                </a:lnTo>
                <a:lnTo>
                  <a:pt x="1722743" y="722578"/>
                </a:lnTo>
                <a:lnTo>
                  <a:pt x="1723473" y="727006"/>
                </a:lnTo>
                <a:lnTo>
                  <a:pt x="1726393" y="738813"/>
                </a:lnTo>
                <a:lnTo>
                  <a:pt x="1727123" y="729004"/>
                </a:lnTo>
                <a:lnTo>
                  <a:pt x="1729313" y="733985"/>
                </a:lnTo>
                <a:lnTo>
                  <a:pt x="1730043" y="737566"/>
                </a:lnTo>
                <a:lnTo>
                  <a:pt x="1730773" y="733694"/>
                </a:lnTo>
                <a:lnTo>
                  <a:pt x="1735153" y="710898"/>
                </a:lnTo>
                <a:lnTo>
                  <a:pt x="1737343" y="716829"/>
                </a:lnTo>
                <a:lnTo>
                  <a:pt x="1739533" y="730442"/>
                </a:lnTo>
                <a:lnTo>
                  <a:pt x="1741723" y="728470"/>
                </a:lnTo>
                <a:lnTo>
                  <a:pt x="1742453" y="724926"/>
                </a:lnTo>
                <a:lnTo>
                  <a:pt x="1743913" y="725976"/>
                </a:lnTo>
                <a:lnTo>
                  <a:pt x="1746103" y="729933"/>
                </a:lnTo>
                <a:lnTo>
                  <a:pt x="1749023" y="721020"/>
                </a:lnTo>
                <a:lnTo>
                  <a:pt x="1750483" y="726038"/>
                </a:lnTo>
                <a:lnTo>
                  <a:pt x="1751943" y="725440"/>
                </a:lnTo>
                <a:lnTo>
                  <a:pt x="1753403" y="711892"/>
                </a:lnTo>
                <a:lnTo>
                  <a:pt x="1754863" y="719902"/>
                </a:lnTo>
                <a:lnTo>
                  <a:pt x="1757052" y="731680"/>
                </a:lnTo>
                <a:lnTo>
                  <a:pt x="1759242" y="728328"/>
                </a:lnTo>
                <a:lnTo>
                  <a:pt x="1759972" y="723459"/>
                </a:lnTo>
                <a:lnTo>
                  <a:pt x="1760702" y="729723"/>
                </a:lnTo>
                <a:lnTo>
                  <a:pt x="1761432" y="725650"/>
                </a:lnTo>
                <a:lnTo>
                  <a:pt x="1763622" y="731827"/>
                </a:lnTo>
                <a:lnTo>
                  <a:pt x="1764352" y="726968"/>
                </a:lnTo>
                <a:lnTo>
                  <a:pt x="1767272" y="717561"/>
                </a:lnTo>
                <a:lnTo>
                  <a:pt x="1770192" y="743737"/>
                </a:lnTo>
                <a:lnTo>
                  <a:pt x="1770922" y="740860"/>
                </a:lnTo>
                <a:lnTo>
                  <a:pt x="1775302" y="721839"/>
                </a:lnTo>
                <a:lnTo>
                  <a:pt x="1777492" y="734197"/>
                </a:lnTo>
                <a:lnTo>
                  <a:pt x="1778952" y="729429"/>
                </a:lnTo>
                <a:lnTo>
                  <a:pt x="1782602" y="740352"/>
                </a:lnTo>
                <a:lnTo>
                  <a:pt x="1783332" y="737503"/>
                </a:lnTo>
                <a:lnTo>
                  <a:pt x="1784792" y="736138"/>
                </a:lnTo>
                <a:lnTo>
                  <a:pt x="1786251" y="736983"/>
                </a:lnTo>
                <a:lnTo>
                  <a:pt x="1787711" y="726292"/>
                </a:lnTo>
                <a:lnTo>
                  <a:pt x="1790631" y="738524"/>
                </a:lnTo>
                <a:lnTo>
                  <a:pt x="1791361" y="732613"/>
                </a:lnTo>
                <a:lnTo>
                  <a:pt x="1792091" y="732755"/>
                </a:lnTo>
                <a:lnTo>
                  <a:pt x="1792821" y="723525"/>
                </a:lnTo>
                <a:lnTo>
                  <a:pt x="1793551" y="731985"/>
                </a:lnTo>
                <a:lnTo>
                  <a:pt x="1794281" y="740008"/>
                </a:lnTo>
                <a:lnTo>
                  <a:pt x="1795741" y="727562"/>
                </a:lnTo>
                <a:lnTo>
                  <a:pt x="1796471" y="725986"/>
                </a:lnTo>
                <a:lnTo>
                  <a:pt x="1797201" y="729040"/>
                </a:lnTo>
                <a:lnTo>
                  <a:pt x="1797931" y="729291"/>
                </a:lnTo>
                <a:lnTo>
                  <a:pt x="1798661" y="733222"/>
                </a:lnTo>
                <a:lnTo>
                  <a:pt x="1799391" y="727593"/>
                </a:lnTo>
                <a:lnTo>
                  <a:pt x="1800851" y="731742"/>
                </a:lnTo>
                <a:lnTo>
                  <a:pt x="1803041" y="708523"/>
                </a:lnTo>
                <a:lnTo>
                  <a:pt x="1803771" y="709255"/>
                </a:lnTo>
                <a:lnTo>
                  <a:pt x="1805231" y="735235"/>
                </a:lnTo>
                <a:lnTo>
                  <a:pt x="1806691" y="715508"/>
                </a:lnTo>
                <a:lnTo>
                  <a:pt x="1808151" y="733086"/>
                </a:lnTo>
                <a:lnTo>
                  <a:pt x="1808881" y="721156"/>
                </a:lnTo>
                <a:lnTo>
                  <a:pt x="1809611" y="715572"/>
                </a:lnTo>
                <a:lnTo>
                  <a:pt x="1810341" y="724589"/>
                </a:lnTo>
                <a:lnTo>
                  <a:pt x="1811801" y="734181"/>
                </a:lnTo>
                <a:lnTo>
                  <a:pt x="1813261" y="730705"/>
                </a:lnTo>
                <a:lnTo>
                  <a:pt x="1816180" y="707941"/>
                </a:lnTo>
                <a:lnTo>
                  <a:pt x="1816910" y="724518"/>
                </a:lnTo>
                <a:lnTo>
                  <a:pt x="1818370" y="716663"/>
                </a:lnTo>
                <a:lnTo>
                  <a:pt x="1819100" y="713646"/>
                </a:lnTo>
                <a:lnTo>
                  <a:pt x="1820560" y="715729"/>
                </a:lnTo>
                <a:lnTo>
                  <a:pt x="1824940" y="737727"/>
                </a:lnTo>
                <a:lnTo>
                  <a:pt x="1825670" y="736627"/>
                </a:lnTo>
                <a:lnTo>
                  <a:pt x="1828590" y="694219"/>
                </a:lnTo>
                <a:lnTo>
                  <a:pt x="1830050" y="713357"/>
                </a:lnTo>
                <a:lnTo>
                  <a:pt x="1832970" y="725966"/>
                </a:lnTo>
                <a:lnTo>
                  <a:pt x="1835890" y="720192"/>
                </a:lnTo>
                <a:lnTo>
                  <a:pt x="1836620" y="720858"/>
                </a:lnTo>
                <a:lnTo>
                  <a:pt x="1838080" y="718429"/>
                </a:lnTo>
                <a:lnTo>
                  <a:pt x="1839540" y="712330"/>
                </a:lnTo>
                <a:lnTo>
                  <a:pt x="1840270" y="719399"/>
                </a:lnTo>
                <a:lnTo>
                  <a:pt x="1841730" y="724267"/>
                </a:lnTo>
                <a:lnTo>
                  <a:pt x="1846109" y="696732"/>
                </a:lnTo>
                <a:lnTo>
                  <a:pt x="1849029" y="721049"/>
                </a:lnTo>
                <a:lnTo>
                  <a:pt x="1849759" y="715846"/>
                </a:lnTo>
                <a:lnTo>
                  <a:pt x="1851949" y="719513"/>
                </a:lnTo>
                <a:lnTo>
                  <a:pt x="1853409" y="725070"/>
                </a:lnTo>
                <a:lnTo>
                  <a:pt x="1856329" y="694781"/>
                </a:lnTo>
                <a:lnTo>
                  <a:pt x="1857059" y="695965"/>
                </a:lnTo>
                <a:lnTo>
                  <a:pt x="1857789" y="705615"/>
                </a:lnTo>
                <a:lnTo>
                  <a:pt x="1858519" y="694796"/>
                </a:lnTo>
                <a:lnTo>
                  <a:pt x="1859249" y="700146"/>
                </a:lnTo>
                <a:lnTo>
                  <a:pt x="1860709" y="687669"/>
                </a:lnTo>
                <a:lnTo>
                  <a:pt x="1862169" y="692018"/>
                </a:lnTo>
                <a:lnTo>
                  <a:pt x="1862899" y="692341"/>
                </a:lnTo>
                <a:lnTo>
                  <a:pt x="1867279" y="673222"/>
                </a:lnTo>
                <a:lnTo>
                  <a:pt x="1868009" y="680218"/>
                </a:lnTo>
                <a:lnTo>
                  <a:pt x="1869469" y="677991"/>
                </a:lnTo>
                <a:lnTo>
                  <a:pt x="1870199" y="675000"/>
                </a:lnTo>
                <a:lnTo>
                  <a:pt x="1870929" y="658880"/>
                </a:lnTo>
                <a:lnTo>
                  <a:pt x="1872389" y="676604"/>
                </a:lnTo>
                <a:lnTo>
                  <a:pt x="1873848" y="663626"/>
                </a:lnTo>
                <a:lnTo>
                  <a:pt x="1874578" y="674166"/>
                </a:lnTo>
                <a:lnTo>
                  <a:pt x="1875308" y="681913"/>
                </a:lnTo>
                <a:lnTo>
                  <a:pt x="1876768" y="674630"/>
                </a:lnTo>
                <a:lnTo>
                  <a:pt x="1878228" y="655828"/>
                </a:lnTo>
                <a:lnTo>
                  <a:pt x="1878958" y="666038"/>
                </a:lnTo>
                <a:lnTo>
                  <a:pt x="1879688" y="673704"/>
                </a:lnTo>
                <a:lnTo>
                  <a:pt x="1880418" y="665054"/>
                </a:lnTo>
                <a:lnTo>
                  <a:pt x="1884068" y="649066"/>
                </a:lnTo>
                <a:lnTo>
                  <a:pt x="1885528" y="657330"/>
                </a:lnTo>
                <a:lnTo>
                  <a:pt x="1886258" y="655750"/>
                </a:lnTo>
                <a:lnTo>
                  <a:pt x="1886988" y="647548"/>
                </a:lnTo>
                <a:lnTo>
                  <a:pt x="1889178" y="650314"/>
                </a:lnTo>
                <a:lnTo>
                  <a:pt x="1892098" y="640156"/>
                </a:lnTo>
                <a:lnTo>
                  <a:pt x="1893558" y="642508"/>
                </a:lnTo>
                <a:lnTo>
                  <a:pt x="1895748" y="655377"/>
                </a:lnTo>
                <a:lnTo>
                  <a:pt x="1896478" y="653900"/>
                </a:lnTo>
                <a:lnTo>
                  <a:pt x="1897208" y="644151"/>
                </a:lnTo>
                <a:lnTo>
                  <a:pt x="1899398" y="644325"/>
                </a:lnTo>
                <a:lnTo>
                  <a:pt x="1900128" y="644400"/>
                </a:lnTo>
                <a:lnTo>
                  <a:pt x="1901587" y="652344"/>
                </a:lnTo>
                <a:lnTo>
                  <a:pt x="1903047" y="648016"/>
                </a:lnTo>
                <a:lnTo>
                  <a:pt x="1903777" y="649461"/>
                </a:lnTo>
                <a:lnTo>
                  <a:pt x="1904507" y="641618"/>
                </a:lnTo>
                <a:lnTo>
                  <a:pt x="1905967" y="645477"/>
                </a:lnTo>
                <a:lnTo>
                  <a:pt x="1906697" y="652661"/>
                </a:lnTo>
                <a:lnTo>
                  <a:pt x="1907427" y="646464"/>
                </a:lnTo>
                <a:lnTo>
                  <a:pt x="1908887" y="638570"/>
                </a:lnTo>
                <a:lnTo>
                  <a:pt x="1909617" y="645943"/>
                </a:lnTo>
                <a:lnTo>
                  <a:pt x="1910347" y="647264"/>
                </a:lnTo>
                <a:lnTo>
                  <a:pt x="1913997" y="629234"/>
                </a:lnTo>
                <a:lnTo>
                  <a:pt x="1915457" y="629939"/>
                </a:lnTo>
                <a:lnTo>
                  <a:pt x="1916187" y="622987"/>
                </a:lnTo>
                <a:lnTo>
                  <a:pt x="1918377" y="625921"/>
                </a:lnTo>
                <a:lnTo>
                  <a:pt x="1919107" y="625367"/>
                </a:lnTo>
                <a:lnTo>
                  <a:pt x="1921297" y="610314"/>
                </a:lnTo>
                <a:lnTo>
                  <a:pt x="1922027" y="617765"/>
                </a:lnTo>
                <a:lnTo>
                  <a:pt x="1924947" y="614782"/>
                </a:lnTo>
                <a:lnTo>
                  <a:pt x="1925677" y="620600"/>
                </a:lnTo>
                <a:lnTo>
                  <a:pt x="1926407" y="615050"/>
                </a:lnTo>
                <a:lnTo>
                  <a:pt x="1927867" y="607384"/>
                </a:lnTo>
                <a:lnTo>
                  <a:pt x="1929327" y="627018"/>
                </a:lnTo>
                <a:lnTo>
                  <a:pt x="1930057" y="618025"/>
                </a:lnTo>
                <a:lnTo>
                  <a:pt x="1931516" y="611909"/>
                </a:lnTo>
                <a:lnTo>
                  <a:pt x="1932246" y="618480"/>
                </a:lnTo>
                <a:lnTo>
                  <a:pt x="1937356" y="634486"/>
                </a:lnTo>
                <a:lnTo>
                  <a:pt x="1938086" y="633705"/>
                </a:lnTo>
                <a:lnTo>
                  <a:pt x="1940276" y="617041"/>
                </a:lnTo>
                <a:lnTo>
                  <a:pt x="1941006" y="628979"/>
                </a:lnTo>
                <a:lnTo>
                  <a:pt x="1941736" y="630514"/>
                </a:lnTo>
                <a:lnTo>
                  <a:pt x="1942466" y="626499"/>
                </a:lnTo>
                <a:lnTo>
                  <a:pt x="1944656" y="620955"/>
                </a:lnTo>
                <a:lnTo>
                  <a:pt x="1945386" y="617151"/>
                </a:lnTo>
                <a:lnTo>
                  <a:pt x="1946846" y="630552"/>
                </a:lnTo>
                <a:lnTo>
                  <a:pt x="1948306" y="626593"/>
                </a:lnTo>
                <a:lnTo>
                  <a:pt x="1949036" y="622465"/>
                </a:lnTo>
                <a:lnTo>
                  <a:pt x="1949766" y="627720"/>
                </a:lnTo>
                <a:lnTo>
                  <a:pt x="1950496" y="626502"/>
                </a:lnTo>
                <a:lnTo>
                  <a:pt x="1951226" y="631293"/>
                </a:lnTo>
                <a:lnTo>
                  <a:pt x="1951956" y="624265"/>
                </a:lnTo>
                <a:lnTo>
                  <a:pt x="1952686" y="620488"/>
                </a:lnTo>
                <a:lnTo>
                  <a:pt x="1953416" y="628325"/>
                </a:lnTo>
                <a:lnTo>
                  <a:pt x="1954146" y="627833"/>
                </a:lnTo>
                <a:lnTo>
                  <a:pt x="1957066" y="612043"/>
                </a:lnTo>
                <a:lnTo>
                  <a:pt x="1957796" y="622656"/>
                </a:lnTo>
                <a:lnTo>
                  <a:pt x="1959256" y="605956"/>
                </a:lnTo>
                <a:lnTo>
                  <a:pt x="1959985" y="616936"/>
                </a:lnTo>
                <a:lnTo>
                  <a:pt x="1960715" y="620157"/>
                </a:lnTo>
                <a:lnTo>
                  <a:pt x="1961446" y="619772"/>
                </a:lnTo>
                <a:lnTo>
                  <a:pt x="1963636" y="606151"/>
                </a:lnTo>
                <a:lnTo>
                  <a:pt x="1966556" y="621010"/>
                </a:lnTo>
                <a:lnTo>
                  <a:pt x="1968746" y="607611"/>
                </a:lnTo>
                <a:lnTo>
                  <a:pt x="1969476" y="616905"/>
                </a:lnTo>
                <a:lnTo>
                  <a:pt x="1970205" y="618917"/>
                </a:lnTo>
                <a:lnTo>
                  <a:pt x="1971665" y="603348"/>
                </a:lnTo>
                <a:lnTo>
                  <a:pt x="1973855" y="604249"/>
                </a:lnTo>
                <a:lnTo>
                  <a:pt x="1974585" y="613094"/>
                </a:lnTo>
                <a:lnTo>
                  <a:pt x="1976045" y="600045"/>
                </a:lnTo>
                <a:lnTo>
                  <a:pt x="1979695" y="606699"/>
                </a:lnTo>
                <a:lnTo>
                  <a:pt x="1980425" y="602329"/>
                </a:lnTo>
                <a:lnTo>
                  <a:pt x="1981155" y="612953"/>
                </a:lnTo>
                <a:lnTo>
                  <a:pt x="1983345" y="610249"/>
                </a:lnTo>
                <a:lnTo>
                  <a:pt x="1984075" y="611058"/>
                </a:lnTo>
                <a:lnTo>
                  <a:pt x="1987725" y="629061"/>
                </a:lnTo>
                <a:lnTo>
                  <a:pt x="1989185" y="615108"/>
                </a:lnTo>
                <a:lnTo>
                  <a:pt x="1989915" y="606179"/>
                </a:lnTo>
                <a:lnTo>
                  <a:pt x="1990645" y="616351"/>
                </a:lnTo>
                <a:lnTo>
                  <a:pt x="1991375" y="611794"/>
                </a:lnTo>
                <a:lnTo>
                  <a:pt x="1992105" y="615844"/>
                </a:lnTo>
                <a:lnTo>
                  <a:pt x="1992835" y="613804"/>
                </a:lnTo>
                <a:lnTo>
                  <a:pt x="1998674" y="582357"/>
                </a:lnTo>
                <a:lnTo>
                  <a:pt x="2000134" y="594134"/>
                </a:lnTo>
                <a:lnTo>
                  <a:pt x="2001594" y="590862"/>
                </a:lnTo>
                <a:lnTo>
                  <a:pt x="2002324" y="590275"/>
                </a:lnTo>
                <a:lnTo>
                  <a:pt x="2003054" y="593843"/>
                </a:lnTo>
                <a:lnTo>
                  <a:pt x="2004514" y="588219"/>
                </a:lnTo>
                <a:lnTo>
                  <a:pt x="2005244" y="587278"/>
                </a:lnTo>
                <a:lnTo>
                  <a:pt x="2007434" y="591317"/>
                </a:lnTo>
                <a:lnTo>
                  <a:pt x="2008894" y="576757"/>
                </a:lnTo>
                <a:lnTo>
                  <a:pt x="2010354" y="588984"/>
                </a:lnTo>
                <a:lnTo>
                  <a:pt x="2011814" y="583879"/>
                </a:lnTo>
                <a:lnTo>
                  <a:pt x="2012544" y="581864"/>
                </a:lnTo>
                <a:lnTo>
                  <a:pt x="2013274" y="586781"/>
                </a:lnTo>
                <a:lnTo>
                  <a:pt x="2014004" y="587332"/>
                </a:lnTo>
                <a:lnTo>
                  <a:pt x="2015464" y="577830"/>
                </a:lnTo>
                <a:lnTo>
                  <a:pt x="2017654" y="579267"/>
                </a:lnTo>
                <a:lnTo>
                  <a:pt x="2018384" y="577118"/>
                </a:lnTo>
                <a:lnTo>
                  <a:pt x="2022034" y="588352"/>
                </a:lnTo>
                <a:lnTo>
                  <a:pt x="2022764" y="589507"/>
                </a:lnTo>
                <a:lnTo>
                  <a:pt x="2024954" y="577635"/>
                </a:lnTo>
                <a:lnTo>
                  <a:pt x="2025684" y="584376"/>
                </a:lnTo>
                <a:lnTo>
                  <a:pt x="2026414" y="585103"/>
                </a:lnTo>
                <a:lnTo>
                  <a:pt x="2027144" y="575120"/>
                </a:lnTo>
                <a:lnTo>
                  <a:pt x="2029333" y="580627"/>
                </a:lnTo>
                <a:lnTo>
                  <a:pt x="2031523" y="584118"/>
                </a:lnTo>
                <a:lnTo>
                  <a:pt x="2034443" y="572637"/>
                </a:lnTo>
                <a:lnTo>
                  <a:pt x="2037363" y="579775"/>
                </a:lnTo>
                <a:lnTo>
                  <a:pt x="2041013" y="570178"/>
                </a:lnTo>
                <a:lnTo>
                  <a:pt x="2041743" y="574336"/>
                </a:lnTo>
                <a:lnTo>
                  <a:pt x="2042473" y="566468"/>
                </a:lnTo>
                <a:lnTo>
                  <a:pt x="2043933" y="572098"/>
                </a:lnTo>
                <a:lnTo>
                  <a:pt x="2044663" y="571926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path 107"/>
          <p:cNvSpPr/>
          <p:nvPr/>
        </p:nvSpPr>
        <p:spPr>
          <a:xfrm>
            <a:off x="3924523" y="2896649"/>
            <a:ext cx="2044663" cy="650001"/>
          </a:xfrm>
          <a:custGeom>
            <a:avLst/>
            <a:gdLst/>
            <a:ahLst/>
            <a:cxnLst/>
            <a:rect l="l" t="t" r="r" b="b"/>
            <a:pathLst>
              <a:path w="2044663" h="650001">
                <a:moveTo>
                  <a:pt x="0" y="555911"/>
                </a:moveTo>
                <a:lnTo>
                  <a:pt x="730" y="553066"/>
                </a:lnTo>
                <a:lnTo>
                  <a:pt x="2190" y="554577"/>
                </a:lnTo>
                <a:lnTo>
                  <a:pt x="2920" y="555295"/>
                </a:lnTo>
                <a:lnTo>
                  <a:pt x="8030" y="543240"/>
                </a:lnTo>
                <a:lnTo>
                  <a:pt x="9490" y="555530"/>
                </a:lnTo>
                <a:lnTo>
                  <a:pt x="10950" y="545293"/>
                </a:lnTo>
                <a:lnTo>
                  <a:pt x="16060" y="556565"/>
                </a:lnTo>
                <a:lnTo>
                  <a:pt x="16790" y="550474"/>
                </a:lnTo>
                <a:lnTo>
                  <a:pt x="17520" y="551524"/>
                </a:lnTo>
                <a:lnTo>
                  <a:pt x="18980" y="572924"/>
                </a:lnTo>
                <a:lnTo>
                  <a:pt x="20440" y="566199"/>
                </a:lnTo>
                <a:lnTo>
                  <a:pt x="23360" y="545538"/>
                </a:lnTo>
                <a:lnTo>
                  <a:pt x="24090" y="550435"/>
                </a:lnTo>
                <a:lnTo>
                  <a:pt x="25550" y="562353"/>
                </a:lnTo>
                <a:lnTo>
                  <a:pt x="27009" y="554058"/>
                </a:lnTo>
                <a:lnTo>
                  <a:pt x="27739" y="552523"/>
                </a:lnTo>
                <a:lnTo>
                  <a:pt x="28469" y="556042"/>
                </a:lnTo>
                <a:lnTo>
                  <a:pt x="29929" y="553584"/>
                </a:lnTo>
                <a:lnTo>
                  <a:pt x="32849" y="559517"/>
                </a:lnTo>
                <a:lnTo>
                  <a:pt x="33579" y="555483"/>
                </a:lnTo>
                <a:lnTo>
                  <a:pt x="35039" y="547472"/>
                </a:lnTo>
                <a:lnTo>
                  <a:pt x="36499" y="550279"/>
                </a:lnTo>
                <a:lnTo>
                  <a:pt x="37229" y="550964"/>
                </a:lnTo>
                <a:lnTo>
                  <a:pt x="37959" y="550130"/>
                </a:lnTo>
                <a:lnTo>
                  <a:pt x="38689" y="547309"/>
                </a:lnTo>
                <a:lnTo>
                  <a:pt x="40149" y="550595"/>
                </a:lnTo>
                <a:lnTo>
                  <a:pt x="43069" y="559516"/>
                </a:lnTo>
                <a:lnTo>
                  <a:pt x="43799" y="555274"/>
                </a:lnTo>
                <a:lnTo>
                  <a:pt x="45989" y="559380"/>
                </a:lnTo>
                <a:lnTo>
                  <a:pt x="46719" y="556784"/>
                </a:lnTo>
                <a:lnTo>
                  <a:pt x="48179" y="551952"/>
                </a:lnTo>
                <a:lnTo>
                  <a:pt x="49639" y="544220"/>
                </a:lnTo>
                <a:lnTo>
                  <a:pt x="51099" y="546717"/>
                </a:lnTo>
                <a:lnTo>
                  <a:pt x="52559" y="550653"/>
                </a:lnTo>
                <a:lnTo>
                  <a:pt x="54019" y="560118"/>
                </a:lnTo>
                <a:lnTo>
                  <a:pt x="55478" y="557388"/>
                </a:lnTo>
                <a:lnTo>
                  <a:pt x="59128" y="543126"/>
                </a:lnTo>
                <a:lnTo>
                  <a:pt x="61318" y="535637"/>
                </a:lnTo>
                <a:lnTo>
                  <a:pt x="62048" y="537412"/>
                </a:lnTo>
                <a:lnTo>
                  <a:pt x="64968" y="544438"/>
                </a:lnTo>
                <a:lnTo>
                  <a:pt x="66428" y="542927"/>
                </a:lnTo>
                <a:lnTo>
                  <a:pt x="70078" y="541155"/>
                </a:lnTo>
                <a:lnTo>
                  <a:pt x="72998" y="547077"/>
                </a:lnTo>
                <a:lnTo>
                  <a:pt x="74458" y="538563"/>
                </a:lnTo>
                <a:lnTo>
                  <a:pt x="75918" y="542985"/>
                </a:lnTo>
                <a:lnTo>
                  <a:pt x="81758" y="531045"/>
                </a:lnTo>
                <a:lnTo>
                  <a:pt x="82488" y="530172"/>
                </a:lnTo>
                <a:lnTo>
                  <a:pt x="83218" y="532913"/>
                </a:lnTo>
                <a:lnTo>
                  <a:pt x="85407" y="538325"/>
                </a:lnTo>
                <a:lnTo>
                  <a:pt x="86137" y="537397"/>
                </a:lnTo>
                <a:lnTo>
                  <a:pt x="89057" y="526550"/>
                </a:lnTo>
                <a:lnTo>
                  <a:pt x="89787" y="529524"/>
                </a:lnTo>
                <a:lnTo>
                  <a:pt x="90517" y="530388"/>
                </a:lnTo>
                <a:lnTo>
                  <a:pt x="91977" y="537933"/>
                </a:lnTo>
                <a:lnTo>
                  <a:pt x="93437" y="536020"/>
                </a:lnTo>
                <a:lnTo>
                  <a:pt x="96357" y="512241"/>
                </a:lnTo>
                <a:lnTo>
                  <a:pt x="97087" y="513539"/>
                </a:lnTo>
                <a:lnTo>
                  <a:pt x="103657" y="529591"/>
                </a:lnTo>
                <a:lnTo>
                  <a:pt x="105117" y="528732"/>
                </a:lnTo>
                <a:lnTo>
                  <a:pt x="105847" y="530367"/>
                </a:lnTo>
                <a:lnTo>
                  <a:pt x="106577" y="530840"/>
                </a:lnTo>
                <a:lnTo>
                  <a:pt x="107307" y="528891"/>
                </a:lnTo>
                <a:lnTo>
                  <a:pt x="108767" y="520764"/>
                </a:lnTo>
                <a:lnTo>
                  <a:pt x="110227" y="522534"/>
                </a:lnTo>
                <a:lnTo>
                  <a:pt x="113147" y="529987"/>
                </a:lnTo>
                <a:lnTo>
                  <a:pt x="113876" y="528917"/>
                </a:lnTo>
                <a:lnTo>
                  <a:pt x="117526" y="522668"/>
                </a:lnTo>
                <a:lnTo>
                  <a:pt x="121176" y="532837"/>
                </a:lnTo>
                <a:lnTo>
                  <a:pt x="123366" y="518338"/>
                </a:lnTo>
                <a:lnTo>
                  <a:pt x="124826" y="524416"/>
                </a:lnTo>
                <a:lnTo>
                  <a:pt x="127016" y="530558"/>
                </a:lnTo>
                <a:lnTo>
                  <a:pt x="127746" y="527946"/>
                </a:lnTo>
                <a:lnTo>
                  <a:pt x="135046" y="509501"/>
                </a:lnTo>
                <a:lnTo>
                  <a:pt x="137966" y="520817"/>
                </a:lnTo>
                <a:lnTo>
                  <a:pt x="138696" y="519312"/>
                </a:lnTo>
                <a:lnTo>
                  <a:pt x="139426" y="514395"/>
                </a:lnTo>
                <a:lnTo>
                  <a:pt x="140886" y="520202"/>
                </a:lnTo>
                <a:lnTo>
                  <a:pt x="142345" y="517278"/>
                </a:lnTo>
                <a:lnTo>
                  <a:pt x="143075" y="521267"/>
                </a:lnTo>
                <a:lnTo>
                  <a:pt x="143805" y="524863"/>
                </a:lnTo>
                <a:lnTo>
                  <a:pt x="144535" y="521765"/>
                </a:lnTo>
                <a:lnTo>
                  <a:pt x="145995" y="515367"/>
                </a:lnTo>
                <a:lnTo>
                  <a:pt x="147455" y="515753"/>
                </a:lnTo>
                <a:lnTo>
                  <a:pt x="149645" y="513303"/>
                </a:lnTo>
                <a:lnTo>
                  <a:pt x="151105" y="515873"/>
                </a:lnTo>
                <a:lnTo>
                  <a:pt x="158405" y="524522"/>
                </a:lnTo>
                <a:lnTo>
                  <a:pt x="159135" y="522900"/>
                </a:lnTo>
                <a:lnTo>
                  <a:pt x="166435" y="495355"/>
                </a:lnTo>
                <a:lnTo>
                  <a:pt x="167165" y="502868"/>
                </a:lnTo>
                <a:lnTo>
                  <a:pt x="170815" y="515804"/>
                </a:lnTo>
                <a:lnTo>
                  <a:pt x="173004" y="515587"/>
                </a:lnTo>
                <a:lnTo>
                  <a:pt x="174464" y="528125"/>
                </a:lnTo>
                <a:lnTo>
                  <a:pt x="175194" y="524111"/>
                </a:lnTo>
                <a:lnTo>
                  <a:pt x="177384" y="501657"/>
                </a:lnTo>
                <a:lnTo>
                  <a:pt x="179574" y="508206"/>
                </a:lnTo>
                <a:lnTo>
                  <a:pt x="185414" y="507158"/>
                </a:lnTo>
                <a:lnTo>
                  <a:pt x="188334" y="513543"/>
                </a:lnTo>
                <a:lnTo>
                  <a:pt x="189794" y="512135"/>
                </a:lnTo>
                <a:lnTo>
                  <a:pt x="191984" y="503476"/>
                </a:lnTo>
                <a:lnTo>
                  <a:pt x="193444" y="506512"/>
                </a:lnTo>
                <a:lnTo>
                  <a:pt x="197824" y="508800"/>
                </a:lnTo>
                <a:lnTo>
                  <a:pt x="204393" y="514703"/>
                </a:lnTo>
                <a:lnTo>
                  <a:pt x="205123" y="513590"/>
                </a:lnTo>
                <a:lnTo>
                  <a:pt x="207313" y="511094"/>
                </a:lnTo>
                <a:lnTo>
                  <a:pt x="208043" y="513317"/>
                </a:lnTo>
                <a:lnTo>
                  <a:pt x="210963" y="517338"/>
                </a:lnTo>
                <a:lnTo>
                  <a:pt x="211693" y="519971"/>
                </a:lnTo>
                <a:lnTo>
                  <a:pt x="212423" y="516402"/>
                </a:lnTo>
                <a:lnTo>
                  <a:pt x="214613" y="508355"/>
                </a:lnTo>
                <a:lnTo>
                  <a:pt x="216073" y="512471"/>
                </a:lnTo>
                <a:lnTo>
                  <a:pt x="216803" y="514300"/>
                </a:lnTo>
                <a:lnTo>
                  <a:pt x="217533" y="512849"/>
                </a:lnTo>
                <a:lnTo>
                  <a:pt x="221183" y="506824"/>
                </a:lnTo>
                <a:lnTo>
                  <a:pt x="222643" y="506124"/>
                </a:lnTo>
                <a:lnTo>
                  <a:pt x="223373" y="508315"/>
                </a:lnTo>
                <a:lnTo>
                  <a:pt x="227023" y="508457"/>
                </a:lnTo>
                <a:lnTo>
                  <a:pt x="231403" y="490839"/>
                </a:lnTo>
                <a:lnTo>
                  <a:pt x="232133" y="493830"/>
                </a:lnTo>
                <a:lnTo>
                  <a:pt x="236513" y="511182"/>
                </a:lnTo>
                <a:lnTo>
                  <a:pt x="240162" y="496768"/>
                </a:lnTo>
                <a:lnTo>
                  <a:pt x="240892" y="497708"/>
                </a:lnTo>
                <a:lnTo>
                  <a:pt x="243812" y="512001"/>
                </a:lnTo>
                <a:lnTo>
                  <a:pt x="246002" y="507638"/>
                </a:lnTo>
                <a:lnTo>
                  <a:pt x="250382" y="514933"/>
                </a:lnTo>
                <a:lnTo>
                  <a:pt x="255492" y="518161"/>
                </a:lnTo>
                <a:lnTo>
                  <a:pt x="256222" y="520270"/>
                </a:lnTo>
                <a:lnTo>
                  <a:pt x="256952" y="518941"/>
                </a:lnTo>
                <a:lnTo>
                  <a:pt x="258412" y="513175"/>
                </a:lnTo>
                <a:lnTo>
                  <a:pt x="259872" y="516135"/>
                </a:lnTo>
                <a:lnTo>
                  <a:pt x="261332" y="511780"/>
                </a:lnTo>
                <a:lnTo>
                  <a:pt x="262792" y="514046"/>
                </a:lnTo>
                <a:lnTo>
                  <a:pt x="265712" y="522396"/>
                </a:lnTo>
                <a:lnTo>
                  <a:pt x="266442" y="518784"/>
                </a:lnTo>
                <a:lnTo>
                  <a:pt x="270091" y="506525"/>
                </a:lnTo>
                <a:lnTo>
                  <a:pt x="271551" y="506701"/>
                </a:lnTo>
                <a:lnTo>
                  <a:pt x="273011" y="511585"/>
                </a:lnTo>
                <a:lnTo>
                  <a:pt x="274471" y="510142"/>
                </a:lnTo>
                <a:lnTo>
                  <a:pt x="277391" y="505704"/>
                </a:lnTo>
                <a:lnTo>
                  <a:pt x="278121" y="506213"/>
                </a:lnTo>
                <a:lnTo>
                  <a:pt x="279581" y="510448"/>
                </a:lnTo>
                <a:lnTo>
                  <a:pt x="281771" y="508858"/>
                </a:lnTo>
                <a:lnTo>
                  <a:pt x="284691" y="509132"/>
                </a:lnTo>
                <a:lnTo>
                  <a:pt x="286881" y="507001"/>
                </a:lnTo>
                <a:lnTo>
                  <a:pt x="289071" y="512471"/>
                </a:lnTo>
                <a:lnTo>
                  <a:pt x="291261" y="506794"/>
                </a:lnTo>
                <a:lnTo>
                  <a:pt x="291991" y="510636"/>
                </a:lnTo>
                <a:lnTo>
                  <a:pt x="295641" y="518166"/>
                </a:lnTo>
                <a:lnTo>
                  <a:pt x="298560" y="514159"/>
                </a:lnTo>
                <a:lnTo>
                  <a:pt x="300750" y="518983"/>
                </a:lnTo>
                <a:lnTo>
                  <a:pt x="301480" y="517578"/>
                </a:lnTo>
                <a:lnTo>
                  <a:pt x="313160" y="513588"/>
                </a:lnTo>
                <a:lnTo>
                  <a:pt x="314620" y="519198"/>
                </a:lnTo>
                <a:lnTo>
                  <a:pt x="316080" y="517484"/>
                </a:lnTo>
                <a:lnTo>
                  <a:pt x="321190" y="516848"/>
                </a:lnTo>
                <a:lnTo>
                  <a:pt x="322650" y="513841"/>
                </a:lnTo>
                <a:lnTo>
                  <a:pt x="326299" y="546675"/>
                </a:lnTo>
                <a:lnTo>
                  <a:pt x="327759" y="533435"/>
                </a:lnTo>
                <a:lnTo>
                  <a:pt x="330679" y="514412"/>
                </a:lnTo>
                <a:lnTo>
                  <a:pt x="332869" y="516780"/>
                </a:lnTo>
                <a:lnTo>
                  <a:pt x="334329" y="523669"/>
                </a:lnTo>
                <a:lnTo>
                  <a:pt x="335059" y="517692"/>
                </a:lnTo>
                <a:lnTo>
                  <a:pt x="336519" y="519353"/>
                </a:lnTo>
                <a:lnTo>
                  <a:pt x="337979" y="520964"/>
                </a:lnTo>
                <a:lnTo>
                  <a:pt x="338709" y="519645"/>
                </a:lnTo>
                <a:lnTo>
                  <a:pt x="340899" y="517771"/>
                </a:lnTo>
                <a:lnTo>
                  <a:pt x="344549" y="520275"/>
                </a:lnTo>
                <a:lnTo>
                  <a:pt x="345279" y="520111"/>
                </a:lnTo>
                <a:lnTo>
                  <a:pt x="346009" y="522957"/>
                </a:lnTo>
                <a:lnTo>
                  <a:pt x="348199" y="521212"/>
                </a:lnTo>
                <a:lnTo>
                  <a:pt x="349659" y="523025"/>
                </a:lnTo>
                <a:lnTo>
                  <a:pt x="351119" y="520919"/>
                </a:lnTo>
                <a:lnTo>
                  <a:pt x="352579" y="521272"/>
                </a:lnTo>
                <a:lnTo>
                  <a:pt x="356228" y="528100"/>
                </a:lnTo>
                <a:lnTo>
                  <a:pt x="356958" y="526410"/>
                </a:lnTo>
                <a:lnTo>
                  <a:pt x="358418" y="525226"/>
                </a:lnTo>
                <a:lnTo>
                  <a:pt x="362068" y="534551"/>
                </a:lnTo>
                <a:lnTo>
                  <a:pt x="362798" y="536939"/>
                </a:lnTo>
                <a:lnTo>
                  <a:pt x="364258" y="533939"/>
                </a:lnTo>
                <a:lnTo>
                  <a:pt x="366448" y="529257"/>
                </a:lnTo>
                <a:lnTo>
                  <a:pt x="367908" y="530213"/>
                </a:lnTo>
                <a:lnTo>
                  <a:pt x="369368" y="528801"/>
                </a:lnTo>
                <a:lnTo>
                  <a:pt x="370828" y="530364"/>
                </a:lnTo>
                <a:lnTo>
                  <a:pt x="378128" y="532722"/>
                </a:lnTo>
                <a:lnTo>
                  <a:pt x="385427" y="568508"/>
                </a:lnTo>
                <a:lnTo>
                  <a:pt x="386887" y="559952"/>
                </a:lnTo>
                <a:lnTo>
                  <a:pt x="387617" y="558144"/>
                </a:lnTo>
                <a:lnTo>
                  <a:pt x="388347" y="561213"/>
                </a:lnTo>
                <a:lnTo>
                  <a:pt x="389077" y="562213"/>
                </a:lnTo>
                <a:lnTo>
                  <a:pt x="391997" y="556156"/>
                </a:lnTo>
                <a:lnTo>
                  <a:pt x="394917" y="558365"/>
                </a:lnTo>
                <a:lnTo>
                  <a:pt x="397107" y="556159"/>
                </a:lnTo>
                <a:lnTo>
                  <a:pt x="398567" y="554344"/>
                </a:lnTo>
                <a:lnTo>
                  <a:pt x="399297" y="557774"/>
                </a:lnTo>
                <a:lnTo>
                  <a:pt x="400757" y="563499"/>
                </a:lnTo>
                <a:lnTo>
                  <a:pt x="401487" y="561316"/>
                </a:lnTo>
                <a:lnTo>
                  <a:pt x="404407" y="549749"/>
                </a:lnTo>
                <a:lnTo>
                  <a:pt x="405137" y="550419"/>
                </a:lnTo>
                <a:lnTo>
                  <a:pt x="407327" y="562610"/>
                </a:lnTo>
                <a:lnTo>
                  <a:pt x="408057" y="555328"/>
                </a:lnTo>
                <a:lnTo>
                  <a:pt x="408787" y="549357"/>
                </a:lnTo>
                <a:lnTo>
                  <a:pt x="410247" y="553380"/>
                </a:lnTo>
                <a:lnTo>
                  <a:pt x="410977" y="556892"/>
                </a:lnTo>
                <a:lnTo>
                  <a:pt x="412437" y="554707"/>
                </a:lnTo>
                <a:lnTo>
                  <a:pt x="413896" y="549646"/>
                </a:lnTo>
                <a:lnTo>
                  <a:pt x="415356" y="553851"/>
                </a:lnTo>
                <a:lnTo>
                  <a:pt x="429226" y="557375"/>
                </a:lnTo>
                <a:lnTo>
                  <a:pt x="429956" y="554626"/>
                </a:lnTo>
                <a:lnTo>
                  <a:pt x="431416" y="555916"/>
                </a:lnTo>
                <a:lnTo>
                  <a:pt x="434336" y="570016"/>
                </a:lnTo>
                <a:lnTo>
                  <a:pt x="436526" y="566696"/>
                </a:lnTo>
                <a:lnTo>
                  <a:pt x="442365" y="556316"/>
                </a:lnTo>
                <a:lnTo>
                  <a:pt x="446016" y="548826"/>
                </a:lnTo>
                <a:lnTo>
                  <a:pt x="447476" y="558101"/>
                </a:lnTo>
                <a:lnTo>
                  <a:pt x="448936" y="552105"/>
                </a:lnTo>
                <a:lnTo>
                  <a:pt x="449666" y="551576"/>
                </a:lnTo>
                <a:lnTo>
                  <a:pt x="454045" y="540267"/>
                </a:lnTo>
                <a:lnTo>
                  <a:pt x="457695" y="563354"/>
                </a:lnTo>
                <a:lnTo>
                  <a:pt x="458425" y="569395"/>
                </a:lnTo>
                <a:lnTo>
                  <a:pt x="459885" y="566593"/>
                </a:lnTo>
                <a:lnTo>
                  <a:pt x="462805" y="550371"/>
                </a:lnTo>
                <a:lnTo>
                  <a:pt x="464995" y="553983"/>
                </a:lnTo>
                <a:lnTo>
                  <a:pt x="466455" y="560202"/>
                </a:lnTo>
                <a:lnTo>
                  <a:pt x="467915" y="573618"/>
                </a:lnTo>
                <a:lnTo>
                  <a:pt x="469375" y="570727"/>
                </a:lnTo>
                <a:lnTo>
                  <a:pt x="473755" y="557134"/>
                </a:lnTo>
                <a:lnTo>
                  <a:pt x="474485" y="559053"/>
                </a:lnTo>
                <a:lnTo>
                  <a:pt x="476675" y="570048"/>
                </a:lnTo>
                <a:lnTo>
                  <a:pt x="477405" y="566454"/>
                </a:lnTo>
                <a:lnTo>
                  <a:pt x="478135" y="559775"/>
                </a:lnTo>
                <a:lnTo>
                  <a:pt x="479595" y="567762"/>
                </a:lnTo>
                <a:lnTo>
                  <a:pt x="480325" y="570070"/>
                </a:lnTo>
                <a:lnTo>
                  <a:pt x="481784" y="567148"/>
                </a:lnTo>
                <a:lnTo>
                  <a:pt x="482514" y="564058"/>
                </a:lnTo>
                <a:lnTo>
                  <a:pt x="483244" y="567084"/>
                </a:lnTo>
                <a:lnTo>
                  <a:pt x="484704" y="575884"/>
                </a:lnTo>
                <a:lnTo>
                  <a:pt x="486164" y="572187"/>
                </a:lnTo>
                <a:lnTo>
                  <a:pt x="486894" y="570040"/>
                </a:lnTo>
                <a:lnTo>
                  <a:pt x="488354" y="579601"/>
                </a:lnTo>
                <a:lnTo>
                  <a:pt x="489084" y="574468"/>
                </a:lnTo>
                <a:lnTo>
                  <a:pt x="494924" y="554090"/>
                </a:lnTo>
                <a:lnTo>
                  <a:pt x="495654" y="555464"/>
                </a:lnTo>
                <a:lnTo>
                  <a:pt x="496384" y="558915"/>
                </a:lnTo>
                <a:lnTo>
                  <a:pt x="497114" y="554647"/>
                </a:lnTo>
                <a:lnTo>
                  <a:pt x="497844" y="549703"/>
                </a:lnTo>
                <a:lnTo>
                  <a:pt x="498574" y="554343"/>
                </a:lnTo>
                <a:lnTo>
                  <a:pt x="501494" y="571984"/>
                </a:lnTo>
                <a:lnTo>
                  <a:pt x="502224" y="568697"/>
                </a:lnTo>
                <a:lnTo>
                  <a:pt x="503684" y="561714"/>
                </a:lnTo>
                <a:lnTo>
                  <a:pt x="504414" y="568452"/>
                </a:lnTo>
                <a:lnTo>
                  <a:pt x="505874" y="580521"/>
                </a:lnTo>
                <a:lnTo>
                  <a:pt x="506604" y="577692"/>
                </a:lnTo>
                <a:lnTo>
                  <a:pt x="508064" y="570060"/>
                </a:lnTo>
                <a:lnTo>
                  <a:pt x="509524" y="574396"/>
                </a:lnTo>
                <a:lnTo>
                  <a:pt x="513903" y="574423"/>
                </a:lnTo>
                <a:lnTo>
                  <a:pt x="519743" y="578620"/>
                </a:lnTo>
                <a:lnTo>
                  <a:pt x="527773" y="557326"/>
                </a:lnTo>
                <a:lnTo>
                  <a:pt x="529963" y="562809"/>
                </a:lnTo>
                <a:lnTo>
                  <a:pt x="530693" y="558926"/>
                </a:lnTo>
                <a:lnTo>
                  <a:pt x="531423" y="558319"/>
                </a:lnTo>
                <a:lnTo>
                  <a:pt x="535073" y="562919"/>
                </a:lnTo>
                <a:lnTo>
                  <a:pt x="538722" y="564490"/>
                </a:lnTo>
                <a:lnTo>
                  <a:pt x="540182" y="562503"/>
                </a:lnTo>
                <a:lnTo>
                  <a:pt x="547482" y="551956"/>
                </a:lnTo>
                <a:lnTo>
                  <a:pt x="548212" y="553849"/>
                </a:lnTo>
                <a:lnTo>
                  <a:pt x="548942" y="551900"/>
                </a:lnTo>
                <a:lnTo>
                  <a:pt x="550402" y="541351"/>
                </a:lnTo>
                <a:lnTo>
                  <a:pt x="551132" y="548414"/>
                </a:lnTo>
                <a:lnTo>
                  <a:pt x="551862" y="550496"/>
                </a:lnTo>
                <a:lnTo>
                  <a:pt x="552592" y="548251"/>
                </a:lnTo>
                <a:lnTo>
                  <a:pt x="553322" y="545924"/>
                </a:lnTo>
                <a:lnTo>
                  <a:pt x="554782" y="548331"/>
                </a:lnTo>
                <a:lnTo>
                  <a:pt x="567192" y="538962"/>
                </a:lnTo>
                <a:lnTo>
                  <a:pt x="567921" y="542546"/>
                </a:lnTo>
                <a:lnTo>
                  <a:pt x="569381" y="539776"/>
                </a:lnTo>
                <a:lnTo>
                  <a:pt x="573031" y="536271"/>
                </a:lnTo>
                <a:lnTo>
                  <a:pt x="573761" y="537320"/>
                </a:lnTo>
                <a:lnTo>
                  <a:pt x="577411" y="543749"/>
                </a:lnTo>
                <a:lnTo>
                  <a:pt x="583251" y="528723"/>
                </a:lnTo>
                <a:lnTo>
                  <a:pt x="587631" y="535680"/>
                </a:lnTo>
                <a:lnTo>
                  <a:pt x="589821" y="526179"/>
                </a:lnTo>
                <a:lnTo>
                  <a:pt x="590551" y="529843"/>
                </a:lnTo>
                <a:lnTo>
                  <a:pt x="594201" y="533355"/>
                </a:lnTo>
                <a:lnTo>
                  <a:pt x="597850" y="531594"/>
                </a:lnTo>
                <a:lnTo>
                  <a:pt x="599310" y="535483"/>
                </a:lnTo>
                <a:lnTo>
                  <a:pt x="600770" y="533594"/>
                </a:lnTo>
                <a:lnTo>
                  <a:pt x="602230" y="534500"/>
                </a:lnTo>
                <a:lnTo>
                  <a:pt x="602960" y="532159"/>
                </a:lnTo>
                <a:lnTo>
                  <a:pt x="605150" y="530870"/>
                </a:lnTo>
                <a:lnTo>
                  <a:pt x="605880" y="533087"/>
                </a:lnTo>
                <a:lnTo>
                  <a:pt x="607340" y="534545"/>
                </a:lnTo>
                <a:lnTo>
                  <a:pt x="608070" y="534045"/>
                </a:lnTo>
                <a:lnTo>
                  <a:pt x="614640" y="521800"/>
                </a:lnTo>
                <a:lnTo>
                  <a:pt x="615370" y="522586"/>
                </a:lnTo>
                <a:lnTo>
                  <a:pt x="617560" y="528468"/>
                </a:lnTo>
                <a:lnTo>
                  <a:pt x="618290" y="526459"/>
                </a:lnTo>
                <a:lnTo>
                  <a:pt x="619020" y="524124"/>
                </a:lnTo>
                <a:lnTo>
                  <a:pt x="619750" y="525760"/>
                </a:lnTo>
                <a:lnTo>
                  <a:pt x="622670" y="535506"/>
                </a:lnTo>
                <a:lnTo>
                  <a:pt x="623400" y="533686"/>
                </a:lnTo>
                <a:lnTo>
                  <a:pt x="625589" y="522546"/>
                </a:lnTo>
                <a:lnTo>
                  <a:pt x="627049" y="525665"/>
                </a:lnTo>
                <a:lnTo>
                  <a:pt x="629969" y="533721"/>
                </a:lnTo>
                <a:lnTo>
                  <a:pt x="632159" y="515758"/>
                </a:lnTo>
                <a:lnTo>
                  <a:pt x="632889" y="518634"/>
                </a:lnTo>
                <a:lnTo>
                  <a:pt x="635809" y="530910"/>
                </a:lnTo>
                <a:lnTo>
                  <a:pt x="637269" y="529300"/>
                </a:lnTo>
                <a:lnTo>
                  <a:pt x="638729" y="524985"/>
                </a:lnTo>
                <a:lnTo>
                  <a:pt x="639459" y="526238"/>
                </a:lnTo>
                <a:lnTo>
                  <a:pt x="642379" y="529930"/>
                </a:lnTo>
                <a:lnTo>
                  <a:pt x="643839" y="525578"/>
                </a:lnTo>
                <a:lnTo>
                  <a:pt x="651139" y="507774"/>
                </a:lnTo>
                <a:lnTo>
                  <a:pt x="652599" y="510886"/>
                </a:lnTo>
                <a:lnTo>
                  <a:pt x="656248" y="502020"/>
                </a:lnTo>
                <a:lnTo>
                  <a:pt x="657709" y="511803"/>
                </a:lnTo>
                <a:lnTo>
                  <a:pt x="658439" y="501541"/>
                </a:lnTo>
                <a:lnTo>
                  <a:pt x="659169" y="491587"/>
                </a:lnTo>
                <a:lnTo>
                  <a:pt x="661359" y="497614"/>
                </a:lnTo>
                <a:lnTo>
                  <a:pt x="665008" y="495040"/>
                </a:lnTo>
                <a:lnTo>
                  <a:pt x="665738" y="495088"/>
                </a:lnTo>
                <a:lnTo>
                  <a:pt x="670848" y="476014"/>
                </a:lnTo>
                <a:lnTo>
                  <a:pt x="671578" y="475854"/>
                </a:lnTo>
                <a:lnTo>
                  <a:pt x="673768" y="456594"/>
                </a:lnTo>
                <a:lnTo>
                  <a:pt x="674498" y="460114"/>
                </a:lnTo>
                <a:lnTo>
                  <a:pt x="675228" y="461663"/>
                </a:lnTo>
                <a:lnTo>
                  <a:pt x="676688" y="459849"/>
                </a:lnTo>
                <a:lnTo>
                  <a:pt x="678148" y="456376"/>
                </a:lnTo>
                <a:lnTo>
                  <a:pt x="685448" y="432908"/>
                </a:lnTo>
                <a:lnTo>
                  <a:pt x="698587" y="380432"/>
                </a:lnTo>
                <a:lnTo>
                  <a:pt x="703697" y="359718"/>
                </a:lnTo>
                <a:lnTo>
                  <a:pt x="708807" y="367926"/>
                </a:lnTo>
                <a:lnTo>
                  <a:pt x="715377" y="383228"/>
                </a:lnTo>
                <a:lnTo>
                  <a:pt x="719757" y="381139"/>
                </a:lnTo>
                <a:lnTo>
                  <a:pt x="733626" y="438231"/>
                </a:lnTo>
                <a:lnTo>
                  <a:pt x="748226" y="519194"/>
                </a:lnTo>
                <a:lnTo>
                  <a:pt x="753335" y="535684"/>
                </a:lnTo>
                <a:lnTo>
                  <a:pt x="760635" y="580095"/>
                </a:lnTo>
                <a:lnTo>
                  <a:pt x="763555" y="567685"/>
                </a:lnTo>
                <a:lnTo>
                  <a:pt x="764285" y="568526"/>
                </a:lnTo>
                <a:lnTo>
                  <a:pt x="769395" y="574336"/>
                </a:lnTo>
                <a:lnTo>
                  <a:pt x="770125" y="573123"/>
                </a:lnTo>
                <a:lnTo>
                  <a:pt x="771585" y="566520"/>
                </a:lnTo>
                <a:lnTo>
                  <a:pt x="773045" y="570454"/>
                </a:lnTo>
                <a:lnTo>
                  <a:pt x="773775" y="570218"/>
                </a:lnTo>
                <a:lnTo>
                  <a:pt x="775235" y="565433"/>
                </a:lnTo>
                <a:lnTo>
                  <a:pt x="775965" y="570610"/>
                </a:lnTo>
                <a:lnTo>
                  <a:pt x="776695" y="573313"/>
                </a:lnTo>
                <a:lnTo>
                  <a:pt x="777425" y="569618"/>
                </a:lnTo>
                <a:lnTo>
                  <a:pt x="778155" y="566087"/>
                </a:lnTo>
                <a:lnTo>
                  <a:pt x="778885" y="567355"/>
                </a:lnTo>
                <a:lnTo>
                  <a:pt x="780344" y="574255"/>
                </a:lnTo>
                <a:lnTo>
                  <a:pt x="781804" y="570122"/>
                </a:lnTo>
                <a:lnTo>
                  <a:pt x="782534" y="566702"/>
                </a:lnTo>
                <a:lnTo>
                  <a:pt x="783264" y="569833"/>
                </a:lnTo>
                <a:lnTo>
                  <a:pt x="786184" y="574785"/>
                </a:lnTo>
                <a:lnTo>
                  <a:pt x="787644" y="567735"/>
                </a:lnTo>
                <a:lnTo>
                  <a:pt x="789104" y="568036"/>
                </a:lnTo>
                <a:lnTo>
                  <a:pt x="794944" y="565555"/>
                </a:lnTo>
                <a:lnTo>
                  <a:pt x="797134" y="568967"/>
                </a:lnTo>
                <a:lnTo>
                  <a:pt x="801514" y="573680"/>
                </a:lnTo>
                <a:lnTo>
                  <a:pt x="802974" y="585614"/>
                </a:lnTo>
                <a:lnTo>
                  <a:pt x="804434" y="581039"/>
                </a:lnTo>
                <a:lnTo>
                  <a:pt x="805164" y="579941"/>
                </a:lnTo>
                <a:lnTo>
                  <a:pt x="806624" y="587197"/>
                </a:lnTo>
                <a:lnTo>
                  <a:pt x="808084" y="583050"/>
                </a:lnTo>
                <a:lnTo>
                  <a:pt x="808814" y="579923"/>
                </a:lnTo>
                <a:lnTo>
                  <a:pt x="809543" y="581543"/>
                </a:lnTo>
                <a:lnTo>
                  <a:pt x="813193" y="591891"/>
                </a:lnTo>
                <a:lnTo>
                  <a:pt x="819033" y="571469"/>
                </a:lnTo>
                <a:lnTo>
                  <a:pt x="821223" y="572740"/>
                </a:lnTo>
                <a:lnTo>
                  <a:pt x="824873" y="577124"/>
                </a:lnTo>
                <a:lnTo>
                  <a:pt x="826333" y="572707"/>
                </a:lnTo>
                <a:lnTo>
                  <a:pt x="827063" y="578215"/>
                </a:lnTo>
                <a:lnTo>
                  <a:pt x="827793" y="575017"/>
                </a:lnTo>
                <a:lnTo>
                  <a:pt x="832903" y="592476"/>
                </a:lnTo>
                <a:lnTo>
                  <a:pt x="836553" y="601135"/>
                </a:lnTo>
                <a:lnTo>
                  <a:pt x="840202" y="604613"/>
                </a:lnTo>
                <a:lnTo>
                  <a:pt x="841662" y="608521"/>
                </a:lnTo>
                <a:lnTo>
                  <a:pt x="842392" y="612961"/>
                </a:lnTo>
                <a:lnTo>
                  <a:pt x="843852" y="608664"/>
                </a:lnTo>
                <a:lnTo>
                  <a:pt x="848232" y="607113"/>
                </a:lnTo>
                <a:lnTo>
                  <a:pt x="853342" y="617974"/>
                </a:lnTo>
                <a:lnTo>
                  <a:pt x="854802" y="613708"/>
                </a:lnTo>
                <a:lnTo>
                  <a:pt x="855532" y="618978"/>
                </a:lnTo>
                <a:lnTo>
                  <a:pt x="860642" y="631716"/>
                </a:lnTo>
                <a:lnTo>
                  <a:pt x="867941" y="647469"/>
                </a:lnTo>
                <a:lnTo>
                  <a:pt x="869402" y="644023"/>
                </a:lnTo>
                <a:lnTo>
                  <a:pt x="870131" y="642434"/>
                </a:lnTo>
                <a:lnTo>
                  <a:pt x="870861" y="643888"/>
                </a:lnTo>
                <a:lnTo>
                  <a:pt x="872322" y="650001"/>
                </a:lnTo>
                <a:lnTo>
                  <a:pt x="873781" y="647196"/>
                </a:lnTo>
                <a:lnTo>
                  <a:pt x="877431" y="647780"/>
                </a:lnTo>
                <a:lnTo>
                  <a:pt x="879621" y="647988"/>
                </a:lnTo>
                <a:lnTo>
                  <a:pt x="883271" y="639923"/>
                </a:lnTo>
                <a:lnTo>
                  <a:pt x="884001" y="642586"/>
                </a:lnTo>
                <a:lnTo>
                  <a:pt x="886191" y="647167"/>
                </a:lnTo>
                <a:lnTo>
                  <a:pt x="886921" y="643664"/>
                </a:lnTo>
                <a:lnTo>
                  <a:pt x="887651" y="643331"/>
                </a:lnTo>
                <a:lnTo>
                  <a:pt x="888381" y="646029"/>
                </a:lnTo>
                <a:lnTo>
                  <a:pt x="889111" y="643313"/>
                </a:lnTo>
                <a:lnTo>
                  <a:pt x="891301" y="628217"/>
                </a:lnTo>
                <a:lnTo>
                  <a:pt x="892761" y="631539"/>
                </a:lnTo>
                <a:lnTo>
                  <a:pt x="896411" y="637887"/>
                </a:lnTo>
                <a:lnTo>
                  <a:pt x="897871" y="635835"/>
                </a:lnTo>
                <a:lnTo>
                  <a:pt x="900061" y="641971"/>
                </a:lnTo>
                <a:lnTo>
                  <a:pt x="902251" y="637492"/>
                </a:lnTo>
                <a:lnTo>
                  <a:pt x="903711" y="644949"/>
                </a:lnTo>
                <a:lnTo>
                  <a:pt x="904441" y="642380"/>
                </a:lnTo>
                <a:lnTo>
                  <a:pt x="906630" y="637258"/>
                </a:lnTo>
                <a:lnTo>
                  <a:pt x="907360" y="638451"/>
                </a:lnTo>
                <a:lnTo>
                  <a:pt x="908090" y="638812"/>
                </a:lnTo>
                <a:lnTo>
                  <a:pt x="908820" y="643184"/>
                </a:lnTo>
                <a:lnTo>
                  <a:pt x="910280" y="639343"/>
                </a:lnTo>
                <a:lnTo>
                  <a:pt x="913930" y="633637"/>
                </a:lnTo>
                <a:lnTo>
                  <a:pt x="916120" y="633332"/>
                </a:lnTo>
                <a:lnTo>
                  <a:pt x="920500" y="623166"/>
                </a:lnTo>
                <a:lnTo>
                  <a:pt x="925610" y="621596"/>
                </a:lnTo>
                <a:lnTo>
                  <a:pt x="927070" y="619690"/>
                </a:lnTo>
                <a:lnTo>
                  <a:pt x="928530" y="624834"/>
                </a:lnTo>
                <a:lnTo>
                  <a:pt x="929260" y="620731"/>
                </a:lnTo>
                <a:lnTo>
                  <a:pt x="929990" y="618492"/>
                </a:lnTo>
                <a:lnTo>
                  <a:pt x="931450" y="619544"/>
                </a:lnTo>
                <a:lnTo>
                  <a:pt x="935099" y="624528"/>
                </a:lnTo>
                <a:lnTo>
                  <a:pt x="935829" y="623467"/>
                </a:lnTo>
                <a:lnTo>
                  <a:pt x="936559" y="620118"/>
                </a:lnTo>
                <a:lnTo>
                  <a:pt x="938019" y="623584"/>
                </a:lnTo>
                <a:lnTo>
                  <a:pt x="938749" y="625553"/>
                </a:lnTo>
                <a:lnTo>
                  <a:pt x="940209" y="623855"/>
                </a:lnTo>
                <a:lnTo>
                  <a:pt x="947509" y="616479"/>
                </a:lnTo>
                <a:lnTo>
                  <a:pt x="948969" y="618379"/>
                </a:lnTo>
                <a:lnTo>
                  <a:pt x="952619" y="618606"/>
                </a:lnTo>
                <a:lnTo>
                  <a:pt x="954079" y="618946"/>
                </a:lnTo>
                <a:lnTo>
                  <a:pt x="956999" y="624873"/>
                </a:lnTo>
                <a:lnTo>
                  <a:pt x="959919" y="622678"/>
                </a:lnTo>
                <a:lnTo>
                  <a:pt x="961379" y="624346"/>
                </a:lnTo>
                <a:lnTo>
                  <a:pt x="962109" y="621938"/>
                </a:lnTo>
                <a:lnTo>
                  <a:pt x="967218" y="604214"/>
                </a:lnTo>
                <a:lnTo>
                  <a:pt x="968678" y="606619"/>
                </a:lnTo>
                <a:lnTo>
                  <a:pt x="969408" y="609600"/>
                </a:lnTo>
                <a:lnTo>
                  <a:pt x="970138" y="607178"/>
                </a:lnTo>
                <a:lnTo>
                  <a:pt x="970868" y="604362"/>
                </a:lnTo>
                <a:lnTo>
                  <a:pt x="972328" y="618050"/>
                </a:lnTo>
                <a:lnTo>
                  <a:pt x="974518" y="617400"/>
                </a:lnTo>
                <a:lnTo>
                  <a:pt x="978898" y="629081"/>
                </a:lnTo>
                <a:lnTo>
                  <a:pt x="981088" y="627343"/>
                </a:lnTo>
                <a:lnTo>
                  <a:pt x="985468" y="630051"/>
                </a:lnTo>
                <a:lnTo>
                  <a:pt x="986198" y="625997"/>
                </a:lnTo>
                <a:lnTo>
                  <a:pt x="986928" y="622842"/>
                </a:lnTo>
                <a:lnTo>
                  <a:pt x="988388" y="626759"/>
                </a:lnTo>
                <a:lnTo>
                  <a:pt x="989118" y="627823"/>
                </a:lnTo>
                <a:lnTo>
                  <a:pt x="994957" y="609384"/>
                </a:lnTo>
                <a:lnTo>
                  <a:pt x="1002257" y="592871"/>
                </a:lnTo>
                <a:lnTo>
                  <a:pt x="1003717" y="593916"/>
                </a:lnTo>
                <a:lnTo>
                  <a:pt x="1007367" y="588855"/>
                </a:lnTo>
                <a:lnTo>
                  <a:pt x="1015397" y="575937"/>
                </a:lnTo>
                <a:lnTo>
                  <a:pt x="1016127" y="578353"/>
                </a:lnTo>
                <a:lnTo>
                  <a:pt x="1017587" y="584126"/>
                </a:lnTo>
                <a:lnTo>
                  <a:pt x="1018317" y="579645"/>
                </a:lnTo>
                <a:lnTo>
                  <a:pt x="1024156" y="545376"/>
                </a:lnTo>
                <a:lnTo>
                  <a:pt x="1025616" y="541379"/>
                </a:lnTo>
                <a:lnTo>
                  <a:pt x="1029996" y="521139"/>
                </a:lnTo>
                <a:lnTo>
                  <a:pt x="1030726" y="523284"/>
                </a:lnTo>
                <a:lnTo>
                  <a:pt x="1031456" y="520079"/>
                </a:lnTo>
                <a:lnTo>
                  <a:pt x="1035106" y="510207"/>
                </a:lnTo>
                <a:lnTo>
                  <a:pt x="1042406" y="489758"/>
                </a:lnTo>
                <a:lnTo>
                  <a:pt x="1048246" y="481465"/>
                </a:lnTo>
                <a:lnTo>
                  <a:pt x="1050436" y="472870"/>
                </a:lnTo>
                <a:lnTo>
                  <a:pt x="1051895" y="474562"/>
                </a:lnTo>
                <a:lnTo>
                  <a:pt x="1052625" y="471180"/>
                </a:lnTo>
                <a:lnTo>
                  <a:pt x="1054085" y="474445"/>
                </a:lnTo>
                <a:lnTo>
                  <a:pt x="1054815" y="473570"/>
                </a:lnTo>
                <a:lnTo>
                  <a:pt x="1055545" y="466105"/>
                </a:lnTo>
                <a:lnTo>
                  <a:pt x="1057735" y="467118"/>
                </a:lnTo>
                <a:lnTo>
                  <a:pt x="1070875" y="424786"/>
                </a:lnTo>
                <a:lnTo>
                  <a:pt x="1071605" y="412818"/>
                </a:lnTo>
                <a:lnTo>
                  <a:pt x="1073065" y="420470"/>
                </a:lnTo>
                <a:lnTo>
                  <a:pt x="1074525" y="420966"/>
                </a:lnTo>
                <a:lnTo>
                  <a:pt x="1076715" y="405929"/>
                </a:lnTo>
                <a:lnTo>
                  <a:pt x="1078905" y="409196"/>
                </a:lnTo>
                <a:lnTo>
                  <a:pt x="1081824" y="402985"/>
                </a:lnTo>
                <a:lnTo>
                  <a:pt x="1080364" y="409797"/>
                </a:lnTo>
                <a:lnTo>
                  <a:pt x="1082554" y="404782"/>
                </a:lnTo>
                <a:lnTo>
                  <a:pt x="1092774" y="416883"/>
                </a:lnTo>
                <a:lnTo>
                  <a:pt x="1094234" y="410108"/>
                </a:lnTo>
                <a:lnTo>
                  <a:pt x="1095694" y="413256"/>
                </a:lnTo>
                <a:lnTo>
                  <a:pt x="1102994" y="434950"/>
                </a:lnTo>
                <a:lnTo>
                  <a:pt x="1104454" y="423635"/>
                </a:lnTo>
                <a:lnTo>
                  <a:pt x="1105914" y="427861"/>
                </a:lnTo>
                <a:lnTo>
                  <a:pt x="1106644" y="429028"/>
                </a:lnTo>
                <a:lnTo>
                  <a:pt x="1108834" y="441565"/>
                </a:lnTo>
                <a:lnTo>
                  <a:pt x="1109564" y="434949"/>
                </a:lnTo>
                <a:lnTo>
                  <a:pt x="1111024" y="431593"/>
                </a:lnTo>
                <a:lnTo>
                  <a:pt x="1111754" y="433139"/>
                </a:lnTo>
                <a:lnTo>
                  <a:pt x="1113214" y="446817"/>
                </a:lnTo>
                <a:lnTo>
                  <a:pt x="1114674" y="444215"/>
                </a:lnTo>
                <a:lnTo>
                  <a:pt x="1117594" y="427421"/>
                </a:lnTo>
                <a:lnTo>
                  <a:pt x="1118324" y="431455"/>
                </a:lnTo>
                <a:lnTo>
                  <a:pt x="1120513" y="445419"/>
                </a:lnTo>
                <a:lnTo>
                  <a:pt x="1121243" y="441461"/>
                </a:lnTo>
                <a:lnTo>
                  <a:pt x="1122703" y="436312"/>
                </a:lnTo>
                <a:lnTo>
                  <a:pt x="1123433" y="440214"/>
                </a:lnTo>
                <a:lnTo>
                  <a:pt x="1128543" y="444617"/>
                </a:lnTo>
                <a:lnTo>
                  <a:pt x="1130733" y="459352"/>
                </a:lnTo>
                <a:lnTo>
                  <a:pt x="1132193" y="455195"/>
                </a:lnTo>
                <a:lnTo>
                  <a:pt x="1134383" y="438764"/>
                </a:lnTo>
                <a:lnTo>
                  <a:pt x="1136573" y="441707"/>
                </a:lnTo>
                <a:lnTo>
                  <a:pt x="1137303" y="442740"/>
                </a:lnTo>
                <a:lnTo>
                  <a:pt x="1141683" y="418799"/>
                </a:lnTo>
                <a:lnTo>
                  <a:pt x="1142413" y="425715"/>
                </a:lnTo>
                <a:lnTo>
                  <a:pt x="1143143" y="431284"/>
                </a:lnTo>
                <a:lnTo>
                  <a:pt x="1144603" y="429060"/>
                </a:lnTo>
                <a:lnTo>
                  <a:pt x="1149712" y="406100"/>
                </a:lnTo>
                <a:lnTo>
                  <a:pt x="1150442" y="406828"/>
                </a:lnTo>
                <a:lnTo>
                  <a:pt x="1154092" y="404184"/>
                </a:lnTo>
                <a:lnTo>
                  <a:pt x="1157012" y="387738"/>
                </a:lnTo>
                <a:lnTo>
                  <a:pt x="1157742" y="388414"/>
                </a:lnTo>
                <a:lnTo>
                  <a:pt x="1158472" y="390301"/>
                </a:lnTo>
                <a:lnTo>
                  <a:pt x="1159202" y="389336"/>
                </a:lnTo>
                <a:lnTo>
                  <a:pt x="1168692" y="349964"/>
                </a:lnTo>
                <a:lnTo>
                  <a:pt x="1170152" y="356563"/>
                </a:lnTo>
                <a:lnTo>
                  <a:pt x="1170882" y="359076"/>
                </a:lnTo>
                <a:lnTo>
                  <a:pt x="1171612" y="354493"/>
                </a:lnTo>
                <a:lnTo>
                  <a:pt x="1182561" y="310906"/>
                </a:lnTo>
                <a:lnTo>
                  <a:pt x="1184021" y="315718"/>
                </a:lnTo>
                <a:lnTo>
                  <a:pt x="1185481" y="311984"/>
                </a:lnTo>
                <a:lnTo>
                  <a:pt x="1186211" y="310774"/>
                </a:lnTo>
                <a:lnTo>
                  <a:pt x="1189861" y="285146"/>
                </a:lnTo>
                <a:lnTo>
                  <a:pt x="1190591" y="288089"/>
                </a:lnTo>
                <a:lnTo>
                  <a:pt x="1192051" y="299099"/>
                </a:lnTo>
                <a:lnTo>
                  <a:pt x="1193511" y="294330"/>
                </a:lnTo>
                <a:lnTo>
                  <a:pt x="1194971" y="284198"/>
                </a:lnTo>
                <a:lnTo>
                  <a:pt x="1196431" y="285601"/>
                </a:lnTo>
                <a:lnTo>
                  <a:pt x="1199351" y="277776"/>
                </a:lnTo>
                <a:lnTo>
                  <a:pt x="1202271" y="264039"/>
                </a:lnTo>
                <a:lnTo>
                  <a:pt x="1203001" y="266454"/>
                </a:lnTo>
                <a:lnTo>
                  <a:pt x="1205920" y="267248"/>
                </a:lnTo>
                <a:lnTo>
                  <a:pt x="1209570" y="257258"/>
                </a:lnTo>
                <a:lnTo>
                  <a:pt x="1216870" y="244574"/>
                </a:lnTo>
                <a:lnTo>
                  <a:pt x="1221980" y="232886"/>
                </a:lnTo>
                <a:lnTo>
                  <a:pt x="1222710" y="232662"/>
                </a:lnTo>
                <a:lnTo>
                  <a:pt x="1230010" y="210146"/>
                </a:lnTo>
                <a:lnTo>
                  <a:pt x="1235119" y="201736"/>
                </a:lnTo>
                <a:lnTo>
                  <a:pt x="1238769" y="191214"/>
                </a:lnTo>
                <a:lnTo>
                  <a:pt x="1239499" y="192281"/>
                </a:lnTo>
                <a:lnTo>
                  <a:pt x="1246069" y="177130"/>
                </a:lnTo>
                <a:lnTo>
                  <a:pt x="1246799" y="177817"/>
                </a:lnTo>
                <a:lnTo>
                  <a:pt x="1247529" y="175383"/>
                </a:lnTo>
                <a:lnTo>
                  <a:pt x="1254099" y="153990"/>
                </a:lnTo>
                <a:lnTo>
                  <a:pt x="1254829" y="155390"/>
                </a:lnTo>
                <a:lnTo>
                  <a:pt x="1255559" y="154798"/>
                </a:lnTo>
                <a:lnTo>
                  <a:pt x="1260669" y="140694"/>
                </a:lnTo>
                <a:lnTo>
                  <a:pt x="1268698" y="118101"/>
                </a:lnTo>
                <a:lnTo>
                  <a:pt x="1271618" y="116418"/>
                </a:lnTo>
                <a:lnTo>
                  <a:pt x="1275998" y="107079"/>
                </a:lnTo>
                <a:lnTo>
                  <a:pt x="1277458" y="111751"/>
                </a:lnTo>
                <a:lnTo>
                  <a:pt x="1278188" y="108751"/>
                </a:lnTo>
                <a:lnTo>
                  <a:pt x="1281838" y="104037"/>
                </a:lnTo>
                <a:lnTo>
                  <a:pt x="1286948" y="88015"/>
                </a:lnTo>
                <a:lnTo>
                  <a:pt x="1288408" y="88712"/>
                </a:lnTo>
                <a:lnTo>
                  <a:pt x="1294977" y="73777"/>
                </a:lnTo>
                <a:lnTo>
                  <a:pt x="1295707" y="74865"/>
                </a:lnTo>
                <a:lnTo>
                  <a:pt x="1296437" y="73877"/>
                </a:lnTo>
                <a:lnTo>
                  <a:pt x="1297897" y="68944"/>
                </a:lnTo>
                <a:lnTo>
                  <a:pt x="1299357" y="69488"/>
                </a:lnTo>
                <a:lnTo>
                  <a:pt x="1302277" y="66535"/>
                </a:lnTo>
                <a:lnTo>
                  <a:pt x="1303007" y="71658"/>
                </a:lnTo>
                <a:lnTo>
                  <a:pt x="1304467" y="64373"/>
                </a:lnTo>
                <a:lnTo>
                  <a:pt x="1305197" y="63709"/>
                </a:lnTo>
                <a:lnTo>
                  <a:pt x="1305927" y="70793"/>
                </a:lnTo>
                <a:lnTo>
                  <a:pt x="1308117" y="70209"/>
                </a:lnTo>
                <a:lnTo>
                  <a:pt x="1311767" y="58104"/>
                </a:lnTo>
                <a:lnTo>
                  <a:pt x="1312497" y="61115"/>
                </a:lnTo>
                <a:lnTo>
                  <a:pt x="1315417" y="51516"/>
                </a:lnTo>
                <a:lnTo>
                  <a:pt x="1318337" y="46556"/>
                </a:lnTo>
                <a:lnTo>
                  <a:pt x="1319067" y="58668"/>
                </a:lnTo>
                <a:lnTo>
                  <a:pt x="1320527" y="48889"/>
                </a:lnTo>
                <a:lnTo>
                  <a:pt x="1324907" y="38093"/>
                </a:lnTo>
                <a:lnTo>
                  <a:pt x="1326367" y="44002"/>
                </a:lnTo>
                <a:lnTo>
                  <a:pt x="1327097" y="39142"/>
                </a:lnTo>
                <a:lnTo>
                  <a:pt x="1330017" y="28968"/>
                </a:lnTo>
                <a:lnTo>
                  <a:pt x="1330747" y="29263"/>
                </a:lnTo>
                <a:lnTo>
                  <a:pt x="1331477" y="30082"/>
                </a:lnTo>
                <a:lnTo>
                  <a:pt x="1332206" y="27593"/>
                </a:lnTo>
                <a:lnTo>
                  <a:pt x="1337316" y="20208"/>
                </a:lnTo>
                <a:lnTo>
                  <a:pt x="1338046" y="18521"/>
                </a:lnTo>
                <a:lnTo>
                  <a:pt x="1339506" y="20162"/>
                </a:lnTo>
                <a:lnTo>
                  <a:pt x="1340236" y="20565"/>
                </a:lnTo>
                <a:lnTo>
                  <a:pt x="1340966" y="17727"/>
                </a:lnTo>
                <a:lnTo>
                  <a:pt x="1341696" y="18744"/>
                </a:lnTo>
                <a:lnTo>
                  <a:pt x="1343156" y="24026"/>
                </a:lnTo>
                <a:lnTo>
                  <a:pt x="1343886" y="18196"/>
                </a:lnTo>
                <a:lnTo>
                  <a:pt x="1344616" y="22514"/>
                </a:lnTo>
                <a:lnTo>
                  <a:pt x="1345346" y="16695"/>
                </a:lnTo>
                <a:lnTo>
                  <a:pt x="1347536" y="17026"/>
                </a:lnTo>
                <a:lnTo>
                  <a:pt x="1351186" y="18030"/>
                </a:lnTo>
                <a:lnTo>
                  <a:pt x="1351916" y="14106"/>
                </a:lnTo>
                <a:lnTo>
                  <a:pt x="1353376" y="19343"/>
                </a:lnTo>
                <a:lnTo>
                  <a:pt x="1354106" y="19168"/>
                </a:lnTo>
                <a:lnTo>
                  <a:pt x="1357756" y="13829"/>
                </a:lnTo>
                <a:lnTo>
                  <a:pt x="1360675" y="9887"/>
                </a:lnTo>
                <a:lnTo>
                  <a:pt x="1361405" y="11454"/>
                </a:lnTo>
                <a:lnTo>
                  <a:pt x="1363595" y="20221"/>
                </a:lnTo>
                <a:lnTo>
                  <a:pt x="1364325" y="17043"/>
                </a:lnTo>
                <a:lnTo>
                  <a:pt x="1366515" y="5712"/>
                </a:lnTo>
                <a:lnTo>
                  <a:pt x="1367245" y="8069"/>
                </a:lnTo>
                <a:lnTo>
                  <a:pt x="1368705" y="15293"/>
                </a:lnTo>
                <a:lnTo>
                  <a:pt x="1370165" y="9602"/>
                </a:lnTo>
                <a:lnTo>
                  <a:pt x="1370895" y="5723"/>
                </a:lnTo>
                <a:lnTo>
                  <a:pt x="1372355" y="8901"/>
                </a:lnTo>
                <a:lnTo>
                  <a:pt x="1373815" y="12281"/>
                </a:lnTo>
                <a:lnTo>
                  <a:pt x="1374545" y="8615"/>
                </a:lnTo>
                <a:lnTo>
                  <a:pt x="1375275" y="5577"/>
                </a:lnTo>
                <a:lnTo>
                  <a:pt x="1376005" y="10465"/>
                </a:lnTo>
                <a:lnTo>
                  <a:pt x="1376735" y="8138"/>
                </a:lnTo>
                <a:lnTo>
                  <a:pt x="1381115" y="11901"/>
                </a:lnTo>
                <a:lnTo>
                  <a:pt x="1381845" y="8484"/>
                </a:lnTo>
                <a:lnTo>
                  <a:pt x="1384035" y="0"/>
                </a:lnTo>
                <a:lnTo>
                  <a:pt x="1384765" y="1691"/>
                </a:lnTo>
                <a:lnTo>
                  <a:pt x="1386955" y="15592"/>
                </a:lnTo>
                <a:lnTo>
                  <a:pt x="1387685" y="13126"/>
                </a:lnTo>
                <a:lnTo>
                  <a:pt x="1388415" y="10942"/>
                </a:lnTo>
                <a:lnTo>
                  <a:pt x="1389145" y="14315"/>
                </a:lnTo>
                <a:lnTo>
                  <a:pt x="1389874" y="17520"/>
                </a:lnTo>
                <a:lnTo>
                  <a:pt x="1390604" y="13455"/>
                </a:lnTo>
                <a:lnTo>
                  <a:pt x="1392064" y="8275"/>
                </a:lnTo>
                <a:lnTo>
                  <a:pt x="1392794" y="14592"/>
                </a:lnTo>
                <a:lnTo>
                  <a:pt x="1393524" y="12440"/>
                </a:lnTo>
                <a:lnTo>
                  <a:pt x="1394984" y="10370"/>
                </a:lnTo>
                <a:lnTo>
                  <a:pt x="1395714" y="12534"/>
                </a:lnTo>
                <a:lnTo>
                  <a:pt x="1396444" y="13788"/>
                </a:lnTo>
                <a:lnTo>
                  <a:pt x="1397174" y="13157"/>
                </a:lnTo>
                <a:lnTo>
                  <a:pt x="1397904" y="9893"/>
                </a:lnTo>
                <a:lnTo>
                  <a:pt x="1398634" y="16255"/>
                </a:lnTo>
                <a:lnTo>
                  <a:pt x="1400824" y="16176"/>
                </a:lnTo>
                <a:lnTo>
                  <a:pt x="1402284" y="12013"/>
                </a:lnTo>
                <a:lnTo>
                  <a:pt x="1403014" y="15973"/>
                </a:lnTo>
                <a:lnTo>
                  <a:pt x="1404474" y="18641"/>
                </a:lnTo>
                <a:lnTo>
                  <a:pt x="1405934" y="26426"/>
                </a:lnTo>
                <a:lnTo>
                  <a:pt x="1407394" y="21112"/>
                </a:lnTo>
                <a:lnTo>
                  <a:pt x="1410314" y="16782"/>
                </a:lnTo>
                <a:lnTo>
                  <a:pt x="1411044" y="20137"/>
                </a:lnTo>
                <a:lnTo>
                  <a:pt x="1411774" y="24177"/>
                </a:lnTo>
                <a:lnTo>
                  <a:pt x="1413964" y="23325"/>
                </a:lnTo>
                <a:lnTo>
                  <a:pt x="1417614" y="33960"/>
                </a:lnTo>
                <a:lnTo>
                  <a:pt x="1418343" y="25743"/>
                </a:lnTo>
                <a:lnTo>
                  <a:pt x="1419803" y="29236"/>
                </a:lnTo>
                <a:lnTo>
                  <a:pt x="1423453" y="46270"/>
                </a:lnTo>
                <a:lnTo>
                  <a:pt x="1424913" y="43648"/>
                </a:lnTo>
                <a:lnTo>
                  <a:pt x="1425643" y="42122"/>
                </a:lnTo>
                <a:lnTo>
                  <a:pt x="1426373" y="45639"/>
                </a:lnTo>
                <a:lnTo>
                  <a:pt x="1429293" y="53344"/>
                </a:lnTo>
                <a:lnTo>
                  <a:pt x="1430753" y="52169"/>
                </a:lnTo>
                <a:lnTo>
                  <a:pt x="1438053" y="63345"/>
                </a:lnTo>
                <a:lnTo>
                  <a:pt x="1440243" y="53298"/>
                </a:lnTo>
                <a:lnTo>
                  <a:pt x="1440973" y="59095"/>
                </a:lnTo>
                <a:lnTo>
                  <a:pt x="1443163" y="71588"/>
                </a:lnTo>
                <a:lnTo>
                  <a:pt x="1444623" y="69255"/>
                </a:lnTo>
                <a:lnTo>
                  <a:pt x="1446083" y="62609"/>
                </a:lnTo>
                <a:lnTo>
                  <a:pt x="1446813" y="64077"/>
                </a:lnTo>
                <a:lnTo>
                  <a:pt x="1447542" y="69200"/>
                </a:lnTo>
                <a:lnTo>
                  <a:pt x="1449732" y="66527"/>
                </a:lnTo>
                <a:lnTo>
                  <a:pt x="1450462" y="66822"/>
                </a:lnTo>
                <a:lnTo>
                  <a:pt x="1452652" y="63598"/>
                </a:lnTo>
                <a:lnTo>
                  <a:pt x="1454842" y="80882"/>
                </a:lnTo>
                <a:lnTo>
                  <a:pt x="1457032" y="75954"/>
                </a:lnTo>
                <a:lnTo>
                  <a:pt x="1459222" y="72840"/>
                </a:lnTo>
                <a:lnTo>
                  <a:pt x="1465792" y="86307"/>
                </a:lnTo>
                <a:lnTo>
                  <a:pt x="1466522" y="81011"/>
                </a:lnTo>
                <a:lnTo>
                  <a:pt x="1468712" y="84049"/>
                </a:lnTo>
                <a:lnTo>
                  <a:pt x="1470172" y="93474"/>
                </a:lnTo>
                <a:lnTo>
                  <a:pt x="1471632" y="91316"/>
                </a:lnTo>
                <a:lnTo>
                  <a:pt x="1475282" y="97314"/>
                </a:lnTo>
                <a:lnTo>
                  <a:pt x="1476012" y="95639"/>
                </a:lnTo>
                <a:lnTo>
                  <a:pt x="1476741" y="97948"/>
                </a:lnTo>
                <a:lnTo>
                  <a:pt x="1481121" y="103548"/>
                </a:lnTo>
                <a:lnTo>
                  <a:pt x="1482581" y="102738"/>
                </a:lnTo>
                <a:lnTo>
                  <a:pt x="1486961" y="111971"/>
                </a:lnTo>
                <a:lnTo>
                  <a:pt x="1491341" y="119938"/>
                </a:lnTo>
                <a:lnTo>
                  <a:pt x="1494991" y="129455"/>
                </a:lnTo>
                <a:lnTo>
                  <a:pt x="1497181" y="126648"/>
                </a:lnTo>
                <a:lnTo>
                  <a:pt x="1497911" y="127293"/>
                </a:lnTo>
                <a:lnTo>
                  <a:pt x="1501561" y="140883"/>
                </a:lnTo>
                <a:lnTo>
                  <a:pt x="1502291" y="138422"/>
                </a:lnTo>
                <a:lnTo>
                  <a:pt x="1503751" y="134625"/>
                </a:lnTo>
                <a:lnTo>
                  <a:pt x="1504481" y="139466"/>
                </a:lnTo>
                <a:lnTo>
                  <a:pt x="1505210" y="138201"/>
                </a:lnTo>
                <a:lnTo>
                  <a:pt x="1508860" y="160729"/>
                </a:lnTo>
                <a:lnTo>
                  <a:pt x="1510320" y="152658"/>
                </a:lnTo>
                <a:lnTo>
                  <a:pt x="1511050" y="161196"/>
                </a:lnTo>
                <a:lnTo>
                  <a:pt x="1516890" y="178150"/>
                </a:lnTo>
                <a:lnTo>
                  <a:pt x="1517620" y="171600"/>
                </a:lnTo>
                <a:lnTo>
                  <a:pt x="1519080" y="176781"/>
                </a:lnTo>
                <a:lnTo>
                  <a:pt x="1522730" y="183198"/>
                </a:lnTo>
                <a:lnTo>
                  <a:pt x="1527840" y="195385"/>
                </a:lnTo>
                <a:lnTo>
                  <a:pt x="1532220" y="198999"/>
                </a:lnTo>
                <a:lnTo>
                  <a:pt x="1535870" y="210730"/>
                </a:lnTo>
                <a:lnTo>
                  <a:pt x="1536600" y="204754"/>
                </a:lnTo>
                <a:lnTo>
                  <a:pt x="1538060" y="211454"/>
                </a:lnTo>
                <a:lnTo>
                  <a:pt x="1538790" y="209990"/>
                </a:lnTo>
                <a:lnTo>
                  <a:pt x="1539520" y="212629"/>
                </a:lnTo>
                <a:lnTo>
                  <a:pt x="1540250" y="216372"/>
                </a:lnTo>
                <a:lnTo>
                  <a:pt x="1541710" y="210888"/>
                </a:lnTo>
                <a:lnTo>
                  <a:pt x="1545359" y="221787"/>
                </a:lnTo>
                <a:lnTo>
                  <a:pt x="1546089" y="217539"/>
                </a:lnTo>
                <a:lnTo>
                  <a:pt x="1546819" y="212626"/>
                </a:lnTo>
                <a:lnTo>
                  <a:pt x="1548279" y="218058"/>
                </a:lnTo>
                <a:lnTo>
                  <a:pt x="1549009" y="213718"/>
                </a:lnTo>
                <a:lnTo>
                  <a:pt x="1549739" y="222773"/>
                </a:lnTo>
                <a:lnTo>
                  <a:pt x="1551929" y="218196"/>
                </a:lnTo>
                <a:lnTo>
                  <a:pt x="1554849" y="232231"/>
                </a:lnTo>
                <a:lnTo>
                  <a:pt x="1555579" y="231912"/>
                </a:lnTo>
                <a:lnTo>
                  <a:pt x="1556309" y="229023"/>
                </a:lnTo>
                <a:lnTo>
                  <a:pt x="1557769" y="230276"/>
                </a:lnTo>
                <a:lnTo>
                  <a:pt x="1559959" y="239306"/>
                </a:lnTo>
                <a:lnTo>
                  <a:pt x="1560689" y="234570"/>
                </a:lnTo>
                <a:lnTo>
                  <a:pt x="1561419" y="228693"/>
                </a:lnTo>
                <a:lnTo>
                  <a:pt x="1562879" y="231365"/>
                </a:lnTo>
                <a:lnTo>
                  <a:pt x="1565799" y="236845"/>
                </a:lnTo>
                <a:lnTo>
                  <a:pt x="1570909" y="215856"/>
                </a:lnTo>
                <a:lnTo>
                  <a:pt x="1571639" y="217407"/>
                </a:lnTo>
                <a:lnTo>
                  <a:pt x="1573828" y="204275"/>
                </a:lnTo>
                <a:lnTo>
                  <a:pt x="1574558" y="207472"/>
                </a:lnTo>
                <a:lnTo>
                  <a:pt x="1598648" y="322051"/>
                </a:lnTo>
                <a:lnTo>
                  <a:pt x="1603757" y="348238"/>
                </a:lnTo>
                <a:lnTo>
                  <a:pt x="1611787" y="369753"/>
                </a:lnTo>
                <a:lnTo>
                  <a:pt x="1612517" y="369262"/>
                </a:lnTo>
                <a:lnTo>
                  <a:pt x="1614707" y="380919"/>
                </a:lnTo>
                <a:lnTo>
                  <a:pt x="1616897" y="379381"/>
                </a:lnTo>
                <a:lnTo>
                  <a:pt x="1621277" y="401562"/>
                </a:lnTo>
                <a:lnTo>
                  <a:pt x="1626387" y="392712"/>
                </a:lnTo>
                <a:lnTo>
                  <a:pt x="1627117" y="393836"/>
                </a:lnTo>
                <a:lnTo>
                  <a:pt x="1643906" y="417846"/>
                </a:lnTo>
                <a:lnTo>
                  <a:pt x="1646826" y="429190"/>
                </a:lnTo>
                <a:lnTo>
                  <a:pt x="1647556" y="427610"/>
                </a:lnTo>
                <a:lnTo>
                  <a:pt x="1649016" y="422162"/>
                </a:lnTo>
                <a:lnTo>
                  <a:pt x="1649746" y="423929"/>
                </a:lnTo>
                <a:lnTo>
                  <a:pt x="1655586" y="444947"/>
                </a:lnTo>
                <a:lnTo>
                  <a:pt x="1657046" y="443463"/>
                </a:lnTo>
                <a:lnTo>
                  <a:pt x="1657776" y="444848"/>
                </a:lnTo>
                <a:lnTo>
                  <a:pt x="1659236" y="455356"/>
                </a:lnTo>
                <a:lnTo>
                  <a:pt x="1660695" y="455142"/>
                </a:lnTo>
                <a:lnTo>
                  <a:pt x="1661425" y="453033"/>
                </a:lnTo>
                <a:lnTo>
                  <a:pt x="1662155" y="456702"/>
                </a:lnTo>
                <a:lnTo>
                  <a:pt x="1664345" y="465670"/>
                </a:lnTo>
                <a:lnTo>
                  <a:pt x="1665805" y="464999"/>
                </a:lnTo>
                <a:lnTo>
                  <a:pt x="1666535" y="464395"/>
                </a:lnTo>
                <a:lnTo>
                  <a:pt x="1670915" y="481298"/>
                </a:lnTo>
                <a:lnTo>
                  <a:pt x="1672375" y="482526"/>
                </a:lnTo>
                <a:lnTo>
                  <a:pt x="1673105" y="479165"/>
                </a:lnTo>
                <a:lnTo>
                  <a:pt x="1673835" y="481463"/>
                </a:lnTo>
                <a:lnTo>
                  <a:pt x="1678945" y="495366"/>
                </a:lnTo>
                <a:lnTo>
                  <a:pt x="1680405" y="492599"/>
                </a:lnTo>
                <a:lnTo>
                  <a:pt x="1681135" y="495055"/>
                </a:lnTo>
                <a:lnTo>
                  <a:pt x="1684055" y="503872"/>
                </a:lnTo>
                <a:lnTo>
                  <a:pt x="1684785" y="503437"/>
                </a:lnTo>
                <a:lnTo>
                  <a:pt x="1691354" y="517811"/>
                </a:lnTo>
                <a:lnTo>
                  <a:pt x="1693544" y="512760"/>
                </a:lnTo>
                <a:lnTo>
                  <a:pt x="1694274" y="516587"/>
                </a:lnTo>
                <a:lnTo>
                  <a:pt x="1697924" y="530585"/>
                </a:lnTo>
                <a:lnTo>
                  <a:pt x="1699384" y="526359"/>
                </a:lnTo>
                <a:lnTo>
                  <a:pt x="1700114" y="527721"/>
                </a:lnTo>
                <a:lnTo>
                  <a:pt x="1703034" y="539331"/>
                </a:lnTo>
                <a:lnTo>
                  <a:pt x="1703764" y="538283"/>
                </a:lnTo>
                <a:lnTo>
                  <a:pt x="1705224" y="533870"/>
                </a:lnTo>
                <a:lnTo>
                  <a:pt x="1705954" y="538689"/>
                </a:lnTo>
                <a:lnTo>
                  <a:pt x="1708144" y="540051"/>
                </a:lnTo>
                <a:lnTo>
                  <a:pt x="1710334" y="547933"/>
                </a:lnTo>
                <a:lnTo>
                  <a:pt x="1711064" y="545940"/>
                </a:lnTo>
                <a:lnTo>
                  <a:pt x="1711794" y="542854"/>
                </a:lnTo>
                <a:lnTo>
                  <a:pt x="1713254" y="545571"/>
                </a:lnTo>
                <a:lnTo>
                  <a:pt x="1719823" y="562422"/>
                </a:lnTo>
                <a:lnTo>
                  <a:pt x="1724933" y="569312"/>
                </a:lnTo>
                <a:lnTo>
                  <a:pt x="1721283" y="561253"/>
                </a:lnTo>
                <a:lnTo>
                  <a:pt x="1725663" y="567584"/>
                </a:lnTo>
                <a:lnTo>
                  <a:pt x="1726393" y="565427"/>
                </a:lnTo>
                <a:lnTo>
                  <a:pt x="1727123" y="566588"/>
                </a:lnTo>
                <a:lnTo>
                  <a:pt x="1729313" y="571371"/>
                </a:lnTo>
                <a:lnTo>
                  <a:pt x="1730043" y="568621"/>
                </a:lnTo>
                <a:lnTo>
                  <a:pt x="1730773" y="568560"/>
                </a:lnTo>
                <a:lnTo>
                  <a:pt x="1735153" y="583618"/>
                </a:lnTo>
                <a:lnTo>
                  <a:pt x="1740263" y="588346"/>
                </a:lnTo>
                <a:lnTo>
                  <a:pt x="1740993" y="585751"/>
                </a:lnTo>
                <a:lnTo>
                  <a:pt x="1741723" y="584513"/>
                </a:lnTo>
                <a:lnTo>
                  <a:pt x="1742453" y="585981"/>
                </a:lnTo>
                <a:lnTo>
                  <a:pt x="1743183" y="587381"/>
                </a:lnTo>
                <a:lnTo>
                  <a:pt x="1744643" y="585529"/>
                </a:lnTo>
                <a:lnTo>
                  <a:pt x="1746103" y="583919"/>
                </a:lnTo>
                <a:lnTo>
                  <a:pt x="1749753" y="590523"/>
                </a:lnTo>
                <a:lnTo>
                  <a:pt x="1751943" y="589186"/>
                </a:lnTo>
                <a:lnTo>
                  <a:pt x="1756323" y="593565"/>
                </a:lnTo>
                <a:lnTo>
                  <a:pt x="1760702" y="592538"/>
                </a:lnTo>
                <a:lnTo>
                  <a:pt x="1765082" y="598231"/>
                </a:lnTo>
                <a:lnTo>
                  <a:pt x="1766542" y="595393"/>
                </a:lnTo>
                <a:lnTo>
                  <a:pt x="1768002" y="596843"/>
                </a:lnTo>
                <a:lnTo>
                  <a:pt x="1769462" y="599143"/>
                </a:lnTo>
                <a:lnTo>
                  <a:pt x="1770192" y="597142"/>
                </a:lnTo>
                <a:lnTo>
                  <a:pt x="1771652" y="593254"/>
                </a:lnTo>
                <a:lnTo>
                  <a:pt x="1772382" y="595991"/>
                </a:lnTo>
                <a:lnTo>
                  <a:pt x="1775302" y="601399"/>
                </a:lnTo>
                <a:lnTo>
                  <a:pt x="1782602" y="595070"/>
                </a:lnTo>
                <a:lnTo>
                  <a:pt x="1785522" y="601216"/>
                </a:lnTo>
                <a:lnTo>
                  <a:pt x="1786251" y="600205"/>
                </a:lnTo>
                <a:lnTo>
                  <a:pt x="1789171" y="592634"/>
                </a:lnTo>
                <a:lnTo>
                  <a:pt x="1789901" y="593904"/>
                </a:lnTo>
                <a:lnTo>
                  <a:pt x="1790631" y="593521"/>
                </a:lnTo>
                <a:lnTo>
                  <a:pt x="1794281" y="598709"/>
                </a:lnTo>
                <a:lnTo>
                  <a:pt x="1795741" y="596970"/>
                </a:lnTo>
                <a:lnTo>
                  <a:pt x="1797201" y="598153"/>
                </a:lnTo>
                <a:lnTo>
                  <a:pt x="1798661" y="600727"/>
                </a:lnTo>
                <a:lnTo>
                  <a:pt x="1800851" y="603157"/>
                </a:lnTo>
                <a:lnTo>
                  <a:pt x="1803041" y="599975"/>
                </a:lnTo>
                <a:lnTo>
                  <a:pt x="1804501" y="605241"/>
                </a:lnTo>
                <a:lnTo>
                  <a:pt x="1805961" y="601899"/>
                </a:lnTo>
                <a:lnTo>
                  <a:pt x="1806691" y="604143"/>
                </a:lnTo>
                <a:lnTo>
                  <a:pt x="1808151" y="601547"/>
                </a:lnTo>
                <a:lnTo>
                  <a:pt x="1815450" y="605312"/>
                </a:lnTo>
                <a:lnTo>
                  <a:pt x="1816180" y="608051"/>
                </a:lnTo>
                <a:lnTo>
                  <a:pt x="1816910" y="603912"/>
                </a:lnTo>
                <a:lnTo>
                  <a:pt x="1818370" y="597870"/>
                </a:lnTo>
                <a:lnTo>
                  <a:pt x="1820560" y="598519"/>
                </a:lnTo>
                <a:lnTo>
                  <a:pt x="1822020" y="603048"/>
                </a:lnTo>
                <a:lnTo>
                  <a:pt x="1823480" y="601343"/>
                </a:lnTo>
                <a:lnTo>
                  <a:pt x="1824210" y="601296"/>
                </a:lnTo>
                <a:lnTo>
                  <a:pt x="1824940" y="598582"/>
                </a:lnTo>
                <a:lnTo>
                  <a:pt x="1826400" y="603091"/>
                </a:lnTo>
                <a:lnTo>
                  <a:pt x="1827130" y="604444"/>
                </a:lnTo>
                <a:lnTo>
                  <a:pt x="1828590" y="603089"/>
                </a:lnTo>
                <a:lnTo>
                  <a:pt x="1829320" y="599500"/>
                </a:lnTo>
                <a:lnTo>
                  <a:pt x="1830780" y="605490"/>
                </a:lnTo>
                <a:lnTo>
                  <a:pt x="1833700" y="610522"/>
                </a:lnTo>
                <a:lnTo>
                  <a:pt x="1834430" y="606622"/>
                </a:lnTo>
                <a:lnTo>
                  <a:pt x="1835890" y="610545"/>
                </a:lnTo>
                <a:lnTo>
                  <a:pt x="1836620" y="609304"/>
                </a:lnTo>
                <a:lnTo>
                  <a:pt x="1837350" y="610083"/>
                </a:lnTo>
                <a:lnTo>
                  <a:pt x="1838810" y="617402"/>
                </a:lnTo>
                <a:lnTo>
                  <a:pt x="1840270" y="611596"/>
                </a:lnTo>
                <a:lnTo>
                  <a:pt x="1841730" y="613985"/>
                </a:lnTo>
                <a:lnTo>
                  <a:pt x="1842460" y="619145"/>
                </a:lnTo>
                <a:lnTo>
                  <a:pt x="1844649" y="617443"/>
                </a:lnTo>
                <a:lnTo>
                  <a:pt x="1845379" y="617664"/>
                </a:lnTo>
                <a:lnTo>
                  <a:pt x="1846839" y="612013"/>
                </a:lnTo>
                <a:lnTo>
                  <a:pt x="1848299" y="615441"/>
                </a:lnTo>
                <a:lnTo>
                  <a:pt x="1851949" y="620578"/>
                </a:lnTo>
                <a:lnTo>
                  <a:pt x="1853409" y="610292"/>
                </a:lnTo>
                <a:lnTo>
                  <a:pt x="1854139" y="614627"/>
                </a:lnTo>
                <a:lnTo>
                  <a:pt x="1855599" y="620288"/>
                </a:lnTo>
                <a:lnTo>
                  <a:pt x="1857059" y="616375"/>
                </a:lnTo>
                <a:lnTo>
                  <a:pt x="1860709" y="623159"/>
                </a:lnTo>
                <a:lnTo>
                  <a:pt x="1862899" y="613303"/>
                </a:lnTo>
                <a:lnTo>
                  <a:pt x="1863629" y="616967"/>
                </a:lnTo>
                <a:lnTo>
                  <a:pt x="1868739" y="623076"/>
                </a:lnTo>
                <a:lnTo>
                  <a:pt x="1869469" y="620588"/>
                </a:lnTo>
                <a:lnTo>
                  <a:pt x="1870199" y="621625"/>
                </a:lnTo>
                <a:lnTo>
                  <a:pt x="1873848" y="628219"/>
                </a:lnTo>
                <a:lnTo>
                  <a:pt x="1875308" y="622115"/>
                </a:lnTo>
                <a:lnTo>
                  <a:pt x="1876038" y="624586"/>
                </a:lnTo>
                <a:lnTo>
                  <a:pt x="1878228" y="638583"/>
                </a:lnTo>
                <a:lnTo>
                  <a:pt x="1878958" y="629464"/>
                </a:lnTo>
                <a:lnTo>
                  <a:pt x="1879688" y="630112"/>
                </a:lnTo>
                <a:lnTo>
                  <a:pt x="1880418" y="635976"/>
                </a:lnTo>
                <a:lnTo>
                  <a:pt x="1881878" y="630770"/>
                </a:lnTo>
                <a:lnTo>
                  <a:pt x="1886988" y="632261"/>
                </a:lnTo>
                <a:lnTo>
                  <a:pt x="1889908" y="628636"/>
                </a:lnTo>
                <a:lnTo>
                  <a:pt x="1892098" y="623873"/>
                </a:lnTo>
                <a:lnTo>
                  <a:pt x="1892828" y="626283"/>
                </a:lnTo>
                <a:lnTo>
                  <a:pt x="1893558" y="628073"/>
                </a:lnTo>
                <a:lnTo>
                  <a:pt x="1894288" y="625632"/>
                </a:lnTo>
                <a:lnTo>
                  <a:pt x="1895018" y="625371"/>
                </a:lnTo>
                <a:lnTo>
                  <a:pt x="1896478" y="627054"/>
                </a:lnTo>
                <a:lnTo>
                  <a:pt x="1897208" y="628840"/>
                </a:lnTo>
                <a:lnTo>
                  <a:pt x="1897938" y="624763"/>
                </a:lnTo>
                <a:lnTo>
                  <a:pt x="1900128" y="624763"/>
                </a:lnTo>
                <a:lnTo>
                  <a:pt x="1900858" y="621132"/>
                </a:lnTo>
                <a:lnTo>
                  <a:pt x="1901587" y="624031"/>
                </a:lnTo>
                <a:lnTo>
                  <a:pt x="1902317" y="628023"/>
                </a:lnTo>
                <a:lnTo>
                  <a:pt x="1904507" y="625454"/>
                </a:lnTo>
                <a:lnTo>
                  <a:pt x="1906697" y="622026"/>
                </a:lnTo>
                <a:lnTo>
                  <a:pt x="1907427" y="626045"/>
                </a:lnTo>
                <a:lnTo>
                  <a:pt x="1908887" y="622862"/>
                </a:lnTo>
                <a:lnTo>
                  <a:pt x="1909617" y="621090"/>
                </a:lnTo>
                <a:lnTo>
                  <a:pt x="1910347" y="626932"/>
                </a:lnTo>
                <a:lnTo>
                  <a:pt x="1911807" y="622786"/>
                </a:lnTo>
                <a:lnTo>
                  <a:pt x="1915457" y="616482"/>
                </a:lnTo>
                <a:lnTo>
                  <a:pt x="1916187" y="618359"/>
                </a:lnTo>
                <a:lnTo>
                  <a:pt x="1916917" y="614242"/>
                </a:lnTo>
                <a:lnTo>
                  <a:pt x="1917647" y="613471"/>
                </a:lnTo>
                <a:lnTo>
                  <a:pt x="1918377" y="615124"/>
                </a:lnTo>
                <a:lnTo>
                  <a:pt x="1919837" y="618175"/>
                </a:lnTo>
                <a:lnTo>
                  <a:pt x="1921297" y="615937"/>
                </a:lnTo>
                <a:lnTo>
                  <a:pt x="1922757" y="614056"/>
                </a:lnTo>
                <a:lnTo>
                  <a:pt x="1923487" y="616825"/>
                </a:lnTo>
                <a:lnTo>
                  <a:pt x="1924217" y="619251"/>
                </a:lnTo>
                <a:lnTo>
                  <a:pt x="1925677" y="615795"/>
                </a:lnTo>
                <a:lnTo>
                  <a:pt x="1926407" y="614823"/>
                </a:lnTo>
                <a:lnTo>
                  <a:pt x="1927137" y="618075"/>
                </a:lnTo>
                <a:lnTo>
                  <a:pt x="1927867" y="618837"/>
                </a:lnTo>
                <a:lnTo>
                  <a:pt x="1929327" y="614285"/>
                </a:lnTo>
                <a:lnTo>
                  <a:pt x="1930786" y="616503"/>
                </a:lnTo>
                <a:lnTo>
                  <a:pt x="1931516" y="618158"/>
                </a:lnTo>
                <a:lnTo>
                  <a:pt x="1932246" y="617180"/>
                </a:lnTo>
                <a:lnTo>
                  <a:pt x="1933706" y="614193"/>
                </a:lnTo>
                <a:lnTo>
                  <a:pt x="1935166" y="616268"/>
                </a:lnTo>
                <a:lnTo>
                  <a:pt x="1936626" y="620646"/>
                </a:lnTo>
                <a:lnTo>
                  <a:pt x="1937356" y="616477"/>
                </a:lnTo>
                <a:lnTo>
                  <a:pt x="1938086" y="615619"/>
                </a:lnTo>
                <a:lnTo>
                  <a:pt x="1938816" y="618745"/>
                </a:lnTo>
                <a:lnTo>
                  <a:pt x="1939546" y="623105"/>
                </a:lnTo>
                <a:lnTo>
                  <a:pt x="1941006" y="616004"/>
                </a:lnTo>
                <a:lnTo>
                  <a:pt x="1941736" y="614556"/>
                </a:lnTo>
                <a:lnTo>
                  <a:pt x="1942466" y="617930"/>
                </a:lnTo>
                <a:lnTo>
                  <a:pt x="1943196" y="618618"/>
                </a:lnTo>
                <a:lnTo>
                  <a:pt x="1943926" y="616506"/>
                </a:lnTo>
                <a:lnTo>
                  <a:pt x="1944656" y="615305"/>
                </a:lnTo>
                <a:lnTo>
                  <a:pt x="1946116" y="616504"/>
                </a:lnTo>
                <a:lnTo>
                  <a:pt x="1946846" y="618149"/>
                </a:lnTo>
                <a:lnTo>
                  <a:pt x="1947576" y="616098"/>
                </a:lnTo>
                <a:lnTo>
                  <a:pt x="1950496" y="613190"/>
                </a:lnTo>
                <a:lnTo>
                  <a:pt x="1951226" y="614051"/>
                </a:lnTo>
                <a:lnTo>
                  <a:pt x="1954146" y="614966"/>
                </a:lnTo>
                <a:lnTo>
                  <a:pt x="1956336" y="618788"/>
                </a:lnTo>
                <a:lnTo>
                  <a:pt x="1957796" y="612347"/>
                </a:lnTo>
                <a:lnTo>
                  <a:pt x="1959985" y="613194"/>
                </a:lnTo>
                <a:lnTo>
                  <a:pt x="1965826" y="617831"/>
                </a:lnTo>
                <a:lnTo>
                  <a:pt x="1966556" y="615487"/>
                </a:lnTo>
                <a:lnTo>
                  <a:pt x="1967286" y="617379"/>
                </a:lnTo>
                <a:lnTo>
                  <a:pt x="1968746" y="620629"/>
                </a:lnTo>
                <a:lnTo>
                  <a:pt x="1969476" y="616928"/>
                </a:lnTo>
                <a:lnTo>
                  <a:pt x="1970935" y="618829"/>
                </a:lnTo>
                <a:lnTo>
                  <a:pt x="1973125" y="621729"/>
                </a:lnTo>
                <a:lnTo>
                  <a:pt x="1973855" y="619942"/>
                </a:lnTo>
                <a:lnTo>
                  <a:pt x="1974585" y="618341"/>
                </a:lnTo>
                <a:lnTo>
                  <a:pt x="1975315" y="620659"/>
                </a:lnTo>
                <a:lnTo>
                  <a:pt x="1976775" y="623385"/>
                </a:lnTo>
                <a:lnTo>
                  <a:pt x="1978235" y="622010"/>
                </a:lnTo>
                <a:lnTo>
                  <a:pt x="1980425" y="623430"/>
                </a:lnTo>
                <a:lnTo>
                  <a:pt x="1981155" y="619724"/>
                </a:lnTo>
                <a:lnTo>
                  <a:pt x="1986265" y="626466"/>
                </a:lnTo>
                <a:lnTo>
                  <a:pt x="1987725" y="621281"/>
                </a:lnTo>
                <a:lnTo>
                  <a:pt x="1988455" y="622619"/>
                </a:lnTo>
                <a:lnTo>
                  <a:pt x="1990645" y="630749"/>
                </a:lnTo>
                <a:lnTo>
                  <a:pt x="1991375" y="629405"/>
                </a:lnTo>
                <a:lnTo>
                  <a:pt x="1993565" y="623942"/>
                </a:lnTo>
                <a:lnTo>
                  <a:pt x="1994295" y="624303"/>
                </a:lnTo>
                <a:lnTo>
                  <a:pt x="1998674" y="630147"/>
                </a:lnTo>
                <a:lnTo>
                  <a:pt x="2000134" y="626239"/>
                </a:lnTo>
                <a:lnTo>
                  <a:pt x="2001594" y="626988"/>
                </a:lnTo>
                <a:lnTo>
                  <a:pt x="2002324" y="629292"/>
                </a:lnTo>
                <a:lnTo>
                  <a:pt x="2003054" y="626001"/>
                </a:lnTo>
                <a:lnTo>
                  <a:pt x="2003784" y="622991"/>
                </a:lnTo>
                <a:lnTo>
                  <a:pt x="2005244" y="627819"/>
                </a:lnTo>
                <a:lnTo>
                  <a:pt x="2005974" y="630306"/>
                </a:lnTo>
                <a:lnTo>
                  <a:pt x="2007434" y="627050"/>
                </a:lnTo>
                <a:lnTo>
                  <a:pt x="2008894" y="627630"/>
                </a:lnTo>
                <a:lnTo>
                  <a:pt x="2011084" y="624652"/>
                </a:lnTo>
                <a:lnTo>
                  <a:pt x="2012544" y="630413"/>
                </a:lnTo>
                <a:lnTo>
                  <a:pt x="2014004" y="626789"/>
                </a:lnTo>
                <a:lnTo>
                  <a:pt x="2014734" y="625611"/>
                </a:lnTo>
                <a:lnTo>
                  <a:pt x="2015464" y="628830"/>
                </a:lnTo>
                <a:lnTo>
                  <a:pt x="2016194" y="629342"/>
                </a:lnTo>
                <a:lnTo>
                  <a:pt x="2016924" y="625199"/>
                </a:lnTo>
                <a:lnTo>
                  <a:pt x="2019114" y="626452"/>
                </a:lnTo>
                <a:lnTo>
                  <a:pt x="2021304" y="630058"/>
                </a:lnTo>
                <a:lnTo>
                  <a:pt x="2022034" y="626687"/>
                </a:lnTo>
                <a:lnTo>
                  <a:pt x="2024224" y="628168"/>
                </a:lnTo>
                <a:lnTo>
                  <a:pt x="2024954" y="629626"/>
                </a:lnTo>
                <a:lnTo>
                  <a:pt x="2025684" y="626285"/>
                </a:lnTo>
                <a:lnTo>
                  <a:pt x="2026414" y="626244"/>
                </a:lnTo>
                <a:lnTo>
                  <a:pt x="2027144" y="629659"/>
                </a:lnTo>
                <a:lnTo>
                  <a:pt x="2029333" y="627999"/>
                </a:lnTo>
                <a:lnTo>
                  <a:pt x="2032253" y="632087"/>
                </a:lnTo>
                <a:lnTo>
                  <a:pt x="2032983" y="626992"/>
                </a:lnTo>
                <a:lnTo>
                  <a:pt x="2034443" y="631730"/>
                </a:lnTo>
                <a:lnTo>
                  <a:pt x="2035903" y="631622"/>
                </a:lnTo>
                <a:lnTo>
                  <a:pt x="2036633" y="628647"/>
                </a:lnTo>
                <a:lnTo>
                  <a:pt x="2038823" y="630259"/>
                </a:lnTo>
                <a:lnTo>
                  <a:pt x="2043203" y="628665"/>
                </a:lnTo>
                <a:lnTo>
                  <a:pt x="2043933" y="627595"/>
                </a:lnTo>
                <a:lnTo>
                  <a:pt x="2044663" y="628257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path 108"/>
          <p:cNvSpPr/>
          <p:nvPr/>
        </p:nvSpPr>
        <p:spPr>
          <a:xfrm>
            <a:off x="3822290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path 109"/>
          <p:cNvSpPr/>
          <p:nvPr/>
        </p:nvSpPr>
        <p:spPr>
          <a:xfrm>
            <a:off x="6071419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path 110"/>
          <p:cNvSpPr/>
          <p:nvPr/>
        </p:nvSpPr>
        <p:spPr>
          <a:xfrm>
            <a:off x="3822290" y="4018248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path 111"/>
          <p:cNvSpPr/>
          <p:nvPr/>
        </p:nvSpPr>
        <p:spPr>
          <a:xfrm>
            <a:off x="3822290" y="2843240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408621" y="2555727"/>
            <a:ext cx="1120086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3B6CA8"/>
                </a:solidFill>
                <a:latin typeface="Times New Roman"/>
              </a:rPr>
              <a:t>Robot A · right</a:t>
            </a:r>
          </a:p>
        </p:txBody>
      </p:sp>
      <p:sp>
        <p:nvSpPr>
          <p:cNvPr id="161" name="Editable path 112"/>
          <p:cNvSpPr/>
          <p:nvPr/>
        </p:nvSpPr>
        <p:spPr>
          <a:xfrm>
            <a:off x="3822290" y="4619069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path 113"/>
          <p:cNvSpPr/>
          <p:nvPr/>
        </p:nvSpPr>
        <p:spPr>
          <a:xfrm>
            <a:off x="3924523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path 114"/>
          <p:cNvSpPr/>
          <p:nvPr/>
        </p:nvSpPr>
        <p:spPr>
          <a:xfrm>
            <a:off x="3924523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888998" y="5940478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65" name="Editable path 115"/>
          <p:cNvSpPr/>
          <p:nvPr/>
        </p:nvSpPr>
        <p:spPr>
          <a:xfrm>
            <a:off x="4654499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path 116"/>
          <p:cNvSpPr/>
          <p:nvPr/>
        </p:nvSpPr>
        <p:spPr>
          <a:xfrm>
            <a:off x="4654499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83450" y="5940478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68" name="Editable path 117"/>
          <p:cNvSpPr/>
          <p:nvPr/>
        </p:nvSpPr>
        <p:spPr>
          <a:xfrm>
            <a:off x="5384475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path 118"/>
          <p:cNvSpPr/>
          <p:nvPr/>
        </p:nvSpPr>
        <p:spPr>
          <a:xfrm>
            <a:off x="5384475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313426" y="5940478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377352" y="6169463"/>
            <a:ext cx="117548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Reference time (s)</a:t>
            </a:r>
          </a:p>
        </p:txBody>
      </p:sp>
      <p:sp>
        <p:nvSpPr>
          <p:cNvPr id="172" name="Editable path 119"/>
          <p:cNvSpPr/>
          <p:nvPr/>
        </p:nvSpPr>
        <p:spPr>
          <a:xfrm>
            <a:off x="3822290" y="5702430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path 120"/>
          <p:cNvSpPr/>
          <p:nvPr/>
        </p:nvSpPr>
        <p:spPr>
          <a:xfrm>
            <a:off x="3739400" y="5702430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417089" y="5634573"/>
            <a:ext cx="274959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−50</a:t>
            </a:r>
          </a:p>
        </p:txBody>
      </p:sp>
      <p:sp>
        <p:nvSpPr>
          <p:cNvPr id="175" name="Editable path 121"/>
          <p:cNvSpPr/>
          <p:nvPr/>
        </p:nvSpPr>
        <p:spPr>
          <a:xfrm>
            <a:off x="3822290" y="5184672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path 122"/>
          <p:cNvSpPr/>
          <p:nvPr/>
        </p:nvSpPr>
        <p:spPr>
          <a:xfrm>
            <a:off x="3739400" y="5184672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585460" y="5116816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78" name="Editable path 123"/>
          <p:cNvSpPr/>
          <p:nvPr/>
        </p:nvSpPr>
        <p:spPr>
          <a:xfrm>
            <a:off x="3822290" y="4666915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path 124"/>
          <p:cNvSpPr/>
          <p:nvPr/>
        </p:nvSpPr>
        <p:spPr>
          <a:xfrm>
            <a:off x="3739400" y="4666915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514411" y="4599059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181" name="Editable path 125"/>
          <p:cNvSpPr/>
          <p:nvPr/>
        </p:nvSpPr>
        <p:spPr>
          <a:xfrm>
            <a:off x="3924523" y="5129439"/>
            <a:ext cx="2044663" cy="611229"/>
          </a:xfrm>
          <a:custGeom>
            <a:avLst/>
            <a:gdLst/>
            <a:ahLst/>
            <a:cxnLst/>
            <a:rect l="l" t="t" r="r" b="b"/>
            <a:pathLst>
              <a:path w="2044663" h="611229">
                <a:moveTo>
                  <a:pt x="0" y="48412"/>
                </a:moveTo>
                <a:lnTo>
                  <a:pt x="4380" y="39092"/>
                </a:lnTo>
                <a:lnTo>
                  <a:pt x="5840" y="42939"/>
                </a:lnTo>
                <a:lnTo>
                  <a:pt x="6570" y="36893"/>
                </a:lnTo>
                <a:lnTo>
                  <a:pt x="8760" y="33208"/>
                </a:lnTo>
                <a:lnTo>
                  <a:pt x="9490" y="38759"/>
                </a:lnTo>
                <a:lnTo>
                  <a:pt x="10220" y="30914"/>
                </a:lnTo>
                <a:lnTo>
                  <a:pt x="11680" y="35946"/>
                </a:lnTo>
                <a:lnTo>
                  <a:pt x="13140" y="34341"/>
                </a:lnTo>
                <a:lnTo>
                  <a:pt x="13870" y="37132"/>
                </a:lnTo>
                <a:lnTo>
                  <a:pt x="15330" y="35989"/>
                </a:lnTo>
                <a:lnTo>
                  <a:pt x="16790" y="28165"/>
                </a:lnTo>
                <a:lnTo>
                  <a:pt x="17520" y="34287"/>
                </a:lnTo>
                <a:lnTo>
                  <a:pt x="18980" y="36881"/>
                </a:lnTo>
                <a:lnTo>
                  <a:pt x="20440" y="35471"/>
                </a:lnTo>
                <a:lnTo>
                  <a:pt x="23360" y="20120"/>
                </a:lnTo>
                <a:lnTo>
                  <a:pt x="24090" y="32589"/>
                </a:lnTo>
                <a:lnTo>
                  <a:pt x="24820" y="33164"/>
                </a:lnTo>
                <a:lnTo>
                  <a:pt x="25550" y="37158"/>
                </a:lnTo>
                <a:lnTo>
                  <a:pt x="26280" y="30413"/>
                </a:lnTo>
                <a:lnTo>
                  <a:pt x="27009" y="23413"/>
                </a:lnTo>
                <a:lnTo>
                  <a:pt x="28469" y="31701"/>
                </a:lnTo>
                <a:lnTo>
                  <a:pt x="29199" y="24129"/>
                </a:lnTo>
                <a:lnTo>
                  <a:pt x="29929" y="31088"/>
                </a:lnTo>
                <a:lnTo>
                  <a:pt x="31389" y="21695"/>
                </a:lnTo>
                <a:lnTo>
                  <a:pt x="32119" y="29868"/>
                </a:lnTo>
                <a:lnTo>
                  <a:pt x="32849" y="30683"/>
                </a:lnTo>
                <a:lnTo>
                  <a:pt x="34309" y="19528"/>
                </a:lnTo>
                <a:lnTo>
                  <a:pt x="35039" y="19782"/>
                </a:lnTo>
                <a:lnTo>
                  <a:pt x="35769" y="27823"/>
                </a:lnTo>
                <a:lnTo>
                  <a:pt x="37229" y="21811"/>
                </a:lnTo>
                <a:lnTo>
                  <a:pt x="37959" y="21533"/>
                </a:lnTo>
                <a:lnTo>
                  <a:pt x="40149" y="30507"/>
                </a:lnTo>
                <a:lnTo>
                  <a:pt x="42339" y="29311"/>
                </a:lnTo>
                <a:lnTo>
                  <a:pt x="43069" y="31716"/>
                </a:lnTo>
                <a:lnTo>
                  <a:pt x="43799" y="22183"/>
                </a:lnTo>
                <a:lnTo>
                  <a:pt x="45259" y="31898"/>
                </a:lnTo>
                <a:lnTo>
                  <a:pt x="48179" y="24681"/>
                </a:lnTo>
                <a:lnTo>
                  <a:pt x="50369" y="17176"/>
                </a:lnTo>
                <a:lnTo>
                  <a:pt x="51099" y="18111"/>
                </a:lnTo>
                <a:lnTo>
                  <a:pt x="51829" y="19757"/>
                </a:lnTo>
                <a:lnTo>
                  <a:pt x="54019" y="31104"/>
                </a:lnTo>
                <a:lnTo>
                  <a:pt x="54749" y="29347"/>
                </a:lnTo>
                <a:lnTo>
                  <a:pt x="55478" y="18928"/>
                </a:lnTo>
                <a:lnTo>
                  <a:pt x="57668" y="20015"/>
                </a:lnTo>
                <a:lnTo>
                  <a:pt x="58398" y="19686"/>
                </a:lnTo>
                <a:lnTo>
                  <a:pt x="59128" y="25958"/>
                </a:lnTo>
                <a:lnTo>
                  <a:pt x="59858" y="15369"/>
                </a:lnTo>
                <a:lnTo>
                  <a:pt x="60588" y="16140"/>
                </a:lnTo>
                <a:lnTo>
                  <a:pt x="62778" y="17697"/>
                </a:lnTo>
                <a:lnTo>
                  <a:pt x="65698" y="20733"/>
                </a:lnTo>
                <a:lnTo>
                  <a:pt x="67158" y="21075"/>
                </a:lnTo>
                <a:lnTo>
                  <a:pt x="67888" y="26257"/>
                </a:lnTo>
                <a:lnTo>
                  <a:pt x="69348" y="23945"/>
                </a:lnTo>
                <a:lnTo>
                  <a:pt x="70078" y="20278"/>
                </a:lnTo>
                <a:lnTo>
                  <a:pt x="70808" y="24615"/>
                </a:lnTo>
                <a:lnTo>
                  <a:pt x="71538" y="21897"/>
                </a:lnTo>
                <a:lnTo>
                  <a:pt x="72998" y="24397"/>
                </a:lnTo>
                <a:lnTo>
                  <a:pt x="73728" y="22819"/>
                </a:lnTo>
                <a:lnTo>
                  <a:pt x="74458" y="17506"/>
                </a:lnTo>
                <a:lnTo>
                  <a:pt x="75188" y="25084"/>
                </a:lnTo>
                <a:lnTo>
                  <a:pt x="75918" y="27687"/>
                </a:lnTo>
                <a:lnTo>
                  <a:pt x="76648" y="23229"/>
                </a:lnTo>
                <a:lnTo>
                  <a:pt x="78108" y="15289"/>
                </a:lnTo>
                <a:lnTo>
                  <a:pt x="79568" y="18720"/>
                </a:lnTo>
                <a:lnTo>
                  <a:pt x="81028" y="27298"/>
                </a:lnTo>
                <a:lnTo>
                  <a:pt x="81758" y="26163"/>
                </a:lnTo>
                <a:lnTo>
                  <a:pt x="82488" y="16583"/>
                </a:lnTo>
                <a:lnTo>
                  <a:pt x="83948" y="21798"/>
                </a:lnTo>
                <a:lnTo>
                  <a:pt x="84677" y="27996"/>
                </a:lnTo>
                <a:lnTo>
                  <a:pt x="86137" y="18635"/>
                </a:lnTo>
                <a:lnTo>
                  <a:pt x="87597" y="26334"/>
                </a:lnTo>
                <a:lnTo>
                  <a:pt x="89787" y="14578"/>
                </a:lnTo>
                <a:lnTo>
                  <a:pt x="90517" y="21125"/>
                </a:lnTo>
                <a:lnTo>
                  <a:pt x="91247" y="15542"/>
                </a:lnTo>
                <a:lnTo>
                  <a:pt x="92707" y="22748"/>
                </a:lnTo>
                <a:lnTo>
                  <a:pt x="93437" y="22523"/>
                </a:lnTo>
                <a:lnTo>
                  <a:pt x="96357" y="12906"/>
                </a:lnTo>
                <a:lnTo>
                  <a:pt x="97817" y="20561"/>
                </a:lnTo>
                <a:lnTo>
                  <a:pt x="100007" y="19805"/>
                </a:lnTo>
                <a:lnTo>
                  <a:pt x="102927" y="15706"/>
                </a:lnTo>
                <a:lnTo>
                  <a:pt x="105117" y="20301"/>
                </a:lnTo>
                <a:lnTo>
                  <a:pt x="105847" y="17846"/>
                </a:lnTo>
                <a:lnTo>
                  <a:pt x="106577" y="17628"/>
                </a:lnTo>
                <a:lnTo>
                  <a:pt x="108037" y="24400"/>
                </a:lnTo>
                <a:lnTo>
                  <a:pt x="109497" y="21668"/>
                </a:lnTo>
                <a:lnTo>
                  <a:pt x="110227" y="21884"/>
                </a:lnTo>
                <a:lnTo>
                  <a:pt x="111687" y="18940"/>
                </a:lnTo>
                <a:lnTo>
                  <a:pt x="113147" y="20329"/>
                </a:lnTo>
                <a:lnTo>
                  <a:pt x="116066" y="23297"/>
                </a:lnTo>
                <a:lnTo>
                  <a:pt x="118256" y="17648"/>
                </a:lnTo>
                <a:lnTo>
                  <a:pt x="117526" y="26019"/>
                </a:lnTo>
                <a:lnTo>
                  <a:pt x="118986" y="20941"/>
                </a:lnTo>
                <a:lnTo>
                  <a:pt x="120446" y="29306"/>
                </a:lnTo>
                <a:lnTo>
                  <a:pt x="121906" y="24104"/>
                </a:lnTo>
                <a:lnTo>
                  <a:pt x="122636" y="14374"/>
                </a:lnTo>
                <a:lnTo>
                  <a:pt x="124826" y="17594"/>
                </a:lnTo>
                <a:lnTo>
                  <a:pt x="127016" y="22845"/>
                </a:lnTo>
                <a:lnTo>
                  <a:pt x="126286" y="15985"/>
                </a:lnTo>
                <a:lnTo>
                  <a:pt x="127746" y="20935"/>
                </a:lnTo>
                <a:lnTo>
                  <a:pt x="129206" y="22030"/>
                </a:lnTo>
                <a:lnTo>
                  <a:pt x="131396" y="12718"/>
                </a:lnTo>
                <a:lnTo>
                  <a:pt x="132856" y="16208"/>
                </a:lnTo>
                <a:lnTo>
                  <a:pt x="133586" y="13397"/>
                </a:lnTo>
                <a:lnTo>
                  <a:pt x="134316" y="13583"/>
                </a:lnTo>
                <a:lnTo>
                  <a:pt x="137236" y="19403"/>
                </a:lnTo>
                <a:lnTo>
                  <a:pt x="139426" y="15055"/>
                </a:lnTo>
                <a:lnTo>
                  <a:pt x="140156" y="19138"/>
                </a:lnTo>
                <a:lnTo>
                  <a:pt x="140886" y="13448"/>
                </a:lnTo>
                <a:lnTo>
                  <a:pt x="142345" y="20645"/>
                </a:lnTo>
                <a:lnTo>
                  <a:pt x="143075" y="19117"/>
                </a:lnTo>
                <a:lnTo>
                  <a:pt x="143805" y="21517"/>
                </a:lnTo>
                <a:lnTo>
                  <a:pt x="145995" y="24278"/>
                </a:lnTo>
                <a:lnTo>
                  <a:pt x="145265" y="21086"/>
                </a:lnTo>
                <a:lnTo>
                  <a:pt x="146725" y="22723"/>
                </a:lnTo>
                <a:lnTo>
                  <a:pt x="148915" y="14990"/>
                </a:lnTo>
                <a:lnTo>
                  <a:pt x="149645" y="18050"/>
                </a:lnTo>
                <a:lnTo>
                  <a:pt x="154025" y="26901"/>
                </a:lnTo>
                <a:lnTo>
                  <a:pt x="156215" y="25706"/>
                </a:lnTo>
                <a:lnTo>
                  <a:pt x="156945" y="21905"/>
                </a:lnTo>
                <a:lnTo>
                  <a:pt x="158405" y="24319"/>
                </a:lnTo>
                <a:lnTo>
                  <a:pt x="159135" y="27435"/>
                </a:lnTo>
                <a:lnTo>
                  <a:pt x="160595" y="25187"/>
                </a:lnTo>
                <a:lnTo>
                  <a:pt x="164245" y="12559"/>
                </a:lnTo>
                <a:lnTo>
                  <a:pt x="169355" y="17284"/>
                </a:lnTo>
                <a:lnTo>
                  <a:pt x="165705" y="10935"/>
                </a:lnTo>
                <a:lnTo>
                  <a:pt x="170085" y="16670"/>
                </a:lnTo>
                <a:lnTo>
                  <a:pt x="171544" y="16993"/>
                </a:lnTo>
                <a:lnTo>
                  <a:pt x="172274" y="19065"/>
                </a:lnTo>
                <a:lnTo>
                  <a:pt x="173004" y="15088"/>
                </a:lnTo>
                <a:lnTo>
                  <a:pt x="173734" y="16643"/>
                </a:lnTo>
                <a:lnTo>
                  <a:pt x="175924" y="18189"/>
                </a:lnTo>
                <a:lnTo>
                  <a:pt x="177384" y="10414"/>
                </a:lnTo>
                <a:lnTo>
                  <a:pt x="178844" y="13299"/>
                </a:lnTo>
                <a:lnTo>
                  <a:pt x="179574" y="14949"/>
                </a:lnTo>
                <a:lnTo>
                  <a:pt x="181034" y="12859"/>
                </a:lnTo>
                <a:lnTo>
                  <a:pt x="181764" y="10858"/>
                </a:lnTo>
                <a:lnTo>
                  <a:pt x="182494" y="13714"/>
                </a:lnTo>
                <a:lnTo>
                  <a:pt x="183224" y="12501"/>
                </a:lnTo>
                <a:lnTo>
                  <a:pt x="183954" y="15685"/>
                </a:lnTo>
                <a:lnTo>
                  <a:pt x="185414" y="12958"/>
                </a:lnTo>
                <a:lnTo>
                  <a:pt x="186874" y="12660"/>
                </a:lnTo>
                <a:lnTo>
                  <a:pt x="191254" y="24152"/>
                </a:lnTo>
                <a:lnTo>
                  <a:pt x="193444" y="12299"/>
                </a:lnTo>
                <a:lnTo>
                  <a:pt x="194174" y="14504"/>
                </a:lnTo>
                <a:lnTo>
                  <a:pt x="196364" y="20070"/>
                </a:lnTo>
                <a:lnTo>
                  <a:pt x="197094" y="18219"/>
                </a:lnTo>
                <a:lnTo>
                  <a:pt x="197824" y="17173"/>
                </a:lnTo>
                <a:lnTo>
                  <a:pt x="198554" y="18930"/>
                </a:lnTo>
                <a:lnTo>
                  <a:pt x="200743" y="19581"/>
                </a:lnTo>
                <a:lnTo>
                  <a:pt x="201473" y="18643"/>
                </a:lnTo>
                <a:lnTo>
                  <a:pt x="209503" y="16446"/>
                </a:lnTo>
                <a:lnTo>
                  <a:pt x="211693" y="9047"/>
                </a:lnTo>
                <a:lnTo>
                  <a:pt x="212423" y="13149"/>
                </a:lnTo>
                <a:lnTo>
                  <a:pt x="214613" y="24483"/>
                </a:lnTo>
                <a:lnTo>
                  <a:pt x="215343" y="22400"/>
                </a:lnTo>
                <a:lnTo>
                  <a:pt x="217533" y="14634"/>
                </a:lnTo>
                <a:lnTo>
                  <a:pt x="218263" y="19329"/>
                </a:lnTo>
                <a:lnTo>
                  <a:pt x="221913" y="13149"/>
                </a:lnTo>
                <a:lnTo>
                  <a:pt x="224833" y="19157"/>
                </a:lnTo>
                <a:lnTo>
                  <a:pt x="227023" y="12575"/>
                </a:lnTo>
                <a:lnTo>
                  <a:pt x="229943" y="23267"/>
                </a:lnTo>
                <a:lnTo>
                  <a:pt x="236513" y="6930"/>
                </a:lnTo>
                <a:lnTo>
                  <a:pt x="237243" y="19587"/>
                </a:lnTo>
                <a:lnTo>
                  <a:pt x="238703" y="18194"/>
                </a:lnTo>
                <a:lnTo>
                  <a:pt x="239432" y="7041"/>
                </a:lnTo>
                <a:lnTo>
                  <a:pt x="240892" y="19900"/>
                </a:lnTo>
                <a:lnTo>
                  <a:pt x="245272" y="9163"/>
                </a:lnTo>
                <a:lnTo>
                  <a:pt x="247462" y="14317"/>
                </a:lnTo>
                <a:lnTo>
                  <a:pt x="248192" y="14109"/>
                </a:lnTo>
                <a:lnTo>
                  <a:pt x="252572" y="12002"/>
                </a:lnTo>
                <a:lnTo>
                  <a:pt x="254032" y="17654"/>
                </a:lnTo>
                <a:lnTo>
                  <a:pt x="255492" y="12582"/>
                </a:lnTo>
                <a:lnTo>
                  <a:pt x="256222" y="9860"/>
                </a:lnTo>
                <a:lnTo>
                  <a:pt x="257682" y="14075"/>
                </a:lnTo>
                <a:lnTo>
                  <a:pt x="258412" y="16265"/>
                </a:lnTo>
                <a:lnTo>
                  <a:pt x="259872" y="12701"/>
                </a:lnTo>
                <a:lnTo>
                  <a:pt x="260602" y="9672"/>
                </a:lnTo>
                <a:lnTo>
                  <a:pt x="261332" y="14219"/>
                </a:lnTo>
                <a:lnTo>
                  <a:pt x="262062" y="12795"/>
                </a:lnTo>
                <a:lnTo>
                  <a:pt x="262792" y="15049"/>
                </a:lnTo>
                <a:lnTo>
                  <a:pt x="263522" y="8657"/>
                </a:lnTo>
                <a:lnTo>
                  <a:pt x="264982" y="15943"/>
                </a:lnTo>
                <a:lnTo>
                  <a:pt x="265712" y="14930"/>
                </a:lnTo>
                <a:lnTo>
                  <a:pt x="266442" y="20310"/>
                </a:lnTo>
                <a:lnTo>
                  <a:pt x="267172" y="14215"/>
                </a:lnTo>
                <a:lnTo>
                  <a:pt x="267902" y="17942"/>
                </a:lnTo>
                <a:lnTo>
                  <a:pt x="270821" y="4776"/>
                </a:lnTo>
                <a:lnTo>
                  <a:pt x="273741" y="18550"/>
                </a:lnTo>
                <a:lnTo>
                  <a:pt x="275201" y="15293"/>
                </a:lnTo>
                <a:lnTo>
                  <a:pt x="275931" y="6626"/>
                </a:lnTo>
                <a:lnTo>
                  <a:pt x="278121" y="9299"/>
                </a:lnTo>
                <a:lnTo>
                  <a:pt x="278851" y="11423"/>
                </a:lnTo>
                <a:lnTo>
                  <a:pt x="279581" y="9621"/>
                </a:lnTo>
                <a:lnTo>
                  <a:pt x="281041" y="7404"/>
                </a:lnTo>
                <a:lnTo>
                  <a:pt x="281771" y="15219"/>
                </a:lnTo>
                <a:lnTo>
                  <a:pt x="283231" y="9421"/>
                </a:lnTo>
                <a:lnTo>
                  <a:pt x="283961" y="7821"/>
                </a:lnTo>
                <a:lnTo>
                  <a:pt x="284691" y="16877"/>
                </a:lnTo>
                <a:lnTo>
                  <a:pt x="286151" y="8982"/>
                </a:lnTo>
                <a:lnTo>
                  <a:pt x="287611" y="12031"/>
                </a:lnTo>
                <a:lnTo>
                  <a:pt x="288341" y="8677"/>
                </a:lnTo>
                <a:lnTo>
                  <a:pt x="291261" y="7080"/>
                </a:lnTo>
                <a:lnTo>
                  <a:pt x="291991" y="7618"/>
                </a:lnTo>
                <a:lnTo>
                  <a:pt x="292721" y="11768"/>
                </a:lnTo>
                <a:lnTo>
                  <a:pt x="294181" y="9698"/>
                </a:lnTo>
                <a:lnTo>
                  <a:pt x="294911" y="2409"/>
                </a:lnTo>
                <a:lnTo>
                  <a:pt x="297100" y="5378"/>
                </a:lnTo>
                <a:lnTo>
                  <a:pt x="299290" y="9388"/>
                </a:lnTo>
                <a:lnTo>
                  <a:pt x="300020" y="10428"/>
                </a:lnTo>
                <a:lnTo>
                  <a:pt x="300750" y="7212"/>
                </a:lnTo>
                <a:lnTo>
                  <a:pt x="303670" y="7570"/>
                </a:lnTo>
                <a:lnTo>
                  <a:pt x="306590" y="457"/>
                </a:lnTo>
                <a:lnTo>
                  <a:pt x="309510" y="5886"/>
                </a:lnTo>
                <a:lnTo>
                  <a:pt x="310970" y="1306"/>
                </a:lnTo>
                <a:lnTo>
                  <a:pt x="311700" y="3412"/>
                </a:lnTo>
                <a:lnTo>
                  <a:pt x="312430" y="6476"/>
                </a:lnTo>
                <a:lnTo>
                  <a:pt x="313160" y="5309"/>
                </a:lnTo>
                <a:lnTo>
                  <a:pt x="313890" y="804"/>
                </a:lnTo>
                <a:lnTo>
                  <a:pt x="314620" y="4865"/>
                </a:lnTo>
                <a:lnTo>
                  <a:pt x="315350" y="9616"/>
                </a:lnTo>
                <a:lnTo>
                  <a:pt x="316810" y="5786"/>
                </a:lnTo>
                <a:lnTo>
                  <a:pt x="319000" y="0"/>
                </a:lnTo>
                <a:lnTo>
                  <a:pt x="319730" y="2293"/>
                </a:lnTo>
                <a:lnTo>
                  <a:pt x="320460" y="2951"/>
                </a:lnTo>
                <a:lnTo>
                  <a:pt x="321920" y="13280"/>
                </a:lnTo>
                <a:lnTo>
                  <a:pt x="324110" y="12838"/>
                </a:lnTo>
                <a:lnTo>
                  <a:pt x="324840" y="12735"/>
                </a:lnTo>
                <a:lnTo>
                  <a:pt x="327759" y="23655"/>
                </a:lnTo>
                <a:lnTo>
                  <a:pt x="329219" y="7683"/>
                </a:lnTo>
                <a:lnTo>
                  <a:pt x="331409" y="8305"/>
                </a:lnTo>
                <a:lnTo>
                  <a:pt x="332869" y="12867"/>
                </a:lnTo>
                <a:lnTo>
                  <a:pt x="334329" y="9653"/>
                </a:lnTo>
                <a:lnTo>
                  <a:pt x="336519" y="10091"/>
                </a:lnTo>
                <a:lnTo>
                  <a:pt x="339439" y="20249"/>
                </a:lnTo>
                <a:lnTo>
                  <a:pt x="340899" y="14561"/>
                </a:lnTo>
                <a:lnTo>
                  <a:pt x="343089" y="10061"/>
                </a:lnTo>
                <a:lnTo>
                  <a:pt x="343819" y="10703"/>
                </a:lnTo>
                <a:lnTo>
                  <a:pt x="346739" y="15118"/>
                </a:lnTo>
                <a:lnTo>
                  <a:pt x="349659" y="8652"/>
                </a:lnTo>
                <a:lnTo>
                  <a:pt x="351849" y="16407"/>
                </a:lnTo>
                <a:lnTo>
                  <a:pt x="352579" y="14770"/>
                </a:lnTo>
                <a:lnTo>
                  <a:pt x="354769" y="14298"/>
                </a:lnTo>
                <a:lnTo>
                  <a:pt x="355498" y="15285"/>
                </a:lnTo>
                <a:lnTo>
                  <a:pt x="356228" y="11068"/>
                </a:lnTo>
                <a:lnTo>
                  <a:pt x="357688" y="11799"/>
                </a:lnTo>
                <a:lnTo>
                  <a:pt x="358418" y="17478"/>
                </a:lnTo>
                <a:lnTo>
                  <a:pt x="359878" y="10860"/>
                </a:lnTo>
                <a:lnTo>
                  <a:pt x="364258" y="16681"/>
                </a:lnTo>
                <a:lnTo>
                  <a:pt x="364988" y="14353"/>
                </a:lnTo>
                <a:lnTo>
                  <a:pt x="366448" y="13412"/>
                </a:lnTo>
                <a:lnTo>
                  <a:pt x="367178" y="8121"/>
                </a:lnTo>
                <a:lnTo>
                  <a:pt x="368638" y="12132"/>
                </a:lnTo>
                <a:lnTo>
                  <a:pt x="372288" y="16485"/>
                </a:lnTo>
                <a:lnTo>
                  <a:pt x="373018" y="15005"/>
                </a:lnTo>
                <a:lnTo>
                  <a:pt x="373748" y="17799"/>
                </a:lnTo>
                <a:lnTo>
                  <a:pt x="375208" y="18963"/>
                </a:lnTo>
                <a:lnTo>
                  <a:pt x="375938" y="11668"/>
                </a:lnTo>
                <a:lnTo>
                  <a:pt x="377398" y="15281"/>
                </a:lnTo>
                <a:lnTo>
                  <a:pt x="381048" y="18480"/>
                </a:lnTo>
                <a:lnTo>
                  <a:pt x="385427" y="24442"/>
                </a:lnTo>
                <a:lnTo>
                  <a:pt x="386887" y="21761"/>
                </a:lnTo>
                <a:lnTo>
                  <a:pt x="387617" y="22410"/>
                </a:lnTo>
                <a:lnTo>
                  <a:pt x="389077" y="23744"/>
                </a:lnTo>
                <a:lnTo>
                  <a:pt x="389807" y="17357"/>
                </a:lnTo>
                <a:lnTo>
                  <a:pt x="392727" y="25355"/>
                </a:lnTo>
                <a:lnTo>
                  <a:pt x="395647" y="18135"/>
                </a:lnTo>
                <a:lnTo>
                  <a:pt x="396377" y="21855"/>
                </a:lnTo>
                <a:lnTo>
                  <a:pt x="397107" y="21482"/>
                </a:lnTo>
                <a:lnTo>
                  <a:pt x="397837" y="15534"/>
                </a:lnTo>
                <a:lnTo>
                  <a:pt x="399297" y="20336"/>
                </a:lnTo>
                <a:lnTo>
                  <a:pt x="400027" y="29872"/>
                </a:lnTo>
                <a:lnTo>
                  <a:pt x="401487" y="18963"/>
                </a:lnTo>
                <a:lnTo>
                  <a:pt x="402947" y="17166"/>
                </a:lnTo>
                <a:lnTo>
                  <a:pt x="403677" y="17999"/>
                </a:lnTo>
                <a:lnTo>
                  <a:pt x="407327" y="21335"/>
                </a:lnTo>
                <a:lnTo>
                  <a:pt x="408057" y="16573"/>
                </a:lnTo>
                <a:lnTo>
                  <a:pt x="410247" y="19496"/>
                </a:lnTo>
                <a:lnTo>
                  <a:pt x="416086" y="17001"/>
                </a:lnTo>
                <a:lnTo>
                  <a:pt x="419006" y="18704"/>
                </a:lnTo>
                <a:lnTo>
                  <a:pt x="419736" y="18516"/>
                </a:lnTo>
                <a:lnTo>
                  <a:pt x="420466" y="14049"/>
                </a:lnTo>
                <a:lnTo>
                  <a:pt x="421196" y="19364"/>
                </a:lnTo>
                <a:lnTo>
                  <a:pt x="422656" y="14569"/>
                </a:lnTo>
                <a:lnTo>
                  <a:pt x="428496" y="27193"/>
                </a:lnTo>
                <a:lnTo>
                  <a:pt x="429226" y="19518"/>
                </a:lnTo>
                <a:lnTo>
                  <a:pt x="431416" y="21661"/>
                </a:lnTo>
                <a:lnTo>
                  <a:pt x="432146" y="25996"/>
                </a:lnTo>
                <a:lnTo>
                  <a:pt x="434336" y="25338"/>
                </a:lnTo>
                <a:lnTo>
                  <a:pt x="435796" y="22117"/>
                </a:lnTo>
                <a:lnTo>
                  <a:pt x="437986" y="21050"/>
                </a:lnTo>
                <a:lnTo>
                  <a:pt x="438716" y="28740"/>
                </a:lnTo>
                <a:lnTo>
                  <a:pt x="439446" y="20325"/>
                </a:lnTo>
                <a:lnTo>
                  <a:pt x="441636" y="24393"/>
                </a:lnTo>
                <a:lnTo>
                  <a:pt x="443826" y="19970"/>
                </a:lnTo>
                <a:lnTo>
                  <a:pt x="447476" y="25229"/>
                </a:lnTo>
                <a:lnTo>
                  <a:pt x="450396" y="20374"/>
                </a:lnTo>
                <a:lnTo>
                  <a:pt x="452585" y="20227"/>
                </a:lnTo>
                <a:lnTo>
                  <a:pt x="453315" y="18663"/>
                </a:lnTo>
                <a:lnTo>
                  <a:pt x="454045" y="19780"/>
                </a:lnTo>
                <a:lnTo>
                  <a:pt x="456965" y="25329"/>
                </a:lnTo>
                <a:lnTo>
                  <a:pt x="460615" y="21251"/>
                </a:lnTo>
                <a:lnTo>
                  <a:pt x="461345" y="23434"/>
                </a:lnTo>
                <a:lnTo>
                  <a:pt x="462075" y="19217"/>
                </a:lnTo>
                <a:lnTo>
                  <a:pt x="463535" y="17687"/>
                </a:lnTo>
                <a:lnTo>
                  <a:pt x="464995" y="20004"/>
                </a:lnTo>
                <a:lnTo>
                  <a:pt x="466455" y="22010"/>
                </a:lnTo>
                <a:lnTo>
                  <a:pt x="468645" y="26309"/>
                </a:lnTo>
                <a:lnTo>
                  <a:pt x="470835" y="20061"/>
                </a:lnTo>
                <a:lnTo>
                  <a:pt x="471565" y="21136"/>
                </a:lnTo>
                <a:lnTo>
                  <a:pt x="474485" y="15961"/>
                </a:lnTo>
                <a:lnTo>
                  <a:pt x="479595" y="28625"/>
                </a:lnTo>
                <a:lnTo>
                  <a:pt x="481784" y="18190"/>
                </a:lnTo>
                <a:lnTo>
                  <a:pt x="482514" y="19837"/>
                </a:lnTo>
                <a:lnTo>
                  <a:pt x="485434" y="27005"/>
                </a:lnTo>
                <a:lnTo>
                  <a:pt x="486164" y="18456"/>
                </a:lnTo>
                <a:lnTo>
                  <a:pt x="487624" y="24957"/>
                </a:lnTo>
                <a:lnTo>
                  <a:pt x="488354" y="28309"/>
                </a:lnTo>
                <a:lnTo>
                  <a:pt x="489084" y="20800"/>
                </a:lnTo>
                <a:lnTo>
                  <a:pt x="490544" y="17951"/>
                </a:lnTo>
                <a:lnTo>
                  <a:pt x="492004" y="16635"/>
                </a:lnTo>
                <a:lnTo>
                  <a:pt x="492734" y="25061"/>
                </a:lnTo>
                <a:lnTo>
                  <a:pt x="494194" y="15814"/>
                </a:lnTo>
                <a:lnTo>
                  <a:pt x="495654" y="18547"/>
                </a:lnTo>
                <a:lnTo>
                  <a:pt x="496384" y="19485"/>
                </a:lnTo>
                <a:lnTo>
                  <a:pt x="497844" y="14136"/>
                </a:lnTo>
                <a:lnTo>
                  <a:pt x="498574" y="17184"/>
                </a:lnTo>
                <a:lnTo>
                  <a:pt x="500034" y="16637"/>
                </a:lnTo>
                <a:lnTo>
                  <a:pt x="501494" y="21853"/>
                </a:lnTo>
                <a:lnTo>
                  <a:pt x="502224" y="23190"/>
                </a:lnTo>
                <a:lnTo>
                  <a:pt x="502954" y="14406"/>
                </a:lnTo>
                <a:lnTo>
                  <a:pt x="504414" y="19009"/>
                </a:lnTo>
                <a:lnTo>
                  <a:pt x="508064" y="26061"/>
                </a:lnTo>
                <a:lnTo>
                  <a:pt x="508794" y="23847"/>
                </a:lnTo>
                <a:lnTo>
                  <a:pt x="510983" y="16265"/>
                </a:lnTo>
                <a:lnTo>
                  <a:pt x="513173" y="20243"/>
                </a:lnTo>
                <a:lnTo>
                  <a:pt x="516823" y="28681"/>
                </a:lnTo>
                <a:lnTo>
                  <a:pt x="517553" y="28298"/>
                </a:lnTo>
                <a:lnTo>
                  <a:pt x="518283" y="22576"/>
                </a:lnTo>
                <a:lnTo>
                  <a:pt x="521203" y="40346"/>
                </a:lnTo>
                <a:lnTo>
                  <a:pt x="523393" y="43299"/>
                </a:lnTo>
                <a:lnTo>
                  <a:pt x="524123" y="19241"/>
                </a:lnTo>
                <a:lnTo>
                  <a:pt x="526313" y="42238"/>
                </a:lnTo>
                <a:lnTo>
                  <a:pt x="527043" y="36886"/>
                </a:lnTo>
                <a:lnTo>
                  <a:pt x="527773" y="19207"/>
                </a:lnTo>
                <a:lnTo>
                  <a:pt x="529233" y="38999"/>
                </a:lnTo>
                <a:lnTo>
                  <a:pt x="529963" y="34848"/>
                </a:lnTo>
                <a:lnTo>
                  <a:pt x="532153" y="59314"/>
                </a:lnTo>
                <a:lnTo>
                  <a:pt x="532883" y="51952"/>
                </a:lnTo>
                <a:lnTo>
                  <a:pt x="533613" y="44602"/>
                </a:lnTo>
                <a:lnTo>
                  <a:pt x="535073" y="51540"/>
                </a:lnTo>
                <a:lnTo>
                  <a:pt x="538722" y="67242"/>
                </a:lnTo>
                <a:lnTo>
                  <a:pt x="540182" y="70015"/>
                </a:lnTo>
                <a:lnTo>
                  <a:pt x="540912" y="64421"/>
                </a:lnTo>
                <a:lnTo>
                  <a:pt x="542372" y="72400"/>
                </a:lnTo>
                <a:lnTo>
                  <a:pt x="546022" y="87956"/>
                </a:lnTo>
                <a:lnTo>
                  <a:pt x="546752" y="82812"/>
                </a:lnTo>
                <a:lnTo>
                  <a:pt x="548212" y="88252"/>
                </a:lnTo>
                <a:lnTo>
                  <a:pt x="549672" y="57227"/>
                </a:lnTo>
                <a:lnTo>
                  <a:pt x="550402" y="68674"/>
                </a:lnTo>
                <a:lnTo>
                  <a:pt x="551862" y="99099"/>
                </a:lnTo>
                <a:lnTo>
                  <a:pt x="553322" y="96903"/>
                </a:lnTo>
                <a:lnTo>
                  <a:pt x="554782" y="104138"/>
                </a:lnTo>
                <a:lnTo>
                  <a:pt x="556242" y="114604"/>
                </a:lnTo>
                <a:lnTo>
                  <a:pt x="556972" y="113168"/>
                </a:lnTo>
                <a:lnTo>
                  <a:pt x="558432" y="99699"/>
                </a:lnTo>
                <a:lnTo>
                  <a:pt x="559162" y="102207"/>
                </a:lnTo>
                <a:lnTo>
                  <a:pt x="562812" y="123069"/>
                </a:lnTo>
                <a:lnTo>
                  <a:pt x="565732" y="138288"/>
                </a:lnTo>
                <a:lnTo>
                  <a:pt x="566462" y="137356"/>
                </a:lnTo>
                <a:lnTo>
                  <a:pt x="570111" y="156172"/>
                </a:lnTo>
                <a:lnTo>
                  <a:pt x="570841" y="161443"/>
                </a:lnTo>
                <a:lnTo>
                  <a:pt x="572301" y="153590"/>
                </a:lnTo>
                <a:lnTo>
                  <a:pt x="573031" y="144961"/>
                </a:lnTo>
                <a:lnTo>
                  <a:pt x="573761" y="152597"/>
                </a:lnTo>
                <a:lnTo>
                  <a:pt x="577411" y="196296"/>
                </a:lnTo>
                <a:lnTo>
                  <a:pt x="580331" y="154610"/>
                </a:lnTo>
                <a:lnTo>
                  <a:pt x="581061" y="181765"/>
                </a:lnTo>
                <a:lnTo>
                  <a:pt x="583981" y="198828"/>
                </a:lnTo>
                <a:lnTo>
                  <a:pt x="584711" y="196540"/>
                </a:lnTo>
                <a:lnTo>
                  <a:pt x="589821" y="224257"/>
                </a:lnTo>
                <a:lnTo>
                  <a:pt x="590551" y="225158"/>
                </a:lnTo>
                <a:lnTo>
                  <a:pt x="593471" y="241077"/>
                </a:lnTo>
                <a:lnTo>
                  <a:pt x="594201" y="239518"/>
                </a:lnTo>
                <a:lnTo>
                  <a:pt x="595661" y="226874"/>
                </a:lnTo>
                <a:lnTo>
                  <a:pt x="597120" y="230987"/>
                </a:lnTo>
                <a:lnTo>
                  <a:pt x="602230" y="270648"/>
                </a:lnTo>
                <a:lnTo>
                  <a:pt x="621940" y="339123"/>
                </a:lnTo>
                <a:lnTo>
                  <a:pt x="623400" y="338655"/>
                </a:lnTo>
                <a:lnTo>
                  <a:pt x="625589" y="328513"/>
                </a:lnTo>
                <a:lnTo>
                  <a:pt x="626319" y="333780"/>
                </a:lnTo>
                <a:lnTo>
                  <a:pt x="629239" y="370655"/>
                </a:lnTo>
                <a:lnTo>
                  <a:pt x="631429" y="330422"/>
                </a:lnTo>
                <a:lnTo>
                  <a:pt x="632159" y="335050"/>
                </a:lnTo>
                <a:lnTo>
                  <a:pt x="636539" y="375325"/>
                </a:lnTo>
                <a:lnTo>
                  <a:pt x="637269" y="375938"/>
                </a:lnTo>
                <a:lnTo>
                  <a:pt x="638729" y="372699"/>
                </a:lnTo>
                <a:lnTo>
                  <a:pt x="642379" y="394581"/>
                </a:lnTo>
                <a:lnTo>
                  <a:pt x="644569" y="397446"/>
                </a:lnTo>
                <a:lnTo>
                  <a:pt x="645299" y="380592"/>
                </a:lnTo>
                <a:lnTo>
                  <a:pt x="646759" y="378567"/>
                </a:lnTo>
                <a:lnTo>
                  <a:pt x="648219" y="387316"/>
                </a:lnTo>
                <a:lnTo>
                  <a:pt x="648949" y="378586"/>
                </a:lnTo>
                <a:lnTo>
                  <a:pt x="649679" y="396020"/>
                </a:lnTo>
                <a:lnTo>
                  <a:pt x="650409" y="387949"/>
                </a:lnTo>
                <a:lnTo>
                  <a:pt x="651869" y="405470"/>
                </a:lnTo>
                <a:lnTo>
                  <a:pt x="653329" y="398957"/>
                </a:lnTo>
                <a:lnTo>
                  <a:pt x="654059" y="389393"/>
                </a:lnTo>
                <a:lnTo>
                  <a:pt x="654789" y="399771"/>
                </a:lnTo>
                <a:lnTo>
                  <a:pt x="656248" y="405609"/>
                </a:lnTo>
                <a:lnTo>
                  <a:pt x="658439" y="386974"/>
                </a:lnTo>
                <a:lnTo>
                  <a:pt x="660629" y="426788"/>
                </a:lnTo>
                <a:lnTo>
                  <a:pt x="661359" y="423953"/>
                </a:lnTo>
                <a:lnTo>
                  <a:pt x="662819" y="413797"/>
                </a:lnTo>
                <a:lnTo>
                  <a:pt x="663549" y="417667"/>
                </a:lnTo>
                <a:lnTo>
                  <a:pt x="665008" y="430940"/>
                </a:lnTo>
                <a:lnTo>
                  <a:pt x="665738" y="424728"/>
                </a:lnTo>
                <a:lnTo>
                  <a:pt x="667928" y="411040"/>
                </a:lnTo>
                <a:lnTo>
                  <a:pt x="668658" y="417406"/>
                </a:lnTo>
                <a:lnTo>
                  <a:pt x="670118" y="427478"/>
                </a:lnTo>
                <a:lnTo>
                  <a:pt x="670848" y="424459"/>
                </a:lnTo>
                <a:lnTo>
                  <a:pt x="673038" y="406579"/>
                </a:lnTo>
                <a:lnTo>
                  <a:pt x="674498" y="437709"/>
                </a:lnTo>
                <a:lnTo>
                  <a:pt x="676688" y="430927"/>
                </a:lnTo>
                <a:lnTo>
                  <a:pt x="678148" y="443153"/>
                </a:lnTo>
                <a:lnTo>
                  <a:pt x="679608" y="434404"/>
                </a:lnTo>
                <a:lnTo>
                  <a:pt x="680338" y="419951"/>
                </a:lnTo>
                <a:lnTo>
                  <a:pt x="681068" y="449999"/>
                </a:lnTo>
                <a:lnTo>
                  <a:pt x="681798" y="451419"/>
                </a:lnTo>
                <a:lnTo>
                  <a:pt x="682528" y="450583"/>
                </a:lnTo>
                <a:lnTo>
                  <a:pt x="683258" y="444869"/>
                </a:lnTo>
                <a:lnTo>
                  <a:pt x="683988" y="448292"/>
                </a:lnTo>
                <a:lnTo>
                  <a:pt x="685448" y="462910"/>
                </a:lnTo>
                <a:lnTo>
                  <a:pt x="686908" y="462094"/>
                </a:lnTo>
                <a:lnTo>
                  <a:pt x="689098" y="464875"/>
                </a:lnTo>
                <a:lnTo>
                  <a:pt x="691288" y="472703"/>
                </a:lnTo>
                <a:lnTo>
                  <a:pt x="692018" y="469733"/>
                </a:lnTo>
                <a:lnTo>
                  <a:pt x="692748" y="469281"/>
                </a:lnTo>
                <a:lnTo>
                  <a:pt x="693478" y="474897"/>
                </a:lnTo>
                <a:lnTo>
                  <a:pt x="694207" y="469426"/>
                </a:lnTo>
                <a:lnTo>
                  <a:pt x="694937" y="453594"/>
                </a:lnTo>
                <a:lnTo>
                  <a:pt x="695667" y="479797"/>
                </a:lnTo>
                <a:lnTo>
                  <a:pt x="700777" y="519398"/>
                </a:lnTo>
                <a:lnTo>
                  <a:pt x="710267" y="591781"/>
                </a:lnTo>
                <a:lnTo>
                  <a:pt x="710997" y="586003"/>
                </a:lnTo>
                <a:lnTo>
                  <a:pt x="712457" y="594252"/>
                </a:lnTo>
                <a:lnTo>
                  <a:pt x="719027" y="611229"/>
                </a:lnTo>
                <a:lnTo>
                  <a:pt x="722676" y="595815"/>
                </a:lnTo>
                <a:lnTo>
                  <a:pt x="723406" y="594784"/>
                </a:lnTo>
                <a:lnTo>
                  <a:pt x="725596" y="586546"/>
                </a:lnTo>
                <a:lnTo>
                  <a:pt x="726326" y="590443"/>
                </a:lnTo>
                <a:lnTo>
                  <a:pt x="728516" y="581391"/>
                </a:lnTo>
                <a:lnTo>
                  <a:pt x="732166" y="559164"/>
                </a:lnTo>
                <a:lnTo>
                  <a:pt x="738006" y="515555"/>
                </a:lnTo>
                <a:lnTo>
                  <a:pt x="741656" y="487837"/>
                </a:lnTo>
                <a:lnTo>
                  <a:pt x="742386" y="489988"/>
                </a:lnTo>
                <a:lnTo>
                  <a:pt x="746036" y="472813"/>
                </a:lnTo>
                <a:lnTo>
                  <a:pt x="748226" y="473361"/>
                </a:lnTo>
                <a:lnTo>
                  <a:pt x="753335" y="449259"/>
                </a:lnTo>
                <a:lnTo>
                  <a:pt x="754065" y="448879"/>
                </a:lnTo>
                <a:lnTo>
                  <a:pt x="759905" y="411647"/>
                </a:lnTo>
                <a:lnTo>
                  <a:pt x="760635" y="417603"/>
                </a:lnTo>
                <a:lnTo>
                  <a:pt x="762095" y="413631"/>
                </a:lnTo>
                <a:lnTo>
                  <a:pt x="763555" y="406430"/>
                </a:lnTo>
                <a:lnTo>
                  <a:pt x="765745" y="408435"/>
                </a:lnTo>
                <a:lnTo>
                  <a:pt x="769395" y="400130"/>
                </a:lnTo>
                <a:lnTo>
                  <a:pt x="770855" y="402771"/>
                </a:lnTo>
                <a:lnTo>
                  <a:pt x="773775" y="408424"/>
                </a:lnTo>
                <a:lnTo>
                  <a:pt x="774505" y="399431"/>
                </a:lnTo>
                <a:lnTo>
                  <a:pt x="775965" y="406743"/>
                </a:lnTo>
                <a:lnTo>
                  <a:pt x="776695" y="409331"/>
                </a:lnTo>
                <a:lnTo>
                  <a:pt x="777425" y="407170"/>
                </a:lnTo>
                <a:lnTo>
                  <a:pt x="778155" y="396263"/>
                </a:lnTo>
                <a:lnTo>
                  <a:pt x="779615" y="407190"/>
                </a:lnTo>
                <a:lnTo>
                  <a:pt x="780344" y="406533"/>
                </a:lnTo>
                <a:lnTo>
                  <a:pt x="781074" y="401344"/>
                </a:lnTo>
                <a:lnTo>
                  <a:pt x="782534" y="401867"/>
                </a:lnTo>
                <a:lnTo>
                  <a:pt x="785454" y="415848"/>
                </a:lnTo>
                <a:lnTo>
                  <a:pt x="786184" y="406959"/>
                </a:lnTo>
                <a:lnTo>
                  <a:pt x="787644" y="402782"/>
                </a:lnTo>
                <a:lnTo>
                  <a:pt x="788374" y="408860"/>
                </a:lnTo>
                <a:lnTo>
                  <a:pt x="789834" y="410515"/>
                </a:lnTo>
                <a:lnTo>
                  <a:pt x="790564" y="408769"/>
                </a:lnTo>
                <a:lnTo>
                  <a:pt x="792754" y="406293"/>
                </a:lnTo>
                <a:lnTo>
                  <a:pt x="792024" y="410246"/>
                </a:lnTo>
                <a:lnTo>
                  <a:pt x="793484" y="407662"/>
                </a:lnTo>
                <a:lnTo>
                  <a:pt x="794944" y="405668"/>
                </a:lnTo>
                <a:lnTo>
                  <a:pt x="795674" y="407683"/>
                </a:lnTo>
                <a:lnTo>
                  <a:pt x="797134" y="409594"/>
                </a:lnTo>
                <a:lnTo>
                  <a:pt x="797864" y="407012"/>
                </a:lnTo>
                <a:lnTo>
                  <a:pt x="801514" y="398248"/>
                </a:lnTo>
                <a:lnTo>
                  <a:pt x="802244" y="404964"/>
                </a:lnTo>
                <a:lnTo>
                  <a:pt x="803704" y="396366"/>
                </a:lnTo>
                <a:lnTo>
                  <a:pt x="804434" y="387252"/>
                </a:lnTo>
                <a:lnTo>
                  <a:pt x="805894" y="392324"/>
                </a:lnTo>
                <a:lnTo>
                  <a:pt x="806624" y="394215"/>
                </a:lnTo>
                <a:lnTo>
                  <a:pt x="811733" y="368528"/>
                </a:lnTo>
                <a:lnTo>
                  <a:pt x="812463" y="369563"/>
                </a:lnTo>
                <a:lnTo>
                  <a:pt x="813193" y="378418"/>
                </a:lnTo>
                <a:lnTo>
                  <a:pt x="814653" y="364657"/>
                </a:lnTo>
                <a:lnTo>
                  <a:pt x="819033" y="331848"/>
                </a:lnTo>
                <a:lnTo>
                  <a:pt x="820493" y="337273"/>
                </a:lnTo>
                <a:lnTo>
                  <a:pt x="821953" y="332937"/>
                </a:lnTo>
                <a:lnTo>
                  <a:pt x="827793" y="303587"/>
                </a:lnTo>
                <a:lnTo>
                  <a:pt x="842392" y="236872"/>
                </a:lnTo>
                <a:lnTo>
                  <a:pt x="843122" y="239889"/>
                </a:lnTo>
                <a:lnTo>
                  <a:pt x="843852" y="232761"/>
                </a:lnTo>
                <a:lnTo>
                  <a:pt x="846042" y="229469"/>
                </a:lnTo>
                <a:lnTo>
                  <a:pt x="875242" y="159107"/>
                </a:lnTo>
                <a:lnTo>
                  <a:pt x="875972" y="159678"/>
                </a:lnTo>
                <a:lnTo>
                  <a:pt x="877431" y="157639"/>
                </a:lnTo>
                <a:lnTo>
                  <a:pt x="879621" y="152975"/>
                </a:lnTo>
                <a:lnTo>
                  <a:pt x="878891" y="158697"/>
                </a:lnTo>
                <a:lnTo>
                  <a:pt x="881081" y="154429"/>
                </a:lnTo>
                <a:lnTo>
                  <a:pt x="882541" y="155114"/>
                </a:lnTo>
                <a:lnTo>
                  <a:pt x="885461" y="148986"/>
                </a:lnTo>
                <a:lnTo>
                  <a:pt x="886921" y="155383"/>
                </a:lnTo>
                <a:lnTo>
                  <a:pt x="887651" y="148864"/>
                </a:lnTo>
                <a:lnTo>
                  <a:pt x="888381" y="144073"/>
                </a:lnTo>
                <a:lnTo>
                  <a:pt x="889111" y="151219"/>
                </a:lnTo>
                <a:lnTo>
                  <a:pt x="891301" y="161437"/>
                </a:lnTo>
                <a:lnTo>
                  <a:pt x="892031" y="158855"/>
                </a:lnTo>
                <a:lnTo>
                  <a:pt x="896411" y="146136"/>
                </a:lnTo>
                <a:lnTo>
                  <a:pt x="897141" y="146360"/>
                </a:lnTo>
                <a:lnTo>
                  <a:pt x="900791" y="147774"/>
                </a:lnTo>
                <a:lnTo>
                  <a:pt x="902251" y="155830"/>
                </a:lnTo>
                <a:lnTo>
                  <a:pt x="905171" y="152801"/>
                </a:lnTo>
                <a:lnTo>
                  <a:pt x="906630" y="154772"/>
                </a:lnTo>
                <a:lnTo>
                  <a:pt x="908090" y="152733"/>
                </a:lnTo>
                <a:lnTo>
                  <a:pt x="908820" y="149549"/>
                </a:lnTo>
                <a:lnTo>
                  <a:pt x="910280" y="150997"/>
                </a:lnTo>
                <a:lnTo>
                  <a:pt x="913200" y="155322"/>
                </a:lnTo>
                <a:lnTo>
                  <a:pt x="913930" y="154577"/>
                </a:lnTo>
                <a:lnTo>
                  <a:pt x="915390" y="154584"/>
                </a:lnTo>
                <a:lnTo>
                  <a:pt x="916120" y="155711"/>
                </a:lnTo>
                <a:lnTo>
                  <a:pt x="922690" y="158858"/>
                </a:lnTo>
                <a:lnTo>
                  <a:pt x="923420" y="157655"/>
                </a:lnTo>
                <a:lnTo>
                  <a:pt x="924150" y="158994"/>
                </a:lnTo>
                <a:lnTo>
                  <a:pt x="927070" y="169542"/>
                </a:lnTo>
                <a:lnTo>
                  <a:pt x="932180" y="193145"/>
                </a:lnTo>
                <a:lnTo>
                  <a:pt x="940939" y="233140"/>
                </a:lnTo>
                <a:lnTo>
                  <a:pt x="954079" y="325613"/>
                </a:lnTo>
                <a:lnTo>
                  <a:pt x="954809" y="325948"/>
                </a:lnTo>
                <a:lnTo>
                  <a:pt x="964298" y="411713"/>
                </a:lnTo>
                <a:lnTo>
                  <a:pt x="966488" y="426064"/>
                </a:lnTo>
                <a:lnTo>
                  <a:pt x="968678" y="436989"/>
                </a:lnTo>
                <a:lnTo>
                  <a:pt x="969408" y="434194"/>
                </a:lnTo>
                <a:lnTo>
                  <a:pt x="978898" y="454018"/>
                </a:lnTo>
                <a:lnTo>
                  <a:pt x="990578" y="451334"/>
                </a:lnTo>
                <a:lnTo>
                  <a:pt x="993497" y="434693"/>
                </a:lnTo>
                <a:lnTo>
                  <a:pt x="994957" y="435543"/>
                </a:lnTo>
                <a:lnTo>
                  <a:pt x="1001527" y="434002"/>
                </a:lnTo>
                <a:lnTo>
                  <a:pt x="1005907" y="448049"/>
                </a:lnTo>
                <a:lnTo>
                  <a:pt x="1006637" y="445755"/>
                </a:lnTo>
                <a:lnTo>
                  <a:pt x="1007367" y="448653"/>
                </a:lnTo>
                <a:lnTo>
                  <a:pt x="1018317" y="479651"/>
                </a:lnTo>
                <a:lnTo>
                  <a:pt x="1019047" y="479620"/>
                </a:lnTo>
                <a:lnTo>
                  <a:pt x="1024156" y="496903"/>
                </a:lnTo>
                <a:lnTo>
                  <a:pt x="1030726" y="512659"/>
                </a:lnTo>
                <a:lnTo>
                  <a:pt x="1031456" y="509957"/>
                </a:lnTo>
                <a:lnTo>
                  <a:pt x="1039486" y="517702"/>
                </a:lnTo>
                <a:lnTo>
                  <a:pt x="1042406" y="517672"/>
                </a:lnTo>
                <a:lnTo>
                  <a:pt x="1046786" y="515885"/>
                </a:lnTo>
                <a:lnTo>
                  <a:pt x="1051165" y="515049"/>
                </a:lnTo>
                <a:lnTo>
                  <a:pt x="1059195" y="508197"/>
                </a:lnTo>
                <a:lnTo>
                  <a:pt x="1063575" y="491071"/>
                </a:lnTo>
                <a:lnTo>
                  <a:pt x="1064305" y="490763"/>
                </a:lnTo>
                <a:lnTo>
                  <a:pt x="1067955" y="476517"/>
                </a:lnTo>
                <a:lnTo>
                  <a:pt x="1070145" y="484245"/>
                </a:lnTo>
                <a:lnTo>
                  <a:pt x="1070875" y="481332"/>
                </a:lnTo>
                <a:lnTo>
                  <a:pt x="1078175" y="449037"/>
                </a:lnTo>
                <a:lnTo>
                  <a:pt x="1078905" y="452676"/>
                </a:lnTo>
                <a:lnTo>
                  <a:pt x="1079634" y="450342"/>
                </a:lnTo>
                <a:lnTo>
                  <a:pt x="1083284" y="424983"/>
                </a:lnTo>
                <a:lnTo>
                  <a:pt x="1084744" y="426462"/>
                </a:lnTo>
                <a:lnTo>
                  <a:pt x="1085474" y="425350"/>
                </a:lnTo>
                <a:lnTo>
                  <a:pt x="1090584" y="392103"/>
                </a:lnTo>
                <a:lnTo>
                  <a:pt x="1092044" y="397199"/>
                </a:lnTo>
                <a:lnTo>
                  <a:pt x="1092774" y="392472"/>
                </a:lnTo>
                <a:lnTo>
                  <a:pt x="1100074" y="365199"/>
                </a:lnTo>
                <a:lnTo>
                  <a:pt x="1100804" y="369017"/>
                </a:lnTo>
                <a:lnTo>
                  <a:pt x="1101534" y="359378"/>
                </a:lnTo>
                <a:lnTo>
                  <a:pt x="1102264" y="359560"/>
                </a:lnTo>
                <a:lnTo>
                  <a:pt x="1111754" y="327459"/>
                </a:lnTo>
                <a:lnTo>
                  <a:pt x="1112484" y="327996"/>
                </a:lnTo>
                <a:lnTo>
                  <a:pt x="1115404" y="317640"/>
                </a:lnTo>
                <a:lnTo>
                  <a:pt x="1116134" y="317808"/>
                </a:lnTo>
                <a:lnTo>
                  <a:pt x="1117594" y="314291"/>
                </a:lnTo>
                <a:lnTo>
                  <a:pt x="1122703" y="297769"/>
                </a:lnTo>
                <a:lnTo>
                  <a:pt x="1123433" y="298824"/>
                </a:lnTo>
                <a:lnTo>
                  <a:pt x="1124163" y="302946"/>
                </a:lnTo>
                <a:lnTo>
                  <a:pt x="1124893" y="292018"/>
                </a:lnTo>
                <a:lnTo>
                  <a:pt x="1137303" y="269080"/>
                </a:lnTo>
                <a:lnTo>
                  <a:pt x="1138033" y="272543"/>
                </a:lnTo>
                <a:lnTo>
                  <a:pt x="1138763" y="272206"/>
                </a:lnTo>
                <a:lnTo>
                  <a:pt x="1140223" y="263345"/>
                </a:lnTo>
                <a:lnTo>
                  <a:pt x="1140953" y="269525"/>
                </a:lnTo>
                <a:lnTo>
                  <a:pt x="1143873" y="274404"/>
                </a:lnTo>
                <a:lnTo>
                  <a:pt x="1145333" y="271565"/>
                </a:lnTo>
                <a:lnTo>
                  <a:pt x="1146063" y="276892"/>
                </a:lnTo>
                <a:lnTo>
                  <a:pt x="1146793" y="267609"/>
                </a:lnTo>
                <a:lnTo>
                  <a:pt x="1147523" y="263037"/>
                </a:lnTo>
                <a:lnTo>
                  <a:pt x="1148982" y="267556"/>
                </a:lnTo>
                <a:lnTo>
                  <a:pt x="1149712" y="267093"/>
                </a:lnTo>
                <a:lnTo>
                  <a:pt x="1151902" y="260233"/>
                </a:lnTo>
                <a:lnTo>
                  <a:pt x="1152632" y="264856"/>
                </a:lnTo>
                <a:lnTo>
                  <a:pt x="1155552" y="259797"/>
                </a:lnTo>
                <a:lnTo>
                  <a:pt x="1158472" y="261766"/>
                </a:lnTo>
                <a:lnTo>
                  <a:pt x="1161392" y="256001"/>
                </a:lnTo>
                <a:lnTo>
                  <a:pt x="1163582" y="267369"/>
                </a:lnTo>
                <a:lnTo>
                  <a:pt x="1165042" y="266317"/>
                </a:lnTo>
                <a:lnTo>
                  <a:pt x="1166502" y="262253"/>
                </a:lnTo>
                <a:lnTo>
                  <a:pt x="1167232" y="263887"/>
                </a:lnTo>
                <a:lnTo>
                  <a:pt x="1170152" y="268670"/>
                </a:lnTo>
                <a:lnTo>
                  <a:pt x="1170882" y="268493"/>
                </a:lnTo>
                <a:lnTo>
                  <a:pt x="1171612" y="261615"/>
                </a:lnTo>
                <a:lnTo>
                  <a:pt x="1172342" y="265454"/>
                </a:lnTo>
                <a:lnTo>
                  <a:pt x="1173072" y="275271"/>
                </a:lnTo>
                <a:lnTo>
                  <a:pt x="1174532" y="264149"/>
                </a:lnTo>
                <a:lnTo>
                  <a:pt x="1175262" y="261198"/>
                </a:lnTo>
                <a:lnTo>
                  <a:pt x="1176721" y="273458"/>
                </a:lnTo>
                <a:lnTo>
                  <a:pt x="1178181" y="265107"/>
                </a:lnTo>
                <a:lnTo>
                  <a:pt x="1178911" y="270605"/>
                </a:lnTo>
                <a:lnTo>
                  <a:pt x="1181101" y="269247"/>
                </a:lnTo>
                <a:lnTo>
                  <a:pt x="1184021" y="275091"/>
                </a:lnTo>
                <a:lnTo>
                  <a:pt x="1185481" y="267094"/>
                </a:lnTo>
                <a:lnTo>
                  <a:pt x="1186211" y="274478"/>
                </a:lnTo>
                <a:lnTo>
                  <a:pt x="1186941" y="278007"/>
                </a:lnTo>
                <a:lnTo>
                  <a:pt x="1187671" y="272279"/>
                </a:lnTo>
                <a:lnTo>
                  <a:pt x="1189131" y="270528"/>
                </a:lnTo>
                <a:lnTo>
                  <a:pt x="1189861" y="273757"/>
                </a:lnTo>
                <a:lnTo>
                  <a:pt x="1190591" y="276460"/>
                </a:lnTo>
                <a:lnTo>
                  <a:pt x="1192051" y="273965"/>
                </a:lnTo>
                <a:lnTo>
                  <a:pt x="1193511" y="276132"/>
                </a:lnTo>
                <a:lnTo>
                  <a:pt x="1195701" y="268080"/>
                </a:lnTo>
                <a:lnTo>
                  <a:pt x="1197161" y="277699"/>
                </a:lnTo>
                <a:lnTo>
                  <a:pt x="1198621" y="272865"/>
                </a:lnTo>
                <a:lnTo>
                  <a:pt x="1202271" y="276811"/>
                </a:lnTo>
                <a:lnTo>
                  <a:pt x="1203731" y="268311"/>
                </a:lnTo>
                <a:lnTo>
                  <a:pt x="1205191" y="272972"/>
                </a:lnTo>
                <a:lnTo>
                  <a:pt x="1205920" y="272042"/>
                </a:lnTo>
                <a:lnTo>
                  <a:pt x="1206650" y="276917"/>
                </a:lnTo>
                <a:lnTo>
                  <a:pt x="1208110" y="270489"/>
                </a:lnTo>
                <a:lnTo>
                  <a:pt x="1208840" y="264871"/>
                </a:lnTo>
                <a:lnTo>
                  <a:pt x="1210300" y="272110"/>
                </a:lnTo>
                <a:lnTo>
                  <a:pt x="1211760" y="265709"/>
                </a:lnTo>
                <a:lnTo>
                  <a:pt x="1214680" y="266837"/>
                </a:lnTo>
                <a:lnTo>
                  <a:pt x="1217600" y="266343"/>
                </a:lnTo>
                <a:lnTo>
                  <a:pt x="1219790" y="267899"/>
                </a:lnTo>
                <a:lnTo>
                  <a:pt x="1220520" y="261142"/>
                </a:lnTo>
                <a:lnTo>
                  <a:pt x="1222710" y="259941"/>
                </a:lnTo>
                <a:lnTo>
                  <a:pt x="1224170" y="258018"/>
                </a:lnTo>
                <a:lnTo>
                  <a:pt x="1224900" y="261372"/>
                </a:lnTo>
                <a:lnTo>
                  <a:pt x="1225630" y="266559"/>
                </a:lnTo>
                <a:lnTo>
                  <a:pt x="1226360" y="258900"/>
                </a:lnTo>
                <a:lnTo>
                  <a:pt x="1227090" y="247192"/>
                </a:lnTo>
                <a:lnTo>
                  <a:pt x="1228550" y="256554"/>
                </a:lnTo>
                <a:lnTo>
                  <a:pt x="1237309" y="243605"/>
                </a:lnTo>
                <a:lnTo>
                  <a:pt x="1238769" y="250147"/>
                </a:lnTo>
                <a:lnTo>
                  <a:pt x="1239499" y="240661"/>
                </a:lnTo>
                <a:lnTo>
                  <a:pt x="1241689" y="238041"/>
                </a:lnTo>
                <a:lnTo>
                  <a:pt x="1243149" y="241022"/>
                </a:lnTo>
                <a:lnTo>
                  <a:pt x="1246069" y="243601"/>
                </a:lnTo>
                <a:lnTo>
                  <a:pt x="1247529" y="236757"/>
                </a:lnTo>
                <a:lnTo>
                  <a:pt x="1248989" y="240882"/>
                </a:lnTo>
                <a:lnTo>
                  <a:pt x="1250449" y="242378"/>
                </a:lnTo>
                <a:lnTo>
                  <a:pt x="1251179" y="239777"/>
                </a:lnTo>
                <a:lnTo>
                  <a:pt x="1253369" y="238118"/>
                </a:lnTo>
                <a:lnTo>
                  <a:pt x="1254829" y="241393"/>
                </a:lnTo>
                <a:lnTo>
                  <a:pt x="1256289" y="240233"/>
                </a:lnTo>
                <a:lnTo>
                  <a:pt x="1258479" y="236336"/>
                </a:lnTo>
                <a:lnTo>
                  <a:pt x="1259209" y="239338"/>
                </a:lnTo>
                <a:lnTo>
                  <a:pt x="1260669" y="232826"/>
                </a:lnTo>
                <a:lnTo>
                  <a:pt x="1261399" y="239101"/>
                </a:lnTo>
                <a:lnTo>
                  <a:pt x="1269428" y="235706"/>
                </a:lnTo>
                <a:lnTo>
                  <a:pt x="1270158" y="239053"/>
                </a:lnTo>
                <a:lnTo>
                  <a:pt x="1270888" y="240247"/>
                </a:lnTo>
                <a:lnTo>
                  <a:pt x="1271618" y="236653"/>
                </a:lnTo>
                <a:lnTo>
                  <a:pt x="1273078" y="233447"/>
                </a:lnTo>
                <a:lnTo>
                  <a:pt x="1274538" y="234849"/>
                </a:lnTo>
                <a:lnTo>
                  <a:pt x="1275998" y="239107"/>
                </a:lnTo>
                <a:lnTo>
                  <a:pt x="1276728" y="235161"/>
                </a:lnTo>
                <a:lnTo>
                  <a:pt x="1277458" y="235092"/>
                </a:lnTo>
                <a:lnTo>
                  <a:pt x="1278188" y="238379"/>
                </a:lnTo>
                <a:lnTo>
                  <a:pt x="1278918" y="233957"/>
                </a:lnTo>
                <a:lnTo>
                  <a:pt x="1279648" y="230997"/>
                </a:lnTo>
                <a:lnTo>
                  <a:pt x="1281108" y="234855"/>
                </a:lnTo>
                <a:lnTo>
                  <a:pt x="1284758" y="238151"/>
                </a:lnTo>
                <a:lnTo>
                  <a:pt x="1285488" y="233419"/>
                </a:lnTo>
                <a:lnTo>
                  <a:pt x="1286948" y="239502"/>
                </a:lnTo>
                <a:lnTo>
                  <a:pt x="1287678" y="234033"/>
                </a:lnTo>
                <a:lnTo>
                  <a:pt x="1292787" y="244960"/>
                </a:lnTo>
                <a:lnTo>
                  <a:pt x="1295707" y="235222"/>
                </a:lnTo>
                <a:lnTo>
                  <a:pt x="1296437" y="235594"/>
                </a:lnTo>
                <a:lnTo>
                  <a:pt x="1297167" y="236334"/>
                </a:lnTo>
                <a:lnTo>
                  <a:pt x="1299357" y="243911"/>
                </a:lnTo>
                <a:lnTo>
                  <a:pt x="1300088" y="239558"/>
                </a:lnTo>
                <a:lnTo>
                  <a:pt x="1300817" y="238930"/>
                </a:lnTo>
                <a:lnTo>
                  <a:pt x="1301547" y="241468"/>
                </a:lnTo>
                <a:lnTo>
                  <a:pt x="1302277" y="234076"/>
                </a:lnTo>
                <a:lnTo>
                  <a:pt x="1303737" y="235979"/>
                </a:lnTo>
                <a:lnTo>
                  <a:pt x="1305197" y="246437"/>
                </a:lnTo>
                <a:lnTo>
                  <a:pt x="1307387" y="241033"/>
                </a:lnTo>
                <a:lnTo>
                  <a:pt x="1308117" y="237893"/>
                </a:lnTo>
                <a:lnTo>
                  <a:pt x="1308847" y="248074"/>
                </a:lnTo>
                <a:lnTo>
                  <a:pt x="1310307" y="241898"/>
                </a:lnTo>
                <a:lnTo>
                  <a:pt x="1311037" y="240398"/>
                </a:lnTo>
                <a:lnTo>
                  <a:pt x="1311767" y="244622"/>
                </a:lnTo>
                <a:lnTo>
                  <a:pt x="1312497" y="248105"/>
                </a:lnTo>
                <a:lnTo>
                  <a:pt x="1313957" y="244777"/>
                </a:lnTo>
                <a:lnTo>
                  <a:pt x="1316147" y="237342"/>
                </a:lnTo>
                <a:lnTo>
                  <a:pt x="1316877" y="241177"/>
                </a:lnTo>
                <a:lnTo>
                  <a:pt x="1318337" y="255780"/>
                </a:lnTo>
                <a:lnTo>
                  <a:pt x="1319067" y="234074"/>
                </a:lnTo>
                <a:lnTo>
                  <a:pt x="1320527" y="249987"/>
                </a:lnTo>
                <a:lnTo>
                  <a:pt x="1321257" y="248885"/>
                </a:lnTo>
                <a:lnTo>
                  <a:pt x="1321987" y="242856"/>
                </a:lnTo>
                <a:lnTo>
                  <a:pt x="1323447" y="251562"/>
                </a:lnTo>
                <a:lnTo>
                  <a:pt x="1324177" y="257763"/>
                </a:lnTo>
                <a:lnTo>
                  <a:pt x="1325637" y="252415"/>
                </a:lnTo>
                <a:lnTo>
                  <a:pt x="1327827" y="246824"/>
                </a:lnTo>
                <a:lnTo>
                  <a:pt x="1328557" y="249873"/>
                </a:lnTo>
                <a:lnTo>
                  <a:pt x="1330747" y="256928"/>
                </a:lnTo>
                <a:lnTo>
                  <a:pt x="1331477" y="254255"/>
                </a:lnTo>
                <a:lnTo>
                  <a:pt x="1333666" y="251599"/>
                </a:lnTo>
                <a:lnTo>
                  <a:pt x="1335126" y="261722"/>
                </a:lnTo>
                <a:lnTo>
                  <a:pt x="1336586" y="258405"/>
                </a:lnTo>
                <a:lnTo>
                  <a:pt x="1337316" y="254851"/>
                </a:lnTo>
                <a:lnTo>
                  <a:pt x="1339506" y="256107"/>
                </a:lnTo>
                <a:lnTo>
                  <a:pt x="1340966" y="266156"/>
                </a:lnTo>
                <a:lnTo>
                  <a:pt x="1341696" y="263053"/>
                </a:lnTo>
                <a:lnTo>
                  <a:pt x="1342426" y="257527"/>
                </a:lnTo>
                <a:lnTo>
                  <a:pt x="1343886" y="263253"/>
                </a:lnTo>
                <a:lnTo>
                  <a:pt x="1346076" y="259979"/>
                </a:lnTo>
                <a:lnTo>
                  <a:pt x="1346806" y="261711"/>
                </a:lnTo>
                <a:lnTo>
                  <a:pt x="1350456" y="269563"/>
                </a:lnTo>
                <a:lnTo>
                  <a:pt x="1352646" y="262783"/>
                </a:lnTo>
                <a:lnTo>
                  <a:pt x="1353376" y="266640"/>
                </a:lnTo>
                <a:lnTo>
                  <a:pt x="1354106" y="271813"/>
                </a:lnTo>
                <a:lnTo>
                  <a:pt x="1355566" y="265463"/>
                </a:lnTo>
                <a:lnTo>
                  <a:pt x="1356296" y="269696"/>
                </a:lnTo>
                <a:lnTo>
                  <a:pt x="1357026" y="270733"/>
                </a:lnTo>
                <a:lnTo>
                  <a:pt x="1357756" y="267890"/>
                </a:lnTo>
                <a:lnTo>
                  <a:pt x="1358486" y="265565"/>
                </a:lnTo>
                <a:lnTo>
                  <a:pt x="1359216" y="267459"/>
                </a:lnTo>
                <a:lnTo>
                  <a:pt x="1360675" y="273363"/>
                </a:lnTo>
                <a:lnTo>
                  <a:pt x="1361405" y="270672"/>
                </a:lnTo>
                <a:lnTo>
                  <a:pt x="1362135" y="266209"/>
                </a:lnTo>
                <a:lnTo>
                  <a:pt x="1363595" y="270407"/>
                </a:lnTo>
                <a:lnTo>
                  <a:pt x="1365785" y="268689"/>
                </a:lnTo>
                <a:lnTo>
                  <a:pt x="1366515" y="276717"/>
                </a:lnTo>
                <a:lnTo>
                  <a:pt x="1368705" y="274400"/>
                </a:lnTo>
                <a:lnTo>
                  <a:pt x="1369435" y="275542"/>
                </a:lnTo>
                <a:lnTo>
                  <a:pt x="1370165" y="271741"/>
                </a:lnTo>
                <a:lnTo>
                  <a:pt x="1371625" y="272273"/>
                </a:lnTo>
                <a:lnTo>
                  <a:pt x="1373815" y="279915"/>
                </a:lnTo>
                <a:lnTo>
                  <a:pt x="1374545" y="275833"/>
                </a:lnTo>
                <a:lnTo>
                  <a:pt x="1375275" y="272518"/>
                </a:lnTo>
                <a:lnTo>
                  <a:pt x="1377465" y="273583"/>
                </a:lnTo>
                <a:lnTo>
                  <a:pt x="1378925" y="283540"/>
                </a:lnTo>
                <a:lnTo>
                  <a:pt x="1381115" y="279697"/>
                </a:lnTo>
                <a:lnTo>
                  <a:pt x="1381845" y="279289"/>
                </a:lnTo>
                <a:lnTo>
                  <a:pt x="1383305" y="272397"/>
                </a:lnTo>
                <a:lnTo>
                  <a:pt x="1384035" y="280572"/>
                </a:lnTo>
                <a:lnTo>
                  <a:pt x="1384765" y="284688"/>
                </a:lnTo>
                <a:lnTo>
                  <a:pt x="1386225" y="278787"/>
                </a:lnTo>
                <a:lnTo>
                  <a:pt x="1389874" y="272544"/>
                </a:lnTo>
                <a:lnTo>
                  <a:pt x="1390604" y="286369"/>
                </a:lnTo>
                <a:lnTo>
                  <a:pt x="1392064" y="277939"/>
                </a:lnTo>
                <a:lnTo>
                  <a:pt x="1395714" y="268055"/>
                </a:lnTo>
                <a:lnTo>
                  <a:pt x="1397174" y="281769"/>
                </a:lnTo>
                <a:lnTo>
                  <a:pt x="1397904" y="272970"/>
                </a:lnTo>
                <a:lnTo>
                  <a:pt x="1400824" y="267300"/>
                </a:lnTo>
                <a:lnTo>
                  <a:pt x="1401554" y="268596"/>
                </a:lnTo>
                <a:lnTo>
                  <a:pt x="1403744" y="274159"/>
                </a:lnTo>
                <a:lnTo>
                  <a:pt x="1404474" y="273596"/>
                </a:lnTo>
                <a:lnTo>
                  <a:pt x="1407394" y="260126"/>
                </a:lnTo>
                <a:lnTo>
                  <a:pt x="1408124" y="263262"/>
                </a:lnTo>
                <a:lnTo>
                  <a:pt x="1409584" y="282503"/>
                </a:lnTo>
                <a:lnTo>
                  <a:pt x="1410314" y="275887"/>
                </a:lnTo>
                <a:lnTo>
                  <a:pt x="1413234" y="260340"/>
                </a:lnTo>
                <a:lnTo>
                  <a:pt x="1416884" y="260341"/>
                </a:lnTo>
                <a:lnTo>
                  <a:pt x="1419073" y="251084"/>
                </a:lnTo>
                <a:lnTo>
                  <a:pt x="1419803" y="258445"/>
                </a:lnTo>
                <a:lnTo>
                  <a:pt x="1421263" y="250573"/>
                </a:lnTo>
                <a:lnTo>
                  <a:pt x="1422723" y="253142"/>
                </a:lnTo>
                <a:lnTo>
                  <a:pt x="1427103" y="236148"/>
                </a:lnTo>
                <a:lnTo>
                  <a:pt x="1428563" y="234777"/>
                </a:lnTo>
                <a:lnTo>
                  <a:pt x="1429293" y="236310"/>
                </a:lnTo>
                <a:lnTo>
                  <a:pt x="1430023" y="238551"/>
                </a:lnTo>
                <a:lnTo>
                  <a:pt x="1430753" y="233051"/>
                </a:lnTo>
                <a:lnTo>
                  <a:pt x="1432943" y="230173"/>
                </a:lnTo>
                <a:lnTo>
                  <a:pt x="1435863" y="219012"/>
                </a:lnTo>
                <a:lnTo>
                  <a:pt x="1436593" y="218462"/>
                </a:lnTo>
                <a:lnTo>
                  <a:pt x="1437323" y="221359"/>
                </a:lnTo>
                <a:lnTo>
                  <a:pt x="1438053" y="216833"/>
                </a:lnTo>
                <a:lnTo>
                  <a:pt x="1439513" y="214227"/>
                </a:lnTo>
                <a:lnTo>
                  <a:pt x="1440243" y="218290"/>
                </a:lnTo>
                <a:lnTo>
                  <a:pt x="1441703" y="211657"/>
                </a:lnTo>
                <a:lnTo>
                  <a:pt x="1445353" y="199690"/>
                </a:lnTo>
                <a:lnTo>
                  <a:pt x="1446083" y="200648"/>
                </a:lnTo>
                <a:lnTo>
                  <a:pt x="1446813" y="206697"/>
                </a:lnTo>
                <a:lnTo>
                  <a:pt x="1448272" y="200633"/>
                </a:lnTo>
                <a:lnTo>
                  <a:pt x="1450462" y="193540"/>
                </a:lnTo>
                <a:lnTo>
                  <a:pt x="1451192" y="194380"/>
                </a:lnTo>
                <a:lnTo>
                  <a:pt x="1451922" y="199761"/>
                </a:lnTo>
                <a:lnTo>
                  <a:pt x="1453382" y="193592"/>
                </a:lnTo>
                <a:lnTo>
                  <a:pt x="1457032" y="183953"/>
                </a:lnTo>
                <a:lnTo>
                  <a:pt x="1457762" y="190519"/>
                </a:lnTo>
                <a:lnTo>
                  <a:pt x="1459222" y="184755"/>
                </a:lnTo>
                <a:lnTo>
                  <a:pt x="1464332" y="188302"/>
                </a:lnTo>
                <a:lnTo>
                  <a:pt x="1465062" y="185707"/>
                </a:lnTo>
                <a:lnTo>
                  <a:pt x="1468712" y="177698"/>
                </a:lnTo>
                <a:lnTo>
                  <a:pt x="1469442" y="179959"/>
                </a:lnTo>
                <a:lnTo>
                  <a:pt x="1470172" y="176895"/>
                </a:lnTo>
                <a:lnTo>
                  <a:pt x="1476012" y="164738"/>
                </a:lnTo>
                <a:lnTo>
                  <a:pt x="1476741" y="167293"/>
                </a:lnTo>
                <a:lnTo>
                  <a:pt x="1478931" y="164361"/>
                </a:lnTo>
                <a:lnTo>
                  <a:pt x="1484041" y="152173"/>
                </a:lnTo>
                <a:lnTo>
                  <a:pt x="1484771" y="153174"/>
                </a:lnTo>
                <a:lnTo>
                  <a:pt x="1485501" y="156101"/>
                </a:lnTo>
                <a:lnTo>
                  <a:pt x="1486231" y="152000"/>
                </a:lnTo>
                <a:lnTo>
                  <a:pt x="1488421" y="145025"/>
                </a:lnTo>
                <a:lnTo>
                  <a:pt x="1489881" y="146850"/>
                </a:lnTo>
                <a:lnTo>
                  <a:pt x="1490611" y="149645"/>
                </a:lnTo>
                <a:lnTo>
                  <a:pt x="1491341" y="146193"/>
                </a:lnTo>
                <a:lnTo>
                  <a:pt x="1492071" y="146711"/>
                </a:lnTo>
                <a:lnTo>
                  <a:pt x="1498641" y="136773"/>
                </a:lnTo>
                <a:lnTo>
                  <a:pt x="1500101" y="140421"/>
                </a:lnTo>
                <a:lnTo>
                  <a:pt x="1500831" y="139313"/>
                </a:lnTo>
                <a:lnTo>
                  <a:pt x="1502291" y="135460"/>
                </a:lnTo>
                <a:lnTo>
                  <a:pt x="1503021" y="138576"/>
                </a:lnTo>
                <a:lnTo>
                  <a:pt x="1503751" y="140902"/>
                </a:lnTo>
                <a:lnTo>
                  <a:pt x="1504481" y="138277"/>
                </a:lnTo>
                <a:lnTo>
                  <a:pt x="1508860" y="130839"/>
                </a:lnTo>
                <a:lnTo>
                  <a:pt x="1510320" y="136896"/>
                </a:lnTo>
                <a:lnTo>
                  <a:pt x="1511050" y="131911"/>
                </a:lnTo>
                <a:lnTo>
                  <a:pt x="1513240" y="127570"/>
                </a:lnTo>
                <a:lnTo>
                  <a:pt x="1513970" y="130387"/>
                </a:lnTo>
                <a:lnTo>
                  <a:pt x="1516890" y="122344"/>
                </a:lnTo>
                <a:lnTo>
                  <a:pt x="1517620" y="125154"/>
                </a:lnTo>
                <a:lnTo>
                  <a:pt x="1518350" y="128754"/>
                </a:lnTo>
                <a:lnTo>
                  <a:pt x="1519810" y="124870"/>
                </a:lnTo>
                <a:lnTo>
                  <a:pt x="1522730" y="120141"/>
                </a:lnTo>
                <a:lnTo>
                  <a:pt x="1526380" y="124228"/>
                </a:lnTo>
                <a:lnTo>
                  <a:pt x="1527110" y="122080"/>
                </a:lnTo>
                <a:lnTo>
                  <a:pt x="1527840" y="117145"/>
                </a:lnTo>
                <a:lnTo>
                  <a:pt x="1529300" y="121489"/>
                </a:lnTo>
                <a:lnTo>
                  <a:pt x="1532950" y="124317"/>
                </a:lnTo>
                <a:lnTo>
                  <a:pt x="1535870" y="119698"/>
                </a:lnTo>
                <a:lnTo>
                  <a:pt x="1536600" y="126099"/>
                </a:lnTo>
                <a:lnTo>
                  <a:pt x="1538060" y="122210"/>
                </a:lnTo>
                <a:lnTo>
                  <a:pt x="1538790" y="121764"/>
                </a:lnTo>
                <a:lnTo>
                  <a:pt x="1542440" y="129172"/>
                </a:lnTo>
                <a:lnTo>
                  <a:pt x="1543170" y="128885"/>
                </a:lnTo>
                <a:lnTo>
                  <a:pt x="1544629" y="127758"/>
                </a:lnTo>
                <a:lnTo>
                  <a:pt x="1546089" y="135450"/>
                </a:lnTo>
                <a:lnTo>
                  <a:pt x="1549009" y="144901"/>
                </a:lnTo>
                <a:lnTo>
                  <a:pt x="1549739" y="143453"/>
                </a:lnTo>
                <a:lnTo>
                  <a:pt x="1551929" y="149072"/>
                </a:lnTo>
                <a:lnTo>
                  <a:pt x="1552659" y="150356"/>
                </a:lnTo>
                <a:lnTo>
                  <a:pt x="1553389" y="147199"/>
                </a:lnTo>
                <a:lnTo>
                  <a:pt x="1554119" y="146269"/>
                </a:lnTo>
                <a:lnTo>
                  <a:pt x="1559229" y="165680"/>
                </a:lnTo>
                <a:lnTo>
                  <a:pt x="1561419" y="173406"/>
                </a:lnTo>
                <a:lnTo>
                  <a:pt x="1567989" y="220551"/>
                </a:lnTo>
                <a:lnTo>
                  <a:pt x="1568719" y="219799"/>
                </a:lnTo>
                <a:lnTo>
                  <a:pt x="1569449" y="221007"/>
                </a:lnTo>
                <a:lnTo>
                  <a:pt x="1573099" y="251359"/>
                </a:lnTo>
                <a:lnTo>
                  <a:pt x="1574558" y="250980"/>
                </a:lnTo>
                <a:lnTo>
                  <a:pt x="1576018" y="239491"/>
                </a:lnTo>
                <a:lnTo>
                  <a:pt x="1577478" y="244176"/>
                </a:lnTo>
                <a:lnTo>
                  <a:pt x="1578938" y="257224"/>
                </a:lnTo>
                <a:lnTo>
                  <a:pt x="1580398" y="245438"/>
                </a:lnTo>
                <a:lnTo>
                  <a:pt x="1581128" y="243090"/>
                </a:lnTo>
                <a:lnTo>
                  <a:pt x="1581858" y="258785"/>
                </a:lnTo>
                <a:lnTo>
                  <a:pt x="1584048" y="258280"/>
                </a:lnTo>
                <a:lnTo>
                  <a:pt x="1585508" y="251251"/>
                </a:lnTo>
                <a:lnTo>
                  <a:pt x="1586238" y="256745"/>
                </a:lnTo>
                <a:lnTo>
                  <a:pt x="1588428" y="269331"/>
                </a:lnTo>
                <a:lnTo>
                  <a:pt x="1592808" y="219625"/>
                </a:lnTo>
                <a:lnTo>
                  <a:pt x="1594998" y="253913"/>
                </a:lnTo>
                <a:lnTo>
                  <a:pt x="1596458" y="244585"/>
                </a:lnTo>
                <a:lnTo>
                  <a:pt x="1601568" y="209350"/>
                </a:lnTo>
                <a:lnTo>
                  <a:pt x="1603757" y="219768"/>
                </a:lnTo>
                <a:lnTo>
                  <a:pt x="1604487" y="222220"/>
                </a:lnTo>
                <a:lnTo>
                  <a:pt x="1606677" y="220855"/>
                </a:lnTo>
                <a:lnTo>
                  <a:pt x="1610327" y="210238"/>
                </a:lnTo>
                <a:lnTo>
                  <a:pt x="1613247" y="217809"/>
                </a:lnTo>
                <a:lnTo>
                  <a:pt x="1613977" y="213549"/>
                </a:lnTo>
                <a:lnTo>
                  <a:pt x="1616167" y="201631"/>
                </a:lnTo>
                <a:lnTo>
                  <a:pt x="1616897" y="208241"/>
                </a:lnTo>
                <a:lnTo>
                  <a:pt x="1617627" y="209002"/>
                </a:lnTo>
                <a:lnTo>
                  <a:pt x="1619817" y="199249"/>
                </a:lnTo>
                <a:lnTo>
                  <a:pt x="1620547" y="200600"/>
                </a:lnTo>
                <a:lnTo>
                  <a:pt x="1621277" y="201462"/>
                </a:lnTo>
                <a:lnTo>
                  <a:pt x="1623467" y="220323"/>
                </a:lnTo>
                <a:lnTo>
                  <a:pt x="1624927" y="218716"/>
                </a:lnTo>
                <a:lnTo>
                  <a:pt x="1629307" y="232822"/>
                </a:lnTo>
                <a:lnTo>
                  <a:pt x="1635146" y="242767"/>
                </a:lnTo>
                <a:lnTo>
                  <a:pt x="1636606" y="248735"/>
                </a:lnTo>
                <a:lnTo>
                  <a:pt x="1638796" y="246931"/>
                </a:lnTo>
                <a:lnTo>
                  <a:pt x="1642446" y="260846"/>
                </a:lnTo>
                <a:lnTo>
                  <a:pt x="1644636" y="258294"/>
                </a:lnTo>
                <a:lnTo>
                  <a:pt x="1645366" y="255838"/>
                </a:lnTo>
                <a:lnTo>
                  <a:pt x="1648286" y="274732"/>
                </a:lnTo>
                <a:lnTo>
                  <a:pt x="1649016" y="271591"/>
                </a:lnTo>
                <a:lnTo>
                  <a:pt x="1649746" y="272282"/>
                </a:lnTo>
                <a:lnTo>
                  <a:pt x="1651206" y="258124"/>
                </a:lnTo>
                <a:lnTo>
                  <a:pt x="1651936" y="264011"/>
                </a:lnTo>
                <a:lnTo>
                  <a:pt x="1653396" y="277164"/>
                </a:lnTo>
                <a:lnTo>
                  <a:pt x="1654856" y="269083"/>
                </a:lnTo>
                <a:lnTo>
                  <a:pt x="1655586" y="268325"/>
                </a:lnTo>
                <a:lnTo>
                  <a:pt x="1657776" y="280695"/>
                </a:lnTo>
                <a:lnTo>
                  <a:pt x="1658506" y="269053"/>
                </a:lnTo>
                <a:lnTo>
                  <a:pt x="1659965" y="277223"/>
                </a:lnTo>
                <a:lnTo>
                  <a:pt x="1660695" y="278983"/>
                </a:lnTo>
                <a:lnTo>
                  <a:pt x="1661425" y="289994"/>
                </a:lnTo>
                <a:lnTo>
                  <a:pt x="1662885" y="279004"/>
                </a:lnTo>
                <a:lnTo>
                  <a:pt x="1663615" y="267911"/>
                </a:lnTo>
                <a:lnTo>
                  <a:pt x="1665075" y="283349"/>
                </a:lnTo>
                <a:lnTo>
                  <a:pt x="1665805" y="290591"/>
                </a:lnTo>
                <a:lnTo>
                  <a:pt x="1666535" y="284276"/>
                </a:lnTo>
                <a:lnTo>
                  <a:pt x="1669455" y="262680"/>
                </a:lnTo>
                <a:lnTo>
                  <a:pt x="1673105" y="275416"/>
                </a:lnTo>
                <a:lnTo>
                  <a:pt x="1673835" y="276587"/>
                </a:lnTo>
                <a:lnTo>
                  <a:pt x="1674565" y="273723"/>
                </a:lnTo>
                <a:lnTo>
                  <a:pt x="1676025" y="277556"/>
                </a:lnTo>
                <a:lnTo>
                  <a:pt x="1677485" y="268167"/>
                </a:lnTo>
                <a:lnTo>
                  <a:pt x="1679675" y="279491"/>
                </a:lnTo>
                <a:lnTo>
                  <a:pt x="1681135" y="274887"/>
                </a:lnTo>
                <a:lnTo>
                  <a:pt x="1681865" y="266623"/>
                </a:lnTo>
                <a:lnTo>
                  <a:pt x="1684055" y="268516"/>
                </a:lnTo>
                <a:lnTo>
                  <a:pt x="1685515" y="266940"/>
                </a:lnTo>
                <a:lnTo>
                  <a:pt x="1688435" y="274078"/>
                </a:lnTo>
                <a:lnTo>
                  <a:pt x="1690624" y="259360"/>
                </a:lnTo>
                <a:lnTo>
                  <a:pt x="1691354" y="261035"/>
                </a:lnTo>
                <a:lnTo>
                  <a:pt x="1693544" y="276979"/>
                </a:lnTo>
                <a:lnTo>
                  <a:pt x="1694274" y="272929"/>
                </a:lnTo>
                <a:lnTo>
                  <a:pt x="1697194" y="258354"/>
                </a:lnTo>
                <a:lnTo>
                  <a:pt x="1699384" y="272545"/>
                </a:lnTo>
                <a:lnTo>
                  <a:pt x="1700114" y="271925"/>
                </a:lnTo>
                <a:lnTo>
                  <a:pt x="1701574" y="260348"/>
                </a:lnTo>
                <a:lnTo>
                  <a:pt x="1703034" y="262672"/>
                </a:lnTo>
                <a:lnTo>
                  <a:pt x="1705954" y="273050"/>
                </a:lnTo>
                <a:lnTo>
                  <a:pt x="1708874" y="263219"/>
                </a:lnTo>
                <a:lnTo>
                  <a:pt x="1710334" y="267577"/>
                </a:lnTo>
                <a:lnTo>
                  <a:pt x="1711794" y="273335"/>
                </a:lnTo>
                <a:lnTo>
                  <a:pt x="1713254" y="268136"/>
                </a:lnTo>
                <a:lnTo>
                  <a:pt x="1715444" y="265191"/>
                </a:lnTo>
                <a:lnTo>
                  <a:pt x="1716174" y="267714"/>
                </a:lnTo>
                <a:lnTo>
                  <a:pt x="1716904" y="270004"/>
                </a:lnTo>
                <a:lnTo>
                  <a:pt x="1717633" y="265459"/>
                </a:lnTo>
                <a:lnTo>
                  <a:pt x="1718363" y="262960"/>
                </a:lnTo>
                <a:lnTo>
                  <a:pt x="1719093" y="267460"/>
                </a:lnTo>
                <a:lnTo>
                  <a:pt x="1719823" y="267326"/>
                </a:lnTo>
                <a:lnTo>
                  <a:pt x="1722013" y="273175"/>
                </a:lnTo>
                <a:lnTo>
                  <a:pt x="1722743" y="271744"/>
                </a:lnTo>
                <a:lnTo>
                  <a:pt x="1724933" y="262238"/>
                </a:lnTo>
                <a:lnTo>
                  <a:pt x="1725663" y="265254"/>
                </a:lnTo>
                <a:lnTo>
                  <a:pt x="1727123" y="271173"/>
                </a:lnTo>
                <a:lnTo>
                  <a:pt x="1727853" y="266653"/>
                </a:lnTo>
                <a:lnTo>
                  <a:pt x="1729313" y="263364"/>
                </a:lnTo>
                <a:lnTo>
                  <a:pt x="1730043" y="264847"/>
                </a:lnTo>
                <a:lnTo>
                  <a:pt x="1731503" y="272814"/>
                </a:lnTo>
                <a:lnTo>
                  <a:pt x="1732963" y="269746"/>
                </a:lnTo>
                <a:lnTo>
                  <a:pt x="1735883" y="256929"/>
                </a:lnTo>
                <a:lnTo>
                  <a:pt x="1738073" y="258172"/>
                </a:lnTo>
                <a:lnTo>
                  <a:pt x="1738803" y="263859"/>
                </a:lnTo>
                <a:lnTo>
                  <a:pt x="1740993" y="261589"/>
                </a:lnTo>
                <a:lnTo>
                  <a:pt x="1741723" y="261725"/>
                </a:lnTo>
                <a:lnTo>
                  <a:pt x="1745373" y="270286"/>
                </a:lnTo>
                <a:lnTo>
                  <a:pt x="1746103" y="271836"/>
                </a:lnTo>
                <a:lnTo>
                  <a:pt x="1746833" y="262861"/>
                </a:lnTo>
                <a:lnTo>
                  <a:pt x="1748293" y="266892"/>
                </a:lnTo>
                <a:lnTo>
                  <a:pt x="1751213" y="273857"/>
                </a:lnTo>
                <a:lnTo>
                  <a:pt x="1751943" y="271947"/>
                </a:lnTo>
                <a:lnTo>
                  <a:pt x="1752673" y="265031"/>
                </a:lnTo>
                <a:lnTo>
                  <a:pt x="1754133" y="272622"/>
                </a:lnTo>
                <a:lnTo>
                  <a:pt x="1754863" y="276610"/>
                </a:lnTo>
                <a:lnTo>
                  <a:pt x="1756323" y="275731"/>
                </a:lnTo>
                <a:lnTo>
                  <a:pt x="1757052" y="273489"/>
                </a:lnTo>
                <a:lnTo>
                  <a:pt x="1757782" y="277035"/>
                </a:lnTo>
                <a:lnTo>
                  <a:pt x="1761432" y="284837"/>
                </a:lnTo>
                <a:lnTo>
                  <a:pt x="1762892" y="287648"/>
                </a:lnTo>
                <a:lnTo>
                  <a:pt x="1763622" y="285319"/>
                </a:lnTo>
                <a:lnTo>
                  <a:pt x="1764352" y="279666"/>
                </a:lnTo>
                <a:lnTo>
                  <a:pt x="1765082" y="285172"/>
                </a:lnTo>
                <a:lnTo>
                  <a:pt x="1768732" y="294378"/>
                </a:lnTo>
                <a:lnTo>
                  <a:pt x="1770192" y="294109"/>
                </a:lnTo>
                <a:lnTo>
                  <a:pt x="1771652" y="299680"/>
                </a:lnTo>
                <a:lnTo>
                  <a:pt x="1773112" y="296472"/>
                </a:lnTo>
                <a:lnTo>
                  <a:pt x="1774572" y="292529"/>
                </a:lnTo>
                <a:lnTo>
                  <a:pt x="1776762" y="303715"/>
                </a:lnTo>
                <a:lnTo>
                  <a:pt x="1778952" y="298016"/>
                </a:lnTo>
                <a:lnTo>
                  <a:pt x="1779682" y="300099"/>
                </a:lnTo>
                <a:lnTo>
                  <a:pt x="1781142" y="313263"/>
                </a:lnTo>
                <a:lnTo>
                  <a:pt x="1782602" y="311194"/>
                </a:lnTo>
                <a:lnTo>
                  <a:pt x="1784062" y="301658"/>
                </a:lnTo>
                <a:lnTo>
                  <a:pt x="1786251" y="305394"/>
                </a:lnTo>
                <a:lnTo>
                  <a:pt x="1789901" y="325166"/>
                </a:lnTo>
                <a:lnTo>
                  <a:pt x="1790631" y="321434"/>
                </a:lnTo>
                <a:lnTo>
                  <a:pt x="1792091" y="326248"/>
                </a:lnTo>
                <a:lnTo>
                  <a:pt x="1793551" y="330577"/>
                </a:lnTo>
                <a:lnTo>
                  <a:pt x="1794281" y="326253"/>
                </a:lnTo>
                <a:lnTo>
                  <a:pt x="1795011" y="326401"/>
                </a:lnTo>
                <a:lnTo>
                  <a:pt x="1797931" y="339702"/>
                </a:lnTo>
                <a:lnTo>
                  <a:pt x="1800121" y="330584"/>
                </a:lnTo>
                <a:lnTo>
                  <a:pt x="1803041" y="346894"/>
                </a:lnTo>
                <a:lnTo>
                  <a:pt x="1804501" y="340515"/>
                </a:lnTo>
                <a:lnTo>
                  <a:pt x="1805231" y="342086"/>
                </a:lnTo>
                <a:lnTo>
                  <a:pt x="1807421" y="354918"/>
                </a:lnTo>
                <a:lnTo>
                  <a:pt x="1808151" y="351243"/>
                </a:lnTo>
                <a:lnTo>
                  <a:pt x="1812531" y="363016"/>
                </a:lnTo>
                <a:lnTo>
                  <a:pt x="1813261" y="361526"/>
                </a:lnTo>
                <a:lnTo>
                  <a:pt x="1813991" y="362375"/>
                </a:lnTo>
                <a:lnTo>
                  <a:pt x="1815450" y="349310"/>
                </a:lnTo>
                <a:lnTo>
                  <a:pt x="1816180" y="351731"/>
                </a:lnTo>
                <a:lnTo>
                  <a:pt x="1819100" y="377467"/>
                </a:lnTo>
                <a:lnTo>
                  <a:pt x="1819830" y="376754"/>
                </a:lnTo>
                <a:lnTo>
                  <a:pt x="1820560" y="377067"/>
                </a:lnTo>
                <a:lnTo>
                  <a:pt x="1822020" y="365325"/>
                </a:lnTo>
                <a:lnTo>
                  <a:pt x="1822750" y="374345"/>
                </a:lnTo>
                <a:lnTo>
                  <a:pt x="1823480" y="375180"/>
                </a:lnTo>
                <a:lnTo>
                  <a:pt x="1824940" y="386042"/>
                </a:lnTo>
                <a:lnTo>
                  <a:pt x="1825670" y="378321"/>
                </a:lnTo>
                <a:lnTo>
                  <a:pt x="1827130" y="368538"/>
                </a:lnTo>
                <a:lnTo>
                  <a:pt x="1827860" y="371869"/>
                </a:lnTo>
                <a:lnTo>
                  <a:pt x="1829320" y="389804"/>
                </a:lnTo>
                <a:lnTo>
                  <a:pt x="1830780" y="377207"/>
                </a:lnTo>
                <a:lnTo>
                  <a:pt x="1835160" y="392546"/>
                </a:lnTo>
                <a:lnTo>
                  <a:pt x="1838810" y="375679"/>
                </a:lnTo>
                <a:lnTo>
                  <a:pt x="1841000" y="395028"/>
                </a:lnTo>
                <a:lnTo>
                  <a:pt x="1842460" y="380473"/>
                </a:lnTo>
                <a:lnTo>
                  <a:pt x="1843919" y="384951"/>
                </a:lnTo>
                <a:lnTo>
                  <a:pt x="1844649" y="379454"/>
                </a:lnTo>
                <a:lnTo>
                  <a:pt x="1845379" y="383823"/>
                </a:lnTo>
                <a:lnTo>
                  <a:pt x="1846839" y="403290"/>
                </a:lnTo>
                <a:lnTo>
                  <a:pt x="1848299" y="396895"/>
                </a:lnTo>
                <a:lnTo>
                  <a:pt x="1849759" y="387932"/>
                </a:lnTo>
                <a:lnTo>
                  <a:pt x="1851219" y="392450"/>
                </a:lnTo>
                <a:lnTo>
                  <a:pt x="1851949" y="392365"/>
                </a:lnTo>
                <a:lnTo>
                  <a:pt x="1852679" y="404202"/>
                </a:lnTo>
                <a:lnTo>
                  <a:pt x="1854139" y="398377"/>
                </a:lnTo>
                <a:lnTo>
                  <a:pt x="1855599" y="391896"/>
                </a:lnTo>
                <a:lnTo>
                  <a:pt x="1857059" y="404627"/>
                </a:lnTo>
                <a:lnTo>
                  <a:pt x="1858519" y="398843"/>
                </a:lnTo>
                <a:lnTo>
                  <a:pt x="1859249" y="394666"/>
                </a:lnTo>
                <a:lnTo>
                  <a:pt x="1859979" y="400822"/>
                </a:lnTo>
                <a:lnTo>
                  <a:pt x="1860709" y="399033"/>
                </a:lnTo>
                <a:lnTo>
                  <a:pt x="1862169" y="406467"/>
                </a:lnTo>
                <a:lnTo>
                  <a:pt x="1862899" y="401087"/>
                </a:lnTo>
                <a:lnTo>
                  <a:pt x="1864359" y="393938"/>
                </a:lnTo>
                <a:lnTo>
                  <a:pt x="1865819" y="398962"/>
                </a:lnTo>
                <a:lnTo>
                  <a:pt x="1871659" y="395840"/>
                </a:lnTo>
                <a:lnTo>
                  <a:pt x="1875308" y="406897"/>
                </a:lnTo>
                <a:lnTo>
                  <a:pt x="1877498" y="375760"/>
                </a:lnTo>
                <a:lnTo>
                  <a:pt x="1878228" y="398999"/>
                </a:lnTo>
                <a:lnTo>
                  <a:pt x="1878958" y="402821"/>
                </a:lnTo>
                <a:lnTo>
                  <a:pt x="1879688" y="392902"/>
                </a:lnTo>
                <a:lnTo>
                  <a:pt x="1880418" y="389551"/>
                </a:lnTo>
                <a:lnTo>
                  <a:pt x="1881148" y="404258"/>
                </a:lnTo>
                <a:lnTo>
                  <a:pt x="1883338" y="395987"/>
                </a:lnTo>
                <a:lnTo>
                  <a:pt x="1884068" y="406016"/>
                </a:lnTo>
                <a:lnTo>
                  <a:pt x="1885528" y="399608"/>
                </a:lnTo>
                <a:lnTo>
                  <a:pt x="1886258" y="398813"/>
                </a:lnTo>
                <a:lnTo>
                  <a:pt x="1889178" y="405257"/>
                </a:lnTo>
                <a:lnTo>
                  <a:pt x="1889908" y="401730"/>
                </a:lnTo>
                <a:lnTo>
                  <a:pt x="1891368" y="407063"/>
                </a:lnTo>
                <a:lnTo>
                  <a:pt x="1892098" y="408799"/>
                </a:lnTo>
                <a:lnTo>
                  <a:pt x="1892828" y="407221"/>
                </a:lnTo>
                <a:lnTo>
                  <a:pt x="1894288" y="408015"/>
                </a:lnTo>
                <a:lnTo>
                  <a:pt x="1895748" y="398972"/>
                </a:lnTo>
                <a:lnTo>
                  <a:pt x="1900858" y="414718"/>
                </a:lnTo>
                <a:lnTo>
                  <a:pt x="1901587" y="402029"/>
                </a:lnTo>
                <a:lnTo>
                  <a:pt x="1903047" y="412688"/>
                </a:lnTo>
                <a:lnTo>
                  <a:pt x="1903777" y="412351"/>
                </a:lnTo>
                <a:lnTo>
                  <a:pt x="1905237" y="420642"/>
                </a:lnTo>
                <a:lnTo>
                  <a:pt x="1905967" y="419844"/>
                </a:lnTo>
                <a:lnTo>
                  <a:pt x="1907427" y="406741"/>
                </a:lnTo>
                <a:lnTo>
                  <a:pt x="1908157" y="412907"/>
                </a:lnTo>
                <a:lnTo>
                  <a:pt x="1908887" y="420426"/>
                </a:lnTo>
                <a:lnTo>
                  <a:pt x="1909617" y="419763"/>
                </a:lnTo>
                <a:lnTo>
                  <a:pt x="1910347" y="406901"/>
                </a:lnTo>
                <a:lnTo>
                  <a:pt x="1911807" y="423880"/>
                </a:lnTo>
                <a:lnTo>
                  <a:pt x="1913267" y="421294"/>
                </a:lnTo>
                <a:lnTo>
                  <a:pt x="1914727" y="426778"/>
                </a:lnTo>
                <a:lnTo>
                  <a:pt x="1915457" y="424346"/>
                </a:lnTo>
                <a:lnTo>
                  <a:pt x="1916917" y="425358"/>
                </a:lnTo>
                <a:lnTo>
                  <a:pt x="1917647" y="428167"/>
                </a:lnTo>
                <a:lnTo>
                  <a:pt x="1919107" y="415537"/>
                </a:lnTo>
                <a:lnTo>
                  <a:pt x="1920567" y="420907"/>
                </a:lnTo>
                <a:lnTo>
                  <a:pt x="1921297" y="426238"/>
                </a:lnTo>
                <a:lnTo>
                  <a:pt x="1922757" y="424125"/>
                </a:lnTo>
                <a:lnTo>
                  <a:pt x="1924217" y="418317"/>
                </a:lnTo>
                <a:lnTo>
                  <a:pt x="1924947" y="422788"/>
                </a:lnTo>
                <a:lnTo>
                  <a:pt x="1926407" y="429499"/>
                </a:lnTo>
                <a:lnTo>
                  <a:pt x="1927867" y="425578"/>
                </a:lnTo>
                <a:lnTo>
                  <a:pt x="1928597" y="423202"/>
                </a:lnTo>
                <a:lnTo>
                  <a:pt x="1929327" y="425554"/>
                </a:lnTo>
                <a:lnTo>
                  <a:pt x="1932976" y="433300"/>
                </a:lnTo>
                <a:lnTo>
                  <a:pt x="1934436" y="436509"/>
                </a:lnTo>
                <a:lnTo>
                  <a:pt x="1935166" y="428390"/>
                </a:lnTo>
                <a:lnTo>
                  <a:pt x="1936626" y="435989"/>
                </a:lnTo>
                <a:lnTo>
                  <a:pt x="1938086" y="437206"/>
                </a:lnTo>
                <a:lnTo>
                  <a:pt x="1938816" y="431251"/>
                </a:lnTo>
                <a:lnTo>
                  <a:pt x="1940276" y="439962"/>
                </a:lnTo>
                <a:lnTo>
                  <a:pt x="1943196" y="432154"/>
                </a:lnTo>
                <a:lnTo>
                  <a:pt x="1947576" y="446922"/>
                </a:lnTo>
                <a:lnTo>
                  <a:pt x="1950496" y="443215"/>
                </a:lnTo>
                <a:lnTo>
                  <a:pt x="1951226" y="445304"/>
                </a:lnTo>
                <a:lnTo>
                  <a:pt x="1952686" y="448633"/>
                </a:lnTo>
                <a:lnTo>
                  <a:pt x="1953416" y="444538"/>
                </a:lnTo>
                <a:lnTo>
                  <a:pt x="1954146" y="443223"/>
                </a:lnTo>
                <a:lnTo>
                  <a:pt x="1955606" y="442065"/>
                </a:lnTo>
                <a:lnTo>
                  <a:pt x="1957066" y="449216"/>
                </a:lnTo>
                <a:lnTo>
                  <a:pt x="1959256" y="451513"/>
                </a:lnTo>
                <a:lnTo>
                  <a:pt x="1960715" y="440387"/>
                </a:lnTo>
                <a:lnTo>
                  <a:pt x="1963636" y="450219"/>
                </a:lnTo>
                <a:lnTo>
                  <a:pt x="1964366" y="447212"/>
                </a:lnTo>
                <a:lnTo>
                  <a:pt x="1965826" y="450094"/>
                </a:lnTo>
                <a:lnTo>
                  <a:pt x="1966556" y="443572"/>
                </a:lnTo>
                <a:lnTo>
                  <a:pt x="1968016" y="445335"/>
                </a:lnTo>
                <a:lnTo>
                  <a:pt x="1968746" y="449784"/>
                </a:lnTo>
                <a:lnTo>
                  <a:pt x="1970205" y="445928"/>
                </a:lnTo>
                <a:lnTo>
                  <a:pt x="1973125" y="444314"/>
                </a:lnTo>
                <a:lnTo>
                  <a:pt x="1973855" y="449736"/>
                </a:lnTo>
                <a:lnTo>
                  <a:pt x="1975315" y="443931"/>
                </a:lnTo>
                <a:lnTo>
                  <a:pt x="1978235" y="449847"/>
                </a:lnTo>
                <a:lnTo>
                  <a:pt x="1981885" y="442674"/>
                </a:lnTo>
                <a:lnTo>
                  <a:pt x="1984805" y="450805"/>
                </a:lnTo>
                <a:lnTo>
                  <a:pt x="1986265" y="445695"/>
                </a:lnTo>
                <a:lnTo>
                  <a:pt x="1989185" y="436189"/>
                </a:lnTo>
                <a:lnTo>
                  <a:pt x="1991375" y="446504"/>
                </a:lnTo>
                <a:lnTo>
                  <a:pt x="1990645" y="435955"/>
                </a:lnTo>
                <a:lnTo>
                  <a:pt x="1992105" y="442279"/>
                </a:lnTo>
                <a:lnTo>
                  <a:pt x="1992835" y="445500"/>
                </a:lnTo>
                <a:lnTo>
                  <a:pt x="1994295" y="442588"/>
                </a:lnTo>
                <a:lnTo>
                  <a:pt x="1997215" y="434183"/>
                </a:lnTo>
                <a:lnTo>
                  <a:pt x="1998674" y="445063"/>
                </a:lnTo>
                <a:lnTo>
                  <a:pt x="1999404" y="443390"/>
                </a:lnTo>
                <a:lnTo>
                  <a:pt x="2000134" y="435659"/>
                </a:lnTo>
                <a:lnTo>
                  <a:pt x="2002324" y="439901"/>
                </a:lnTo>
                <a:lnTo>
                  <a:pt x="2004514" y="437494"/>
                </a:lnTo>
                <a:lnTo>
                  <a:pt x="2003784" y="442944"/>
                </a:lnTo>
                <a:lnTo>
                  <a:pt x="2005244" y="439204"/>
                </a:lnTo>
                <a:lnTo>
                  <a:pt x="2006704" y="442641"/>
                </a:lnTo>
                <a:lnTo>
                  <a:pt x="2007434" y="436721"/>
                </a:lnTo>
                <a:lnTo>
                  <a:pt x="2008164" y="440686"/>
                </a:lnTo>
                <a:lnTo>
                  <a:pt x="2008894" y="449829"/>
                </a:lnTo>
                <a:lnTo>
                  <a:pt x="2010354" y="439106"/>
                </a:lnTo>
                <a:lnTo>
                  <a:pt x="2012544" y="440656"/>
                </a:lnTo>
                <a:lnTo>
                  <a:pt x="2013274" y="444884"/>
                </a:lnTo>
                <a:lnTo>
                  <a:pt x="2014734" y="442159"/>
                </a:lnTo>
                <a:lnTo>
                  <a:pt x="2016194" y="441273"/>
                </a:lnTo>
                <a:lnTo>
                  <a:pt x="2017654" y="445215"/>
                </a:lnTo>
                <a:lnTo>
                  <a:pt x="2018384" y="441716"/>
                </a:lnTo>
                <a:lnTo>
                  <a:pt x="2019114" y="438887"/>
                </a:lnTo>
                <a:lnTo>
                  <a:pt x="2019844" y="440815"/>
                </a:lnTo>
                <a:lnTo>
                  <a:pt x="2020574" y="444712"/>
                </a:lnTo>
                <a:lnTo>
                  <a:pt x="2021304" y="439707"/>
                </a:lnTo>
                <a:lnTo>
                  <a:pt x="2022034" y="439572"/>
                </a:lnTo>
                <a:lnTo>
                  <a:pt x="2022764" y="438340"/>
                </a:lnTo>
                <a:lnTo>
                  <a:pt x="2024954" y="446408"/>
                </a:lnTo>
                <a:lnTo>
                  <a:pt x="2025684" y="443453"/>
                </a:lnTo>
                <a:lnTo>
                  <a:pt x="2027144" y="442057"/>
                </a:lnTo>
                <a:lnTo>
                  <a:pt x="2027873" y="440183"/>
                </a:lnTo>
                <a:lnTo>
                  <a:pt x="2028603" y="445843"/>
                </a:lnTo>
                <a:lnTo>
                  <a:pt x="2030063" y="438344"/>
                </a:lnTo>
                <a:lnTo>
                  <a:pt x="2032983" y="444452"/>
                </a:lnTo>
                <a:lnTo>
                  <a:pt x="2033713" y="436658"/>
                </a:lnTo>
                <a:lnTo>
                  <a:pt x="2035173" y="440210"/>
                </a:lnTo>
                <a:lnTo>
                  <a:pt x="2035903" y="442515"/>
                </a:lnTo>
                <a:lnTo>
                  <a:pt x="2038093" y="440771"/>
                </a:lnTo>
                <a:lnTo>
                  <a:pt x="2042473" y="442860"/>
                </a:lnTo>
                <a:lnTo>
                  <a:pt x="2043203" y="444755"/>
                </a:lnTo>
                <a:lnTo>
                  <a:pt x="2043933" y="442091"/>
                </a:lnTo>
                <a:lnTo>
                  <a:pt x="2044663" y="441974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path 126"/>
          <p:cNvSpPr/>
          <p:nvPr/>
        </p:nvSpPr>
        <p:spPr>
          <a:xfrm>
            <a:off x="3924523" y="4672479"/>
            <a:ext cx="2044663" cy="592853"/>
          </a:xfrm>
          <a:custGeom>
            <a:avLst/>
            <a:gdLst/>
            <a:ahLst/>
            <a:cxnLst/>
            <a:rect l="l" t="t" r="r" b="b"/>
            <a:pathLst>
              <a:path w="2044663" h="592853">
                <a:moveTo>
                  <a:pt x="0" y="511417"/>
                </a:moveTo>
                <a:lnTo>
                  <a:pt x="5840" y="509814"/>
                </a:lnTo>
                <a:lnTo>
                  <a:pt x="9490" y="511825"/>
                </a:lnTo>
                <a:lnTo>
                  <a:pt x="10950" y="509116"/>
                </a:lnTo>
                <a:lnTo>
                  <a:pt x="12410" y="509851"/>
                </a:lnTo>
                <a:lnTo>
                  <a:pt x="15330" y="510798"/>
                </a:lnTo>
                <a:lnTo>
                  <a:pt x="21900" y="511942"/>
                </a:lnTo>
                <a:lnTo>
                  <a:pt x="23360" y="509664"/>
                </a:lnTo>
                <a:lnTo>
                  <a:pt x="24820" y="511794"/>
                </a:lnTo>
                <a:lnTo>
                  <a:pt x="27009" y="511578"/>
                </a:lnTo>
                <a:lnTo>
                  <a:pt x="30659" y="511341"/>
                </a:lnTo>
                <a:lnTo>
                  <a:pt x="41609" y="510604"/>
                </a:lnTo>
                <a:lnTo>
                  <a:pt x="45259" y="511911"/>
                </a:lnTo>
                <a:lnTo>
                  <a:pt x="53289" y="511801"/>
                </a:lnTo>
                <a:lnTo>
                  <a:pt x="56208" y="511669"/>
                </a:lnTo>
                <a:lnTo>
                  <a:pt x="61318" y="507482"/>
                </a:lnTo>
                <a:lnTo>
                  <a:pt x="67158" y="508686"/>
                </a:lnTo>
                <a:lnTo>
                  <a:pt x="72268" y="508506"/>
                </a:lnTo>
                <a:lnTo>
                  <a:pt x="75188" y="509105"/>
                </a:lnTo>
                <a:lnTo>
                  <a:pt x="84677" y="507565"/>
                </a:lnTo>
                <a:lnTo>
                  <a:pt x="86137" y="507879"/>
                </a:lnTo>
                <a:lnTo>
                  <a:pt x="86867" y="506789"/>
                </a:lnTo>
                <a:lnTo>
                  <a:pt x="89057" y="504859"/>
                </a:lnTo>
                <a:lnTo>
                  <a:pt x="89787" y="505630"/>
                </a:lnTo>
                <a:lnTo>
                  <a:pt x="93437" y="506905"/>
                </a:lnTo>
                <a:lnTo>
                  <a:pt x="97817" y="502967"/>
                </a:lnTo>
                <a:lnTo>
                  <a:pt x="106577" y="506348"/>
                </a:lnTo>
                <a:lnTo>
                  <a:pt x="110957" y="505173"/>
                </a:lnTo>
                <a:lnTo>
                  <a:pt x="114606" y="505787"/>
                </a:lnTo>
                <a:lnTo>
                  <a:pt x="122636" y="504997"/>
                </a:lnTo>
                <a:lnTo>
                  <a:pt x="124826" y="504847"/>
                </a:lnTo>
                <a:lnTo>
                  <a:pt x="125556" y="505580"/>
                </a:lnTo>
                <a:lnTo>
                  <a:pt x="127016" y="506899"/>
                </a:lnTo>
                <a:lnTo>
                  <a:pt x="128476" y="505590"/>
                </a:lnTo>
                <a:lnTo>
                  <a:pt x="130666" y="504499"/>
                </a:lnTo>
                <a:lnTo>
                  <a:pt x="134316" y="502089"/>
                </a:lnTo>
                <a:lnTo>
                  <a:pt x="135776" y="502623"/>
                </a:lnTo>
                <a:lnTo>
                  <a:pt x="138696" y="504469"/>
                </a:lnTo>
                <a:lnTo>
                  <a:pt x="142345" y="503642"/>
                </a:lnTo>
                <a:lnTo>
                  <a:pt x="143805" y="505191"/>
                </a:lnTo>
                <a:lnTo>
                  <a:pt x="144535" y="504035"/>
                </a:lnTo>
                <a:lnTo>
                  <a:pt x="147455" y="503316"/>
                </a:lnTo>
                <a:lnTo>
                  <a:pt x="162785" y="504038"/>
                </a:lnTo>
                <a:lnTo>
                  <a:pt x="166435" y="497517"/>
                </a:lnTo>
                <a:lnTo>
                  <a:pt x="167165" y="500022"/>
                </a:lnTo>
                <a:lnTo>
                  <a:pt x="170815" y="504457"/>
                </a:lnTo>
                <a:lnTo>
                  <a:pt x="176654" y="503436"/>
                </a:lnTo>
                <a:lnTo>
                  <a:pt x="177384" y="500655"/>
                </a:lnTo>
                <a:lnTo>
                  <a:pt x="179574" y="502600"/>
                </a:lnTo>
                <a:lnTo>
                  <a:pt x="183954" y="502415"/>
                </a:lnTo>
                <a:lnTo>
                  <a:pt x="190524" y="503207"/>
                </a:lnTo>
                <a:lnTo>
                  <a:pt x="191254" y="501436"/>
                </a:lnTo>
                <a:lnTo>
                  <a:pt x="193444" y="502557"/>
                </a:lnTo>
                <a:lnTo>
                  <a:pt x="213153" y="504403"/>
                </a:lnTo>
                <a:lnTo>
                  <a:pt x="215343" y="503447"/>
                </a:lnTo>
                <a:lnTo>
                  <a:pt x="216073" y="504462"/>
                </a:lnTo>
                <a:lnTo>
                  <a:pt x="218993" y="504253"/>
                </a:lnTo>
                <a:lnTo>
                  <a:pt x="228483" y="501474"/>
                </a:lnTo>
                <a:lnTo>
                  <a:pt x="229213" y="504186"/>
                </a:lnTo>
                <a:lnTo>
                  <a:pt x="230673" y="499564"/>
                </a:lnTo>
                <a:lnTo>
                  <a:pt x="232133" y="500584"/>
                </a:lnTo>
                <a:lnTo>
                  <a:pt x="236513" y="506608"/>
                </a:lnTo>
                <a:lnTo>
                  <a:pt x="240162" y="501848"/>
                </a:lnTo>
                <a:lnTo>
                  <a:pt x="242352" y="504648"/>
                </a:lnTo>
                <a:lnTo>
                  <a:pt x="243812" y="506820"/>
                </a:lnTo>
                <a:lnTo>
                  <a:pt x="244542" y="505872"/>
                </a:lnTo>
                <a:lnTo>
                  <a:pt x="247462" y="506132"/>
                </a:lnTo>
                <a:lnTo>
                  <a:pt x="277391" y="505057"/>
                </a:lnTo>
                <a:lnTo>
                  <a:pt x="281041" y="505645"/>
                </a:lnTo>
                <a:lnTo>
                  <a:pt x="285421" y="506128"/>
                </a:lnTo>
                <a:lnTo>
                  <a:pt x="291261" y="505548"/>
                </a:lnTo>
                <a:lnTo>
                  <a:pt x="294911" y="508693"/>
                </a:lnTo>
                <a:lnTo>
                  <a:pt x="309510" y="506555"/>
                </a:lnTo>
                <a:lnTo>
                  <a:pt x="313160" y="506869"/>
                </a:lnTo>
                <a:lnTo>
                  <a:pt x="316080" y="507780"/>
                </a:lnTo>
                <a:lnTo>
                  <a:pt x="321190" y="507445"/>
                </a:lnTo>
                <a:lnTo>
                  <a:pt x="322650" y="506401"/>
                </a:lnTo>
                <a:lnTo>
                  <a:pt x="323380" y="508579"/>
                </a:lnTo>
                <a:lnTo>
                  <a:pt x="324840" y="509302"/>
                </a:lnTo>
                <a:lnTo>
                  <a:pt x="326299" y="513805"/>
                </a:lnTo>
                <a:lnTo>
                  <a:pt x="327759" y="511441"/>
                </a:lnTo>
                <a:lnTo>
                  <a:pt x="330679" y="506910"/>
                </a:lnTo>
                <a:lnTo>
                  <a:pt x="346739" y="509981"/>
                </a:lnTo>
                <a:lnTo>
                  <a:pt x="349659" y="510166"/>
                </a:lnTo>
                <a:lnTo>
                  <a:pt x="358418" y="511278"/>
                </a:lnTo>
                <a:lnTo>
                  <a:pt x="362068" y="512798"/>
                </a:lnTo>
                <a:lnTo>
                  <a:pt x="378128" y="512114"/>
                </a:lnTo>
                <a:lnTo>
                  <a:pt x="383238" y="517233"/>
                </a:lnTo>
                <a:lnTo>
                  <a:pt x="385427" y="519038"/>
                </a:lnTo>
                <a:lnTo>
                  <a:pt x="390537" y="517329"/>
                </a:lnTo>
                <a:lnTo>
                  <a:pt x="406597" y="517995"/>
                </a:lnTo>
                <a:lnTo>
                  <a:pt x="407327" y="518831"/>
                </a:lnTo>
                <a:lnTo>
                  <a:pt x="408057" y="517639"/>
                </a:lnTo>
                <a:lnTo>
                  <a:pt x="409517" y="516278"/>
                </a:lnTo>
                <a:lnTo>
                  <a:pt x="410247" y="516966"/>
                </a:lnTo>
                <a:lnTo>
                  <a:pt x="413166" y="516638"/>
                </a:lnTo>
                <a:lnTo>
                  <a:pt x="419736" y="516720"/>
                </a:lnTo>
                <a:lnTo>
                  <a:pt x="427036" y="518532"/>
                </a:lnTo>
                <a:lnTo>
                  <a:pt x="431416" y="517283"/>
                </a:lnTo>
                <a:lnTo>
                  <a:pt x="436526" y="519677"/>
                </a:lnTo>
                <a:lnTo>
                  <a:pt x="446016" y="515975"/>
                </a:lnTo>
                <a:lnTo>
                  <a:pt x="448936" y="517639"/>
                </a:lnTo>
                <a:lnTo>
                  <a:pt x="454045" y="514905"/>
                </a:lnTo>
                <a:lnTo>
                  <a:pt x="457695" y="519558"/>
                </a:lnTo>
                <a:lnTo>
                  <a:pt x="459155" y="520487"/>
                </a:lnTo>
                <a:lnTo>
                  <a:pt x="459885" y="519723"/>
                </a:lnTo>
                <a:lnTo>
                  <a:pt x="462805" y="517064"/>
                </a:lnTo>
                <a:lnTo>
                  <a:pt x="463535" y="518318"/>
                </a:lnTo>
                <a:lnTo>
                  <a:pt x="470835" y="520968"/>
                </a:lnTo>
                <a:lnTo>
                  <a:pt x="475215" y="520437"/>
                </a:lnTo>
                <a:lnTo>
                  <a:pt x="483244" y="522312"/>
                </a:lnTo>
                <a:lnTo>
                  <a:pt x="485434" y="524579"/>
                </a:lnTo>
                <a:lnTo>
                  <a:pt x="486164" y="523315"/>
                </a:lnTo>
                <a:lnTo>
                  <a:pt x="486894" y="522060"/>
                </a:lnTo>
                <a:lnTo>
                  <a:pt x="487624" y="524621"/>
                </a:lnTo>
                <a:lnTo>
                  <a:pt x="488354" y="525367"/>
                </a:lnTo>
                <a:lnTo>
                  <a:pt x="489814" y="523802"/>
                </a:lnTo>
                <a:lnTo>
                  <a:pt x="497844" y="519821"/>
                </a:lnTo>
                <a:lnTo>
                  <a:pt x="501494" y="524592"/>
                </a:lnTo>
                <a:lnTo>
                  <a:pt x="502224" y="524134"/>
                </a:lnTo>
                <a:lnTo>
                  <a:pt x="503684" y="523025"/>
                </a:lnTo>
                <a:lnTo>
                  <a:pt x="504414" y="524780"/>
                </a:lnTo>
                <a:lnTo>
                  <a:pt x="506604" y="527573"/>
                </a:lnTo>
                <a:lnTo>
                  <a:pt x="507334" y="525277"/>
                </a:lnTo>
                <a:lnTo>
                  <a:pt x="508064" y="524822"/>
                </a:lnTo>
                <a:lnTo>
                  <a:pt x="508794" y="526046"/>
                </a:lnTo>
                <a:lnTo>
                  <a:pt x="511713" y="527199"/>
                </a:lnTo>
                <a:lnTo>
                  <a:pt x="523393" y="525729"/>
                </a:lnTo>
                <a:lnTo>
                  <a:pt x="528503" y="525768"/>
                </a:lnTo>
                <a:lnTo>
                  <a:pt x="533613" y="526911"/>
                </a:lnTo>
                <a:lnTo>
                  <a:pt x="536533" y="527915"/>
                </a:lnTo>
                <a:lnTo>
                  <a:pt x="543102" y="528261"/>
                </a:lnTo>
                <a:lnTo>
                  <a:pt x="548942" y="528135"/>
                </a:lnTo>
                <a:lnTo>
                  <a:pt x="550402" y="524799"/>
                </a:lnTo>
                <a:lnTo>
                  <a:pt x="551132" y="528049"/>
                </a:lnTo>
                <a:lnTo>
                  <a:pt x="556972" y="528883"/>
                </a:lnTo>
                <a:lnTo>
                  <a:pt x="573761" y="530362"/>
                </a:lnTo>
                <a:lnTo>
                  <a:pt x="577411" y="534761"/>
                </a:lnTo>
                <a:lnTo>
                  <a:pt x="580331" y="530284"/>
                </a:lnTo>
                <a:lnTo>
                  <a:pt x="581061" y="530892"/>
                </a:lnTo>
                <a:lnTo>
                  <a:pt x="588361" y="534807"/>
                </a:lnTo>
                <a:lnTo>
                  <a:pt x="589821" y="532795"/>
                </a:lnTo>
                <a:lnTo>
                  <a:pt x="590551" y="534592"/>
                </a:lnTo>
                <a:lnTo>
                  <a:pt x="593471" y="536262"/>
                </a:lnTo>
                <a:lnTo>
                  <a:pt x="597120" y="536132"/>
                </a:lnTo>
                <a:lnTo>
                  <a:pt x="600770" y="539028"/>
                </a:lnTo>
                <a:lnTo>
                  <a:pt x="605150" y="539592"/>
                </a:lnTo>
                <a:lnTo>
                  <a:pt x="608800" y="540520"/>
                </a:lnTo>
                <a:lnTo>
                  <a:pt x="621210" y="543054"/>
                </a:lnTo>
                <a:lnTo>
                  <a:pt x="621940" y="544749"/>
                </a:lnTo>
                <a:lnTo>
                  <a:pt x="623400" y="543514"/>
                </a:lnTo>
                <a:lnTo>
                  <a:pt x="625589" y="541514"/>
                </a:lnTo>
                <a:lnTo>
                  <a:pt x="626319" y="542524"/>
                </a:lnTo>
                <a:lnTo>
                  <a:pt x="629239" y="547831"/>
                </a:lnTo>
                <a:lnTo>
                  <a:pt x="632159" y="540444"/>
                </a:lnTo>
                <a:lnTo>
                  <a:pt x="636539" y="549728"/>
                </a:lnTo>
                <a:lnTo>
                  <a:pt x="638729" y="547026"/>
                </a:lnTo>
                <a:lnTo>
                  <a:pt x="640189" y="548682"/>
                </a:lnTo>
                <a:lnTo>
                  <a:pt x="643109" y="548373"/>
                </a:lnTo>
                <a:lnTo>
                  <a:pt x="646759" y="542714"/>
                </a:lnTo>
                <a:lnTo>
                  <a:pt x="651869" y="546689"/>
                </a:lnTo>
                <a:lnTo>
                  <a:pt x="654059" y="543953"/>
                </a:lnTo>
                <a:lnTo>
                  <a:pt x="654789" y="545632"/>
                </a:lnTo>
                <a:lnTo>
                  <a:pt x="657709" y="546597"/>
                </a:lnTo>
                <a:lnTo>
                  <a:pt x="658439" y="541456"/>
                </a:lnTo>
                <a:lnTo>
                  <a:pt x="659898" y="544943"/>
                </a:lnTo>
                <a:lnTo>
                  <a:pt x="660629" y="546460"/>
                </a:lnTo>
                <a:lnTo>
                  <a:pt x="662089" y="544590"/>
                </a:lnTo>
                <a:lnTo>
                  <a:pt x="670848" y="541330"/>
                </a:lnTo>
                <a:lnTo>
                  <a:pt x="673038" y="536414"/>
                </a:lnTo>
                <a:lnTo>
                  <a:pt x="673768" y="539018"/>
                </a:lnTo>
                <a:lnTo>
                  <a:pt x="674498" y="540359"/>
                </a:lnTo>
                <a:lnTo>
                  <a:pt x="675958" y="538653"/>
                </a:lnTo>
                <a:lnTo>
                  <a:pt x="679608" y="535859"/>
                </a:lnTo>
                <a:lnTo>
                  <a:pt x="680338" y="533439"/>
                </a:lnTo>
                <a:lnTo>
                  <a:pt x="681068" y="536306"/>
                </a:lnTo>
                <a:lnTo>
                  <a:pt x="681798" y="536232"/>
                </a:lnTo>
                <a:lnTo>
                  <a:pt x="691288" y="530205"/>
                </a:lnTo>
                <a:lnTo>
                  <a:pt x="709537" y="521557"/>
                </a:lnTo>
                <a:lnTo>
                  <a:pt x="711727" y="521772"/>
                </a:lnTo>
                <a:lnTo>
                  <a:pt x="721217" y="513120"/>
                </a:lnTo>
                <a:lnTo>
                  <a:pt x="731436" y="518601"/>
                </a:lnTo>
                <a:lnTo>
                  <a:pt x="759905" y="567677"/>
                </a:lnTo>
                <a:lnTo>
                  <a:pt x="762095" y="570238"/>
                </a:lnTo>
                <a:lnTo>
                  <a:pt x="762825" y="568289"/>
                </a:lnTo>
                <a:lnTo>
                  <a:pt x="763555" y="567164"/>
                </a:lnTo>
                <a:lnTo>
                  <a:pt x="764285" y="569532"/>
                </a:lnTo>
                <a:lnTo>
                  <a:pt x="765015" y="569171"/>
                </a:lnTo>
                <a:lnTo>
                  <a:pt x="769395" y="572687"/>
                </a:lnTo>
                <a:lnTo>
                  <a:pt x="773045" y="571085"/>
                </a:lnTo>
                <a:lnTo>
                  <a:pt x="776695" y="575064"/>
                </a:lnTo>
                <a:lnTo>
                  <a:pt x="778155" y="570767"/>
                </a:lnTo>
                <a:lnTo>
                  <a:pt x="779615" y="574661"/>
                </a:lnTo>
                <a:lnTo>
                  <a:pt x="781074" y="575413"/>
                </a:lnTo>
                <a:lnTo>
                  <a:pt x="781804" y="574009"/>
                </a:lnTo>
                <a:lnTo>
                  <a:pt x="782534" y="573594"/>
                </a:lnTo>
                <a:lnTo>
                  <a:pt x="783264" y="575774"/>
                </a:lnTo>
                <a:lnTo>
                  <a:pt x="786184" y="575802"/>
                </a:lnTo>
                <a:lnTo>
                  <a:pt x="786914" y="573865"/>
                </a:lnTo>
                <a:lnTo>
                  <a:pt x="789104" y="575242"/>
                </a:lnTo>
                <a:lnTo>
                  <a:pt x="808084" y="585173"/>
                </a:lnTo>
                <a:lnTo>
                  <a:pt x="809543" y="584963"/>
                </a:lnTo>
                <a:lnTo>
                  <a:pt x="813923" y="589960"/>
                </a:lnTo>
                <a:lnTo>
                  <a:pt x="818303" y="585854"/>
                </a:lnTo>
                <a:lnTo>
                  <a:pt x="819033" y="589724"/>
                </a:lnTo>
                <a:lnTo>
                  <a:pt x="821223" y="588253"/>
                </a:lnTo>
                <a:lnTo>
                  <a:pt x="829253" y="589051"/>
                </a:lnTo>
                <a:lnTo>
                  <a:pt x="832903" y="592639"/>
                </a:lnTo>
                <a:lnTo>
                  <a:pt x="836553" y="592853"/>
                </a:lnTo>
                <a:lnTo>
                  <a:pt x="846772" y="591054"/>
                </a:lnTo>
                <a:lnTo>
                  <a:pt x="848232" y="588523"/>
                </a:lnTo>
                <a:lnTo>
                  <a:pt x="849692" y="590227"/>
                </a:lnTo>
                <a:lnTo>
                  <a:pt x="854802" y="579123"/>
                </a:lnTo>
                <a:lnTo>
                  <a:pt x="855532" y="583109"/>
                </a:lnTo>
                <a:lnTo>
                  <a:pt x="856262" y="583884"/>
                </a:lnTo>
                <a:lnTo>
                  <a:pt x="856992" y="581572"/>
                </a:lnTo>
                <a:lnTo>
                  <a:pt x="857722" y="580241"/>
                </a:lnTo>
                <a:lnTo>
                  <a:pt x="859912" y="581609"/>
                </a:lnTo>
                <a:lnTo>
                  <a:pt x="865022" y="578643"/>
                </a:lnTo>
                <a:lnTo>
                  <a:pt x="865752" y="579592"/>
                </a:lnTo>
                <a:lnTo>
                  <a:pt x="867941" y="581121"/>
                </a:lnTo>
                <a:lnTo>
                  <a:pt x="870861" y="573258"/>
                </a:lnTo>
                <a:lnTo>
                  <a:pt x="871592" y="575502"/>
                </a:lnTo>
                <a:lnTo>
                  <a:pt x="872322" y="577489"/>
                </a:lnTo>
                <a:lnTo>
                  <a:pt x="873781" y="574627"/>
                </a:lnTo>
                <a:lnTo>
                  <a:pt x="883271" y="567145"/>
                </a:lnTo>
                <a:lnTo>
                  <a:pt x="885461" y="569949"/>
                </a:lnTo>
                <a:lnTo>
                  <a:pt x="886191" y="568799"/>
                </a:lnTo>
                <a:lnTo>
                  <a:pt x="886921" y="567312"/>
                </a:lnTo>
                <a:lnTo>
                  <a:pt x="887651" y="569798"/>
                </a:lnTo>
                <a:lnTo>
                  <a:pt x="888381" y="572019"/>
                </a:lnTo>
                <a:lnTo>
                  <a:pt x="889111" y="568892"/>
                </a:lnTo>
                <a:lnTo>
                  <a:pt x="891301" y="562306"/>
                </a:lnTo>
                <a:lnTo>
                  <a:pt x="892761" y="564448"/>
                </a:lnTo>
                <a:lnTo>
                  <a:pt x="895681" y="571145"/>
                </a:lnTo>
                <a:lnTo>
                  <a:pt x="896411" y="569308"/>
                </a:lnTo>
                <a:lnTo>
                  <a:pt x="897871" y="571661"/>
                </a:lnTo>
                <a:lnTo>
                  <a:pt x="905901" y="571707"/>
                </a:lnTo>
                <a:lnTo>
                  <a:pt x="906630" y="570608"/>
                </a:lnTo>
                <a:lnTo>
                  <a:pt x="907360" y="573185"/>
                </a:lnTo>
                <a:lnTo>
                  <a:pt x="908820" y="575345"/>
                </a:lnTo>
                <a:lnTo>
                  <a:pt x="910280" y="573806"/>
                </a:lnTo>
                <a:lnTo>
                  <a:pt x="913930" y="571542"/>
                </a:lnTo>
                <a:lnTo>
                  <a:pt x="914660" y="572477"/>
                </a:lnTo>
                <a:lnTo>
                  <a:pt x="916120" y="570067"/>
                </a:lnTo>
                <a:lnTo>
                  <a:pt x="917580" y="570197"/>
                </a:lnTo>
                <a:lnTo>
                  <a:pt x="918310" y="571166"/>
                </a:lnTo>
                <a:lnTo>
                  <a:pt x="924150" y="573388"/>
                </a:lnTo>
                <a:lnTo>
                  <a:pt x="927800" y="568306"/>
                </a:lnTo>
                <a:lnTo>
                  <a:pt x="935829" y="560912"/>
                </a:lnTo>
                <a:lnTo>
                  <a:pt x="939479" y="555793"/>
                </a:lnTo>
                <a:lnTo>
                  <a:pt x="954079" y="545049"/>
                </a:lnTo>
                <a:lnTo>
                  <a:pt x="958459" y="542776"/>
                </a:lnTo>
                <a:lnTo>
                  <a:pt x="973788" y="505951"/>
                </a:lnTo>
                <a:lnTo>
                  <a:pt x="975978" y="504636"/>
                </a:lnTo>
                <a:lnTo>
                  <a:pt x="1008827" y="458359"/>
                </a:lnTo>
                <a:lnTo>
                  <a:pt x="1016127" y="445587"/>
                </a:lnTo>
                <a:lnTo>
                  <a:pt x="1019777" y="436443"/>
                </a:lnTo>
                <a:lnTo>
                  <a:pt x="1031456" y="404134"/>
                </a:lnTo>
                <a:lnTo>
                  <a:pt x="1078905" y="319961"/>
                </a:lnTo>
                <a:lnTo>
                  <a:pt x="1081094" y="324656"/>
                </a:lnTo>
                <a:lnTo>
                  <a:pt x="1083284" y="328417"/>
                </a:lnTo>
                <a:lnTo>
                  <a:pt x="1084014" y="324135"/>
                </a:lnTo>
                <a:lnTo>
                  <a:pt x="1085474" y="327577"/>
                </a:lnTo>
                <a:lnTo>
                  <a:pt x="1089855" y="337447"/>
                </a:lnTo>
                <a:lnTo>
                  <a:pt x="1091314" y="334840"/>
                </a:lnTo>
                <a:lnTo>
                  <a:pt x="1092774" y="328778"/>
                </a:lnTo>
                <a:lnTo>
                  <a:pt x="1093504" y="335181"/>
                </a:lnTo>
                <a:lnTo>
                  <a:pt x="1098614" y="347128"/>
                </a:lnTo>
                <a:lnTo>
                  <a:pt x="1099344" y="343557"/>
                </a:lnTo>
                <a:lnTo>
                  <a:pt x="1100804" y="346268"/>
                </a:lnTo>
                <a:lnTo>
                  <a:pt x="1102264" y="344794"/>
                </a:lnTo>
                <a:lnTo>
                  <a:pt x="1105184" y="357091"/>
                </a:lnTo>
                <a:lnTo>
                  <a:pt x="1106644" y="356992"/>
                </a:lnTo>
                <a:lnTo>
                  <a:pt x="1108834" y="371315"/>
                </a:lnTo>
                <a:lnTo>
                  <a:pt x="1110294" y="367492"/>
                </a:lnTo>
                <a:lnTo>
                  <a:pt x="1113214" y="361719"/>
                </a:lnTo>
                <a:lnTo>
                  <a:pt x="1115404" y="371145"/>
                </a:lnTo>
                <a:lnTo>
                  <a:pt x="1116134" y="369548"/>
                </a:lnTo>
                <a:lnTo>
                  <a:pt x="1116864" y="370081"/>
                </a:lnTo>
                <a:lnTo>
                  <a:pt x="1118324" y="366398"/>
                </a:lnTo>
                <a:lnTo>
                  <a:pt x="1119053" y="367331"/>
                </a:lnTo>
                <a:lnTo>
                  <a:pt x="1121973" y="374091"/>
                </a:lnTo>
                <a:lnTo>
                  <a:pt x="1124163" y="369775"/>
                </a:lnTo>
                <a:lnTo>
                  <a:pt x="1124893" y="372258"/>
                </a:lnTo>
                <a:lnTo>
                  <a:pt x="1127083" y="380611"/>
                </a:lnTo>
                <a:lnTo>
                  <a:pt x="1127813" y="376375"/>
                </a:lnTo>
                <a:lnTo>
                  <a:pt x="1128543" y="371920"/>
                </a:lnTo>
                <a:lnTo>
                  <a:pt x="1130003" y="378309"/>
                </a:lnTo>
                <a:lnTo>
                  <a:pt x="1130733" y="379368"/>
                </a:lnTo>
                <a:lnTo>
                  <a:pt x="1131463" y="375669"/>
                </a:lnTo>
                <a:lnTo>
                  <a:pt x="1132923" y="380076"/>
                </a:lnTo>
                <a:lnTo>
                  <a:pt x="1133653" y="381551"/>
                </a:lnTo>
                <a:lnTo>
                  <a:pt x="1136573" y="368619"/>
                </a:lnTo>
                <a:lnTo>
                  <a:pt x="1137303" y="372964"/>
                </a:lnTo>
                <a:lnTo>
                  <a:pt x="1140953" y="365226"/>
                </a:lnTo>
                <a:lnTo>
                  <a:pt x="1142413" y="357686"/>
                </a:lnTo>
                <a:lnTo>
                  <a:pt x="1143873" y="360663"/>
                </a:lnTo>
                <a:lnTo>
                  <a:pt x="1146793" y="356552"/>
                </a:lnTo>
                <a:lnTo>
                  <a:pt x="1148252" y="354937"/>
                </a:lnTo>
                <a:lnTo>
                  <a:pt x="1149712" y="352275"/>
                </a:lnTo>
                <a:lnTo>
                  <a:pt x="1150442" y="355898"/>
                </a:lnTo>
                <a:lnTo>
                  <a:pt x="1151172" y="355803"/>
                </a:lnTo>
                <a:lnTo>
                  <a:pt x="1155552" y="345137"/>
                </a:lnTo>
                <a:lnTo>
                  <a:pt x="1156282" y="345588"/>
                </a:lnTo>
                <a:lnTo>
                  <a:pt x="1158472" y="340659"/>
                </a:lnTo>
                <a:lnTo>
                  <a:pt x="1159202" y="340787"/>
                </a:lnTo>
                <a:lnTo>
                  <a:pt x="1159932" y="341443"/>
                </a:lnTo>
                <a:lnTo>
                  <a:pt x="1161392" y="339594"/>
                </a:lnTo>
                <a:lnTo>
                  <a:pt x="1164312" y="317794"/>
                </a:lnTo>
                <a:lnTo>
                  <a:pt x="1165042" y="325185"/>
                </a:lnTo>
                <a:lnTo>
                  <a:pt x="1189861" y="266606"/>
                </a:lnTo>
                <a:lnTo>
                  <a:pt x="1190591" y="260292"/>
                </a:lnTo>
                <a:lnTo>
                  <a:pt x="1192051" y="268176"/>
                </a:lnTo>
                <a:lnTo>
                  <a:pt x="1197891" y="254509"/>
                </a:lnTo>
                <a:lnTo>
                  <a:pt x="1199351" y="257089"/>
                </a:lnTo>
                <a:lnTo>
                  <a:pt x="1202271" y="247075"/>
                </a:lnTo>
                <a:lnTo>
                  <a:pt x="1203001" y="249678"/>
                </a:lnTo>
                <a:lnTo>
                  <a:pt x="1206650" y="239926"/>
                </a:lnTo>
                <a:lnTo>
                  <a:pt x="1208110" y="243025"/>
                </a:lnTo>
                <a:lnTo>
                  <a:pt x="1208840" y="243926"/>
                </a:lnTo>
                <a:lnTo>
                  <a:pt x="1209570" y="238059"/>
                </a:lnTo>
                <a:lnTo>
                  <a:pt x="1211760" y="239380"/>
                </a:lnTo>
                <a:lnTo>
                  <a:pt x="1214680" y="235907"/>
                </a:lnTo>
                <a:lnTo>
                  <a:pt x="1215410" y="236282"/>
                </a:lnTo>
                <a:lnTo>
                  <a:pt x="1221980" y="224750"/>
                </a:lnTo>
                <a:lnTo>
                  <a:pt x="1222710" y="225725"/>
                </a:lnTo>
                <a:lnTo>
                  <a:pt x="1226360" y="215875"/>
                </a:lnTo>
                <a:lnTo>
                  <a:pt x="1227090" y="217703"/>
                </a:lnTo>
                <a:lnTo>
                  <a:pt x="1227820" y="216886"/>
                </a:lnTo>
                <a:lnTo>
                  <a:pt x="1231470" y="210492"/>
                </a:lnTo>
                <a:lnTo>
                  <a:pt x="1237309" y="205083"/>
                </a:lnTo>
                <a:lnTo>
                  <a:pt x="1238769" y="199451"/>
                </a:lnTo>
                <a:lnTo>
                  <a:pt x="1240229" y="203453"/>
                </a:lnTo>
                <a:lnTo>
                  <a:pt x="1241689" y="200803"/>
                </a:lnTo>
                <a:lnTo>
                  <a:pt x="1246069" y="193296"/>
                </a:lnTo>
                <a:lnTo>
                  <a:pt x="1246799" y="195436"/>
                </a:lnTo>
                <a:lnTo>
                  <a:pt x="1248259" y="190546"/>
                </a:lnTo>
                <a:lnTo>
                  <a:pt x="1254099" y="174173"/>
                </a:lnTo>
                <a:lnTo>
                  <a:pt x="1255559" y="176725"/>
                </a:lnTo>
                <a:lnTo>
                  <a:pt x="1256289" y="175643"/>
                </a:lnTo>
                <a:lnTo>
                  <a:pt x="1263588" y="157349"/>
                </a:lnTo>
                <a:lnTo>
                  <a:pt x="1264318" y="159170"/>
                </a:lnTo>
                <a:lnTo>
                  <a:pt x="1265048" y="158557"/>
                </a:lnTo>
                <a:lnTo>
                  <a:pt x="1265778" y="160381"/>
                </a:lnTo>
                <a:lnTo>
                  <a:pt x="1267238" y="145442"/>
                </a:lnTo>
                <a:lnTo>
                  <a:pt x="1269428" y="149168"/>
                </a:lnTo>
                <a:lnTo>
                  <a:pt x="1272348" y="144862"/>
                </a:lnTo>
                <a:lnTo>
                  <a:pt x="1273078" y="146588"/>
                </a:lnTo>
                <a:lnTo>
                  <a:pt x="1274538" y="143997"/>
                </a:lnTo>
                <a:lnTo>
                  <a:pt x="1275998" y="138216"/>
                </a:lnTo>
                <a:lnTo>
                  <a:pt x="1277458" y="140162"/>
                </a:lnTo>
                <a:lnTo>
                  <a:pt x="1278918" y="142067"/>
                </a:lnTo>
                <a:lnTo>
                  <a:pt x="1281838" y="130655"/>
                </a:lnTo>
                <a:lnTo>
                  <a:pt x="1284028" y="121713"/>
                </a:lnTo>
                <a:lnTo>
                  <a:pt x="1284758" y="126402"/>
                </a:lnTo>
                <a:lnTo>
                  <a:pt x="1291328" y="106190"/>
                </a:lnTo>
                <a:lnTo>
                  <a:pt x="1293517" y="107758"/>
                </a:lnTo>
                <a:lnTo>
                  <a:pt x="1298627" y="93561"/>
                </a:lnTo>
                <a:lnTo>
                  <a:pt x="1299357" y="101108"/>
                </a:lnTo>
                <a:lnTo>
                  <a:pt x="1300817" y="93913"/>
                </a:lnTo>
                <a:lnTo>
                  <a:pt x="1301547" y="93145"/>
                </a:lnTo>
                <a:lnTo>
                  <a:pt x="1303007" y="103386"/>
                </a:lnTo>
                <a:lnTo>
                  <a:pt x="1303737" y="102478"/>
                </a:lnTo>
                <a:lnTo>
                  <a:pt x="1305197" y="91929"/>
                </a:lnTo>
                <a:lnTo>
                  <a:pt x="1305927" y="106017"/>
                </a:lnTo>
                <a:lnTo>
                  <a:pt x="1306657" y="97759"/>
                </a:lnTo>
                <a:lnTo>
                  <a:pt x="1307387" y="99779"/>
                </a:lnTo>
                <a:lnTo>
                  <a:pt x="1308847" y="96541"/>
                </a:lnTo>
                <a:lnTo>
                  <a:pt x="1310307" y="97959"/>
                </a:lnTo>
                <a:lnTo>
                  <a:pt x="1313227" y="84005"/>
                </a:lnTo>
                <a:lnTo>
                  <a:pt x="1313957" y="95003"/>
                </a:lnTo>
                <a:lnTo>
                  <a:pt x="1315417" y="80428"/>
                </a:lnTo>
                <a:lnTo>
                  <a:pt x="1316147" y="73737"/>
                </a:lnTo>
                <a:lnTo>
                  <a:pt x="1317607" y="83325"/>
                </a:lnTo>
                <a:lnTo>
                  <a:pt x="1318337" y="75386"/>
                </a:lnTo>
                <a:lnTo>
                  <a:pt x="1319067" y="86288"/>
                </a:lnTo>
                <a:lnTo>
                  <a:pt x="1320527" y="80945"/>
                </a:lnTo>
                <a:lnTo>
                  <a:pt x="1324177" y="70277"/>
                </a:lnTo>
                <a:lnTo>
                  <a:pt x="1324907" y="71039"/>
                </a:lnTo>
                <a:lnTo>
                  <a:pt x="1325637" y="75715"/>
                </a:lnTo>
                <a:lnTo>
                  <a:pt x="1326367" y="66281"/>
                </a:lnTo>
                <a:lnTo>
                  <a:pt x="1335856" y="42301"/>
                </a:lnTo>
                <a:lnTo>
                  <a:pt x="1340236" y="46005"/>
                </a:lnTo>
                <a:lnTo>
                  <a:pt x="1345346" y="35662"/>
                </a:lnTo>
                <a:lnTo>
                  <a:pt x="1348266" y="39173"/>
                </a:lnTo>
                <a:lnTo>
                  <a:pt x="1351186" y="30674"/>
                </a:lnTo>
                <a:lnTo>
                  <a:pt x="1354106" y="37373"/>
                </a:lnTo>
                <a:lnTo>
                  <a:pt x="1356296" y="28404"/>
                </a:lnTo>
                <a:lnTo>
                  <a:pt x="1357026" y="29105"/>
                </a:lnTo>
                <a:lnTo>
                  <a:pt x="1359946" y="23125"/>
                </a:lnTo>
                <a:lnTo>
                  <a:pt x="1361405" y="26905"/>
                </a:lnTo>
                <a:lnTo>
                  <a:pt x="1363595" y="31080"/>
                </a:lnTo>
                <a:lnTo>
                  <a:pt x="1365785" y="13399"/>
                </a:lnTo>
                <a:lnTo>
                  <a:pt x="1366515" y="19026"/>
                </a:lnTo>
                <a:lnTo>
                  <a:pt x="1367245" y="19432"/>
                </a:lnTo>
                <a:lnTo>
                  <a:pt x="1367975" y="23540"/>
                </a:lnTo>
                <a:lnTo>
                  <a:pt x="1369435" y="18404"/>
                </a:lnTo>
                <a:lnTo>
                  <a:pt x="1374545" y="10283"/>
                </a:lnTo>
                <a:lnTo>
                  <a:pt x="1370895" y="19949"/>
                </a:lnTo>
                <a:lnTo>
                  <a:pt x="1375275" y="11989"/>
                </a:lnTo>
                <a:lnTo>
                  <a:pt x="1376735" y="16834"/>
                </a:lnTo>
                <a:lnTo>
                  <a:pt x="1378195" y="14145"/>
                </a:lnTo>
                <a:lnTo>
                  <a:pt x="1382575" y="8121"/>
                </a:lnTo>
                <a:lnTo>
                  <a:pt x="1389874" y="22682"/>
                </a:lnTo>
                <a:lnTo>
                  <a:pt x="1394254" y="4241"/>
                </a:lnTo>
                <a:lnTo>
                  <a:pt x="1396444" y="17164"/>
                </a:lnTo>
                <a:lnTo>
                  <a:pt x="1397904" y="0"/>
                </a:lnTo>
                <a:lnTo>
                  <a:pt x="1399364" y="7250"/>
                </a:lnTo>
                <a:lnTo>
                  <a:pt x="1400094" y="11323"/>
                </a:lnTo>
                <a:lnTo>
                  <a:pt x="1400824" y="4664"/>
                </a:lnTo>
                <a:lnTo>
                  <a:pt x="1401554" y="5526"/>
                </a:lnTo>
                <a:lnTo>
                  <a:pt x="1402284" y="5006"/>
                </a:lnTo>
                <a:lnTo>
                  <a:pt x="1404474" y="13803"/>
                </a:lnTo>
                <a:lnTo>
                  <a:pt x="1405934" y="12683"/>
                </a:lnTo>
                <a:lnTo>
                  <a:pt x="1412504" y="4245"/>
                </a:lnTo>
                <a:lnTo>
                  <a:pt x="1413234" y="5825"/>
                </a:lnTo>
                <a:lnTo>
                  <a:pt x="1416154" y="18384"/>
                </a:lnTo>
                <a:lnTo>
                  <a:pt x="1416884" y="16848"/>
                </a:lnTo>
                <a:lnTo>
                  <a:pt x="1417614" y="9936"/>
                </a:lnTo>
                <a:lnTo>
                  <a:pt x="1419073" y="20433"/>
                </a:lnTo>
                <a:lnTo>
                  <a:pt x="1423453" y="35860"/>
                </a:lnTo>
                <a:lnTo>
                  <a:pt x="1424913" y="26460"/>
                </a:lnTo>
                <a:lnTo>
                  <a:pt x="1425643" y="33005"/>
                </a:lnTo>
                <a:lnTo>
                  <a:pt x="1430023" y="44286"/>
                </a:lnTo>
                <a:lnTo>
                  <a:pt x="1431483" y="50494"/>
                </a:lnTo>
                <a:lnTo>
                  <a:pt x="1432943" y="48078"/>
                </a:lnTo>
                <a:lnTo>
                  <a:pt x="1433673" y="42542"/>
                </a:lnTo>
                <a:lnTo>
                  <a:pt x="1434403" y="49534"/>
                </a:lnTo>
                <a:lnTo>
                  <a:pt x="1435133" y="51607"/>
                </a:lnTo>
                <a:lnTo>
                  <a:pt x="1435863" y="41391"/>
                </a:lnTo>
                <a:lnTo>
                  <a:pt x="1437323" y="49998"/>
                </a:lnTo>
                <a:lnTo>
                  <a:pt x="1439513" y="46395"/>
                </a:lnTo>
                <a:lnTo>
                  <a:pt x="1442433" y="63908"/>
                </a:lnTo>
                <a:lnTo>
                  <a:pt x="1443163" y="61683"/>
                </a:lnTo>
                <a:lnTo>
                  <a:pt x="1444623" y="56206"/>
                </a:lnTo>
                <a:lnTo>
                  <a:pt x="1445353" y="56749"/>
                </a:lnTo>
                <a:lnTo>
                  <a:pt x="1446813" y="66804"/>
                </a:lnTo>
                <a:lnTo>
                  <a:pt x="1447542" y="54594"/>
                </a:lnTo>
                <a:lnTo>
                  <a:pt x="1448272" y="60888"/>
                </a:lnTo>
                <a:lnTo>
                  <a:pt x="1454112" y="79139"/>
                </a:lnTo>
                <a:lnTo>
                  <a:pt x="1454842" y="79166"/>
                </a:lnTo>
                <a:lnTo>
                  <a:pt x="1459952" y="99174"/>
                </a:lnTo>
                <a:lnTo>
                  <a:pt x="1460682" y="96153"/>
                </a:lnTo>
                <a:lnTo>
                  <a:pt x="1461412" y="91348"/>
                </a:lnTo>
                <a:lnTo>
                  <a:pt x="1462872" y="98612"/>
                </a:lnTo>
                <a:lnTo>
                  <a:pt x="1463602" y="100929"/>
                </a:lnTo>
                <a:lnTo>
                  <a:pt x="1464332" y="98087"/>
                </a:lnTo>
                <a:lnTo>
                  <a:pt x="1465792" y="99129"/>
                </a:lnTo>
                <a:lnTo>
                  <a:pt x="1466522" y="99364"/>
                </a:lnTo>
                <a:lnTo>
                  <a:pt x="1467252" y="108795"/>
                </a:lnTo>
                <a:lnTo>
                  <a:pt x="1469442" y="107834"/>
                </a:lnTo>
                <a:lnTo>
                  <a:pt x="1472362" y="104514"/>
                </a:lnTo>
                <a:lnTo>
                  <a:pt x="1481121" y="127648"/>
                </a:lnTo>
                <a:lnTo>
                  <a:pt x="1481851" y="124461"/>
                </a:lnTo>
                <a:lnTo>
                  <a:pt x="1482581" y="130842"/>
                </a:lnTo>
                <a:lnTo>
                  <a:pt x="1483311" y="137707"/>
                </a:lnTo>
                <a:lnTo>
                  <a:pt x="1484771" y="127312"/>
                </a:lnTo>
                <a:lnTo>
                  <a:pt x="1490611" y="153397"/>
                </a:lnTo>
                <a:lnTo>
                  <a:pt x="1492071" y="149143"/>
                </a:lnTo>
                <a:lnTo>
                  <a:pt x="1493531" y="152886"/>
                </a:lnTo>
                <a:lnTo>
                  <a:pt x="1495721" y="157144"/>
                </a:lnTo>
                <a:lnTo>
                  <a:pt x="1499371" y="165157"/>
                </a:lnTo>
                <a:lnTo>
                  <a:pt x="1501561" y="164299"/>
                </a:lnTo>
                <a:lnTo>
                  <a:pt x="1503751" y="172414"/>
                </a:lnTo>
                <a:lnTo>
                  <a:pt x="1504481" y="165332"/>
                </a:lnTo>
                <a:lnTo>
                  <a:pt x="1505210" y="178821"/>
                </a:lnTo>
                <a:lnTo>
                  <a:pt x="1506670" y="172633"/>
                </a:lnTo>
                <a:lnTo>
                  <a:pt x="1508130" y="177179"/>
                </a:lnTo>
                <a:lnTo>
                  <a:pt x="1512510" y="209350"/>
                </a:lnTo>
                <a:lnTo>
                  <a:pt x="1513970" y="197787"/>
                </a:lnTo>
                <a:lnTo>
                  <a:pt x="1514700" y="197594"/>
                </a:lnTo>
                <a:lnTo>
                  <a:pt x="1518350" y="211864"/>
                </a:lnTo>
                <a:lnTo>
                  <a:pt x="1519810" y="206090"/>
                </a:lnTo>
                <a:lnTo>
                  <a:pt x="1521270" y="209720"/>
                </a:lnTo>
                <a:lnTo>
                  <a:pt x="1522730" y="215304"/>
                </a:lnTo>
                <a:lnTo>
                  <a:pt x="1523460" y="213559"/>
                </a:lnTo>
                <a:lnTo>
                  <a:pt x="1524190" y="209566"/>
                </a:lnTo>
                <a:lnTo>
                  <a:pt x="1524920" y="215140"/>
                </a:lnTo>
                <a:lnTo>
                  <a:pt x="1526380" y="213557"/>
                </a:lnTo>
                <a:lnTo>
                  <a:pt x="1532220" y="225240"/>
                </a:lnTo>
                <a:lnTo>
                  <a:pt x="1533680" y="221999"/>
                </a:lnTo>
                <a:lnTo>
                  <a:pt x="1534410" y="225965"/>
                </a:lnTo>
                <a:lnTo>
                  <a:pt x="1535140" y="231368"/>
                </a:lnTo>
                <a:lnTo>
                  <a:pt x="1536600" y="228419"/>
                </a:lnTo>
                <a:lnTo>
                  <a:pt x="1537330" y="222808"/>
                </a:lnTo>
                <a:lnTo>
                  <a:pt x="1538790" y="230747"/>
                </a:lnTo>
                <a:lnTo>
                  <a:pt x="1541710" y="235476"/>
                </a:lnTo>
                <a:lnTo>
                  <a:pt x="1543900" y="224973"/>
                </a:lnTo>
                <a:lnTo>
                  <a:pt x="1544629" y="237184"/>
                </a:lnTo>
                <a:lnTo>
                  <a:pt x="1546089" y="227521"/>
                </a:lnTo>
                <a:lnTo>
                  <a:pt x="1546819" y="225178"/>
                </a:lnTo>
                <a:lnTo>
                  <a:pt x="1547549" y="227652"/>
                </a:lnTo>
                <a:lnTo>
                  <a:pt x="1549009" y="232406"/>
                </a:lnTo>
                <a:lnTo>
                  <a:pt x="1549739" y="226959"/>
                </a:lnTo>
                <a:lnTo>
                  <a:pt x="1554119" y="233334"/>
                </a:lnTo>
                <a:lnTo>
                  <a:pt x="1554849" y="230472"/>
                </a:lnTo>
                <a:lnTo>
                  <a:pt x="1555579" y="225673"/>
                </a:lnTo>
                <a:lnTo>
                  <a:pt x="1557039" y="229410"/>
                </a:lnTo>
                <a:lnTo>
                  <a:pt x="1558499" y="226946"/>
                </a:lnTo>
                <a:lnTo>
                  <a:pt x="1559959" y="218498"/>
                </a:lnTo>
                <a:lnTo>
                  <a:pt x="1560689" y="218811"/>
                </a:lnTo>
                <a:lnTo>
                  <a:pt x="1563609" y="230507"/>
                </a:lnTo>
                <a:lnTo>
                  <a:pt x="1571639" y="171906"/>
                </a:lnTo>
                <a:lnTo>
                  <a:pt x="1573099" y="172899"/>
                </a:lnTo>
                <a:lnTo>
                  <a:pt x="1575288" y="163590"/>
                </a:lnTo>
                <a:lnTo>
                  <a:pt x="1576018" y="177273"/>
                </a:lnTo>
                <a:lnTo>
                  <a:pt x="1577478" y="169476"/>
                </a:lnTo>
                <a:lnTo>
                  <a:pt x="1578938" y="164662"/>
                </a:lnTo>
                <a:lnTo>
                  <a:pt x="1581128" y="185942"/>
                </a:lnTo>
                <a:lnTo>
                  <a:pt x="1583318" y="181002"/>
                </a:lnTo>
                <a:lnTo>
                  <a:pt x="1586968" y="194144"/>
                </a:lnTo>
                <a:lnTo>
                  <a:pt x="1587698" y="194534"/>
                </a:lnTo>
                <a:lnTo>
                  <a:pt x="1588428" y="191410"/>
                </a:lnTo>
                <a:lnTo>
                  <a:pt x="1589888" y="195165"/>
                </a:lnTo>
                <a:lnTo>
                  <a:pt x="1590618" y="195828"/>
                </a:lnTo>
                <a:lnTo>
                  <a:pt x="1593538" y="224426"/>
                </a:lnTo>
                <a:lnTo>
                  <a:pt x="1594998" y="215877"/>
                </a:lnTo>
                <a:lnTo>
                  <a:pt x="1595728" y="212984"/>
                </a:lnTo>
                <a:lnTo>
                  <a:pt x="1596458" y="216669"/>
                </a:lnTo>
                <a:lnTo>
                  <a:pt x="1608137" y="270382"/>
                </a:lnTo>
                <a:lnTo>
                  <a:pt x="1608867" y="264874"/>
                </a:lnTo>
                <a:lnTo>
                  <a:pt x="1610327" y="264665"/>
                </a:lnTo>
                <a:lnTo>
                  <a:pt x="1613977" y="276289"/>
                </a:lnTo>
                <a:lnTo>
                  <a:pt x="1614707" y="276060"/>
                </a:lnTo>
                <a:lnTo>
                  <a:pt x="1615437" y="272864"/>
                </a:lnTo>
                <a:lnTo>
                  <a:pt x="1616167" y="275983"/>
                </a:lnTo>
                <a:lnTo>
                  <a:pt x="1622737" y="294142"/>
                </a:lnTo>
                <a:lnTo>
                  <a:pt x="1623467" y="293870"/>
                </a:lnTo>
                <a:lnTo>
                  <a:pt x="1624927" y="287338"/>
                </a:lnTo>
                <a:lnTo>
                  <a:pt x="1626387" y="291048"/>
                </a:lnTo>
                <a:lnTo>
                  <a:pt x="1632226" y="299949"/>
                </a:lnTo>
                <a:lnTo>
                  <a:pt x="1632956" y="294555"/>
                </a:lnTo>
                <a:lnTo>
                  <a:pt x="1633686" y="297161"/>
                </a:lnTo>
                <a:lnTo>
                  <a:pt x="1634416" y="305247"/>
                </a:lnTo>
                <a:lnTo>
                  <a:pt x="1636606" y="303685"/>
                </a:lnTo>
                <a:lnTo>
                  <a:pt x="1642446" y="313392"/>
                </a:lnTo>
                <a:lnTo>
                  <a:pt x="1645366" y="320923"/>
                </a:lnTo>
                <a:lnTo>
                  <a:pt x="1646096" y="326929"/>
                </a:lnTo>
                <a:lnTo>
                  <a:pt x="1648286" y="325335"/>
                </a:lnTo>
                <a:lnTo>
                  <a:pt x="1649746" y="327586"/>
                </a:lnTo>
                <a:lnTo>
                  <a:pt x="1650476" y="320579"/>
                </a:lnTo>
                <a:lnTo>
                  <a:pt x="1651206" y="326657"/>
                </a:lnTo>
                <a:lnTo>
                  <a:pt x="1654126" y="338314"/>
                </a:lnTo>
                <a:lnTo>
                  <a:pt x="1655586" y="340327"/>
                </a:lnTo>
                <a:lnTo>
                  <a:pt x="1661425" y="364229"/>
                </a:lnTo>
                <a:lnTo>
                  <a:pt x="1662155" y="361254"/>
                </a:lnTo>
                <a:lnTo>
                  <a:pt x="1662885" y="359976"/>
                </a:lnTo>
                <a:lnTo>
                  <a:pt x="1665075" y="373237"/>
                </a:lnTo>
                <a:lnTo>
                  <a:pt x="1666535" y="372610"/>
                </a:lnTo>
                <a:lnTo>
                  <a:pt x="1667265" y="371906"/>
                </a:lnTo>
                <a:lnTo>
                  <a:pt x="1667995" y="373196"/>
                </a:lnTo>
                <a:lnTo>
                  <a:pt x="1673835" y="397561"/>
                </a:lnTo>
                <a:lnTo>
                  <a:pt x="1675295" y="391566"/>
                </a:lnTo>
                <a:lnTo>
                  <a:pt x="1676025" y="396309"/>
                </a:lnTo>
                <a:lnTo>
                  <a:pt x="1687705" y="435040"/>
                </a:lnTo>
                <a:lnTo>
                  <a:pt x="1688435" y="431221"/>
                </a:lnTo>
                <a:lnTo>
                  <a:pt x="1689164" y="428542"/>
                </a:lnTo>
                <a:lnTo>
                  <a:pt x="1689894" y="429528"/>
                </a:lnTo>
                <a:lnTo>
                  <a:pt x="1694274" y="449066"/>
                </a:lnTo>
                <a:lnTo>
                  <a:pt x="1695734" y="447135"/>
                </a:lnTo>
                <a:lnTo>
                  <a:pt x="1700114" y="465600"/>
                </a:lnTo>
                <a:lnTo>
                  <a:pt x="1700844" y="471676"/>
                </a:lnTo>
                <a:lnTo>
                  <a:pt x="1703034" y="469520"/>
                </a:lnTo>
                <a:lnTo>
                  <a:pt x="1713254" y="491406"/>
                </a:lnTo>
                <a:lnTo>
                  <a:pt x="1713984" y="489056"/>
                </a:lnTo>
                <a:lnTo>
                  <a:pt x="1716904" y="497380"/>
                </a:lnTo>
                <a:lnTo>
                  <a:pt x="1722743" y="503590"/>
                </a:lnTo>
                <a:lnTo>
                  <a:pt x="1723473" y="502169"/>
                </a:lnTo>
                <a:lnTo>
                  <a:pt x="1724203" y="506766"/>
                </a:lnTo>
                <a:lnTo>
                  <a:pt x="1724933" y="503819"/>
                </a:lnTo>
                <a:lnTo>
                  <a:pt x="1725663" y="497253"/>
                </a:lnTo>
                <a:lnTo>
                  <a:pt x="1727123" y="504079"/>
                </a:lnTo>
                <a:lnTo>
                  <a:pt x="1727853" y="501939"/>
                </a:lnTo>
                <a:lnTo>
                  <a:pt x="1728583" y="503167"/>
                </a:lnTo>
                <a:lnTo>
                  <a:pt x="1732963" y="510502"/>
                </a:lnTo>
                <a:lnTo>
                  <a:pt x="1734423" y="515067"/>
                </a:lnTo>
                <a:lnTo>
                  <a:pt x="1735153" y="508161"/>
                </a:lnTo>
                <a:lnTo>
                  <a:pt x="1737343" y="508749"/>
                </a:lnTo>
                <a:lnTo>
                  <a:pt x="1739533" y="514620"/>
                </a:lnTo>
                <a:lnTo>
                  <a:pt x="1740263" y="513432"/>
                </a:lnTo>
                <a:lnTo>
                  <a:pt x="1741723" y="517685"/>
                </a:lnTo>
                <a:lnTo>
                  <a:pt x="1742453" y="512980"/>
                </a:lnTo>
                <a:lnTo>
                  <a:pt x="1743183" y="512558"/>
                </a:lnTo>
                <a:lnTo>
                  <a:pt x="1746833" y="518664"/>
                </a:lnTo>
                <a:lnTo>
                  <a:pt x="1748293" y="522074"/>
                </a:lnTo>
                <a:lnTo>
                  <a:pt x="1750483" y="520531"/>
                </a:lnTo>
                <a:lnTo>
                  <a:pt x="1751943" y="519072"/>
                </a:lnTo>
                <a:lnTo>
                  <a:pt x="1752673" y="521004"/>
                </a:lnTo>
                <a:lnTo>
                  <a:pt x="1753403" y="524059"/>
                </a:lnTo>
                <a:lnTo>
                  <a:pt x="1754863" y="519357"/>
                </a:lnTo>
                <a:lnTo>
                  <a:pt x="1755593" y="522451"/>
                </a:lnTo>
                <a:lnTo>
                  <a:pt x="1759972" y="519567"/>
                </a:lnTo>
                <a:lnTo>
                  <a:pt x="1762162" y="517850"/>
                </a:lnTo>
                <a:lnTo>
                  <a:pt x="1763622" y="517250"/>
                </a:lnTo>
                <a:lnTo>
                  <a:pt x="1765082" y="521940"/>
                </a:lnTo>
                <a:lnTo>
                  <a:pt x="1765812" y="517411"/>
                </a:lnTo>
                <a:lnTo>
                  <a:pt x="1769462" y="518165"/>
                </a:lnTo>
                <a:lnTo>
                  <a:pt x="1771652" y="513414"/>
                </a:lnTo>
                <a:lnTo>
                  <a:pt x="1773112" y="513872"/>
                </a:lnTo>
                <a:lnTo>
                  <a:pt x="1774572" y="516437"/>
                </a:lnTo>
                <a:lnTo>
                  <a:pt x="1775302" y="512714"/>
                </a:lnTo>
                <a:lnTo>
                  <a:pt x="1780412" y="510667"/>
                </a:lnTo>
                <a:lnTo>
                  <a:pt x="1781142" y="506533"/>
                </a:lnTo>
                <a:lnTo>
                  <a:pt x="1782602" y="510239"/>
                </a:lnTo>
                <a:lnTo>
                  <a:pt x="1784062" y="510238"/>
                </a:lnTo>
                <a:lnTo>
                  <a:pt x="1786251" y="506718"/>
                </a:lnTo>
                <a:lnTo>
                  <a:pt x="1786981" y="509114"/>
                </a:lnTo>
                <a:lnTo>
                  <a:pt x="1788441" y="506214"/>
                </a:lnTo>
                <a:lnTo>
                  <a:pt x="1790631" y="494610"/>
                </a:lnTo>
                <a:lnTo>
                  <a:pt x="1791361" y="500878"/>
                </a:lnTo>
                <a:lnTo>
                  <a:pt x="1792091" y="504842"/>
                </a:lnTo>
                <a:lnTo>
                  <a:pt x="1793551" y="500439"/>
                </a:lnTo>
                <a:lnTo>
                  <a:pt x="1794281" y="501137"/>
                </a:lnTo>
                <a:lnTo>
                  <a:pt x="1795011" y="507572"/>
                </a:lnTo>
                <a:lnTo>
                  <a:pt x="1796471" y="505501"/>
                </a:lnTo>
                <a:lnTo>
                  <a:pt x="1797931" y="501810"/>
                </a:lnTo>
                <a:lnTo>
                  <a:pt x="1798661" y="503523"/>
                </a:lnTo>
                <a:lnTo>
                  <a:pt x="1801581" y="507796"/>
                </a:lnTo>
                <a:lnTo>
                  <a:pt x="1804501" y="499204"/>
                </a:lnTo>
                <a:lnTo>
                  <a:pt x="1805231" y="503533"/>
                </a:lnTo>
                <a:lnTo>
                  <a:pt x="1805961" y="504293"/>
                </a:lnTo>
                <a:lnTo>
                  <a:pt x="1807421" y="497771"/>
                </a:lnTo>
                <a:lnTo>
                  <a:pt x="1808881" y="501376"/>
                </a:lnTo>
                <a:lnTo>
                  <a:pt x="1811071" y="497920"/>
                </a:lnTo>
                <a:lnTo>
                  <a:pt x="1811801" y="493871"/>
                </a:lnTo>
                <a:lnTo>
                  <a:pt x="1813261" y="498727"/>
                </a:lnTo>
                <a:lnTo>
                  <a:pt x="1813991" y="495837"/>
                </a:lnTo>
                <a:lnTo>
                  <a:pt x="1815450" y="501047"/>
                </a:lnTo>
                <a:lnTo>
                  <a:pt x="1816180" y="506014"/>
                </a:lnTo>
                <a:lnTo>
                  <a:pt x="1817640" y="498716"/>
                </a:lnTo>
                <a:lnTo>
                  <a:pt x="1820560" y="487483"/>
                </a:lnTo>
                <a:lnTo>
                  <a:pt x="1822750" y="492152"/>
                </a:lnTo>
                <a:lnTo>
                  <a:pt x="1823480" y="496133"/>
                </a:lnTo>
                <a:lnTo>
                  <a:pt x="1824210" y="494378"/>
                </a:lnTo>
                <a:lnTo>
                  <a:pt x="1825670" y="485612"/>
                </a:lnTo>
                <a:lnTo>
                  <a:pt x="1827130" y="490927"/>
                </a:lnTo>
                <a:lnTo>
                  <a:pt x="1828590" y="496158"/>
                </a:lnTo>
                <a:lnTo>
                  <a:pt x="1829320" y="493235"/>
                </a:lnTo>
                <a:lnTo>
                  <a:pt x="1830050" y="487476"/>
                </a:lnTo>
                <a:lnTo>
                  <a:pt x="1832240" y="490448"/>
                </a:lnTo>
                <a:lnTo>
                  <a:pt x="1837350" y="496998"/>
                </a:lnTo>
                <a:lnTo>
                  <a:pt x="1838080" y="495525"/>
                </a:lnTo>
                <a:lnTo>
                  <a:pt x="1838810" y="497209"/>
                </a:lnTo>
                <a:lnTo>
                  <a:pt x="1839540" y="499404"/>
                </a:lnTo>
                <a:lnTo>
                  <a:pt x="1840270" y="497099"/>
                </a:lnTo>
                <a:lnTo>
                  <a:pt x="1841000" y="495045"/>
                </a:lnTo>
                <a:lnTo>
                  <a:pt x="1841730" y="499237"/>
                </a:lnTo>
                <a:lnTo>
                  <a:pt x="1842460" y="499320"/>
                </a:lnTo>
                <a:lnTo>
                  <a:pt x="1843190" y="494683"/>
                </a:lnTo>
                <a:lnTo>
                  <a:pt x="1844649" y="498526"/>
                </a:lnTo>
                <a:lnTo>
                  <a:pt x="1845379" y="501171"/>
                </a:lnTo>
                <a:lnTo>
                  <a:pt x="1846109" y="499745"/>
                </a:lnTo>
                <a:lnTo>
                  <a:pt x="1848299" y="490700"/>
                </a:lnTo>
                <a:lnTo>
                  <a:pt x="1849029" y="491174"/>
                </a:lnTo>
                <a:lnTo>
                  <a:pt x="1851219" y="500109"/>
                </a:lnTo>
                <a:lnTo>
                  <a:pt x="1851949" y="495091"/>
                </a:lnTo>
                <a:lnTo>
                  <a:pt x="1853409" y="494340"/>
                </a:lnTo>
                <a:lnTo>
                  <a:pt x="1854869" y="491325"/>
                </a:lnTo>
                <a:lnTo>
                  <a:pt x="1856329" y="499538"/>
                </a:lnTo>
                <a:lnTo>
                  <a:pt x="1859979" y="494378"/>
                </a:lnTo>
                <a:lnTo>
                  <a:pt x="1861439" y="497681"/>
                </a:lnTo>
                <a:lnTo>
                  <a:pt x="1862169" y="494970"/>
                </a:lnTo>
                <a:lnTo>
                  <a:pt x="1862899" y="489287"/>
                </a:lnTo>
                <a:lnTo>
                  <a:pt x="1864359" y="493146"/>
                </a:lnTo>
                <a:lnTo>
                  <a:pt x="1868009" y="497875"/>
                </a:lnTo>
                <a:lnTo>
                  <a:pt x="1869469" y="494658"/>
                </a:lnTo>
                <a:lnTo>
                  <a:pt x="1870199" y="497485"/>
                </a:lnTo>
                <a:lnTo>
                  <a:pt x="1872389" y="498536"/>
                </a:lnTo>
                <a:lnTo>
                  <a:pt x="1873118" y="504166"/>
                </a:lnTo>
                <a:lnTo>
                  <a:pt x="1874578" y="498665"/>
                </a:lnTo>
                <a:lnTo>
                  <a:pt x="1876038" y="499550"/>
                </a:lnTo>
                <a:lnTo>
                  <a:pt x="1877498" y="512544"/>
                </a:lnTo>
                <a:lnTo>
                  <a:pt x="1879688" y="507043"/>
                </a:lnTo>
                <a:lnTo>
                  <a:pt x="1880418" y="507947"/>
                </a:lnTo>
                <a:lnTo>
                  <a:pt x="1881148" y="504721"/>
                </a:lnTo>
                <a:lnTo>
                  <a:pt x="1884068" y="510555"/>
                </a:lnTo>
                <a:lnTo>
                  <a:pt x="1885528" y="502135"/>
                </a:lnTo>
                <a:lnTo>
                  <a:pt x="1886988" y="503469"/>
                </a:lnTo>
                <a:lnTo>
                  <a:pt x="1887718" y="507647"/>
                </a:lnTo>
                <a:lnTo>
                  <a:pt x="1888448" y="503829"/>
                </a:lnTo>
                <a:lnTo>
                  <a:pt x="1889178" y="500504"/>
                </a:lnTo>
                <a:lnTo>
                  <a:pt x="1890638" y="506005"/>
                </a:lnTo>
                <a:lnTo>
                  <a:pt x="1892098" y="505048"/>
                </a:lnTo>
                <a:lnTo>
                  <a:pt x="1895748" y="499577"/>
                </a:lnTo>
                <a:lnTo>
                  <a:pt x="1897938" y="503904"/>
                </a:lnTo>
                <a:lnTo>
                  <a:pt x="1901587" y="496749"/>
                </a:lnTo>
                <a:lnTo>
                  <a:pt x="1902317" y="497412"/>
                </a:lnTo>
                <a:lnTo>
                  <a:pt x="1903777" y="503386"/>
                </a:lnTo>
                <a:lnTo>
                  <a:pt x="1905237" y="499524"/>
                </a:lnTo>
                <a:lnTo>
                  <a:pt x="1908887" y="498408"/>
                </a:lnTo>
                <a:lnTo>
                  <a:pt x="1911807" y="495821"/>
                </a:lnTo>
                <a:lnTo>
                  <a:pt x="1918377" y="486951"/>
                </a:lnTo>
                <a:lnTo>
                  <a:pt x="1919107" y="488956"/>
                </a:lnTo>
                <a:lnTo>
                  <a:pt x="1919837" y="493475"/>
                </a:lnTo>
                <a:lnTo>
                  <a:pt x="1921297" y="492107"/>
                </a:lnTo>
                <a:lnTo>
                  <a:pt x="1923487" y="484318"/>
                </a:lnTo>
                <a:lnTo>
                  <a:pt x="1924217" y="487110"/>
                </a:lnTo>
                <a:lnTo>
                  <a:pt x="1927137" y="490840"/>
                </a:lnTo>
                <a:lnTo>
                  <a:pt x="1927867" y="490447"/>
                </a:lnTo>
                <a:lnTo>
                  <a:pt x="1929327" y="486117"/>
                </a:lnTo>
                <a:lnTo>
                  <a:pt x="1930057" y="482847"/>
                </a:lnTo>
                <a:lnTo>
                  <a:pt x="1931516" y="484624"/>
                </a:lnTo>
                <a:lnTo>
                  <a:pt x="1934436" y="487813"/>
                </a:lnTo>
                <a:lnTo>
                  <a:pt x="1935166" y="484616"/>
                </a:lnTo>
                <a:lnTo>
                  <a:pt x="1935896" y="489159"/>
                </a:lnTo>
                <a:lnTo>
                  <a:pt x="1936626" y="491872"/>
                </a:lnTo>
                <a:lnTo>
                  <a:pt x="1938086" y="488683"/>
                </a:lnTo>
                <a:lnTo>
                  <a:pt x="1940276" y="491753"/>
                </a:lnTo>
                <a:lnTo>
                  <a:pt x="1942466" y="483680"/>
                </a:lnTo>
                <a:lnTo>
                  <a:pt x="1943196" y="484752"/>
                </a:lnTo>
                <a:lnTo>
                  <a:pt x="1944656" y="488811"/>
                </a:lnTo>
                <a:lnTo>
                  <a:pt x="1945386" y="487482"/>
                </a:lnTo>
                <a:lnTo>
                  <a:pt x="1946116" y="480561"/>
                </a:lnTo>
                <a:lnTo>
                  <a:pt x="1948306" y="481988"/>
                </a:lnTo>
                <a:lnTo>
                  <a:pt x="1951226" y="485141"/>
                </a:lnTo>
                <a:lnTo>
                  <a:pt x="1951956" y="484001"/>
                </a:lnTo>
                <a:lnTo>
                  <a:pt x="1953416" y="482563"/>
                </a:lnTo>
                <a:lnTo>
                  <a:pt x="1954146" y="485180"/>
                </a:lnTo>
                <a:lnTo>
                  <a:pt x="1957796" y="486896"/>
                </a:lnTo>
                <a:lnTo>
                  <a:pt x="1958526" y="477655"/>
                </a:lnTo>
                <a:lnTo>
                  <a:pt x="1960715" y="482526"/>
                </a:lnTo>
                <a:lnTo>
                  <a:pt x="1961446" y="482083"/>
                </a:lnTo>
                <a:lnTo>
                  <a:pt x="1962176" y="477703"/>
                </a:lnTo>
                <a:lnTo>
                  <a:pt x="1963636" y="482573"/>
                </a:lnTo>
                <a:lnTo>
                  <a:pt x="1965096" y="484077"/>
                </a:lnTo>
                <a:lnTo>
                  <a:pt x="1967286" y="487234"/>
                </a:lnTo>
                <a:lnTo>
                  <a:pt x="1969476" y="487592"/>
                </a:lnTo>
                <a:lnTo>
                  <a:pt x="1970935" y="480345"/>
                </a:lnTo>
                <a:lnTo>
                  <a:pt x="1975315" y="486967"/>
                </a:lnTo>
                <a:lnTo>
                  <a:pt x="1976045" y="480942"/>
                </a:lnTo>
                <a:lnTo>
                  <a:pt x="1978235" y="484118"/>
                </a:lnTo>
                <a:lnTo>
                  <a:pt x="1981885" y="486976"/>
                </a:lnTo>
                <a:lnTo>
                  <a:pt x="1982615" y="484397"/>
                </a:lnTo>
                <a:lnTo>
                  <a:pt x="1983345" y="487419"/>
                </a:lnTo>
                <a:lnTo>
                  <a:pt x="1984075" y="486178"/>
                </a:lnTo>
                <a:lnTo>
                  <a:pt x="1986995" y="490771"/>
                </a:lnTo>
                <a:lnTo>
                  <a:pt x="1987725" y="490370"/>
                </a:lnTo>
                <a:lnTo>
                  <a:pt x="1988455" y="490463"/>
                </a:lnTo>
                <a:lnTo>
                  <a:pt x="1989185" y="496432"/>
                </a:lnTo>
                <a:lnTo>
                  <a:pt x="1990645" y="488754"/>
                </a:lnTo>
                <a:lnTo>
                  <a:pt x="1991375" y="482833"/>
                </a:lnTo>
                <a:lnTo>
                  <a:pt x="1992835" y="490715"/>
                </a:lnTo>
                <a:lnTo>
                  <a:pt x="1993565" y="489584"/>
                </a:lnTo>
                <a:lnTo>
                  <a:pt x="1994295" y="493679"/>
                </a:lnTo>
                <a:lnTo>
                  <a:pt x="1995755" y="491851"/>
                </a:lnTo>
                <a:lnTo>
                  <a:pt x="1996485" y="489466"/>
                </a:lnTo>
                <a:lnTo>
                  <a:pt x="1997215" y="490057"/>
                </a:lnTo>
                <a:lnTo>
                  <a:pt x="1997945" y="498605"/>
                </a:lnTo>
                <a:lnTo>
                  <a:pt x="1999404" y="486230"/>
                </a:lnTo>
                <a:lnTo>
                  <a:pt x="2002324" y="494411"/>
                </a:lnTo>
                <a:lnTo>
                  <a:pt x="2003054" y="491539"/>
                </a:lnTo>
                <a:lnTo>
                  <a:pt x="2003784" y="490198"/>
                </a:lnTo>
                <a:lnTo>
                  <a:pt x="2004514" y="491012"/>
                </a:lnTo>
                <a:lnTo>
                  <a:pt x="2007434" y="498237"/>
                </a:lnTo>
                <a:lnTo>
                  <a:pt x="2008164" y="497183"/>
                </a:lnTo>
                <a:lnTo>
                  <a:pt x="2011814" y="491789"/>
                </a:lnTo>
                <a:lnTo>
                  <a:pt x="2012544" y="492566"/>
                </a:lnTo>
                <a:lnTo>
                  <a:pt x="2014004" y="496146"/>
                </a:lnTo>
                <a:lnTo>
                  <a:pt x="2014734" y="494891"/>
                </a:lnTo>
                <a:lnTo>
                  <a:pt x="2016924" y="495847"/>
                </a:lnTo>
                <a:lnTo>
                  <a:pt x="2018384" y="489973"/>
                </a:lnTo>
                <a:lnTo>
                  <a:pt x="2022034" y="497892"/>
                </a:lnTo>
                <a:lnTo>
                  <a:pt x="2029333" y="493605"/>
                </a:lnTo>
                <a:lnTo>
                  <a:pt x="2030793" y="499141"/>
                </a:lnTo>
                <a:lnTo>
                  <a:pt x="2031523" y="498859"/>
                </a:lnTo>
                <a:lnTo>
                  <a:pt x="2032253" y="492993"/>
                </a:lnTo>
                <a:lnTo>
                  <a:pt x="2034443" y="493427"/>
                </a:lnTo>
                <a:lnTo>
                  <a:pt x="2036633" y="500900"/>
                </a:lnTo>
                <a:lnTo>
                  <a:pt x="2037363" y="495918"/>
                </a:lnTo>
                <a:lnTo>
                  <a:pt x="2038093" y="494193"/>
                </a:lnTo>
                <a:lnTo>
                  <a:pt x="2038823" y="497236"/>
                </a:lnTo>
                <a:lnTo>
                  <a:pt x="2039553" y="497986"/>
                </a:lnTo>
                <a:lnTo>
                  <a:pt x="2040283" y="495855"/>
                </a:lnTo>
                <a:lnTo>
                  <a:pt x="2044663" y="495338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path 127"/>
          <p:cNvSpPr/>
          <p:nvPr/>
        </p:nvSpPr>
        <p:spPr>
          <a:xfrm>
            <a:off x="3924523" y="4902174"/>
            <a:ext cx="2044663" cy="535529"/>
          </a:xfrm>
          <a:custGeom>
            <a:avLst/>
            <a:gdLst/>
            <a:ahLst/>
            <a:cxnLst/>
            <a:rect l="l" t="t" r="r" b="b"/>
            <a:pathLst>
              <a:path w="2044663" h="535529">
                <a:moveTo>
                  <a:pt x="0" y="162091"/>
                </a:moveTo>
                <a:lnTo>
                  <a:pt x="730" y="153630"/>
                </a:lnTo>
                <a:lnTo>
                  <a:pt x="2190" y="159721"/>
                </a:lnTo>
                <a:lnTo>
                  <a:pt x="2920" y="159376"/>
                </a:lnTo>
                <a:lnTo>
                  <a:pt x="4380" y="148298"/>
                </a:lnTo>
                <a:lnTo>
                  <a:pt x="6570" y="150523"/>
                </a:lnTo>
                <a:lnTo>
                  <a:pt x="7300" y="154381"/>
                </a:lnTo>
                <a:lnTo>
                  <a:pt x="8030" y="152106"/>
                </a:lnTo>
                <a:lnTo>
                  <a:pt x="10950" y="138340"/>
                </a:lnTo>
                <a:lnTo>
                  <a:pt x="11680" y="145582"/>
                </a:lnTo>
                <a:lnTo>
                  <a:pt x="13870" y="144977"/>
                </a:lnTo>
                <a:lnTo>
                  <a:pt x="17520" y="138930"/>
                </a:lnTo>
                <a:lnTo>
                  <a:pt x="18980" y="145317"/>
                </a:lnTo>
                <a:lnTo>
                  <a:pt x="20440" y="141329"/>
                </a:lnTo>
                <a:lnTo>
                  <a:pt x="22630" y="142169"/>
                </a:lnTo>
                <a:lnTo>
                  <a:pt x="24090" y="136975"/>
                </a:lnTo>
                <a:lnTo>
                  <a:pt x="24820" y="139195"/>
                </a:lnTo>
                <a:lnTo>
                  <a:pt x="25550" y="145602"/>
                </a:lnTo>
                <a:lnTo>
                  <a:pt x="27009" y="139646"/>
                </a:lnTo>
                <a:lnTo>
                  <a:pt x="29199" y="140816"/>
                </a:lnTo>
                <a:lnTo>
                  <a:pt x="29929" y="133785"/>
                </a:lnTo>
                <a:lnTo>
                  <a:pt x="32119" y="132395"/>
                </a:lnTo>
                <a:lnTo>
                  <a:pt x="32849" y="141085"/>
                </a:lnTo>
                <a:lnTo>
                  <a:pt x="34309" y="137773"/>
                </a:lnTo>
                <a:lnTo>
                  <a:pt x="35769" y="131413"/>
                </a:lnTo>
                <a:lnTo>
                  <a:pt x="36499" y="139053"/>
                </a:lnTo>
                <a:lnTo>
                  <a:pt x="37229" y="139470"/>
                </a:lnTo>
                <a:lnTo>
                  <a:pt x="37959" y="137117"/>
                </a:lnTo>
                <a:lnTo>
                  <a:pt x="40149" y="129627"/>
                </a:lnTo>
                <a:lnTo>
                  <a:pt x="40879" y="134494"/>
                </a:lnTo>
                <a:lnTo>
                  <a:pt x="42339" y="129426"/>
                </a:lnTo>
                <a:lnTo>
                  <a:pt x="43069" y="134100"/>
                </a:lnTo>
                <a:lnTo>
                  <a:pt x="43799" y="137017"/>
                </a:lnTo>
                <a:lnTo>
                  <a:pt x="44529" y="131453"/>
                </a:lnTo>
                <a:lnTo>
                  <a:pt x="45259" y="132587"/>
                </a:lnTo>
                <a:lnTo>
                  <a:pt x="48179" y="133516"/>
                </a:lnTo>
                <a:lnTo>
                  <a:pt x="53289" y="131302"/>
                </a:lnTo>
                <a:lnTo>
                  <a:pt x="56208" y="138531"/>
                </a:lnTo>
                <a:lnTo>
                  <a:pt x="54749" y="130357"/>
                </a:lnTo>
                <a:lnTo>
                  <a:pt x="56938" y="134700"/>
                </a:lnTo>
                <a:lnTo>
                  <a:pt x="57668" y="135443"/>
                </a:lnTo>
                <a:lnTo>
                  <a:pt x="58398" y="133696"/>
                </a:lnTo>
                <a:lnTo>
                  <a:pt x="59128" y="126013"/>
                </a:lnTo>
                <a:lnTo>
                  <a:pt x="61318" y="127923"/>
                </a:lnTo>
                <a:lnTo>
                  <a:pt x="64238" y="132351"/>
                </a:lnTo>
                <a:lnTo>
                  <a:pt x="64968" y="130987"/>
                </a:lnTo>
                <a:lnTo>
                  <a:pt x="67888" y="125196"/>
                </a:lnTo>
                <a:lnTo>
                  <a:pt x="69348" y="126684"/>
                </a:lnTo>
                <a:lnTo>
                  <a:pt x="71538" y="129857"/>
                </a:lnTo>
                <a:lnTo>
                  <a:pt x="70808" y="122085"/>
                </a:lnTo>
                <a:lnTo>
                  <a:pt x="72268" y="128405"/>
                </a:lnTo>
                <a:lnTo>
                  <a:pt x="74458" y="129148"/>
                </a:lnTo>
                <a:lnTo>
                  <a:pt x="75188" y="121814"/>
                </a:lnTo>
                <a:lnTo>
                  <a:pt x="79568" y="130266"/>
                </a:lnTo>
                <a:lnTo>
                  <a:pt x="81028" y="122292"/>
                </a:lnTo>
                <a:lnTo>
                  <a:pt x="82488" y="128402"/>
                </a:lnTo>
                <a:lnTo>
                  <a:pt x="83218" y="130304"/>
                </a:lnTo>
                <a:lnTo>
                  <a:pt x="83948" y="128316"/>
                </a:lnTo>
                <a:lnTo>
                  <a:pt x="84677" y="125517"/>
                </a:lnTo>
                <a:lnTo>
                  <a:pt x="85407" y="130852"/>
                </a:lnTo>
                <a:lnTo>
                  <a:pt x="86137" y="132489"/>
                </a:lnTo>
                <a:lnTo>
                  <a:pt x="86867" y="128979"/>
                </a:lnTo>
                <a:lnTo>
                  <a:pt x="87597" y="123147"/>
                </a:lnTo>
                <a:lnTo>
                  <a:pt x="89057" y="125536"/>
                </a:lnTo>
                <a:lnTo>
                  <a:pt x="90517" y="122392"/>
                </a:lnTo>
                <a:lnTo>
                  <a:pt x="91977" y="131106"/>
                </a:lnTo>
                <a:lnTo>
                  <a:pt x="94897" y="123519"/>
                </a:lnTo>
                <a:lnTo>
                  <a:pt x="95627" y="124218"/>
                </a:lnTo>
                <a:lnTo>
                  <a:pt x="97087" y="124475"/>
                </a:lnTo>
                <a:lnTo>
                  <a:pt x="98547" y="127225"/>
                </a:lnTo>
                <a:lnTo>
                  <a:pt x="99277" y="118357"/>
                </a:lnTo>
                <a:lnTo>
                  <a:pt x="100007" y="125768"/>
                </a:lnTo>
                <a:lnTo>
                  <a:pt x="100737" y="113145"/>
                </a:lnTo>
                <a:lnTo>
                  <a:pt x="101467" y="115583"/>
                </a:lnTo>
                <a:lnTo>
                  <a:pt x="105117" y="118203"/>
                </a:lnTo>
                <a:lnTo>
                  <a:pt x="106577" y="115931"/>
                </a:lnTo>
                <a:lnTo>
                  <a:pt x="107307" y="118518"/>
                </a:lnTo>
                <a:lnTo>
                  <a:pt x="108767" y="118487"/>
                </a:lnTo>
                <a:lnTo>
                  <a:pt x="110227" y="121421"/>
                </a:lnTo>
                <a:lnTo>
                  <a:pt x="110957" y="118211"/>
                </a:lnTo>
                <a:lnTo>
                  <a:pt x="113147" y="119365"/>
                </a:lnTo>
                <a:lnTo>
                  <a:pt x="113876" y="125765"/>
                </a:lnTo>
                <a:lnTo>
                  <a:pt x="116066" y="124568"/>
                </a:lnTo>
                <a:lnTo>
                  <a:pt x="116796" y="124642"/>
                </a:lnTo>
                <a:lnTo>
                  <a:pt x="117526" y="121200"/>
                </a:lnTo>
                <a:lnTo>
                  <a:pt x="118256" y="125162"/>
                </a:lnTo>
                <a:lnTo>
                  <a:pt x="119716" y="122370"/>
                </a:lnTo>
                <a:lnTo>
                  <a:pt x="120446" y="123808"/>
                </a:lnTo>
                <a:lnTo>
                  <a:pt x="121176" y="118012"/>
                </a:lnTo>
                <a:lnTo>
                  <a:pt x="122636" y="126648"/>
                </a:lnTo>
                <a:lnTo>
                  <a:pt x="124826" y="115698"/>
                </a:lnTo>
                <a:lnTo>
                  <a:pt x="125556" y="117714"/>
                </a:lnTo>
                <a:lnTo>
                  <a:pt x="126286" y="128940"/>
                </a:lnTo>
                <a:lnTo>
                  <a:pt x="128476" y="126922"/>
                </a:lnTo>
                <a:lnTo>
                  <a:pt x="129206" y="117513"/>
                </a:lnTo>
                <a:lnTo>
                  <a:pt x="130666" y="125539"/>
                </a:lnTo>
                <a:lnTo>
                  <a:pt x="132126" y="123859"/>
                </a:lnTo>
                <a:lnTo>
                  <a:pt x="132856" y="124726"/>
                </a:lnTo>
                <a:lnTo>
                  <a:pt x="133586" y="128864"/>
                </a:lnTo>
                <a:lnTo>
                  <a:pt x="134316" y="125198"/>
                </a:lnTo>
                <a:lnTo>
                  <a:pt x="135776" y="114911"/>
                </a:lnTo>
                <a:lnTo>
                  <a:pt x="137236" y="116125"/>
                </a:lnTo>
                <a:lnTo>
                  <a:pt x="141616" y="126582"/>
                </a:lnTo>
                <a:lnTo>
                  <a:pt x="142345" y="117504"/>
                </a:lnTo>
                <a:lnTo>
                  <a:pt x="144535" y="120535"/>
                </a:lnTo>
                <a:lnTo>
                  <a:pt x="147455" y="126762"/>
                </a:lnTo>
                <a:lnTo>
                  <a:pt x="151835" y="121122"/>
                </a:lnTo>
                <a:lnTo>
                  <a:pt x="152565" y="123704"/>
                </a:lnTo>
                <a:lnTo>
                  <a:pt x="154025" y="122587"/>
                </a:lnTo>
                <a:lnTo>
                  <a:pt x="154755" y="120035"/>
                </a:lnTo>
                <a:lnTo>
                  <a:pt x="156215" y="121367"/>
                </a:lnTo>
                <a:lnTo>
                  <a:pt x="156945" y="125684"/>
                </a:lnTo>
                <a:lnTo>
                  <a:pt x="159135" y="123615"/>
                </a:lnTo>
                <a:lnTo>
                  <a:pt x="160595" y="121961"/>
                </a:lnTo>
                <a:lnTo>
                  <a:pt x="162055" y="128600"/>
                </a:lnTo>
                <a:lnTo>
                  <a:pt x="162785" y="127514"/>
                </a:lnTo>
                <a:lnTo>
                  <a:pt x="166435" y="116120"/>
                </a:lnTo>
                <a:lnTo>
                  <a:pt x="167165" y="110445"/>
                </a:lnTo>
                <a:lnTo>
                  <a:pt x="168625" y="114856"/>
                </a:lnTo>
                <a:lnTo>
                  <a:pt x="173004" y="110419"/>
                </a:lnTo>
                <a:lnTo>
                  <a:pt x="173734" y="111532"/>
                </a:lnTo>
                <a:lnTo>
                  <a:pt x="175194" y="127508"/>
                </a:lnTo>
                <a:lnTo>
                  <a:pt x="177384" y="121156"/>
                </a:lnTo>
                <a:lnTo>
                  <a:pt x="178114" y="109427"/>
                </a:lnTo>
                <a:lnTo>
                  <a:pt x="178844" y="122058"/>
                </a:lnTo>
                <a:lnTo>
                  <a:pt x="179574" y="117010"/>
                </a:lnTo>
                <a:lnTo>
                  <a:pt x="181034" y="122176"/>
                </a:lnTo>
                <a:lnTo>
                  <a:pt x="181764" y="121183"/>
                </a:lnTo>
                <a:lnTo>
                  <a:pt x="183224" y="121900"/>
                </a:lnTo>
                <a:lnTo>
                  <a:pt x="183954" y="115026"/>
                </a:lnTo>
                <a:lnTo>
                  <a:pt x="184684" y="122314"/>
                </a:lnTo>
                <a:lnTo>
                  <a:pt x="186874" y="119965"/>
                </a:lnTo>
                <a:lnTo>
                  <a:pt x="189064" y="116755"/>
                </a:lnTo>
                <a:lnTo>
                  <a:pt x="189794" y="117743"/>
                </a:lnTo>
                <a:lnTo>
                  <a:pt x="190524" y="121120"/>
                </a:lnTo>
                <a:lnTo>
                  <a:pt x="191254" y="114261"/>
                </a:lnTo>
                <a:lnTo>
                  <a:pt x="191984" y="118539"/>
                </a:lnTo>
                <a:lnTo>
                  <a:pt x="192714" y="118291"/>
                </a:lnTo>
                <a:lnTo>
                  <a:pt x="194904" y="117462"/>
                </a:lnTo>
                <a:lnTo>
                  <a:pt x="195634" y="122097"/>
                </a:lnTo>
                <a:lnTo>
                  <a:pt x="197824" y="110791"/>
                </a:lnTo>
                <a:lnTo>
                  <a:pt x="198554" y="112073"/>
                </a:lnTo>
                <a:lnTo>
                  <a:pt x="200013" y="116694"/>
                </a:lnTo>
                <a:lnTo>
                  <a:pt x="200743" y="112123"/>
                </a:lnTo>
                <a:lnTo>
                  <a:pt x="202203" y="113151"/>
                </a:lnTo>
                <a:lnTo>
                  <a:pt x="205123" y="122465"/>
                </a:lnTo>
                <a:lnTo>
                  <a:pt x="203663" y="110606"/>
                </a:lnTo>
                <a:lnTo>
                  <a:pt x="205853" y="120485"/>
                </a:lnTo>
                <a:lnTo>
                  <a:pt x="207313" y="109134"/>
                </a:lnTo>
                <a:lnTo>
                  <a:pt x="208773" y="114812"/>
                </a:lnTo>
                <a:lnTo>
                  <a:pt x="209503" y="111134"/>
                </a:lnTo>
                <a:lnTo>
                  <a:pt x="210963" y="116397"/>
                </a:lnTo>
                <a:lnTo>
                  <a:pt x="211693" y="120922"/>
                </a:lnTo>
                <a:lnTo>
                  <a:pt x="213153" y="120621"/>
                </a:lnTo>
                <a:lnTo>
                  <a:pt x="216073" y="110730"/>
                </a:lnTo>
                <a:lnTo>
                  <a:pt x="216803" y="112017"/>
                </a:lnTo>
                <a:lnTo>
                  <a:pt x="217533" y="122209"/>
                </a:lnTo>
                <a:lnTo>
                  <a:pt x="218993" y="109722"/>
                </a:lnTo>
                <a:lnTo>
                  <a:pt x="219723" y="118739"/>
                </a:lnTo>
                <a:lnTo>
                  <a:pt x="220453" y="120187"/>
                </a:lnTo>
                <a:lnTo>
                  <a:pt x="221913" y="119003"/>
                </a:lnTo>
                <a:lnTo>
                  <a:pt x="224833" y="110971"/>
                </a:lnTo>
                <a:lnTo>
                  <a:pt x="226293" y="110546"/>
                </a:lnTo>
                <a:lnTo>
                  <a:pt x="227023" y="117277"/>
                </a:lnTo>
                <a:lnTo>
                  <a:pt x="231403" y="102138"/>
                </a:lnTo>
                <a:lnTo>
                  <a:pt x="233593" y="107089"/>
                </a:lnTo>
                <a:lnTo>
                  <a:pt x="234323" y="113464"/>
                </a:lnTo>
                <a:lnTo>
                  <a:pt x="235783" y="106684"/>
                </a:lnTo>
                <a:lnTo>
                  <a:pt x="236513" y="109772"/>
                </a:lnTo>
                <a:lnTo>
                  <a:pt x="237243" y="105245"/>
                </a:lnTo>
                <a:lnTo>
                  <a:pt x="238703" y="106014"/>
                </a:lnTo>
                <a:lnTo>
                  <a:pt x="239432" y="109184"/>
                </a:lnTo>
                <a:lnTo>
                  <a:pt x="240162" y="101821"/>
                </a:lnTo>
                <a:lnTo>
                  <a:pt x="243082" y="101452"/>
                </a:lnTo>
                <a:lnTo>
                  <a:pt x="245272" y="110269"/>
                </a:lnTo>
                <a:lnTo>
                  <a:pt x="246002" y="99088"/>
                </a:lnTo>
                <a:lnTo>
                  <a:pt x="247462" y="104782"/>
                </a:lnTo>
                <a:lnTo>
                  <a:pt x="248192" y="109964"/>
                </a:lnTo>
                <a:lnTo>
                  <a:pt x="248922" y="104716"/>
                </a:lnTo>
                <a:lnTo>
                  <a:pt x="249652" y="99312"/>
                </a:lnTo>
                <a:lnTo>
                  <a:pt x="251112" y="102781"/>
                </a:lnTo>
                <a:lnTo>
                  <a:pt x="256952" y="113140"/>
                </a:lnTo>
                <a:lnTo>
                  <a:pt x="257682" y="107925"/>
                </a:lnTo>
                <a:lnTo>
                  <a:pt x="259142" y="101277"/>
                </a:lnTo>
                <a:lnTo>
                  <a:pt x="259872" y="102454"/>
                </a:lnTo>
                <a:lnTo>
                  <a:pt x="260602" y="107543"/>
                </a:lnTo>
                <a:lnTo>
                  <a:pt x="261332" y="99365"/>
                </a:lnTo>
                <a:lnTo>
                  <a:pt x="262062" y="99115"/>
                </a:lnTo>
                <a:lnTo>
                  <a:pt x="263522" y="109974"/>
                </a:lnTo>
                <a:lnTo>
                  <a:pt x="265712" y="102690"/>
                </a:lnTo>
                <a:lnTo>
                  <a:pt x="266442" y="104135"/>
                </a:lnTo>
                <a:lnTo>
                  <a:pt x="267172" y="103491"/>
                </a:lnTo>
                <a:lnTo>
                  <a:pt x="267902" y="99721"/>
                </a:lnTo>
                <a:lnTo>
                  <a:pt x="268631" y="104902"/>
                </a:lnTo>
                <a:lnTo>
                  <a:pt x="269361" y="100827"/>
                </a:lnTo>
                <a:lnTo>
                  <a:pt x="270091" y="104752"/>
                </a:lnTo>
                <a:lnTo>
                  <a:pt x="271551" y="101470"/>
                </a:lnTo>
                <a:lnTo>
                  <a:pt x="273011" y="99095"/>
                </a:lnTo>
                <a:lnTo>
                  <a:pt x="274471" y="100745"/>
                </a:lnTo>
                <a:lnTo>
                  <a:pt x="275201" y="100012"/>
                </a:lnTo>
                <a:lnTo>
                  <a:pt x="276661" y="106407"/>
                </a:lnTo>
                <a:lnTo>
                  <a:pt x="278121" y="104760"/>
                </a:lnTo>
                <a:lnTo>
                  <a:pt x="281041" y="105416"/>
                </a:lnTo>
                <a:lnTo>
                  <a:pt x="281771" y="100957"/>
                </a:lnTo>
                <a:lnTo>
                  <a:pt x="283231" y="104326"/>
                </a:lnTo>
                <a:lnTo>
                  <a:pt x="283961" y="105533"/>
                </a:lnTo>
                <a:lnTo>
                  <a:pt x="287611" y="95529"/>
                </a:lnTo>
                <a:lnTo>
                  <a:pt x="289071" y="106760"/>
                </a:lnTo>
                <a:lnTo>
                  <a:pt x="291261" y="103939"/>
                </a:lnTo>
                <a:lnTo>
                  <a:pt x="294181" y="96766"/>
                </a:lnTo>
                <a:lnTo>
                  <a:pt x="297830" y="105247"/>
                </a:lnTo>
                <a:lnTo>
                  <a:pt x="300020" y="95916"/>
                </a:lnTo>
                <a:lnTo>
                  <a:pt x="300750" y="106796"/>
                </a:lnTo>
                <a:lnTo>
                  <a:pt x="302940" y="106034"/>
                </a:lnTo>
                <a:lnTo>
                  <a:pt x="307320" y="99501"/>
                </a:lnTo>
                <a:lnTo>
                  <a:pt x="308050" y="100834"/>
                </a:lnTo>
                <a:lnTo>
                  <a:pt x="309510" y="106343"/>
                </a:lnTo>
                <a:lnTo>
                  <a:pt x="310240" y="103207"/>
                </a:lnTo>
                <a:lnTo>
                  <a:pt x="310970" y="100214"/>
                </a:lnTo>
                <a:lnTo>
                  <a:pt x="312430" y="103959"/>
                </a:lnTo>
                <a:lnTo>
                  <a:pt x="313160" y="104509"/>
                </a:lnTo>
                <a:lnTo>
                  <a:pt x="314620" y="102491"/>
                </a:lnTo>
                <a:lnTo>
                  <a:pt x="316080" y="99705"/>
                </a:lnTo>
                <a:lnTo>
                  <a:pt x="316810" y="106261"/>
                </a:lnTo>
                <a:lnTo>
                  <a:pt x="319000" y="103100"/>
                </a:lnTo>
                <a:lnTo>
                  <a:pt x="320460" y="104004"/>
                </a:lnTo>
                <a:lnTo>
                  <a:pt x="322650" y="97546"/>
                </a:lnTo>
                <a:lnTo>
                  <a:pt x="323380" y="100343"/>
                </a:lnTo>
                <a:lnTo>
                  <a:pt x="324110" y="99641"/>
                </a:lnTo>
                <a:lnTo>
                  <a:pt x="324840" y="102325"/>
                </a:lnTo>
                <a:lnTo>
                  <a:pt x="325570" y="103379"/>
                </a:lnTo>
                <a:lnTo>
                  <a:pt x="326299" y="111061"/>
                </a:lnTo>
                <a:lnTo>
                  <a:pt x="327759" y="106189"/>
                </a:lnTo>
                <a:lnTo>
                  <a:pt x="328489" y="102727"/>
                </a:lnTo>
                <a:lnTo>
                  <a:pt x="329949" y="105489"/>
                </a:lnTo>
                <a:lnTo>
                  <a:pt x="332139" y="109388"/>
                </a:lnTo>
                <a:lnTo>
                  <a:pt x="332869" y="97032"/>
                </a:lnTo>
                <a:lnTo>
                  <a:pt x="334329" y="104280"/>
                </a:lnTo>
                <a:lnTo>
                  <a:pt x="336519" y="107560"/>
                </a:lnTo>
                <a:lnTo>
                  <a:pt x="337979" y="100854"/>
                </a:lnTo>
                <a:lnTo>
                  <a:pt x="339439" y="101561"/>
                </a:lnTo>
                <a:lnTo>
                  <a:pt x="340169" y="103756"/>
                </a:lnTo>
                <a:lnTo>
                  <a:pt x="340899" y="98387"/>
                </a:lnTo>
                <a:lnTo>
                  <a:pt x="341629" y="102631"/>
                </a:lnTo>
                <a:lnTo>
                  <a:pt x="342359" y="100850"/>
                </a:lnTo>
                <a:lnTo>
                  <a:pt x="344549" y="107518"/>
                </a:lnTo>
                <a:lnTo>
                  <a:pt x="345279" y="98174"/>
                </a:lnTo>
                <a:lnTo>
                  <a:pt x="346739" y="100368"/>
                </a:lnTo>
                <a:lnTo>
                  <a:pt x="348199" y="109141"/>
                </a:lnTo>
                <a:lnTo>
                  <a:pt x="348929" y="102724"/>
                </a:lnTo>
                <a:lnTo>
                  <a:pt x="355498" y="99909"/>
                </a:lnTo>
                <a:lnTo>
                  <a:pt x="356958" y="112152"/>
                </a:lnTo>
                <a:lnTo>
                  <a:pt x="357688" y="109693"/>
                </a:lnTo>
                <a:lnTo>
                  <a:pt x="359148" y="99221"/>
                </a:lnTo>
                <a:lnTo>
                  <a:pt x="359878" y="103821"/>
                </a:lnTo>
                <a:lnTo>
                  <a:pt x="361338" y="112283"/>
                </a:lnTo>
                <a:lnTo>
                  <a:pt x="362068" y="100831"/>
                </a:lnTo>
                <a:lnTo>
                  <a:pt x="362798" y="107726"/>
                </a:lnTo>
                <a:lnTo>
                  <a:pt x="363528" y="105173"/>
                </a:lnTo>
                <a:lnTo>
                  <a:pt x="364258" y="108035"/>
                </a:lnTo>
                <a:lnTo>
                  <a:pt x="365718" y="113053"/>
                </a:lnTo>
                <a:lnTo>
                  <a:pt x="366448" y="105228"/>
                </a:lnTo>
                <a:lnTo>
                  <a:pt x="370098" y="112866"/>
                </a:lnTo>
                <a:lnTo>
                  <a:pt x="371558" y="112822"/>
                </a:lnTo>
                <a:lnTo>
                  <a:pt x="372288" y="101264"/>
                </a:lnTo>
                <a:lnTo>
                  <a:pt x="374478" y="104257"/>
                </a:lnTo>
                <a:lnTo>
                  <a:pt x="375938" y="111731"/>
                </a:lnTo>
                <a:lnTo>
                  <a:pt x="377398" y="111107"/>
                </a:lnTo>
                <a:lnTo>
                  <a:pt x="378858" y="103455"/>
                </a:lnTo>
                <a:lnTo>
                  <a:pt x="380318" y="104504"/>
                </a:lnTo>
                <a:lnTo>
                  <a:pt x="383238" y="109305"/>
                </a:lnTo>
                <a:lnTo>
                  <a:pt x="384697" y="108151"/>
                </a:lnTo>
                <a:lnTo>
                  <a:pt x="386887" y="116532"/>
                </a:lnTo>
                <a:lnTo>
                  <a:pt x="387617" y="113205"/>
                </a:lnTo>
                <a:lnTo>
                  <a:pt x="388347" y="107365"/>
                </a:lnTo>
                <a:lnTo>
                  <a:pt x="389077" y="110670"/>
                </a:lnTo>
                <a:lnTo>
                  <a:pt x="389807" y="119134"/>
                </a:lnTo>
                <a:lnTo>
                  <a:pt x="390537" y="105761"/>
                </a:lnTo>
                <a:lnTo>
                  <a:pt x="391267" y="112204"/>
                </a:lnTo>
                <a:lnTo>
                  <a:pt x="392727" y="106649"/>
                </a:lnTo>
                <a:lnTo>
                  <a:pt x="393457" y="113615"/>
                </a:lnTo>
                <a:lnTo>
                  <a:pt x="394917" y="110627"/>
                </a:lnTo>
                <a:lnTo>
                  <a:pt x="395647" y="120273"/>
                </a:lnTo>
                <a:lnTo>
                  <a:pt x="400027" y="103821"/>
                </a:lnTo>
                <a:lnTo>
                  <a:pt x="400757" y="106938"/>
                </a:lnTo>
                <a:lnTo>
                  <a:pt x="401487" y="121630"/>
                </a:lnTo>
                <a:lnTo>
                  <a:pt x="403677" y="119311"/>
                </a:lnTo>
                <a:lnTo>
                  <a:pt x="406597" y="107657"/>
                </a:lnTo>
                <a:lnTo>
                  <a:pt x="407327" y="108608"/>
                </a:lnTo>
                <a:lnTo>
                  <a:pt x="408057" y="117304"/>
                </a:lnTo>
                <a:lnTo>
                  <a:pt x="409517" y="112688"/>
                </a:lnTo>
                <a:lnTo>
                  <a:pt x="410247" y="105706"/>
                </a:lnTo>
                <a:lnTo>
                  <a:pt x="411707" y="111767"/>
                </a:lnTo>
                <a:lnTo>
                  <a:pt x="413166" y="117168"/>
                </a:lnTo>
                <a:lnTo>
                  <a:pt x="414626" y="113604"/>
                </a:lnTo>
                <a:lnTo>
                  <a:pt x="416816" y="108979"/>
                </a:lnTo>
                <a:lnTo>
                  <a:pt x="417546" y="112468"/>
                </a:lnTo>
                <a:lnTo>
                  <a:pt x="418276" y="118693"/>
                </a:lnTo>
                <a:lnTo>
                  <a:pt x="420466" y="116689"/>
                </a:lnTo>
                <a:lnTo>
                  <a:pt x="421196" y="119230"/>
                </a:lnTo>
                <a:lnTo>
                  <a:pt x="422656" y="116054"/>
                </a:lnTo>
                <a:lnTo>
                  <a:pt x="426306" y="109787"/>
                </a:lnTo>
                <a:lnTo>
                  <a:pt x="427036" y="110401"/>
                </a:lnTo>
                <a:lnTo>
                  <a:pt x="429226" y="122316"/>
                </a:lnTo>
                <a:lnTo>
                  <a:pt x="430686" y="119492"/>
                </a:lnTo>
                <a:lnTo>
                  <a:pt x="431416" y="119218"/>
                </a:lnTo>
                <a:lnTo>
                  <a:pt x="433606" y="112132"/>
                </a:lnTo>
                <a:lnTo>
                  <a:pt x="434336" y="115439"/>
                </a:lnTo>
                <a:lnTo>
                  <a:pt x="435066" y="123045"/>
                </a:lnTo>
                <a:lnTo>
                  <a:pt x="436526" y="115038"/>
                </a:lnTo>
                <a:lnTo>
                  <a:pt x="437256" y="118701"/>
                </a:lnTo>
                <a:lnTo>
                  <a:pt x="439446" y="122629"/>
                </a:lnTo>
                <a:lnTo>
                  <a:pt x="438716" y="115154"/>
                </a:lnTo>
                <a:lnTo>
                  <a:pt x="440176" y="121616"/>
                </a:lnTo>
                <a:lnTo>
                  <a:pt x="440906" y="117731"/>
                </a:lnTo>
                <a:lnTo>
                  <a:pt x="443096" y="119473"/>
                </a:lnTo>
                <a:lnTo>
                  <a:pt x="443826" y="118340"/>
                </a:lnTo>
                <a:lnTo>
                  <a:pt x="446016" y="109780"/>
                </a:lnTo>
                <a:lnTo>
                  <a:pt x="445286" y="121347"/>
                </a:lnTo>
                <a:lnTo>
                  <a:pt x="446746" y="110169"/>
                </a:lnTo>
                <a:lnTo>
                  <a:pt x="448206" y="122947"/>
                </a:lnTo>
                <a:lnTo>
                  <a:pt x="449666" y="120883"/>
                </a:lnTo>
                <a:lnTo>
                  <a:pt x="451126" y="114317"/>
                </a:lnTo>
                <a:lnTo>
                  <a:pt x="451856" y="121960"/>
                </a:lnTo>
                <a:lnTo>
                  <a:pt x="454775" y="110164"/>
                </a:lnTo>
                <a:lnTo>
                  <a:pt x="457695" y="114403"/>
                </a:lnTo>
                <a:lnTo>
                  <a:pt x="460615" y="126644"/>
                </a:lnTo>
                <a:lnTo>
                  <a:pt x="461345" y="119632"/>
                </a:lnTo>
                <a:lnTo>
                  <a:pt x="463535" y="115821"/>
                </a:lnTo>
                <a:lnTo>
                  <a:pt x="464995" y="117265"/>
                </a:lnTo>
                <a:lnTo>
                  <a:pt x="465725" y="117543"/>
                </a:lnTo>
                <a:lnTo>
                  <a:pt x="466455" y="109193"/>
                </a:lnTo>
                <a:lnTo>
                  <a:pt x="467915" y="111767"/>
                </a:lnTo>
                <a:lnTo>
                  <a:pt x="469375" y="122421"/>
                </a:lnTo>
                <a:lnTo>
                  <a:pt x="471565" y="117034"/>
                </a:lnTo>
                <a:lnTo>
                  <a:pt x="473755" y="117346"/>
                </a:lnTo>
                <a:lnTo>
                  <a:pt x="475945" y="106796"/>
                </a:lnTo>
                <a:lnTo>
                  <a:pt x="478865" y="108805"/>
                </a:lnTo>
                <a:lnTo>
                  <a:pt x="480325" y="118387"/>
                </a:lnTo>
                <a:lnTo>
                  <a:pt x="482514" y="113967"/>
                </a:lnTo>
                <a:lnTo>
                  <a:pt x="483244" y="106862"/>
                </a:lnTo>
                <a:lnTo>
                  <a:pt x="484704" y="111764"/>
                </a:lnTo>
                <a:lnTo>
                  <a:pt x="486164" y="116379"/>
                </a:lnTo>
                <a:lnTo>
                  <a:pt x="486894" y="115101"/>
                </a:lnTo>
                <a:lnTo>
                  <a:pt x="487624" y="106900"/>
                </a:lnTo>
                <a:lnTo>
                  <a:pt x="489084" y="112715"/>
                </a:lnTo>
                <a:lnTo>
                  <a:pt x="490544" y="114016"/>
                </a:lnTo>
                <a:lnTo>
                  <a:pt x="491274" y="105259"/>
                </a:lnTo>
                <a:lnTo>
                  <a:pt x="493464" y="110422"/>
                </a:lnTo>
                <a:lnTo>
                  <a:pt x="494194" y="110696"/>
                </a:lnTo>
                <a:lnTo>
                  <a:pt x="499304" y="100170"/>
                </a:lnTo>
                <a:lnTo>
                  <a:pt x="500034" y="106553"/>
                </a:lnTo>
                <a:lnTo>
                  <a:pt x="500764" y="99260"/>
                </a:lnTo>
                <a:lnTo>
                  <a:pt x="502224" y="104352"/>
                </a:lnTo>
                <a:lnTo>
                  <a:pt x="502954" y="105907"/>
                </a:lnTo>
                <a:lnTo>
                  <a:pt x="503684" y="104951"/>
                </a:lnTo>
                <a:lnTo>
                  <a:pt x="504414" y="95803"/>
                </a:lnTo>
                <a:lnTo>
                  <a:pt x="505874" y="99993"/>
                </a:lnTo>
                <a:lnTo>
                  <a:pt x="506604" y="101787"/>
                </a:lnTo>
                <a:lnTo>
                  <a:pt x="508064" y="100298"/>
                </a:lnTo>
                <a:lnTo>
                  <a:pt x="508794" y="100023"/>
                </a:lnTo>
                <a:lnTo>
                  <a:pt x="512443" y="106909"/>
                </a:lnTo>
                <a:lnTo>
                  <a:pt x="513173" y="107716"/>
                </a:lnTo>
                <a:lnTo>
                  <a:pt x="513903" y="103162"/>
                </a:lnTo>
                <a:lnTo>
                  <a:pt x="516093" y="104600"/>
                </a:lnTo>
                <a:lnTo>
                  <a:pt x="517553" y="105959"/>
                </a:lnTo>
                <a:lnTo>
                  <a:pt x="518283" y="108072"/>
                </a:lnTo>
                <a:lnTo>
                  <a:pt x="519013" y="98964"/>
                </a:lnTo>
                <a:lnTo>
                  <a:pt x="519743" y="108997"/>
                </a:lnTo>
                <a:lnTo>
                  <a:pt x="521203" y="100190"/>
                </a:lnTo>
                <a:lnTo>
                  <a:pt x="521933" y="106541"/>
                </a:lnTo>
                <a:lnTo>
                  <a:pt x="522663" y="100472"/>
                </a:lnTo>
                <a:lnTo>
                  <a:pt x="524123" y="106027"/>
                </a:lnTo>
                <a:lnTo>
                  <a:pt x="525583" y="94374"/>
                </a:lnTo>
                <a:lnTo>
                  <a:pt x="526313" y="93984"/>
                </a:lnTo>
                <a:lnTo>
                  <a:pt x="527043" y="95534"/>
                </a:lnTo>
                <a:lnTo>
                  <a:pt x="527773" y="102129"/>
                </a:lnTo>
                <a:lnTo>
                  <a:pt x="529233" y="96026"/>
                </a:lnTo>
                <a:lnTo>
                  <a:pt x="529963" y="97978"/>
                </a:lnTo>
                <a:lnTo>
                  <a:pt x="532153" y="89156"/>
                </a:lnTo>
                <a:lnTo>
                  <a:pt x="532883" y="95240"/>
                </a:lnTo>
                <a:lnTo>
                  <a:pt x="534343" y="99017"/>
                </a:lnTo>
                <a:lnTo>
                  <a:pt x="535073" y="96551"/>
                </a:lnTo>
                <a:lnTo>
                  <a:pt x="536533" y="92005"/>
                </a:lnTo>
                <a:lnTo>
                  <a:pt x="537993" y="92762"/>
                </a:lnTo>
                <a:lnTo>
                  <a:pt x="540912" y="92977"/>
                </a:lnTo>
                <a:lnTo>
                  <a:pt x="546022" y="81713"/>
                </a:lnTo>
                <a:lnTo>
                  <a:pt x="548942" y="91197"/>
                </a:lnTo>
                <a:lnTo>
                  <a:pt x="549672" y="90111"/>
                </a:lnTo>
                <a:lnTo>
                  <a:pt x="551132" y="69908"/>
                </a:lnTo>
                <a:lnTo>
                  <a:pt x="553322" y="76486"/>
                </a:lnTo>
                <a:lnTo>
                  <a:pt x="556972" y="73478"/>
                </a:lnTo>
                <a:lnTo>
                  <a:pt x="557702" y="79058"/>
                </a:lnTo>
                <a:lnTo>
                  <a:pt x="559162" y="75762"/>
                </a:lnTo>
                <a:lnTo>
                  <a:pt x="565002" y="60642"/>
                </a:lnTo>
                <a:lnTo>
                  <a:pt x="566462" y="62643"/>
                </a:lnTo>
                <a:lnTo>
                  <a:pt x="569381" y="55473"/>
                </a:lnTo>
                <a:lnTo>
                  <a:pt x="570841" y="52753"/>
                </a:lnTo>
                <a:lnTo>
                  <a:pt x="571571" y="52013"/>
                </a:lnTo>
                <a:lnTo>
                  <a:pt x="572301" y="53626"/>
                </a:lnTo>
                <a:lnTo>
                  <a:pt x="573031" y="59317"/>
                </a:lnTo>
                <a:lnTo>
                  <a:pt x="574491" y="50042"/>
                </a:lnTo>
                <a:lnTo>
                  <a:pt x="575951" y="47254"/>
                </a:lnTo>
                <a:lnTo>
                  <a:pt x="576681" y="33449"/>
                </a:lnTo>
                <a:lnTo>
                  <a:pt x="578871" y="40480"/>
                </a:lnTo>
                <a:lnTo>
                  <a:pt x="580331" y="52938"/>
                </a:lnTo>
                <a:lnTo>
                  <a:pt x="581061" y="37181"/>
                </a:lnTo>
                <a:lnTo>
                  <a:pt x="581791" y="34811"/>
                </a:lnTo>
                <a:lnTo>
                  <a:pt x="582521" y="40739"/>
                </a:lnTo>
                <a:lnTo>
                  <a:pt x="583981" y="35713"/>
                </a:lnTo>
                <a:lnTo>
                  <a:pt x="584711" y="39802"/>
                </a:lnTo>
                <a:lnTo>
                  <a:pt x="586171" y="33471"/>
                </a:lnTo>
                <a:lnTo>
                  <a:pt x="587631" y="40709"/>
                </a:lnTo>
                <a:lnTo>
                  <a:pt x="588361" y="33798"/>
                </a:lnTo>
                <a:lnTo>
                  <a:pt x="591281" y="20875"/>
                </a:lnTo>
                <a:lnTo>
                  <a:pt x="594931" y="30421"/>
                </a:lnTo>
                <a:lnTo>
                  <a:pt x="597120" y="25818"/>
                </a:lnTo>
                <a:lnTo>
                  <a:pt x="598580" y="11921"/>
                </a:lnTo>
                <a:lnTo>
                  <a:pt x="600040" y="16661"/>
                </a:lnTo>
                <a:lnTo>
                  <a:pt x="600770" y="11780"/>
                </a:lnTo>
                <a:lnTo>
                  <a:pt x="602230" y="16575"/>
                </a:lnTo>
                <a:lnTo>
                  <a:pt x="603690" y="15920"/>
                </a:lnTo>
                <a:lnTo>
                  <a:pt x="606610" y="6994"/>
                </a:lnTo>
                <a:lnTo>
                  <a:pt x="607340" y="10819"/>
                </a:lnTo>
                <a:lnTo>
                  <a:pt x="608070" y="11840"/>
                </a:lnTo>
                <a:lnTo>
                  <a:pt x="608800" y="11199"/>
                </a:lnTo>
                <a:lnTo>
                  <a:pt x="611720" y="2353"/>
                </a:lnTo>
                <a:lnTo>
                  <a:pt x="617560" y="16691"/>
                </a:lnTo>
                <a:lnTo>
                  <a:pt x="619020" y="11438"/>
                </a:lnTo>
                <a:lnTo>
                  <a:pt x="619750" y="13240"/>
                </a:lnTo>
                <a:lnTo>
                  <a:pt x="622670" y="23591"/>
                </a:lnTo>
                <a:lnTo>
                  <a:pt x="624130" y="22034"/>
                </a:lnTo>
                <a:lnTo>
                  <a:pt x="627049" y="12894"/>
                </a:lnTo>
                <a:lnTo>
                  <a:pt x="628509" y="31169"/>
                </a:lnTo>
                <a:lnTo>
                  <a:pt x="629239" y="5422"/>
                </a:lnTo>
                <a:lnTo>
                  <a:pt x="630699" y="26206"/>
                </a:lnTo>
                <a:lnTo>
                  <a:pt x="631429" y="26688"/>
                </a:lnTo>
                <a:lnTo>
                  <a:pt x="636539" y="0"/>
                </a:lnTo>
                <a:lnTo>
                  <a:pt x="640919" y="5499"/>
                </a:lnTo>
                <a:lnTo>
                  <a:pt x="642379" y="3102"/>
                </a:lnTo>
                <a:lnTo>
                  <a:pt x="645299" y="25232"/>
                </a:lnTo>
                <a:lnTo>
                  <a:pt x="646759" y="24508"/>
                </a:lnTo>
                <a:lnTo>
                  <a:pt x="647489" y="19897"/>
                </a:lnTo>
                <a:lnTo>
                  <a:pt x="648219" y="21048"/>
                </a:lnTo>
                <a:lnTo>
                  <a:pt x="648949" y="28440"/>
                </a:lnTo>
                <a:lnTo>
                  <a:pt x="649679" y="17841"/>
                </a:lnTo>
                <a:lnTo>
                  <a:pt x="650409" y="26805"/>
                </a:lnTo>
                <a:lnTo>
                  <a:pt x="651869" y="9150"/>
                </a:lnTo>
                <a:lnTo>
                  <a:pt x="653329" y="18693"/>
                </a:lnTo>
                <a:lnTo>
                  <a:pt x="654059" y="24985"/>
                </a:lnTo>
                <a:lnTo>
                  <a:pt x="654789" y="11793"/>
                </a:lnTo>
                <a:lnTo>
                  <a:pt x="656248" y="7513"/>
                </a:lnTo>
                <a:lnTo>
                  <a:pt x="658439" y="36692"/>
                </a:lnTo>
                <a:lnTo>
                  <a:pt x="659169" y="6188"/>
                </a:lnTo>
                <a:lnTo>
                  <a:pt x="661359" y="9382"/>
                </a:lnTo>
                <a:lnTo>
                  <a:pt x="667198" y="23887"/>
                </a:lnTo>
                <a:lnTo>
                  <a:pt x="668658" y="20641"/>
                </a:lnTo>
                <a:lnTo>
                  <a:pt x="669388" y="17825"/>
                </a:lnTo>
                <a:lnTo>
                  <a:pt x="670848" y="22204"/>
                </a:lnTo>
                <a:lnTo>
                  <a:pt x="673038" y="41178"/>
                </a:lnTo>
                <a:lnTo>
                  <a:pt x="674498" y="23546"/>
                </a:lnTo>
                <a:lnTo>
                  <a:pt x="675228" y="29016"/>
                </a:lnTo>
                <a:lnTo>
                  <a:pt x="678878" y="40782"/>
                </a:lnTo>
                <a:lnTo>
                  <a:pt x="679608" y="40962"/>
                </a:lnTo>
                <a:lnTo>
                  <a:pt x="681068" y="34278"/>
                </a:lnTo>
                <a:lnTo>
                  <a:pt x="683258" y="56025"/>
                </a:lnTo>
                <a:lnTo>
                  <a:pt x="684718" y="46182"/>
                </a:lnTo>
                <a:lnTo>
                  <a:pt x="686178" y="53516"/>
                </a:lnTo>
                <a:lnTo>
                  <a:pt x="694937" y="83210"/>
                </a:lnTo>
                <a:lnTo>
                  <a:pt x="695667" y="69485"/>
                </a:lnTo>
                <a:lnTo>
                  <a:pt x="697857" y="72394"/>
                </a:lnTo>
                <a:lnTo>
                  <a:pt x="702237" y="72375"/>
                </a:lnTo>
                <a:lnTo>
                  <a:pt x="708807" y="106723"/>
                </a:lnTo>
                <a:lnTo>
                  <a:pt x="714647" y="146145"/>
                </a:lnTo>
                <a:lnTo>
                  <a:pt x="721217" y="182351"/>
                </a:lnTo>
                <a:lnTo>
                  <a:pt x="722676" y="184903"/>
                </a:lnTo>
                <a:lnTo>
                  <a:pt x="724136" y="183303"/>
                </a:lnTo>
                <a:lnTo>
                  <a:pt x="725596" y="183259"/>
                </a:lnTo>
                <a:lnTo>
                  <a:pt x="726326" y="181920"/>
                </a:lnTo>
                <a:lnTo>
                  <a:pt x="729246" y="175556"/>
                </a:lnTo>
                <a:lnTo>
                  <a:pt x="748226" y="101892"/>
                </a:lnTo>
                <a:lnTo>
                  <a:pt x="749686" y="99396"/>
                </a:lnTo>
                <a:lnTo>
                  <a:pt x="754065" y="88754"/>
                </a:lnTo>
                <a:lnTo>
                  <a:pt x="754795" y="94794"/>
                </a:lnTo>
                <a:lnTo>
                  <a:pt x="756255" y="85541"/>
                </a:lnTo>
                <a:lnTo>
                  <a:pt x="759905" y="76964"/>
                </a:lnTo>
                <a:lnTo>
                  <a:pt x="760635" y="78412"/>
                </a:lnTo>
                <a:lnTo>
                  <a:pt x="761365" y="74541"/>
                </a:lnTo>
                <a:lnTo>
                  <a:pt x="762095" y="70483"/>
                </a:lnTo>
                <a:lnTo>
                  <a:pt x="762825" y="78296"/>
                </a:lnTo>
                <a:lnTo>
                  <a:pt x="763555" y="77315"/>
                </a:lnTo>
                <a:lnTo>
                  <a:pt x="766475" y="69848"/>
                </a:lnTo>
                <a:lnTo>
                  <a:pt x="769395" y="69308"/>
                </a:lnTo>
                <a:lnTo>
                  <a:pt x="771585" y="68740"/>
                </a:lnTo>
                <a:lnTo>
                  <a:pt x="773045" y="81990"/>
                </a:lnTo>
                <a:lnTo>
                  <a:pt x="775965" y="73521"/>
                </a:lnTo>
                <a:lnTo>
                  <a:pt x="776695" y="74885"/>
                </a:lnTo>
                <a:lnTo>
                  <a:pt x="777425" y="73963"/>
                </a:lnTo>
                <a:lnTo>
                  <a:pt x="778155" y="84289"/>
                </a:lnTo>
                <a:lnTo>
                  <a:pt x="780344" y="78997"/>
                </a:lnTo>
                <a:lnTo>
                  <a:pt x="781074" y="75697"/>
                </a:lnTo>
                <a:lnTo>
                  <a:pt x="781804" y="81737"/>
                </a:lnTo>
                <a:lnTo>
                  <a:pt x="782534" y="81888"/>
                </a:lnTo>
                <a:lnTo>
                  <a:pt x="783264" y="76809"/>
                </a:lnTo>
                <a:lnTo>
                  <a:pt x="784724" y="83514"/>
                </a:lnTo>
                <a:lnTo>
                  <a:pt x="785454" y="78475"/>
                </a:lnTo>
                <a:lnTo>
                  <a:pt x="789104" y="93209"/>
                </a:lnTo>
                <a:lnTo>
                  <a:pt x="789834" y="91295"/>
                </a:lnTo>
                <a:lnTo>
                  <a:pt x="791294" y="94644"/>
                </a:lnTo>
                <a:lnTo>
                  <a:pt x="793484" y="92580"/>
                </a:lnTo>
                <a:lnTo>
                  <a:pt x="794214" y="96731"/>
                </a:lnTo>
                <a:lnTo>
                  <a:pt x="795674" y="90564"/>
                </a:lnTo>
                <a:lnTo>
                  <a:pt x="797864" y="92681"/>
                </a:lnTo>
                <a:lnTo>
                  <a:pt x="798594" y="96242"/>
                </a:lnTo>
                <a:lnTo>
                  <a:pt x="800054" y="90407"/>
                </a:lnTo>
                <a:lnTo>
                  <a:pt x="804434" y="91901"/>
                </a:lnTo>
                <a:lnTo>
                  <a:pt x="808084" y="87185"/>
                </a:lnTo>
                <a:lnTo>
                  <a:pt x="810273" y="84203"/>
                </a:lnTo>
                <a:lnTo>
                  <a:pt x="811003" y="85229"/>
                </a:lnTo>
                <a:lnTo>
                  <a:pt x="811733" y="91298"/>
                </a:lnTo>
                <a:lnTo>
                  <a:pt x="813193" y="81556"/>
                </a:lnTo>
                <a:lnTo>
                  <a:pt x="814653" y="80638"/>
                </a:lnTo>
                <a:lnTo>
                  <a:pt x="815383" y="82820"/>
                </a:lnTo>
                <a:lnTo>
                  <a:pt x="818303" y="94176"/>
                </a:lnTo>
                <a:lnTo>
                  <a:pt x="821223" y="80954"/>
                </a:lnTo>
                <a:lnTo>
                  <a:pt x="824873" y="85013"/>
                </a:lnTo>
                <a:lnTo>
                  <a:pt x="826333" y="81772"/>
                </a:lnTo>
                <a:lnTo>
                  <a:pt x="827063" y="86924"/>
                </a:lnTo>
                <a:lnTo>
                  <a:pt x="827793" y="86905"/>
                </a:lnTo>
                <a:lnTo>
                  <a:pt x="831443" y="96487"/>
                </a:lnTo>
                <a:lnTo>
                  <a:pt x="832173" y="96171"/>
                </a:lnTo>
                <a:lnTo>
                  <a:pt x="834363" y="88201"/>
                </a:lnTo>
                <a:lnTo>
                  <a:pt x="835823" y="93032"/>
                </a:lnTo>
                <a:lnTo>
                  <a:pt x="840202" y="100040"/>
                </a:lnTo>
                <a:lnTo>
                  <a:pt x="846772" y="117024"/>
                </a:lnTo>
                <a:lnTo>
                  <a:pt x="847502" y="124486"/>
                </a:lnTo>
                <a:lnTo>
                  <a:pt x="849692" y="120100"/>
                </a:lnTo>
                <a:lnTo>
                  <a:pt x="857722" y="157536"/>
                </a:lnTo>
                <a:lnTo>
                  <a:pt x="858452" y="155791"/>
                </a:lnTo>
                <a:lnTo>
                  <a:pt x="859912" y="158145"/>
                </a:lnTo>
                <a:lnTo>
                  <a:pt x="862832" y="163975"/>
                </a:lnTo>
                <a:lnTo>
                  <a:pt x="863562" y="162457"/>
                </a:lnTo>
                <a:lnTo>
                  <a:pt x="865022" y="172984"/>
                </a:lnTo>
                <a:lnTo>
                  <a:pt x="867211" y="172115"/>
                </a:lnTo>
                <a:lnTo>
                  <a:pt x="867941" y="172349"/>
                </a:lnTo>
                <a:lnTo>
                  <a:pt x="873781" y="199548"/>
                </a:lnTo>
                <a:lnTo>
                  <a:pt x="881811" y="234350"/>
                </a:lnTo>
                <a:lnTo>
                  <a:pt x="883271" y="231003"/>
                </a:lnTo>
                <a:lnTo>
                  <a:pt x="885461" y="229016"/>
                </a:lnTo>
                <a:lnTo>
                  <a:pt x="886921" y="236637"/>
                </a:lnTo>
                <a:lnTo>
                  <a:pt x="887651" y="231017"/>
                </a:lnTo>
                <a:lnTo>
                  <a:pt x="888381" y="228404"/>
                </a:lnTo>
                <a:lnTo>
                  <a:pt x="889111" y="234436"/>
                </a:lnTo>
                <a:lnTo>
                  <a:pt x="892031" y="250496"/>
                </a:lnTo>
                <a:lnTo>
                  <a:pt x="892761" y="248714"/>
                </a:lnTo>
                <a:lnTo>
                  <a:pt x="894221" y="249811"/>
                </a:lnTo>
                <a:lnTo>
                  <a:pt x="895681" y="234121"/>
                </a:lnTo>
                <a:lnTo>
                  <a:pt x="896411" y="241163"/>
                </a:lnTo>
                <a:lnTo>
                  <a:pt x="897871" y="232451"/>
                </a:lnTo>
                <a:lnTo>
                  <a:pt x="900791" y="238108"/>
                </a:lnTo>
                <a:lnTo>
                  <a:pt x="901521" y="237310"/>
                </a:lnTo>
                <a:lnTo>
                  <a:pt x="902251" y="234771"/>
                </a:lnTo>
                <a:lnTo>
                  <a:pt x="902981" y="239979"/>
                </a:lnTo>
                <a:lnTo>
                  <a:pt x="906630" y="247406"/>
                </a:lnTo>
                <a:lnTo>
                  <a:pt x="908090" y="238447"/>
                </a:lnTo>
                <a:lnTo>
                  <a:pt x="909550" y="241339"/>
                </a:lnTo>
                <a:lnTo>
                  <a:pt x="913930" y="247048"/>
                </a:lnTo>
                <a:lnTo>
                  <a:pt x="915390" y="246637"/>
                </a:lnTo>
                <a:lnTo>
                  <a:pt x="916850" y="251429"/>
                </a:lnTo>
                <a:lnTo>
                  <a:pt x="917580" y="248593"/>
                </a:lnTo>
                <a:lnTo>
                  <a:pt x="921960" y="241929"/>
                </a:lnTo>
                <a:lnTo>
                  <a:pt x="922690" y="242715"/>
                </a:lnTo>
                <a:lnTo>
                  <a:pt x="923420" y="241741"/>
                </a:lnTo>
                <a:lnTo>
                  <a:pt x="924880" y="238410"/>
                </a:lnTo>
                <a:lnTo>
                  <a:pt x="926340" y="240111"/>
                </a:lnTo>
                <a:lnTo>
                  <a:pt x="931450" y="263919"/>
                </a:lnTo>
                <a:lnTo>
                  <a:pt x="938019" y="285199"/>
                </a:lnTo>
                <a:lnTo>
                  <a:pt x="938749" y="284414"/>
                </a:lnTo>
                <a:lnTo>
                  <a:pt x="942399" y="291473"/>
                </a:lnTo>
                <a:lnTo>
                  <a:pt x="943859" y="290685"/>
                </a:lnTo>
                <a:lnTo>
                  <a:pt x="944589" y="292744"/>
                </a:lnTo>
                <a:lnTo>
                  <a:pt x="948239" y="306788"/>
                </a:lnTo>
                <a:lnTo>
                  <a:pt x="948969" y="304874"/>
                </a:lnTo>
                <a:lnTo>
                  <a:pt x="950429" y="307011"/>
                </a:lnTo>
                <a:lnTo>
                  <a:pt x="958459" y="324737"/>
                </a:lnTo>
                <a:lnTo>
                  <a:pt x="969408" y="381667"/>
                </a:lnTo>
                <a:lnTo>
                  <a:pt x="970138" y="381315"/>
                </a:lnTo>
                <a:lnTo>
                  <a:pt x="970868" y="383744"/>
                </a:lnTo>
                <a:lnTo>
                  <a:pt x="980358" y="409987"/>
                </a:lnTo>
                <a:lnTo>
                  <a:pt x="982548" y="412282"/>
                </a:lnTo>
                <a:lnTo>
                  <a:pt x="989118" y="423286"/>
                </a:lnTo>
                <a:lnTo>
                  <a:pt x="989848" y="421683"/>
                </a:lnTo>
                <a:lnTo>
                  <a:pt x="991308" y="421461"/>
                </a:lnTo>
                <a:lnTo>
                  <a:pt x="992038" y="422705"/>
                </a:lnTo>
                <a:lnTo>
                  <a:pt x="997147" y="427116"/>
                </a:lnTo>
                <a:lnTo>
                  <a:pt x="1004447" y="443123"/>
                </a:lnTo>
                <a:lnTo>
                  <a:pt x="1012477" y="462625"/>
                </a:lnTo>
                <a:lnTo>
                  <a:pt x="1017587" y="475596"/>
                </a:lnTo>
                <a:lnTo>
                  <a:pt x="1019777" y="479217"/>
                </a:lnTo>
                <a:lnTo>
                  <a:pt x="1024156" y="495014"/>
                </a:lnTo>
                <a:lnTo>
                  <a:pt x="1027806" y="505039"/>
                </a:lnTo>
                <a:lnTo>
                  <a:pt x="1029266" y="504427"/>
                </a:lnTo>
                <a:lnTo>
                  <a:pt x="1033646" y="515367"/>
                </a:lnTo>
                <a:lnTo>
                  <a:pt x="1034376" y="514159"/>
                </a:lnTo>
                <a:lnTo>
                  <a:pt x="1035836" y="515959"/>
                </a:lnTo>
                <a:lnTo>
                  <a:pt x="1046786" y="530402"/>
                </a:lnTo>
                <a:lnTo>
                  <a:pt x="1047516" y="534080"/>
                </a:lnTo>
                <a:lnTo>
                  <a:pt x="1048246" y="529544"/>
                </a:lnTo>
                <a:lnTo>
                  <a:pt x="1048976" y="529993"/>
                </a:lnTo>
                <a:lnTo>
                  <a:pt x="1054815" y="534719"/>
                </a:lnTo>
                <a:lnTo>
                  <a:pt x="1056275" y="532581"/>
                </a:lnTo>
                <a:lnTo>
                  <a:pt x="1057735" y="534169"/>
                </a:lnTo>
                <a:lnTo>
                  <a:pt x="1058465" y="535529"/>
                </a:lnTo>
                <a:lnTo>
                  <a:pt x="1059195" y="532681"/>
                </a:lnTo>
                <a:lnTo>
                  <a:pt x="1062845" y="528293"/>
                </a:lnTo>
                <a:lnTo>
                  <a:pt x="1067225" y="522234"/>
                </a:lnTo>
                <a:lnTo>
                  <a:pt x="1067955" y="516382"/>
                </a:lnTo>
                <a:lnTo>
                  <a:pt x="1070145" y="517706"/>
                </a:lnTo>
                <a:lnTo>
                  <a:pt x="1070875" y="519438"/>
                </a:lnTo>
                <a:lnTo>
                  <a:pt x="1071605" y="515725"/>
                </a:lnTo>
                <a:lnTo>
                  <a:pt x="1075255" y="500456"/>
                </a:lnTo>
                <a:lnTo>
                  <a:pt x="1075985" y="501049"/>
                </a:lnTo>
                <a:lnTo>
                  <a:pt x="1083284" y="466449"/>
                </a:lnTo>
                <a:lnTo>
                  <a:pt x="1084744" y="467165"/>
                </a:lnTo>
                <a:lnTo>
                  <a:pt x="1091314" y="436063"/>
                </a:lnTo>
                <a:lnTo>
                  <a:pt x="1092044" y="435354"/>
                </a:lnTo>
                <a:lnTo>
                  <a:pt x="1092774" y="441115"/>
                </a:lnTo>
                <a:lnTo>
                  <a:pt x="1093504" y="436652"/>
                </a:lnTo>
                <a:lnTo>
                  <a:pt x="1099344" y="404377"/>
                </a:lnTo>
                <a:lnTo>
                  <a:pt x="1103724" y="396566"/>
                </a:lnTo>
                <a:lnTo>
                  <a:pt x="1108104" y="366446"/>
                </a:lnTo>
                <a:lnTo>
                  <a:pt x="1108834" y="368436"/>
                </a:lnTo>
                <a:lnTo>
                  <a:pt x="1110294" y="361378"/>
                </a:lnTo>
                <a:lnTo>
                  <a:pt x="1111754" y="363140"/>
                </a:lnTo>
                <a:lnTo>
                  <a:pt x="1112484" y="364036"/>
                </a:lnTo>
                <a:lnTo>
                  <a:pt x="1113214" y="370167"/>
                </a:lnTo>
                <a:lnTo>
                  <a:pt x="1113944" y="361116"/>
                </a:lnTo>
                <a:lnTo>
                  <a:pt x="1114674" y="364251"/>
                </a:lnTo>
                <a:lnTo>
                  <a:pt x="1116864" y="353122"/>
                </a:lnTo>
                <a:lnTo>
                  <a:pt x="1117594" y="353965"/>
                </a:lnTo>
                <a:lnTo>
                  <a:pt x="1124163" y="346627"/>
                </a:lnTo>
                <a:lnTo>
                  <a:pt x="1124893" y="349373"/>
                </a:lnTo>
                <a:lnTo>
                  <a:pt x="1125623" y="350094"/>
                </a:lnTo>
                <a:lnTo>
                  <a:pt x="1130003" y="333970"/>
                </a:lnTo>
                <a:lnTo>
                  <a:pt x="1130733" y="334180"/>
                </a:lnTo>
                <a:lnTo>
                  <a:pt x="1132193" y="343828"/>
                </a:lnTo>
                <a:lnTo>
                  <a:pt x="1132923" y="339845"/>
                </a:lnTo>
                <a:lnTo>
                  <a:pt x="1135843" y="331875"/>
                </a:lnTo>
                <a:lnTo>
                  <a:pt x="1138033" y="344408"/>
                </a:lnTo>
                <a:lnTo>
                  <a:pt x="1139493" y="341460"/>
                </a:lnTo>
                <a:lnTo>
                  <a:pt x="1140223" y="345863"/>
                </a:lnTo>
                <a:lnTo>
                  <a:pt x="1141683" y="338940"/>
                </a:lnTo>
                <a:lnTo>
                  <a:pt x="1142413" y="336227"/>
                </a:lnTo>
                <a:lnTo>
                  <a:pt x="1143873" y="338985"/>
                </a:lnTo>
                <a:lnTo>
                  <a:pt x="1146063" y="348859"/>
                </a:lnTo>
                <a:lnTo>
                  <a:pt x="1146793" y="342895"/>
                </a:lnTo>
                <a:lnTo>
                  <a:pt x="1147523" y="340174"/>
                </a:lnTo>
                <a:lnTo>
                  <a:pt x="1148252" y="344256"/>
                </a:lnTo>
                <a:lnTo>
                  <a:pt x="1148982" y="343873"/>
                </a:lnTo>
                <a:lnTo>
                  <a:pt x="1150442" y="341349"/>
                </a:lnTo>
                <a:lnTo>
                  <a:pt x="1151172" y="339025"/>
                </a:lnTo>
                <a:lnTo>
                  <a:pt x="1152632" y="340604"/>
                </a:lnTo>
                <a:lnTo>
                  <a:pt x="1159932" y="348652"/>
                </a:lnTo>
                <a:lnTo>
                  <a:pt x="1160662" y="346450"/>
                </a:lnTo>
                <a:lnTo>
                  <a:pt x="1161392" y="346292"/>
                </a:lnTo>
                <a:lnTo>
                  <a:pt x="1165042" y="362431"/>
                </a:lnTo>
                <a:lnTo>
                  <a:pt x="1165772" y="358467"/>
                </a:lnTo>
                <a:lnTo>
                  <a:pt x="1167232" y="359818"/>
                </a:lnTo>
                <a:lnTo>
                  <a:pt x="1167962" y="360908"/>
                </a:lnTo>
                <a:lnTo>
                  <a:pt x="1169422" y="356621"/>
                </a:lnTo>
                <a:lnTo>
                  <a:pt x="1170152" y="357478"/>
                </a:lnTo>
                <a:lnTo>
                  <a:pt x="1172342" y="368606"/>
                </a:lnTo>
                <a:lnTo>
                  <a:pt x="1174532" y="366016"/>
                </a:lnTo>
                <a:lnTo>
                  <a:pt x="1175262" y="363781"/>
                </a:lnTo>
                <a:lnTo>
                  <a:pt x="1175992" y="366926"/>
                </a:lnTo>
                <a:lnTo>
                  <a:pt x="1176721" y="366232"/>
                </a:lnTo>
                <a:lnTo>
                  <a:pt x="1181831" y="373936"/>
                </a:lnTo>
                <a:lnTo>
                  <a:pt x="1183291" y="372577"/>
                </a:lnTo>
                <a:lnTo>
                  <a:pt x="1184751" y="372943"/>
                </a:lnTo>
                <a:lnTo>
                  <a:pt x="1186941" y="384758"/>
                </a:lnTo>
                <a:lnTo>
                  <a:pt x="1187671" y="380636"/>
                </a:lnTo>
                <a:lnTo>
                  <a:pt x="1192051" y="378047"/>
                </a:lnTo>
                <a:lnTo>
                  <a:pt x="1193511" y="387086"/>
                </a:lnTo>
                <a:lnTo>
                  <a:pt x="1194971" y="380446"/>
                </a:lnTo>
                <a:lnTo>
                  <a:pt x="1195701" y="377734"/>
                </a:lnTo>
                <a:lnTo>
                  <a:pt x="1196431" y="382606"/>
                </a:lnTo>
                <a:lnTo>
                  <a:pt x="1197161" y="381321"/>
                </a:lnTo>
                <a:lnTo>
                  <a:pt x="1199351" y="387690"/>
                </a:lnTo>
                <a:lnTo>
                  <a:pt x="1200811" y="385830"/>
                </a:lnTo>
                <a:lnTo>
                  <a:pt x="1203731" y="387250"/>
                </a:lnTo>
                <a:lnTo>
                  <a:pt x="1204461" y="384851"/>
                </a:lnTo>
                <a:lnTo>
                  <a:pt x="1205920" y="386623"/>
                </a:lnTo>
                <a:lnTo>
                  <a:pt x="1207380" y="392051"/>
                </a:lnTo>
                <a:lnTo>
                  <a:pt x="1208110" y="387797"/>
                </a:lnTo>
                <a:lnTo>
                  <a:pt x="1208840" y="384727"/>
                </a:lnTo>
                <a:lnTo>
                  <a:pt x="1210300" y="388403"/>
                </a:lnTo>
                <a:lnTo>
                  <a:pt x="1213950" y="385491"/>
                </a:lnTo>
                <a:lnTo>
                  <a:pt x="1214680" y="386284"/>
                </a:lnTo>
                <a:lnTo>
                  <a:pt x="1216870" y="391953"/>
                </a:lnTo>
                <a:lnTo>
                  <a:pt x="1219060" y="387173"/>
                </a:lnTo>
                <a:lnTo>
                  <a:pt x="1219790" y="388183"/>
                </a:lnTo>
                <a:lnTo>
                  <a:pt x="1220520" y="390782"/>
                </a:lnTo>
                <a:lnTo>
                  <a:pt x="1221250" y="386599"/>
                </a:lnTo>
                <a:lnTo>
                  <a:pt x="1221980" y="389139"/>
                </a:lnTo>
                <a:lnTo>
                  <a:pt x="1222710" y="387712"/>
                </a:lnTo>
                <a:lnTo>
                  <a:pt x="1223440" y="390055"/>
                </a:lnTo>
                <a:lnTo>
                  <a:pt x="1224170" y="390865"/>
                </a:lnTo>
                <a:lnTo>
                  <a:pt x="1227090" y="381453"/>
                </a:lnTo>
                <a:lnTo>
                  <a:pt x="1227820" y="387465"/>
                </a:lnTo>
                <a:lnTo>
                  <a:pt x="1230010" y="383964"/>
                </a:lnTo>
                <a:lnTo>
                  <a:pt x="1231470" y="382674"/>
                </a:lnTo>
                <a:lnTo>
                  <a:pt x="1234390" y="379919"/>
                </a:lnTo>
                <a:lnTo>
                  <a:pt x="1236579" y="382902"/>
                </a:lnTo>
                <a:lnTo>
                  <a:pt x="1237309" y="381002"/>
                </a:lnTo>
                <a:lnTo>
                  <a:pt x="1239499" y="371128"/>
                </a:lnTo>
                <a:lnTo>
                  <a:pt x="1240229" y="371982"/>
                </a:lnTo>
                <a:lnTo>
                  <a:pt x="1240959" y="376458"/>
                </a:lnTo>
                <a:lnTo>
                  <a:pt x="1242419" y="369341"/>
                </a:lnTo>
                <a:lnTo>
                  <a:pt x="1243149" y="368952"/>
                </a:lnTo>
                <a:lnTo>
                  <a:pt x="1243879" y="370946"/>
                </a:lnTo>
                <a:lnTo>
                  <a:pt x="1245339" y="369382"/>
                </a:lnTo>
                <a:lnTo>
                  <a:pt x="1246799" y="370793"/>
                </a:lnTo>
                <a:lnTo>
                  <a:pt x="1249719" y="370323"/>
                </a:lnTo>
                <a:lnTo>
                  <a:pt x="1252639" y="374384"/>
                </a:lnTo>
                <a:lnTo>
                  <a:pt x="1256289" y="370380"/>
                </a:lnTo>
                <a:lnTo>
                  <a:pt x="1259209" y="372864"/>
                </a:lnTo>
                <a:lnTo>
                  <a:pt x="1259939" y="371825"/>
                </a:lnTo>
                <a:lnTo>
                  <a:pt x="1261399" y="370099"/>
                </a:lnTo>
                <a:lnTo>
                  <a:pt x="1262129" y="375888"/>
                </a:lnTo>
                <a:lnTo>
                  <a:pt x="1263588" y="370860"/>
                </a:lnTo>
                <a:lnTo>
                  <a:pt x="1265778" y="373114"/>
                </a:lnTo>
                <a:lnTo>
                  <a:pt x="1266508" y="371359"/>
                </a:lnTo>
                <a:lnTo>
                  <a:pt x="1267238" y="377459"/>
                </a:lnTo>
                <a:lnTo>
                  <a:pt x="1268698" y="372632"/>
                </a:lnTo>
                <a:lnTo>
                  <a:pt x="1270158" y="369169"/>
                </a:lnTo>
                <a:lnTo>
                  <a:pt x="1270888" y="373943"/>
                </a:lnTo>
                <a:lnTo>
                  <a:pt x="1272348" y="377246"/>
                </a:lnTo>
                <a:lnTo>
                  <a:pt x="1273078" y="373378"/>
                </a:lnTo>
                <a:lnTo>
                  <a:pt x="1275268" y="370781"/>
                </a:lnTo>
                <a:lnTo>
                  <a:pt x="1275998" y="369086"/>
                </a:lnTo>
                <a:lnTo>
                  <a:pt x="1276728" y="370489"/>
                </a:lnTo>
                <a:lnTo>
                  <a:pt x="1278188" y="376353"/>
                </a:lnTo>
                <a:lnTo>
                  <a:pt x="1279648" y="371573"/>
                </a:lnTo>
                <a:lnTo>
                  <a:pt x="1281108" y="370558"/>
                </a:lnTo>
                <a:lnTo>
                  <a:pt x="1284028" y="379279"/>
                </a:lnTo>
                <a:lnTo>
                  <a:pt x="1286218" y="371114"/>
                </a:lnTo>
                <a:lnTo>
                  <a:pt x="1286948" y="371592"/>
                </a:lnTo>
                <a:lnTo>
                  <a:pt x="1290598" y="378102"/>
                </a:lnTo>
                <a:lnTo>
                  <a:pt x="1291328" y="376250"/>
                </a:lnTo>
                <a:lnTo>
                  <a:pt x="1292058" y="373265"/>
                </a:lnTo>
                <a:lnTo>
                  <a:pt x="1293517" y="373664"/>
                </a:lnTo>
                <a:lnTo>
                  <a:pt x="1296437" y="382542"/>
                </a:lnTo>
                <a:lnTo>
                  <a:pt x="1297897" y="372137"/>
                </a:lnTo>
                <a:lnTo>
                  <a:pt x="1299357" y="377275"/>
                </a:lnTo>
                <a:lnTo>
                  <a:pt x="1300088" y="376889"/>
                </a:lnTo>
                <a:lnTo>
                  <a:pt x="1301547" y="382751"/>
                </a:lnTo>
                <a:lnTo>
                  <a:pt x="1302277" y="376648"/>
                </a:lnTo>
                <a:lnTo>
                  <a:pt x="1303007" y="377664"/>
                </a:lnTo>
                <a:lnTo>
                  <a:pt x="1303737" y="375514"/>
                </a:lnTo>
                <a:lnTo>
                  <a:pt x="1306657" y="368526"/>
                </a:lnTo>
                <a:lnTo>
                  <a:pt x="1307387" y="368725"/>
                </a:lnTo>
                <a:lnTo>
                  <a:pt x="1308847" y="376018"/>
                </a:lnTo>
                <a:lnTo>
                  <a:pt x="1310307" y="371661"/>
                </a:lnTo>
                <a:lnTo>
                  <a:pt x="1311767" y="366495"/>
                </a:lnTo>
                <a:lnTo>
                  <a:pt x="1312497" y="373598"/>
                </a:lnTo>
                <a:lnTo>
                  <a:pt x="1313227" y="378181"/>
                </a:lnTo>
                <a:lnTo>
                  <a:pt x="1314687" y="376864"/>
                </a:lnTo>
                <a:lnTo>
                  <a:pt x="1318337" y="362971"/>
                </a:lnTo>
                <a:lnTo>
                  <a:pt x="1319797" y="374840"/>
                </a:lnTo>
                <a:lnTo>
                  <a:pt x="1321257" y="373000"/>
                </a:lnTo>
                <a:lnTo>
                  <a:pt x="1321987" y="362473"/>
                </a:lnTo>
                <a:lnTo>
                  <a:pt x="1324177" y="365543"/>
                </a:lnTo>
                <a:lnTo>
                  <a:pt x="1325637" y="369738"/>
                </a:lnTo>
                <a:lnTo>
                  <a:pt x="1326367" y="379831"/>
                </a:lnTo>
                <a:lnTo>
                  <a:pt x="1327827" y="369901"/>
                </a:lnTo>
                <a:lnTo>
                  <a:pt x="1330747" y="377545"/>
                </a:lnTo>
                <a:lnTo>
                  <a:pt x="1331477" y="376786"/>
                </a:lnTo>
                <a:lnTo>
                  <a:pt x="1334396" y="369201"/>
                </a:lnTo>
                <a:lnTo>
                  <a:pt x="1336586" y="379958"/>
                </a:lnTo>
                <a:lnTo>
                  <a:pt x="1337316" y="377716"/>
                </a:lnTo>
                <a:lnTo>
                  <a:pt x="1341696" y="365623"/>
                </a:lnTo>
                <a:lnTo>
                  <a:pt x="1343156" y="377876"/>
                </a:lnTo>
                <a:lnTo>
                  <a:pt x="1344616" y="374553"/>
                </a:lnTo>
                <a:lnTo>
                  <a:pt x="1345346" y="369156"/>
                </a:lnTo>
                <a:lnTo>
                  <a:pt x="1347536" y="371323"/>
                </a:lnTo>
                <a:lnTo>
                  <a:pt x="1349726" y="369166"/>
                </a:lnTo>
                <a:lnTo>
                  <a:pt x="1350456" y="371525"/>
                </a:lnTo>
                <a:lnTo>
                  <a:pt x="1351186" y="375578"/>
                </a:lnTo>
                <a:lnTo>
                  <a:pt x="1351916" y="367024"/>
                </a:lnTo>
                <a:lnTo>
                  <a:pt x="1352646" y="365053"/>
                </a:lnTo>
                <a:lnTo>
                  <a:pt x="1353376" y="370277"/>
                </a:lnTo>
                <a:lnTo>
                  <a:pt x="1354106" y="372693"/>
                </a:lnTo>
                <a:lnTo>
                  <a:pt x="1354836" y="370153"/>
                </a:lnTo>
                <a:lnTo>
                  <a:pt x="1355566" y="366443"/>
                </a:lnTo>
                <a:lnTo>
                  <a:pt x="1356296" y="375664"/>
                </a:lnTo>
                <a:lnTo>
                  <a:pt x="1359946" y="367004"/>
                </a:lnTo>
                <a:lnTo>
                  <a:pt x="1362135" y="360012"/>
                </a:lnTo>
                <a:lnTo>
                  <a:pt x="1363595" y="376745"/>
                </a:lnTo>
                <a:lnTo>
                  <a:pt x="1365055" y="367754"/>
                </a:lnTo>
                <a:lnTo>
                  <a:pt x="1365785" y="367287"/>
                </a:lnTo>
                <a:lnTo>
                  <a:pt x="1366515" y="362848"/>
                </a:lnTo>
                <a:lnTo>
                  <a:pt x="1367975" y="364989"/>
                </a:lnTo>
                <a:lnTo>
                  <a:pt x="1369435" y="373254"/>
                </a:lnTo>
                <a:lnTo>
                  <a:pt x="1370165" y="371175"/>
                </a:lnTo>
                <a:lnTo>
                  <a:pt x="1372355" y="360149"/>
                </a:lnTo>
                <a:lnTo>
                  <a:pt x="1373085" y="363866"/>
                </a:lnTo>
                <a:lnTo>
                  <a:pt x="1373815" y="372048"/>
                </a:lnTo>
                <a:lnTo>
                  <a:pt x="1375275" y="361514"/>
                </a:lnTo>
                <a:lnTo>
                  <a:pt x="1376005" y="371140"/>
                </a:lnTo>
                <a:lnTo>
                  <a:pt x="1378925" y="362553"/>
                </a:lnTo>
                <a:lnTo>
                  <a:pt x="1381115" y="372289"/>
                </a:lnTo>
                <a:lnTo>
                  <a:pt x="1381845" y="370274"/>
                </a:lnTo>
                <a:lnTo>
                  <a:pt x="1384035" y="349861"/>
                </a:lnTo>
                <a:lnTo>
                  <a:pt x="1385495" y="355632"/>
                </a:lnTo>
                <a:lnTo>
                  <a:pt x="1386955" y="369191"/>
                </a:lnTo>
                <a:lnTo>
                  <a:pt x="1387685" y="363226"/>
                </a:lnTo>
                <a:lnTo>
                  <a:pt x="1390604" y="341183"/>
                </a:lnTo>
                <a:lnTo>
                  <a:pt x="1392794" y="361687"/>
                </a:lnTo>
                <a:lnTo>
                  <a:pt x="1393524" y="361404"/>
                </a:lnTo>
                <a:lnTo>
                  <a:pt x="1397174" y="346773"/>
                </a:lnTo>
                <a:lnTo>
                  <a:pt x="1397904" y="348268"/>
                </a:lnTo>
                <a:lnTo>
                  <a:pt x="1400824" y="361738"/>
                </a:lnTo>
                <a:lnTo>
                  <a:pt x="1404474" y="343576"/>
                </a:lnTo>
                <a:lnTo>
                  <a:pt x="1405934" y="359652"/>
                </a:lnTo>
                <a:lnTo>
                  <a:pt x="1407394" y="348545"/>
                </a:lnTo>
                <a:lnTo>
                  <a:pt x="1410314" y="341991"/>
                </a:lnTo>
                <a:lnTo>
                  <a:pt x="1411774" y="355998"/>
                </a:lnTo>
                <a:lnTo>
                  <a:pt x="1413234" y="350796"/>
                </a:lnTo>
                <a:lnTo>
                  <a:pt x="1414694" y="343264"/>
                </a:lnTo>
                <a:lnTo>
                  <a:pt x="1415424" y="348557"/>
                </a:lnTo>
                <a:lnTo>
                  <a:pt x="1417614" y="353446"/>
                </a:lnTo>
                <a:lnTo>
                  <a:pt x="1419803" y="331722"/>
                </a:lnTo>
                <a:lnTo>
                  <a:pt x="1421263" y="334749"/>
                </a:lnTo>
                <a:lnTo>
                  <a:pt x="1423453" y="348593"/>
                </a:lnTo>
                <a:lnTo>
                  <a:pt x="1424913" y="339755"/>
                </a:lnTo>
                <a:lnTo>
                  <a:pt x="1425643" y="335750"/>
                </a:lnTo>
                <a:lnTo>
                  <a:pt x="1427833" y="338325"/>
                </a:lnTo>
                <a:lnTo>
                  <a:pt x="1429293" y="343481"/>
                </a:lnTo>
                <a:lnTo>
                  <a:pt x="1430753" y="338832"/>
                </a:lnTo>
                <a:lnTo>
                  <a:pt x="1432213" y="344117"/>
                </a:lnTo>
                <a:lnTo>
                  <a:pt x="1433673" y="338391"/>
                </a:lnTo>
                <a:lnTo>
                  <a:pt x="1434403" y="333120"/>
                </a:lnTo>
                <a:lnTo>
                  <a:pt x="1435133" y="338117"/>
                </a:lnTo>
                <a:lnTo>
                  <a:pt x="1438053" y="351674"/>
                </a:lnTo>
                <a:lnTo>
                  <a:pt x="1440243" y="332710"/>
                </a:lnTo>
                <a:lnTo>
                  <a:pt x="1441703" y="335390"/>
                </a:lnTo>
                <a:lnTo>
                  <a:pt x="1442433" y="334508"/>
                </a:lnTo>
                <a:lnTo>
                  <a:pt x="1443163" y="346580"/>
                </a:lnTo>
                <a:lnTo>
                  <a:pt x="1445353" y="339242"/>
                </a:lnTo>
                <a:lnTo>
                  <a:pt x="1446813" y="329998"/>
                </a:lnTo>
                <a:lnTo>
                  <a:pt x="1447542" y="342638"/>
                </a:lnTo>
                <a:lnTo>
                  <a:pt x="1449002" y="342997"/>
                </a:lnTo>
                <a:lnTo>
                  <a:pt x="1453382" y="321400"/>
                </a:lnTo>
                <a:lnTo>
                  <a:pt x="1454842" y="343246"/>
                </a:lnTo>
                <a:lnTo>
                  <a:pt x="1456302" y="333490"/>
                </a:lnTo>
                <a:lnTo>
                  <a:pt x="1459222" y="312917"/>
                </a:lnTo>
                <a:lnTo>
                  <a:pt x="1459952" y="316074"/>
                </a:lnTo>
                <a:lnTo>
                  <a:pt x="1461412" y="333838"/>
                </a:lnTo>
                <a:lnTo>
                  <a:pt x="1462872" y="320979"/>
                </a:lnTo>
                <a:lnTo>
                  <a:pt x="1463602" y="319377"/>
                </a:lnTo>
                <a:lnTo>
                  <a:pt x="1464332" y="323042"/>
                </a:lnTo>
                <a:lnTo>
                  <a:pt x="1465792" y="326962"/>
                </a:lnTo>
                <a:lnTo>
                  <a:pt x="1468712" y="311590"/>
                </a:lnTo>
                <a:lnTo>
                  <a:pt x="1470172" y="323721"/>
                </a:lnTo>
                <a:lnTo>
                  <a:pt x="1471632" y="319567"/>
                </a:lnTo>
                <a:lnTo>
                  <a:pt x="1472362" y="324171"/>
                </a:lnTo>
                <a:lnTo>
                  <a:pt x="1473092" y="320487"/>
                </a:lnTo>
                <a:lnTo>
                  <a:pt x="1473822" y="313367"/>
                </a:lnTo>
                <a:lnTo>
                  <a:pt x="1476012" y="313966"/>
                </a:lnTo>
                <a:lnTo>
                  <a:pt x="1478201" y="318232"/>
                </a:lnTo>
                <a:lnTo>
                  <a:pt x="1481851" y="311226"/>
                </a:lnTo>
                <a:lnTo>
                  <a:pt x="1483311" y="308320"/>
                </a:lnTo>
                <a:lnTo>
                  <a:pt x="1484041" y="311972"/>
                </a:lnTo>
                <a:lnTo>
                  <a:pt x="1484771" y="317173"/>
                </a:lnTo>
                <a:lnTo>
                  <a:pt x="1485501" y="310530"/>
                </a:lnTo>
                <a:lnTo>
                  <a:pt x="1486231" y="311804"/>
                </a:lnTo>
                <a:lnTo>
                  <a:pt x="1486961" y="313101"/>
                </a:lnTo>
                <a:lnTo>
                  <a:pt x="1487691" y="311337"/>
                </a:lnTo>
                <a:lnTo>
                  <a:pt x="1489151" y="297793"/>
                </a:lnTo>
                <a:lnTo>
                  <a:pt x="1490611" y="301574"/>
                </a:lnTo>
                <a:lnTo>
                  <a:pt x="1491341" y="301761"/>
                </a:lnTo>
                <a:lnTo>
                  <a:pt x="1492071" y="312804"/>
                </a:lnTo>
                <a:lnTo>
                  <a:pt x="1494261" y="306180"/>
                </a:lnTo>
                <a:lnTo>
                  <a:pt x="1494991" y="308046"/>
                </a:lnTo>
                <a:lnTo>
                  <a:pt x="1495721" y="304059"/>
                </a:lnTo>
                <a:lnTo>
                  <a:pt x="1497911" y="294829"/>
                </a:lnTo>
                <a:lnTo>
                  <a:pt x="1498641" y="296211"/>
                </a:lnTo>
                <a:lnTo>
                  <a:pt x="1500101" y="304948"/>
                </a:lnTo>
                <a:lnTo>
                  <a:pt x="1501561" y="304690"/>
                </a:lnTo>
                <a:lnTo>
                  <a:pt x="1503021" y="295191"/>
                </a:lnTo>
                <a:lnTo>
                  <a:pt x="1505210" y="288240"/>
                </a:lnTo>
                <a:lnTo>
                  <a:pt x="1508130" y="308518"/>
                </a:lnTo>
                <a:lnTo>
                  <a:pt x="1508860" y="305979"/>
                </a:lnTo>
                <a:lnTo>
                  <a:pt x="1510320" y="277968"/>
                </a:lnTo>
                <a:lnTo>
                  <a:pt x="1511780" y="289148"/>
                </a:lnTo>
                <a:lnTo>
                  <a:pt x="1513240" y="290029"/>
                </a:lnTo>
                <a:lnTo>
                  <a:pt x="1514700" y="301448"/>
                </a:lnTo>
                <a:lnTo>
                  <a:pt x="1516160" y="297508"/>
                </a:lnTo>
                <a:lnTo>
                  <a:pt x="1516890" y="297127"/>
                </a:lnTo>
                <a:lnTo>
                  <a:pt x="1518350" y="279722"/>
                </a:lnTo>
                <a:lnTo>
                  <a:pt x="1519810" y="289196"/>
                </a:lnTo>
                <a:lnTo>
                  <a:pt x="1521270" y="290373"/>
                </a:lnTo>
                <a:lnTo>
                  <a:pt x="1523460" y="290978"/>
                </a:lnTo>
                <a:lnTo>
                  <a:pt x="1524920" y="284855"/>
                </a:lnTo>
                <a:lnTo>
                  <a:pt x="1525650" y="281313"/>
                </a:lnTo>
                <a:lnTo>
                  <a:pt x="1526380" y="282119"/>
                </a:lnTo>
                <a:lnTo>
                  <a:pt x="1527840" y="289489"/>
                </a:lnTo>
                <a:lnTo>
                  <a:pt x="1528570" y="287213"/>
                </a:lnTo>
                <a:lnTo>
                  <a:pt x="1531490" y="278533"/>
                </a:lnTo>
                <a:lnTo>
                  <a:pt x="1532220" y="278737"/>
                </a:lnTo>
                <a:lnTo>
                  <a:pt x="1533680" y="285285"/>
                </a:lnTo>
                <a:lnTo>
                  <a:pt x="1534410" y="284547"/>
                </a:lnTo>
                <a:lnTo>
                  <a:pt x="1536600" y="271865"/>
                </a:lnTo>
                <a:lnTo>
                  <a:pt x="1537330" y="276834"/>
                </a:lnTo>
                <a:lnTo>
                  <a:pt x="1538060" y="280715"/>
                </a:lnTo>
                <a:lnTo>
                  <a:pt x="1540250" y="279634"/>
                </a:lnTo>
                <a:lnTo>
                  <a:pt x="1542440" y="266817"/>
                </a:lnTo>
                <a:lnTo>
                  <a:pt x="1543900" y="269212"/>
                </a:lnTo>
                <a:lnTo>
                  <a:pt x="1544629" y="270192"/>
                </a:lnTo>
                <a:lnTo>
                  <a:pt x="1545359" y="278759"/>
                </a:lnTo>
                <a:lnTo>
                  <a:pt x="1546089" y="268364"/>
                </a:lnTo>
                <a:lnTo>
                  <a:pt x="1546819" y="260782"/>
                </a:lnTo>
                <a:lnTo>
                  <a:pt x="1549009" y="261099"/>
                </a:lnTo>
                <a:lnTo>
                  <a:pt x="1550469" y="268611"/>
                </a:lnTo>
                <a:lnTo>
                  <a:pt x="1551199" y="265582"/>
                </a:lnTo>
                <a:lnTo>
                  <a:pt x="1551929" y="256405"/>
                </a:lnTo>
                <a:lnTo>
                  <a:pt x="1554119" y="257038"/>
                </a:lnTo>
                <a:lnTo>
                  <a:pt x="1554849" y="264544"/>
                </a:lnTo>
                <a:lnTo>
                  <a:pt x="1556309" y="256782"/>
                </a:lnTo>
                <a:lnTo>
                  <a:pt x="1558499" y="254647"/>
                </a:lnTo>
                <a:lnTo>
                  <a:pt x="1559959" y="266881"/>
                </a:lnTo>
                <a:lnTo>
                  <a:pt x="1560689" y="256305"/>
                </a:lnTo>
                <a:lnTo>
                  <a:pt x="1564339" y="239572"/>
                </a:lnTo>
                <a:lnTo>
                  <a:pt x="1565799" y="257219"/>
                </a:lnTo>
                <a:lnTo>
                  <a:pt x="1567259" y="245609"/>
                </a:lnTo>
                <a:lnTo>
                  <a:pt x="1570909" y="235876"/>
                </a:lnTo>
                <a:lnTo>
                  <a:pt x="1571639" y="240689"/>
                </a:lnTo>
                <a:lnTo>
                  <a:pt x="1572369" y="239994"/>
                </a:lnTo>
                <a:lnTo>
                  <a:pt x="1576018" y="207342"/>
                </a:lnTo>
                <a:lnTo>
                  <a:pt x="1576748" y="213330"/>
                </a:lnTo>
                <a:lnTo>
                  <a:pt x="1578208" y="237782"/>
                </a:lnTo>
                <a:lnTo>
                  <a:pt x="1578938" y="225555"/>
                </a:lnTo>
                <a:lnTo>
                  <a:pt x="1581128" y="199750"/>
                </a:lnTo>
                <a:lnTo>
                  <a:pt x="1581858" y="219819"/>
                </a:lnTo>
                <a:lnTo>
                  <a:pt x="1582588" y="229581"/>
                </a:lnTo>
                <a:lnTo>
                  <a:pt x="1583318" y="214886"/>
                </a:lnTo>
                <a:lnTo>
                  <a:pt x="1585508" y="204347"/>
                </a:lnTo>
                <a:lnTo>
                  <a:pt x="1586238" y="208008"/>
                </a:lnTo>
                <a:lnTo>
                  <a:pt x="1587698" y="221904"/>
                </a:lnTo>
                <a:lnTo>
                  <a:pt x="1588428" y="213097"/>
                </a:lnTo>
                <a:lnTo>
                  <a:pt x="1589888" y="215765"/>
                </a:lnTo>
                <a:lnTo>
                  <a:pt x="1592808" y="188327"/>
                </a:lnTo>
                <a:lnTo>
                  <a:pt x="1594998" y="211917"/>
                </a:lnTo>
                <a:lnTo>
                  <a:pt x="1597188" y="209196"/>
                </a:lnTo>
                <a:lnTo>
                  <a:pt x="1599378" y="211489"/>
                </a:lnTo>
                <a:lnTo>
                  <a:pt x="1600108" y="195886"/>
                </a:lnTo>
                <a:lnTo>
                  <a:pt x="1605947" y="210237"/>
                </a:lnTo>
                <a:lnTo>
                  <a:pt x="1610327" y="198867"/>
                </a:lnTo>
                <a:lnTo>
                  <a:pt x="1611057" y="201000"/>
                </a:lnTo>
                <a:lnTo>
                  <a:pt x="1611787" y="200628"/>
                </a:lnTo>
                <a:lnTo>
                  <a:pt x="1613247" y="195540"/>
                </a:lnTo>
                <a:lnTo>
                  <a:pt x="1613977" y="201058"/>
                </a:lnTo>
                <a:lnTo>
                  <a:pt x="1615437" y="200300"/>
                </a:lnTo>
                <a:lnTo>
                  <a:pt x="1617627" y="191098"/>
                </a:lnTo>
                <a:lnTo>
                  <a:pt x="1618357" y="196485"/>
                </a:lnTo>
                <a:lnTo>
                  <a:pt x="1619087" y="199144"/>
                </a:lnTo>
                <a:lnTo>
                  <a:pt x="1620547" y="194597"/>
                </a:lnTo>
                <a:lnTo>
                  <a:pt x="1622737" y="182436"/>
                </a:lnTo>
                <a:lnTo>
                  <a:pt x="1624927" y="187704"/>
                </a:lnTo>
                <a:lnTo>
                  <a:pt x="1625657" y="186894"/>
                </a:lnTo>
                <a:lnTo>
                  <a:pt x="1628577" y="178610"/>
                </a:lnTo>
                <a:lnTo>
                  <a:pt x="1629307" y="179202"/>
                </a:lnTo>
                <a:lnTo>
                  <a:pt x="1630037" y="181338"/>
                </a:lnTo>
                <a:lnTo>
                  <a:pt x="1630767" y="179918"/>
                </a:lnTo>
                <a:lnTo>
                  <a:pt x="1635146" y="171012"/>
                </a:lnTo>
                <a:lnTo>
                  <a:pt x="1635876" y="171133"/>
                </a:lnTo>
                <a:lnTo>
                  <a:pt x="1636606" y="175607"/>
                </a:lnTo>
                <a:lnTo>
                  <a:pt x="1638066" y="168922"/>
                </a:lnTo>
                <a:lnTo>
                  <a:pt x="1639526" y="170059"/>
                </a:lnTo>
                <a:lnTo>
                  <a:pt x="1640986" y="173613"/>
                </a:lnTo>
                <a:lnTo>
                  <a:pt x="1641716" y="169028"/>
                </a:lnTo>
                <a:lnTo>
                  <a:pt x="1643906" y="161154"/>
                </a:lnTo>
                <a:lnTo>
                  <a:pt x="1644636" y="165569"/>
                </a:lnTo>
                <a:lnTo>
                  <a:pt x="1647556" y="169851"/>
                </a:lnTo>
                <a:lnTo>
                  <a:pt x="1651206" y="151887"/>
                </a:lnTo>
                <a:lnTo>
                  <a:pt x="1652666" y="164712"/>
                </a:lnTo>
                <a:lnTo>
                  <a:pt x="1654126" y="157529"/>
                </a:lnTo>
                <a:lnTo>
                  <a:pt x="1654856" y="158519"/>
                </a:lnTo>
                <a:lnTo>
                  <a:pt x="1656316" y="156936"/>
                </a:lnTo>
                <a:lnTo>
                  <a:pt x="1657776" y="150463"/>
                </a:lnTo>
                <a:lnTo>
                  <a:pt x="1658506" y="153054"/>
                </a:lnTo>
                <a:lnTo>
                  <a:pt x="1659236" y="158029"/>
                </a:lnTo>
                <a:lnTo>
                  <a:pt x="1660695" y="155934"/>
                </a:lnTo>
                <a:lnTo>
                  <a:pt x="1662155" y="147390"/>
                </a:lnTo>
                <a:lnTo>
                  <a:pt x="1664345" y="147771"/>
                </a:lnTo>
                <a:lnTo>
                  <a:pt x="1665805" y="156302"/>
                </a:lnTo>
                <a:lnTo>
                  <a:pt x="1666535" y="145981"/>
                </a:lnTo>
                <a:lnTo>
                  <a:pt x="1667995" y="155182"/>
                </a:lnTo>
                <a:lnTo>
                  <a:pt x="1668725" y="152499"/>
                </a:lnTo>
                <a:lnTo>
                  <a:pt x="1669455" y="144984"/>
                </a:lnTo>
                <a:lnTo>
                  <a:pt x="1670915" y="152907"/>
                </a:lnTo>
                <a:lnTo>
                  <a:pt x="1671645" y="155535"/>
                </a:lnTo>
                <a:lnTo>
                  <a:pt x="1672375" y="155073"/>
                </a:lnTo>
                <a:lnTo>
                  <a:pt x="1673835" y="145523"/>
                </a:lnTo>
                <a:lnTo>
                  <a:pt x="1674565" y="147601"/>
                </a:lnTo>
                <a:lnTo>
                  <a:pt x="1675295" y="152274"/>
                </a:lnTo>
                <a:lnTo>
                  <a:pt x="1676755" y="146877"/>
                </a:lnTo>
                <a:lnTo>
                  <a:pt x="1677485" y="150620"/>
                </a:lnTo>
                <a:lnTo>
                  <a:pt x="1679675" y="148765"/>
                </a:lnTo>
                <a:lnTo>
                  <a:pt x="1681135" y="145643"/>
                </a:lnTo>
                <a:lnTo>
                  <a:pt x="1681865" y="146317"/>
                </a:lnTo>
                <a:lnTo>
                  <a:pt x="1682595" y="152243"/>
                </a:lnTo>
                <a:lnTo>
                  <a:pt x="1683325" y="144337"/>
                </a:lnTo>
                <a:lnTo>
                  <a:pt x="1684055" y="146522"/>
                </a:lnTo>
                <a:lnTo>
                  <a:pt x="1684785" y="145973"/>
                </a:lnTo>
                <a:lnTo>
                  <a:pt x="1685515" y="147423"/>
                </a:lnTo>
                <a:lnTo>
                  <a:pt x="1686245" y="151855"/>
                </a:lnTo>
                <a:lnTo>
                  <a:pt x="1686975" y="146412"/>
                </a:lnTo>
                <a:lnTo>
                  <a:pt x="1688435" y="142883"/>
                </a:lnTo>
                <a:lnTo>
                  <a:pt x="1689164" y="145398"/>
                </a:lnTo>
                <a:lnTo>
                  <a:pt x="1690624" y="144130"/>
                </a:lnTo>
                <a:lnTo>
                  <a:pt x="1692084" y="151518"/>
                </a:lnTo>
                <a:lnTo>
                  <a:pt x="1693544" y="141088"/>
                </a:lnTo>
                <a:lnTo>
                  <a:pt x="1694274" y="144065"/>
                </a:lnTo>
                <a:lnTo>
                  <a:pt x="1695004" y="149102"/>
                </a:lnTo>
                <a:lnTo>
                  <a:pt x="1697194" y="146858"/>
                </a:lnTo>
                <a:lnTo>
                  <a:pt x="1697924" y="149344"/>
                </a:lnTo>
                <a:lnTo>
                  <a:pt x="1698654" y="145724"/>
                </a:lnTo>
                <a:lnTo>
                  <a:pt x="1699384" y="140438"/>
                </a:lnTo>
                <a:lnTo>
                  <a:pt x="1700844" y="144929"/>
                </a:lnTo>
                <a:lnTo>
                  <a:pt x="1703764" y="146617"/>
                </a:lnTo>
                <a:lnTo>
                  <a:pt x="1705224" y="139814"/>
                </a:lnTo>
                <a:lnTo>
                  <a:pt x="1706684" y="144323"/>
                </a:lnTo>
                <a:lnTo>
                  <a:pt x="1708144" y="139701"/>
                </a:lnTo>
                <a:lnTo>
                  <a:pt x="1708874" y="140907"/>
                </a:lnTo>
                <a:lnTo>
                  <a:pt x="1710334" y="151491"/>
                </a:lnTo>
                <a:lnTo>
                  <a:pt x="1711064" y="145402"/>
                </a:lnTo>
                <a:lnTo>
                  <a:pt x="1712524" y="137637"/>
                </a:lnTo>
                <a:lnTo>
                  <a:pt x="1713984" y="142752"/>
                </a:lnTo>
                <a:lnTo>
                  <a:pt x="1715444" y="138545"/>
                </a:lnTo>
                <a:lnTo>
                  <a:pt x="1716174" y="139256"/>
                </a:lnTo>
                <a:lnTo>
                  <a:pt x="1716904" y="144555"/>
                </a:lnTo>
                <a:lnTo>
                  <a:pt x="1719093" y="143965"/>
                </a:lnTo>
                <a:lnTo>
                  <a:pt x="1721283" y="138048"/>
                </a:lnTo>
                <a:lnTo>
                  <a:pt x="1722013" y="139584"/>
                </a:lnTo>
                <a:lnTo>
                  <a:pt x="1725663" y="145163"/>
                </a:lnTo>
                <a:lnTo>
                  <a:pt x="1727123" y="137633"/>
                </a:lnTo>
                <a:lnTo>
                  <a:pt x="1728583" y="138361"/>
                </a:lnTo>
                <a:lnTo>
                  <a:pt x="1730043" y="136073"/>
                </a:lnTo>
                <a:lnTo>
                  <a:pt x="1732963" y="141816"/>
                </a:lnTo>
                <a:lnTo>
                  <a:pt x="1733693" y="136862"/>
                </a:lnTo>
                <a:lnTo>
                  <a:pt x="1735153" y="142442"/>
                </a:lnTo>
                <a:lnTo>
                  <a:pt x="1738073" y="140283"/>
                </a:lnTo>
                <a:lnTo>
                  <a:pt x="1738803" y="143860"/>
                </a:lnTo>
                <a:lnTo>
                  <a:pt x="1739533" y="137691"/>
                </a:lnTo>
                <a:lnTo>
                  <a:pt x="1740263" y="142691"/>
                </a:lnTo>
                <a:lnTo>
                  <a:pt x="1741723" y="138591"/>
                </a:lnTo>
                <a:lnTo>
                  <a:pt x="1743183" y="142072"/>
                </a:lnTo>
                <a:lnTo>
                  <a:pt x="1746103" y="136967"/>
                </a:lnTo>
                <a:lnTo>
                  <a:pt x="1746833" y="140112"/>
                </a:lnTo>
                <a:lnTo>
                  <a:pt x="1749753" y="142388"/>
                </a:lnTo>
                <a:lnTo>
                  <a:pt x="1750483" y="135982"/>
                </a:lnTo>
                <a:lnTo>
                  <a:pt x="1752673" y="136539"/>
                </a:lnTo>
                <a:lnTo>
                  <a:pt x="1753403" y="144234"/>
                </a:lnTo>
                <a:lnTo>
                  <a:pt x="1755593" y="140804"/>
                </a:lnTo>
                <a:lnTo>
                  <a:pt x="1756323" y="142605"/>
                </a:lnTo>
                <a:lnTo>
                  <a:pt x="1757052" y="136545"/>
                </a:lnTo>
                <a:lnTo>
                  <a:pt x="1759242" y="137045"/>
                </a:lnTo>
                <a:lnTo>
                  <a:pt x="1761432" y="142498"/>
                </a:lnTo>
                <a:lnTo>
                  <a:pt x="1762162" y="140676"/>
                </a:lnTo>
                <a:lnTo>
                  <a:pt x="1764352" y="136061"/>
                </a:lnTo>
                <a:lnTo>
                  <a:pt x="1767272" y="143063"/>
                </a:lnTo>
                <a:lnTo>
                  <a:pt x="1771652" y="135126"/>
                </a:lnTo>
                <a:lnTo>
                  <a:pt x="1773842" y="141993"/>
                </a:lnTo>
                <a:lnTo>
                  <a:pt x="1774572" y="135982"/>
                </a:lnTo>
                <a:lnTo>
                  <a:pt x="1776762" y="139203"/>
                </a:lnTo>
                <a:lnTo>
                  <a:pt x="1777492" y="135472"/>
                </a:lnTo>
                <a:lnTo>
                  <a:pt x="1779682" y="137190"/>
                </a:lnTo>
                <a:lnTo>
                  <a:pt x="1780412" y="142401"/>
                </a:lnTo>
                <a:lnTo>
                  <a:pt x="1781872" y="136174"/>
                </a:lnTo>
                <a:lnTo>
                  <a:pt x="1782602" y="134825"/>
                </a:lnTo>
                <a:lnTo>
                  <a:pt x="1783332" y="136226"/>
                </a:lnTo>
                <a:lnTo>
                  <a:pt x="1785522" y="140701"/>
                </a:lnTo>
                <a:lnTo>
                  <a:pt x="1786981" y="134810"/>
                </a:lnTo>
                <a:lnTo>
                  <a:pt x="1787711" y="140525"/>
                </a:lnTo>
                <a:lnTo>
                  <a:pt x="1788441" y="141197"/>
                </a:lnTo>
                <a:lnTo>
                  <a:pt x="1789171" y="135133"/>
                </a:lnTo>
                <a:lnTo>
                  <a:pt x="1790631" y="136252"/>
                </a:lnTo>
                <a:lnTo>
                  <a:pt x="1792091" y="135079"/>
                </a:lnTo>
                <a:lnTo>
                  <a:pt x="1793551" y="142351"/>
                </a:lnTo>
                <a:lnTo>
                  <a:pt x="1795011" y="134106"/>
                </a:lnTo>
                <a:lnTo>
                  <a:pt x="1795741" y="137443"/>
                </a:lnTo>
                <a:lnTo>
                  <a:pt x="1796471" y="143466"/>
                </a:lnTo>
                <a:lnTo>
                  <a:pt x="1797931" y="138546"/>
                </a:lnTo>
                <a:lnTo>
                  <a:pt x="1798661" y="135997"/>
                </a:lnTo>
                <a:lnTo>
                  <a:pt x="1799391" y="137407"/>
                </a:lnTo>
                <a:lnTo>
                  <a:pt x="1800121" y="142633"/>
                </a:lnTo>
                <a:lnTo>
                  <a:pt x="1800851" y="141557"/>
                </a:lnTo>
                <a:lnTo>
                  <a:pt x="1801581" y="134024"/>
                </a:lnTo>
                <a:lnTo>
                  <a:pt x="1803041" y="140054"/>
                </a:lnTo>
                <a:lnTo>
                  <a:pt x="1803771" y="144172"/>
                </a:lnTo>
                <a:lnTo>
                  <a:pt x="1804501" y="143046"/>
                </a:lnTo>
                <a:lnTo>
                  <a:pt x="1805231" y="134178"/>
                </a:lnTo>
                <a:lnTo>
                  <a:pt x="1806691" y="143360"/>
                </a:lnTo>
                <a:lnTo>
                  <a:pt x="1807421" y="142161"/>
                </a:lnTo>
                <a:lnTo>
                  <a:pt x="1808151" y="134764"/>
                </a:lnTo>
                <a:lnTo>
                  <a:pt x="1809611" y="143103"/>
                </a:lnTo>
                <a:lnTo>
                  <a:pt x="1811071" y="138813"/>
                </a:lnTo>
                <a:lnTo>
                  <a:pt x="1813261" y="135798"/>
                </a:lnTo>
                <a:lnTo>
                  <a:pt x="1812531" y="141435"/>
                </a:lnTo>
                <a:lnTo>
                  <a:pt x="1813991" y="137158"/>
                </a:lnTo>
                <a:lnTo>
                  <a:pt x="1814721" y="135896"/>
                </a:lnTo>
                <a:lnTo>
                  <a:pt x="1815450" y="139670"/>
                </a:lnTo>
                <a:lnTo>
                  <a:pt x="1816180" y="145080"/>
                </a:lnTo>
                <a:lnTo>
                  <a:pt x="1817640" y="137611"/>
                </a:lnTo>
                <a:lnTo>
                  <a:pt x="1818370" y="137340"/>
                </a:lnTo>
                <a:lnTo>
                  <a:pt x="1820560" y="142307"/>
                </a:lnTo>
                <a:lnTo>
                  <a:pt x="1821290" y="141627"/>
                </a:lnTo>
                <a:lnTo>
                  <a:pt x="1825670" y="134189"/>
                </a:lnTo>
                <a:lnTo>
                  <a:pt x="1829320" y="145895"/>
                </a:lnTo>
                <a:lnTo>
                  <a:pt x="1832240" y="141379"/>
                </a:lnTo>
                <a:lnTo>
                  <a:pt x="1835160" y="140516"/>
                </a:lnTo>
                <a:lnTo>
                  <a:pt x="1837350" y="141118"/>
                </a:lnTo>
                <a:lnTo>
                  <a:pt x="1838080" y="140125"/>
                </a:lnTo>
                <a:lnTo>
                  <a:pt x="1838810" y="139208"/>
                </a:lnTo>
                <a:lnTo>
                  <a:pt x="1839540" y="144277"/>
                </a:lnTo>
                <a:lnTo>
                  <a:pt x="1841000" y="142833"/>
                </a:lnTo>
                <a:lnTo>
                  <a:pt x="1841730" y="136761"/>
                </a:lnTo>
                <a:lnTo>
                  <a:pt x="1843919" y="138956"/>
                </a:lnTo>
                <a:lnTo>
                  <a:pt x="1844649" y="136093"/>
                </a:lnTo>
                <a:lnTo>
                  <a:pt x="1845379" y="139291"/>
                </a:lnTo>
                <a:lnTo>
                  <a:pt x="1846839" y="145051"/>
                </a:lnTo>
                <a:lnTo>
                  <a:pt x="1848299" y="143442"/>
                </a:lnTo>
                <a:lnTo>
                  <a:pt x="1849029" y="140198"/>
                </a:lnTo>
                <a:lnTo>
                  <a:pt x="1850489" y="143489"/>
                </a:lnTo>
                <a:lnTo>
                  <a:pt x="1851949" y="147273"/>
                </a:lnTo>
                <a:lnTo>
                  <a:pt x="1852679" y="141242"/>
                </a:lnTo>
                <a:lnTo>
                  <a:pt x="1853409" y="131945"/>
                </a:lnTo>
                <a:lnTo>
                  <a:pt x="1854869" y="141141"/>
                </a:lnTo>
                <a:lnTo>
                  <a:pt x="1858519" y="150382"/>
                </a:lnTo>
                <a:lnTo>
                  <a:pt x="1859249" y="144791"/>
                </a:lnTo>
                <a:lnTo>
                  <a:pt x="1859979" y="152858"/>
                </a:lnTo>
                <a:lnTo>
                  <a:pt x="1860709" y="155405"/>
                </a:lnTo>
                <a:lnTo>
                  <a:pt x="1861439" y="151796"/>
                </a:lnTo>
                <a:lnTo>
                  <a:pt x="1862899" y="143925"/>
                </a:lnTo>
                <a:lnTo>
                  <a:pt x="1864359" y="148890"/>
                </a:lnTo>
                <a:lnTo>
                  <a:pt x="1867279" y="160004"/>
                </a:lnTo>
                <a:lnTo>
                  <a:pt x="1869469" y="147229"/>
                </a:lnTo>
                <a:lnTo>
                  <a:pt x="1870199" y="147408"/>
                </a:lnTo>
                <a:lnTo>
                  <a:pt x="1870929" y="165402"/>
                </a:lnTo>
                <a:lnTo>
                  <a:pt x="1872389" y="147918"/>
                </a:lnTo>
                <a:lnTo>
                  <a:pt x="1873848" y="164882"/>
                </a:lnTo>
                <a:lnTo>
                  <a:pt x="1875308" y="153405"/>
                </a:lnTo>
                <a:lnTo>
                  <a:pt x="1876038" y="148701"/>
                </a:lnTo>
                <a:lnTo>
                  <a:pt x="1877498" y="152184"/>
                </a:lnTo>
                <a:lnTo>
                  <a:pt x="1878228" y="173061"/>
                </a:lnTo>
                <a:lnTo>
                  <a:pt x="1879688" y="143818"/>
                </a:lnTo>
                <a:lnTo>
                  <a:pt x="1881148" y="161762"/>
                </a:lnTo>
                <a:lnTo>
                  <a:pt x="1882608" y="154627"/>
                </a:lnTo>
                <a:lnTo>
                  <a:pt x="1883338" y="154815"/>
                </a:lnTo>
                <a:lnTo>
                  <a:pt x="1884068" y="162853"/>
                </a:lnTo>
                <a:lnTo>
                  <a:pt x="1886258" y="160297"/>
                </a:lnTo>
                <a:lnTo>
                  <a:pt x="1886988" y="165707"/>
                </a:lnTo>
                <a:lnTo>
                  <a:pt x="1889178" y="163658"/>
                </a:lnTo>
                <a:lnTo>
                  <a:pt x="1892828" y="162664"/>
                </a:lnTo>
                <a:lnTo>
                  <a:pt x="1894288" y="164920"/>
                </a:lnTo>
                <a:lnTo>
                  <a:pt x="1895018" y="164252"/>
                </a:lnTo>
                <a:lnTo>
                  <a:pt x="1895748" y="157109"/>
                </a:lnTo>
                <a:lnTo>
                  <a:pt x="1897208" y="166941"/>
                </a:lnTo>
                <a:lnTo>
                  <a:pt x="1898668" y="162660"/>
                </a:lnTo>
                <a:lnTo>
                  <a:pt x="1899398" y="166598"/>
                </a:lnTo>
                <a:lnTo>
                  <a:pt x="1900128" y="167387"/>
                </a:lnTo>
                <a:lnTo>
                  <a:pt x="1901587" y="157221"/>
                </a:lnTo>
                <a:lnTo>
                  <a:pt x="1903047" y="160499"/>
                </a:lnTo>
                <a:lnTo>
                  <a:pt x="1903777" y="157694"/>
                </a:lnTo>
                <a:lnTo>
                  <a:pt x="1904507" y="162797"/>
                </a:lnTo>
                <a:lnTo>
                  <a:pt x="1905237" y="162939"/>
                </a:lnTo>
                <a:lnTo>
                  <a:pt x="1905967" y="166642"/>
                </a:lnTo>
                <a:lnTo>
                  <a:pt x="1906697" y="155998"/>
                </a:lnTo>
                <a:lnTo>
                  <a:pt x="1908157" y="164224"/>
                </a:lnTo>
                <a:lnTo>
                  <a:pt x="1908887" y="168236"/>
                </a:lnTo>
                <a:lnTo>
                  <a:pt x="1909617" y="162554"/>
                </a:lnTo>
                <a:lnTo>
                  <a:pt x="1910347" y="161328"/>
                </a:lnTo>
                <a:lnTo>
                  <a:pt x="1913997" y="171382"/>
                </a:lnTo>
                <a:lnTo>
                  <a:pt x="1915457" y="167894"/>
                </a:lnTo>
                <a:lnTo>
                  <a:pt x="1916187" y="173128"/>
                </a:lnTo>
                <a:lnTo>
                  <a:pt x="1917647" y="168440"/>
                </a:lnTo>
                <a:lnTo>
                  <a:pt x="1919107" y="164628"/>
                </a:lnTo>
                <a:lnTo>
                  <a:pt x="1921297" y="176129"/>
                </a:lnTo>
                <a:lnTo>
                  <a:pt x="1922027" y="165720"/>
                </a:lnTo>
                <a:lnTo>
                  <a:pt x="1924217" y="172069"/>
                </a:lnTo>
                <a:lnTo>
                  <a:pt x="1924947" y="175042"/>
                </a:lnTo>
                <a:lnTo>
                  <a:pt x="1925677" y="167912"/>
                </a:lnTo>
                <a:lnTo>
                  <a:pt x="1927137" y="174236"/>
                </a:lnTo>
                <a:lnTo>
                  <a:pt x="1927867" y="180424"/>
                </a:lnTo>
                <a:lnTo>
                  <a:pt x="1928597" y="166346"/>
                </a:lnTo>
                <a:lnTo>
                  <a:pt x="1929327" y="156737"/>
                </a:lnTo>
                <a:lnTo>
                  <a:pt x="1930786" y="172040"/>
                </a:lnTo>
                <a:lnTo>
                  <a:pt x="1931516" y="175623"/>
                </a:lnTo>
                <a:lnTo>
                  <a:pt x="1932246" y="170509"/>
                </a:lnTo>
                <a:lnTo>
                  <a:pt x="1932976" y="166755"/>
                </a:lnTo>
                <a:lnTo>
                  <a:pt x="1933706" y="169220"/>
                </a:lnTo>
                <a:lnTo>
                  <a:pt x="1934436" y="173045"/>
                </a:lnTo>
                <a:lnTo>
                  <a:pt x="1935166" y="165279"/>
                </a:lnTo>
                <a:lnTo>
                  <a:pt x="1936626" y="172088"/>
                </a:lnTo>
                <a:lnTo>
                  <a:pt x="1938086" y="161926"/>
                </a:lnTo>
                <a:lnTo>
                  <a:pt x="1938816" y="166225"/>
                </a:lnTo>
                <a:lnTo>
                  <a:pt x="1940276" y="179237"/>
                </a:lnTo>
                <a:lnTo>
                  <a:pt x="1941736" y="155752"/>
                </a:lnTo>
                <a:lnTo>
                  <a:pt x="1943196" y="160752"/>
                </a:lnTo>
                <a:lnTo>
                  <a:pt x="1944656" y="166848"/>
                </a:lnTo>
                <a:lnTo>
                  <a:pt x="1945386" y="176189"/>
                </a:lnTo>
                <a:lnTo>
                  <a:pt x="1946846" y="164469"/>
                </a:lnTo>
                <a:lnTo>
                  <a:pt x="1947576" y="170828"/>
                </a:lnTo>
                <a:lnTo>
                  <a:pt x="1951226" y="163571"/>
                </a:lnTo>
                <a:lnTo>
                  <a:pt x="1952686" y="173832"/>
                </a:lnTo>
                <a:lnTo>
                  <a:pt x="1953416" y="164881"/>
                </a:lnTo>
                <a:lnTo>
                  <a:pt x="1954146" y="164516"/>
                </a:lnTo>
                <a:lnTo>
                  <a:pt x="1956336" y="174264"/>
                </a:lnTo>
                <a:lnTo>
                  <a:pt x="1957066" y="170661"/>
                </a:lnTo>
                <a:lnTo>
                  <a:pt x="1957796" y="160118"/>
                </a:lnTo>
                <a:lnTo>
                  <a:pt x="1958526" y="172225"/>
                </a:lnTo>
                <a:lnTo>
                  <a:pt x="1959256" y="178752"/>
                </a:lnTo>
                <a:lnTo>
                  <a:pt x="1959985" y="168632"/>
                </a:lnTo>
                <a:lnTo>
                  <a:pt x="1960715" y="166063"/>
                </a:lnTo>
                <a:lnTo>
                  <a:pt x="1961446" y="167273"/>
                </a:lnTo>
                <a:lnTo>
                  <a:pt x="1963636" y="178992"/>
                </a:lnTo>
                <a:lnTo>
                  <a:pt x="1964366" y="168067"/>
                </a:lnTo>
                <a:lnTo>
                  <a:pt x="1966556" y="168863"/>
                </a:lnTo>
                <a:lnTo>
                  <a:pt x="1968016" y="172388"/>
                </a:lnTo>
                <a:lnTo>
                  <a:pt x="1968746" y="180402"/>
                </a:lnTo>
                <a:lnTo>
                  <a:pt x="1969476" y="171573"/>
                </a:lnTo>
                <a:lnTo>
                  <a:pt x="1970205" y="164930"/>
                </a:lnTo>
                <a:lnTo>
                  <a:pt x="1970935" y="170460"/>
                </a:lnTo>
                <a:lnTo>
                  <a:pt x="1973855" y="179883"/>
                </a:lnTo>
                <a:lnTo>
                  <a:pt x="1974585" y="166927"/>
                </a:lnTo>
                <a:lnTo>
                  <a:pt x="1976045" y="176103"/>
                </a:lnTo>
                <a:lnTo>
                  <a:pt x="1977505" y="173382"/>
                </a:lnTo>
                <a:lnTo>
                  <a:pt x="1980425" y="181352"/>
                </a:lnTo>
                <a:lnTo>
                  <a:pt x="1981885" y="163920"/>
                </a:lnTo>
                <a:lnTo>
                  <a:pt x="1983345" y="174346"/>
                </a:lnTo>
                <a:lnTo>
                  <a:pt x="1985535" y="175449"/>
                </a:lnTo>
                <a:lnTo>
                  <a:pt x="1986265" y="179848"/>
                </a:lnTo>
                <a:lnTo>
                  <a:pt x="1986995" y="169080"/>
                </a:lnTo>
                <a:lnTo>
                  <a:pt x="1988455" y="156804"/>
                </a:lnTo>
                <a:lnTo>
                  <a:pt x="1989185" y="167619"/>
                </a:lnTo>
                <a:lnTo>
                  <a:pt x="1991375" y="176337"/>
                </a:lnTo>
                <a:lnTo>
                  <a:pt x="1992105" y="169057"/>
                </a:lnTo>
                <a:lnTo>
                  <a:pt x="1993565" y="174975"/>
                </a:lnTo>
                <a:lnTo>
                  <a:pt x="1994295" y="179872"/>
                </a:lnTo>
                <a:lnTo>
                  <a:pt x="1995025" y="171335"/>
                </a:lnTo>
                <a:lnTo>
                  <a:pt x="1996485" y="173387"/>
                </a:lnTo>
                <a:lnTo>
                  <a:pt x="1997215" y="170584"/>
                </a:lnTo>
                <a:lnTo>
                  <a:pt x="2000864" y="184426"/>
                </a:lnTo>
                <a:lnTo>
                  <a:pt x="2003054" y="174919"/>
                </a:lnTo>
                <a:lnTo>
                  <a:pt x="2004514" y="175568"/>
                </a:lnTo>
                <a:lnTo>
                  <a:pt x="2005244" y="175772"/>
                </a:lnTo>
                <a:lnTo>
                  <a:pt x="2005974" y="190829"/>
                </a:lnTo>
                <a:lnTo>
                  <a:pt x="2007434" y="176207"/>
                </a:lnTo>
                <a:lnTo>
                  <a:pt x="2008894" y="187533"/>
                </a:lnTo>
                <a:lnTo>
                  <a:pt x="2009624" y="176613"/>
                </a:lnTo>
                <a:lnTo>
                  <a:pt x="2010354" y="173005"/>
                </a:lnTo>
                <a:lnTo>
                  <a:pt x="2011084" y="174746"/>
                </a:lnTo>
                <a:lnTo>
                  <a:pt x="2012544" y="184869"/>
                </a:lnTo>
                <a:lnTo>
                  <a:pt x="2013274" y="179105"/>
                </a:lnTo>
                <a:lnTo>
                  <a:pt x="2014004" y="175762"/>
                </a:lnTo>
                <a:lnTo>
                  <a:pt x="2014734" y="180169"/>
                </a:lnTo>
                <a:lnTo>
                  <a:pt x="2018384" y="187746"/>
                </a:lnTo>
                <a:lnTo>
                  <a:pt x="2019114" y="179086"/>
                </a:lnTo>
                <a:lnTo>
                  <a:pt x="2020574" y="181536"/>
                </a:lnTo>
                <a:lnTo>
                  <a:pt x="2021304" y="186710"/>
                </a:lnTo>
                <a:lnTo>
                  <a:pt x="2022034" y="179043"/>
                </a:lnTo>
                <a:lnTo>
                  <a:pt x="2022764" y="176168"/>
                </a:lnTo>
                <a:lnTo>
                  <a:pt x="2024954" y="186965"/>
                </a:lnTo>
                <a:lnTo>
                  <a:pt x="2025684" y="179748"/>
                </a:lnTo>
                <a:lnTo>
                  <a:pt x="2026414" y="177906"/>
                </a:lnTo>
                <a:lnTo>
                  <a:pt x="2027144" y="187574"/>
                </a:lnTo>
                <a:lnTo>
                  <a:pt x="2029333" y="183254"/>
                </a:lnTo>
                <a:lnTo>
                  <a:pt x="2031523" y="178321"/>
                </a:lnTo>
                <a:lnTo>
                  <a:pt x="2032253" y="188070"/>
                </a:lnTo>
                <a:lnTo>
                  <a:pt x="2033713" y="177277"/>
                </a:lnTo>
                <a:lnTo>
                  <a:pt x="2034443" y="187472"/>
                </a:lnTo>
                <a:lnTo>
                  <a:pt x="2037363" y="181992"/>
                </a:lnTo>
                <a:lnTo>
                  <a:pt x="2039553" y="185828"/>
                </a:lnTo>
                <a:lnTo>
                  <a:pt x="2040283" y="181682"/>
                </a:lnTo>
                <a:lnTo>
                  <a:pt x="2041013" y="188384"/>
                </a:lnTo>
                <a:lnTo>
                  <a:pt x="2041743" y="183300"/>
                </a:lnTo>
                <a:lnTo>
                  <a:pt x="2042473" y="189480"/>
                </a:lnTo>
                <a:lnTo>
                  <a:pt x="2043933" y="185274"/>
                </a:lnTo>
                <a:lnTo>
                  <a:pt x="2044663" y="182946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path 128"/>
          <p:cNvSpPr/>
          <p:nvPr/>
        </p:nvSpPr>
        <p:spPr>
          <a:xfrm>
            <a:off x="3822290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path 129"/>
          <p:cNvSpPr/>
          <p:nvPr/>
        </p:nvSpPr>
        <p:spPr>
          <a:xfrm>
            <a:off x="6071419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path 130"/>
          <p:cNvSpPr/>
          <p:nvPr/>
        </p:nvSpPr>
        <p:spPr>
          <a:xfrm>
            <a:off x="3822290" y="5794077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path 131"/>
          <p:cNvSpPr/>
          <p:nvPr/>
        </p:nvSpPr>
        <p:spPr>
          <a:xfrm>
            <a:off x="3822290" y="4619069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path 132"/>
          <p:cNvSpPr/>
          <p:nvPr/>
        </p:nvSpPr>
        <p:spPr>
          <a:xfrm>
            <a:off x="6791140" y="2843240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path 133"/>
          <p:cNvSpPr/>
          <p:nvPr/>
        </p:nvSpPr>
        <p:spPr>
          <a:xfrm>
            <a:off x="6893373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path 134"/>
          <p:cNvSpPr/>
          <p:nvPr/>
        </p:nvSpPr>
        <p:spPr>
          <a:xfrm>
            <a:off x="6893373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857848" y="4164649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92" name="Editable path 135"/>
          <p:cNvSpPr/>
          <p:nvPr/>
        </p:nvSpPr>
        <p:spPr>
          <a:xfrm>
            <a:off x="7623349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path 136"/>
          <p:cNvSpPr/>
          <p:nvPr/>
        </p:nvSpPr>
        <p:spPr>
          <a:xfrm>
            <a:off x="7623349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552300" y="4164649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95" name="Editable path 137"/>
          <p:cNvSpPr/>
          <p:nvPr/>
        </p:nvSpPr>
        <p:spPr>
          <a:xfrm>
            <a:off x="8353325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path 138"/>
          <p:cNvSpPr/>
          <p:nvPr/>
        </p:nvSpPr>
        <p:spPr>
          <a:xfrm>
            <a:off x="8353325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282276" y="4164649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98" name="Editable path 139"/>
          <p:cNvSpPr/>
          <p:nvPr/>
        </p:nvSpPr>
        <p:spPr>
          <a:xfrm>
            <a:off x="6791140" y="3699524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path 140"/>
          <p:cNvSpPr/>
          <p:nvPr/>
        </p:nvSpPr>
        <p:spPr>
          <a:xfrm>
            <a:off x="6708250" y="3699524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554310" y="3631668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01" name="Editable path 141"/>
          <p:cNvSpPr/>
          <p:nvPr/>
        </p:nvSpPr>
        <p:spPr>
          <a:xfrm>
            <a:off x="6791140" y="3198833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path 142"/>
          <p:cNvSpPr/>
          <p:nvPr/>
        </p:nvSpPr>
        <p:spPr>
          <a:xfrm>
            <a:off x="6708250" y="3198833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412212" y="3130977"/>
            <a:ext cx="248671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200</a:t>
            </a:r>
          </a:p>
        </p:txBody>
      </p:sp>
      <p:sp>
        <p:nvSpPr>
          <p:cNvPr id="204" name="Editable path 143"/>
          <p:cNvSpPr/>
          <p:nvPr/>
        </p:nvSpPr>
        <p:spPr>
          <a:xfrm>
            <a:off x="6893373" y="2896649"/>
            <a:ext cx="2044663" cy="945984"/>
          </a:xfrm>
          <a:custGeom>
            <a:avLst/>
            <a:gdLst/>
            <a:ahLst/>
            <a:cxnLst/>
            <a:rect l="l" t="t" r="r" b="b"/>
            <a:pathLst>
              <a:path w="2044663" h="945984">
                <a:moveTo>
                  <a:pt x="0" y="800529"/>
                </a:moveTo>
                <a:lnTo>
                  <a:pt x="2190" y="802665"/>
                </a:lnTo>
                <a:lnTo>
                  <a:pt x="2920" y="798596"/>
                </a:lnTo>
                <a:lnTo>
                  <a:pt x="3650" y="803167"/>
                </a:lnTo>
                <a:lnTo>
                  <a:pt x="4380" y="801118"/>
                </a:lnTo>
                <a:lnTo>
                  <a:pt x="5840" y="823424"/>
                </a:lnTo>
                <a:lnTo>
                  <a:pt x="6570" y="793202"/>
                </a:lnTo>
                <a:lnTo>
                  <a:pt x="8760" y="803430"/>
                </a:lnTo>
                <a:lnTo>
                  <a:pt x="11680" y="808638"/>
                </a:lnTo>
                <a:lnTo>
                  <a:pt x="15330" y="802034"/>
                </a:lnTo>
                <a:lnTo>
                  <a:pt x="16790" y="813371"/>
                </a:lnTo>
                <a:lnTo>
                  <a:pt x="18250" y="809178"/>
                </a:lnTo>
                <a:lnTo>
                  <a:pt x="20440" y="800931"/>
                </a:lnTo>
                <a:lnTo>
                  <a:pt x="23360" y="813668"/>
                </a:lnTo>
                <a:lnTo>
                  <a:pt x="25549" y="805286"/>
                </a:lnTo>
                <a:lnTo>
                  <a:pt x="26279" y="807790"/>
                </a:lnTo>
                <a:lnTo>
                  <a:pt x="27009" y="805949"/>
                </a:lnTo>
                <a:lnTo>
                  <a:pt x="28469" y="804239"/>
                </a:lnTo>
                <a:lnTo>
                  <a:pt x="29199" y="817185"/>
                </a:lnTo>
                <a:lnTo>
                  <a:pt x="31389" y="799474"/>
                </a:lnTo>
                <a:lnTo>
                  <a:pt x="32119" y="803367"/>
                </a:lnTo>
                <a:lnTo>
                  <a:pt x="34309" y="828315"/>
                </a:lnTo>
                <a:lnTo>
                  <a:pt x="35769" y="816582"/>
                </a:lnTo>
                <a:lnTo>
                  <a:pt x="36499" y="807123"/>
                </a:lnTo>
                <a:lnTo>
                  <a:pt x="37959" y="819496"/>
                </a:lnTo>
                <a:lnTo>
                  <a:pt x="38689" y="823794"/>
                </a:lnTo>
                <a:lnTo>
                  <a:pt x="39419" y="804410"/>
                </a:lnTo>
                <a:lnTo>
                  <a:pt x="41609" y="808797"/>
                </a:lnTo>
                <a:lnTo>
                  <a:pt x="43069" y="816590"/>
                </a:lnTo>
                <a:lnTo>
                  <a:pt x="44529" y="813255"/>
                </a:lnTo>
                <a:lnTo>
                  <a:pt x="45259" y="814361"/>
                </a:lnTo>
                <a:lnTo>
                  <a:pt x="46719" y="832730"/>
                </a:lnTo>
                <a:lnTo>
                  <a:pt x="47449" y="824337"/>
                </a:lnTo>
                <a:lnTo>
                  <a:pt x="49639" y="825396"/>
                </a:lnTo>
                <a:lnTo>
                  <a:pt x="50369" y="809184"/>
                </a:lnTo>
                <a:lnTo>
                  <a:pt x="52558" y="820844"/>
                </a:lnTo>
                <a:lnTo>
                  <a:pt x="54018" y="818400"/>
                </a:lnTo>
                <a:lnTo>
                  <a:pt x="54748" y="817476"/>
                </a:lnTo>
                <a:lnTo>
                  <a:pt x="55478" y="799392"/>
                </a:lnTo>
                <a:lnTo>
                  <a:pt x="56938" y="815324"/>
                </a:lnTo>
                <a:lnTo>
                  <a:pt x="57668" y="814270"/>
                </a:lnTo>
                <a:lnTo>
                  <a:pt x="59128" y="845998"/>
                </a:lnTo>
                <a:lnTo>
                  <a:pt x="60588" y="825982"/>
                </a:lnTo>
                <a:lnTo>
                  <a:pt x="61318" y="826147"/>
                </a:lnTo>
                <a:lnTo>
                  <a:pt x="62778" y="813551"/>
                </a:lnTo>
                <a:lnTo>
                  <a:pt x="64238" y="818249"/>
                </a:lnTo>
                <a:lnTo>
                  <a:pt x="67888" y="830679"/>
                </a:lnTo>
                <a:lnTo>
                  <a:pt x="69348" y="831831"/>
                </a:lnTo>
                <a:lnTo>
                  <a:pt x="70808" y="817950"/>
                </a:lnTo>
                <a:lnTo>
                  <a:pt x="72998" y="811403"/>
                </a:lnTo>
                <a:lnTo>
                  <a:pt x="73728" y="842582"/>
                </a:lnTo>
                <a:lnTo>
                  <a:pt x="75188" y="821439"/>
                </a:lnTo>
                <a:lnTo>
                  <a:pt x="76648" y="827965"/>
                </a:lnTo>
                <a:lnTo>
                  <a:pt x="78838" y="814859"/>
                </a:lnTo>
                <a:lnTo>
                  <a:pt x="79568" y="820789"/>
                </a:lnTo>
                <a:lnTo>
                  <a:pt x="81028" y="839110"/>
                </a:lnTo>
                <a:lnTo>
                  <a:pt x="81757" y="835662"/>
                </a:lnTo>
                <a:lnTo>
                  <a:pt x="85407" y="801193"/>
                </a:lnTo>
                <a:lnTo>
                  <a:pt x="87597" y="849740"/>
                </a:lnTo>
                <a:lnTo>
                  <a:pt x="89057" y="832872"/>
                </a:lnTo>
                <a:lnTo>
                  <a:pt x="92707" y="810518"/>
                </a:lnTo>
                <a:lnTo>
                  <a:pt x="94897" y="832500"/>
                </a:lnTo>
                <a:lnTo>
                  <a:pt x="95627" y="826053"/>
                </a:lnTo>
                <a:lnTo>
                  <a:pt x="96357" y="821523"/>
                </a:lnTo>
                <a:lnTo>
                  <a:pt x="97087" y="826580"/>
                </a:lnTo>
                <a:lnTo>
                  <a:pt x="98547" y="816733"/>
                </a:lnTo>
                <a:lnTo>
                  <a:pt x="100007" y="837369"/>
                </a:lnTo>
                <a:lnTo>
                  <a:pt x="101467" y="820238"/>
                </a:lnTo>
                <a:lnTo>
                  <a:pt x="102927" y="820384"/>
                </a:lnTo>
                <a:lnTo>
                  <a:pt x="103657" y="824721"/>
                </a:lnTo>
                <a:lnTo>
                  <a:pt x="104387" y="815278"/>
                </a:lnTo>
                <a:lnTo>
                  <a:pt x="105117" y="820792"/>
                </a:lnTo>
                <a:lnTo>
                  <a:pt x="106577" y="817176"/>
                </a:lnTo>
                <a:lnTo>
                  <a:pt x="107307" y="838720"/>
                </a:lnTo>
                <a:lnTo>
                  <a:pt x="109497" y="830474"/>
                </a:lnTo>
                <a:lnTo>
                  <a:pt x="111686" y="810643"/>
                </a:lnTo>
                <a:lnTo>
                  <a:pt x="112416" y="823234"/>
                </a:lnTo>
                <a:lnTo>
                  <a:pt x="115336" y="829531"/>
                </a:lnTo>
                <a:lnTo>
                  <a:pt x="116796" y="830405"/>
                </a:lnTo>
                <a:lnTo>
                  <a:pt x="118256" y="812545"/>
                </a:lnTo>
                <a:lnTo>
                  <a:pt x="120446" y="838891"/>
                </a:lnTo>
                <a:lnTo>
                  <a:pt x="121906" y="831088"/>
                </a:lnTo>
                <a:lnTo>
                  <a:pt x="122636" y="823440"/>
                </a:lnTo>
                <a:lnTo>
                  <a:pt x="124096" y="833085"/>
                </a:lnTo>
                <a:lnTo>
                  <a:pt x="124826" y="825704"/>
                </a:lnTo>
                <a:lnTo>
                  <a:pt x="125556" y="830551"/>
                </a:lnTo>
                <a:lnTo>
                  <a:pt x="126286" y="812223"/>
                </a:lnTo>
                <a:lnTo>
                  <a:pt x="127746" y="831416"/>
                </a:lnTo>
                <a:lnTo>
                  <a:pt x="128476" y="827671"/>
                </a:lnTo>
                <a:lnTo>
                  <a:pt x="130666" y="829861"/>
                </a:lnTo>
                <a:lnTo>
                  <a:pt x="134316" y="819804"/>
                </a:lnTo>
                <a:lnTo>
                  <a:pt x="135046" y="846088"/>
                </a:lnTo>
                <a:lnTo>
                  <a:pt x="136506" y="824746"/>
                </a:lnTo>
                <a:lnTo>
                  <a:pt x="137966" y="827880"/>
                </a:lnTo>
                <a:lnTo>
                  <a:pt x="138696" y="824464"/>
                </a:lnTo>
                <a:lnTo>
                  <a:pt x="140885" y="798150"/>
                </a:lnTo>
                <a:lnTo>
                  <a:pt x="141615" y="807247"/>
                </a:lnTo>
                <a:lnTo>
                  <a:pt x="145265" y="847747"/>
                </a:lnTo>
                <a:lnTo>
                  <a:pt x="149645" y="818800"/>
                </a:lnTo>
                <a:lnTo>
                  <a:pt x="154755" y="828774"/>
                </a:lnTo>
                <a:lnTo>
                  <a:pt x="155485" y="822001"/>
                </a:lnTo>
                <a:lnTo>
                  <a:pt x="156945" y="807349"/>
                </a:lnTo>
                <a:lnTo>
                  <a:pt x="158405" y="820501"/>
                </a:lnTo>
                <a:lnTo>
                  <a:pt x="160595" y="837430"/>
                </a:lnTo>
                <a:lnTo>
                  <a:pt x="162055" y="802345"/>
                </a:lnTo>
                <a:lnTo>
                  <a:pt x="162785" y="820814"/>
                </a:lnTo>
                <a:lnTo>
                  <a:pt x="166435" y="852020"/>
                </a:lnTo>
                <a:lnTo>
                  <a:pt x="170815" y="815354"/>
                </a:lnTo>
                <a:lnTo>
                  <a:pt x="171544" y="817040"/>
                </a:lnTo>
                <a:lnTo>
                  <a:pt x="173005" y="828354"/>
                </a:lnTo>
                <a:lnTo>
                  <a:pt x="173735" y="822813"/>
                </a:lnTo>
                <a:lnTo>
                  <a:pt x="174465" y="816452"/>
                </a:lnTo>
                <a:lnTo>
                  <a:pt x="175925" y="821002"/>
                </a:lnTo>
                <a:lnTo>
                  <a:pt x="177385" y="828694"/>
                </a:lnTo>
                <a:lnTo>
                  <a:pt x="178115" y="818819"/>
                </a:lnTo>
                <a:lnTo>
                  <a:pt x="179575" y="826206"/>
                </a:lnTo>
                <a:lnTo>
                  <a:pt x="181035" y="838964"/>
                </a:lnTo>
                <a:lnTo>
                  <a:pt x="182495" y="831779"/>
                </a:lnTo>
                <a:lnTo>
                  <a:pt x="186875" y="804687"/>
                </a:lnTo>
                <a:lnTo>
                  <a:pt x="187605" y="807885"/>
                </a:lnTo>
                <a:lnTo>
                  <a:pt x="191254" y="848108"/>
                </a:lnTo>
                <a:lnTo>
                  <a:pt x="193444" y="818350"/>
                </a:lnTo>
                <a:lnTo>
                  <a:pt x="194174" y="822749"/>
                </a:lnTo>
                <a:lnTo>
                  <a:pt x="194904" y="833371"/>
                </a:lnTo>
                <a:lnTo>
                  <a:pt x="197094" y="830693"/>
                </a:lnTo>
                <a:lnTo>
                  <a:pt x="197824" y="826187"/>
                </a:lnTo>
                <a:lnTo>
                  <a:pt x="199284" y="830387"/>
                </a:lnTo>
                <a:lnTo>
                  <a:pt x="200014" y="831180"/>
                </a:lnTo>
                <a:lnTo>
                  <a:pt x="202934" y="813503"/>
                </a:lnTo>
                <a:lnTo>
                  <a:pt x="203664" y="814252"/>
                </a:lnTo>
                <a:lnTo>
                  <a:pt x="207314" y="843327"/>
                </a:lnTo>
                <a:lnTo>
                  <a:pt x="211694" y="797465"/>
                </a:lnTo>
                <a:lnTo>
                  <a:pt x="214614" y="852297"/>
                </a:lnTo>
                <a:lnTo>
                  <a:pt x="215344" y="842191"/>
                </a:lnTo>
                <a:lnTo>
                  <a:pt x="216804" y="820438"/>
                </a:lnTo>
                <a:lnTo>
                  <a:pt x="218263" y="825561"/>
                </a:lnTo>
                <a:lnTo>
                  <a:pt x="221913" y="830254"/>
                </a:lnTo>
                <a:lnTo>
                  <a:pt x="222643" y="828091"/>
                </a:lnTo>
                <a:lnTo>
                  <a:pt x="224103" y="831599"/>
                </a:lnTo>
                <a:lnTo>
                  <a:pt x="225563" y="830342"/>
                </a:lnTo>
                <a:lnTo>
                  <a:pt x="226293" y="834051"/>
                </a:lnTo>
                <a:lnTo>
                  <a:pt x="228483" y="858019"/>
                </a:lnTo>
                <a:lnTo>
                  <a:pt x="229213" y="817582"/>
                </a:lnTo>
                <a:lnTo>
                  <a:pt x="229943" y="866190"/>
                </a:lnTo>
                <a:lnTo>
                  <a:pt x="230673" y="887002"/>
                </a:lnTo>
                <a:lnTo>
                  <a:pt x="231403" y="871700"/>
                </a:lnTo>
                <a:lnTo>
                  <a:pt x="232863" y="824123"/>
                </a:lnTo>
                <a:lnTo>
                  <a:pt x="235053" y="832795"/>
                </a:lnTo>
                <a:lnTo>
                  <a:pt x="235783" y="834128"/>
                </a:lnTo>
                <a:lnTo>
                  <a:pt x="236513" y="804693"/>
                </a:lnTo>
                <a:lnTo>
                  <a:pt x="237243" y="875488"/>
                </a:lnTo>
                <a:lnTo>
                  <a:pt x="237973" y="877328"/>
                </a:lnTo>
                <a:lnTo>
                  <a:pt x="238703" y="873332"/>
                </a:lnTo>
                <a:lnTo>
                  <a:pt x="239433" y="854331"/>
                </a:lnTo>
                <a:lnTo>
                  <a:pt x="241623" y="857460"/>
                </a:lnTo>
                <a:lnTo>
                  <a:pt x="243083" y="824980"/>
                </a:lnTo>
                <a:lnTo>
                  <a:pt x="243813" y="847158"/>
                </a:lnTo>
                <a:lnTo>
                  <a:pt x="245273" y="865788"/>
                </a:lnTo>
                <a:lnTo>
                  <a:pt x="246003" y="855324"/>
                </a:lnTo>
                <a:lnTo>
                  <a:pt x="246732" y="846107"/>
                </a:lnTo>
                <a:lnTo>
                  <a:pt x="248192" y="860374"/>
                </a:lnTo>
                <a:lnTo>
                  <a:pt x="248922" y="859417"/>
                </a:lnTo>
                <a:lnTo>
                  <a:pt x="250382" y="850195"/>
                </a:lnTo>
                <a:lnTo>
                  <a:pt x="251112" y="858042"/>
                </a:lnTo>
                <a:lnTo>
                  <a:pt x="251842" y="857501"/>
                </a:lnTo>
                <a:lnTo>
                  <a:pt x="252572" y="844064"/>
                </a:lnTo>
                <a:lnTo>
                  <a:pt x="254032" y="858111"/>
                </a:lnTo>
                <a:lnTo>
                  <a:pt x="255492" y="851459"/>
                </a:lnTo>
                <a:lnTo>
                  <a:pt x="256222" y="854515"/>
                </a:lnTo>
                <a:lnTo>
                  <a:pt x="257682" y="869878"/>
                </a:lnTo>
                <a:lnTo>
                  <a:pt x="259142" y="865975"/>
                </a:lnTo>
                <a:lnTo>
                  <a:pt x="259872" y="859819"/>
                </a:lnTo>
                <a:lnTo>
                  <a:pt x="260602" y="872540"/>
                </a:lnTo>
                <a:lnTo>
                  <a:pt x="261332" y="868756"/>
                </a:lnTo>
                <a:lnTo>
                  <a:pt x="262062" y="874150"/>
                </a:lnTo>
                <a:lnTo>
                  <a:pt x="262792" y="873513"/>
                </a:lnTo>
                <a:lnTo>
                  <a:pt x="263522" y="850113"/>
                </a:lnTo>
                <a:lnTo>
                  <a:pt x="265712" y="862163"/>
                </a:lnTo>
                <a:lnTo>
                  <a:pt x="267902" y="891939"/>
                </a:lnTo>
                <a:lnTo>
                  <a:pt x="268632" y="881176"/>
                </a:lnTo>
                <a:lnTo>
                  <a:pt x="270822" y="889667"/>
                </a:lnTo>
                <a:lnTo>
                  <a:pt x="271552" y="885216"/>
                </a:lnTo>
                <a:lnTo>
                  <a:pt x="273012" y="872276"/>
                </a:lnTo>
                <a:lnTo>
                  <a:pt x="273742" y="879498"/>
                </a:lnTo>
                <a:lnTo>
                  <a:pt x="277391" y="891400"/>
                </a:lnTo>
                <a:lnTo>
                  <a:pt x="278851" y="887703"/>
                </a:lnTo>
                <a:lnTo>
                  <a:pt x="280311" y="867108"/>
                </a:lnTo>
                <a:lnTo>
                  <a:pt x="281041" y="877959"/>
                </a:lnTo>
                <a:lnTo>
                  <a:pt x="283231" y="888887"/>
                </a:lnTo>
                <a:lnTo>
                  <a:pt x="283961" y="884203"/>
                </a:lnTo>
                <a:lnTo>
                  <a:pt x="284691" y="884088"/>
                </a:lnTo>
                <a:lnTo>
                  <a:pt x="285421" y="889751"/>
                </a:lnTo>
                <a:lnTo>
                  <a:pt x="286881" y="889085"/>
                </a:lnTo>
                <a:lnTo>
                  <a:pt x="288341" y="880443"/>
                </a:lnTo>
                <a:lnTo>
                  <a:pt x="289801" y="884868"/>
                </a:lnTo>
                <a:lnTo>
                  <a:pt x="291991" y="875065"/>
                </a:lnTo>
                <a:lnTo>
                  <a:pt x="292721" y="879408"/>
                </a:lnTo>
                <a:lnTo>
                  <a:pt x="293451" y="883986"/>
                </a:lnTo>
                <a:lnTo>
                  <a:pt x="294181" y="878315"/>
                </a:lnTo>
                <a:lnTo>
                  <a:pt x="294911" y="857807"/>
                </a:lnTo>
                <a:lnTo>
                  <a:pt x="296371" y="877978"/>
                </a:lnTo>
                <a:lnTo>
                  <a:pt x="297101" y="885339"/>
                </a:lnTo>
                <a:lnTo>
                  <a:pt x="298561" y="885120"/>
                </a:lnTo>
                <a:lnTo>
                  <a:pt x="299291" y="873239"/>
                </a:lnTo>
                <a:lnTo>
                  <a:pt x="301481" y="876088"/>
                </a:lnTo>
                <a:lnTo>
                  <a:pt x="302941" y="882419"/>
                </a:lnTo>
                <a:lnTo>
                  <a:pt x="303671" y="880050"/>
                </a:lnTo>
                <a:lnTo>
                  <a:pt x="305130" y="867258"/>
                </a:lnTo>
                <a:lnTo>
                  <a:pt x="306590" y="873249"/>
                </a:lnTo>
                <a:lnTo>
                  <a:pt x="310240" y="893410"/>
                </a:lnTo>
                <a:lnTo>
                  <a:pt x="311700" y="882732"/>
                </a:lnTo>
                <a:lnTo>
                  <a:pt x="312430" y="881741"/>
                </a:lnTo>
                <a:lnTo>
                  <a:pt x="313890" y="856069"/>
                </a:lnTo>
                <a:lnTo>
                  <a:pt x="314620" y="878538"/>
                </a:lnTo>
                <a:lnTo>
                  <a:pt x="315350" y="893885"/>
                </a:lnTo>
                <a:lnTo>
                  <a:pt x="316810" y="873517"/>
                </a:lnTo>
                <a:lnTo>
                  <a:pt x="317540" y="885411"/>
                </a:lnTo>
                <a:lnTo>
                  <a:pt x="319000" y="859399"/>
                </a:lnTo>
                <a:lnTo>
                  <a:pt x="320460" y="875601"/>
                </a:lnTo>
                <a:lnTo>
                  <a:pt x="322650" y="909050"/>
                </a:lnTo>
                <a:lnTo>
                  <a:pt x="323380" y="870023"/>
                </a:lnTo>
                <a:lnTo>
                  <a:pt x="325570" y="870162"/>
                </a:lnTo>
                <a:lnTo>
                  <a:pt x="326300" y="861091"/>
                </a:lnTo>
                <a:lnTo>
                  <a:pt x="327030" y="883687"/>
                </a:lnTo>
                <a:lnTo>
                  <a:pt x="328490" y="913533"/>
                </a:lnTo>
                <a:lnTo>
                  <a:pt x="330680" y="904374"/>
                </a:lnTo>
                <a:lnTo>
                  <a:pt x="332870" y="888559"/>
                </a:lnTo>
                <a:lnTo>
                  <a:pt x="334329" y="891471"/>
                </a:lnTo>
                <a:lnTo>
                  <a:pt x="337249" y="891351"/>
                </a:lnTo>
                <a:lnTo>
                  <a:pt x="339439" y="907064"/>
                </a:lnTo>
                <a:lnTo>
                  <a:pt x="341629" y="897141"/>
                </a:lnTo>
                <a:lnTo>
                  <a:pt x="343819" y="893845"/>
                </a:lnTo>
                <a:lnTo>
                  <a:pt x="345279" y="897659"/>
                </a:lnTo>
                <a:lnTo>
                  <a:pt x="346009" y="891351"/>
                </a:lnTo>
                <a:lnTo>
                  <a:pt x="347469" y="899367"/>
                </a:lnTo>
                <a:lnTo>
                  <a:pt x="348199" y="894161"/>
                </a:lnTo>
                <a:lnTo>
                  <a:pt x="349659" y="891991"/>
                </a:lnTo>
                <a:lnTo>
                  <a:pt x="351119" y="903756"/>
                </a:lnTo>
                <a:lnTo>
                  <a:pt x="352579" y="901259"/>
                </a:lnTo>
                <a:lnTo>
                  <a:pt x="354769" y="905252"/>
                </a:lnTo>
                <a:lnTo>
                  <a:pt x="355499" y="903319"/>
                </a:lnTo>
                <a:lnTo>
                  <a:pt x="357689" y="881611"/>
                </a:lnTo>
                <a:lnTo>
                  <a:pt x="359149" y="885626"/>
                </a:lnTo>
                <a:lnTo>
                  <a:pt x="360609" y="899362"/>
                </a:lnTo>
                <a:lnTo>
                  <a:pt x="361339" y="889036"/>
                </a:lnTo>
                <a:lnTo>
                  <a:pt x="362068" y="880112"/>
                </a:lnTo>
                <a:lnTo>
                  <a:pt x="362798" y="893055"/>
                </a:lnTo>
                <a:lnTo>
                  <a:pt x="363528" y="900129"/>
                </a:lnTo>
                <a:lnTo>
                  <a:pt x="365718" y="896937"/>
                </a:lnTo>
                <a:lnTo>
                  <a:pt x="366448" y="896841"/>
                </a:lnTo>
                <a:lnTo>
                  <a:pt x="367178" y="889833"/>
                </a:lnTo>
                <a:lnTo>
                  <a:pt x="369368" y="892436"/>
                </a:lnTo>
                <a:lnTo>
                  <a:pt x="373018" y="887963"/>
                </a:lnTo>
                <a:lnTo>
                  <a:pt x="373748" y="889616"/>
                </a:lnTo>
                <a:lnTo>
                  <a:pt x="375208" y="903024"/>
                </a:lnTo>
                <a:lnTo>
                  <a:pt x="376668" y="893975"/>
                </a:lnTo>
                <a:lnTo>
                  <a:pt x="378128" y="886422"/>
                </a:lnTo>
                <a:lnTo>
                  <a:pt x="378858" y="878801"/>
                </a:lnTo>
                <a:lnTo>
                  <a:pt x="379588" y="895583"/>
                </a:lnTo>
                <a:lnTo>
                  <a:pt x="380318" y="885590"/>
                </a:lnTo>
                <a:lnTo>
                  <a:pt x="383968" y="882714"/>
                </a:lnTo>
                <a:lnTo>
                  <a:pt x="386888" y="892222"/>
                </a:lnTo>
                <a:lnTo>
                  <a:pt x="388348" y="883506"/>
                </a:lnTo>
                <a:lnTo>
                  <a:pt x="389808" y="887749"/>
                </a:lnTo>
                <a:lnTo>
                  <a:pt x="391267" y="879513"/>
                </a:lnTo>
                <a:lnTo>
                  <a:pt x="392727" y="885954"/>
                </a:lnTo>
                <a:lnTo>
                  <a:pt x="394187" y="889341"/>
                </a:lnTo>
                <a:lnTo>
                  <a:pt x="395647" y="875807"/>
                </a:lnTo>
                <a:lnTo>
                  <a:pt x="397107" y="886628"/>
                </a:lnTo>
                <a:lnTo>
                  <a:pt x="401487" y="878622"/>
                </a:lnTo>
                <a:lnTo>
                  <a:pt x="402947" y="888192"/>
                </a:lnTo>
                <a:lnTo>
                  <a:pt x="405867" y="867411"/>
                </a:lnTo>
                <a:lnTo>
                  <a:pt x="408787" y="890277"/>
                </a:lnTo>
                <a:lnTo>
                  <a:pt x="412437" y="887612"/>
                </a:lnTo>
                <a:lnTo>
                  <a:pt x="413167" y="887525"/>
                </a:lnTo>
                <a:lnTo>
                  <a:pt x="417547" y="874633"/>
                </a:lnTo>
                <a:lnTo>
                  <a:pt x="418277" y="884355"/>
                </a:lnTo>
                <a:lnTo>
                  <a:pt x="419737" y="883278"/>
                </a:lnTo>
                <a:lnTo>
                  <a:pt x="422656" y="855919"/>
                </a:lnTo>
                <a:lnTo>
                  <a:pt x="423386" y="856952"/>
                </a:lnTo>
                <a:lnTo>
                  <a:pt x="427036" y="884768"/>
                </a:lnTo>
                <a:lnTo>
                  <a:pt x="429226" y="880451"/>
                </a:lnTo>
                <a:lnTo>
                  <a:pt x="432876" y="849877"/>
                </a:lnTo>
                <a:lnTo>
                  <a:pt x="435796" y="879038"/>
                </a:lnTo>
                <a:lnTo>
                  <a:pt x="437986" y="875086"/>
                </a:lnTo>
                <a:lnTo>
                  <a:pt x="438716" y="876119"/>
                </a:lnTo>
                <a:lnTo>
                  <a:pt x="439446" y="861228"/>
                </a:lnTo>
                <a:lnTo>
                  <a:pt x="440906" y="880798"/>
                </a:lnTo>
                <a:lnTo>
                  <a:pt x="441636" y="869638"/>
                </a:lnTo>
                <a:lnTo>
                  <a:pt x="442366" y="863762"/>
                </a:lnTo>
                <a:lnTo>
                  <a:pt x="443096" y="866689"/>
                </a:lnTo>
                <a:lnTo>
                  <a:pt x="443826" y="881428"/>
                </a:lnTo>
                <a:lnTo>
                  <a:pt x="446016" y="880795"/>
                </a:lnTo>
                <a:lnTo>
                  <a:pt x="448935" y="857150"/>
                </a:lnTo>
                <a:lnTo>
                  <a:pt x="449665" y="863254"/>
                </a:lnTo>
                <a:lnTo>
                  <a:pt x="450395" y="877968"/>
                </a:lnTo>
                <a:lnTo>
                  <a:pt x="451855" y="859862"/>
                </a:lnTo>
                <a:lnTo>
                  <a:pt x="452585" y="870909"/>
                </a:lnTo>
                <a:lnTo>
                  <a:pt x="453315" y="868573"/>
                </a:lnTo>
                <a:lnTo>
                  <a:pt x="454045" y="869651"/>
                </a:lnTo>
                <a:lnTo>
                  <a:pt x="454775" y="853379"/>
                </a:lnTo>
                <a:lnTo>
                  <a:pt x="456965" y="861221"/>
                </a:lnTo>
                <a:lnTo>
                  <a:pt x="458425" y="846817"/>
                </a:lnTo>
                <a:lnTo>
                  <a:pt x="459155" y="853413"/>
                </a:lnTo>
                <a:lnTo>
                  <a:pt x="461345" y="877883"/>
                </a:lnTo>
                <a:lnTo>
                  <a:pt x="462075" y="876713"/>
                </a:lnTo>
                <a:lnTo>
                  <a:pt x="463535" y="854002"/>
                </a:lnTo>
                <a:lnTo>
                  <a:pt x="464995" y="855824"/>
                </a:lnTo>
                <a:lnTo>
                  <a:pt x="465725" y="862016"/>
                </a:lnTo>
                <a:lnTo>
                  <a:pt x="467915" y="858407"/>
                </a:lnTo>
                <a:lnTo>
                  <a:pt x="470105" y="848913"/>
                </a:lnTo>
                <a:lnTo>
                  <a:pt x="470835" y="857258"/>
                </a:lnTo>
                <a:lnTo>
                  <a:pt x="473755" y="863117"/>
                </a:lnTo>
                <a:lnTo>
                  <a:pt x="474485" y="852329"/>
                </a:lnTo>
                <a:lnTo>
                  <a:pt x="475945" y="860538"/>
                </a:lnTo>
                <a:lnTo>
                  <a:pt x="476675" y="860132"/>
                </a:lnTo>
                <a:lnTo>
                  <a:pt x="478134" y="872228"/>
                </a:lnTo>
                <a:lnTo>
                  <a:pt x="478864" y="860033"/>
                </a:lnTo>
                <a:lnTo>
                  <a:pt x="479594" y="856275"/>
                </a:lnTo>
                <a:lnTo>
                  <a:pt x="480324" y="859104"/>
                </a:lnTo>
                <a:lnTo>
                  <a:pt x="481054" y="869764"/>
                </a:lnTo>
                <a:lnTo>
                  <a:pt x="482514" y="861839"/>
                </a:lnTo>
                <a:lnTo>
                  <a:pt x="483244" y="851306"/>
                </a:lnTo>
                <a:lnTo>
                  <a:pt x="485434" y="854167"/>
                </a:lnTo>
                <a:lnTo>
                  <a:pt x="486894" y="863707"/>
                </a:lnTo>
                <a:lnTo>
                  <a:pt x="487624" y="854418"/>
                </a:lnTo>
                <a:lnTo>
                  <a:pt x="488354" y="851721"/>
                </a:lnTo>
                <a:lnTo>
                  <a:pt x="492004" y="870191"/>
                </a:lnTo>
                <a:lnTo>
                  <a:pt x="492734" y="866252"/>
                </a:lnTo>
                <a:lnTo>
                  <a:pt x="493464" y="872528"/>
                </a:lnTo>
                <a:lnTo>
                  <a:pt x="494194" y="878340"/>
                </a:lnTo>
                <a:lnTo>
                  <a:pt x="494924" y="874970"/>
                </a:lnTo>
                <a:lnTo>
                  <a:pt x="495654" y="862858"/>
                </a:lnTo>
                <a:lnTo>
                  <a:pt x="497114" y="869664"/>
                </a:lnTo>
                <a:lnTo>
                  <a:pt x="497844" y="877482"/>
                </a:lnTo>
                <a:lnTo>
                  <a:pt x="498574" y="866325"/>
                </a:lnTo>
                <a:lnTo>
                  <a:pt x="499304" y="870447"/>
                </a:lnTo>
                <a:lnTo>
                  <a:pt x="500034" y="852658"/>
                </a:lnTo>
                <a:lnTo>
                  <a:pt x="501494" y="863757"/>
                </a:lnTo>
                <a:lnTo>
                  <a:pt x="502954" y="867912"/>
                </a:lnTo>
                <a:lnTo>
                  <a:pt x="503684" y="861155"/>
                </a:lnTo>
                <a:lnTo>
                  <a:pt x="505144" y="854988"/>
                </a:lnTo>
                <a:lnTo>
                  <a:pt x="505874" y="860851"/>
                </a:lnTo>
                <a:lnTo>
                  <a:pt x="508063" y="879369"/>
                </a:lnTo>
                <a:lnTo>
                  <a:pt x="509523" y="854620"/>
                </a:lnTo>
                <a:lnTo>
                  <a:pt x="510983" y="855845"/>
                </a:lnTo>
                <a:lnTo>
                  <a:pt x="511713" y="853512"/>
                </a:lnTo>
                <a:lnTo>
                  <a:pt x="512443" y="840807"/>
                </a:lnTo>
                <a:lnTo>
                  <a:pt x="513903" y="852744"/>
                </a:lnTo>
                <a:lnTo>
                  <a:pt x="515363" y="852346"/>
                </a:lnTo>
                <a:lnTo>
                  <a:pt x="516823" y="860567"/>
                </a:lnTo>
                <a:lnTo>
                  <a:pt x="519743" y="852123"/>
                </a:lnTo>
                <a:lnTo>
                  <a:pt x="523393" y="870368"/>
                </a:lnTo>
                <a:lnTo>
                  <a:pt x="524853" y="873456"/>
                </a:lnTo>
                <a:lnTo>
                  <a:pt x="525583" y="868126"/>
                </a:lnTo>
                <a:lnTo>
                  <a:pt x="527043" y="877022"/>
                </a:lnTo>
                <a:lnTo>
                  <a:pt x="529233" y="853336"/>
                </a:lnTo>
                <a:lnTo>
                  <a:pt x="531423" y="875034"/>
                </a:lnTo>
                <a:lnTo>
                  <a:pt x="532153" y="865455"/>
                </a:lnTo>
                <a:lnTo>
                  <a:pt x="532883" y="869411"/>
                </a:lnTo>
                <a:lnTo>
                  <a:pt x="533613" y="859333"/>
                </a:lnTo>
                <a:lnTo>
                  <a:pt x="535073" y="864469"/>
                </a:lnTo>
                <a:lnTo>
                  <a:pt x="535802" y="854028"/>
                </a:lnTo>
                <a:lnTo>
                  <a:pt x="537992" y="858257"/>
                </a:lnTo>
                <a:lnTo>
                  <a:pt x="538722" y="852429"/>
                </a:lnTo>
                <a:lnTo>
                  <a:pt x="539452" y="857525"/>
                </a:lnTo>
                <a:lnTo>
                  <a:pt x="540182" y="863605"/>
                </a:lnTo>
                <a:lnTo>
                  <a:pt x="542372" y="862173"/>
                </a:lnTo>
                <a:lnTo>
                  <a:pt x="543832" y="869928"/>
                </a:lnTo>
                <a:lnTo>
                  <a:pt x="544562" y="859971"/>
                </a:lnTo>
                <a:lnTo>
                  <a:pt x="545292" y="874718"/>
                </a:lnTo>
                <a:lnTo>
                  <a:pt x="546022" y="877694"/>
                </a:lnTo>
                <a:lnTo>
                  <a:pt x="546752" y="858052"/>
                </a:lnTo>
                <a:lnTo>
                  <a:pt x="548942" y="864617"/>
                </a:lnTo>
                <a:lnTo>
                  <a:pt x="553322" y="877349"/>
                </a:lnTo>
                <a:lnTo>
                  <a:pt x="556242" y="852519"/>
                </a:lnTo>
                <a:lnTo>
                  <a:pt x="555512" y="879132"/>
                </a:lnTo>
                <a:lnTo>
                  <a:pt x="557702" y="857981"/>
                </a:lnTo>
                <a:lnTo>
                  <a:pt x="561352" y="880560"/>
                </a:lnTo>
                <a:lnTo>
                  <a:pt x="563542" y="865393"/>
                </a:lnTo>
                <a:lnTo>
                  <a:pt x="564272" y="876596"/>
                </a:lnTo>
                <a:lnTo>
                  <a:pt x="565731" y="859960"/>
                </a:lnTo>
                <a:lnTo>
                  <a:pt x="568651" y="881241"/>
                </a:lnTo>
                <a:lnTo>
                  <a:pt x="567921" y="856580"/>
                </a:lnTo>
                <a:lnTo>
                  <a:pt x="569381" y="868672"/>
                </a:lnTo>
                <a:lnTo>
                  <a:pt x="571571" y="877824"/>
                </a:lnTo>
                <a:lnTo>
                  <a:pt x="572301" y="870396"/>
                </a:lnTo>
                <a:lnTo>
                  <a:pt x="573031" y="859143"/>
                </a:lnTo>
                <a:lnTo>
                  <a:pt x="574491" y="867440"/>
                </a:lnTo>
                <a:lnTo>
                  <a:pt x="576681" y="867181"/>
                </a:lnTo>
                <a:lnTo>
                  <a:pt x="578141" y="879690"/>
                </a:lnTo>
                <a:lnTo>
                  <a:pt x="579601" y="872032"/>
                </a:lnTo>
                <a:lnTo>
                  <a:pt x="580331" y="872365"/>
                </a:lnTo>
                <a:lnTo>
                  <a:pt x="582521" y="886015"/>
                </a:lnTo>
                <a:lnTo>
                  <a:pt x="583251" y="877898"/>
                </a:lnTo>
                <a:lnTo>
                  <a:pt x="586901" y="866239"/>
                </a:lnTo>
                <a:lnTo>
                  <a:pt x="587631" y="854227"/>
                </a:lnTo>
                <a:lnTo>
                  <a:pt x="588361" y="864495"/>
                </a:lnTo>
                <a:lnTo>
                  <a:pt x="589821" y="895408"/>
                </a:lnTo>
                <a:lnTo>
                  <a:pt x="590551" y="871842"/>
                </a:lnTo>
                <a:lnTo>
                  <a:pt x="592011" y="871948"/>
                </a:lnTo>
                <a:lnTo>
                  <a:pt x="592741" y="874179"/>
                </a:lnTo>
                <a:lnTo>
                  <a:pt x="593470" y="864032"/>
                </a:lnTo>
                <a:lnTo>
                  <a:pt x="594930" y="865872"/>
                </a:lnTo>
                <a:lnTo>
                  <a:pt x="595660" y="873527"/>
                </a:lnTo>
                <a:lnTo>
                  <a:pt x="596390" y="862289"/>
                </a:lnTo>
                <a:lnTo>
                  <a:pt x="597850" y="853490"/>
                </a:lnTo>
                <a:lnTo>
                  <a:pt x="598580" y="855835"/>
                </a:lnTo>
                <a:lnTo>
                  <a:pt x="602960" y="881176"/>
                </a:lnTo>
                <a:lnTo>
                  <a:pt x="605880" y="864656"/>
                </a:lnTo>
                <a:lnTo>
                  <a:pt x="604420" y="882483"/>
                </a:lnTo>
                <a:lnTo>
                  <a:pt x="608801" y="867532"/>
                </a:lnTo>
                <a:lnTo>
                  <a:pt x="609530" y="874824"/>
                </a:lnTo>
                <a:lnTo>
                  <a:pt x="610260" y="858642"/>
                </a:lnTo>
                <a:lnTo>
                  <a:pt x="610991" y="860232"/>
                </a:lnTo>
                <a:lnTo>
                  <a:pt x="614640" y="881290"/>
                </a:lnTo>
                <a:lnTo>
                  <a:pt x="615370" y="882264"/>
                </a:lnTo>
                <a:lnTo>
                  <a:pt x="616830" y="866962"/>
                </a:lnTo>
                <a:lnTo>
                  <a:pt x="618290" y="872655"/>
                </a:lnTo>
                <a:lnTo>
                  <a:pt x="621210" y="856786"/>
                </a:lnTo>
                <a:lnTo>
                  <a:pt x="621940" y="851403"/>
                </a:lnTo>
                <a:lnTo>
                  <a:pt x="623400" y="857590"/>
                </a:lnTo>
                <a:lnTo>
                  <a:pt x="624130" y="868052"/>
                </a:lnTo>
                <a:lnTo>
                  <a:pt x="625590" y="855592"/>
                </a:lnTo>
                <a:lnTo>
                  <a:pt x="626320" y="852492"/>
                </a:lnTo>
                <a:lnTo>
                  <a:pt x="627050" y="853202"/>
                </a:lnTo>
                <a:lnTo>
                  <a:pt x="631430" y="875398"/>
                </a:lnTo>
                <a:lnTo>
                  <a:pt x="629240" y="852839"/>
                </a:lnTo>
                <a:lnTo>
                  <a:pt x="632160" y="875294"/>
                </a:lnTo>
                <a:lnTo>
                  <a:pt x="636540" y="849015"/>
                </a:lnTo>
                <a:lnTo>
                  <a:pt x="637270" y="852363"/>
                </a:lnTo>
                <a:lnTo>
                  <a:pt x="638730" y="857424"/>
                </a:lnTo>
                <a:lnTo>
                  <a:pt x="639460" y="851740"/>
                </a:lnTo>
                <a:lnTo>
                  <a:pt x="640190" y="853777"/>
                </a:lnTo>
                <a:lnTo>
                  <a:pt x="640920" y="851303"/>
                </a:lnTo>
                <a:lnTo>
                  <a:pt x="642380" y="844641"/>
                </a:lnTo>
                <a:lnTo>
                  <a:pt x="643839" y="847766"/>
                </a:lnTo>
                <a:lnTo>
                  <a:pt x="644569" y="847915"/>
                </a:lnTo>
                <a:lnTo>
                  <a:pt x="646029" y="859434"/>
                </a:lnTo>
                <a:lnTo>
                  <a:pt x="646759" y="852130"/>
                </a:lnTo>
                <a:lnTo>
                  <a:pt x="648219" y="839339"/>
                </a:lnTo>
                <a:lnTo>
                  <a:pt x="649679" y="845448"/>
                </a:lnTo>
                <a:lnTo>
                  <a:pt x="651139" y="846715"/>
                </a:lnTo>
                <a:lnTo>
                  <a:pt x="652599" y="848094"/>
                </a:lnTo>
                <a:lnTo>
                  <a:pt x="653329" y="841350"/>
                </a:lnTo>
                <a:lnTo>
                  <a:pt x="656249" y="851124"/>
                </a:lnTo>
                <a:lnTo>
                  <a:pt x="656979" y="833998"/>
                </a:lnTo>
                <a:lnTo>
                  <a:pt x="657709" y="840243"/>
                </a:lnTo>
                <a:lnTo>
                  <a:pt x="658439" y="868557"/>
                </a:lnTo>
                <a:lnTo>
                  <a:pt x="659899" y="848728"/>
                </a:lnTo>
                <a:lnTo>
                  <a:pt x="663549" y="833093"/>
                </a:lnTo>
                <a:lnTo>
                  <a:pt x="664279" y="834004"/>
                </a:lnTo>
                <a:lnTo>
                  <a:pt x="665739" y="843033"/>
                </a:lnTo>
                <a:lnTo>
                  <a:pt x="666469" y="837949"/>
                </a:lnTo>
                <a:lnTo>
                  <a:pt x="669389" y="828990"/>
                </a:lnTo>
                <a:lnTo>
                  <a:pt x="672308" y="836806"/>
                </a:lnTo>
                <a:lnTo>
                  <a:pt x="674498" y="826377"/>
                </a:lnTo>
                <a:lnTo>
                  <a:pt x="675228" y="827411"/>
                </a:lnTo>
                <a:lnTo>
                  <a:pt x="676688" y="832707"/>
                </a:lnTo>
                <a:lnTo>
                  <a:pt x="677418" y="829102"/>
                </a:lnTo>
                <a:lnTo>
                  <a:pt x="678148" y="828585"/>
                </a:lnTo>
                <a:lnTo>
                  <a:pt x="681798" y="836646"/>
                </a:lnTo>
                <a:lnTo>
                  <a:pt x="689098" y="826628"/>
                </a:lnTo>
                <a:lnTo>
                  <a:pt x="691288" y="829171"/>
                </a:lnTo>
                <a:lnTo>
                  <a:pt x="692018" y="827387"/>
                </a:lnTo>
                <a:lnTo>
                  <a:pt x="694208" y="828706"/>
                </a:lnTo>
                <a:lnTo>
                  <a:pt x="694938" y="822675"/>
                </a:lnTo>
                <a:lnTo>
                  <a:pt x="696398" y="831842"/>
                </a:lnTo>
                <a:lnTo>
                  <a:pt x="697858" y="827211"/>
                </a:lnTo>
                <a:lnTo>
                  <a:pt x="699318" y="815850"/>
                </a:lnTo>
                <a:lnTo>
                  <a:pt x="700048" y="821954"/>
                </a:lnTo>
                <a:lnTo>
                  <a:pt x="702237" y="836208"/>
                </a:lnTo>
                <a:lnTo>
                  <a:pt x="702967" y="829976"/>
                </a:lnTo>
                <a:lnTo>
                  <a:pt x="705887" y="811427"/>
                </a:lnTo>
                <a:lnTo>
                  <a:pt x="707347" y="816081"/>
                </a:lnTo>
                <a:lnTo>
                  <a:pt x="708807" y="833438"/>
                </a:lnTo>
                <a:lnTo>
                  <a:pt x="709537" y="827348"/>
                </a:lnTo>
                <a:lnTo>
                  <a:pt x="713187" y="798888"/>
                </a:lnTo>
                <a:lnTo>
                  <a:pt x="715377" y="812001"/>
                </a:lnTo>
                <a:lnTo>
                  <a:pt x="717567" y="809492"/>
                </a:lnTo>
                <a:lnTo>
                  <a:pt x="719027" y="807687"/>
                </a:lnTo>
                <a:lnTo>
                  <a:pt x="719757" y="812476"/>
                </a:lnTo>
                <a:lnTo>
                  <a:pt x="721947" y="811675"/>
                </a:lnTo>
                <a:lnTo>
                  <a:pt x="723407" y="815408"/>
                </a:lnTo>
                <a:lnTo>
                  <a:pt x="724867" y="806122"/>
                </a:lnTo>
                <a:lnTo>
                  <a:pt x="726327" y="808317"/>
                </a:lnTo>
                <a:lnTo>
                  <a:pt x="727057" y="806551"/>
                </a:lnTo>
                <a:lnTo>
                  <a:pt x="728517" y="807928"/>
                </a:lnTo>
                <a:lnTo>
                  <a:pt x="730706" y="818680"/>
                </a:lnTo>
                <a:lnTo>
                  <a:pt x="731436" y="818005"/>
                </a:lnTo>
                <a:lnTo>
                  <a:pt x="732166" y="805908"/>
                </a:lnTo>
                <a:lnTo>
                  <a:pt x="734356" y="808782"/>
                </a:lnTo>
                <a:lnTo>
                  <a:pt x="735816" y="815934"/>
                </a:lnTo>
                <a:lnTo>
                  <a:pt x="736546" y="813666"/>
                </a:lnTo>
                <a:lnTo>
                  <a:pt x="738006" y="807237"/>
                </a:lnTo>
                <a:lnTo>
                  <a:pt x="738736" y="810428"/>
                </a:lnTo>
                <a:lnTo>
                  <a:pt x="741656" y="813122"/>
                </a:lnTo>
                <a:lnTo>
                  <a:pt x="743846" y="811850"/>
                </a:lnTo>
                <a:lnTo>
                  <a:pt x="744576" y="812760"/>
                </a:lnTo>
                <a:lnTo>
                  <a:pt x="746766" y="815263"/>
                </a:lnTo>
                <a:lnTo>
                  <a:pt x="748226" y="809434"/>
                </a:lnTo>
                <a:lnTo>
                  <a:pt x="748956" y="813356"/>
                </a:lnTo>
                <a:lnTo>
                  <a:pt x="750416" y="818009"/>
                </a:lnTo>
                <a:lnTo>
                  <a:pt x="751146" y="811181"/>
                </a:lnTo>
                <a:lnTo>
                  <a:pt x="753336" y="796190"/>
                </a:lnTo>
                <a:lnTo>
                  <a:pt x="754066" y="800957"/>
                </a:lnTo>
                <a:lnTo>
                  <a:pt x="754796" y="814173"/>
                </a:lnTo>
                <a:lnTo>
                  <a:pt x="756986" y="806387"/>
                </a:lnTo>
                <a:lnTo>
                  <a:pt x="759175" y="799953"/>
                </a:lnTo>
                <a:lnTo>
                  <a:pt x="759905" y="802320"/>
                </a:lnTo>
                <a:lnTo>
                  <a:pt x="762825" y="816515"/>
                </a:lnTo>
                <a:lnTo>
                  <a:pt x="764285" y="798881"/>
                </a:lnTo>
                <a:lnTo>
                  <a:pt x="765745" y="802765"/>
                </a:lnTo>
                <a:lnTo>
                  <a:pt x="766475" y="807569"/>
                </a:lnTo>
                <a:lnTo>
                  <a:pt x="767205" y="802391"/>
                </a:lnTo>
                <a:lnTo>
                  <a:pt x="767935" y="806796"/>
                </a:lnTo>
                <a:lnTo>
                  <a:pt x="768665" y="799300"/>
                </a:lnTo>
                <a:lnTo>
                  <a:pt x="770125" y="807912"/>
                </a:lnTo>
                <a:lnTo>
                  <a:pt x="770855" y="813467"/>
                </a:lnTo>
                <a:lnTo>
                  <a:pt x="771585" y="795931"/>
                </a:lnTo>
                <a:lnTo>
                  <a:pt x="773045" y="818815"/>
                </a:lnTo>
                <a:lnTo>
                  <a:pt x="775235" y="798810"/>
                </a:lnTo>
                <a:lnTo>
                  <a:pt x="776695" y="806709"/>
                </a:lnTo>
                <a:lnTo>
                  <a:pt x="778155" y="807202"/>
                </a:lnTo>
                <a:lnTo>
                  <a:pt x="778885" y="802128"/>
                </a:lnTo>
                <a:lnTo>
                  <a:pt x="780345" y="812764"/>
                </a:lnTo>
                <a:lnTo>
                  <a:pt x="781075" y="792248"/>
                </a:lnTo>
                <a:lnTo>
                  <a:pt x="782535" y="802238"/>
                </a:lnTo>
                <a:lnTo>
                  <a:pt x="783995" y="820401"/>
                </a:lnTo>
                <a:lnTo>
                  <a:pt x="784725" y="817846"/>
                </a:lnTo>
                <a:lnTo>
                  <a:pt x="785455" y="803853"/>
                </a:lnTo>
                <a:lnTo>
                  <a:pt x="787644" y="805361"/>
                </a:lnTo>
                <a:lnTo>
                  <a:pt x="788374" y="803337"/>
                </a:lnTo>
                <a:lnTo>
                  <a:pt x="789834" y="801862"/>
                </a:lnTo>
                <a:lnTo>
                  <a:pt x="792024" y="813257"/>
                </a:lnTo>
                <a:lnTo>
                  <a:pt x="793484" y="799356"/>
                </a:lnTo>
                <a:lnTo>
                  <a:pt x="795674" y="801068"/>
                </a:lnTo>
                <a:lnTo>
                  <a:pt x="797864" y="807934"/>
                </a:lnTo>
                <a:lnTo>
                  <a:pt x="798594" y="804984"/>
                </a:lnTo>
                <a:lnTo>
                  <a:pt x="801514" y="780724"/>
                </a:lnTo>
                <a:lnTo>
                  <a:pt x="802974" y="819230"/>
                </a:lnTo>
                <a:lnTo>
                  <a:pt x="804434" y="793586"/>
                </a:lnTo>
                <a:lnTo>
                  <a:pt x="806624" y="811959"/>
                </a:lnTo>
                <a:lnTo>
                  <a:pt x="807354" y="800271"/>
                </a:lnTo>
                <a:lnTo>
                  <a:pt x="808814" y="797536"/>
                </a:lnTo>
                <a:lnTo>
                  <a:pt x="809544" y="801242"/>
                </a:lnTo>
                <a:lnTo>
                  <a:pt x="812464" y="829313"/>
                </a:lnTo>
                <a:lnTo>
                  <a:pt x="814654" y="803104"/>
                </a:lnTo>
                <a:lnTo>
                  <a:pt x="815384" y="805066"/>
                </a:lnTo>
                <a:lnTo>
                  <a:pt x="817573" y="823294"/>
                </a:lnTo>
                <a:lnTo>
                  <a:pt x="818303" y="822134"/>
                </a:lnTo>
                <a:lnTo>
                  <a:pt x="820493" y="811771"/>
                </a:lnTo>
                <a:lnTo>
                  <a:pt x="821223" y="815374"/>
                </a:lnTo>
                <a:lnTo>
                  <a:pt x="822683" y="810202"/>
                </a:lnTo>
                <a:lnTo>
                  <a:pt x="823413" y="802623"/>
                </a:lnTo>
                <a:lnTo>
                  <a:pt x="824143" y="810497"/>
                </a:lnTo>
                <a:lnTo>
                  <a:pt x="824873" y="825755"/>
                </a:lnTo>
                <a:lnTo>
                  <a:pt x="825603" y="814222"/>
                </a:lnTo>
                <a:lnTo>
                  <a:pt x="826333" y="795348"/>
                </a:lnTo>
                <a:lnTo>
                  <a:pt x="827063" y="809465"/>
                </a:lnTo>
                <a:lnTo>
                  <a:pt x="827793" y="834563"/>
                </a:lnTo>
                <a:lnTo>
                  <a:pt x="829253" y="822765"/>
                </a:lnTo>
                <a:lnTo>
                  <a:pt x="832903" y="783268"/>
                </a:lnTo>
                <a:lnTo>
                  <a:pt x="836553" y="805338"/>
                </a:lnTo>
                <a:lnTo>
                  <a:pt x="838013" y="798281"/>
                </a:lnTo>
                <a:lnTo>
                  <a:pt x="840203" y="770894"/>
                </a:lnTo>
                <a:lnTo>
                  <a:pt x="841663" y="791111"/>
                </a:lnTo>
                <a:lnTo>
                  <a:pt x="843123" y="806850"/>
                </a:lnTo>
                <a:lnTo>
                  <a:pt x="844583" y="802310"/>
                </a:lnTo>
                <a:lnTo>
                  <a:pt x="847502" y="788067"/>
                </a:lnTo>
                <a:lnTo>
                  <a:pt x="848232" y="792075"/>
                </a:lnTo>
                <a:lnTo>
                  <a:pt x="851882" y="804812"/>
                </a:lnTo>
                <a:lnTo>
                  <a:pt x="854072" y="794984"/>
                </a:lnTo>
                <a:lnTo>
                  <a:pt x="854802" y="800978"/>
                </a:lnTo>
                <a:lnTo>
                  <a:pt x="855532" y="800869"/>
                </a:lnTo>
                <a:lnTo>
                  <a:pt x="856992" y="806981"/>
                </a:lnTo>
                <a:lnTo>
                  <a:pt x="858452" y="803780"/>
                </a:lnTo>
                <a:lnTo>
                  <a:pt x="859912" y="799931"/>
                </a:lnTo>
                <a:lnTo>
                  <a:pt x="860642" y="803391"/>
                </a:lnTo>
                <a:lnTo>
                  <a:pt x="861372" y="807313"/>
                </a:lnTo>
                <a:lnTo>
                  <a:pt x="862832" y="805432"/>
                </a:lnTo>
                <a:lnTo>
                  <a:pt x="865022" y="800846"/>
                </a:lnTo>
                <a:lnTo>
                  <a:pt x="868672" y="815471"/>
                </a:lnTo>
                <a:lnTo>
                  <a:pt x="870132" y="805938"/>
                </a:lnTo>
                <a:lnTo>
                  <a:pt x="870862" y="808863"/>
                </a:lnTo>
                <a:lnTo>
                  <a:pt x="873052" y="830301"/>
                </a:lnTo>
                <a:lnTo>
                  <a:pt x="873782" y="825038"/>
                </a:lnTo>
                <a:lnTo>
                  <a:pt x="874511" y="815047"/>
                </a:lnTo>
                <a:lnTo>
                  <a:pt x="876701" y="820385"/>
                </a:lnTo>
                <a:lnTo>
                  <a:pt x="879621" y="825663"/>
                </a:lnTo>
                <a:lnTo>
                  <a:pt x="883271" y="810991"/>
                </a:lnTo>
                <a:lnTo>
                  <a:pt x="884001" y="813241"/>
                </a:lnTo>
                <a:lnTo>
                  <a:pt x="886921" y="834301"/>
                </a:lnTo>
                <a:lnTo>
                  <a:pt x="887651" y="822739"/>
                </a:lnTo>
                <a:lnTo>
                  <a:pt x="889111" y="835881"/>
                </a:lnTo>
                <a:lnTo>
                  <a:pt x="889841" y="838504"/>
                </a:lnTo>
                <a:lnTo>
                  <a:pt x="892761" y="825834"/>
                </a:lnTo>
                <a:lnTo>
                  <a:pt x="896411" y="839013"/>
                </a:lnTo>
                <a:lnTo>
                  <a:pt x="897871" y="836629"/>
                </a:lnTo>
                <a:lnTo>
                  <a:pt x="900061" y="851714"/>
                </a:lnTo>
                <a:lnTo>
                  <a:pt x="901521" y="837489"/>
                </a:lnTo>
                <a:lnTo>
                  <a:pt x="902251" y="838630"/>
                </a:lnTo>
                <a:lnTo>
                  <a:pt x="903710" y="861214"/>
                </a:lnTo>
                <a:lnTo>
                  <a:pt x="904440" y="853121"/>
                </a:lnTo>
                <a:lnTo>
                  <a:pt x="905170" y="842864"/>
                </a:lnTo>
                <a:lnTo>
                  <a:pt x="907360" y="846008"/>
                </a:lnTo>
                <a:lnTo>
                  <a:pt x="908820" y="861111"/>
                </a:lnTo>
                <a:lnTo>
                  <a:pt x="909550" y="855476"/>
                </a:lnTo>
                <a:lnTo>
                  <a:pt x="910280" y="848424"/>
                </a:lnTo>
                <a:lnTo>
                  <a:pt x="911740" y="850561"/>
                </a:lnTo>
                <a:lnTo>
                  <a:pt x="914660" y="857385"/>
                </a:lnTo>
                <a:lnTo>
                  <a:pt x="915390" y="851851"/>
                </a:lnTo>
                <a:lnTo>
                  <a:pt x="916850" y="856412"/>
                </a:lnTo>
                <a:lnTo>
                  <a:pt x="917580" y="858034"/>
                </a:lnTo>
                <a:lnTo>
                  <a:pt x="919040" y="855634"/>
                </a:lnTo>
                <a:lnTo>
                  <a:pt x="919770" y="856100"/>
                </a:lnTo>
                <a:lnTo>
                  <a:pt x="920500" y="854104"/>
                </a:lnTo>
                <a:lnTo>
                  <a:pt x="921230" y="852905"/>
                </a:lnTo>
                <a:lnTo>
                  <a:pt x="922690" y="859107"/>
                </a:lnTo>
                <a:lnTo>
                  <a:pt x="923420" y="852662"/>
                </a:lnTo>
                <a:lnTo>
                  <a:pt x="924150" y="848478"/>
                </a:lnTo>
                <a:lnTo>
                  <a:pt x="925610" y="851732"/>
                </a:lnTo>
                <a:lnTo>
                  <a:pt x="926340" y="851708"/>
                </a:lnTo>
                <a:lnTo>
                  <a:pt x="929990" y="872732"/>
                </a:lnTo>
                <a:lnTo>
                  <a:pt x="931450" y="861614"/>
                </a:lnTo>
                <a:lnTo>
                  <a:pt x="932179" y="872400"/>
                </a:lnTo>
                <a:lnTo>
                  <a:pt x="933639" y="887383"/>
                </a:lnTo>
                <a:lnTo>
                  <a:pt x="934369" y="872857"/>
                </a:lnTo>
                <a:lnTo>
                  <a:pt x="935099" y="866563"/>
                </a:lnTo>
                <a:lnTo>
                  <a:pt x="935829" y="875524"/>
                </a:lnTo>
                <a:lnTo>
                  <a:pt x="938019" y="883446"/>
                </a:lnTo>
                <a:lnTo>
                  <a:pt x="938749" y="878963"/>
                </a:lnTo>
                <a:lnTo>
                  <a:pt x="939479" y="878842"/>
                </a:lnTo>
                <a:lnTo>
                  <a:pt x="940209" y="883500"/>
                </a:lnTo>
                <a:lnTo>
                  <a:pt x="942399" y="883035"/>
                </a:lnTo>
                <a:lnTo>
                  <a:pt x="943129" y="883897"/>
                </a:lnTo>
                <a:lnTo>
                  <a:pt x="946779" y="900285"/>
                </a:lnTo>
                <a:lnTo>
                  <a:pt x="947509" y="897513"/>
                </a:lnTo>
                <a:lnTo>
                  <a:pt x="948239" y="895108"/>
                </a:lnTo>
                <a:lnTo>
                  <a:pt x="949699" y="899020"/>
                </a:lnTo>
                <a:lnTo>
                  <a:pt x="956269" y="912379"/>
                </a:lnTo>
                <a:lnTo>
                  <a:pt x="956999" y="911627"/>
                </a:lnTo>
                <a:lnTo>
                  <a:pt x="957729" y="907161"/>
                </a:lnTo>
                <a:lnTo>
                  <a:pt x="958459" y="916704"/>
                </a:lnTo>
                <a:lnTo>
                  <a:pt x="959919" y="925764"/>
                </a:lnTo>
                <a:lnTo>
                  <a:pt x="961378" y="921854"/>
                </a:lnTo>
                <a:lnTo>
                  <a:pt x="965028" y="942832"/>
                </a:lnTo>
                <a:lnTo>
                  <a:pt x="965758" y="936483"/>
                </a:lnTo>
                <a:lnTo>
                  <a:pt x="966488" y="930214"/>
                </a:lnTo>
                <a:lnTo>
                  <a:pt x="967218" y="945984"/>
                </a:lnTo>
                <a:lnTo>
                  <a:pt x="969408" y="945167"/>
                </a:lnTo>
                <a:lnTo>
                  <a:pt x="970138" y="935043"/>
                </a:lnTo>
                <a:lnTo>
                  <a:pt x="971598" y="945747"/>
                </a:lnTo>
                <a:lnTo>
                  <a:pt x="972328" y="944314"/>
                </a:lnTo>
                <a:lnTo>
                  <a:pt x="973058" y="931914"/>
                </a:lnTo>
                <a:lnTo>
                  <a:pt x="974518" y="937166"/>
                </a:lnTo>
                <a:lnTo>
                  <a:pt x="975248" y="941196"/>
                </a:lnTo>
                <a:lnTo>
                  <a:pt x="976708" y="937060"/>
                </a:lnTo>
                <a:lnTo>
                  <a:pt x="978898" y="941980"/>
                </a:lnTo>
                <a:lnTo>
                  <a:pt x="979628" y="935319"/>
                </a:lnTo>
                <a:lnTo>
                  <a:pt x="981818" y="939038"/>
                </a:lnTo>
                <a:lnTo>
                  <a:pt x="982548" y="942520"/>
                </a:lnTo>
                <a:lnTo>
                  <a:pt x="983278" y="937845"/>
                </a:lnTo>
                <a:lnTo>
                  <a:pt x="984008" y="935255"/>
                </a:lnTo>
                <a:lnTo>
                  <a:pt x="984738" y="942290"/>
                </a:lnTo>
                <a:lnTo>
                  <a:pt x="985468" y="942006"/>
                </a:lnTo>
                <a:lnTo>
                  <a:pt x="986198" y="930827"/>
                </a:lnTo>
                <a:lnTo>
                  <a:pt x="988388" y="935083"/>
                </a:lnTo>
                <a:lnTo>
                  <a:pt x="989118" y="937139"/>
                </a:lnTo>
                <a:lnTo>
                  <a:pt x="989847" y="929878"/>
                </a:lnTo>
                <a:lnTo>
                  <a:pt x="992037" y="933377"/>
                </a:lnTo>
                <a:lnTo>
                  <a:pt x="992767" y="934983"/>
                </a:lnTo>
                <a:lnTo>
                  <a:pt x="995687" y="928854"/>
                </a:lnTo>
                <a:lnTo>
                  <a:pt x="1000797" y="920968"/>
                </a:lnTo>
                <a:lnTo>
                  <a:pt x="1001527" y="904966"/>
                </a:lnTo>
                <a:lnTo>
                  <a:pt x="1003717" y="912707"/>
                </a:lnTo>
                <a:lnTo>
                  <a:pt x="1008097" y="895310"/>
                </a:lnTo>
                <a:lnTo>
                  <a:pt x="1009557" y="914393"/>
                </a:lnTo>
                <a:lnTo>
                  <a:pt x="1011017" y="905203"/>
                </a:lnTo>
                <a:lnTo>
                  <a:pt x="1014667" y="869020"/>
                </a:lnTo>
                <a:lnTo>
                  <a:pt x="1015397" y="870400"/>
                </a:lnTo>
                <a:lnTo>
                  <a:pt x="1017587" y="886623"/>
                </a:lnTo>
                <a:lnTo>
                  <a:pt x="1021966" y="843929"/>
                </a:lnTo>
                <a:lnTo>
                  <a:pt x="1026346" y="817591"/>
                </a:lnTo>
                <a:lnTo>
                  <a:pt x="1027806" y="835896"/>
                </a:lnTo>
                <a:lnTo>
                  <a:pt x="1029266" y="832149"/>
                </a:lnTo>
                <a:lnTo>
                  <a:pt x="1031456" y="810711"/>
                </a:lnTo>
                <a:lnTo>
                  <a:pt x="1032186" y="815735"/>
                </a:lnTo>
                <a:lnTo>
                  <a:pt x="1032916" y="837867"/>
                </a:lnTo>
                <a:lnTo>
                  <a:pt x="1034376" y="836929"/>
                </a:lnTo>
                <a:lnTo>
                  <a:pt x="1036567" y="814494"/>
                </a:lnTo>
                <a:lnTo>
                  <a:pt x="1037296" y="826388"/>
                </a:lnTo>
                <a:lnTo>
                  <a:pt x="1038756" y="820288"/>
                </a:lnTo>
                <a:lnTo>
                  <a:pt x="1039486" y="825711"/>
                </a:lnTo>
                <a:lnTo>
                  <a:pt x="1040216" y="824754"/>
                </a:lnTo>
                <a:lnTo>
                  <a:pt x="1042406" y="825910"/>
                </a:lnTo>
                <a:lnTo>
                  <a:pt x="1043866" y="810962"/>
                </a:lnTo>
                <a:lnTo>
                  <a:pt x="1048246" y="835501"/>
                </a:lnTo>
                <a:lnTo>
                  <a:pt x="1048976" y="815244"/>
                </a:lnTo>
                <a:lnTo>
                  <a:pt x="1051166" y="818305"/>
                </a:lnTo>
                <a:lnTo>
                  <a:pt x="1054816" y="769006"/>
                </a:lnTo>
                <a:lnTo>
                  <a:pt x="1055546" y="779558"/>
                </a:lnTo>
                <a:lnTo>
                  <a:pt x="1056276" y="806277"/>
                </a:lnTo>
                <a:lnTo>
                  <a:pt x="1058466" y="793256"/>
                </a:lnTo>
                <a:lnTo>
                  <a:pt x="1059926" y="789856"/>
                </a:lnTo>
                <a:lnTo>
                  <a:pt x="1060656" y="829244"/>
                </a:lnTo>
                <a:lnTo>
                  <a:pt x="1062116" y="773945"/>
                </a:lnTo>
                <a:lnTo>
                  <a:pt x="1064306" y="799224"/>
                </a:lnTo>
                <a:lnTo>
                  <a:pt x="1065036" y="779953"/>
                </a:lnTo>
                <a:lnTo>
                  <a:pt x="1067226" y="783771"/>
                </a:lnTo>
                <a:lnTo>
                  <a:pt x="1070145" y="843999"/>
                </a:lnTo>
                <a:lnTo>
                  <a:pt x="1071605" y="768355"/>
                </a:lnTo>
                <a:lnTo>
                  <a:pt x="1073065" y="803210"/>
                </a:lnTo>
                <a:lnTo>
                  <a:pt x="1073795" y="800038"/>
                </a:lnTo>
                <a:lnTo>
                  <a:pt x="1075255" y="819315"/>
                </a:lnTo>
                <a:lnTo>
                  <a:pt x="1076715" y="772906"/>
                </a:lnTo>
                <a:lnTo>
                  <a:pt x="1078175" y="793731"/>
                </a:lnTo>
                <a:lnTo>
                  <a:pt x="1081095" y="765139"/>
                </a:lnTo>
                <a:lnTo>
                  <a:pt x="1081825" y="768133"/>
                </a:lnTo>
                <a:lnTo>
                  <a:pt x="1082555" y="796024"/>
                </a:lnTo>
                <a:lnTo>
                  <a:pt x="1084015" y="778611"/>
                </a:lnTo>
                <a:lnTo>
                  <a:pt x="1084745" y="755533"/>
                </a:lnTo>
                <a:lnTo>
                  <a:pt x="1086935" y="765623"/>
                </a:lnTo>
                <a:lnTo>
                  <a:pt x="1087665" y="764769"/>
                </a:lnTo>
                <a:lnTo>
                  <a:pt x="1088395" y="771113"/>
                </a:lnTo>
                <a:lnTo>
                  <a:pt x="1089855" y="744685"/>
                </a:lnTo>
                <a:lnTo>
                  <a:pt x="1091315" y="748042"/>
                </a:lnTo>
                <a:lnTo>
                  <a:pt x="1092775" y="749986"/>
                </a:lnTo>
                <a:lnTo>
                  <a:pt x="1094235" y="728674"/>
                </a:lnTo>
                <a:lnTo>
                  <a:pt x="1094965" y="733014"/>
                </a:lnTo>
                <a:lnTo>
                  <a:pt x="1097884" y="772369"/>
                </a:lnTo>
                <a:lnTo>
                  <a:pt x="1098614" y="731269"/>
                </a:lnTo>
                <a:lnTo>
                  <a:pt x="1100074" y="758958"/>
                </a:lnTo>
                <a:lnTo>
                  <a:pt x="1102264" y="793539"/>
                </a:lnTo>
                <a:lnTo>
                  <a:pt x="1102994" y="777419"/>
                </a:lnTo>
                <a:lnTo>
                  <a:pt x="1105184" y="736681"/>
                </a:lnTo>
                <a:lnTo>
                  <a:pt x="1107374" y="803539"/>
                </a:lnTo>
                <a:lnTo>
                  <a:pt x="1108104" y="802933"/>
                </a:lnTo>
                <a:lnTo>
                  <a:pt x="1109564" y="740277"/>
                </a:lnTo>
                <a:lnTo>
                  <a:pt x="1110294" y="762481"/>
                </a:lnTo>
                <a:lnTo>
                  <a:pt x="1112484" y="828622"/>
                </a:lnTo>
                <a:lnTo>
                  <a:pt x="1113214" y="781494"/>
                </a:lnTo>
                <a:lnTo>
                  <a:pt x="1113944" y="789961"/>
                </a:lnTo>
                <a:lnTo>
                  <a:pt x="1115404" y="747694"/>
                </a:lnTo>
                <a:lnTo>
                  <a:pt x="1116134" y="787879"/>
                </a:lnTo>
                <a:lnTo>
                  <a:pt x="1118324" y="813307"/>
                </a:lnTo>
                <a:lnTo>
                  <a:pt x="1121974" y="745576"/>
                </a:lnTo>
                <a:lnTo>
                  <a:pt x="1122704" y="739488"/>
                </a:lnTo>
                <a:lnTo>
                  <a:pt x="1124164" y="813274"/>
                </a:lnTo>
                <a:lnTo>
                  <a:pt x="1124894" y="747569"/>
                </a:lnTo>
                <a:lnTo>
                  <a:pt x="1126353" y="744866"/>
                </a:lnTo>
                <a:lnTo>
                  <a:pt x="1127083" y="733702"/>
                </a:lnTo>
                <a:lnTo>
                  <a:pt x="1130003" y="835211"/>
                </a:lnTo>
                <a:lnTo>
                  <a:pt x="1130733" y="817046"/>
                </a:lnTo>
                <a:lnTo>
                  <a:pt x="1134383" y="728433"/>
                </a:lnTo>
                <a:lnTo>
                  <a:pt x="1136573" y="803197"/>
                </a:lnTo>
                <a:lnTo>
                  <a:pt x="1137303" y="755502"/>
                </a:lnTo>
                <a:lnTo>
                  <a:pt x="1139493" y="683554"/>
                </a:lnTo>
                <a:lnTo>
                  <a:pt x="1140223" y="683790"/>
                </a:lnTo>
                <a:lnTo>
                  <a:pt x="1143873" y="873082"/>
                </a:lnTo>
                <a:lnTo>
                  <a:pt x="1144603" y="826641"/>
                </a:lnTo>
                <a:lnTo>
                  <a:pt x="1146063" y="736326"/>
                </a:lnTo>
                <a:lnTo>
                  <a:pt x="1146793" y="752794"/>
                </a:lnTo>
                <a:lnTo>
                  <a:pt x="1147523" y="812145"/>
                </a:lnTo>
                <a:lnTo>
                  <a:pt x="1148983" y="779226"/>
                </a:lnTo>
                <a:lnTo>
                  <a:pt x="1150443" y="749548"/>
                </a:lnTo>
                <a:lnTo>
                  <a:pt x="1153363" y="809110"/>
                </a:lnTo>
                <a:lnTo>
                  <a:pt x="1156282" y="736847"/>
                </a:lnTo>
                <a:lnTo>
                  <a:pt x="1157012" y="796523"/>
                </a:lnTo>
                <a:lnTo>
                  <a:pt x="1159202" y="784865"/>
                </a:lnTo>
                <a:lnTo>
                  <a:pt x="1159932" y="756302"/>
                </a:lnTo>
                <a:lnTo>
                  <a:pt x="1161392" y="787123"/>
                </a:lnTo>
                <a:lnTo>
                  <a:pt x="1162122" y="771489"/>
                </a:lnTo>
                <a:lnTo>
                  <a:pt x="1163582" y="830156"/>
                </a:lnTo>
                <a:lnTo>
                  <a:pt x="1164312" y="815896"/>
                </a:lnTo>
                <a:lnTo>
                  <a:pt x="1165772" y="756032"/>
                </a:lnTo>
                <a:lnTo>
                  <a:pt x="1167232" y="757909"/>
                </a:lnTo>
                <a:lnTo>
                  <a:pt x="1167962" y="734681"/>
                </a:lnTo>
                <a:lnTo>
                  <a:pt x="1168692" y="783906"/>
                </a:lnTo>
                <a:lnTo>
                  <a:pt x="1170882" y="869643"/>
                </a:lnTo>
                <a:lnTo>
                  <a:pt x="1171612" y="727738"/>
                </a:lnTo>
                <a:lnTo>
                  <a:pt x="1173802" y="742940"/>
                </a:lnTo>
                <a:lnTo>
                  <a:pt x="1176722" y="818647"/>
                </a:lnTo>
                <a:lnTo>
                  <a:pt x="1177452" y="797450"/>
                </a:lnTo>
                <a:lnTo>
                  <a:pt x="1179642" y="750973"/>
                </a:lnTo>
                <a:lnTo>
                  <a:pt x="1180372" y="762069"/>
                </a:lnTo>
                <a:lnTo>
                  <a:pt x="1181832" y="761645"/>
                </a:lnTo>
                <a:lnTo>
                  <a:pt x="1184751" y="857704"/>
                </a:lnTo>
                <a:lnTo>
                  <a:pt x="1188401" y="727579"/>
                </a:lnTo>
                <a:lnTo>
                  <a:pt x="1189131" y="735057"/>
                </a:lnTo>
                <a:lnTo>
                  <a:pt x="1190591" y="831342"/>
                </a:lnTo>
                <a:lnTo>
                  <a:pt x="1192051" y="820118"/>
                </a:lnTo>
                <a:lnTo>
                  <a:pt x="1194241" y="749226"/>
                </a:lnTo>
                <a:lnTo>
                  <a:pt x="1194971" y="775947"/>
                </a:lnTo>
                <a:lnTo>
                  <a:pt x="1195701" y="820370"/>
                </a:lnTo>
                <a:lnTo>
                  <a:pt x="1197891" y="816579"/>
                </a:lnTo>
                <a:lnTo>
                  <a:pt x="1199351" y="762481"/>
                </a:lnTo>
                <a:lnTo>
                  <a:pt x="1200081" y="785378"/>
                </a:lnTo>
                <a:lnTo>
                  <a:pt x="1200811" y="809964"/>
                </a:lnTo>
                <a:lnTo>
                  <a:pt x="1201541" y="771378"/>
                </a:lnTo>
                <a:lnTo>
                  <a:pt x="1202271" y="773188"/>
                </a:lnTo>
                <a:lnTo>
                  <a:pt x="1203731" y="749091"/>
                </a:lnTo>
                <a:lnTo>
                  <a:pt x="1205191" y="801032"/>
                </a:lnTo>
                <a:lnTo>
                  <a:pt x="1206651" y="790422"/>
                </a:lnTo>
                <a:lnTo>
                  <a:pt x="1207381" y="756888"/>
                </a:lnTo>
                <a:lnTo>
                  <a:pt x="1208841" y="786031"/>
                </a:lnTo>
                <a:lnTo>
                  <a:pt x="1209571" y="784872"/>
                </a:lnTo>
                <a:lnTo>
                  <a:pt x="1210301" y="735900"/>
                </a:lnTo>
                <a:lnTo>
                  <a:pt x="1211761" y="767438"/>
                </a:lnTo>
                <a:lnTo>
                  <a:pt x="1213950" y="789194"/>
                </a:lnTo>
                <a:lnTo>
                  <a:pt x="1214680" y="775045"/>
                </a:lnTo>
                <a:lnTo>
                  <a:pt x="1216870" y="706704"/>
                </a:lnTo>
                <a:lnTo>
                  <a:pt x="1217600" y="760445"/>
                </a:lnTo>
                <a:lnTo>
                  <a:pt x="1218330" y="761845"/>
                </a:lnTo>
                <a:lnTo>
                  <a:pt x="1219060" y="778890"/>
                </a:lnTo>
                <a:lnTo>
                  <a:pt x="1220520" y="712519"/>
                </a:lnTo>
                <a:lnTo>
                  <a:pt x="1221250" y="782909"/>
                </a:lnTo>
                <a:lnTo>
                  <a:pt x="1221980" y="744658"/>
                </a:lnTo>
                <a:lnTo>
                  <a:pt x="1223440" y="696785"/>
                </a:lnTo>
                <a:lnTo>
                  <a:pt x="1224170" y="697578"/>
                </a:lnTo>
                <a:lnTo>
                  <a:pt x="1226360" y="791615"/>
                </a:lnTo>
                <a:lnTo>
                  <a:pt x="1227090" y="787233"/>
                </a:lnTo>
                <a:lnTo>
                  <a:pt x="1227820" y="696248"/>
                </a:lnTo>
                <a:lnTo>
                  <a:pt x="1230010" y="718560"/>
                </a:lnTo>
                <a:lnTo>
                  <a:pt x="1230740" y="723835"/>
                </a:lnTo>
                <a:lnTo>
                  <a:pt x="1232200" y="755056"/>
                </a:lnTo>
                <a:lnTo>
                  <a:pt x="1233660" y="753383"/>
                </a:lnTo>
                <a:lnTo>
                  <a:pt x="1234390" y="756050"/>
                </a:lnTo>
                <a:lnTo>
                  <a:pt x="1236580" y="658777"/>
                </a:lnTo>
                <a:lnTo>
                  <a:pt x="1237310" y="666296"/>
                </a:lnTo>
                <a:lnTo>
                  <a:pt x="1238770" y="768558"/>
                </a:lnTo>
                <a:lnTo>
                  <a:pt x="1240230" y="706522"/>
                </a:lnTo>
                <a:lnTo>
                  <a:pt x="1240960" y="668952"/>
                </a:lnTo>
                <a:lnTo>
                  <a:pt x="1241690" y="696556"/>
                </a:lnTo>
                <a:lnTo>
                  <a:pt x="1242419" y="754271"/>
                </a:lnTo>
                <a:lnTo>
                  <a:pt x="1243879" y="726872"/>
                </a:lnTo>
                <a:lnTo>
                  <a:pt x="1245339" y="728257"/>
                </a:lnTo>
                <a:lnTo>
                  <a:pt x="1247529" y="685818"/>
                </a:lnTo>
                <a:lnTo>
                  <a:pt x="1248989" y="721826"/>
                </a:lnTo>
                <a:lnTo>
                  <a:pt x="1250449" y="702314"/>
                </a:lnTo>
                <a:lnTo>
                  <a:pt x="1252639" y="677598"/>
                </a:lnTo>
                <a:lnTo>
                  <a:pt x="1253369" y="724005"/>
                </a:lnTo>
                <a:lnTo>
                  <a:pt x="1254829" y="681715"/>
                </a:lnTo>
                <a:lnTo>
                  <a:pt x="1255559" y="672191"/>
                </a:lnTo>
                <a:lnTo>
                  <a:pt x="1256289" y="691090"/>
                </a:lnTo>
                <a:lnTo>
                  <a:pt x="1257019" y="690726"/>
                </a:lnTo>
                <a:lnTo>
                  <a:pt x="1258479" y="695195"/>
                </a:lnTo>
                <a:lnTo>
                  <a:pt x="1259939" y="668279"/>
                </a:lnTo>
                <a:lnTo>
                  <a:pt x="1260669" y="687085"/>
                </a:lnTo>
                <a:lnTo>
                  <a:pt x="1262129" y="668093"/>
                </a:lnTo>
                <a:lnTo>
                  <a:pt x="1263589" y="700965"/>
                </a:lnTo>
                <a:lnTo>
                  <a:pt x="1265779" y="649778"/>
                </a:lnTo>
                <a:lnTo>
                  <a:pt x="1267239" y="671027"/>
                </a:lnTo>
                <a:lnTo>
                  <a:pt x="1267969" y="665087"/>
                </a:lnTo>
                <a:lnTo>
                  <a:pt x="1268699" y="673983"/>
                </a:lnTo>
                <a:lnTo>
                  <a:pt x="1269429" y="667954"/>
                </a:lnTo>
                <a:lnTo>
                  <a:pt x="1270159" y="688915"/>
                </a:lnTo>
                <a:lnTo>
                  <a:pt x="1270888" y="648984"/>
                </a:lnTo>
                <a:lnTo>
                  <a:pt x="1272348" y="590082"/>
                </a:lnTo>
                <a:lnTo>
                  <a:pt x="1274538" y="615663"/>
                </a:lnTo>
                <a:lnTo>
                  <a:pt x="1275998" y="668282"/>
                </a:lnTo>
                <a:lnTo>
                  <a:pt x="1277458" y="640377"/>
                </a:lnTo>
                <a:lnTo>
                  <a:pt x="1278918" y="593598"/>
                </a:lnTo>
                <a:lnTo>
                  <a:pt x="1280378" y="619097"/>
                </a:lnTo>
                <a:lnTo>
                  <a:pt x="1282568" y="640535"/>
                </a:lnTo>
                <a:lnTo>
                  <a:pt x="1284028" y="605606"/>
                </a:lnTo>
                <a:lnTo>
                  <a:pt x="1285488" y="619195"/>
                </a:lnTo>
                <a:lnTo>
                  <a:pt x="1287678" y="659558"/>
                </a:lnTo>
                <a:lnTo>
                  <a:pt x="1289138" y="599211"/>
                </a:lnTo>
                <a:lnTo>
                  <a:pt x="1290598" y="607135"/>
                </a:lnTo>
                <a:lnTo>
                  <a:pt x="1293518" y="634150"/>
                </a:lnTo>
                <a:lnTo>
                  <a:pt x="1296438" y="522536"/>
                </a:lnTo>
                <a:lnTo>
                  <a:pt x="1297168" y="583920"/>
                </a:lnTo>
                <a:lnTo>
                  <a:pt x="1298628" y="554538"/>
                </a:lnTo>
                <a:lnTo>
                  <a:pt x="1300087" y="578069"/>
                </a:lnTo>
                <a:lnTo>
                  <a:pt x="1301547" y="537215"/>
                </a:lnTo>
                <a:lnTo>
                  <a:pt x="1307387" y="634778"/>
                </a:lnTo>
                <a:lnTo>
                  <a:pt x="1303737" y="533078"/>
                </a:lnTo>
                <a:lnTo>
                  <a:pt x="1308117" y="617080"/>
                </a:lnTo>
                <a:lnTo>
                  <a:pt x="1309577" y="516481"/>
                </a:lnTo>
                <a:lnTo>
                  <a:pt x="1310307" y="537750"/>
                </a:lnTo>
                <a:lnTo>
                  <a:pt x="1311767" y="612110"/>
                </a:lnTo>
                <a:lnTo>
                  <a:pt x="1312497" y="569782"/>
                </a:lnTo>
                <a:lnTo>
                  <a:pt x="1314687" y="478599"/>
                </a:lnTo>
                <a:lnTo>
                  <a:pt x="1315417" y="531820"/>
                </a:lnTo>
                <a:lnTo>
                  <a:pt x="1318337" y="673898"/>
                </a:lnTo>
                <a:lnTo>
                  <a:pt x="1319067" y="627143"/>
                </a:lnTo>
                <a:lnTo>
                  <a:pt x="1321257" y="564689"/>
                </a:lnTo>
                <a:lnTo>
                  <a:pt x="1321987" y="663780"/>
                </a:lnTo>
                <a:lnTo>
                  <a:pt x="1323447" y="599402"/>
                </a:lnTo>
                <a:lnTo>
                  <a:pt x="1324177" y="601786"/>
                </a:lnTo>
                <a:lnTo>
                  <a:pt x="1326367" y="524260"/>
                </a:lnTo>
                <a:lnTo>
                  <a:pt x="1327097" y="525509"/>
                </a:lnTo>
                <a:lnTo>
                  <a:pt x="1330016" y="597421"/>
                </a:lnTo>
                <a:lnTo>
                  <a:pt x="1332206" y="545854"/>
                </a:lnTo>
                <a:lnTo>
                  <a:pt x="1333666" y="603378"/>
                </a:lnTo>
                <a:lnTo>
                  <a:pt x="1335126" y="593272"/>
                </a:lnTo>
                <a:lnTo>
                  <a:pt x="1336586" y="525230"/>
                </a:lnTo>
                <a:lnTo>
                  <a:pt x="1337316" y="555664"/>
                </a:lnTo>
                <a:lnTo>
                  <a:pt x="1338776" y="553634"/>
                </a:lnTo>
                <a:lnTo>
                  <a:pt x="1340236" y="638833"/>
                </a:lnTo>
                <a:lnTo>
                  <a:pt x="1341696" y="646002"/>
                </a:lnTo>
                <a:lnTo>
                  <a:pt x="1343156" y="564101"/>
                </a:lnTo>
                <a:lnTo>
                  <a:pt x="1343886" y="626225"/>
                </a:lnTo>
                <a:lnTo>
                  <a:pt x="1345346" y="614856"/>
                </a:lnTo>
                <a:lnTo>
                  <a:pt x="1348266" y="571448"/>
                </a:lnTo>
                <a:lnTo>
                  <a:pt x="1348996" y="580726"/>
                </a:lnTo>
                <a:lnTo>
                  <a:pt x="1349726" y="576899"/>
                </a:lnTo>
                <a:lnTo>
                  <a:pt x="1351186" y="554502"/>
                </a:lnTo>
                <a:lnTo>
                  <a:pt x="1352646" y="625941"/>
                </a:lnTo>
                <a:lnTo>
                  <a:pt x="1353376" y="576735"/>
                </a:lnTo>
                <a:lnTo>
                  <a:pt x="1354106" y="504601"/>
                </a:lnTo>
                <a:lnTo>
                  <a:pt x="1355566" y="599924"/>
                </a:lnTo>
                <a:lnTo>
                  <a:pt x="1356296" y="511253"/>
                </a:lnTo>
                <a:lnTo>
                  <a:pt x="1357755" y="533994"/>
                </a:lnTo>
                <a:lnTo>
                  <a:pt x="1359215" y="484107"/>
                </a:lnTo>
                <a:lnTo>
                  <a:pt x="1361405" y="632927"/>
                </a:lnTo>
                <a:lnTo>
                  <a:pt x="1362865" y="582571"/>
                </a:lnTo>
                <a:lnTo>
                  <a:pt x="1363595" y="475777"/>
                </a:lnTo>
                <a:lnTo>
                  <a:pt x="1365785" y="536084"/>
                </a:lnTo>
                <a:lnTo>
                  <a:pt x="1367245" y="567999"/>
                </a:lnTo>
                <a:lnTo>
                  <a:pt x="1367975" y="556555"/>
                </a:lnTo>
                <a:lnTo>
                  <a:pt x="1369435" y="470670"/>
                </a:lnTo>
                <a:lnTo>
                  <a:pt x="1370895" y="535009"/>
                </a:lnTo>
                <a:lnTo>
                  <a:pt x="1372355" y="553243"/>
                </a:lnTo>
                <a:lnTo>
                  <a:pt x="1373085" y="546865"/>
                </a:lnTo>
                <a:lnTo>
                  <a:pt x="1373815" y="503763"/>
                </a:lnTo>
                <a:lnTo>
                  <a:pt x="1374545" y="530234"/>
                </a:lnTo>
                <a:lnTo>
                  <a:pt x="1375275" y="586969"/>
                </a:lnTo>
                <a:lnTo>
                  <a:pt x="1376005" y="470693"/>
                </a:lnTo>
                <a:lnTo>
                  <a:pt x="1376735" y="508149"/>
                </a:lnTo>
                <a:lnTo>
                  <a:pt x="1378195" y="522575"/>
                </a:lnTo>
                <a:lnTo>
                  <a:pt x="1379655" y="488563"/>
                </a:lnTo>
                <a:lnTo>
                  <a:pt x="1380385" y="536368"/>
                </a:lnTo>
                <a:lnTo>
                  <a:pt x="1381115" y="448531"/>
                </a:lnTo>
                <a:lnTo>
                  <a:pt x="1381845" y="417703"/>
                </a:lnTo>
                <a:lnTo>
                  <a:pt x="1382575" y="460074"/>
                </a:lnTo>
                <a:lnTo>
                  <a:pt x="1385495" y="552527"/>
                </a:lnTo>
                <a:lnTo>
                  <a:pt x="1386954" y="430152"/>
                </a:lnTo>
                <a:lnTo>
                  <a:pt x="1387684" y="456317"/>
                </a:lnTo>
                <a:lnTo>
                  <a:pt x="1390604" y="665308"/>
                </a:lnTo>
                <a:lnTo>
                  <a:pt x="1393524" y="490033"/>
                </a:lnTo>
                <a:lnTo>
                  <a:pt x="1397174" y="630831"/>
                </a:lnTo>
                <a:lnTo>
                  <a:pt x="1400824" y="440001"/>
                </a:lnTo>
                <a:lnTo>
                  <a:pt x="1402284" y="537696"/>
                </a:lnTo>
                <a:lnTo>
                  <a:pt x="1403744" y="522096"/>
                </a:lnTo>
                <a:lnTo>
                  <a:pt x="1404474" y="635373"/>
                </a:lnTo>
                <a:lnTo>
                  <a:pt x="1405934" y="499270"/>
                </a:lnTo>
                <a:lnTo>
                  <a:pt x="1410314" y="610696"/>
                </a:lnTo>
                <a:lnTo>
                  <a:pt x="1411044" y="607943"/>
                </a:lnTo>
                <a:lnTo>
                  <a:pt x="1411774" y="546924"/>
                </a:lnTo>
                <a:lnTo>
                  <a:pt x="1413234" y="555323"/>
                </a:lnTo>
                <a:lnTo>
                  <a:pt x="1413964" y="633515"/>
                </a:lnTo>
                <a:lnTo>
                  <a:pt x="1415423" y="587775"/>
                </a:lnTo>
                <a:lnTo>
                  <a:pt x="1416883" y="496582"/>
                </a:lnTo>
                <a:lnTo>
                  <a:pt x="1417613" y="580124"/>
                </a:lnTo>
                <a:lnTo>
                  <a:pt x="1418343" y="586540"/>
                </a:lnTo>
                <a:lnTo>
                  <a:pt x="1419803" y="673559"/>
                </a:lnTo>
                <a:lnTo>
                  <a:pt x="1421993" y="637707"/>
                </a:lnTo>
                <a:lnTo>
                  <a:pt x="1423453" y="541623"/>
                </a:lnTo>
                <a:lnTo>
                  <a:pt x="1424183" y="544680"/>
                </a:lnTo>
                <a:lnTo>
                  <a:pt x="1425643" y="662761"/>
                </a:lnTo>
                <a:lnTo>
                  <a:pt x="1427103" y="647299"/>
                </a:lnTo>
                <a:lnTo>
                  <a:pt x="1432213" y="555140"/>
                </a:lnTo>
                <a:lnTo>
                  <a:pt x="1434403" y="630275"/>
                </a:lnTo>
                <a:lnTo>
                  <a:pt x="1435133" y="599581"/>
                </a:lnTo>
                <a:lnTo>
                  <a:pt x="1437323" y="550094"/>
                </a:lnTo>
                <a:lnTo>
                  <a:pt x="1438053" y="461764"/>
                </a:lnTo>
                <a:lnTo>
                  <a:pt x="1439513" y="574220"/>
                </a:lnTo>
                <a:lnTo>
                  <a:pt x="1440973" y="611527"/>
                </a:lnTo>
                <a:lnTo>
                  <a:pt x="1442433" y="640999"/>
                </a:lnTo>
                <a:lnTo>
                  <a:pt x="1443163" y="539791"/>
                </a:lnTo>
                <a:lnTo>
                  <a:pt x="1445352" y="597022"/>
                </a:lnTo>
                <a:lnTo>
                  <a:pt x="1446082" y="649112"/>
                </a:lnTo>
                <a:lnTo>
                  <a:pt x="1447542" y="571095"/>
                </a:lnTo>
                <a:lnTo>
                  <a:pt x="1449002" y="508224"/>
                </a:lnTo>
                <a:lnTo>
                  <a:pt x="1450462" y="532080"/>
                </a:lnTo>
                <a:lnTo>
                  <a:pt x="1453382" y="659752"/>
                </a:lnTo>
                <a:lnTo>
                  <a:pt x="1454842" y="514259"/>
                </a:lnTo>
                <a:lnTo>
                  <a:pt x="1456302" y="528256"/>
                </a:lnTo>
                <a:lnTo>
                  <a:pt x="1459222" y="725476"/>
                </a:lnTo>
                <a:lnTo>
                  <a:pt x="1459952" y="684958"/>
                </a:lnTo>
                <a:lnTo>
                  <a:pt x="1461412" y="550449"/>
                </a:lnTo>
                <a:lnTo>
                  <a:pt x="1462872" y="622856"/>
                </a:lnTo>
                <a:lnTo>
                  <a:pt x="1463602" y="617907"/>
                </a:lnTo>
                <a:lnTo>
                  <a:pt x="1465792" y="561511"/>
                </a:lnTo>
                <a:lnTo>
                  <a:pt x="1468712" y="686431"/>
                </a:lnTo>
                <a:lnTo>
                  <a:pt x="1470172" y="571772"/>
                </a:lnTo>
                <a:lnTo>
                  <a:pt x="1471632" y="607198"/>
                </a:lnTo>
                <a:lnTo>
                  <a:pt x="1472362" y="572093"/>
                </a:lnTo>
                <a:lnTo>
                  <a:pt x="1473091" y="611643"/>
                </a:lnTo>
                <a:lnTo>
                  <a:pt x="1473822" y="647459"/>
                </a:lnTo>
                <a:lnTo>
                  <a:pt x="1474552" y="599770"/>
                </a:lnTo>
                <a:lnTo>
                  <a:pt x="1475281" y="586157"/>
                </a:lnTo>
                <a:lnTo>
                  <a:pt x="1476011" y="638495"/>
                </a:lnTo>
                <a:lnTo>
                  <a:pt x="1477472" y="596867"/>
                </a:lnTo>
                <a:lnTo>
                  <a:pt x="1478202" y="581336"/>
                </a:lnTo>
                <a:lnTo>
                  <a:pt x="1478931" y="622295"/>
                </a:lnTo>
                <a:lnTo>
                  <a:pt x="1480392" y="588368"/>
                </a:lnTo>
                <a:lnTo>
                  <a:pt x="1481122" y="572939"/>
                </a:lnTo>
                <a:lnTo>
                  <a:pt x="1481852" y="605156"/>
                </a:lnTo>
                <a:lnTo>
                  <a:pt x="1482581" y="595634"/>
                </a:lnTo>
                <a:lnTo>
                  <a:pt x="1483312" y="591072"/>
                </a:lnTo>
                <a:lnTo>
                  <a:pt x="1484042" y="591763"/>
                </a:lnTo>
                <a:lnTo>
                  <a:pt x="1486962" y="562190"/>
                </a:lnTo>
                <a:lnTo>
                  <a:pt x="1487692" y="561777"/>
                </a:lnTo>
                <a:lnTo>
                  <a:pt x="1489152" y="659350"/>
                </a:lnTo>
                <a:lnTo>
                  <a:pt x="1490612" y="633018"/>
                </a:lnTo>
                <a:lnTo>
                  <a:pt x="1491342" y="644563"/>
                </a:lnTo>
                <a:lnTo>
                  <a:pt x="1492072" y="538379"/>
                </a:lnTo>
                <a:lnTo>
                  <a:pt x="1494261" y="564700"/>
                </a:lnTo>
                <a:lnTo>
                  <a:pt x="1495721" y="541245"/>
                </a:lnTo>
                <a:lnTo>
                  <a:pt x="1496451" y="567340"/>
                </a:lnTo>
                <a:lnTo>
                  <a:pt x="1498641" y="618871"/>
                </a:lnTo>
                <a:lnTo>
                  <a:pt x="1502291" y="502274"/>
                </a:lnTo>
                <a:lnTo>
                  <a:pt x="1505211" y="575579"/>
                </a:lnTo>
                <a:lnTo>
                  <a:pt x="1508131" y="406766"/>
                </a:lnTo>
                <a:lnTo>
                  <a:pt x="1508861" y="436828"/>
                </a:lnTo>
                <a:lnTo>
                  <a:pt x="1510321" y="581668"/>
                </a:lnTo>
                <a:lnTo>
                  <a:pt x="1511781" y="514519"/>
                </a:lnTo>
                <a:lnTo>
                  <a:pt x="1516891" y="375275"/>
                </a:lnTo>
                <a:lnTo>
                  <a:pt x="1519081" y="469937"/>
                </a:lnTo>
                <a:lnTo>
                  <a:pt x="1519811" y="421636"/>
                </a:lnTo>
                <a:lnTo>
                  <a:pt x="1523460" y="346027"/>
                </a:lnTo>
                <a:lnTo>
                  <a:pt x="1526380" y="391248"/>
                </a:lnTo>
                <a:lnTo>
                  <a:pt x="1527840" y="325355"/>
                </a:lnTo>
                <a:lnTo>
                  <a:pt x="1529300" y="367397"/>
                </a:lnTo>
                <a:lnTo>
                  <a:pt x="1530030" y="362156"/>
                </a:lnTo>
                <a:lnTo>
                  <a:pt x="1533680" y="283336"/>
                </a:lnTo>
                <a:lnTo>
                  <a:pt x="1534410" y="279672"/>
                </a:lnTo>
                <a:lnTo>
                  <a:pt x="1536600" y="340667"/>
                </a:lnTo>
                <a:lnTo>
                  <a:pt x="1537330" y="297694"/>
                </a:lnTo>
                <a:lnTo>
                  <a:pt x="1540250" y="238990"/>
                </a:lnTo>
                <a:lnTo>
                  <a:pt x="1540980" y="282413"/>
                </a:lnTo>
                <a:lnTo>
                  <a:pt x="1542440" y="276690"/>
                </a:lnTo>
                <a:lnTo>
                  <a:pt x="1545360" y="203218"/>
                </a:lnTo>
                <a:lnTo>
                  <a:pt x="1546090" y="222239"/>
                </a:lnTo>
                <a:lnTo>
                  <a:pt x="1546820" y="242822"/>
                </a:lnTo>
                <a:lnTo>
                  <a:pt x="1548280" y="219508"/>
                </a:lnTo>
                <a:lnTo>
                  <a:pt x="1549010" y="210902"/>
                </a:lnTo>
                <a:lnTo>
                  <a:pt x="1550470" y="145002"/>
                </a:lnTo>
                <a:lnTo>
                  <a:pt x="1551200" y="168579"/>
                </a:lnTo>
                <a:lnTo>
                  <a:pt x="1553389" y="222932"/>
                </a:lnTo>
                <a:lnTo>
                  <a:pt x="1552659" y="154304"/>
                </a:lnTo>
                <a:lnTo>
                  <a:pt x="1554119" y="189367"/>
                </a:lnTo>
                <a:lnTo>
                  <a:pt x="1555579" y="121590"/>
                </a:lnTo>
                <a:lnTo>
                  <a:pt x="1557039" y="141903"/>
                </a:lnTo>
                <a:lnTo>
                  <a:pt x="1558499" y="116552"/>
                </a:lnTo>
                <a:lnTo>
                  <a:pt x="1559959" y="0"/>
                </a:lnTo>
                <a:lnTo>
                  <a:pt x="1560689" y="78506"/>
                </a:lnTo>
                <a:lnTo>
                  <a:pt x="1561419" y="96341"/>
                </a:lnTo>
                <a:lnTo>
                  <a:pt x="1562149" y="33894"/>
                </a:lnTo>
                <a:lnTo>
                  <a:pt x="1562879" y="120752"/>
                </a:lnTo>
                <a:lnTo>
                  <a:pt x="1563609" y="99831"/>
                </a:lnTo>
                <a:lnTo>
                  <a:pt x="1564339" y="206874"/>
                </a:lnTo>
                <a:lnTo>
                  <a:pt x="1565069" y="98248"/>
                </a:lnTo>
                <a:lnTo>
                  <a:pt x="1565799" y="17654"/>
                </a:lnTo>
                <a:lnTo>
                  <a:pt x="1567259" y="80195"/>
                </a:lnTo>
                <a:lnTo>
                  <a:pt x="1570909" y="238438"/>
                </a:lnTo>
                <a:lnTo>
                  <a:pt x="1571639" y="175234"/>
                </a:lnTo>
                <a:lnTo>
                  <a:pt x="1572369" y="106164"/>
                </a:lnTo>
                <a:lnTo>
                  <a:pt x="1573829" y="170483"/>
                </a:lnTo>
                <a:lnTo>
                  <a:pt x="1576749" y="346361"/>
                </a:lnTo>
                <a:lnTo>
                  <a:pt x="1578209" y="144447"/>
                </a:lnTo>
                <a:lnTo>
                  <a:pt x="1578939" y="231976"/>
                </a:lnTo>
                <a:lnTo>
                  <a:pt x="1581128" y="522086"/>
                </a:lnTo>
                <a:lnTo>
                  <a:pt x="1582588" y="209650"/>
                </a:lnTo>
                <a:lnTo>
                  <a:pt x="1584048" y="305025"/>
                </a:lnTo>
                <a:lnTo>
                  <a:pt x="1585508" y="431187"/>
                </a:lnTo>
                <a:lnTo>
                  <a:pt x="1586238" y="331372"/>
                </a:lnTo>
                <a:lnTo>
                  <a:pt x="1587698" y="172384"/>
                </a:lnTo>
                <a:lnTo>
                  <a:pt x="1588428" y="294806"/>
                </a:lnTo>
                <a:lnTo>
                  <a:pt x="1589158" y="341334"/>
                </a:lnTo>
                <a:lnTo>
                  <a:pt x="1589888" y="207602"/>
                </a:lnTo>
                <a:lnTo>
                  <a:pt x="1591348" y="326447"/>
                </a:lnTo>
                <a:lnTo>
                  <a:pt x="1592808" y="579093"/>
                </a:lnTo>
                <a:lnTo>
                  <a:pt x="1593538" y="485480"/>
                </a:lnTo>
                <a:lnTo>
                  <a:pt x="1594998" y="320750"/>
                </a:lnTo>
                <a:lnTo>
                  <a:pt x="1597188" y="357390"/>
                </a:lnTo>
                <a:lnTo>
                  <a:pt x="1599378" y="356701"/>
                </a:lnTo>
                <a:lnTo>
                  <a:pt x="1600838" y="561311"/>
                </a:lnTo>
                <a:lnTo>
                  <a:pt x="1603758" y="482855"/>
                </a:lnTo>
                <a:lnTo>
                  <a:pt x="1604488" y="498928"/>
                </a:lnTo>
                <a:lnTo>
                  <a:pt x="1605218" y="489548"/>
                </a:lnTo>
                <a:lnTo>
                  <a:pt x="1605948" y="440313"/>
                </a:lnTo>
                <a:lnTo>
                  <a:pt x="1607408" y="481832"/>
                </a:lnTo>
                <a:lnTo>
                  <a:pt x="1608138" y="482807"/>
                </a:lnTo>
                <a:lnTo>
                  <a:pt x="1610327" y="494504"/>
                </a:lnTo>
                <a:lnTo>
                  <a:pt x="1611057" y="490047"/>
                </a:lnTo>
                <a:lnTo>
                  <a:pt x="1611787" y="482724"/>
                </a:lnTo>
                <a:lnTo>
                  <a:pt x="1612517" y="495913"/>
                </a:lnTo>
                <a:lnTo>
                  <a:pt x="1613247" y="496343"/>
                </a:lnTo>
                <a:lnTo>
                  <a:pt x="1613977" y="490909"/>
                </a:lnTo>
                <a:lnTo>
                  <a:pt x="1618357" y="603927"/>
                </a:lnTo>
                <a:lnTo>
                  <a:pt x="1619087" y="584130"/>
                </a:lnTo>
                <a:lnTo>
                  <a:pt x="1620547" y="589586"/>
                </a:lnTo>
                <a:lnTo>
                  <a:pt x="1622007" y="546803"/>
                </a:lnTo>
                <a:lnTo>
                  <a:pt x="1622737" y="573693"/>
                </a:lnTo>
                <a:lnTo>
                  <a:pt x="1624197" y="549914"/>
                </a:lnTo>
                <a:lnTo>
                  <a:pt x="1630767" y="495047"/>
                </a:lnTo>
                <a:lnTo>
                  <a:pt x="1631497" y="504627"/>
                </a:lnTo>
                <a:lnTo>
                  <a:pt x="1632227" y="516134"/>
                </a:lnTo>
                <a:lnTo>
                  <a:pt x="1632957" y="471441"/>
                </a:lnTo>
                <a:lnTo>
                  <a:pt x="1634417" y="490566"/>
                </a:lnTo>
                <a:lnTo>
                  <a:pt x="1635147" y="498692"/>
                </a:lnTo>
                <a:lnTo>
                  <a:pt x="1635877" y="484240"/>
                </a:lnTo>
                <a:lnTo>
                  <a:pt x="1636607" y="465066"/>
                </a:lnTo>
                <a:lnTo>
                  <a:pt x="1637337" y="498994"/>
                </a:lnTo>
                <a:lnTo>
                  <a:pt x="1638067" y="482068"/>
                </a:lnTo>
                <a:lnTo>
                  <a:pt x="1638796" y="488159"/>
                </a:lnTo>
                <a:lnTo>
                  <a:pt x="1639526" y="477662"/>
                </a:lnTo>
                <a:lnTo>
                  <a:pt x="1640986" y="426806"/>
                </a:lnTo>
                <a:lnTo>
                  <a:pt x="1642446" y="465691"/>
                </a:lnTo>
                <a:lnTo>
                  <a:pt x="1643906" y="495213"/>
                </a:lnTo>
                <a:lnTo>
                  <a:pt x="1645366" y="482516"/>
                </a:lnTo>
                <a:lnTo>
                  <a:pt x="1647556" y="403465"/>
                </a:lnTo>
                <a:lnTo>
                  <a:pt x="1648286" y="426967"/>
                </a:lnTo>
                <a:lnTo>
                  <a:pt x="1651206" y="500717"/>
                </a:lnTo>
                <a:lnTo>
                  <a:pt x="1653396" y="401316"/>
                </a:lnTo>
                <a:lnTo>
                  <a:pt x="1655586" y="429159"/>
                </a:lnTo>
                <a:lnTo>
                  <a:pt x="1656316" y="424125"/>
                </a:lnTo>
                <a:lnTo>
                  <a:pt x="1657046" y="431347"/>
                </a:lnTo>
                <a:lnTo>
                  <a:pt x="1658506" y="462006"/>
                </a:lnTo>
                <a:lnTo>
                  <a:pt x="1660696" y="404429"/>
                </a:lnTo>
                <a:lnTo>
                  <a:pt x="1661426" y="429169"/>
                </a:lnTo>
                <a:lnTo>
                  <a:pt x="1663616" y="486503"/>
                </a:lnTo>
                <a:lnTo>
                  <a:pt x="1664346" y="474993"/>
                </a:lnTo>
                <a:lnTo>
                  <a:pt x="1665806" y="385958"/>
                </a:lnTo>
                <a:lnTo>
                  <a:pt x="1666536" y="460730"/>
                </a:lnTo>
                <a:lnTo>
                  <a:pt x="1667265" y="469442"/>
                </a:lnTo>
                <a:lnTo>
                  <a:pt x="1667995" y="434852"/>
                </a:lnTo>
                <a:lnTo>
                  <a:pt x="1668725" y="447707"/>
                </a:lnTo>
                <a:lnTo>
                  <a:pt x="1669455" y="492171"/>
                </a:lnTo>
                <a:lnTo>
                  <a:pt x="1670915" y="431694"/>
                </a:lnTo>
                <a:lnTo>
                  <a:pt x="1672375" y="416984"/>
                </a:lnTo>
                <a:lnTo>
                  <a:pt x="1674565" y="464385"/>
                </a:lnTo>
                <a:lnTo>
                  <a:pt x="1675295" y="434973"/>
                </a:lnTo>
                <a:lnTo>
                  <a:pt x="1676025" y="425296"/>
                </a:lnTo>
                <a:lnTo>
                  <a:pt x="1676755" y="466161"/>
                </a:lnTo>
                <a:lnTo>
                  <a:pt x="1678215" y="437621"/>
                </a:lnTo>
                <a:lnTo>
                  <a:pt x="1679675" y="420168"/>
                </a:lnTo>
                <a:lnTo>
                  <a:pt x="1680405" y="436918"/>
                </a:lnTo>
                <a:lnTo>
                  <a:pt x="1681865" y="462237"/>
                </a:lnTo>
                <a:lnTo>
                  <a:pt x="1682595" y="415026"/>
                </a:lnTo>
                <a:lnTo>
                  <a:pt x="1683325" y="464776"/>
                </a:lnTo>
                <a:lnTo>
                  <a:pt x="1684055" y="441742"/>
                </a:lnTo>
                <a:lnTo>
                  <a:pt x="1685515" y="452168"/>
                </a:lnTo>
                <a:lnTo>
                  <a:pt x="1686245" y="420047"/>
                </a:lnTo>
                <a:lnTo>
                  <a:pt x="1687705" y="430535"/>
                </a:lnTo>
                <a:lnTo>
                  <a:pt x="1689165" y="477196"/>
                </a:lnTo>
                <a:lnTo>
                  <a:pt x="1692085" y="406263"/>
                </a:lnTo>
                <a:lnTo>
                  <a:pt x="1696464" y="483509"/>
                </a:lnTo>
                <a:lnTo>
                  <a:pt x="1697194" y="465597"/>
                </a:lnTo>
                <a:lnTo>
                  <a:pt x="1698654" y="429811"/>
                </a:lnTo>
                <a:lnTo>
                  <a:pt x="1700114" y="449116"/>
                </a:lnTo>
                <a:lnTo>
                  <a:pt x="1701574" y="472406"/>
                </a:lnTo>
                <a:lnTo>
                  <a:pt x="1702304" y="466618"/>
                </a:lnTo>
                <a:lnTo>
                  <a:pt x="1705954" y="436594"/>
                </a:lnTo>
                <a:lnTo>
                  <a:pt x="1708874" y="487880"/>
                </a:lnTo>
                <a:lnTo>
                  <a:pt x="1710334" y="408021"/>
                </a:lnTo>
                <a:lnTo>
                  <a:pt x="1711794" y="438428"/>
                </a:lnTo>
                <a:lnTo>
                  <a:pt x="1715444" y="486644"/>
                </a:lnTo>
                <a:lnTo>
                  <a:pt x="1716174" y="487944"/>
                </a:lnTo>
                <a:lnTo>
                  <a:pt x="1716904" y="454885"/>
                </a:lnTo>
                <a:lnTo>
                  <a:pt x="1718364" y="504798"/>
                </a:lnTo>
                <a:lnTo>
                  <a:pt x="1719094" y="462485"/>
                </a:lnTo>
                <a:lnTo>
                  <a:pt x="1719824" y="490489"/>
                </a:lnTo>
                <a:lnTo>
                  <a:pt x="1722014" y="475757"/>
                </a:lnTo>
                <a:lnTo>
                  <a:pt x="1722744" y="471297"/>
                </a:lnTo>
                <a:lnTo>
                  <a:pt x="1723474" y="501031"/>
                </a:lnTo>
                <a:lnTo>
                  <a:pt x="1724933" y="475840"/>
                </a:lnTo>
                <a:lnTo>
                  <a:pt x="1725663" y="448389"/>
                </a:lnTo>
                <a:lnTo>
                  <a:pt x="1727123" y="492197"/>
                </a:lnTo>
                <a:lnTo>
                  <a:pt x="1727853" y="502989"/>
                </a:lnTo>
                <a:lnTo>
                  <a:pt x="1728583" y="489936"/>
                </a:lnTo>
                <a:lnTo>
                  <a:pt x="1730773" y="475529"/>
                </a:lnTo>
                <a:lnTo>
                  <a:pt x="1735883" y="562850"/>
                </a:lnTo>
                <a:lnTo>
                  <a:pt x="1732963" y="467984"/>
                </a:lnTo>
                <a:lnTo>
                  <a:pt x="1736613" y="550229"/>
                </a:lnTo>
                <a:lnTo>
                  <a:pt x="1738803" y="492189"/>
                </a:lnTo>
                <a:lnTo>
                  <a:pt x="1739533" y="555380"/>
                </a:lnTo>
                <a:lnTo>
                  <a:pt x="1741723" y="527792"/>
                </a:lnTo>
                <a:lnTo>
                  <a:pt x="1745373" y="494668"/>
                </a:lnTo>
                <a:lnTo>
                  <a:pt x="1746833" y="563351"/>
                </a:lnTo>
                <a:lnTo>
                  <a:pt x="1748293" y="557052"/>
                </a:lnTo>
                <a:lnTo>
                  <a:pt x="1749753" y="525110"/>
                </a:lnTo>
                <a:lnTo>
                  <a:pt x="1752673" y="617517"/>
                </a:lnTo>
                <a:lnTo>
                  <a:pt x="1753403" y="539817"/>
                </a:lnTo>
                <a:lnTo>
                  <a:pt x="1754862" y="541557"/>
                </a:lnTo>
                <a:lnTo>
                  <a:pt x="1756322" y="539769"/>
                </a:lnTo>
                <a:lnTo>
                  <a:pt x="1757052" y="594004"/>
                </a:lnTo>
                <a:lnTo>
                  <a:pt x="1758512" y="548707"/>
                </a:lnTo>
                <a:lnTo>
                  <a:pt x="1759972" y="558864"/>
                </a:lnTo>
                <a:lnTo>
                  <a:pt x="1761432" y="549697"/>
                </a:lnTo>
                <a:lnTo>
                  <a:pt x="1764352" y="640662"/>
                </a:lnTo>
                <a:lnTo>
                  <a:pt x="1765812" y="559629"/>
                </a:lnTo>
                <a:lnTo>
                  <a:pt x="1767272" y="574914"/>
                </a:lnTo>
                <a:lnTo>
                  <a:pt x="1770922" y="556032"/>
                </a:lnTo>
                <a:lnTo>
                  <a:pt x="1774572" y="641814"/>
                </a:lnTo>
                <a:lnTo>
                  <a:pt x="1776032" y="584812"/>
                </a:lnTo>
                <a:lnTo>
                  <a:pt x="1776762" y="588891"/>
                </a:lnTo>
                <a:lnTo>
                  <a:pt x="1778222" y="644340"/>
                </a:lnTo>
                <a:lnTo>
                  <a:pt x="1779682" y="614480"/>
                </a:lnTo>
                <a:lnTo>
                  <a:pt x="1780412" y="544449"/>
                </a:lnTo>
                <a:lnTo>
                  <a:pt x="1781872" y="633596"/>
                </a:lnTo>
                <a:lnTo>
                  <a:pt x="1783331" y="647175"/>
                </a:lnTo>
                <a:lnTo>
                  <a:pt x="1785521" y="604990"/>
                </a:lnTo>
                <a:lnTo>
                  <a:pt x="1786251" y="623843"/>
                </a:lnTo>
                <a:lnTo>
                  <a:pt x="1786981" y="611780"/>
                </a:lnTo>
                <a:lnTo>
                  <a:pt x="1789901" y="549607"/>
                </a:lnTo>
                <a:lnTo>
                  <a:pt x="1792091" y="634035"/>
                </a:lnTo>
                <a:lnTo>
                  <a:pt x="1792821" y="575940"/>
                </a:lnTo>
                <a:lnTo>
                  <a:pt x="1793551" y="555687"/>
                </a:lnTo>
                <a:lnTo>
                  <a:pt x="1794281" y="605249"/>
                </a:lnTo>
                <a:lnTo>
                  <a:pt x="1795011" y="646069"/>
                </a:lnTo>
                <a:lnTo>
                  <a:pt x="1795741" y="596355"/>
                </a:lnTo>
                <a:lnTo>
                  <a:pt x="1796471" y="547732"/>
                </a:lnTo>
                <a:lnTo>
                  <a:pt x="1797931" y="613322"/>
                </a:lnTo>
                <a:lnTo>
                  <a:pt x="1799391" y="654717"/>
                </a:lnTo>
                <a:lnTo>
                  <a:pt x="1800121" y="621378"/>
                </a:lnTo>
                <a:lnTo>
                  <a:pt x="1800851" y="576915"/>
                </a:lnTo>
                <a:lnTo>
                  <a:pt x="1801581" y="646669"/>
                </a:lnTo>
                <a:lnTo>
                  <a:pt x="1802311" y="640160"/>
                </a:lnTo>
                <a:lnTo>
                  <a:pt x="1804501" y="581558"/>
                </a:lnTo>
                <a:lnTo>
                  <a:pt x="1805231" y="644271"/>
                </a:lnTo>
                <a:lnTo>
                  <a:pt x="1806691" y="579192"/>
                </a:lnTo>
                <a:lnTo>
                  <a:pt x="1807421" y="565596"/>
                </a:lnTo>
                <a:lnTo>
                  <a:pt x="1808151" y="648206"/>
                </a:lnTo>
                <a:lnTo>
                  <a:pt x="1809611" y="595811"/>
                </a:lnTo>
                <a:lnTo>
                  <a:pt x="1810341" y="556467"/>
                </a:lnTo>
                <a:lnTo>
                  <a:pt x="1811071" y="612217"/>
                </a:lnTo>
                <a:lnTo>
                  <a:pt x="1811800" y="631800"/>
                </a:lnTo>
                <a:lnTo>
                  <a:pt x="1812530" y="571204"/>
                </a:lnTo>
                <a:lnTo>
                  <a:pt x="1813990" y="628858"/>
                </a:lnTo>
                <a:lnTo>
                  <a:pt x="1814720" y="679077"/>
                </a:lnTo>
                <a:lnTo>
                  <a:pt x="1816180" y="616420"/>
                </a:lnTo>
                <a:lnTo>
                  <a:pt x="1816910" y="571345"/>
                </a:lnTo>
                <a:lnTo>
                  <a:pt x="1819100" y="580991"/>
                </a:lnTo>
                <a:lnTo>
                  <a:pt x="1819830" y="564492"/>
                </a:lnTo>
                <a:lnTo>
                  <a:pt x="1821290" y="589279"/>
                </a:lnTo>
                <a:lnTo>
                  <a:pt x="1822020" y="640405"/>
                </a:lnTo>
                <a:lnTo>
                  <a:pt x="1823480" y="574218"/>
                </a:lnTo>
                <a:lnTo>
                  <a:pt x="1824210" y="558952"/>
                </a:lnTo>
                <a:lnTo>
                  <a:pt x="1824940" y="569714"/>
                </a:lnTo>
                <a:lnTo>
                  <a:pt x="1827860" y="679706"/>
                </a:lnTo>
                <a:lnTo>
                  <a:pt x="1829320" y="551870"/>
                </a:lnTo>
                <a:lnTo>
                  <a:pt x="1830780" y="633406"/>
                </a:lnTo>
                <a:lnTo>
                  <a:pt x="1834430" y="568110"/>
                </a:lnTo>
                <a:lnTo>
                  <a:pt x="1835160" y="595279"/>
                </a:lnTo>
                <a:lnTo>
                  <a:pt x="1838810" y="673616"/>
                </a:lnTo>
                <a:lnTo>
                  <a:pt x="1840999" y="556164"/>
                </a:lnTo>
                <a:lnTo>
                  <a:pt x="1841729" y="672247"/>
                </a:lnTo>
                <a:lnTo>
                  <a:pt x="1843919" y="648056"/>
                </a:lnTo>
                <a:lnTo>
                  <a:pt x="1844649" y="681393"/>
                </a:lnTo>
                <a:lnTo>
                  <a:pt x="1845379" y="646752"/>
                </a:lnTo>
                <a:lnTo>
                  <a:pt x="1846839" y="525005"/>
                </a:lnTo>
                <a:lnTo>
                  <a:pt x="1848299" y="558471"/>
                </a:lnTo>
                <a:lnTo>
                  <a:pt x="1849029" y="635161"/>
                </a:lnTo>
                <a:lnTo>
                  <a:pt x="1850489" y="605931"/>
                </a:lnTo>
                <a:lnTo>
                  <a:pt x="1852679" y="563694"/>
                </a:lnTo>
                <a:lnTo>
                  <a:pt x="1855599" y="650928"/>
                </a:lnTo>
                <a:lnTo>
                  <a:pt x="1856329" y="558555"/>
                </a:lnTo>
                <a:lnTo>
                  <a:pt x="1858519" y="576396"/>
                </a:lnTo>
                <a:lnTo>
                  <a:pt x="1859249" y="639974"/>
                </a:lnTo>
                <a:lnTo>
                  <a:pt x="1860709" y="581939"/>
                </a:lnTo>
                <a:lnTo>
                  <a:pt x="1861439" y="560222"/>
                </a:lnTo>
                <a:lnTo>
                  <a:pt x="1862169" y="580272"/>
                </a:lnTo>
                <a:lnTo>
                  <a:pt x="1864359" y="667520"/>
                </a:lnTo>
                <a:lnTo>
                  <a:pt x="1865089" y="597839"/>
                </a:lnTo>
                <a:lnTo>
                  <a:pt x="1867279" y="581982"/>
                </a:lnTo>
                <a:lnTo>
                  <a:pt x="1870198" y="730251"/>
                </a:lnTo>
                <a:lnTo>
                  <a:pt x="1870928" y="593047"/>
                </a:lnTo>
                <a:lnTo>
                  <a:pt x="1873118" y="649799"/>
                </a:lnTo>
                <a:lnTo>
                  <a:pt x="1873848" y="597040"/>
                </a:lnTo>
                <a:lnTo>
                  <a:pt x="1875308" y="601268"/>
                </a:lnTo>
                <a:lnTo>
                  <a:pt x="1877498" y="835829"/>
                </a:lnTo>
                <a:lnTo>
                  <a:pt x="1878228" y="550790"/>
                </a:lnTo>
                <a:lnTo>
                  <a:pt x="1879688" y="796248"/>
                </a:lnTo>
                <a:lnTo>
                  <a:pt x="1881148" y="657745"/>
                </a:lnTo>
                <a:lnTo>
                  <a:pt x="1882608" y="745817"/>
                </a:lnTo>
                <a:lnTo>
                  <a:pt x="1883338" y="740630"/>
                </a:lnTo>
                <a:lnTo>
                  <a:pt x="1884068" y="647374"/>
                </a:lnTo>
                <a:lnTo>
                  <a:pt x="1885528" y="713281"/>
                </a:lnTo>
                <a:lnTo>
                  <a:pt x="1886258" y="716093"/>
                </a:lnTo>
                <a:lnTo>
                  <a:pt x="1886988" y="668184"/>
                </a:lnTo>
                <a:lnTo>
                  <a:pt x="1888448" y="696185"/>
                </a:lnTo>
                <a:lnTo>
                  <a:pt x="1889178" y="711933"/>
                </a:lnTo>
                <a:lnTo>
                  <a:pt x="1889908" y="686767"/>
                </a:lnTo>
                <a:lnTo>
                  <a:pt x="1890638" y="684471"/>
                </a:lnTo>
                <a:lnTo>
                  <a:pt x="1891368" y="668792"/>
                </a:lnTo>
                <a:lnTo>
                  <a:pt x="1892098" y="674155"/>
                </a:lnTo>
                <a:lnTo>
                  <a:pt x="1892828" y="695063"/>
                </a:lnTo>
                <a:lnTo>
                  <a:pt x="1894288" y="661585"/>
                </a:lnTo>
                <a:lnTo>
                  <a:pt x="1895018" y="658414"/>
                </a:lnTo>
                <a:lnTo>
                  <a:pt x="1895748" y="755960"/>
                </a:lnTo>
                <a:lnTo>
                  <a:pt x="1897208" y="686410"/>
                </a:lnTo>
                <a:lnTo>
                  <a:pt x="1900127" y="635482"/>
                </a:lnTo>
                <a:lnTo>
                  <a:pt x="1901587" y="749505"/>
                </a:lnTo>
                <a:lnTo>
                  <a:pt x="1903777" y="718558"/>
                </a:lnTo>
                <a:lnTo>
                  <a:pt x="1905968" y="624178"/>
                </a:lnTo>
                <a:lnTo>
                  <a:pt x="1906697" y="732703"/>
                </a:lnTo>
                <a:lnTo>
                  <a:pt x="1908157" y="677585"/>
                </a:lnTo>
                <a:lnTo>
                  <a:pt x="1908888" y="619863"/>
                </a:lnTo>
                <a:lnTo>
                  <a:pt x="1909618" y="679836"/>
                </a:lnTo>
                <a:lnTo>
                  <a:pt x="1910347" y="721091"/>
                </a:lnTo>
                <a:lnTo>
                  <a:pt x="1911077" y="666516"/>
                </a:lnTo>
                <a:lnTo>
                  <a:pt x="1911808" y="613249"/>
                </a:lnTo>
                <a:lnTo>
                  <a:pt x="1913997" y="621943"/>
                </a:lnTo>
                <a:lnTo>
                  <a:pt x="1916188" y="606802"/>
                </a:lnTo>
                <a:lnTo>
                  <a:pt x="1915458" y="625448"/>
                </a:lnTo>
                <a:lnTo>
                  <a:pt x="1916918" y="612785"/>
                </a:lnTo>
                <a:lnTo>
                  <a:pt x="1917648" y="616077"/>
                </a:lnTo>
                <a:lnTo>
                  <a:pt x="1919108" y="741202"/>
                </a:lnTo>
                <a:lnTo>
                  <a:pt x="1919837" y="658540"/>
                </a:lnTo>
                <a:lnTo>
                  <a:pt x="1921297" y="603589"/>
                </a:lnTo>
                <a:lnTo>
                  <a:pt x="1923487" y="688159"/>
                </a:lnTo>
                <a:lnTo>
                  <a:pt x="1924217" y="685750"/>
                </a:lnTo>
                <a:lnTo>
                  <a:pt x="1924947" y="630155"/>
                </a:lnTo>
                <a:lnTo>
                  <a:pt x="1926407" y="647827"/>
                </a:lnTo>
                <a:lnTo>
                  <a:pt x="1927137" y="666794"/>
                </a:lnTo>
                <a:lnTo>
                  <a:pt x="1927867" y="585229"/>
                </a:lnTo>
                <a:lnTo>
                  <a:pt x="1928597" y="681335"/>
                </a:lnTo>
                <a:lnTo>
                  <a:pt x="1929327" y="724055"/>
                </a:lnTo>
                <a:lnTo>
                  <a:pt x="1930057" y="674781"/>
                </a:lnTo>
                <a:lnTo>
                  <a:pt x="1933707" y="605089"/>
                </a:lnTo>
                <a:lnTo>
                  <a:pt x="1934437" y="582797"/>
                </a:lnTo>
                <a:lnTo>
                  <a:pt x="1935167" y="681445"/>
                </a:lnTo>
                <a:lnTo>
                  <a:pt x="1937357" y="662465"/>
                </a:lnTo>
                <a:lnTo>
                  <a:pt x="1938817" y="695027"/>
                </a:lnTo>
                <a:lnTo>
                  <a:pt x="1939547" y="662854"/>
                </a:lnTo>
                <a:lnTo>
                  <a:pt x="1940277" y="542622"/>
                </a:lnTo>
                <a:lnTo>
                  <a:pt x="1941737" y="701644"/>
                </a:lnTo>
                <a:lnTo>
                  <a:pt x="1943197" y="746506"/>
                </a:lnTo>
                <a:lnTo>
                  <a:pt x="1945387" y="533462"/>
                </a:lnTo>
                <a:lnTo>
                  <a:pt x="1947577" y="571766"/>
                </a:lnTo>
                <a:lnTo>
                  <a:pt x="1949036" y="565080"/>
                </a:lnTo>
                <a:lnTo>
                  <a:pt x="1951226" y="634703"/>
                </a:lnTo>
                <a:lnTo>
                  <a:pt x="1952686" y="536660"/>
                </a:lnTo>
                <a:lnTo>
                  <a:pt x="1953416" y="638405"/>
                </a:lnTo>
                <a:lnTo>
                  <a:pt x="1954146" y="654194"/>
                </a:lnTo>
                <a:lnTo>
                  <a:pt x="1954876" y="590152"/>
                </a:lnTo>
                <a:lnTo>
                  <a:pt x="1957066" y="601618"/>
                </a:lnTo>
                <a:lnTo>
                  <a:pt x="1957796" y="648396"/>
                </a:lnTo>
                <a:lnTo>
                  <a:pt x="1958526" y="580999"/>
                </a:lnTo>
                <a:lnTo>
                  <a:pt x="1959256" y="522638"/>
                </a:lnTo>
                <a:lnTo>
                  <a:pt x="1959986" y="628555"/>
                </a:lnTo>
                <a:lnTo>
                  <a:pt x="1960716" y="652050"/>
                </a:lnTo>
                <a:lnTo>
                  <a:pt x="1961446" y="631766"/>
                </a:lnTo>
                <a:lnTo>
                  <a:pt x="1963636" y="540783"/>
                </a:lnTo>
                <a:lnTo>
                  <a:pt x="1965096" y="636270"/>
                </a:lnTo>
                <a:lnTo>
                  <a:pt x="1966556" y="626466"/>
                </a:lnTo>
                <a:lnTo>
                  <a:pt x="1967286" y="622469"/>
                </a:lnTo>
                <a:lnTo>
                  <a:pt x="1968016" y="624322"/>
                </a:lnTo>
                <a:lnTo>
                  <a:pt x="1968746" y="572152"/>
                </a:lnTo>
                <a:lnTo>
                  <a:pt x="1970206" y="645298"/>
                </a:lnTo>
                <a:lnTo>
                  <a:pt x="1973856" y="564790"/>
                </a:lnTo>
                <a:lnTo>
                  <a:pt x="1974586" y="666137"/>
                </a:lnTo>
                <a:lnTo>
                  <a:pt x="1976776" y="635793"/>
                </a:lnTo>
                <a:lnTo>
                  <a:pt x="1977505" y="660094"/>
                </a:lnTo>
                <a:lnTo>
                  <a:pt x="1980425" y="565300"/>
                </a:lnTo>
                <a:lnTo>
                  <a:pt x="1981885" y="698495"/>
                </a:lnTo>
                <a:lnTo>
                  <a:pt x="1982615" y="644839"/>
                </a:lnTo>
                <a:lnTo>
                  <a:pt x="1983345" y="581781"/>
                </a:lnTo>
                <a:lnTo>
                  <a:pt x="1985535" y="603544"/>
                </a:lnTo>
                <a:lnTo>
                  <a:pt x="1986265" y="561383"/>
                </a:lnTo>
                <a:lnTo>
                  <a:pt x="1986995" y="596011"/>
                </a:lnTo>
                <a:lnTo>
                  <a:pt x="1988455" y="761139"/>
                </a:lnTo>
                <a:lnTo>
                  <a:pt x="1989185" y="656414"/>
                </a:lnTo>
                <a:lnTo>
                  <a:pt x="1991375" y="560295"/>
                </a:lnTo>
                <a:lnTo>
                  <a:pt x="1992105" y="671095"/>
                </a:lnTo>
                <a:lnTo>
                  <a:pt x="1993565" y="610597"/>
                </a:lnTo>
                <a:lnTo>
                  <a:pt x="1994295" y="576242"/>
                </a:lnTo>
                <a:lnTo>
                  <a:pt x="1997215" y="703732"/>
                </a:lnTo>
                <a:lnTo>
                  <a:pt x="1998675" y="563222"/>
                </a:lnTo>
                <a:lnTo>
                  <a:pt x="1999405" y="632013"/>
                </a:lnTo>
                <a:lnTo>
                  <a:pt x="2000135" y="685475"/>
                </a:lnTo>
                <a:lnTo>
                  <a:pt x="2000865" y="589833"/>
                </a:lnTo>
                <a:lnTo>
                  <a:pt x="2001595" y="650583"/>
                </a:lnTo>
                <a:lnTo>
                  <a:pt x="2002325" y="620555"/>
                </a:lnTo>
                <a:lnTo>
                  <a:pt x="2003055" y="669098"/>
                </a:lnTo>
                <a:lnTo>
                  <a:pt x="2003785" y="638776"/>
                </a:lnTo>
                <a:lnTo>
                  <a:pt x="2005245" y="686492"/>
                </a:lnTo>
                <a:lnTo>
                  <a:pt x="2005974" y="583065"/>
                </a:lnTo>
                <a:lnTo>
                  <a:pt x="2007434" y="688678"/>
                </a:lnTo>
                <a:lnTo>
                  <a:pt x="2008894" y="578379"/>
                </a:lnTo>
                <a:lnTo>
                  <a:pt x="2009624" y="665954"/>
                </a:lnTo>
                <a:lnTo>
                  <a:pt x="2010354" y="680618"/>
                </a:lnTo>
                <a:lnTo>
                  <a:pt x="2011084" y="657683"/>
                </a:lnTo>
                <a:lnTo>
                  <a:pt x="2011814" y="650052"/>
                </a:lnTo>
                <a:lnTo>
                  <a:pt x="2012544" y="612240"/>
                </a:lnTo>
                <a:lnTo>
                  <a:pt x="2014004" y="670894"/>
                </a:lnTo>
                <a:lnTo>
                  <a:pt x="2014734" y="627651"/>
                </a:lnTo>
                <a:lnTo>
                  <a:pt x="2015464" y="626054"/>
                </a:lnTo>
                <a:lnTo>
                  <a:pt x="2016194" y="651781"/>
                </a:lnTo>
                <a:lnTo>
                  <a:pt x="2016924" y="599052"/>
                </a:lnTo>
                <a:lnTo>
                  <a:pt x="2017654" y="605416"/>
                </a:lnTo>
                <a:lnTo>
                  <a:pt x="2018384" y="589957"/>
                </a:lnTo>
                <a:lnTo>
                  <a:pt x="2019114" y="685336"/>
                </a:lnTo>
                <a:lnTo>
                  <a:pt x="2021304" y="638965"/>
                </a:lnTo>
                <a:lnTo>
                  <a:pt x="2022764" y="693301"/>
                </a:lnTo>
                <a:lnTo>
                  <a:pt x="2023494" y="636189"/>
                </a:lnTo>
                <a:lnTo>
                  <a:pt x="2024224" y="672917"/>
                </a:lnTo>
                <a:lnTo>
                  <a:pt x="2024954" y="613932"/>
                </a:lnTo>
                <a:lnTo>
                  <a:pt x="2027144" y="614621"/>
                </a:lnTo>
                <a:lnTo>
                  <a:pt x="2028604" y="603734"/>
                </a:lnTo>
                <a:lnTo>
                  <a:pt x="2030794" y="713430"/>
                </a:lnTo>
                <a:lnTo>
                  <a:pt x="2032254" y="600711"/>
                </a:lnTo>
                <a:lnTo>
                  <a:pt x="2032984" y="671438"/>
                </a:lnTo>
                <a:lnTo>
                  <a:pt x="2033714" y="725432"/>
                </a:lnTo>
                <a:lnTo>
                  <a:pt x="2034444" y="631247"/>
                </a:lnTo>
                <a:lnTo>
                  <a:pt x="2035173" y="687056"/>
                </a:lnTo>
                <a:lnTo>
                  <a:pt x="2035903" y="679822"/>
                </a:lnTo>
                <a:lnTo>
                  <a:pt x="2036633" y="634459"/>
                </a:lnTo>
                <a:lnTo>
                  <a:pt x="2037363" y="690195"/>
                </a:lnTo>
                <a:lnTo>
                  <a:pt x="2038093" y="668879"/>
                </a:lnTo>
                <a:lnTo>
                  <a:pt x="2039553" y="653454"/>
                </a:lnTo>
                <a:lnTo>
                  <a:pt x="2040283" y="698633"/>
                </a:lnTo>
                <a:lnTo>
                  <a:pt x="2042473" y="621773"/>
                </a:lnTo>
                <a:lnTo>
                  <a:pt x="2043203" y="627337"/>
                </a:lnTo>
                <a:lnTo>
                  <a:pt x="2043933" y="635894"/>
                </a:lnTo>
                <a:lnTo>
                  <a:pt x="2044663" y="691470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path 144"/>
          <p:cNvSpPr/>
          <p:nvPr/>
        </p:nvSpPr>
        <p:spPr>
          <a:xfrm>
            <a:off x="6893373" y="3479575"/>
            <a:ext cx="2044663" cy="485264"/>
          </a:xfrm>
          <a:custGeom>
            <a:avLst/>
            <a:gdLst/>
            <a:ahLst/>
            <a:cxnLst/>
            <a:rect l="l" t="t" r="r" b="b"/>
            <a:pathLst>
              <a:path w="2044663" h="485264">
                <a:moveTo>
                  <a:pt x="0" y="240598"/>
                </a:moveTo>
                <a:lnTo>
                  <a:pt x="5110" y="240592"/>
                </a:lnTo>
                <a:lnTo>
                  <a:pt x="5840" y="236505"/>
                </a:lnTo>
                <a:lnTo>
                  <a:pt x="6570" y="243280"/>
                </a:lnTo>
                <a:lnTo>
                  <a:pt x="7300" y="239471"/>
                </a:lnTo>
                <a:lnTo>
                  <a:pt x="8760" y="242195"/>
                </a:lnTo>
                <a:lnTo>
                  <a:pt x="10220" y="241085"/>
                </a:lnTo>
                <a:lnTo>
                  <a:pt x="15330" y="243814"/>
                </a:lnTo>
                <a:lnTo>
                  <a:pt x="16060" y="240706"/>
                </a:lnTo>
                <a:lnTo>
                  <a:pt x="17520" y="245879"/>
                </a:lnTo>
                <a:lnTo>
                  <a:pt x="18980" y="246003"/>
                </a:lnTo>
                <a:lnTo>
                  <a:pt x="19710" y="247195"/>
                </a:lnTo>
                <a:lnTo>
                  <a:pt x="20440" y="248948"/>
                </a:lnTo>
                <a:lnTo>
                  <a:pt x="21170" y="246042"/>
                </a:lnTo>
                <a:lnTo>
                  <a:pt x="22630" y="247484"/>
                </a:lnTo>
                <a:lnTo>
                  <a:pt x="23360" y="245687"/>
                </a:lnTo>
                <a:lnTo>
                  <a:pt x="24089" y="248776"/>
                </a:lnTo>
                <a:lnTo>
                  <a:pt x="27009" y="249328"/>
                </a:lnTo>
                <a:lnTo>
                  <a:pt x="28469" y="251804"/>
                </a:lnTo>
                <a:lnTo>
                  <a:pt x="29199" y="247525"/>
                </a:lnTo>
                <a:lnTo>
                  <a:pt x="32119" y="252993"/>
                </a:lnTo>
                <a:lnTo>
                  <a:pt x="34309" y="247574"/>
                </a:lnTo>
                <a:lnTo>
                  <a:pt x="35769" y="251672"/>
                </a:lnTo>
                <a:lnTo>
                  <a:pt x="36499" y="259840"/>
                </a:lnTo>
                <a:lnTo>
                  <a:pt x="37959" y="250228"/>
                </a:lnTo>
                <a:lnTo>
                  <a:pt x="38689" y="250652"/>
                </a:lnTo>
                <a:lnTo>
                  <a:pt x="39419" y="256488"/>
                </a:lnTo>
                <a:lnTo>
                  <a:pt x="41609" y="253178"/>
                </a:lnTo>
                <a:lnTo>
                  <a:pt x="44529" y="254820"/>
                </a:lnTo>
                <a:lnTo>
                  <a:pt x="45989" y="253078"/>
                </a:lnTo>
                <a:lnTo>
                  <a:pt x="46719" y="250363"/>
                </a:lnTo>
                <a:lnTo>
                  <a:pt x="47449" y="254290"/>
                </a:lnTo>
                <a:lnTo>
                  <a:pt x="48909" y="252247"/>
                </a:lnTo>
                <a:lnTo>
                  <a:pt x="50369" y="257579"/>
                </a:lnTo>
                <a:lnTo>
                  <a:pt x="51829" y="254361"/>
                </a:lnTo>
                <a:lnTo>
                  <a:pt x="52558" y="255130"/>
                </a:lnTo>
                <a:lnTo>
                  <a:pt x="55478" y="263269"/>
                </a:lnTo>
                <a:lnTo>
                  <a:pt x="59128" y="253981"/>
                </a:lnTo>
                <a:lnTo>
                  <a:pt x="62778" y="260831"/>
                </a:lnTo>
                <a:lnTo>
                  <a:pt x="65698" y="256217"/>
                </a:lnTo>
                <a:lnTo>
                  <a:pt x="68618" y="263490"/>
                </a:lnTo>
                <a:lnTo>
                  <a:pt x="69348" y="260287"/>
                </a:lnTo>
                <a:lnTo>
                  <a:pt x="70808" y="261700"/>
                </a:lnTo>
                <a:lnTo>
                  <a:pt x="71538" y="257469"/>
                </a:lnTo>
                <a:lnTo>
                  <a:pt x="72268" y="262151"/>
                </a:lnTo>
                <a:lnTo>
                  <a:pt x="72998" y="264919"/>
                </a:lnTo>
                <a:lnTo>
                  <a:pt x="73728" y="257432"/>
                </a:lnTo>
                <a:lnTo>
                  <a:pt x="75188" y="263874"/>
                </a:lnTo>
                <a:lnTo>
                  <a:pt x="75918" y="260427"/>
                </a:lnTo>
                <a:lnTo>
                  <a:pt x="77378" y="264146"/>
                </a:lnTo>
                <a:lnTo>
                  <a:pt x="78108" y="266776"/>
                </a:lnTo>
                <a:lnTo>
                  <a:pt x="78838" y="264338"/>
                </a:lnTo>
                <a:lnTo>
                  <a:pt x="80298" y="261017"/>
                </a:lnTo>
                <a:lnTo>
                  <a:pt x="81757" y="261888"/>
                </a:lnTo>
                <a:lnTo>
                  <a:pt x="85407" y="271432"/>
                </a:lnTo>
                <a:lnTo>
                  <a:pt x="86867" y="258344"/>
                </a:lnTo>
                <a:lnTo>
                  <a:pt x="88327" y="266670"/>
                </a:lnTo>
                <a:lnTo>
                  <a:pt x="91247" y="264804"/>
                </a:lnTo>
                <a:lnTo>
                  <a:pt x="94167" y="269041"/>
                </a:lnTo>
                <a:lnTo>
                  <a:pt x="97817" y="260420"/>
                </a:lnTo>
                <a:lnTo>
                  <a:pt x="98547" y="268618"/>
                </a:lnTo>
                <a:lnTo>
                  <a:pt x="100737" y="263951"/>
                </a:lnTo>
                <a:lnTo>
                  <a:pt x="102927" y="268767"/>
                </a:lnTo>
                <a:lnTo>
                  <a:pt x="105847" y="264366"/>
                </a:lnTo>
                <a:lnTo>
                  <a:pt x="106577" y="266754"/>
                </a:lnTo>
                <a:lnTo>
                  <a:pt x="107307" y="262475"/>
                </a:lnTo>
                <a:lnTo>
                  <a:pt x="108767" y="265973"/>
                </a:lnTo>
                <a:lnTo>
                  <a:pt x="110956" y="268644"/>
                </a:lnTo>
                <a:lnTo>
                  <a:pt x="111686" y="270346"/>
                </a:lnTo>
                <a:lnTo>
                  <a:pt x="112416" y="265889"/>
                </a:lnTo>
                <a:lnTo>
                  <a:pt x="114606" y="267429"/>
                </a:lnTo>
                <a:lnTo>
                  <a:pt x="115336" y="263862"/>
                </a:lnTo>
                <a:lnTo>
                  <a:pt x="116066" y="271136"/>
                </a:lnTo>
                <a:lnTo>
                  <a:pt x="116796" y="265383"/>
                </a:lnTo>
                <a:lnTo>
                  <a:pt x="118256" y="274612"/>
                </a:lnTo>
                <a:lnTo>
                  <a:pt x="118986" y="269370"/>
                </a:lnTo>
                <a:lnTo>
                  <a:pt x="120446" y="265125"/>
                </a:lnTo>
                <a:lnTo>
                  <a:pt x="121176" y="271678"/>
                </a:lnTo>
                <a:lnTo>
                  <a:pt x="123366" y="267617"/>
                </a:lnTo>
                <a:lnTo>
                  <a:pt x="124096" y="269453"/>
                </a:lnTo>
                <a:lnTo>
                  <a:pt x="124826" y="270453"/>
                </a:lnTo>
                <a:lnTo>
                  <a:pt x="125556" y="265943"/>
                </a:lnTo>
                <a:lnTo>
                  <a:pt x="126286" y="271041"/>
                </a:lnTo>
                <a:lnTo>
                  <a:pt x="127746" y="268342"/>
                </a:lnTo>
                <a:lnTo>
                  <a:pt x="129206" y="270676"/>
                </a:lnTo>
                <a:lnTo>
                  <a:pt x="130666" y="269171"/>
                </a:lnTo>
                <a:lnTo>
                  <a:pt x="131396" y="268209"/>
                </a:lnTo>
                <a:lnTo>
                  <a:pt x="132856" y="270292"/>
                </a:lnTo>
                <a:lnTo>
                  <a:pt x="134316" y="275066"/>
                </a:lnTo>
                <a:lnTo>
                  <a:pt x="135046" y="267568"/>
                </a:lnTo>
                <a:lnTo>
                  <a:pt x="136506" y="273189"/>
                </a:lnTo>
                <a:lnTo>
                  <a:pt x="139425" y="272819"/>
                </a:lnTo>
                <a:lnTo>
                  <a:pt x="140885" y="279866"/>
                </a:lnTo>
                <a:lnTo>
                  <a:pt x="141615" y="275573"/>
                </a:lnTo>
                <a:lnTo>
                  <a:pt x="145265" y="269658"/>
                </a:lnTo>
                <a:lnTo>
                  <a:pt x="146725" y="275448"/>
                </a:lnTo>
                <a:lnTo>
                  <a:pt x="148185" y="273796"/>
                </a:lnTo>
                <a:lnTo>
                  <a:pt x="148915" y="273399"/>
                </a:lnTo>
                <a:lnTo>
                  <a:pt x="149645" y="275547"/>
                </a:lnTo>
                <a:lnTo>
                  <a:pt x="150375" y="276950"/>
                </a:lnTo>
                <a:lnTo>
                  <a:pt x="151105" y="275602"/>
                </a:lnTo>
                <a:lnTo>
                  <a:pt x="154755" y="272460"/>
                </a:lnTo>
                <a:lnTo>
                  <a:pt x="156945" y="279009"/>
                </a:lnTo>
                <a:lnTo>
                  <a:pt x="158405" y="276019"/>
                </a:lnTo>
                <a:lnTo>
                  <a:pt x="160595" y="273724"/>
                </a:lnTo>
                <a:lnTo>
                  <a:pt x="162055" y="280907"/>
                </a:lnTo>
                <a:lnTo>
                  <a:pt x="162785" y="272784"/>
                </a:lnTo>
                <a:lnTo>
                  <a:pt x="163515" y="272437"/>
                </a:lnTo>
                <a:lnTo>
                  <a:pt x="164245" y="276238"/>
                </a:lnTo>
                <a:lnTo>
                  <a:pt x="165705" y="273647"/>
                </a:lnTo>
                <a:lnTo>
                  <a:pt x="166435" y="273156"/>
                </a:lnTo>
                <a:lnTo>
                  <a:pt x="167165" y="275452"/>
                </a:lnTo>
                <a:lnTo>
                  <a:pt x="167894" y="278521"/>
                </a:lnTo>
                <a:lnTo>
                  <a:pt x="170085" y="277283"/>
                </a:lnTo>
                <a:lnTo>
                  <a:pt x="174465" y="280194"/>
                </a:lnTo>
                <a:lnTo>
                  <a:pt x="177385" y="275054"/>
                </a:lnTo>
                <a:lnTo>
                  <a:pt x="178115" y="278312"/>
                </a:lnTo>
                <a:lnTo>
                  <a:pt x="179575" y="277307"/>
                </a:lnTo>
                <a:lnTo>
                  <a:pt x="181035" y="275141"/>
                </a:lnTo>
                <a:lnTo>
                  <a:pt x="181765" y="278269"/>
                </a:lnTo>
                <a:lnTo>
                  <a:pt x="188335" y="278305"/>
                </a:lnTo>
                <a:lnTo>
                  <a:pt x="189794" y="279843"/>
                </a:lnTo>
                <a:lnTo>
                  <a:pt x="191254" y="275316"/>
                </a:lnTo>
                <a:lnTo>
                  <a:pt x="194174" y="280804"/>
                </a:lnTo>
                <a:lnTo>
                  <a:pt x="195634" y="278807"/>
                </a:lnTo>
                <a:lnTo>
                  <a:pt x="197094" y="280143"/>
                </a:lnTo>
                <a:lnTo>
                  <a:pt x="203664" y="284195"/>
                </a:lnTo>
                <a:lnTo>
                  <a:pt x="207314" y="281702"/>
                </a:lnTo>
                <a:lnTo>
                  <a:pt x="211694" y="290209"/>
                </a:lnTo>
                <a:lnTo>
                  <a:pt x="214614" y="278931"/>
                </a:lnTo>
                <a:lnTo>
                  <a:pt x="215344" y="281285"/>
                </a:lnTo>
                <a:lnTo>
                  <a:pt x="216804" y="286037"/>
                </a:lnTo>
                <a:lnTo>
                  <a:pt x="218263" y="284121"/>
                </a:lnTo>
                <a:lnTo>
                  <a:pt x="228483" y="278979"/>
                </a:lnTo>
                <a:lnTo>
                  <a:pt x="229213" y="286141"/>
                </a:lnTo>
                <a:lnTo>
                  <a:pt x="229943" y="276720"/>
                </a:lnTo>
                <a:lnTo>
                  <a:pt x="230673" y="272403"/>
                </a:lnTo>
                <a:lnTo>
                  <a:pt x="231403" y="276749"/>
                </a:lnTo>
                <a:lnTo>
                  <a:pt x="232863" y="288619"/>
                </a:lnTo>
                <a:lnTo>
                  <a:pt x="234323" y="281820"/>
                </a:lnTo>
                <a:lnTo>
                  <a:pt x="236513" y="288595"/>
                </a:lnTo>
                <a:lnTo>
                  <a:pt x="237243" y="276336"/>
                </a:lnTo>
                <a:lnTo>
                  <a:pt x="239433" y="279905"/>
                </a:lnTo>
                <a:lnTo>
                  <a:pt x="240893" y="276319"/>
                </a:lnTo>
                <a:lnTo>
                  <a:pt x="242353" y="278761"/>
                </a:lnTo>
                <a:lnTo>
                  <a:pt x="243083" y="284887"/>
                </a:lnTo>
                <a:lnTo>
                  <a:pt x="244543" y="280056"/>
                </a:lnTo>
                <a:lnTo>
                  <a:pt x="245273" y="277827"/>
                </a:lnTo>
                <a:lnTo>
                  <a:pt x="246003" y="279923"/>
                </a:lnTo>
                <a:lnTo>
                  <a:pt x="246732" y="282591"/>
                </a:lnTo>
                <a:lnTo>
                  <a:pt x="248192" y="279921"/>
                </a:lnTo>
                <a:lnTo>
                  <a:pt x="256222" y="283941"/>
                </a:lnTo>
                <a:lnTo>
                  <a:pt x="257682" y="280131"/>
                </a:lnTo>
                <a:lnTo>
                  <a:pt x="258412" y="282590"/>
                </a:lnTo>
                <a:lnTo>
                  <a:pt x="259872" y="284400"/>
                </a:lnTo>
                <a:lnTo>
                  <a:pt x="260602" y="280719"/>
                </a:lnTo>
                <a:lnTo>
                  <a:pt x="262792" y="282225"/>
                </a:lnTo>
                <a:lnTo>
                  <a:pt x="265712" y="284621"/>
                </a:lnTo>
                <a:lnTo>
                  <a:pt x="267902" y="279960"/>
                </a:lnTo>
                <a:lnTo>
                  <a:pt x="268632" y="281987"/>
                </a:lnTo>
                <a:lnTo>
                  <a:pt x="270822" y="281218"/>
                </a:lnTo>
                <a:lnTo>
                  <a:pt x="271552" y="282397"/>
                </a:lnTo>
                <a:lnTo>
                  <a:pt x="273012" y="283792"/>
                </a:lnTo>
                <a:lnTo>
                  <a:pt x="273742" y="281847"/>
                </a:lnTo>
                <a:lnTo>
                  <a:pt x="277391" y="280333"/>
                </a:lnTo>
                <a:lnTo>
                  <a:pt x="280311" y="285233"/>
                </a:lnTo>
                <a:lnTo>
                  <a:pt x="281041" y="282724"/>
                </a:lnTo>
                <a:lnTo>
                  <a:pt x="286151" y="283805"/>
                </a:lnTo>
                <a:lnTo>
                  <a:pt x="288341" y="286073"/>
                </a:lnTo>
                <a:lnTo>
                  <a:pt x="289071" y="284994"/>
                </a:lnTo>
                <a:lnTo>
                  <a:pt x="291261" y="284980"/>
                </a:lnTo>
                <a:lnTo>
                  <a:pt x="294911" y="289344"/>
                </a:lnTo>
                <a:lnTo>
                  <a:pt x="297101" y="283928"/>
                </a:lnTo>
                <a:lnTo>
                  <a:pt x="297831" y="285104"/>
                </a:lnTo>
                <a:lnTo>
                  <a:pt x="313160" y="286380"/>
                </a:lnTo>
                <a:lnTo>
                  <a:pt x="313890" y="288846"/>
                </a:lnTo>
                <a:lnTo>
                  <a:pt x="315350" y="284556"/>
                </a:lnTo>
                <a:lnTo>
                  <a:pt x="319000" y="289468"/>
                </a:lnTo>
                <a:lnTo>
                  <a:pt x="319730" y="287907"/>
                </a:lnTo>
                <a:lnTo>
                  <a:pt x="321920" y="281822"/>
                </a:lnTo>
                <a:lnTo>
                  <a:pt x="322650" y="282909"/>
                </a:lnTo>
                <a:lnTo>
                  <a:pt x="324840" y="289736"/>
                </a:lnTo>
                <a:lnTo>
                  <a:pt x="325570" y="289441"/>
                </a:lnTo>
                <a:lnTo>
                  <a:pt x="326300" y="289528"/>
                </a:lnTo>
                <a:lnTo>
                  <a:pt x="328490" y="278901"/>
                </a:lnTo>
                <a:lnTo>
                  <a:pt x="329950" y="281686"/>
                </a:lnTo>
                <a:lnTo>
                  <a:pt x="331410" y="282980"/>
                </a:lnTo>
                <a:lnTo>
                  <a:pt x="333599" y="289650"/>
                </a:lnTo>
                <a:lnTo>
                  <a:pt x="335059" y="287239"/>
                </a:lnTo>
                <a:lnTo>
                  <a:pt x="339439" y="283877"/>
                </a:lnTo>
                <a:lnTo>
                  <a:pt x="340169" y="285362"/>
                </a:lnTo>
                <a:lnTo>
                  <a:pt x="346009" y="288338"/>
                </a:lnTo>
                <a:lnTo>
                  <a:pt x="347469" y="286078"/>
                </a:lnTo>
                <a:lnTo>
                  <a:pt x="348929" y="288001"/>
                </a:lnTo>
                <a:lnTo>
                  <a:pt x="350389" y="285867"/>
                </a:lnTo>
                <a:lnTo>
                  <a:pt x="353309" y="286562"/>
                </a:lnTo>
                <a:lnTo>
                  <a:pt x="354039" y="287477"/>
                </a:lnTo>
                <a:lnTo>
                  <a:pt x="355499" y="285792"/>
                </a:lnTo>
                <a:lnTo>
                  <a:pt x="373748" y="288818"/>
                </a:lnTo>
                <a:lnTo>
                  <a:pt x="377398" y="287825"/>
                </a:lnTo>
                <a:lnTo>
                  <a:pt x="380318" y="291177"/>
                </a:lnTo>
                <a:lnTo>
                  <a:pt x="381048" y="290014"/>
                </a:lnTo>
                <a:lnTo>
                  <a:pt x="384698" y="288486"/>
                </a:lnTo>
                <a:lnTo>
                  <a:pt x="385428" y="290557"/>
                </a:lnTo>
                <a:lnTo>
                  <a:pt x="386888" y="287090"/>
                </a:lnTo>
                <a:lnTo>
                  <a:pt x="390538" y="289578"/>
                </a:lnTo>
                <a:lnTo>
                  <a:pt x="396377" y="289123"/>
                </a:lnTo>
                <a:lnTo>
                  <a:pt x="398567" y="289096"/>
                </a:lnTo>
                <a:lnTo>
                  <a:pt x="400757" y="290200"/>
                </a:lnTo>
                <a:lnTo>
                  <a:pt x="401487" y="289497"/>
                </a:lnTo>
                <a:lnTo>
                  <a:pt x="404407" y="287961"/>
                </a:lnTo>
                <a:lnTo>
                  <a:pt x="406597" y="291274"/>
                </a:lnTo>
                <a:lnTo>
                  <a:pt x="407327" y="289432"/>
                </a:lnTo>
                <a:lnTo>
                  <a:pt x="408057" y="287344"/>
                </a:lnTo>
                <a:lnTo>
                  <a:pt x="409517" y="289354"/>
                </a:lnTo>
                <a:lnTo>
                  <a:pt x="419737" y="288743"/>
                </a:lnTo>
                <a:lnTo>
                  <a:pt x="422656" y="292996"/>
                </a:lnTo>
                <a:lnTo>
                  <a:pt x="423386" y="292638"/>
                </a:lnTo>
                <a:lnTo>
                  <a:pt x="424846" y="289350"/>
                </a:lnTo>
                <a:lnTo>
                  <a:pt x="426306" y="289962"/>
                </a:lnTo>
                <a:lnTo>
                  <a:pt x="429226" y="289465"/>
                </a:lnTo>
                <a:lnTo>
                  <a:pt x="432876" y="293414"/>
                </a:lnTo>
                <a:lnTo>
                  <a:pt x="433606" y="292226"/>
                </a:lnTo>
                <a:lnTo>
                  <a:pt x="437256" y="289305"/>
                </a:lnTo>
                <a:lnTo>
                  <a:pt x="443826" y="288506"/>
                </a:lnTo>
                <a:lnTo>
                  <a:pt x="444556" y="292795"/>
                </a:lnTo>
                <a:lnTo>
                  <a:pt x="446746" y="292129"/>
                </a:lnTo>
                <a:lnTo>
                  <a:pt x="449665" y="289765"/>
                </a:lnTo>
                <a:lnTo>
                  <a:pt x="450395" y="288520"/>
                </a:lnTo>
                <a:lnTo>
                  <a:pt x="451125" y="290573"/>
                </a:lnTo>
                <a:lnTo>
                  <a:pt x="451855" y="292373"/>
                </a:lnTo>
                <a:lnTo>
                  <a:pt x="452585" y="289036"/>
                </a:lnTo>
                <a:lnTo>
                  <a:pt x="454045" y="289739"/>
                </a:lnTo>
                <a:lnTo>
                  <a:pt x="454775" y="294541"/>
                </a:lnTo>
                <a:lnTo>
                  <a:pt x="456235" y="291683"/>
                </a:lnTo>
                <a:lnTo>
                  <a:pt x="456965" y="290518"/>
                </a:lnTo>
                <a:lnTo>
                  <a:pt x="457695" y="292473"/>
                </a:lnTo>
                <a:lnTo>
                  <a:pt x="458425" y="293583"/>
                </a:lnTo>
                <a:lnTo>
                  <a:pt x="459155" y="290940"/>
                </a:lnTo>
                <a:lnTo>
                  <a:pt x="459885" y="291083"/>
                </a:lnTo>
                <a:lnTo>
                  <a:pt x="461345" y="287385"/>
                </a:lnTo>
                <a:lnTo>
                  <a:pt x="462805" y="290674"/>
                </a:lnTo>
                <a:lnTo>
                  <a:pt x="467915" y="291639"/>
                </a:lnTo>
                <a:lnTo>
                  <a:pt x="476675" y="292145"/>
                </a:lnTo>
                <a:lnTo>
                  <a:pt x="477405" y="290343"/>
                </a:lnTo>
                <a:lnTo>
                  <a:pt x="478864" y="292869"/>
                </a:lnTo>
                <a:lnTo>
                  <a:pt x="481784" y="291276"/>
                </a:lnTo>
                <a:lnTo>
                  <a:pt x="499304" y="292452"/>
                </a:lnTo>
                <a:lnTo>
                  <a:pt x="500034" y="294298"/>
                </a:lnTo>
                <a:lnTo>
                  <a:pt x="501494" y="291609"/>
                </a:lnTo>
                <a:lnTo>
                  <a:pt x="502954" y="290412"/>
                </a:lnTo>
                <a:lnTo>
                  <a:pt x="503684" y="292090"/>
                </a:lnTo>
                <a:lnTo>
                  <a:pt x="505874" y="292422"/>
                </a:lnTo>
                <a:lnTo>
                  <a:pt x="508063" y="289050"/>
                </a:lnTo>
                <a:lnTo>
                  <a:pt x="508793" y="291967"/>
                </a:lnTo>
                <a:lnTo>
                  <a:pt x="510983" y="291246"/>
                </a:lnTo>
                <a:lnTo>
                  <a:pt x="511713" y="291272"/>
                </a:lnTo>
                <a:lnTo>
                  <a:pt x="512443" y="294257"/>
                </a:lnTo>
                <a:lnTo>
                  <a:pt x="513903" y="292195"/>
                </a:lnTo>
                <a:lnTo>
                  <a:pt x="516823" y="291668"/>
                </a:lnTo>
                <a:lnTo>
                  <a:pt x="519013" y="293816"/>
                </a:lnTo>
                <a:lnTo>
                  <a:pt x="519743" y="292713"/>
                </a:lnTo>
                <a:lnTo>
                  <a:pt x="524853" y="290368"/>
                </a:lnTo>
                <a:lnTo>
                  <a:pt x="529233" y="295167"/>
                </a:lnTo>
                <a:lnTo>
                  <a:pt x="529963" y="291433"/>
                </a:lnTo>
                <a:lnTo>
                  <a:pt x="532153" y="293832"/>
                </a:lnTo>
                <a:lnTo>
                  <a:pt x="536532" y="292158"/>
                </a:lnTo>
                <a:lnTo>
                  <a:pt x="540912" y="292126"/>
                </a:lnTo>
                <a:lnTo>
                  <a:pt x="546752" y="289069"/>
                </a:lnTo>
                <a:lnTo>
                  <a:pt x="548942" y="288491"/>
                </a:lnTo>
                <a:lnTo>
                  <a:pt x="549672" y="286397"/>
                </a:lnTo>
                <a:lnTo>
                  <a:pt x="551862" y="287968"/>
                </a:lnTo>
                <a:lnTo>
                  <a:pt x="555512" y="286428"/>
                </a:lnTo>
                <a:lnTo>
                  <a:pt x="557702" y="286416"/>
                </a:lnTo>
                <a:lnTo>
                  <a:pt x="561352" y="284116"/>
                </a:lnTo>
                <a:lnTo>
                  <a:pt x="563542" y="284862"/>
                </a:lnTo>
                <a:lnTo>
                  <a:pt x="567191" y="282117"/>
                </a:lnTo>
                <a:lnTo>
                  <a:pt x="567921" y="285068"/>
                </a:lnTo>
                <a:lnTo>
                  <a:pt x="568651" y="281305"/>
                </a:lnTo>
                <a:lnTo>
                  <a:pt x="569381" y="282705"/>
                </a:lnTo>
                <a:lnTo>
                  <a:pt x="571571" y="281279"/>
                </a:lnTo>
                <a:lnTo>
                  <a:pt x="572301" y="282025"/>
                </a:lnTo>
                <a:lnTo>
                  <a:pt x="573031" y="283997"/>
                </a:lnTo>
                <a:lnTo>
                  <a:pt x="574491" y="282383"/>
                </a:lnTo>
                <a:lnTo>
                  <a:pt x="584711" y="280491"/>
                </a:lnTo>
                <a:lnTo>
                  <a:pt x="586901" y="281655"/>
                </a:lnTo>
                <a:lnTo>
                  <a:pt x="587631" y="282953"/>
                </a:lnTo>
                <a:lnTo>
                  <a:pt x="588361" y="279705"/>
                </a:lnTo>
                <a:lnTo>
                  <a:pt x="589821" y="278171"/>
                </a:lnTo>
                <a:lnTo>
                  <a:pt x="590551" y="281055"/>
                </a:lnTo>
                <a:lnTo>
                  <a:pt x="605151" y="278656"/>
                </a:lnTo>
                <a:lnTo>
                  <a:pt x="605880" y="280291"/>
                </a:lnTo>
                <a:lnTo>
                  <a:pt x="608071" y="278912"/>
                </a:lnTo>
                <a:lnTo>
                  <a:pt x="614640" y="276104"/>
                </a:lnTo>
                <a:lnTo>
                  <a:pt x="619020" y="280615"/>
                </a:lnTo>
                <a:lnTo>
                  <a:pt x="621940" y="283672"/>
                </a:lnTo>
                <a:lnTo>
                  <a:pt x="622670" y="281987"/>
                </a:lnTo>
                <a:lnTo>
                  <a:pt x="644569" y="296033"/>
                </a:lnTo>
                <a:lnTo>
                  <a:pt x="647489" y="294759"/>
                </a:lnTo>
                <a:lnTo>
                  <a:pt x="651869" y="297735"/>
                </a:lnTo>
                <a:lnTo>
                  <a:pt x="654059" y="295971"/>
                </a:lnTo>
                <a:lnTo>
                  <a:pt x="654789" y="297244"/>
                </a:lnTo>
                <a:lnTo>
                  <a:pt x="657709" y="297859"/>
                </a:lnTo>
                <a:lnTo>
                  <a:pt x="658439" y="291971"/>
                </a:lnTo>
                <a:lnTo>
                  <a:pt x="659899" y="297840"/>
                </a:lnTo>
                <a:lnTo>
                  <a:pt x="664279" y="299667"/>
                </a:lnTo>
                <a:lnTo>
                  <a:pt x="667929" y="298743"/>
                </a:lnTo>
                <a:lnTo>
                  <a:pt x="671579" y="297685"/>
                </a:lnTo>
                <a:lnTo>
                  <a:pt x="672308" y="295601"/>
                </a:lnTo>
                <a:lnTo>
                  <a:pt x="673768" y="297572"/>
                </a:lnTo>
                <a:lnTo>
                  <a:pt x="675228" y="298714"/>
                </a:lnTo>
                <a:lnTo>
                  <a:pt x="675958" y="297605"/>
                </a:lnTo>
                <a:lnTo>
                  <a:pt x="680338" y="296209"/>
                </a:lnTo>
                <a:lnTo>
                  <a:pt x="682528" y="297659"/>
                </a:lnTo>
                <a:lnTo>
                  <a:pt x="683258" y="296450"/>
                </a:lnTo>
                <a:lnTo>
                  <a:pt x="690558" y="296295"/>
                </a:lnTo>
                <a:lnTo>
                  <a:pt x="694938" y="297451"/>
                </a:lnTo>
                <a:lnTo>
                  <a:pt x="703697" y="308046"/>
                </a:lnTo>
                <a:lnTo>
                  <a:pt x="706617" y="307289"/>
                </a:lnTo>
                <a:lnTo>
                  <a:pt x="713917" y="302804"/>
                </a:lnTo>
                <a:lnTo>
                  <a:pt x="718297" y="299288"/>
                </a:lnTo>
                <a:lnTo>
                  <a:pt x="720487" y="298230"/>
                </a:lnTo>
                <a:lnTo>
                  <a:pt x="725597" y="295737"/>
                </a:lnTo>
                <a:lnTo>
                  <a:pt x="729976" y="297038"/>
                </a:lnTo>
                <a:lnTo>
                  <a:pt x="733626" y="295528"/>
                </a:lnTo>
                <a:lnTo>
                  <a:pt x="736546" y="294557"/>
                </a:lnTo>
                <a:lnTo>
                  <a:pt x="738736" y="292879"/>
                </a:lnTo>
                <a:lnTo>
                  <a:pt x="751876" y="288148"/>
                </a:lnTo>
                <a:lnTo>
                  <a:pt x="752606" y="289864"/>
                </a:lnTo>
                <a:lnTo>
                  <a:pt x="753336" y="288748"/>
                </a:lnTo>
                <a:lnTo>
                  <a:pt x="754796" y="284595"/>
                </a:lnTo>
                <a:lnTo>
                  <a:pt x="756256" y="285257"/>
                </a:lnTo>
                <a:lnTo>
                  <a:pt x="763555" y="275836"/>
                </a:lnTo>
                <a:lnTo>
                  <a:pt x="764285" y="278123"/>
                </a:lnTo>
                <a:lnTo>
                  <a:pt x="765745" y="276733"/>
                </a:lnTo>
                <a:lnTo>
                  <a:pt x="770855" y="273645"/>
                </a:lnTo>
                <a:lnTo>
                  <a:pt x="771585" y="277354"/>
                </a:lnTo>
                <a:lnTo>
                  <a:pt x="773045" y="271475"/>
                </a:lnTo>
                <a:lnTo>
                  <a:pt x="774505" y="274760"/>
                </a:lnTo>
                <a:lnTo>
                  <a:pt x="775965" y="272780"/>
                </a:lnTo>
                <a:lnTo>
                  <a:pt x="779615" y="273838"/>
                </a:lnTo>
                <a:lnTo>
                  <a:pt x="780345" y="273224"/>
                </a:lnTo>
                <a:lnTo>
                  <a:pt x="781075" y="276232"/>
                </a:lnTo>
                <a:lnTo>
                  <a:pt x="782535" y="273798"/>
                </a:lnTo>
                <a:lnTo>
                  <a:pt x="786915" y="269281"/>
                </a:lnTo>
                <a:lnTo>
                  <a:pt x="787644" y="269814"/>
                </a:lnTo>
                <a:lnTo>
                  <a:pt x="790564" y="267418"/>
                </a:lnTo>
                <a:lnTo>
                  <a:pt x="791294" y="263118"/>
                </a:lnTo>
                <a:lnTo>
                  <a:pt x="793484" y="265585"/>
                </a:lnTo>
                <a:lnTo>
                  <a:pt x="794214" y="263232"/>
                </a:lnTo>
                <a:lnTo>
                  <a:pt x="796404" y="264263"/>
                </a:lnTo>
                <a:lnTo>
                  <a:pt x="798594" y="260454"/>
                </a:lnTo>
                <a:lnTo>
                  <a:pt x="800054" y="262442"/>
                </a:lnTo>
                <a:lnTo>
                  <a:pt x="800784" y="263556"/>
                </a:lnTo>
                <a:lnTo>
                  <a:pt x="801514" y="259883"/>
                </a:lnTo>
                <a:lnTo>
                  <a:pt x="802244" y="250886"/>
                </a:lnTo>
                <a:lnTo>
                  <a:pt x="803704" y="258016"/>
                </a:lnTo>
                <a:lnTo>
                  <a:pt x="804434" y="260706"/>
                </a:lnTo>
                <a:lnTo>
                  <a:pt x="805164" y="257655"/>
                </a:lnTo>
                <a:lnTo>
                  <a:pt x="807354" y="249338"/>
                </a:lnTo>
                <a:lnTo>
                  <a:pt x="808084" y="252660"/>
                </a:lnTo>
                <a:lnTo>
                  <a:pt x="808814" y="252364"/>
                </a:lnTo>
                <a:lnTo>
                  <a:pt x="811734" y="243100"/>
                </a:lnTo>
                <a:lnTo>
                  <a:pt x="812464" y="243738"/>
                </a:lnTo>
                <a:lnTo>
                  <a:pt x="813194" y="249510"/>
                </a:lnTo>
                <a:lnTo>
                  <a:pt x="814654" y="245759"/>
                </a:lnTo>
                <a:lnTo>
                  <a:pt x="818303" y="232922"/>
                </a:lnTo>
                <a:lnTo>
                  <a:pt x="819033" y="236625"/>
                </a:lnTo>
                <a:lnTo>
                  <a:pt x="820493" y="233308"/>
                </a:lnTo>
                <a:lnTo>
                  <a:pt x="824143" y="230297"/>
                </a:lnTo>
                <a:lnTo>
                  <a:pt x="824873" y="226719"/>
                </a:lnTo>
                <a:lnTo>
                  <a:pt x="825603" y="229168"/>
                </a:lnTo>
                <a:lnTo>
                  <a:pt x="826333" y="233636"/>
                </a:lnTo>
                <a:lnTo>
                  <a:pt x="827063" y="230433"/>
                </a:lnTo>
                <a:lnTo>
                  <a:pt x="827793" y="222449"/>
                </a:lnTo>
                <a:lnTo>
                  <a:pt x="829983" y="227014"/>
                </a:lnTo>
                <a:lnTo>
                  <a:pt x="835823" y="225437"/>
                </a:lnTo>
                <a:lnTo>
                  <a:pt x="838743" y="225088"/>
                </a:lnTo>
                <a:lnTo>
                  <a:pt x="840203" y="226327"/>
                </a:lnTo>
                <a:lnTo>
                  <a:pt x="840933" y="224446"/>
                </a:lnTo>
                <a:lnTo>
                  <a:pt x="844583" y="221819"/>
                </a:lnTo>
                <a:lnTo>
                  <a:pt x="845312" y="222633"/>
                </a:lnTo>
                <a:lnTo>
                  <a:pt x="849692" y="220659"/>
                </a:lnTo>
                <a:lnTo>
                  <a:pt x="854802" y="215976"/>
                </a:lnTo>
                <a:lnTo>
                  <a:pt x="855532" y="216958"/>
                </a:lnTo>
                <a:lnTo>
                  <a:pt x="860642" y="216825"/>
                </a:lnTo>
                <a:lnTo>
                  <a:pt x="861372" y="214828"/>
                </a:lnTo>
                <a:lnTo>
                  <a:pt x="863562" y="216030"/>
                </a:lnTo>
                <a:lnTo>
                  <a:pt x="867212" y="215786"/>
                </a:lnTo>
                <a:lnTo>
                  <a:pt x="870862" y="213233"/>
                </a:lnTo>
                <a:lnTo>
                  <a:pt x="873782" y="211112"/>
                </a:lnTo>
                <a:lnTo>
                  <a:pt x="881081" y="207037"/>
                </a:lnTo>
                <a:lnTo>
                  <a:pt x="881811" y="205194"/>
                </a:lnTo>
                <a:lnTo>
                  <a:pt x="882541" y="209025"/>
                </a:lnTo>
                <a:lnTo>
                  <a:pt x="883271" y="207527"/>
                </a:lnTo>
                <a:lnTo>
                  <a:pt x="884731" y="209468"/>
                </a:lnTo>
                <a:lnTo>
                  <a:pt x="885461" y="207641"/>
                </a:lnTo>
                <a:lnTo>
                  <a:pt x="886921" y="205159"/>
                </a:lnTo>
                <a:lnTo>
                  <a:pt x="888381" y="206643"/>
                </a:lnTo>
                <a:lnTo>
                  <a:pt x="889111" y="208623"/>
                </a:lnTo>
                <a:lnTo>
                  <a:pt x="891301" y="207447"/>
                </a:lnTo>
                <a:lnTo>
                  <a:pt x="892761" y="205838"/>
                </a:lnTo>
                <a:lnTo>
                  <a:pt x="893491" y="207003"/>
                </a:lnTo>
                <a:lnTo>
                  <a:pt x="898601" y="207616"/>
                </a:lnTo>
                <a:lnTo>
                  <a:pt x="900061" y="205030"/>
                </a:lnTo>
                <a:lnTo>
                  <a:pt x="901521" y="206265"/>
                </a:lnTo>
                <a:lnTo>
                  <a:pt x="902251" y="207439"/>
                </a:lnTo>
                <a:lnTo>
                  <a:pt x="902981" y="205035"/>
                </a:lnTo>
                <a:lnTo>
                  <a:pt x="904440" y="203766"/>
                </a:lnTo>
                <a:lnTo>
                  <a:pt x="905900" y="204824"/>
                </a:lnTo>
                <a:lnTo>
                  <a:pt x="908820" y="203131"/>
                </a:lnTo>
                <a:lnTo>
                  <a:pt x="909550" y="204258"/>
                </a:lnTo>
                <a:lnTo>
                  <a:pt x="924150" y="211192"/>
                </a:lnTo>
                <a:lnTo>
                  <a:pt x="926340" y="212402"/>
                </a:lnTo>
                <a:lnTo>
                  <a:pt x="927070" y="211248"/>
                </a:lnTo>
                <a:lnTo>
                  <a:pt x="933639" y="208983"/>
                </a:lnTo>
                <a:lnTo>
                  <a:pt x="935099" y="211554"/>
                </a:lnTo>
                <a:lnTo>
                  <a:pt x="935829" y="210202"/>
                </a:lnTo>
                <a:lnTo>
                  <a:pt x="936559" y="206673"/>
                </a:lnTo>
                <a:lnTo>
                  <a:pt x="938749" y="208316"/>
                </a:lnTo>
                <a:lnTo>
                  <a:pt x="943129" y="206505"/>
                </a:lnTo>
                <a:lnTo>
                  <a:pt x="946779" y="203166"/>
                </a:lnTo>
                <a:lnTo>
                  <a:pt x="947509" y="204191"/>
                </a:lnTo>
                <a:lnTo>
                  <a:pt x="969408" y="212947"/>
                </a:lnTo>
                <a:lnTo>
                  <a:pt x="975248" y="220661"/>
                </a:lnTo>
                <a:lnTo>
                  <a:pt x="982548" y="228991"/>
                </a:lnTo>
                <a:lnTo>
                  <a:pt x="990577" y="239067"/>
                </a:lnTo>
                <a:lnTo>
                  <a:pt x="997877" y="246625"/>
                </a:lnTo>
                <a:lnTo>
                  <a:pt x="1011747" y="266358"/>
                </a:lnTo>
                <a:lnTo>
                  <a:pt x="1016127" y="275936"/>
                </a:lnTo>
                <a:lnTo>
                  <a:pt x="1031456" y="301030"/>
                </a:lnTo>
                <a:lnTo>
                  <a:pt x="1034376" y="296158"/>
                </a:lnTo>
                <a:lnTo>
                  <a:pt x="1035106" y="297717"/>
                </a:lnTo>
                <a:lnTo>
                  <a:pt x="1043136" y="297481"/>
                </a:lnTo>
                <a:lnTo>
                  <a:pt x="1043866" y="298404"/>
                </a:lnTo>
                <a:lnTo>
                  <a:pt x="1044596" y="296980"/>
                </a:lnTo>
                <a:lnTo>
                  <a:pt x="1045326" y="295759"/>
                </a:lnTo>
                <a:lnTo>
                  <a:pt x="1046786" y="297079"/>
                </a:lnTo>
                <a:lnTo>
                  <a:pt x="1048976" y="299361"/>
                </a:lnTo>
                <a:lnTo>
                  <a:pt x="1048246" y="295250"/>
                </a:lnTo>
                <a:lnTo>
                  <a:pt x="1049706" y="298060"/>
                </a:lnTo>
                <a:lnTo>
                  <a:pt x="1052626" y="296536"/>
                </a:lnTo>
                <a:lnTo>
                  <a:pt x="1054816" y="301129"/>
                </a:lnTo>
                <a:lnTo>
                  <a:pt x="1059196" y="291391"/>
                </a:lnTo>
                <a:lnTo>
                  <a:pt x="1059926" y="292758"/>
                </a:lnTo>
                <a:lnTo>
                  <a:pt x="1062846" y="286259"/>
                </a:lnTo>
                <a:lnTo>
                  <a:pt x="1070145" y="270945"/>
                </a:lnTo>
                <a:lnTo>
                  <a:pt x="1070875" y="274934"/>
                </a:lnTo>
                <a:lnTo>
                  <a:pt x="1071605" y="276493"/>
                </a:lnTo>
                <a:lnTo>
                  <a:pt x="1072335" y="273861"/>
                </a:lnTo>
                <a:lnTo>
                  <a:pt x="1075255" y="266688"/>
                </a:lnTo>
                <a:lnTo>
                  <a:pt x="1075985" y="269066"/>
                </a:lnTo>
                <a:lnTo>
                  <a:pt x="1076715" y="269155"/>
                </a:lnTo>
                <a:lnTo>
                  <a:pt x="1081095" y="260245"/>
                </a:lnTo>
                <a:lnTo>
                  <a:pt x="1092775" y="233656"/>
                </a:lnTo>
                <a:lnTo>
                  <a:pt x="1093505" y="234345"/>
                </a:lnTo>
                <a:lnTo>
                  <a:pt x="1102264" y="219554"/>
                </a:lnTo>
                <a:lnTo>
                  <a:pt x="1102994" y="217825"/>
                </a:lnTo>
                <a:lnTo>
                  <a:pt x="1105184" y="218977"/>
                </a:lnTo>
                <a:lnTo>
                  <a:pt x="1105914" y="219133"/>
                </a:lnTo>
                <a:lnTo>
                  <a:pt x="1107374" y="213014"/>
                </a:lnTo>
                <a:lnTo>
                  <a:pt x="1108834" y="216681"/>
                </a:lnTo>
                <a:lnTo>
                  <a:pt x="1109564" y="218574"/>
                </a:lnTo>
                <a:lnTo>
                  <a:pt x="1110294" y="215640"/>
                </a:lnTo>
                <a:lnTo>
                  <a:pt x="1112484" y="208454"/>
                </a:lnTo>
                <a:lnTo>
                  <a:pt x="1114674" y="211184"/>
                </a:lnTo>
                <a:lnTo>
                  <a:pt x="1115404" y="214383"/>
                </a:lnTo>
                <a:lnTo>
                  <a:pt x="1116134" y="210698"/>
                </a:lnTo>
                <a:lnTo>
                  <a:pt x="1116864" y="211612"/>
                </a:lnTo>
                <a:lnTo>
                  <a:pt x="1119784" y="206447"/>
                </a:lnTo>
                <a:lnTo>
                  <a:pt x="1121244" y="204861"/>
                </a:lnTo>
                <a:lnTo>
                  <a:pt x="1121974" y="210804"/>
                </a:lnTo>
                <a:lnTo>
                  <a:pt x="1123434" y="201268"/>
                </a:lnTo>
                <a:lnTo>
                  <a:pt x="1124894" y="204592"/>
                </a:lnTo>
                <a:lnTo>
                  <a:pt x="1126353" y="207168"/>
                </a:lnTo>
                <a:lnTo>
                  <a:pt x="1127083" y="204634"/>
                </a:lnTo>
                <a:lnTo>
                  <a:pt x="1131463" y="190788"/>
                </a:lnTo>
                <a:lnTo>
                  <a:pt x="1132923" y="198339"/>
                </a:lnTo>
                <a:lnTo>
                  <a:pt x="1134383" y="193194"/>
                </a:lnTo>
                <a:lnTo>
                  <a:pt x="1135113" y="186848"/>
                </a:lnTo>
                <a:lnTo>
                  <a:pt x="1137303" y="189889"/>
                </a:lnTo>
                <a:lnTo>
                  <a:pt x="1138763" y="193324"/>
                </a:lnTo>
                <a:lnTo>
                  <a:pt x="1139493" y="190122"/>
                </a:lnTo>
                <a:lnTo>
                  <a:pt x="1140223" y="189808"/>
                </a:lnTo>
                <a:lnTo>
                  <a:pt x="1142413" y="171684"/>
                </a:lnTo>
                <a:lnTo>
                  <a:pt x="1143873" y="175236"/>
                </a:lnTo>
                <a:lnTo>
                  <a:pt x="1150443" y="182489"/>
                </a:lnTo>
                <a:lnTo>
                  <a:pt x="1152633" y="178675"/>
                </a:lnTo>
                <a:lnTo>
                  <a:pt x="1153363" y="179342"/>
                </a:lnTo>
                <a:lnTo>
                  <a:pt x="1154823" y="183674"/>
                </a:lnTo>
                <a:lnTo>
                  <a:pt x="1156282" y="181098"/>
                </a:lnTo>
                <a:lnTo>
                  <a:pt x="1157012" y="174388"/>
                </a:lnTo>
                <a:lnTo>
                  <a:pt x="1157742" y="181821"/>
                </a:lnTo>
                <a:lnTo>
                  <a:pt x="1158472" y="181850"/>
                </a:lnTo>
                <a:lnTo>
                  <a:pt x="1162122" y="182736"/>
                </a:lnTo>
                <a:lnTo>
                  <a:pt x="1162852" y="178999"/>
                </a:lnTo>
                <a:lnTo>
                  <a:pt x="1164312" y="183805"/>
                </a:lnTo>
                <a:lnTo>
                  <a:pt x="1165042" y="188872"/>
                </a:lnTo>
                <a:lnTo>
                  <a:pt x="1166502" y="181524"/>
                </a:lnTo>
                <a:lnTo>
                  <a:pt x="1168692" y="189832"/>
                </a:lnTo>
                <a:lnTo>
                  <a:pt x="1172342" y="173805"/>
                </a:lnTo>
                <a:lnTo>
                  <a:pt x="1173072" y="172971"/>
                </a:lnTo>
                <a:lnTo>
                  <a:pt x="1173802" y="175097"/>
                </a:lnTo>
                <a:lnTo>
                  <a:pt x="1175262" y="183261"/>
                </a:lnTo>
                <a:lnTo>
                  <a:pt x="1175992" y="175556"/>
                </a:lnTo>
                <a:lnTo>
                  <a:pt x="1176722" y="171940"/>
                </a:lnTo>
                <a:lnTo>
                  <a:pt x="1178182" y="173691"/>
                </a:lnTo>
                <a:lnTo>
                  <a:pt x="1181832" y="181574"/>
                </a:lnTo>
                <a:lnTo>
                  <a:pt x="1183292" y="171501"/>
                </a:lnTo>
                <a:lnTo>
                  <a:pt x="1184021" y="172593"/>
                </a:lnTo>
                <a:lnTo>
                  <a:pt x="1184751" y="182365"/>
                </a:lnTo>
                <a:lnTo>
                  <a:pt x="1186211" y="171289"/>
                </a:lnTo>
                <a:lnTo>
                  <a:pt x="1189131" y="177895"/>
                </a:lnTo>
                <a:lnTo>
                  <a:pt x="1189861" y="175873"/>
                </a:lnTo>
                <a:lnTo>
                  <a:pt x="1191321" y="168911"/>
                </a:lnTo>
                <a:lnTo>
                  <a:pt x="1192781" y="169244"/>
                </a:lnTo>
                <a:lnTo>
                  <a:pt x="1196431" y="174082"/>
                </a:lnTo>
                <a:lnTo>
                  <a:pt x="1197161" y="171007"/>
                </a:lnTo>
                <a:lnTo>
                  <a:pt x="1199351" y="171696"/>
                </a:lnTo>
                <a:lnTo>
                  <a:pt x="1200081" y="170169"/>
                </a:lnTo>
                <a:lnTo>
                  <a:pt x="1200811" y="172725"/>
                </a:lnTo>
                <a:lnTo>
                  <a:pt x="1201541" y="177226"/>
                </a:lnTo>
                <a:lnTo>
                  <a:pt x="1203001" y="171197"/>
                </a:lnTo>
                <a:lnTo>
                  <a:pt x="1206651" y="156595"/>
                </a:lnTo>
                <a:lnTo>
                  <a:pt x="1208841" y="160606"/>
                </a:lnTo>
                <a:lnTo>
                  <a:pt x="1209571" y="158880"/>
                </a:lnTo>
                <a:lnTo>
                  <a:pt x="1213220" y="153783"/>
                </a:lnTo>
                <a:lnTo>
                  <a:pt x="1216140" y="151072"/>
                </a:lnTo>
                <a:lnTo>
                  <a:pt x="1217600" y="151321"/>
                </a:lnTo>
                <a:lnTo>
                  <a:pt x="1219790" y="139642"/>
                </a:lnTo>
                <a:lnTo>
                  <a:pt x="1220520" y="136550"/>
                </a:lnTo>
                <a:lnTo>
                  <a:pt x="1221250" y="140107"/>
                </a:lnTo>
                <a:lnTo>
                  <a:pt x="1221980" y="141875"/>
                </a:lnTo>
                <a:lnTo>
                  <a:pt x="1222710" y="139566"/>
                </a:lnTo>
                <a:lnTo>
                  <a:pt x="1225630" y="131161"/>
                </a:lnTo>
                <a:lnTo>
                  <a:pt x="1227090" y="145103"/>
                </a:lnTo>
                <a:lnTo>
                  <a:pt x="1229280" y="137242"/>
                </a:lnTo>
                <a:lnTo>
                  <a:pt x="1232930" y="132418"/>
                </a:lnTo>
                <a:lnTo>
                  <a:pt x="1233660" y="130616"/>
                </a:lnTo>
                <a:lnTo>
                  <a:pt x="1234390" y="133197"/>
                </a:lnTo>
                <a:lnTo>
                  <a:pt x="1235120" y="134147"/>
                </a:lnTo>
                <a:lnTo>
                  <a:pt x="1235850" y="130797"/>
                </a:lnTo>
                <a:lnTo>
                  <a:pt x="1238040" y="118013"/>
                </a:lnTo>
                <a:lnTo>
                  <a:pt x="1239500" y="123502"/>
                </a:lnTo>
                <a:lnTo>
                  <a:pt x="1240230" y="125923"/>
                </a:lnTo>
                <a:lnTo>
                  <a:pt x="1240960" y="123213"/>
                </a:lnTo>
                <a:lnTo>
                  <a:pt x="1241690" y="121083"/>
                </a:lnTo>
                <a:lnTo>
                  <a:pt x="1242419" y="122767"/>
                </a:lnTo>
                <a:lnTo>
                  <a:pt x="1243149" y="125955"/>
                </a:lnTo>
                <a:lnTo>
                  <a:pt x="1243879" y="122344"/>
                </a:lnTo>
                <a:lnTo>
                  <a:pt x="1247529" y="116133"/>
                </a:lnTo>
                <a:lnTo>
                  <a:pt x="1248259" y="116224"/>
                </a:lnTo>
                <a:lnTo>
                  <a:pt x="1249719" y="111079"/>
                </a:lnTo>
                <a:lnTo>
                  <a:pt x="1251179" y="114764"/>
                </a:lnTo>
                <a:lnTo>
                  <a:pt x="1265049" y="93304"/>
                </a:lnTo>
                <a:lnTo>
                  <a:pt x="1265779" y="94238"/>
                </a:lnTo>
                <a:lnTo>
                  <a:pt x="1269429" y="89611"/>
                </a:lnTo>
                <a:lnTo>
                  <a:pt x="1273078" y="82106"/>
                </a:lnTo>
                <a:lnTo>
                  <a:pt x="1292788" y="60169"/>
                </a:lnTo>
                <a:lnTo>
                  <a:pt x="1294248" y="66235"/>
                </a:lnTo>
                <a:lnTo>
                  <a:pt x="1294978" y="63084"/>
                </a:lnTo>
                <a:lnTo>
                  <a:pt x="1299358" y="32802"/>
                </a:lnTo>
                <a:lnTo>
                  <a:pt x="1300087" y="37889"/>
                </a:lnTo>
                <a:lnTo>
                  <a:pt x="1300817" y="37832"/>
                </a:lnTo>
                <a:lnTo>
                  <a:pt x="1303007" y="46887"/>
                </a:lnTo>
                <a:lnTo>
                  <a:pt x="1303737" y="43710"/>
                </a:lnTo>
                <a:lnTo>
                  <a:pt x="1305197" y="37659"/>
                </a:lnTo>
                <a:lnTo>
                  <a:pt x="1306657" y="41395"/>
                </a:lnTo>
                <a:lnTo>
                  <a:pt x="1308117" y="49725"/>
                </a:lnTo>
                <a:lnTo>
                  <a:pt x="1308847" y="43313"/>
                </a:lnTo>
                <a:lnTo>
                  <a:pt x="1312497" y="31432"/>
                </a:lnTo>
                <a:lnTo>
                  <a:pt x="1313957" y="32503"/>
                </a:lnTo>
                <a:lnTo>
                  <a:pt x="1315417" y="21595"/>
                </a:lnTo>
                <a:lnTo>
                  <a:pt x="1316877" y="24715"/>
                </a:lnTo>
                <a:lnTo>
                  <a:pt x="1318337" y="40461"/>
                </a:lnTo>
                <a:lnTo>
                  <a:pt x="1319067" y="52440"/>
                </a:lnTo>
                <a:lnTo>
                  <a:pt x="1320527" y="49296"/>
                </a:lnTo>
                <a:lnTo>
                  <a:pt x="1321257" y="44524"/>
                </a:lnTo>
                <a:lnTo>
                  <a:pt x="1321987" y="50951"/>
                </a:lnTo>
                <a:lnTo>
                  <a:pt x="1323447" y="46987"/>
                </a:lnTo>
                <a:lnTo>
                  <a:pt x="1329286" y="32013"/>
                </a:lnTo>
                <a:lnTo>
                  <a:pt x="1331476" y="41130"/>
                </a:lnTo>
                <a:lnTo>
                  <a:pt x="1332206" y="39013"/>
                </a:lnTo>
                <a:lnTo>
                  <a:pt x="1334396" y="36252"/>
                </a:lnTo>
                <a:lnTo>
                  <a:pt x="1335126" y="37371"/>
                </a:lnTo>
                <a:lnTo>
                  <a:pt x="1338776" y="47067"/>
                </a:lnTo>
                <a:lnTo>
                  <a:pt x="1339506" y="47525"/>
                </a:lnTo>
                <a:lnTo>
                  <a:pt x="1340236" y="51769"/>
                </a:lnTo>
                <a:lnTo>
                  <a:pt x="1341696" y="46817"/>
                </a:lnTo>
                <a:lnTo>
                  <a:pt x="1343156" y="42771"/>
                </a:lnTo>
                <a:lnTo>
                  <a:pt x="1343886" y="49051"/>
                </a:lnTo>
                <a:lnTo>
                  <a:pt x="1345346" y="53648"/>
                </a:lnTo>
                <a:lnTo>
                  <a:pt x="1346806" y="52660"/>
                </a:lnTo>
                <a:lnTo>
                  <a:pt x="1350456" y="45196"/>
                </a:lnTo>
                <a:lnTo>
                  <a:pt x="1351186" y="46354"/>
                </a:lnTo>
                <a:lnTo>
                  <a:pt x="1352646" y="49149"/>
                </a:lnTo>
                <a:lnTo>
                  <a:pt x="1353376" y="45205"/>
                </a:lnTo>
                <a:lnTo>
                  <a:pt x="1354836" y="35975"/>
                </a:lnTo>
                <a:lnTo>
                  <a:pt x="1356296" y="40535"/>
                </a:lnTo>
                <a:lnTo>
                  <a:pt x="1359215" y="25936"/>
                </a:lnTo>
                <a:lnTo>
                  <a:pt x="1360675" y="30961"/>
                </a:lnTo>
                <a:lnTo>
                  <a:pt x="1362865" y="51145"/>
                </a:lnTo>
                <a:lnTo>
                  <a:pt x="1364325" y="48576"/>
                </a:lnTo>
                <a:lnTo>
                  <a:pt x="1366515" y="38178"/>
                </a:lnTo>
                <a:lnTo>
                  <a:pt x="1367975" y="40976"/>
                </a:lnTo>
                <a:lnTo>
                  <a:pt x="1368705" y="43715"/>
                </a:lnTo>
                <a:lnTo>
                  <a:pt x="1370165" y="39784"/>
                </a:lnTo>
                <a:lnTo>
                  <a:pt x="1373085" y="37598"/>
                </a:lnTo>
                <a:lnTo>
                  <a:pt x="1375275" y="52404"/>
                </a:lnTo>
                <a:lnTo>
                  <a:pt x="1376005" y="43731"/>
                </a:lnTo>
                <a:lnTo>
                  <a:pt x="1376735" y="42998"/>
                </a:lnTo>
                <a:lnTo>
                  <a:pt x="1379655" y="33065"/>
                </a:lnTo>
                <a:lnTo>
                  <a:pt x="1380385" y="41472"/>
                </a:lnTo>
                <a:lnTo>
                  <a:pt x="1381845" y="33159"/>
                </a:lnTo>
                <a:lnTo>
                  <a:pt x="1384765" y="21968"/>
                </a:lnTo>
                <a:lnTo>
                  <a:pt x="1386224" y="27208"/>
                </a:lnTo>
                <a:lnTo>
                  <a:pt x="1388414" y="32130"/>
                </a:lnTo>
                <a:lnTo>
                  <a:pt x="1390604" y="48605"/>
                </a:lnTo>
                <a:lnTo>
                  <a:pt x="1391334" y="34120"/>
                </a:lnTo>
                <a:lnTo>
                  <a:pt x="1392794" y="41942"/>
                </a:lnTo>
                <a:lnTo>
                  <a:pt x="1395714" y="45606"/>
                </a:lnTo>
                <a:lnTo>
                  <a:pt x="1396444" y="42757"/>
                </a:lnTo>
                <a:lnTo>
                  <a:pt x="1397174" y="48561"/>
                </a:lnTo>
                <a:lnTo>
                  <a:pt x="1397904" y="48319"/>
                </a:lnTo>
                <a:lnTo>
                  <a:pt x="1398634" y="51119"/>
                </a:lnTo>
                <a:lnTo>
                  <a:pt x="1399364" y="50924"/>
                </a:lnTo>
                <a:lnTo>
                  <a:pt x="1402284" y="26045"/>
                </a:lnTo>
                <a:lnTo>
                  <a:pt x="1403744" y="27444"/>
                </a:lnTo>
                <a:lnTo>
                  <a:pt x="1405934" y="46395"/>
                </a:lnTo>
                <a:lnTo>
                  <a:pt x="1406664" y="41966"/>
                </a:lnTo>
                <a:lnTo>
                  <a:pt x="1409584" y="26304"/>
                </a:lnTo>
                <a:lnTo>
                  <a:pt x="1410314" y="31630"/>
                </a:lnTo>
                <a:lnTo>
                  <a:pt x="1414694" y="43603"/>
                </a:lnTo>
                <a:lnTo>
                  <a:pt x="1416883" y="28661"/>
                </a:lnTo>
                <a:lnTo>
                  <a:pt x="1419073" y="32346"/>
                </a:lnTo>
                <a:lnTo>
                  <a:pt x="1420533" y="34930"/>
                </a:lnTo>
                <a:lnTo>
                  <a:pt x="1421263" y="33714"/>
                </a:lnTo>
                <a:lnTo>
                  <a:pt x="1424183" y="29846"/>
                </a:lnTo>
                <a:lnTo>
                  <a:pt x="1425643" y="41165"/>
                </a:lnTo>
                <a:lnTo>
                  <a:pt x="1427103" y="38903"/>
                </a:lnTo>
                <a:lnTo>
                  <a:pt x="1430753" y="24312"/>
                </a:lnTo>
                <a:lnTo>
                  <a:pt x="1432943" y="27181"/>
                </a:lnTo>
                <a:lnTo>
                  <a:pt x="1435133" y="26237"/>
                </a:lnTo>
                <a:lnTo>
                  <a:pt x="1436593" y="25635"/>
                </a:lnTo>
                <a:lnTo>
                  <a:pt x="1437323" y="26631"/>
                </a:lnTo>
                <a:lnTo>
                  <a:pt x="1440243" y="8000"/>
                </a:lnTo>
                <a:lnTo>
                  <a:pt x="1442433" y="31777"/>
                </a:lnTo>
                <a:lnTo>
                  <a:pt x="1444622" y="27723"/>
                </a:lnTo>
                <a:lnTo>
                  <a:pt x="1447542" y="21896"/>
                </a:lnTo>
                <a:lnTo>
                  <a:pt x="1451192" y="2726"/>
                </a:lnTo>
                <a:lnTo>
                  <a:pt x="1451922" y="0"/>
                </a:lnTo>
                <a:lnTo>
                  <a:pt x="1452652" y="4890"/>
                </a:lnTo>
                <a:lnTo>
                  <a:pt x="1454842" y="13426"/>
                </a:lnTo>
                <a:lnTo>
                  <a:pt x="1455572" y="11740"/>
                </a:lnTo>
                <a:lnTo>
                  <a:pt x="1456302" y="3719"/>
                </a:lnTo>
                <a:lnTo>
                  <a:pt x="1457762" y="15641"/>
                </a:lnTo>
                <a:lnTo>
                  <a:pt x="1458492" y="15966"/>
                </a:lnTo>
                <a:lnTo>
                  <a:pt x="1459952" y="22715"/>
                </a:lnTo>
                <a:lnTo>
                  <a:pt x="1461412" y="18790"/>
                </a:lnTo>
                <a:lnTo>
                  <a:pt x="1463602" y="18309"/>
                </a:lnTo>
                <a:lnTo>
                  <a:pt x="1465062" y="14582"/>
                </a:lnTo>
                <a:lnTo>
                  <a:pt x="1465792" y="15963"/>
                </a:lnTo>
                <a:lnTo>
                  <a:pt x="1468712" y="31861"/>
                </a:lnTo>
                <a:lnTo>
                  <a:pt x="1469442" y="30094"/>
                </a:lnTo>
                <a:lnTo>
                  <a:pt x="1471632" y="23683"/>
                </a:lnTo>
                <a:lnTo>
                  <a:pt x="1472362" y="25473"/>
                </a:lnTo>
                <a:lnTo>
                  <a:pt x="1473822" y="33684"/>
                </a:lnTo>
                <a:lnTo>
                  <a:pt x="1476011" y="31300"/>
                </a:lnTo>
                <a:lnTo>
                  <a:pt x="1484042" y="22961"/>
                </a:lnTo>
                <a:lnTo>
                  <a:pt x="1486232" y="26535"/>
                </a:lnTo>
                <a:lnTo>
                  <a:pt x="1488422" y="34836"/>
                </a:lnTo>
                <a:lnTo>
                  <a:pt x="1489152" y="40217"/>
                </a:lnTo>
                <a:lnTo>
                  <a:pt x="1490612" y="31782"/>
                </a:lnTo>
                <a:lnTo>
                  <a:pt x="1491342" y="35490"/>
                </a:lnTo>
                <a:lnTo>
                  <a:pt x="1492802" y="31858"/>
                </a:lnTo>
                <a:lnTo>
                  <a:pt x="1494991" y="32565"/>
                </a:lnTo>
                <a:lnTo>
                  <a:pt x="1496451" y="26080"/>
                </a:lnTo>
                <a:lnTo>
                  <a:pt x="1497911" y="30912"/>
                </a:lnTo>
                <a:lnTo>
                  <a:pt x="1499371" y="35924"/>
                </a:lnTo>
                <a:lnTo>
                  <a:pt x="1500101" y="33690"/>
                </a:lnTo>
                <a:lnTo>
                  <a:pt x="1503751" y="24836"/>
                </a:lnTo>
                <a:lnTo>
                  <a:pt x="1505941" y="29987"/>
                </a:lnTo>
                <a:lnTo>
                  <a:pt x="1506671" y="28562"/>
                </a:lnTo>
                <a:lnTo>
                  <a:pt x="1512511" y="14705"/>
                </a:lnTo>
                <a:lnTo>
                  <a:pt x="1516161" y="13343"/>
                </a:lnTo>
                <a:lnTo>
                  <a:pt x="1518351" y="9470"/>
                </a:lnTo>
                <a:lnTo>
                  <a:pt x="1519081" y="11163"/>
                </a:lnTo>
                <a:lnTo>
                  <a:pt x="1520541" y="16150"/>
                </a:lnTo>
                <a:lnTo>
                  <a:pt x="1522001" y="13495"/>
                </a:lnTo>
                <a:lnTo>
                  <a:pt x="1528570" y="16691"/>
                </a:lnTo>
                <a:lnTo>
                  <a:pt x="1530030" y="20186"/>
                </a:lnTo>
                <a:lnTo>
                  <a:pt x="1530760" y="18214"/>
                </a:lnTo>
                <a:lnTo>
                  <a:pt x="1532950" y="13387"/>
                </a:lnTo>
                <a:lnTo>
                  <a:pt x="1533680" y="14018"/>
                </a:lnTo>
                <a:lnTo>
                  <a:pt x="1537330" y="15316"/>
                </a:lnTo>
                <a:lnTo>
                  <a:pt x="1538060" y="13945"/>
                </a:lnTo>
                <a:lnTo>
                  <a:pt x="1543900" y="1942"/>
                </a:lnTo>
                <a:lnTo>
                  <a:pt x="1545360" y="9644"/>
                </a:lnTo>
                <a:lnTo>
                  <a:pt x="1546090" y="5593"/>
                </a:lnTo>
                <a:lnTo>
                  <a:pt x="1549740" y="307"/>
                </a:lnTo>
                <a:lnTo>
                  <a:pt x="1550470" y="45"/>
                </a:lnTo>
                <a:lnTo>
                  <a:pt x="1551200" y="2384"/>
                </a:lnTo>
                <a:lnTo>
                  <a:pt x="1554119" y="16278"/>
                </a:lnTo>
                <a:lnTo>
                  <a:pt x="1555579" y="14628"/>
                </a:lnTo>
                <a:lnTo>
                  <a:pt x="1556309" y="14028"/>
                </a:lnTo>
                <a:lnTo>
                  <a:pt x="1557039" y="15677"/>
                </a:lnTo>
                <a:lnTo>
                  <a:pt x="1560689" y="19994"/>
                </a:lnTo>
                <a:lnTo>
                  <a:pt x="1562149" y="15905"/>
                </a:lnTo>
                <a:lnTo>
                  <a:pt x="1565799" y="105252"/>
                </a:lnTo>
                <a:lnTo>
                  <a:pt x="1577479" y="471303"/>
                </a:lnTo>
                <a:lnTo>
                  <a:pt x="1578939" y="465078"/>
                </a:lnTo>
                <a:lnTo>
                  <a:pt x="1579669" y="466745"/>
                </a:lnTo>
                <a:lnTo>
                  <a:pt x="1581128" y="485264"/>
                </a:lnTo>
                <a:lnTo>
                  <a:pt x="1583318" y="484007"/>
                </a:lnTo>
                <a:lnTo>
                  <a:pt x="1584048" y="476456"/>
                </a:lnTo>
                <a:lnTo>
                  <a:pt x="1586238" y="481007"/>
                </a:lnTo>
                <a:lnTo>
                  <a:pt x="1588428" y="468974"/>
                </a:lnTo>
                <a:lnTo>
                  <a:pt x="1589888" y="470029"/>
                </a:lnTo>
                <a:lnTo>
                  <a:pt x="1590618" y="468352"/>
                </a:lnTo>
                <a:lnTo>
                  <a:pt x="1592808" y="477780"/>
                </a:lnTo>
                <a:lnTo>
                  <a:pt x="1598648" y="430753"/>
                </a:lnTo>
                <a:lnTo>
                  <a:pt x="1613247" y="338163"/>
                </a:lnTo>
                <a:lnTo>
                  <a:pt x="1616167" y="326642"/>
                </a:lnTo>
                <a:lnTo>
                  <a:pt x="1620547" y="309320"/>
                </a:lnTo>
                <a:lnTo>
                  <a:pt x="1643176" y="222118"/>
                </a:lnTo>
                <a:lnTo>
                  <a:pt x="1643906" y="223940"/>
                </a:lnTo>
                <a:lnTo>
                  <a:pt x="1645366" y="231384"/>
                </a:lnTo>
                <a:lnTo>
                  <a:pt x="1646096" y="229057"/>
                </a:lnTo>
                <a:lnTo>
                  <a:pt x="1649746" y="205594"/>
                </a:lnTo>
                <a:lnTo>
                  <a:pt x="1651206" y="212398"/>
                </a:lnTo>
                <a:lnTo>
                  <a:pt x="1651936" y="212319"/>
                </a:lnTo>
                <a:lnTo>
                  <a:pt x="1653396" y="204447"/>
                </a:lnTo>
                <a:lnTo>
                  <a:pt x="1654856" y="206899"/>
                </a:lnTo>
                <a:lnTo>
                  <a:pt x="1655586" y="207702"/>
                </a:lnTo>
                <a:lnTo>
                  <a:pt x="1657046" y="199592"/>
                </a:lnTo>
                <a:lnTo>
                  <a:pt x="1658506" y="204477"/>
                </a:lnTo>
                <a:lnTo>
                  <a:pt x="1660696" y="200129"/>
                </a:lnTo>
                <a:lnTo>
                  <a:pt x="1661426" y="193830"/>
                </a:lnTo>
                <a:lnTo>
                  <a:pt x="1662886" y="197073"/>
                </a:lnTo>
                <a:lnTo>
                  <a:pt x="1663616" y="201506"/>
                </a:lnTo>
                <a:lnTo>
                  <a:pt x="1665076" y="194188"/>
                </a:lnTo>
                <a:lnTo>
                  <a:pt x="1665806" y="189426"/>
                </a:lnTo>
                <a:lnTo>
                  <a:pt x="1666536" y="193092"/>
                </a:lnTo>
                <a:lnTo>
                  <a:pt x="1669455" y="205139"/>
                </a:lnTo>
                <a:lnTo>
                  <a:pt x="1670185" y="202301"/>
                </a:lnTo>
                <a:lnTo>
                  <a:pt x="1673105" y="198263"/>
                </a:lnTo>
                <a:lnTo>
                  <a:pt x="1673835" y="196162"/>
                </a:lnTo>
                <a:lnTo>
                  <a:pt x="1676025" y="197495"/>
                </a:lnTo>
                <a:lnTo>
                  <a:pt x="1677485" y="200267"/>
                </a:lnTo>
                <a:lnTo>
                  <a:pt x="1678945" y="198087"/>
                </a:lnTo>
                <a:lnTo>
                  <a:pt x="1680405" y="194908"/>
                </a:lnTo>
                <a:lnTo>
                  <a:pt x="1681135" y="196353"/>
                </a:lnTo>
                <a:lnTo>
                  <a:pt x="1683325" y="199142"/>
                </a:lnTo>
                <a:lnTo>
                  <a:pt x="1684055" y="198898"/>
                </a:lnTo>
                <a:lnTo>
                  <a:pt x="1688435" y="194005"/>
                </a:lnTo>
                <a:lnTo>
                  <a:pt x="1691355" y="201614"/>
                </a:lnTo>
                <a:lnTo>
                  <a:pt x="1694275" y="190131"/>
                </a:lnTo>
                <a:lnTo>
                  <a:pt x="1695005" y="194369"/>
                </a:lnTo>
                <a:lnTo>
                  <a:pt x="1697194" y="200250"/>
                </a:lnTo>
                <a:lnTo>
                  <a:pt x="1697924" y="196109"/>
                </a:lnTo>
                <a:lnTo>
                  <a:pt x="1700114" y="188737"/>
                </a:lnTo>
                <a:lnTo>
                  <a:pt x="1700844" y="191966"/>
                </a:lnTo>
                <a:lnTo>
                  <a:pt x="1703034" y="191158"/>
                </a:lnTo>
                <a:lnTo>
                  <a:pt x="1708144" y="181273"/>
                </a:lnTo>
                <a:lnTo>
                  <a:pt x="1708874" y="185068"/>
                </a:lnTo>
                <a:lnTo>
                  <a:pt x="1710334" y="182187"/>
                </a:lnTo>
                <a:lnTo>
                  <a:pt x="1712524" y="172660"/>
                </a:lnTo>
                <a:lnTo>
                  <a:pt x="1714714" y="174505"/>
                </a:lnTo>
                <a:lnTo>
                  <a:pt x="1717634" y="176445"/>
                </a:lnTo>
                <a:lnTo>
                  <a:pt x="1719824" y="177321"/>
                </a:lnTo>
                <a:lnTo>
                  <a:pt x="1722014" y="169551"/>
                </a:lnTo>
                <a:lnTo>
                  <a:pt x="1723474" y="170609"/>
                </a:lnTo>
                <a:lnTo>
                  <a:pt x="1724933" y="175382"/>
                </a:lnTo>
                <a:lnTo>
                  <a:pt x="1725663" y="172466"/>
                </a:lnTo>
                <a:lnTo>
                  <a:pt x="1727123" y="165776"/>
                </a:lnTo>
                <a:lnTo>
                  <a:pt x="1728583" y="168589"/>
                </a:lnTo>
                <a:lnTo>
                  <a:pt x="1730773" y="162461"/>
                </a:lnTo>
                <a:lnTo>
                  <a:pt x="1732233" y="164262"/>
                </a:lnTo>
                <a:lnTo>
                  <a:pt x="1735153" y="168401"/>
                </a:lnTo>
                <a:lnTo>
                  <a:pt x="1736613" y="172420"/>
                </a:lnTo>
                <a:lnTo>
                  <a:pt x="1738073" y="171338"/>
                </a:lnTo>
                <a:lnTo>
                  <a:pt x="1741723" y="167659"/>
                </a:lnTo>
                <a:lnTo>
                  <a:pt x="1746103" y="162603"/>
                </a:lnTo>
                <a:lnTo>
                  <a:pt x="1746833" y="166433"/>
                </a:lnTo>
                <a:lnTo>
                  <a:pt x="1747563" y="170967"/>
                </a:lnTo>
                <a:lnTo>
                  <a:pt x="1749023" y="167777"/>
                </a:lnTo>
                <a:lnTo>
                  <a:pt x="1751943" y="166327"/>
                </a:lnTo>
                <a:lnTo>
                  <a:pt x="1752673" y="170449"/>
                </a:lnTo>
                <a:lnTo>
                  <a:pt x="1754862" y="168329"/>
                </a:lnTo>
                <a:lnTo>
                  <a:pt x="1757782" y="169336"/>
                </a:lnTo>
                <a:lnTo>
                  <a:pt x="1762892" y="163902"/>
                </a:lnTo>
                <a:lnTo>
                  <a:pt x="1764352" y="170938"/>
                </a:lnTo>
                <a:lnTo>
                  <a:pt x="1766542" y="166791"/>
                </a:lnTo>
                <a:lnTo>
                  <a:pt x="1771652" y="160224"/>
                </a:lnTo>
                <a:lnTo>
                  <a:pt x="1772382" y="161921"/>
                </a:lnTo>
                <a:lnTo>
                  <a:pt x="1773842" y="168636"/>
                </a:lnTo>
                <a:lnTo>
                  <a:pt x="1775302" y="166811"/>
                </a:lnTo>
                <a:lnTo>
                  <a:pt x="1777492" y="164710"/>
                </a:lnTo>
                <a:lnTo>
                  <a:pt x="1778952" y="171279"/>
                </a:lnTo>
                <a:lnTo>
                  <a:pt x="1779682" y="168788"/>
                </a:lnTo>
                <a:lnTo>
                  <a:pt x="1781142" y="158492"/>
                </a:lnTo>
                <a:lnTo>
                  <a:pt x="1782602" y="163123"/>
                </a:lnTo>
                <a:lnTo>
                  <a:pt x="1784061" y="173969"/>
                </a:lnTo>
                <a:lnTo>
                  <a:pt x="1785521" y="170372"/>
                </a:lnTo>
                <a:lnTo>
                  <a:pt x="1786251" y="170301"/>
                </a:lnTo>
                <a:lnTo>
                  <a:pt x="1789901" y="156662"/>
                </a:lnTo>
                <a:lnTo>
                  <a:pt x="1790631" y="158834"/>
                </a:lnTo>
                <a:lnTo>
                  <a:pt x="1792091" y="162227"/>
                </a:lnTo>
                <a:lnTo>
                  <a:pt x="1792821" y="160098"/>
                </a:lnTo>
                <a:lnTo>
                  <a:pt x="1793551" y="158716"/>
                </a:lnTo>
                <a:lnTo>
                  <a:pt x="1794281" y="161526"/>
                </a:lnTo>
                <a:lnTo>
                  <a:pt x="1795011" y="164674"/>
                </a:lnTo>
                <a:lnTo>
                  <a:pt x="1795741" y="160365"/>
                </a:lnTo>
                <a:lnTo>
                  <a:pt x="1797201" y="157053"/>
                </a:lnTo>
                <a:lnTo>
                  <a:pt x="1797931" y="159009"/>
                </a:lnTo>
                <a:lnTo>
                  <a:pt x="1799391" y="177062"/>
                </a:lnTo>
                <a:lnTo>
                  <a:pt x="1801581" y="168205"/>
                </a:lnTo>
                <a:lnTo>
                  <a:pt x="1803041" y="164232"/>
                </a:lnTo>
                <a:lnTo>
                  <a:pt x="1804501" y="166905"/>
                </a:lnTo>
                <a:lnTo>
                  <a:pt x="1805231" y="167939"/>
                </a:lnTo>
                <a:lnTo>
                  <a:pt x="1805961" y="166809"/>
                </a:lnTo>
                <a:lnTo>
                  <a:pt x="1807421" y="162513"/>
                </a:lnTo>
                <a:lnTo>
                  <a:pt x="1808151" y="167354"/>
                </a:lnTo>
                <a:lnTo>
                  <a:pt x="1808881" y="168256"/>
                </a:lnTo>
                <a:lnTo>
                  <a:pt x="1809611" y="166632"/>
                </a:lnTo>
                <a:lnTo>
                  <a:pt x="1812530" y="163471"/>
                </a:lnTo>
                <a:lnTo>
                  <a:pt x="1813990" y="165713"/>
                </a:lnTo>
                <a:lnTo>
                  <a:pt x="1816180" y="173930"/>
                </a:lnTo>
                <a:lnTo>
                  <a:pt x="1819830" y="159521"/>
                </a:lnTo>
                <a:lnTo>
                  <a:pt x="1820560" y="159229"/>
                </a:lnTo>
                <a:lnTo>
                  <a:pt x="1822020" y="170251"/>
                </a:lnTo>
                <a:lnTo>
                  <a:pt x="1823480" y="166254"/>
                </a:lnTo>
                <a:lnTo>
                  <a:pt x="1824940" y="157607"/>
                </a:lnTo>
                <a:lnTo>
                  <a:pt x="1825670" y="162294"/>
                </a:lnTo>
                <a:lnTo>
                  <a:pt x="1827130" y="175777"/>
                </a:lnTo>
                <a:lnTo>
                  <a:pt x="1828590" y="167171"/>
                </a:lnTo>
                <a:lnTo>
                  <a:pt x="1829320" y="158783"/>
                </a:lnTo>
                <a:lnTo>
                  <a:pt x="1830780" y="166183"/>
                </a:lnTo>
                <a:lnTo>
                  <a:pt x="1832970" y="171382"/>
                </a:lnTo>
                <a:lnTo>
                  <a:pt x="1833700" y="170414"/>
                </a:lnTo>
                <a:lnTo>
                  <a:pt x="1835160" y="164162"/>
                </a:lnTo>
                <a:lnTo>
                  <a:pt x="1836620" y="167834"/>
                </a:lnTo>
                <a:lnTo>
                  <a:pt x="1837350" y="166739"/>
                </a:lnTo>
                <a:lnTo>
                  <a:pt x="1838810" y="179683"/>
                </a:lnTo>
                <a:lnTo>
                  <a:pt x="1839540" y="168340"/>
                </a:lnTo>
                <a:lnTo>
                  <a:pt x="1840999" y="164266"/>
                </a:lnTo>
                <a:lnTo>
                  <a:pt x="1842459" y="176104"/>
                </a:lnTo>
                <a:lnTo>
                  <a:pt x="1843919" y="173585"/>
                </a:lnTo>
                <a:lnTo>
                  <a:pt x="1844649" y="176608"/>
                </a:lnTo>
                <a:lnTo>
                  <a:pt x="1845379" y="173164"/>
                </a:lnTo>
                <a:lnTo>
                  <a:pt x="1846839" y="157213"/>
                </a:lnTo>
                <a:lnTo>
                  <a:pt x="1848299" y="162372"/>
                </a:lnTo>
                <a:lnTo>
                  <a:pt x="1849759" y="173870"/>
                </a:lnTo>
                <a:lnTo>
                  <a:pt x="1851219" y="172612"/>
                </a:lnTo>
                <a:lnTo>
                  <a:pt x="1853409" y="161980"/>
                </a:lnTo>
                <a:lnTo>
                  <a:pt x="1854139" y="167146"/>
                </a:lnTo>
                <a:lnTo>
                  <a:pt x="1855599" y="176818"/>
                </a:lnTo>
                <a:lnTo>
                  <a:pt x="1856329" y="168330"/>
                </a:lnTo>
                <a:lnTo>
                  <a:pt x="1857059" y="165020"/>
                </a:lnTo>
                <a:lnTo>
                  <a:pt x="1857789" y="171160"/>
                </a:lnTo>
                <a:lnTo>
                  <a:pt x="1858519" y="169682"/>
                </a:lnTo>
                <a:lnTo>
                  <a:pt x="1860709" y="173838"/>
                </a:lnTo>
                <a:lnTo>
                  <a:pt x="1862169" y="162552"/>
                </a:lnTo>
                <a:lnTo>
                  <a:pt x="1862899" y="164813"/>
                </a:lnTo>
                <a:lnTo>
                  <a:pt x="1864359" y="176959"/>
                </a:lnTo>
                <a:lnTo>
                  <a:pt x="1865819" y="173842"/>
                </a:lnTo>
                <a:lnTo>
                  <a:pt x="1868739" y="172614"/>
                </a:lnTo>
                <a:lnTo>
                  <a:pt x="1869468" y="175055"/>
                </a:lnTo>
                <a:lnTo>
                  <a:pt x="1870198" y="180612"/>
                </a:lnTo>
                <a:lnTo>
                  <a:pt x="1870928" y="174452"/>
                </a:lnTo>
                <a:lnTo>
                  <a:pt x="1871658" y="176157"/>
                </a:lnTo>
                <a:lnTo>
                  <a:pt x="1875308" y="167323"/>
                </a:lnTo>
                <a:lnTo>
                  <a:pt x="1877498" y="186433"/>
                </a:lnTo>
                <a:lnTo>
                  <a:pt x="1878228" y="175633"/>
                </a:lnTo>
                <a:lnTo>
                  <a:pt x="1878958" y="172368"/>
                </a:lnTo>
                <a:lnTo>
                  <a:pt x="1879688" y="175351"/>
                </a:lnTo>
                <a:lnTo>
                  <a:pt x="1880418" y="178257"/>
                </a:lnTo>
                <a:lnTo>
                  <a:pt x="1881148" y="171917"/>
                </a:lnTo>
                <a:lnTo>
                  <a:pt x="1881878" y="171562"/>
                </a:lnTo>
                <a:lnTo>
                  <a:pt x="1882608" y="173222"/>
                </a:lnTo>
                <a:lnTo>
                  <a:pt x="1883338" y="174670"/>
                </a:lnTo>
                <a:lnTo>
                  <a:pt x="1884068" y="167499"/>
                </a:lnTo>
                <a:lnTo>
                  <a:pt x="1886258" y="170827"/>
                </a:lnTo>
                <a:lnTo>
                  <a:pt x="1889908" y="164491"/>
                </a:lnTo>
                <a:lnTo>
                  <a:pt x="1895018" y="157336"/>
                </a:lnTo>
                <a:lnTo>
                  <a:pt x="1896478" y="164648"/>
                </a:lnTo>
                <a:lnTo>
                  <a:pt x="1897208" y="161107"/>
                </a:lnTo>
                <a:lnTo>
                  <a:pt x="1900857" y="149880"/>
                </a:lnTo>
                <a:lnTo>
                  <a:pt x="1902317" y="158127"/>
                </a:lnTo>
                <a:lnTo>
                  <a:pt x="1903777" y="154828"/>
                </a:lnTo>
                <a:lnTo>
                  <a:pt x="1905968" y="145566"/>
                </a:lnTo>
                <a:lnTo>
                  <a:pt x="1906697" y="149526"/>
                </a:lnTo>
                <a:lnTo>
                  <a:pt x="1907427" y="151247"/>
                </a:lnTo>
                <a:lnTo>
                  <a:pt x="1908157" y="149416"/>
                </a:lnTo>
                <a:lnTo>
                  <a:pt x="1909618" y="145930"/>
                </a:lnTo>
                <a:lnTo>
                  <a:pt x="1910347" y="153438"/>
                </a:lnTo>
                <a:lnTo>
                  <a:pt x="1911808" y="143251"/>
                </a:lnTo>
                <a:lnTo>
                  <a:pt x="1915458" y="137361"/>
                </a:lnTo>
                <a:lnTo>
                  <a:pt x="1916188" y="137674"/>
                </a:lnTo>
                <a:lnTo>
                  <a:pt x="1917648" y="133094"/>
                </a:lnTo>
                <a:lnTo>
                  <a:pt x="1918378" y="139196"/>
                </a:lnTo>
                <a:lnTo>
                  <a:pt x="1919108" y="144941"/>
                </a:lnTo>
                <a:lnTo>
                  <a:pt x="1920567" y="140887"/>
                </a:lnTo>
                <a:lnTo>
                  <a:pt x="1922757" y="135626"/>
                </a:lnTo>
                <a:lnTo>
                  <a:pt x="1923487" y="138647"/>
                </a:lnTo>
                <a:lnTo>
                  <a:pt x="1924217" y="143201"/>
                </a:lnTo>
                <a:lnTo>
                  <a:pt x="1925677" y="137453"/>
                </a:lnTo>
                <a:lnTo>
                  <a:pt x="1926407" y="133455"/>
                </a:lnTo>
                <a:lnTo>
                  <a:pt x="1927867" y="134679"/>
                </a:lnTo>
                <a:lnTo>
                  <a:pt x="1928597" y="136125"/>
                </a:lnTo>
                <a:lnTo>
                  <a:pt x="1929327" y="133619"/>
                </a:lnTo>
                <a:lnTo>
                  <a:pt x="1930057" y="129757"/>
                </a:lnTo>
                <a:lnTo>
                  <a:pt x="1931517" y="132506"/>
                </a:lnTo>
                <a:lnTo>
                  <a:pt x="1932247" y="132490"/>
                </a:lnTo>
                <a:lnTo>
                  <a:pt x="1934437" y="126764"/>
                </a:lnTo>
                <a:lnTo>
                  <a:pt x="1936627" y="134671"/>
                </a:lnTo>
                <a:lnTo>
                  <a:pt x="1937357" y="131871"/>
                </a:lnTo>
                <a:lnTo>
                  <a:pt x="1938087" y="129437"/>
                </a:lnTo>
                <a:lnTo>
                  <a:pt x="1938817" y="133479"/>
                </a:lnTo>
                <a:lnTo>
                  <a:pt x="1939547" y="136227"/>
                </a:lnTo>
                <a:lnTo>
                  <a:pt x="1941737" y="125440"/>
                </a:lnTo>
                <a:lnTo>
                  <a:pt x="1942467" y="127999"/>
                </a:lnTo>
                <a:lnTo>
                  <a:pt x="1943197" y="132567"/>
                </a:lnTo>
                <a:lnTo>
                  <a:pt x="1943927" y="129239"/>
                </a:lnTo>
                <a:lnTo>
                  <a:pt x="1947577" y="120327"/>
                </a:lnTo>
                <a:lnTo>
                  <a:pt x="1949766" y="117263"/>
                </a:lnTo>
                <a:lnTo>
                  <a:pt x="1950496" y="118471"/>
                </a:lnTo>
                <a:lnTo>
                  <a:pt x="1951226" y="119636"/>
                </a:lnTo>
                <a:lnTo>
                  <a:pt x="1951956" y="116934"/>
                </a:lnTo>
                <a:lnTo>
                  <a:pt x="1952686" y="114794"/>
                </a:lnTo>
                <a:lnTo>
                  <a:pt x="1953416" y="118461"/>
                </a:lnTo>
                <a:lnTo>
                  <a:pt x="1955606" y="123556"/>
                </a:lnTo>
                <a:lnTo>
                  <a:pt x="1956336" y="121880"/>
                </a:lnTo>
                <a:lnTo>
                  <a:pt x="1959256" y="114155"/>
                </a:lnTo>
                <a:lnTo>
                  <a:pt x="1961446" y="120992"/>
                </a:lnTo>
                <a:lnTo>
                  <a:pt x="1962176" y="120497"/>
                </a:lnTo>
                <a:lnTo>
                  <a:pt x="1963636" y="115979"/>
                </a:lnTo>
                <a:lnTo>
                  <a:pt x="1964366" y="119465"/>
                </a:lnTo>
                <a:lnTo>
                  <a:pt x="1966556" y="120977"/>
                </a:lnTo>
                <a:lnTo>
                  <a:pt x="1965826" y="118673"/>
                </a:lnTo>
                <a:lnTo>
                  <a:pt x="1967286" y="120199"/>
                </a:lnTo>
                <a:lnTo>
                  <a:pt x="1969476" y="121730"/>
                </a:lnTo>
                <a:lnTo>
                  <a:pt x="1970206" y="119947"/>
                </a:lnTo>
                <a:lnTo>
                  <a:pt x="1971666" y="122336"/>
                </a:lnTo>
                <a:lnTo>
                  <a:pt x="1973126" y="123147"/>
                </a:lnTo>
                <a:lnTo>
                  <a:pt x="1976046" y="120367"/>
                </a:lnTo>
                <a:lnTo>
                  <a:pt x="1977505" y="123231"/>
                </a:lnTo>
                <a:lnTo>
                  <a:pt x="1978235" y="119053"/>
                </a:lnTo>
                <a:lnTo>
                  <a:pt x="1978965" y="121335"/>
                </a:lnTo>
                <a:lnTo>
                  <a:pt x="1980425" y="120302"/>
                </a:lnTo>
                <a:lnTo>
                  <a:pt x="1982615" y="123142"/>
                </a:lnTo>
                <a:lnTo>
                  <a:pt x="1984075" y="117996"/>
                </a:lnTo>
                <a:lnTo>
                  <a:pt x="1984805" y="120807"/>
                </a:lnTo>
                <a:lnTo>
                  <a:pt x="1985535" y="122023"/>
                </a:lnTo>
                <a:lnTo>
                  <a:pt x="1986265" y="121307"/>
                </a:lnTo>
                <a:lnTo>
                  <a:pt x="1986995" y="118662"/>
                </a:lnTo>
                <a:lnTo>
                  <a:pt x="1987725" y="120009"/>
                </a:lnTo>
                <a:lnTo>
                  <a:pt x="1988455" y="124274"/>
                </a:lnTo>
                <a:lnTo>
                  <a:pt x="1990645" y="122797"/>
                </a:lnTo>
                <a:lnTo>
                  <a:pt x="1991375" y="118491"/>
                </a:lnTo>
                <a:lnTo>
                  <a:pt x="1993565" y="121098"/>
                </a:lnTo>
                <a:lnTo>
                  <a:pt x="1995755" y="120030"/>
                </a:lnTo>
                <a:lnTo>
                  <a:pt x="1995025" y="122959"/>
                </a:lnTo>
                <a:lnTo>
                  <a:pt x="1996485" y="121333"/>
                </a:lnTo>
                <a:lnTo>
                  <a:pt x="1997215" y="124182"/>
                </a:lnTo>
                <a:lnTo>
                  <a:pt x="1997945" y="123059"/>
                </a:lnTo>
                <a:lnTo>
                  <a:pt x="1998675" y="119263"/>
                </a:lnTo>
                <a:lnTo>
                  <a:pt x="2000865" y="120634"/>
                </a:lnTo>
                <a:lnTo>
                  <a:pt x="2002325" y="126273"/>
                </a:lnTo>
                <a:lnTo>
                  <a:pt x="2003055" y="124942"/>
                </a:lnTo>
                <a:lnTo>
                  <a:pt x="2003785" y="119274"/>
                </a:lnTo>
                <a:lnTo>
                  <a:pt x="2005245" y="126874"/>
                </a:lnTo>
                <a:lnTo>
                  <a:pt x="2008894" y="121149"/>
                </a:lnTo>
                <a:lnTo>
                  <a:pt x="2011814" y="123726"/>
                </a:lnTo>
                <a:lnTo>
                  <a:pt x="2014734" y="119924"/>
                </a:lnTo>
                <a:lnTo>
                  <a:pt x="2015464" y="121503"/>
                </a:lnTo>
                <a:lnTo>
                  <a:pt x="2016194" y="123074"/>
                </a:lnTo>
                <a:lnTo>
                  <a:pt x="2016924" y="119355"/>
                </a:lnTo>
                <a:lnTo>
                  <a:pt x="2017654" y="117777"/>
                </a:lnTo>
                <a:lnTo>
                  <a:pt x="2018384" y="119217"/>
                </a:lnTo>
                <a:lnTo>
                  <a:pt x="2021304" y="127578"/>
                </a:lnTo>
                <a:lnTo>
                  <a:pt x="2022034" y="126759"/>
                </a:lnTo>
                <a:lnTo>
                  <a:pt x="2024954" y="123721"/>
                </a:lnTo>
                <a:lnTo>
                  <a:pt x="2026414" y="120508"/>
                </a:lnTo>
                <a:lnTo>
                  <a:pt x="2027144" y="122260"/>
                </a:lnTo>
                <a:lnTo>
                  <a:pt x="2027874" y="124297"/>
                </a:lnTo>
                <a:lnTo>
                  <a:pt x="2028604" y="120586"/>
                </a:lnTo>
                <a:lnTo>
                  <a:pt x="2029334" y="120336"/>
                </a:lnTo>
                <a:lnTo>
                  <a:pt x="2030064" y="122834"/>
                </a:lnTo>
                <a:lnTo>
                  <a:pt x="2030794" y="126664"/>
                </a:lnTo>
                <a:lnTo>
                  <a:pt x="2032254" y="123012"/>
                </a:lnTo>
                <a:lnTo>
                  <a:pt x="2038093" y="129122"/>
                </a:lnTo>
                <a:lnTo>
                  <a:pt x="2038823" y="128567"/>
                </a:lnTo>
                <a:lnTo>
                  <a:pt x="2043933" y="124160"/>
                </a:lnTo>
                <a:lnTo>
                  <a:pt x="2044663" y="126440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path 145"/>
          <p:cNvSpPr/>
          <p:nvPr/>
        </p:nvSpPr>
        <p:spPr>
          <a:xfrm>
            <a:off x="6893373" y="3283469"/>
            <a:ext cx="2044663" cy="579866"/>
          </a:xfrm>
          <a:custGeom>
            <a:avLst/>
            <a:gdLst/>
            <a:ahLst/>
            <a:cxnLst/>
            <a:rect l="l" t="t" r="r" b="b"/>
            <a:pathLst>
              <a:path w="2044663" h="579866">
                <a:moveTo>
                  <a:pt x="0" y="408624"/>
                </a:moveTo>
                <a:lnTo>
                  <a:pt x="8030" y="412167"/>
                </a:lnTo>
                <a:lnTo>
                  <a:pt x="10950" y="411586"/>
                </a:lnTo>
                <a:lnTo>
                  <a:pt x="14600" y="411735"/>
                </a:lnTo>
                <a:lnTo>
                  <a:pt x="16060" y="411018"/>
                </a:lnTo>
                <a:lnTo>
                  <a:pt x="16790" y="412478"/>
                </a:lnTo>
                <a:lnTo>
                  <a:pt x="17520" y="413220"/>
                </a:lnTo>
                <a:lnTo>
                  <a:pt x="18250" y="411519"/>
                </a:lnTo>
                <a:lnTo>
                  <a:pt x="18980" y="409272"/>
                </a:lnTo>
                <a:lnTo>
                  <a:pt x="20440" y="410552"/>
                </a:lnTo>
                <a:lnTo>
                  <a:pt x="24089" y="411749"/>
                </a:lnTo>
                <a:lnTo>
                  <a:pt x="27009" y="410769"/>
                </a:lnTo>
                <a:lnTo>
                  <a:pt x="29929" y="412551"/>
                </a:lnTo>
                <a:lnTo>
                  <a:pt x="33579" y="410012"/>
                </a:lnTo>
                <a:lnTo>
                  <a:pt x="35769" y="414869"/>
                </a:lnTo>
                <a:lnTo>
                  <a:pt x="36499" y="412841"/>
                </a:lnTo>
                <a:lnTo>
                  <a:pt x="37229" y="411858"/>
                </a:lnTo>
                <a:lnTo>
                  <a:pt x="37959" y="413572"/>
                </a:lnTo>
                <a:lnTo>
                  <a:pt x="38689" y="417417"/>
                </a:lnTo>
                <a:lnTo>
                  <a:pt x="40879" y="415402"/>
                </a:lnTo>
                <a:lnTo>
                  <a:pt x="54748" y="417163"/>
                </a:lnTo>
                <a:lnTo>
                  <a:pt x="56208" y="412318"/>
                </a:lnTo>
                <a:lnTo>
                  <a:pt x="57668" y="414897"/>
                </a:lnTo>
                <a:lnTo>
                  <a:pt x="59858" y="422868"/>
                </a:lnTo>
                <a:lnTo>
                  <a:pt x="62048" y="419603"/>
                </a:lnTo>
                <a:lnTo>
                  <a:pt x="64968" y="417736"/>
                </a:lnTo>
                <a:lnTo>
                  <a:pt x="68618" y="424129"/>
                </a:lnTo>
                <a:lnTo>
                  <a:pt x="69348" y="422967"/>
                </a:lnTo>
                <a:lnTo>
                  <a:pt x="70808" y="419290"/>
                </a:lnTo>
                <a:lnTo>
                  <a:pt x="72998" y="420617"/>
                </a:lnTo>
                <a:lnTo>
                  <a:pt x="74458" y="423706"/>
                </a:lnTo>
                <a:lnTo>
                  <a:pt x="75918" y="421906"/>
                </a:lnTo>
                <a:lnTo>
                  <a:pt x="76648" y="422965"/>
                </a:lnTo>
                <a:lnTo>
                  <a:pt x="77378" y="422177"/>
                </a:lnTo>
                <a:lnTo>
                  <a:pt x="78838" y="417633"/>
                </a:lnTo>
                <a:lnTo>
                  <a:pt x="80298" y="420856"/>
                </a:lnTo>
                <a:lnTo>
                  <a:pt x="81757" y="427152"/>
                </a:lnTo>
                <a:lnTo>
                  <a:pt x="83217" y="422178"/>
                </a:lnTo>
                <a:lnTo>
                  <a:pt x="86137" y="417365"/>
                </a:lnTo>
                <a:lnTo>
                  <a:pt x="87597" y="426218"/>
                </a:lnTo>
                <a:lnTo>
                  <a:pt x="89057" y="421284"/>
                </a:lnTo>
                <a:lnTo>
                  <a:pt x="92707" y="416132"/>
                </a:lnTo>
                <a:lnTo>
                  <a:pt x="96357" y="426250"/>
                </a:lnTo>
                <a:lnTo>
                  <a:pt x="97817" y="423273"/>
                </a:lnTo>
                <a:lnTo>
                  <a:pt x="100007" y="421738"/>
                </a:lnTo>
                <a:lnTo>
                  <a:pt x="102197" y="419507"/>
                </a:lnTo>
                <a:lnTo>
                  <a:pt x="103657" y="417837"/>
                </a:lnTo>
                <a:lnTo>
                  <a:pt x="105117" y="418958"/>
                </a:lnTo>
                <a:lnTo>
                  <a:pt x="107307" y="423258"/>
                </a:lnTo>
                <a:lnTo>
                  <a:pt x="108767" y="429422"/>
                </a:lnTo>
                <a:lnTo>
                  <a:pt x="109497" y="426683"/>
                </a:lnTo>
                <a:lnTo>
                  <a:pt x="111686" y="417921"/>
                </a:lnTo>
                <a:lnTo>
                  <a:pt x="113146" y="421022"/>
                </a:lnTo>
                <a:lnTo>
                  <a:pt x="114606" y="420394"/>
                </a:lnTo>
                <a:lnTo>
                  <a:pt x="115336" y="422113"/>
                </a:lnTo>
                <a:lnTo>
                  <a:pt x="117526" y="423453"/>
                </a:lnTo>
                <a:lnTo>
                  <a:pt x="118986" y="417702"/>
                </a:lnTo>
                <a:lnTo>
                  <a:pt x="119716" y="420161"/>
                </a:lnTo>
                <a:lnTo>
                  <a:pt x="120446" y="426735"/>
                </a:lnTo>
                <a:lnTo>
                  <a:pt x="121906" y="424165"/>
                </a:lnTo>
                <a:lnTo>
                  <a:pt x="124826" y="422276"/>
                </a:lnTo>
                <a:lnTo>
                  <a:pt x="135046" y="423093"/>
                </a:lnTo>
                <a:lnTo>
                  <a:pt x="135776" y="424339"/>
                </a:lnTo>
                <a:lnTo>
                  <a:pt x="137236" y="423132"/>
                </a:lnTo>
                <a:lnTo>
                  <a:pt x="141615" y="415927"/>
                </a:lnTo>
                <a:lnTo>
                  <a:pt x="142345" y="416749"/>
                </a:lnTo>
                <a:lnTo>
                  <a:pt x="149645" y="421961"/>
                </a:lnTo>
                <a:lnTo>
                  <a:pt x="151835" y="420145"/>
                </a:lnTo>
                <a:lnTo>
                  <a:pt x="152565" y="421312"/>
                </a:lnTo>
                <a:lnTo>
                  <a:pt x="156215" y="422565"/>
                </a:lnTo>
                <a:lnTo>
                  <a:pt x="158405" y="418016"/>
                </a:lnTo>
                <a:lnTo>
                  <a:pt x="159135" y="419231"/>
                </a:lnTo>
                <a:lnTo>
                  <a:pt x="160595" y="422525"/>
                </a:lnTo>
                <a:lnTo>
                  <a:pt x="161325" y="419511"/>
                </a:lnTo>
                <a:lnTo>
                  <a:pt x="162055" y="416272"/>
                </a:lnTo>
                <a:lnTo>
                  <a:pt x="162785" y="418761"/>
                </a:lnTo>
                <a:lnTo>
                  <a:pt x="163515" y="426015"/>
                </a:lnTo>
                <a:lnTo>
                  <a:pt x="165705" y="424692"/>
                </a:lnTo>
                <a:lnTo>
                  <a:pt x="170815" y="422572"/>
                </a:lnTo>
                <a:lnTo>
                  <a:pt x="175925" y="422617"/>
                </a:lnTo>
                <a:lnTo>
                  <a:pt x="181035" y="427562"/>
                </a:lnTo>
                <a:lnTo>
                  <a:pt x="182495" y="425460"/>
                </a:lnTo>
                <a:lnTo>
                  <a:pt x="186875" y="422243"/>
                </a:lnTo>
                <a:lnTo>
                  <a:pt x="188335" y="419285"/>
                </a:lnTo>
                <a:lnTo>
                  <a:pt x="189064" y="424081"/>
                </a:lnTo>
                <a:lnTo>
                  <a:pt x="191984" y="435335"/>
                </a:lnTo>
                <a:lnTo>
                  <a:pt x="192714" y="432402"/>
                </a:lnTo>
                <a:lnTo>
                  <a:pt x="194904" y="425567"/>
                </a:lnTo>
                <a:lnTo>
                  <a:pt x="195634" y="426638"/>
                </a:lnTo>
                <a:lnTo>
                  <a:pt x="199284" y="427514"/>
                </a:lnTo>
                <a:lnTo>
                  <a:pt x="202204" y="428425"/>
                </a:lnTo>
                <a:lnTo>
                  <a:pt x="202934" y="426734"/>
                </a:lnTo>
                <a:lnTo>
                  <a:pt x="204394" y="424349"/>
                </a:lnTo>
                <a:lnTo>
                  <a:pt x="205124" y="426077"/>
                </a:lnTo>
                <a:lnTo>
                  <a:pt x="207314" y="430017"/>
                </a:lnTo>
                <a:lnTo>
                  <a:pt x="208774" y="428228"/>
                </a:lnTo>
                <a:lnTo>
                  <a:pt x="212424" y="420004"/>
                </a:lnTo>
                <a:lnTo>
                  <a:pt x="213154" y="422357"/>
                </a:lnTo>
                <a:lnTo>
                  <a:pt x="215344" y="437708"/>
                </a:lnTo>
                <a:lnTo>
                  <a:pt x="216804" y="430618"/>
                </a:lnTo>
                <a:lnTo>
                  <a:pt x="218263" y="429953"/>
                </a:lnTo>
                <a:lnTo>
                  <a:pt x="218993" y="430543"/>
                </a:lnTo>
                <a:lnTo>
                  <a:pt x="222643" y="431044"/>
                </a:lnTo>
                <a:lnTo>
                  <a:pt x="227023" y="433416"/>
                </a:lnTo>
                <a:lnTo>
                  <a:pt x="231403" y="456878"/>
                </a:lnTo>
                <a:lnTo>
                  <a:pt x="235053" y="440189"/>
                </a:lnTo>
                <a:lnTo>
                  <a:pt x="236513" y="432994"/>
                </a:lnTo>
                <a:lnTo>
                  <a:pt x="237243" y="440906"/>
                </a:lnTo>
                <a:lnTo>
                  <a:pt x="241623" y="455652"/>
                </a:lnTo>
                <a:lnTo>
                  <a:pt x="242353" y="454787"/>
                </a:lnTo>
                <a:lnTo>
                  <a:pt x="243813" y="444659"/>
                </a:lnTo>
                <a:lnTo>
                  <a:pt x="245273" y="446747"/>
                </a:lnTo>
                <a:lnTo>
                  <a:pt x="246003" y="448762"/>
                </a:lnTo>
                <a:lnTo>
                  <a:pt x="247462" y="445664"/>
                </a:lnTo>
                <a:lnTo>
                  <a:pt x="248922" y="448040"/>
                </a:lnTo>
                <a:lnTo>
                  <a:pt x="249652" y="447274"/>
                </a:lnTo>
                <a:lnTo>
                  <a:pt x="252572" y="443319"/>
                </a:lnTo>
                <a:lnTo>
                  <a:pt x="253302" y="444045"/>
                </a:lnTo>
                <a:lnTo>
                  <a:pt x="257682" y="451559"/>
                </a:lnTo>
                <a:lnTo>
                  <a:pt x="258412" y="451260"/>
                </a:lnTo>
                <a:lnTo>
                  <a:pt x="259872" y="449071"/>
                </a:lnTo>
                <a:lnTo>
                  <a:pt x="260602" y="450686"/>
                </a:lnTo>
                <a:lnTo>
                  <a:pt x="264982" y="454977"/>
                </a:lnTo>
                <a:lnTo>
                  <a:pt x="265712" y="451747"/>
                </a:lnTo>
                <a:lnTo>
                  <a:pt x="266442" y="456298"/>
                </a:lnTo>
                <a:lnTo>
                  <a:pt x="268632" y="463479"/>
                </a:lnTo>
                <a:lnTo>
                  <a:pt x="270092" y="462556"/>
                </a:lnTo>
                <a:lnTo>
                  <a:pt x="270822" y="463241"/>
                </a:lnTo>
                <a:lnTo>
                  <a:pt x="272282" y="461391"/>
                </a:lnTo>
                <a:lnTo>
                  <a:pt x="273742" y="463276"/>
                </a:lnTo>
                <a:lnTo>
                  <a:pt x="275202" y="466495"/>
                </a:lnTo>
                <a:lnTo>
                  <a:pt x="275931" y="464394"/>
                </a:lnTo>
                <a:lnTo>
                  <a:pt x="280311" y="460097"/>
                </a:lnTo>
                <a:lnTo>
                  <a:pt x="281771" y="462593"/>
                </a:lnTo>
                <a:lnTo>
                  <a:pt x="283231" y="461479"/>
                </a:lnTo>
                <a:lnTo>
                  <a:pt x="284691" y="461617"/>
                </a:lnTo>
                <a:lnTo>
                  <a:pt x="286151" y="463319"/>
                </a:lnTo>
                <a:lnTo>
                  <a:pt x="286881" y="462628"/>
                </a:lnTo>
                <a:lnTo>
                  <a:pt x="291261" y="460154"/>
                </a:lnTo>
                <a:lnTo>
                  <a:pt x="295641" y="452842"/>
                </a:lnTo>
                <a:lnTo>
                  <a:pt x="297101" y="455372"/>
                </a:lnTo>
                <a:lnTo>
                  <a:pt x="300021" y="455645"/>
                </a:lnTo>
                <a:lnTo>
                  <a:pt x="304400" y="453920"/>
                </a:lnTo>
                <a:lnTo>
                  <a:pt x="305130" y="452435"/>
                </a:lnTo>
                <a:lnTo>
                  <a:pt x="306590" y="454500"/>
                </a:lnTo>
                <a:lnTo>
                  <a:pt x="311700" y="458261"/>
                </a:lnTo>
                <a:lnTo>
                  <a:pt x="312430" y="459365"/>
                </a:lnTo>
                <a:lnTo>
                  <a:pt x="313160" y="457607"/>
                </a:lnTo>
                <a:lnTo>
                  <a:pt x="314620" y="451661"/>
                </a:lnTo>
                <a:lnTo>
                  <a:pt x="316080" y="456073"/>
                </a:lnTo>
                <a:lnTo>
                  <a:pt x="319730" y="450510"/>
                </a:lnTo>
                <a:lnTo>
                  <a:pt x="320460" y="452467"/>
                </a:lnTo>
                <a:lnTo>
                  <a:pt x="322650" y="462352"/>
                </a:lnTo>
                <a:lnTo>
                  <a:pt x="323380" y="456088"/>
                </a:lnTo>
                <a:lnTo>
                  <a:pt x="326300" y="447409"/>
                </a:lnTo>
                <a:lnTo>
                  <a:pt x="327030" y="452400"/>
                </a:lnTo>
                <a:lnTo>
                  <a:pt x="328490" y="467635"/>
                </a:lnTo>
                <a:lnTo>
                  <a:pt x="330680" y="463499"/>
                </a:lnTo>
                <a:lnTo>
                  <a:pt x="334329" y="454365"/>
                </a:lnTo>
                <a:lnTo>
                  <a:pt x="335059" y="455917"/>
                </a:lnTo>
                <a:lnTo>
                  <a:pt x="340169" y="462635"/>
                </a:lnTo>
                <a:lnTo>
                  <a:pt x="340899" y="461017"/>
                </a:lnTo>
                <a:lnTo>
                  <a:pt x="344549" y="457305"/>
                </a:lnTo>
                <a:lnTo>
                  <a:pt x="348929" y="456678"/>
                </a:lnTo>
                <a:lnTo>
                  <a:pt x="349659" y="455257"/>
                </a:lnTo>
                <a:lnTo>
                  <a:pt x="351119" y="457760"/>
                </a:lnTo>
                <a:lnTo>
                  <a:pt x="356959" y="456127"/>
                </a:lnTo>
                <a:lnTo>
                  <a:pt x="359879" y="452371"/>
                </a:lnTo>
                <a:lnTo>
                  <a:pt x="360609" y="452941"/>
                </a:lnTo>
                <a:lnTo>
                  <a:pt x="362068" y="452017"/>
                </a:lnTo>
                <a:lnTo>
                  <a:pt x="362798" y="450189"/>
                </a:lnTo>
                <a:lnTo>
                  <a:pt x="364988" y="451795"/>
                </a:lnTo>
                <a:lnTo>
                  <a:pt x="366448" y="451609"/>
                </a:lnTo>
                <a:lnTo>
                  <a:pt x="367178" y="448628"/>
                </a:lnTo>
                <a:lnTo>
                  <a:pt x="368638" y="451160"/>
                </a:lnTo>
                <a:lnTo>
                  <a:pt x="369368" y="452174"/>
                </a:lnTo>
                <a:lnTo>
                  <a:pt x="370828" y="450019"/>
                </a:lnTo>
                <a:lnTo>
                  <a:pt x="374478" y="451563"/>
                </a:lnTo>
                <a:lnTo>
                  <a:pt x="375208" y="453794"/>
                </a:lnTo>
                <a:lnTo>
                  <a:pt x="377398" y="452172"/>
                </a:lnTo>
                <a:lnTo>
                  <a:pt x="383968" y="441699"/>
                </a:lnTo>
                <a:lnTo>
                  <a:pt x="387618" y="443921"/>
                </a:lnTo>
                <a:lnTo>
                  <a:pt x="391267" y="442807"/>
                </a:lnTo>
                <a:lnTo>
                  <a:pt x="405867" y="437456"/>
                </a:lnTo>
                <a:lnTo>
                  <a:pt x="406597" y="436599"/>
                </a:lnTo>
                <a:lnTo>
                  <a:pt x="407327" y="437674"/>
                </a:lnTo>
                <a:lnTo>
                  <a:pt x="408787" y="441840"/>
                </a:lnTo>
                <a:lnTo>
                  <a:pt x="410247" y="439878"/>
                </a:lnTo>
                <a:lnTo>
                  <a:pt x="416087" y="438195"/>
                </a:lnTo>
                <a:lnTo>
                  <a:pt x="422656" y="429465"/>
                </a:lnTo>
                <a:lnTo>
                  <a:pt x="425576" y="426642"/>
                </a:lnTo>
                <a:lnTo>
                  <a:pt x="428496" y="430651"/>
                </a:lnTo>
                <a:lnTo>
                  <a:pt x="429956" y="429225"/>
                </a:lnTo>
                <a:lnTo>
                  <a:pt x="433606" y="423403"/>
                </a:lnTo>
                <a:lnTo>
                  <a:pt x="434336" y="425395"/>
                </a:lnTo>
                <a:lnTo>
                  <a:pt x="438716" y="430304"/>
                </a:lnTo>
                <a:lnTo>
                  <a:pt x="440176" y="426953"/>
                </a:lnTo>
                <a:lnTo>
                  <a:pt x="440906" y="431052"/>
                </a:lnTo>
                <a:lnTo>
                  <a:pt x="444556" y="431004"/>
                </a:lnTo>
                <a:lnTo>
                  <a:pt x="446016" y="431434"/>
                </a:lnTo>
                <a:lnTo>
                  <a:pt x="447476" y="425395"/>
                </a:lnTo>
                <a:lnTo>
                  <a:pt x="451855" y="422746"/>
                </a:lnTo>
                <a:lnTo>
                  <a:pt x="452585" y="424075"/>
                </a:lnTo>
                <a:lnTo>
                  <a:pt x="454045" y="427626"/>
                </a:lnTo>
                <a:lnTo>
                  <a:pt x="454775" y="424842"/>
                </a:lnTo>
                <a:lnTo>
                  <a:pt x="458425" y="415210"/>
                </a:lnTo>
                <a:lnTo>
                  <a:pt x="461345" y="420888"/>
                </a:lnTo>
                <a:lnTo>
                  <a:pt x="462805" y="424789"/>
                </a:lnTo>
                <a:lnTo>
                  <a:pt x="464265" y="423224"/>
                </a:lnTo>
                <a:lnTo>
                  <a:pt x="470835" y="417648"/>
                </a:lnTo>
                <a:lnTo>
                  <a:pt x="471565" y="420436"/>
                </a:lnTo>
                <a:lnTo>
                  <a:pt x="473755" y="422600"/>
                </a:lnTo>
                <a:lnTo>
                  <a:pt x="475215" y="419406"/>
                </a:lnTo>
                <a:lnTo>
                  <a:pt x="475945" y="420237"/>
                </a:lnTo>
                <a:lnTo>
                  <a:pt x="478134" y="427371"/>
                </a:lnTo>
                <a:lnTo>
                  <a:pt x="479594" y="425020"/>
                </a:lnTo>
                <a:lnTo>
                  <a:pt x="480324" y="421493"/>
                </a:lnTo>
                <a:lnTo>
                  <a:pt x="482514" y="423633"/>
                </a:lnTo>
                <a:lnTo>
                  <a:pt x="483244" y="424537"/>
                </a:lnTo>
                <a:lnTo>
                  <a:pt x="483974" y="423771"/>
                </a:lnTo>
                <a:lnTo>
                  <a:pt x="486164" y="420204"/>
                </a:lnTo>
                <a:lnTo>
                  <a:pt x="486894" y="420769"/>
                </a:lnTo>
                <a:lnTo>
                  <a:pt x="489814" y="421881"/>
                </a:lnTo>
                <a:lnTo>
                  <a:pt x="490544" y="420442"/>
                </a:lnTo>
                <a:lnTo>
                  <a:pt x="491274" y="422460"/>
                </a:lnTo>
                <a:lnTo>
                  <a:pt x="498574" y="432127"/>
                </a:lnTo>
                <a:lnTo>
                  <a:pt x="501494" y="424950"/>
                </a:lnTo>
                <a:lnTo>
                  <a:pt x="502224" y="426936"/>
                </a:lnTo>
                <a:lnTo>
                  <a:pt x="502954" y="428038"/>
                </a:lnTo>
                <a:lnTo>
                  <a:pt x="504414" y="426239"/>
                </a:lnTo>
                <a:lnTo>
                  <a:pt x="505874" y="426723"/>
                </a:lnTo>
                <a:lnTo>
                  <a:pt x="508063" y="433824"/>
                </a:lnTo>
                <a:lnTo>
                  <a:pt x="508793" y="432111"/>
                </a:lnTo>
                <a:lnTo>
                  <a:pt x="513173" y="421222"/>
                </a:lnTo>
                <a:lnTo>
                  <a:pt x="518283" y="424272"/>
                </a:lnTo>
                <a:lnTo>
                  <a:pt x="519743" y="421520"/>
                </a:lnTo>
                <a:lnTo>
                  <a:pt x="520473" y="423441"/>
                </a:lnTo>
                <a:lnTo>
                  <a:pt x="527043" y="436954"/>
                </a:lnTo>
                <a:lnTo>
                  <a:pt x="529233" y="428776"/>
                </a:lnTo>
                <a:lnTo>
                  <a:pt x="529963" y="429816"/>
                </a:lnTo>
                <a:lnTo>
                  <a:pt x="531423" y="434790"/>
                </a:lnTo>
                <a:lnTo>
                  <a:pt x="532883" y="432681"/>
                </a:lnTo>
                <a:lnTo>
                  <a:pt x="536532" y="431369"/>
                </a:lnTo>
                <a:lnTo>
                  <a:pt x="541642" y="430244"/>
                </a:lnTo>
                <a:lnTo>
                  <a:pt x="546022" y="439363"/>
                </a:lnTo>
                <a:lnTo>
                  <a:pt x="546752" y="438016"/>
                </a:lnTo>
                <a:lnTo>
                  <a:pt x="551862" y="438599"/>
                </a:lnTo>
                <a:lnTo>
                  <a:pt x="553322" y="440047"/>
                </a:lnTo>
                <a:lnTo>
                  <a:pt x="554052" y="438973"/>
                </a:lnTo>
                <a:lnTo>
                  <a:pt x="554782" y="437546"/>
                </a:lnTo>
                <a:lnTo>
                  <a:pt x="556242" y="440197"/>
                </a:lnTo>
                <a:lnTo>
                  <a:pt x="556972" y="441068"/>
                </a:lnTo>
                <a:lnTo>
                  <a:pt x="558432" y="439441"/>
                </a:lnTo>
                <a:lnTo>
                  <a:pt x="560622" y="437878"/>
                </a:lnTo>
                <a:lnTo>
                  <a:pt x="565001" y="447893"/>
                </a:lnTo>
                <a:lnTo>
                  <a:pt x="567921" y="444278"/>
                </a:lnTo>
                <a:lnTo>
                  <a:pt x="571571" y="450732"/>
                </a:lnTo>
                <a:lnTo>
                  <a:pt x="573761" y="442668"/>
                </a:lnTo>
                <a:lnTo>
                  <a:pt x="575221" y="447165"/>
                </a:lnTo>
                <a:lnTo>
                  <a:pt x="578141" y="451075"/>
                </a:lnTo>
                <a:lnTo>
                  <a:pt x="578871" y="450460"/>
                </a:lnTo>
                <a:lnTo>
                  <a:pt x="580331" y="447488"/>
                </a:lnTo>
                <a:lnTo>
                  <a:pt x="581061" y="450817"/>
                </a:lnTo>
                <a:lnTo>
                  <a:pt x="583251" y="454258"/>
                </a:lnTo>
                <a:lnTo>
                  <a:pt x="583981" y="453142"/>
                </a:lnTo>
                <a:lnTo>
                  <a:pt x="587631" y="449046"/>
                </a:lnTo>
                <a:lnTo>
                  <a:pt x="588361" y="451513"/>
                </a:lnTo>
                <a:lnTo>
                  <a:pt x="589821" y="459513"/>
                </a:lnTo>
                <a:lnTo>
                  <a:pt x="591281" y="455625"/>
                </a:lnTo>
                <a:lnTo>
                  <a:pt x="594930" y="450069"/>
                </a:lnTo>
                <a:lnTo>
                  <a:pt x="595660" y="450545"/>
                </a:lnTo>
                <a:lnTo>
                  <a:pt x="597120" y="448869"/>
                </a:lnTo>
                <a:lnTo>
                  <a:pt x="597850" y="450600"/>
                </a:lnTo>
                <a:lnTo>
                  <a:pt x="602230" y="456852"/>
                </a:lnTo>
                <a:lnTo>
                  <a:pt x="605151" y="460908"/>
                </a:lnTo>
                <a:lnTo>
                  <a:pt x="605880" y="458565"/>
                </a:lnTo>
                <a:lnTo>
                  <a:pt x="608071" y="459873"/>
                </a:lnTo>
                <a:lnTo>
                  <a:pt x="608801" y="459661"/>
                </a:lnTo>
                <a:lnTo>
                  <a:pt x="609530" y="462283"/>
                </a:lnTo>
                <a:lnTo>
                  <a:pt x="610260" y="457084"/>
                </a:lnTo>
                <a:lnTo>
                  <a:pt x="610991" y="456614"/>
                </a:lnTo>
                <a:lnTo>
                  <a:pt x="613180" y="465159"/>
                </a:lnTo>
                <a:lnTo>
                  <a:pt x="614640" y="462379"/>
                </a:lnTo>
                <a:lnTo>
                  <a:pt x="615370" y="463628"/>
                </a:lnTo>
                <a:lnTo>
                  <a:pt x="616100" y="461574"/>
                </a:lnTo>
                <a:lnTo>
                  <a:pt x="621940" y="448856"/>
                </a:lnTo>
                <a:lnTo>
                  <a:pt x="623400" y="449018"/>
                </a:lnTo>
                <a:lnTo>
                  <a:pt x="624860" y="453562"/>
                </a:lnTo>
                <a:lnTo>
                  <a:pt x="626320" y="452936"/>
                </a:lnTo>
                <a:lnTo>
                  <a:pt x="629240" y="447697"/>
                </a:lnTo>
                <a:lnTo>
                  <a:pt x="629970" y="448713"/>
                </a:lnTo>
                <a:lnTo>
                  <a:pt x="635080" y="452214"/>
                </a:lnTo>
                <a:lnTo>
                  <a:pt x="643839" y="446450"/>
                </a:lnTo>
                <a:lnTo>
                  <a:pt x="646029" y="446440"/>
                </a:lnTo>
                <a:lnTo>
                  <a:pt x="648219" y="441157"/>
                </a:lnTo>
                <a:lnTo>
                  <a:pt x="648949" y="442463"/>
                </a:lnTo>
                <a:lnTo>
                  <a:pt x="651869" y="443389"/>
                </a:lnTo>
                <a:lnTo>
                  <a:pt x="655519" y="442125"/>
                </a:lnTo>
                <a:lnTo>
                  <a:pt x="656249" y="443010"/>
                </a:lnTo>
                <a:lnTo>
                  <a:pt x="656979" y="440053"/>
                </a:lnTo>
                <a:lnTo>
                  <a:pt x="657709" y="439611"/>
                </a:lnTo>
                <a:lnTo>
                  <a:pt x="658439" y="442175"/>
                </a:lnTo>
                <a:lnTo>
                  <a:pt x="659899" y="443808"/>
                </a:lnTo>
                <a:lnTo>
                  <a:pt x="660629" y="442895"/>
                </a:lnTo>
                <a:lnTo>
                  <a:pt x="663549" y="436733"/>
                </a:lnTo>
                <a:lnTo>
                  <a:pt x="665739" y="439202"/>
                </a:lnTo>
                <a:lnTo>
                  <a:pt x="666469" y="436331"/>
                </a:lnTo>
                <a:lnTo>
                  <a:pt x="667199" y="432311"/>
                </a:lnTo>
                <a:lnTo>
                  <a:pt x="669389" y="433940"/>
                </a:lnTo>
                <a:lnTo>
                  <a:pt x="670849" y="435790"/>
                </a:lnTo>
                <a:lnTo>
                  <a:pt x="671579" y="434610"/>
                </a:lnTo>
                <a:lnTo>
                  <a:pt x="675958" y="433773"/>
                </a:lnTo>
                <a:lnTo>
                  <a:pt x="690558" y="428541"/>
                </a:lnTo>
                <a:lnTo>
                  <a:pt x="692018" y="430160"/>
                </a:lnTo>
                <a:lnTo>
                  <a:pt x="692748" y="428931"/>
                </a:lnTo>
                <a:lnTo>
                  <a:pt x="694938" y="425259"/>
                </a:lnTo>
                <a:lnTo>
                  <a:pt x="695668" y="428472"/>
                </a:lnTo>
                <a:lnTo>
                  <a:pt x="697858" y="433686"/>
                </a:lnTo>
                <a:lnTo>
                  <a:pt x="698588" y="432269"/>
                </a:lnTo>
                <a:lnTo>
                  <a:pt x="699318" y="430585"/>
                </a:lnTo>
                <a:lnTo>
                  <a:pt x="700048" y="432385"/>
                </a:lnTo>
                <a:lnTo>
                  <a:pt x="702967" y="443121"/>
                </a:lnTo>
                <a:lnTo>
                  <a:pt x="703697" y="442084"/>
                </a:lnTo>
                <a:lnTo>
                  <a:pt x="705887" y="434035"/>
                </a:lnTo>
                <a:lnTo>
                  <a:pt x="706617" y="435375"/>
                </a:lnTo>
                <a:lnTo>
                  <a:pt x="708807" y="445600"/>
                </a:lnTo>
                <a:lnTo>
                  <a:pt x="710267" y="442411"/>
                </a:lnTo>
                <a:lnTo>
                  <a:pt x="713917" y="430269"/>
                </a:lnTo>
                <a:lnTo>
                  <a:pt x="715377" y="433140"/>
                </a:lnTo>
                <a:lnTo>
                  <a:pt x="721217" y="431961"/>
                </a:lnTo>
                <a:lnTo>
                  <a:pt x="725597" y="429406"/>
                </a:lnTo>
                <a:lnTo>
                  <a:pt x="726327" y="430924"/>
                </a:lnTo>
                <a:lnTo>
                  <a:pt x="729247" y="436135"/>
                </a:lnTo>
                <a:lnTo>
                  <a:pt x="732896" y="432348"/>
                </a:lnTo>
                <a:lnTo>
                  <a:pt x="736546" y="435648"/>
                </a:lnTo>
                <a:lnTo>
                  <a:pt x="737276" y="434750"/>
                </a:lnTo>
                <a:lnTo>
                  <a:pt x="740926" y="434800"/>
                </a:lnTo>
                <a:lnTo>
                  <a:pt x="751146" y="434946"/>
                </a:lnTo>
                <a:lnTo>
                  <a:pt x="754066" y="426142"/>
                </a:lnTo>
                <a:lnTo>
                  <a:pt x="756256" y="427285"/>
                </a:lnTo>
                <a:lnTo>
                  <a:pt x="760635" y="424420"/>
                </a:lnTo>
                <a:lnTo>
                  <a:pt x="761365" y="426213"/>
                </a:lnTo>
                <a:lnTo>
                  <a:pt x="762825" y="424253"/>
                </a:lnTo>
                <a:lnTo>
                  <a:pt x="767935" y="422967"/>
                </a:lnTo>
                <a:lnTo>
                  <a:pt x="769395" y="420016"/>
                </a:lnTo>
                <a:lnTo>
                  <a:pt x="770855" y="423005"/>
                </a:lnTo>
                <a:lnTo>
                  <a:pt x="771585" y="424606"/>
                </a:lnTo>
                <a:lnTo>
                  <a:pt x="772315" y="421519"/>
                </a:lnTo>
                <a:lnTo>
                  <a:pt x="773045" y="421249"/>
                </a:lnTo>
                <a:lnTo>
                  <a:pt x="773775" y="423389"/>
                </a:lnTo>
                <a:lnTo>
                  <a:pt x="774505" y="424673"/>
                </a:lnTo>
                <a:lnTo>
                  <a:pt x="775235" y="422916"/>
                </a:lnTo>
                <a:lnTo>
                  <a:pt x="775965" y="420424"/>
                </a:lnTo>
                <a:lnTo>
                  <a:pt x="777425" y="424318"/>
                </a:lnTo>
                <a:lnTo>
                  <a:pt x="781805" y="419844"/>
                </a:lnTo>
                <a:lnTo>
                  <a:pt x="785455" y="425324"/>
                </a:lnTo>
                <a:lnTo>
                  <a:pt x="788374" y="419844"/>
                </a:lnTo>
                <a:lnTo>
                  <a:pt x="789104" y="420606"/>
                </a:lnTo>
                <a:lnTo>
                  <a:pt x="792024" y="421987"/>
                </a:lnTo>
                <a:lnTo>
                  <a:pt x="794214" y="417878"/>
                </a:lnTo>
                <a:lnTo>
                  <a:pt x="794944" y="419300"/>
                </a:lnTo>
                <a:lnTo>
                  <a:pt x="797134" y="421757"/>
                </a:lnTo>
                <a:lnTo>
                  <a:pt x="797864" y="420648"/>
                </a:lnTo>
                <a:lnTo>
                  <a:pt x="801514" y="414827"/>
                </a:lnTo>
                <a:lnTo>
                  <a:pt x="802244" y="415299"/>
                </a:lnTo>
                <a:lnTo>
                  <a:pt x="803704" y="417699"/>
                </a:lnTo>
                <a:lnTo>
                  <a:pt x="805164" y="416098"/>
                </a:lnTo>
                <a:lnTo>
                  <a:pt x="811734" y="413369"/>
                </a:lnTo>
                <a:lnTo>
                  <a:pt x="814654" y="413404"/>
                </a:lnTo>
                <a:lnTo>
                  <a:pt x="816114" y="412319"/>
                </a:lnTo>
                <a:lnTo>
                  <a:pt x="816843" y="413129"/>
                </a:lnTo>
                <a:lnTo>
                  <a:pt x="821223" y="417108"/>
                </a:lnTo>
                <a:lnTo>
                  <a:pt x="826333" y="415803"/>
                </a:lnTo>
                <a:lnTo>
                  <a:pt x="833633" y="401102"/>
                </a:lnTo>
                <a:lnTo>
                  <a:pt x="834363" y="402935"/>
                </a:lnTo>
                <a:lnTo>
                  <a:pt x="836553" y="403120"/>
                </a:lnTo>
                <a:lnTo>
                  <a:pt x="840203" y="397475"/>
                </a:lnTo>
                <a:lnTo>
                  <a:pt x="840933" y="397099"/>
                </a:lnTo>
                <a:lnTo>
                  <a:pt x="843123" y="399796"/>
                </a:lnTo>
                <a:lnTo>
                  <a:pt x="843853" y="399191"/>
                </a:lnTo>
                <a:lnTo>
                  <a:pt x="848232" y="400428"/>
                </a:lnTo>
                <a:lnTo>
                  <a:pt x="850422" y="402411"/>
                </a:lnTo>
                <a:lnTo>
                  <a:pt x="851152" y="400368"/>
                </a:lnTo>
                <a:lnTo>
                  <a:pt x="857722" y="404693"/>
                </a:lnTo>
                <a:lnTo>
                  <a:pt x="867942" y="410142"/>
                </a:lnTo>
                <a:lnTo>
                  <a:pt x="870132" y="409049"/>
                </a:lnTo>
                <a:lnTo>
                  <a:pt x="870862" y="410446"/>
                </a:lnTo>
                <a:lnTo>
                  <a:pt x="874511" y="413550"/>
                </a:lnTo>
                <a:lnTo>
                  <a:pt x="879621" y="411738"/>
                </a:lnTo>
                <a:lnTo>
                  <a:pt x="882541" y="413957"/>
                </a:lnTo>
                <a:lnTo>
                  <a:pt x="883271" y="412119"/>
                </a:lnTo>
                <a:lnTo>
                  <a:pt x="884731" y="414058"/>
                </a:lnTo>
                <a:lnTo>
                  <a:pt x="888381" y="415858"/>
                </a:lnTo>
                <a:lnTo>
                  <a:pt x="892031" y="423506"/>
                </a:lnTo>
                <a:lnTo>
                  <a:pt x="892761" y="422595"/>
                </a:lnTo>
                <a:lnTo>
                  <a:pt x="900061" y="427328"/>
                </a:lnTo>
                <a:lnTo>
                  <a:pt x="911010" y="433478"/>
                </a:lnTo>
                <a:lnTo>
                  <a:pt x="919040" y="434551"/>
                </a:lnTo>
                <a:lnTo>
                  <a:pt x="922690" y="431687"/>
                </a:lnTo>
                <a:lnTo>
                  <a:pt x="926340" y="429235"/>
                </a:lnTo>
                <a:lnTo>
                  <a:pt x="935829" y="441439"/>
                </a:lnTo>
                <a:lnTo>
                  <a:pt x="936559" y="449032"/>
                </a:lnTo>
                <a:lnTo>
                  <a:pt x="938749" y="447376"/>
                </a:lnTo>
                <a:lnTo>
                  <a:pt x="944589" y="456846"/>
                </a:lnTo>
                <a:lnTo>
                  <a:pt x="948239" y="466437"/>
                </a:lnTo>
                <a:lnTo>
                  <a:pt x="951159" y="474103"/>
                </a:lnTo>
                <a:lnTo>
                  <a:pt x="970138" y="520051"/>
                </a:lnTo>
                <a:lnTo>
                  <a:pt x="971598" y="519064"/>
                </a:lnTo>
                <a:lnTo>
                  <a:pt x="976708" y="515127"/>
                </a:lnTo>
                <a:lnTo>
                  <a:pt x="987658" y="503572"/>
                </a:lnTo>
                <a:lnTo>
                  <a:pt x="992767" y="495512"/>
                </a:lnTo>
                <a:lnTo>
                  <a:pt x="1000797" y="483902"/>
                </a:lnTo>
                <a:lnTo>
                  <a:pt x="1005177" y="477833"/>
                </a:lnTo>
                <a:lnTo>
                  <a:pt x="1011017" y="471703"/>
                </a:lnTo>
                <a:lnTo>
                  <a:pt x="1018317" y="463081"/>
                </a:lnTo>
                <a:lnTo>
                  <a:pt x="1019776" y="462015"/>
                </a:lnTo>
                <a:lnTo>
                  <a:pt x="1022696" y="460019"/>
                </a:lnTo>
                <a:lnTo>
                  <a:pt x="1030726" y="459007"/>
                </a:lnTo>
                <a:lnTo>
                  <a:pt x="1053356" y="483132"/>
                </a:lnTo>
                <a:lnTo>
                  <a:pt x="1054086" y="481805"/>
                </a:lnTo>
                <a:lnTo>
                  <a:pt x="1055546" y="483050"/>
                </a:lnTo>
                <a:lnTo>
                  <a:pt x="1065036" y="484288"/>
                </a:lnTo>
                <a:lnTo>
                  <a:pt x="1070145" y="477513"/>
                </a:lnTo>
                <a:lnTo>
                  <a:pt x="1071605" y="480960"/>
                </a:lnTo>
                <a:lnTo>
                  <a:pt x="1072335" y="478879"/>
                </a:lnTo>
                <a:lnTo>
                  <a:pt x="1081825" y="464017"/>
                </a:lnTo>
                <a:lnTo>
                  <a:pt x="1082555" y="464609"/>
                </a:lnTo>
                <a:lnTo>
                  <a:pt x="1083285" y="465104"/>
                </a:lnTo>
                <a:lnTo>
                  <a:pt x="1089855" y="442089"/>
                </a:lnTo>
                <a:lnTo>
                  <a:pt x="1090585" y="442805"/>
                </a:lnTo>
                <a:lnTo>
                  <a:pt x="1094235" y="432449"/>
                </a:lnTo>
                <a:lnTo>
                  <a:pt x="1094965" y="434428"/>
                </a:lnTo>
                <a:lnTo>
                  <a:pt x="1095695" y="431714"/>
                </a:lnTo>
                <a:lnTo>
                  <a:pt x="1096425" y="431921"/>
                </a:lnTo>
                <a:lnTo>
                  <a:pt x="1100804" y="423693"/>
                </a:lnTo>
                <a:lnTo>
                  <a:pt x="1104454" y="418043"/>
                </a:lnTo>
                <a:lnTo>
                  <a:pt x="1105914" y="419987"/>
                </a:lnTo>
                <a:lnTo>
                  <a:pt x="1106644" y="419487"/>
                </a:lnTo>
                <a:lnTo>
                  <a:pt x="1108834" y="414461"/>
                </a:lnTo>
                <a:lnTo>
                  <a:pt x="1109564" y="415841"/>
                </a:lnTo>
                <a:lnTo>
                  <a:pt x="1112484" y="413002"/>
                </a:lnTo>
                <a:lnTo>
                  <a:pt x="1113214" y="413730"/>
                </a:lnTo>
                <a:lnTo>
                  <a:pt x="1113944" y="411269"/>
                </a:lnTo>
                <a:lnTo>
                  <a:pt x="1116134" y="408075"/>
                </a:lnTo>
                <a:lnTo>
                  <a:pt x="1116864" y="409066"/>
                </a:lnTo>
                <a:lnTo>
                  <a:pt x="1117594" y="408383"/>
                </a:lnTo>
                <a:lnTo>
                  <a:pt x="1118324" y="409612"/>
                </a:lnTo>
                <a:lnTo>
                  <a:pt x="1119054" y="411832"/>
                </a:lnTo>
                <a:lnTo>
                  <a:pt x="1119784" y="405645"/>
                </a:lnTo>
                <a:lnTo>
                  <a:pt x="1120514" y="407655"/>
                </a:lnTo>
                <a:lnTo>
                  <a:pt x="1121244" y="403565"/>
                </a:lnTo>
                <a:lnTo>
                  <a:pt x="1122704" y="406268"/>
                </a:lnTo>
                <a:lnTo>
                  <a:pt x="1125624" y="401999"/>
                </a:lnTo>
                <a:lnTo>
                  <a:pt x="1126353" y="402664"/>
                </a:lnTo>
                <a:lnTo>
                  <a:pt x="1130003" y="395896"/>
                </a:lnTo>
                <a:lnTo>
                  <a:pt x="1131463" y="394378"/>
                </a:lnTo>
                <a:lnTo>
                  <a:pt x="1132193" y="395479"/>
                </a:lnTo>
                <a:lnTo>
                  <a:pt x="1133653" y="391413"/>
                </a:lnTo>
                <a:lnTo>
                  <a:pt x="1135113" y="393218"/>
                </a:lnTo>
                <a:lnTo>
                  <a:pt x="1135843" y="394817"/>
                </a:lnTo>
                <a:lnTo>
                  <a:pt x="1136573" y="388932"/>
                </a:lnTo>
                <a:lnTo>
                  <a:pt x="1137303" y="396388"/>
                </a:lnTo>
                <a:lnTo>
                  <a:pt x="1138033" y="395656"/>
                </a:lnTo>
                <a:lnTo>
                  <a:pt x="1139493" y="393477"/>
                </a:lnTo>
                <a:lnTo>
                  <a:pt x="1140223" y="398941"/>
                </a:lnTo>
                <a:lnTo>
                  <a:pt x="1141683" y="395211"/>
                </a:lnTo>
                <a:lnTo>
                  <a:pt x="1143143" y="397366"/>
                </a:lnTo>
                <a:lnTo>
                  <a:pt x="1144603" y="393980"/>
                </a:lnTo>
                <a:lnTo>
                  <a:pt x="1145333" y="398136"/>
                </a:lnTo>
                <a:lnTo>
                  <a:pt x="1146793" y="394569"/>
                </a:lnTo>
                <a:lnTo>
                  <a:pt x="1147523" y="389062"/>
                </a:lnTo>
                <a:lnTo>
                  <a:pt x="1148983" y="393083"/>
                </a:lnTo>
                <a:lnTo>
                  <a:pt x="1150443" y="393611"/>
                </a:lnTo>
                <a:lnTo>
                  <a:pt x="1153363" y="389613"/>
                </a:lnTo>
                <a:lnTo>
                  <a:pt x="1156282" y="395677"/>
                </a:lnTo>
                <a:lnTo>
                  <a:pt x="1157012" y="387276"/>
                </a:lnTo>
                <a:lnTo>
                  <a:pt x="1158472" y="397669"/>
                </a:lnTo>
                <a:lnTo>
                  <a:pt x="1161392" y="389351"/>
                </a:lnTo>
                <a:lnTo>
                  <a:pt x="1165042" y="397158"/>
                </a:lnTo>
                <a:lnTo>
                  <a:pt x="1165772" y="394938"/>
                </a:lnTo>
                <a:lnTo>
                  <a:pt x="1166502" y="392917"/>
                </a:lnTo>
                <a:lnTo>
                  <a:pt x="1167232" y="395043"/>
                </a:lnTo>
                <a:lnTo>
                  <a:pt x="1167962" y="397085"/>
                </a:lnTo>
                <a:lnTo>
                  <a:pt x="1168692" y="394019"/>
                </a:lnTo>
                <a:lnTo>
                  <a:pt x="1170152" y="388917"/>
                </a:lnTo>
                <a:lnTo>
                  <a:pt x="1170882" y="389999"/>
                </a:lnTo>
                <a:lnTo>
                  <a:pt x="1171612" y="398942"/>
                </a:lnTo>
                <a:lnTo>
                  <a:pt x="1173802" y="393845"/>
                </a:lnTo>
                <a:lnTo>
                  <a:pt x="1175262" y="396071"/>
                </a:lnTo>
                <a:lnTo>
                  <a:pt x="1175992" y="392818"/>
                </a:lnTo>
                <a:lnTo>
                  <a:pt x="1177452" y="395194"/>
                </a:lnTo>
                <a:lnTo>
                  <a:pt x="1178912" y="393562"/>
                </a:lnTo>
                <a:lnTo>
                  <a:pt x="1180372" y="396526"/>
                </a:lnTo>
                <a:lnTo>
                  <a:pt x="1181832" y="398096"/>
                </a:lnTo>
                <a:lnTo>
                  <a:pt x="1184751" y="390958"/>
                </a:lnTo>
                <a:lnTo>
                  <a:pt x="1185481" y="398927"/>
                </a:lnTo>
                <a:lnTo>
                  <a:pt x="1187671" y="395680"/>
                </a:lnTo>
                <a:lnTo>
                  <a:pt x="1189131" y="399375"/>
                </a:lnTo>
                <a:lnTo>
                  <a:pt x="1189861" y="397729"/>
                </a:lnTo>
                <a:lnTo>
                  <a:pt x="1192781" y="392716"/>
                </a:lnTo>
                <a:lnTo>
                  <a:pt x="1194971" y="394642"/>
                </a:lnTo>
                <a:lnTo>
                  <a:pt x="1195701" y="391845"/>
                </a:lnTo>
                <a:lnTo>
                  <a:pt x="1197891" y="393061"/>
                </a:lnTo>
                <a:lnTo>
                  <a:pt x="1199351" y="395633"/>
                </a:lnTo>
                <a:lnTo>
                  <a:pt x="1200081" y="393243"/>
                </a:lnTo>
                <a:lnTo>
                  <a:pt x="1200811" y="392393"/>
                </a:lnTo>
                <a:lnTo>
                  <a:pt x="1203001" y="396795"/>
                </a:lnTo>
                <a:lnTo>
                  <a:pt x="1203731" y="395396"/>
                </a:lnTo>
                <a:lnTo>
                  <a:pt x="1205191" y="391209"/>
                </a:lnTo>
                <a:lnTo>
                  <a:pt x="1206651" y="392627"/>
                </a:lnTo>
                <a:lnTo>
                  <a:pt x="1208841" y="390841"/>
                </a:lnTo>
                <a:lnTo>
                  <a:pt x="1209571" y="390546"/>
                </a:lnTo>
                <a:lnTo>
                  <a:pt x="1210301" y="395735"/>
                </a:lnTo>
                <a:lnTo>
                  <a:pt x="1211761" y="391512"/>
                </a:lnTo>
                <a:lnTo>
                  <a:pt x="1213950" y="388793"/>
                </a:lnTo>
                <a:lnTo>
                  <a:pt x="1214680" y="390385"/>
                </a:lnTo>
                <a:lnTo>
                  <a:pt x="1216870" y="393273"/>
                </a:lnTo>
                <a:lnTo>
                  <a:pt x="1218330" y="386477"/>
                </a:lnTo>
                <a:lnTo>
                  <a:pt x="1219060" y="386759"/>
                </a:lnTo>
                <a:lnTo>
                  <a:pt x="1219790" y="392792"/>
                </a:lnTo>
                <a:lnTo>
                  <a:pt x="1221250" y="386167"/>
                </a:lnTo>
                <a:lnTo>
                  <a:pt x="1224170" y="389510"/>
                </a:lnTo>
                <a:lnTo>
                  <a:pt x="1227090" y="383003"/>
                </a:lnTo>
                <a:lnTo>
                  <a:pt x="1227820" y="391401"/>
                </a:lnTo>
                <a:lnTo>
                  <a:pt x="1230010" y="387915"/>
                </a:lnTo>
                <a:lnTo>
                  <a:pt x="1234390" y="381541"/>
                </a:lnTo>
                <a:lnTo>
                  <a:pt x="1236580" y="387741"/>
                </a:lnTo>
                <a:lnTo>
                  <a:pt x="1237310" y="386559"/>
                </a:lnTo>
                <a:lnTo>
                  <a:pt x="1238770" y="379297"/>
                </a:lnTo>
                <a:lnTo>
                  <a:pt x="1240230" y="384055"/>
                </a:lnTo>
                <a:lnTo>
                  <a:pt x="1240960" y="384626"/>
                </a:lnTo>
                <a:lnTo>
                  <a:pt x="1242419" y="378554"/>
                </a:lnTo>
                <a:lnTo>
                  <a:pt x="1243879" y="382745"/>
                </a:lnTo>
                <a:lnTo>
                  <a:pt x="1247529" y="384464"/>
                </a:lnTo>
                <a:lnTo>
                  <a:pt x="1250449" y="383057"/>
                </a:lnTo>
                <a:lnTo>
                  <a:pt x="1253369" y="380450"/>
                </a:lnTo>
                <a:lnTo>
                  <a:pt x="1254099" y="381860"/>
                </a:lnTo>
                <a:lnTo>
                  <a:pt x="1254829" y="383769"/>
                </a:lnTo>
                <a:lnTo>
                  <a:pt x="1256289" y="382354"/>
                </a:lnTo>
                <a:lnTo>
                  <a:pt x="1258479" y="379929"/>
                </a:lnTo>
                <a:lnTo>
                  <a:pt x="1259209" y="381984"/>
                </a:lnTo>
                <a:lnTo>
                  <a:pt x="1261399" y="380727"/>
                </a:lnTo>
                <a:lnTo>
                  <a:pt x="1262129" y="382349"/>
                </a:lnTo>
                <a:lnTo>
                  <a:pt x="1263589" y="379371"/>
                </a:lnTo>
                <a:lnTo>
                  <a:pt x="1265049" y="381367"/>
                </a:lnTo>
                <a:lnTo>
                  <a:pt x="1267239" y="380612"/>
                </a:lnTo>
                <a:lnTo>
                  <a:pt x="1270159" y="379594"/>
                </a:lnTo>
                <a:lnTo>
                  <a:pt x="1272348" y="382224"/>
                </a:lnTo>
                <a:lnTo>
                  <a:pt x="1275998" y="378260"/>
                </a:lnTo>
                <a:lnTo>
                  <a:pt x="1289868" y="376670"/>
                </a:lnTo>
                <a:lnTo>
                  <a:pt x="1290598" y="378357"/>
                </a:lnTo>
                <a:lnTo>
                  <a:pt x="1292058" y="377148"/>
                </a:lnTo>
                <a:lnTo>
                  <a:pt x="1293518" y="375970"/>
                </a:lnTo>
                <a:lnTo>
                  <a:pt x="1294248" y="377429"/>
                </a:lnTo>
                <a:lnTo>
                  <a:pt x="1296438" y="380294"/>
                </a:lnTo>
                <a:lnTo>
                  <a:pt x="1297168" y="376762"/>
                </a:lnTo>
                <a:lnTo>
                  <a:pt x="1298628" y="380246"/>
                </a:lnTo>
                <a:lnTo>
                  <a:pt x="1299358" y="380621"/>
                </a:lnTo>
                <a:lnTo>
                  <a:pt x="1302277" y="373438"/>
                </a:lnTo>
                <a:lnTo>
                  <a:pt x="1303737" y="374869"/>
                </a:lnTo>
                <a:lnTo>
                  <a:pt x="1304467" y="372258"/>
                </a:lnTo>
                <a:lnTo>
                  <a:pt x="1308117" y="368530"/>
                </a:lnTo>
                <a:lnTo>
                  <a:pt x="1309577" y="377807"/>
                </a:lnTo>
                <a:lnTo>
                  <a:pt x="1311037" y="372574"/>
                </a:lnTo>
                <a:lnTo>
                  <a:pt x="1311767" y="370961"/>
                </a:lnTo>
                <a:lnTo>
                  <a:pt x="1312497" y="373472"/>
                </a:lnTo>
                <a:lnTo>
                  <a:pt x="1314687" y="376721"/>
                </a:lnTo>
                <a:lnTo>
                  <a:pt x="1315417" y="373869"/>
                </a:lnTo>
                <a:lnTo>
                  <a:pt x="1318337" y="367594"/>
                </a:lnTo>
                <a:lnTo>
                  <a:pt x="1321257" y="374862"/>
                </a:lnTo>
                <a:lnTo>
                  <a:pt x="1321987" y="368714"/>
                </a:lnTo>
                <a:lnTo>
                  <a:pt x="1323447" y="372672"/>
                </a:lnTo>
                <a:lnTo>
                  <a:pt x="1324907" y="378660"/>
                </a:lnTo>
                <a:lnTo>
                  <a:pt x="1326367" y="376045"/>
                </a:lnTo>
                <a:lnTo>
                  <a:pt x="1330016" y="371721"/>
                </a:lnTo>
                <a:lnTo>
                  <a:pt x="1332936" y="373680"/>
                </a:lnTo>
                <a:lnTo>
                  <a:pt x="1333666" y="371679"/>
                </a:lnTo>
                <a:lnTo>
                  <a:pt x="1335126" y="373066"/>
                </a:lnTo>
                <a:lnTo>
                  <a:pt x="1336586" y="375524"/>
                </a:lnTo>
                <a:lnTo>
                  <a:pt x="1337316" y="374142"/>
                </a:lnTo>
                <a:lnTo>
                  <a:pt x="1340236" y="371268"/>
                </a:lnTo>
                <a:lnTo>
                  <a:pt x="1340966" y="376507"/>
                </a:lnTo>
                <a:lnTo>
                  <a:pt x="1343156" y="373571"/>
                </a:lnTo>
                <a:lnTo>
                  <a:pt x="1343886" y="370877"/>
                </a:lnTo>
                <a:lnTo>
                  <a:pt x="1344616" y="374026"/>
                </a:lnTo>
                <a:lnTo>
                  <a:pt x="1345346" y="371378"/>
                </a:lnTo>
                <a:lnTo>
                  <a:pt x="1348266" y="374828"/>
                </a:lnTo>
                <a:lnTo>
                  <a:pt x="1352646" y="371841"/>
                </a:lnTo>
                <a:lnTo>
                  <a:pt x="1353376" y="373893"/>
                </a:lnTo>
                <a:lnTo>
                  <a:pt x="1354106" y="377968"/>
                </a:lnTo>
                <a:lnTo>
                  <a:pt x="1355566" y="373212"/>
                </a:lnTo>
                <a:lnTo>
                  <a:pt x="1356296" y="376167"/>
                </a:lnTo>
                <a:lnTo>
                  <a:pt x="1359215" y="377823"/>
                </a:lnTo>
                <a:lnTo>
                  <a:pt x="1359945" y="374888"/>
                </a:lnTo>
                <a:lnTo>
                  <a:pt x="1361405" y="372201"/>
                </a:lnTo>
                <a:lnTo>
                  <a:pt x="1362865" y="374264"/>
                </a:lnTo>
                <a:lnTo>
                  <a:pt x="1365785" y="379945"/>
                </a:lnTo>
                <a:lnTo>
                  <a:pt x="1366515" y="378031"/>
                </a:lnTo>
                <a:lnTo>
                  <a:pt x="1368705" y="378952"/>
                </a:lnTo>
                <a:lnTo>
                  <a:pt x="1369435" y="380915"/>
                </a:lnTo>
                <a:lnTo>
                  <a:pt x="1370895" y="379314"/>
                </a:lnTo>
                <a:lnTo>
                  <a:pt x="1372355" y="378462"/>
                </a:lnTo>
                <a:lnTo>
                  <a:pt x="1373815" y="382170"/>
                </a:lnTo>
                <a:lnTo>
                  <a:pt x="1374545" y="379550"/>
                </a:lnTo>
                <a:lnTo>
                  <a:pt x="1375275" y="378324"/>
                </a:lnTo>
                <a:lnTo>
                  <a:pt x="1376005" y="383331"/>
                </a:lnTo>
                <a:lnTo>
                  <a:pt x="1378195" y="380328"/>
                </a:lnTo>
                <a:lnTo>
                  <a:pt x="1381845" y="385821"/>
                </a:lnTo>
                <a:lnTo>
                  <a:pt x="1385495" y="376571"/>
                </a:lnTo>
                <a:lnTo>
                  <a:pt x="1386224" y="377586"/>
                </a:lnTo>
                <a:lnTo>
                  <a:pt x="1387684" y="372389"/>
                </a:lnTo>
                <a:lnTo>
                  <a:pt x="1390604" y="340105"/>
                </a:lnTo>
                <a:lnTo>
                  <a:pt x="1392794" y="347644"/>
                </a:lnTo>
                <a:lnTo>
                  <a:pt x="1412504" y="279433"/>
                </a:lnTo>
                <a:lnTo>
                  <a:pt x="1413234" y="279907"/>
                </a:lnTo>
                <a:lnTo>
                  <a:pt x="1414694" y="269262"/>
                </a:lnTo>
                <a:lnTo>
                  <a:pt x="1416153" y="269519"/>
                </a:lnTo>
                <a:lnTo>
                  <a:pt x="1416883" y="274419"/>
                </a:lnTo>
                <a:lnTo>
                  <a:pt x="1417613" y="264979"/>
                </a:lnTo>
                <a:lnTo>
                  <a:pt x="1418343" y="265172"/>
                </a:lnTo>
                <a:lnTo>
                  <a:pt x="1421993" y="250665"/>
                </a:lnTo>
                <a:lnTo>
                  <a:pt x="1422723" y="250942"/>
                </a:lnTo>
                <a:lnTo>
                  <a:pt x="1424183" y="248984"/>
                </a:lnTo>
                <a:lnTo>
                  <a:pt x="1427833" y="229306"/>
                </a:lnTo>
                <a:lnTo>
                  <a:pt x="1431483" y="224279"/>
                </a:lnTo>
                <a:lnTo>
                  <a:pt x="1441703" y="184899"/>
                </a:lnTo>
                <a:lnTo>
                  <a:pt x="1446812" y="165732"/>
                </a:lnTo>
                <a:lnTo>
                  <a:pt x="1448272" y="171445"/>
                </a:lnTo>
                <a:lnTo>
                  <a:pt x="1449002" y="169995"/>
                </a:lnTo>
                <a:lnTo>
                  <a:pt x="1454112" y="149750"/>
                </a:lnTo>
                <a:lnTo>
                  <a:pt x="1456302" y="147634"/>
                </a:lnTo>
                <a:lnTo>
                  <a:pt x="1459222" y="125547"/>
                </a:lnTo>
                <a:lnTo>
                  <a:pt x="1459952" y="125735"/>
                </a:lnTo>
                <a:lnTo>
                  <a:pt x="1461412" y="129576"/>
                </a:lnTo>
                <a:lnTo>
                  <a:pt x="1462142" y="125267"/>
                </a:lnTo>
                <a:lnTo>
                  <a:pt x="1468712" y="100569"/>
                </a:lnTo>
                <a:lnTo>
                  <a:pt x="1469442" y="103189"/>
                </a:lnTo>
                <a:lnTo>
                  <a:pt x="1471632" y="98224"/>
                </a:lnTo>
                <a:lnTo>
                  <a:pt x="1487692" y="54321"/>
                </a:lnTo>
                <a:lnTo>
                  <a:pt x="1491342" y="39669"/>
                </a:lnTo>
                <a:lnTo>
                  <a:pt x="1492072" y="43132"/>
                </a:lnTo>
                <a:lnTo>
                  <a:pt x="1493532" y="40087"/>
                </a:lnTo>
                <a:lnTo>
                  <a:pt x="1496451" y="34702"/>
                </a:lnTo>
                <a:lnTo>
                  <a:pt x="1498641" y="26289"/>
                </a:lnTo>
                <a:lnTo>
                  <a:pt x="1500101" y="28150"/>
                </a:lnTo>
                <a:lnTo>
                  <a:pt x="1502291" y="26610"/>
                </a:lnTo>
                <a:lnTo>
                  <a:pt x="1507401" y="19614"/>
                </a:lnTo>
                <a:lnTo>
                  <a:pt x="1508131" y="20613"/>
                </a:lnTo>
                <a:lnTo>
                  <a:pt x="1508861" y="17599"/>
                </a:lnTo>
                <a:lnTo>
                  <a:pt x="1511781" y="9789"/>
                </a:lnTo>
                <a:lnTo>
                  <a:pt x="1514701" y="12645"/>
                </a:lnTo>
                <a:lnTo>
                  <a:pt x="1519081" y="5819"/>
                </a:lnTo>
                <a:lnTo>
                  <a:pt x="1519811" y="7268"/>
                </a:lnTo>
                <a:lnTo>
                  <a:pt x="1523460" y="8266"/>
                </a:lnTo>
                <a:lnTo>
                  <a:pt x="1526380" y="3516"/>
                </a:lnTo>
                <a:lnTo>
                  <a:pt x="1527110" y="6277"/>
                </a:lnTo>
                <a:lnTo>
                  <a:pt x="1528570" y="4094"/>
                </a:lnTo>
                <a:lnTo>
                  <a:pt x="1531490" y="2806"/>
                </a:lnTo>
                <a:lnTo>
                  <a:pt x="1534410" y="4557"/>
                </a:lnTo>
                <a:lnTo>
                  <a:pt x="1535140" y="3020"/>
                </a:lnTo>
                <a:lnTo>
                  <a:pt x="1536600" y="0"/>
                </a:lnTo>
                <a:lnTo>
                  <a:pt x="1538790" y="3130"/>
                </a:lnTo>
                <a:lnTo>
                  <a:pt x="1551929" y="17130"/>
                </a:lnTo>
                <a:lnTo>
                  <a:pt x="1555579" y="29034"/>
                </a:lnTo>
                <a:lnTo>
                  <a:pt x="1557769" y="32018"/>
                </a:lnTo>
                <a:lnTo>
                  <a:pt x="1562879" y="65190"/>
                </a:lnTo>
                <a:lnTo>
                  <a:pt x="1567259" y="215839"/>
                </a:lnTo>
                <a:lnTo>
                  <a:pt x="1573099" y="442154"/>
                </a:lnTo>
                <a:lnTo>
                  <a:pt x="1578209" y="498580"/>
                </a:lnTo>
                <a:lnTo>
                  <a:pt x="1581128" y="502478"/>
                </a:lnTo>
                <a:lnTo>
                  <a:pt x="1581858" y="521604"/>
                </a:lnTo>
                <a:lnTo>
                  <a:pt x="1584048" y="521126"/>
                </a:lnTo>
                <a:lnTo>
                  <a:pt x="1585508" y="515904"/>
                </a:lnTo>
                <a:lnTo>
                  <a:pt x="1587698" y="536220"/>
                </a:lnTo>
                <a:lnTo>
                  <a:pt x="1588428" y="527561"/>
                </a:lnTo>
                <a:lnTo>
                  <a:pt x="1589158" y="529006"/>
                </a:lnTo>
                <a:lnTo>
                  <a:pt x="1589888" y="537921"/>
                </a:lnTo>
                <a:lnTo>
                  <a:pt x="1591348" y="535730"/>
                </a:lnTo>
                <a:lnTo>
                  <a:pt x="1592078" y="525578"/>
                </a:lnTo>
                <a:lnTo>
                  <a:pt x="1593538" y="539681"/>
                </a:lnTo>
                <a:lnTo>
                  <a:pt x="1594268" y="547342"/>
                </a:lnTo>
                <a:lnTo>
                  <a:pt x="1596458" y="542947"/>
                </a:lnTo>
                <a:lnTo>
                  <a:pt x="1597918" y="541947"/>
                </a:lnTo>
                <a:lnTo>
                  <a:pt x="1599378" y="550477"/>
                </a:lnTo>
                <a:lnTo>
                  <a:pt x="1600108" y="541512"/>
                </a:lnTo>
                <a:lnTo>
                  <a:pt x="1601568" y="551398"/>
                </a:lnTo>
                <a:lnTo>
                  <a:pt x="1608868" y="556115"/>
                </a:lnTo>
                <a:lnTo>
                  <a:pt x="1615437" y="554817"/>
                </a:lnTo>
                <a:lnTo>
                  <a:pt x="1616897" y="554917"/>
                </a:lnTo>
                <a:lnTo>
                  <a:pt x="1620547" y="542763"/>
                </a:lnTo>
                <a:lnTo>
                  <a:pt x="1622007" y="541357"/>
                </a:lnTo>
                <a:lnTo>
                  <a:pt x="1625657" y="532450"/>
                </a:lnTo>
                <a:lnTo>
                  <a:pt x="1629307" y="527244"/>
                </a:lnTo>
                <a:lnTo>
                  <a:pt x="1630037" y="529627"/>
                </a:lnTo>
                <a:lnTo>
                  <a:pt x="1631497" y="526601"/>
                </a:lnTo>
                <a:lnTo>
                  <a:pt x="1632227" y="524551"/>
                </a:lnTo>
                <a:lnTo>
                  <a:pt x="1632957" y="527706"/>
                </a:lnTo>
                <a:lnTo>
                  <a:pt x="1633687" y="525329"/>
                </a:lnTo>
                <a:lnTo>
                  <a:pt x="1634417" y="526598"/>
                </a:lnTo>
                <a:lnTo>
                  <a:pt x="1635147" y="524617"/>
                </a:lnTo>
                <a:lnTo>
                  <a:pt x="1638796" y="522022"/>
                </a:lnTo>
                <a:lnTo>
                  <a:pt x="1639526" y="523294"/>
                </a:lnTo>
                <a:lnTo>
                  <a:pt x="1640986" y="527006"/>
                </a:lnTo>
                <a:lnTo>
                  <a:pt x="1641716" y="523794"/>
                </a:lnTo>
                <a:lnTo>
                  <a:pt x="1643906" y="519581"/>
                </a:lnTo>
                <a:lnTo>
                  <a:pt x="1644636" y="520801"/>
                </a:lnTo>
                <a:lnTo>
                  <a:pt x="1646096" y="530192"/>
                </a:lnTo>
                <a:lnTo>
                  <a:pt x="1648286" y="527600"/>
                </a:lnTo>
                <a:lnTo>
                  <a:pt x="1650476" y="519722"/>
                </a:lnTo>
                <a:lnTo>
                  <a:pt x="1651206" y="520470"/>
                </a:lnTo>
                <a:lnTo>
                  <a:pt x="1655586" y="528956"/>
                </a:lnTo>
                <a:lnTo>
                  <a:pt x="1657776" y="523148"/>
                </a:lnTo>
                <a:lnTo>
                  <a:pt x="1658506" y="525218"/>
                </a:lnTo>
                <a:lnTo>
                  <a:pt x="1660696" y="531515"/>
                </a:lnTo>
                <a:lnTo>
                  <a:pt x="1661426" y="526868"/>
                </a:lnTo>
                <a:lnTo>
                  <a:pt x="1662156" y="522851"/>
                </a:lnTo>
                <a:lnTo>
                  <a:pt x="1663616" y="524258"/>
                </a:lnTo>
                <a:lnTo>
                  <a:pt x="1672375" y="539226"/>
                </a:lnTo>
                <a:lnTo>
                  <a:pt x="1674565" y="531792"/>
                </a:lnTo>
                <a:lnTo>
                  <a:pt x="1675295" y="535500"/>
                </a:lnTo>
                <a:lnTo>
                  <a:pt x="1679675" y="540516"/>
                </a:lnTo>
                <a:lnTo>
                  <a:pt x="1680405" y="538800"/>
                </a:lnTo>
                <a:lnTo>
                  <a:pt x="1681135" y="537522"/>
                </a:lnTo>
                <a:lnTo>
                  <a:pt x="1681865" y="540371"/>
                </a:lnTo>
                <a:lnTo>
                  <a:pt x="1684055" y="544321"/>
                </a:lnTo>
                <a:lnTo>
                  <a:pt x="1684785" y="541979"/>
                </a:lnTo>
                <a:lnTo>
                  <a:pt x="1685515" y="541955"/>
                </a:lnTo>
                <a:lnTo>
                  <a:pt x="1686245" y="544810"/>
                </a:lnTo>
                <a:lnTo>
                  <a:pt x="1687705" y="544210"/>
                </a:lnTo>
                <a:lnTo>
                  <a:pt x="1688435" y="541703"/>
                </a:lnTo>
                <a:lnTo>
                  <a:pt x="1689165" y="542532"/>
                </a:lnTo>
                <a:lnTo>
                  <a:pt x="1692085" y="552376"/>
                </a:lnTo>
                <a:lnTo>
                  <a:pt x="1694275" y="542548"/>
                </a:lnTo>
                <a:lnTo>
                  <a:pt x="1695735" y="544195"/>
                </a:lnTo>
                <a:lnTo>
                  <a:pt x="1696464" y="542564"/>
                </a:lnTo>
                <a:lnTo>
                  <a:pt x="1697194" y="545470"/>
                </a:lnTo>
                <a:lnTo>
                  <a:pt x="1697924" y="546541"/>
                </a:lnTo>
                <a:lnTo>
                  <a:pt x="1698654" y="544954"/>
                </a:lnTo>
                <a:lnTo>
                  <a:pt x="1702304" y="538433"/>
                </a:lnTo>
                <a:lnTo>
                  <a:pt x="1703764" y="538957"/>
                </a:lnTo>
                <a:lnTo>
                  <a:pt x="1708874" y="527924"/>
                </a:lnTo>
                <a:lnTo>
                  <a:pt x="1710334" y="533096"/>
                </a:lnTo>
                <a:lnTo>
                  <a:pt x="1711064" y="529420"/>
                </a:lnTo>
                <a:lnTo>
                  <a:pt x="1716174" y="517089"/>
                </a:lnTo>
                <a:lnTo>
                  <a:pt x="1716904" y="517715"/>
                </a:lnTo>
                <a:lnTo>
                  <a:pt x="1717634" y="513722"/>
                </a:lnTo>
                <a:lnTo>
                  <a:pt x="1719094" y="520236"/>
                </a:lnTo>
                <a:lnTo>
                  <a:pt x="1721284" y="517572"/>
                </a:lnTo>
                <a:lnTo>
                  <a:pt x="1722014" y="518097"/>
                </a:lnTo>
                <a:lnTo>
                  <a:pt x="1725663" y="523680"/>
                </a:lnTo>
                <a:lnTo>
                  <a:pt x="1723474" y="515455"/>
                </a:lnTo>
                <a:lnTo>
                  <a:pt x="1726393" y="520672"/>
                </a:lnTo>
                <a:lnTo>
                  <a:pt x="1730043" y="519458"/>
                </a:lnTo>
                <a:lnTo>
                  <a:pt x="1732963" y="524130"/>
                </a:lnTo>
                <a:lnTo>
                  <a:pt x="1735883" y="516185"/>
                </a:lnTo>
                <a:lnTo>
                  <a:pt x="1736613" y="519462"/>
                </a:lnTo>
                <a:lnTo>
                  <a:pt x="1740263" y="527817"/>
                </a:lnTo>
                <a:lnTo>
                  <a:pt x="1743913" y="528208"/>
                </a:lnTo>
                <a:lnTo>
                  <a:pt x="1745373" y="531814"/>
                </a:lnTo>
                <a:lnTo>
                  <a:pt x="1746103" y="528376"/>
                </a:lnTo>
                <a:lnTo>
                  <a:pt x="1746833" y="527225"/>
                </a:lnTo>
                <a:lnTo>
                  <a:pt x="1747563" y="530150"/>
                </a:lnTo>
                <a:lnTo>
                  <a:pt x="1749753" y="532940"/>
                </a:lnTo>
                <a:lnTo>
                  <a:pt x="1751213" y="533672"/>
                </a:lnTo>
                <a:lnTo>
                  <a:pt x="1752673" y="526786"/>
                </a:lnTo>
                <a:lnTo>
                  <a:pt x="1753403" y="533908"/>
                </a:lnTo>
                <a:lnTo>
                  <a:pt x="1755592" y="531071"/>
                </a:lnTo>
                <a:lnTo>
                  <a:pt x="1758512" y="536539"/>
                </a:lnTo>
                <a:lnTo>
                  <a:pt x="1759242" y="534406"/>
                </a:lnTo>
                <a:lnTo>
                  <a:pt x="1760702" y="535184"/>
                </a:lnTo>
                <a:lnTo>
                  <a:pt x="1762162" y="537985"/>
                </a:lnTo>
                <a:lnTo>
                  <a:pt x="1762892" y="536892"/>
                </a:lnTo>
                <a:lnTo>
                  <a:pt x="1764352" y="534269"/>
                </a:lnTo>
                <a:lnTo>
                  <a:pt x="1765812" y="540315"/>
                </a:lnTo>
                <a:lnTo>
                  <a:pt x="1767272" y="538623"/>
                </a:lnTo>
                <a:lnTo>
                  <a:pt x="1770922" y="543850"/>
                </a:lnTo>
                <a:lnTo>
                  <a:pt x="1772382" y="539768"/>
                </a:lnTo>
                <a:lnTo>
                  <a:pt x="1773842" y="541864"/>
                </a:lnTo>
                <a:lnTo>
                  <a:pt x="1774572" y="539399"/>
                </a:lnTo>
                <a:lnTo>
                  <a:pt x="1776762" y="543168"/>
                </a:lnTo>
                <a:lnTo>
                  <a:pt x="1777492" y="541606"/>
                </a:lnTo>
                <a:lnTo>
                  <a:pt x="1778222" y="540557"/>
                </a:lnTo>
                <a:lnTo>
                  <a:pt x="1778952" y="542852"/>
                </a:lnTo>
                <a:lnTo>
                  <a:pt x="1779682" y="541911"/>
                </a:lnTo>
                <a:lnTo>
                  <a:pt x="1780412" y="545403"/>
                </a:lnTo>
                <a:lnTo>
                  <a:pt x="1781872" y="540583"/>
                </a:lnTo>
                <a:lnTo>
                  <a:pt x="1782602" y="543484"/>
                </a:lnTo>
                <a:lnTo>
                  <a:pt x="1786251" y="541145"/>
                </a:lnTo>
                <a:lnTo>
                  <a:pt x="1789901" y="546157"/>
                </a:lnTo>
                <a:lnTo>
                  <a:pt x="1792091" y="541620"/>
                </a:lnTo>
                <a:lnTo>
                  <a:pt x="1793551" y="546184"/>
                </a:lnTo>
                <a:lnTo>
                  <a:pt x="1794281" y="543094"/>
                </a:lnTo>
                <a:lnTo>
                  <a:pt x="1795011" y="541798"/>
                </a:lnTo>
                <a:lnTo>
                  <a:pt x="1795741" y="545367"/>
                </a:lnTo>
                <a:lnTo>
                  <a:pt x="1796471" y="547396"/>
                </a:lnTo>
                <a:lnTo>
                  <a:pt x="1797201" y="545837"/>
                </a:lnTo>
                <a:lnTo>
                  <a:pt x="1798661" y="541485"/>
                </a:lnTo>
                <a:lnTo>
                  <a:pt x="1799391" y="543580"/>
                </a:lnTo>
                <a:lnTo>
                  <a:pt x="1800851" y="548673"/>
                </a:lnTo>
                <a:lnTo>
                  <a:pt x="1801581" y="543999"/>
                </a:lnTo>
                <a:lnTo>
                  <a:pt x="1803771" y="544054"/>
                </a:lnTo>
                <a:lnTo>
                  <a:pt x="1805231" y="542625"/>
                </a:lnTo>
                <a:lnTo>
                  <a:pt x="1807421" y="547500"/>
                </a:lnTo>
                <a:lnTo>
                  <a:pt x="1808151" y="542656"/>
                </a:lnTo>
                <a:lnTo>
                  <a:pt x="1809611" y="546932"/>
                </a:lnTo>
                <a:lnTo>
                  <a:pt x="1811071" y="545143"/>
                </a:lnTo>
                <a:lnTo>
                  <a:pt x="1812530" y="549844"/>
                </a:lnTo>
                <a:lnTo>
                  <a:pt x="1814720" y="542601"/>
                </a:lnTo>
                <a:lnTo>
                  <a:pt x="1815450" y="546740"/>
                </a:lnTo>
                <a:lnTo>
                  <a:pt x="1819830" y="548724"/>
                </a:lnTo>
                <a:lnTo>
                  <a:pt x="1822020" y="545227"/>
                </a:lnTo>
                <a:lnTo>
                  <a:pt x="1824210" y="551402"/>
                </a:lnTo>
                <a:lnTo>
                  <a:pt x="1824940" y="550071"/>
                </a:lnTo>
                <a:lnTo>
                  <a:pt x="1827860" y="545753"/>
                </a:lnTo>
                <a:lnTo>
                  <a:pt x="1829320" y="550095"/>
                </a:lnTo>
                <a:lnTo>
                  <a:pt x="1830050" y="547979"/>
                </a:lnTo>
                <a:lnTo>
                  <a:pt x="1830780" y="544881"/>
                </a:lnTo>
                <a:lnTo>
                  <a:pt x="1831510" y="549200"/>
                </a:lnTo>
                <a:lnTo>
                  <a:pt x="1834430" y="555613"/>
                </a:lnTo>
                <a:lnTo>
                  <a:pt x="1835890" y="551708"/>
                </a:lnTo>
                <a:lnTo>
                  <a:pt x="1836620" y="552691"/>
                </a:lnTo>
                <a:lnTo>
                  <a:pt x="1839540" y="560540"/>
                </a:lnTo>
                <a:lnTo>
                  <a:pt x="1838080" y="551265"/>
                </a:lnTo>
                <a:lnTo>
                  <a:pt x="1840999" y="559036"/>
                </a:lnTo>
                <a:lnTo>
                  <a:pt x="1841729" y="552241"/>
                </a:lnTo>
                <a:lnTo>
                  <a:pt x="1842459" y="559764"/>
                </a:lnTo>
                <a:lnTo>
                  <a:pt x="1843919" y="556150"/>
                </a:lnTo>
                <a:lnTo>
                  <a:pt x="1844649" y="553132"/>
                </a:lnTo>
                <a:lnTo>
                  <a:pt x="1845379" y="556535"/>
                </a:lnTo>
                <a:lnTo>
                  <a:pt x="1846109" y="559782"/>
                </a:lnTo>
                <a:lnTo>
                  <a:pt x="1846839" y="559573"/>
                </a:lnTo>
                <a:lnTo>
                  <a:pt x="1847569" y="553273"/>
                </a:lnTo>
                <a:lnTo>
                  <a:pt x="1849029" y="553886"/>
                </a:lnTo>
                <a:lnTo>
                  <a:pt x="1852679" y="564595"/>
                </a:lnTo>
                <a:lnTo>
                  <a:pt x="1854869" y="557935"/>
                </a:lnTo>
                <a:lnTo>
                  <a:pt x="1855599" y="558500"/>
                </a:lnTo>
                <a:lnTo>
                  <a:pt x="1856329" y="564245"/>
                </a:lnTo>
                <a:lnTo>
                  <a:pt x="1858519" y="562765"/>
                </a:lnTo>
                <a:lnTo>
                  <a:pt x="1859249" y="558859"/>
                </a:lnTo>
                <a:lnTo>
                  <a:pt x="1860709" y="563654"/>
                </a:lnTo>
                <a:lnTo>
                  <a:pt x="1861439" y="564845"/>
                </a:lnTo>
                <a:lnTo>
                  <a:pt x="1862169" y="561729"/>
                </a:lnTo>
                <a:lnTo>
                  <a:pt x="1863629" y="557800"/>
                </a:lnTo>
                <a:lnTo>
                  <a:pt x="1864359" y="558666"/>
                </a:lnTo>
                <a:lnTo>
                  <a:pt x="1865089" y="564307"/>
                </a:lnTo>
                <a:lnTo>
                  <a:pt x="1867279" y="563597"/>
                </a:lnTo>
                <a:lnTo>
                  <a:pt x="1869468" y="555918"/>
                </a:lnTo>
                <a:lnTo>
                  <a:pt x="1870198" y="558047"/>
                </a:lnTo>
                <a:lnTo>
                  <a:pt x="1870928" y="564025"/>
                </a:lnTo>
                <a:lnTo>
                  <a:pt x="1873118" y="561523"/>
                </a:lnTo>
                <a:lnTo>
                  <a:pt x="1875308" y="567018"/>
                </a:lnTo>
                <a:lnTo>
                  <a:pt x="1876038" y="562024"/>
                </a:lnTo>
                <a:lnTo>
                  <a:pt x="1877498" y="561170"/>
                </a:lnTo>
                <a:lnTo>
                  <a:pt x="1878228" y="576776"/>
                </a:lnTo>
                <a:lnTo>
                  <a:pt x="1879688" y="560815"/>
                </a:lnTo>
                <a:lnTo>
                  <a:pt x="1881148" y="567809"/>
                </a:lnTo>
                <a:lnTo>
                  <a:pt x="1882608" y="562440"/>
                </a:lnTo>
                <a:lnTo>
                  <a:pt x="1886988" y="565408"/>
                </a:lnTo>
                <a:lnTo>
                  <a:pt x="1887718" y="564709"/>
                </a:lnTo>
                <a:lnTo>
                  <a:pt x="1892828" y="563244"/>
                </a:lnTo>
                <a:lnTo>
                  <a:pt x="1895018" y="564492"/>
                </a:lnTo>
                <a:lnTo>
                  <a:pt x="1895748" y="559331"/>
                </a:lnTo>
                <a:lnTo>
                  <a:pt x="1897208" y="565063"/>
                </a:lnTo>
                <a:lnTo>
                  <a:pt x="1900127" y="566795"/>
                </a:lnTo>
                <a:lnTo>
                  <a:pt x="1901587" y="561277"/>
                </a:lnTo>
                <a:lnTo>
                  <a:pt x="1903777" y="564316"/>
                </a:lnTo>
                <a:lnTo>
                  <a:pt x="1905237" y="568819"/>
                </a:lnTo>
                <a:lnTo>
                  <a:pt x="1905968" y="568306"/>
                </a:lnTo>
                <a:lnTo>
                  <a:pt x="1906697" y="562526"/>
                </a:lnTo>
                <a:lnTo>
                  <a:pt x="1908157" y="566259"/>
                </a:lnTo>
                <a:lnTo>
                  <a:pt x="1911808" y="571745"/>
                </a:lnTo>
                <a:lnTo>
                  <a:pt x="1919108" y="567250"/>
                </a:lnTo>
                <a:lnTo>
                  <a:pt x="1921297" y="572683"/>
                </a:lnTo>
                <a:lnTo>
                  <a:pt x="1923487" y="567465"/>
                </a:lnTo>
                <a:lnTo>
                  <a:pt x="1924217" y="568759"/>
                </a:lnTo>
                <a:lnTo>
                  <a:pt x="1924947" y="571526"/>
                </a:lnTo>
                <a:lnTo>
                  <a:pt x="1926407" y="570230"/>
                </a:lnTo>
                <a:lnTo>
                  <a:pt x="1927137" y="568988"/>
                </a:lnTo>
                <a:lnTo>
                  <a:pt x="1927867" y="573099"/>
                </a:lnTo>
                <a:lnTo>
                  <a:pt x="1929327" y="567449"/>
                </a:lnTo>
                <a:lnTo>
                  <a:pt x="1934437" y="573037"/>
                </a:lnTo>
                <a:lnTo>
                  <a:pt x="1935167" y="568299"/>
                </a:lnTo>
                <a:lnTo>
                  <a:pt x="1936627" y="574476"/>
                </a:lnTo>
                <a:lnTo>
                  <a:pt x="1938817" y="571853"/>
                </a:lnTo>
                <a:lnTo>
                  <a:pt x="1939547" y="574685"/>
                </a:lnTo>
                <a:lnTo>
                  <a:pt x="1940277" y="579866"/>
                </a:lnTo>
                <a:lnTo>
                  <a:pt x="1941007" y="573594"/>
                </a:lnTo>
                <a:lnTo>
                  <a:pt x="1943197" y="568008"/>
                </a:lnTo>
                <a:lnTo>
                  <a:pt x="1943927" y="572874"/>
                </a:lnTo>
                <a:lnTo>
                  <a:pt x="1945387" y="577069"/>
                </a:lnTo>
                <a:lnTo>
                  <a:pt x="1946117" y="569007"/>
                </a:lnTo>
                <a:lnTo>
                  <a:pt x="1948306" y="573121"/>
                </a:lnTo>
                <a:lnTo>
                  <a:pt x="1949036" y="575271"/>
                </a:lnTo>
                <a:lnTo>
                  <a:pt x="1950496" y="572706"/>
                </a:lnTo>
                <a:lnTo>
                  <a:pt x="1951226" y="572076"/>
                </a:lnTo>
                <a:lnTo>
                  <a:pt x="1952686" y="576565"/>
                </a:lnTo>
                <a:lnTo>
                  <a:pt x="1953416" y="571274"/>
                </a:lnTo>
                <a:lnTo>
                  <a:pt x="1956336" y="576974"/>
                </a:lnTo>
                <a:lnTo>
                  <a:pt x="1957066" y="575008"/>
                </a:lnTo>
                <a:lnTo>
                  <a:pt x="1959256" y="576396"/>
                </a:lnTo>
                <a:lnTo>
                  <a:pt x="1959986" y="570704"/>
                </a:lnTo>
                <a:lnTo>
                  <a:pt x="1963636" y="575535"/>
                </a:lnTo>
                <a:lnTo>
                  <a:pt x="1964366" y="571268"/>
                </a:lnTo>
                <a:lnTo>
                  <a:pt x="1965826" y="577510"/>
                </a:lnTo>
                <a:lnTo>
                  <a:pt x="1969476" y="574571"/>
                </a:lnTo>
                <a:lnTo>
                  <a:pt x="1973126" y="573943"/>
                </a:lnTo>
                <a:lnTo>
                  <a:pt x="1973856" y="577733"/>
                </a:lnTo>
                <a:lnTo>
                  <a:pt x="1974586" y="572101"/>
                </a:lnTo>
                <a:lnTo>
                  <a:pt x="1975316" y="572883"/>
                </a:lnTo>
                <a:lnTo>
                  <a:pt x="1978235" y="576117"/>
                </a:lnTo>
                <a:lnTo>
                  <a:pt x="1981885" y="569594"/>
                </a:lnTo>
                <a:lnTo>
                  <a:pt x="1983345" y="574278"/>
                </a:lnTo>
                <a:lnTo>
                  <a:pt x="1984805" y="571875"/>
                </a:lnTo>
                <a:lnTo>
                  <a:pt x="1986265" y="575613"/>
                </a:lnTo>
                <a:lnTo>
                  <a:pt x="1986995" y="573257"/>
                </a:lnTo>
                <a:lnTo>
                  <a:pt x="1988455" y="564363"/>
                </a:lnTo>
                <a:lnTo>
                  <a:pt x="1990645" y="569363"/>
                </a:lnTo>
                <a:lnTo>
                  <a:pt x="1991375" y="573288"/>
                </a:lnTo>
                <a:lnTo>
                  <a:pt x="1992105" y="567565"/>
                </a:lnTo>
                <a:lnTo>
                  <a:pt x="1993565" y="571706"/>
                </a:lnTo>
                <a:lnTo>
                  <a:pt x="1994295" y="572505"/>
                </a:lnTo>
                <a:lnTo>
                  <a:pt x="1997215" y="562196"/>
                </a:lnTo>
                <a:lnTo>
                  <a:pt x="1998675" y="568874"/>
                </a:lnTo>
                <a:lnTo>
                  <a:pt x="1999405" y="563356"/>
                </a:lnTo>
                <a:lnTo>
                  <a:pt x="2000135" y="562509"/>
                </a:lnTo>
                <a:lnTo>
                  <a:pt x="2002325" y="567647"/>
                </a:lnTo>
                <a:lnTo>
                  <a:pt x="2003055" y="564913"/>
                </a:lnTo>
                <a:lnTo>
                  <a:pt x="2003785" y="565337"/>
                </a:lnTo>
                <a:lnTo>
                  <a:pt x="2004515" y="562030"/>
                </a:lnTo>
                <a:lnTo>
                  <a:pt x="2005974" y="567236"/>
                </a:lnTo>
                <a:lnTo>
                  <a:pt x="2006704" y="563988"/>
                </a:lnTo>
                <a:lnTo>
                  <a:pt x="2007434" y="563619"/>
                </a:lnTo>
                <a:lnTo>
                  <a:pt x="2008164" y="565458"/>
                </a:lnTo>
                <a:lnTo>
                  <a:pt x="2008894" y="567969"/>
                </a:lnTo>
                <a:lnTo>
                  <a:pt x="2009624" y="562609"/>
                </a:lnTo>
                <a:lnTo>
                  <a:pt x="2010354" y="561560"/>
                </a:lnTo>
                <a:lnTo>
                  <a:pt x="2011814" y="563245"/>
                </a:lnTo>
                <a:lnTo>
                  <a:pt x="2012544" y="565297"/>
                </a:lnTo>
                <a:lnTo>
                  <a:pt x="2013274" y="562575"/>
                </a:lnTo>
                <a:lnTo>
                  <a:pt x="2014734" y="563914"/>
                </a:lnTo>
                <a:lnTo>
                  <a:pt x="2019114" y="560707"/>
                </a:lnTo>
                <a:lnTo>
                  <a:pt x="2019844" y="562661"/>
                </a:lnTo>
                <a:lnTo>
                  <a:pt x="2024224" y="562695"/>
                </a:lnTo>
                <a:lnTo>
                  <a:pt x="2024954" y="566435"/>
                </a:lnTo>
                <a:lnTo>
                  <a:pt x="2027144" y="564792"/>
                </a:lnTo>
                <a:lnTo>
                  <a:pt x="2028604" y="565415"/>
                </a:lnTo>
                <a:lnTo>
                  <a:pt x="2030794" y="559773"/>
                </a:lnTo>
                <a:lnTo>
                  <a:pt x="2032254" y="567107"/>
                </a:lnTo>
                <a:lnTo>
                  <a:pt x="2032984" y="562168"/>
                </a:lnTo>
                <a:lnTo>
                  <a:pt x="2033714" y="560478"/>
                </a:lnTo>
                <a:lnTo>
                  <a:pt x="2034444" y="564971"/>
                </a:lnTo>
                <a:lnTo>
                  <a:pt x="2035173" y="562519"/>
                </a:lnTo>
                <a:lnTo>
                  <a:pt x="2039553" y="563759"/>
                </a:lnTo>
                <a:lnTo>
                  <a:pt x="2041743" y="560959"/>
                </a:lnTo>
                <a:lnTo>
                  <a:pt x="2042473" y="563980"/>
                </a:lnTo>
                <a:lnTo>
                  <a:pt x="2043933" y="562654"/>
                </a:lnTo>
                <a:lnTo>
                  <a:pt x="2044663" y="559761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path 146"/>
          <p:cNvSpPr/>
          <p:nvPr/>
        </p:nvSpPr>
        <p:spPr>
          <a:xfrm>
            <a:off x="6791140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path 147"/>
          <p:cNvSpPr/>
          <p:nvPr/>
        </p:nvSpPr>
        <p:spPr>
          <a:xfrm>
            <a:off x="9040269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path 148"/>
          <p:cNvSpPr/>
          <p:nvPr/>
        </p:nvSpPr>
        <p:spPr>
          <a:xfrm>
            <a:off x="6791140" y="4018248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path 149"/>
          <p:cNvSpPr/>
          <p:nvPr/>
        </p:nvSpPr>
        <p:spPr>
          <a:xfrm>
            <a:off x="6791140" y="2843240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431868" y="2555727"/>
            <a:ext cx="1011559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3A9A94"/>
                </a:solidFill>
                <a:latin typeface="Times New Roman"/>
              </a:rPr>
              <a:t>Robot B · left</a:t>
            </a:r>
          </a:p>
        </p:txBody>
      </p:sp>
      <p:sp>
        <p:nvSpPr>
          <p:cNvPr id="212" name="Editable path 150"/>
          <p:cNvSpPr/>
          <p:nvPr/>
        </p:nvSpPr>
        <p:spPr>
          <a:xfrm>
            <a:off x="6791140" y="4619069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path 151"/>
          <p:cNvSpPr/>
          <p:nvPr/>
        </p:nvSpPr>
        <p:spPr>
          <a:xfrm>
            <a:off x="6893373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path 152"/>
          <p:cNvSpPr/>
          <p:nvPr/>
        </p:nvSpPr>
        <p:spPr>
          <a:xfrm>
            <a:off x="6893373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857848" y="5940478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16" name="Editable path 153"/>
          <p:cNvSpPr/>
          <p:nvPr/>
        </p:nvSpPr>
        <p:spPr>
          <a:xfrm>
            <a:off x="7623349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path 154"/>
          <p:cNvSpPr/>
          <p:nvPr/>
        </p:nvSpPr>
        <p:spPr>
          <a:xfrm>
            <a:off x="7623349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552300" y="5940478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219" name="Editable path 155"/>
          <p:cNvSpPr/>
          <p:nvPr/>
        </p:nvSpPr>
        <p:spPr>
          <a:xfrm>
            <a:off x="8353325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path 156"/>
          <p:cNvSpPr/>
          <p:nvPr/>
        </p:nvSpPr>
        <p:spPr>
          <a:xfrm>
            <a:off x="8353325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8282276" y="5940478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346202" y="6169463"/>
            <a:ext cx="117548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Reference time (s)</a:t>
            </a:r>
          </a:p>
        </p:txBody>
      </p:sp>
      <p:sp>
        <p:nvSpPr>
          <p:cNvPr id="223" name="Editable path 157"/>
          <p:cNvSpPr/>
          <p:nvPr/>
        </p:nvSpPr>
        <p:spPr>
          <a:xfrm>
            <a:off x="6791140" y="5493974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path 158"/>
          <p:cNvSpPr/>
          <p:nvPr/>
        </p:nvSpPr>
        <p:spPr>
          <a:xfrm>
            <a:off x="6708250" y="5493974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385938" y="5426118"/>
            <a:ext cx="274959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−50</a:t>
            </a:r>
          </a:p>
        </p:txBody>
      </p:sp>
      <p:sp>
        <p:nvSpPr>
          <p:cNvPr id="226" name="Editable path 159"/>
          <p:cNvSpPr/>
          <p:nvPr/>
        </p:nvSpPr>
        <p:spPr>
          <a:xfrm>
            <a:off x="6791140" y="4975473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path 160"/>
          <p:cNvSpPr/>
          <p:nvPr/>
        </p:nvSpPr>
        <p:spPr>
          <a:xfrm>
            <a:off x="6708250" y="4975473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554310" y="4907617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29" name="Editable path 161"/>
          <p:cNvSpPr/>
          <p:nvPr/>
        </p:nvSpPr>
        <p:spPr>
          <a:xfrm>
            <a:off x="6893373" y="4823812"/>
            <a:ext cx="2044663" cy="330579"/>
          </a:xfrm>
          <a:custGeom>
            <a:avLst/>
            <a:gdLst/>
            <a:ahLst/>
            <a:cxnLst/>
            <a:rect l="l" t="t" r="r" b="b"/>
            <a:pathLst>
              <a:path w="2044663" h="330579">
                <a:moveTo>
                  <a:pt x="0" y="243642"/>
                </a:moveTo>
                <a:lnTo>
                  <a:pt x="730" y="242044"/>
                </a:lnTo>
                <a:lnTo>
                  <a:pt x="1460" y="244505"/>
                </a:lnTo>
                <a:lnTo>
                  <a:pt x="2190" y="244414"/>
                </a:lnTo>
                <a:lnTo>
                  <a:pt x="13140" y="255939"/>
                </a:lnTo>
                <a:lnTo>
                  <a:pt x="21900" y="258379"/>
                </a:lnTo>
                <a:lnTo>
                  <a:pt x="24089" y="257939"/>
                </a:lnTo>
                <a:lnTo>
                  <a:pt x="26279" y="259344"/>
                </a:lnTo>
                <a:lnTo>
                  <a:pt x="27009" y="258656"/>
                </a:lnTo>
                <a:lnTo>
                  <a:pt x="31389" y="260178"/>
                </a:lnTo>
                <a:lnTo>
                  <a:pt x="33579" y="259685"/>
                </a:lnTo>
                <a:lnTo>
                  <a:pt x="35769" y="254014"/>
                </a:lnTo>
                <a:lnTo>
                  <a:pt x="36499" y="257382"/>
                </a:lnTo>
                <a:lnTo>
                  <a:pt x="37229" y="258632"/>
                </a:lnTo>
                <a:lnTo>
                  <a:pt x="37959" y="257964"/>
                </a:lnTo>
                <a:lnTo>
                  <a:pt x="38689" y="254156"/>
                </a:lnTo>
                <a:lnTo>
                  <a:pt x="40149" y="256620"/>
                </a:lnTo>
                <a:lnTo>
                  <a:pt x="40879" y="260571"/>
                </a:lnTo>
                <a:lnTo>
                  <a:pt x="43069" y="260071"/>
                </a:lnTo>
                <a:lnTo>
                  <a:pt x="45989" y="260569"/>
                </a:lnTo>
                <a:lnTo>
                  <a:pt x="48909" y="259171"/>
                </a:lnTo>
                <a:lnTo>
                  <a:pt x="51829" y="260883"/>
                </a:lnTo>
                <a:lnTo>
                  <a:pt x="52558" y="258919"/>
                </a:lnTo>
                <a:lnTo>
                  <a:pt x="53288" y="261536"/>
                </a:lnTo>
                <a:lnTo>
                  <a:pt x="54018" y="261209"/>
                </a:lnTo>
                <a:lnTo>
                  <a:pt x="58398" y="257874"/>
                </a:lnTo>
                <a:lnTo>
                  <a:pt x="59128" y="253053"/>
                </a:lnTo>
                <a:lnTo>
                  <a:pt x="60588" y="256002"/>
                </a:lnTo>
                <a:lnTo>
                  <a:pt x="62778" y="259036"/>
                </a:lnTo>
                <a:lnTo>
                  <a:pt x="63508" y="253931"/>
                </a:lnTo>
                <a:lnTo>
                  <a:pt x="64238" y="259686"/>
                </a:lnTo>
                <a:lnTo>
                  <a:pt x="65698" y="255565"/>
                </a:lnTo>
                <a:lnTo>
                  <a:pt x="66428" y="258739"/>
                </a:lnTo>
                <a:lnTo>
                  <a:pt x="67158" y="256199"/>
                </a:lnTo>
                <a:lnTo>
                  <a:pt x="67888" y="251489"/>
                </a:lnTo>
                <a:lnTo>
                  <a:pt x="69348" y="256450"/>
                </a:lnTo>
                <a:lnTo>
                  <a:pt x="70078" y="258892"/>
                </a:lnTo>
                <a:lnTo>
                  <a:pt x="71538" y="256282"/>
                </a:lnTo>
                <a:lnTo>
                  <a:pt x="81757" y="249924"/>
                </a:lnTo>
                <a:lnTo>
                  <a:pt x="82487" y="253046"/>
                </a:lnTo>
                <a:lnTo>
                  <a:pt x="83947" y="250911"/>
                </a:lnTo>
                <a:lnTo>
                  <a:pt x="86137" y="255350"/>
                </a:lnTo>
                <a:lnTo>
                  <a:pt x="87597" y="250596"/>
                </a:lnTo>
                <a:lnTo>
                  <a:pt x="89057" y="251882"/>
                </a:lnTo>
                <a:lnTo>
                  <a:pt x="91977" y="257402"/>
                </a:lnTo>
                <a:lnTo>
                  <a:pt x="95627" y="250687"/>
                </a:lnTo>
                <a:lnTo>
                  <a:pt x="103657" y="259899"/>
                </a:lnTo>
                <a:lnTo>
                  <a:pt x="105117" y="257612"/>
                </a:lnTo>
                <a:lnTo>
                  <a:pt x="108767" y="250735"/>
                </a:lnTo>
                <a:lnTo>
                  <a:pt x="109497" y="253321"/>
                </a:lnTo>
                <a:lnTo>
                  <a:pt x="112416" y="259311"/>
                </a:lnTo>
                <a:lnTo>
                  <a:pt x="113146" y="257377"/>
                </a:lnTo>
                <a:lnTo>
                  <a:pt x="114606" y="259539"/>
                </a:lnTo>
                <a:lnTo>
                  <a:pt x="115336" y="254549"/>
                </a:lnTo>
                <a:lnTo>
                  <a:pt x="117526" y="255981"/>
                </a:lnTo>
                <a:lnTo>
                  <a:pt x="118256" y="260903"/>
                </a:lnTo>
                <a:lnTo>
                  <a:pt x="119716" y="255228"/>
                </a:lnTo>
                <a:lnTo>
                  <a:pt x="120446" y="252561"/>
                </a:lnTo>
                <a:lnTo>
                  <a:pt x="121176" y="257394"/>
                </a:lnTo>
                <a:lnTo>
                  <a:pt x="121906" y="256141"/>
                </a:lnTo>
                <a:lnTo>
                  <a:pt x="124826" y="261389"/>
                </a:lnTo>
                <a:lnTo>
                  <a:pt x="126286" y="262948"/>
                </a:lnTo>
                <a:lnTo>
                  <a:pt x="127746" y="259339"/>
                </a:lnTo>
                <a:lnTo>
                  <a:pt x="129936" y="260629"/>
                </a:lnTo>
                <a:lnTo>
                  <a:pt x="130666" y="260156"/>
                </a:lnTo>
                <a:lnTo>
                  <a:pt x="133586" y="256067"/>
                </a:lnTo>
                <a:lnTo>
                  <a:pt x="135046" y="253324"/>
                </a:lnTo>
                <a:lnTo>
                  <a:pt x="136506" y="256134"/>
                </a:lnTo>
                <a:lnTo>
                  <a:pt x="142345" y="261333"/>
                </a:lnTo>
                <a:lnTo>
                  <a:pt x="143805" y="265364"/>
                </a:lnTo>
                <a:lnTo>
                  <a:pt x="144535" y="260160"/>
                </a:lnTo>
                <a:lnTo>
                  <a:pt x="145995" y="255883"/>
                </a:lnTo>
                <a:lnTo>
                  <a:pt x="147455" y="257746"/>
                </a:lnTo>
                <a:lnTo>
                  <a:pt x="160595" y="259322"/>
                </a:lnTo>
                <a:lnTo>
                  <a:pt x="161325" y="267512"/>
                </a:lnTo>
                <a:lnTo>
                  <a:pt x="162785" y="259740"/>
                </a:lnTo>
                <a:lnTo>
                  <a:pt x="163515" y="255857"/>
                </a:lnTo>
                <a:lnTo>
                  <a:pt x="164245" y="260225"/>
                </a:lnTo>
                <a:lnTo>
                  <a:pt x="165705" y="257888"/>
                </a:lnTo>
                <a:lnTo>
                  <a:pt x="169354" y="261151"/>
                </a:lnTo>
                <a:lnTo>
                  <a:pt x="173735" y="261770"/>
                </a:lnTo>
                <a:lnTo>
                  <a:pt x="174465" y="264013"/>
                </a:lnTo>
                <a:lnTo>
                  <a:pt x="175925" y="261537"/>
                </a:lnTo>
                <a:lnTo>
                  <a:pt x="177385" y="256513"/>
                </a:lnTo>
                <a:lnTo>
                  <a:pt x="179575" y="260035"/>
                </a:lnTo>
                <a:lnTo>
                  <a:pt x="182495" y="262511"/>
                </a:lnTo>
                <a:lnTo>
                  <a:pt x="183955" y="259259"/>
                </a:lnTo>
                <a:lnTo>
                  <a:pt x="185415" y="260163"/>
                </a:lnTo>
                <a:lnTo>
                  <a:pt x="187605" y="263736"/>
                </a:lnTo>
                <a:lnTo>
                  <a:pt x="188335" y="265607"/>
                </a:lnTo>
                <a:lnTo>
                  <a:pt x="191254" y="250375"/>
                </a:lnTo>
                <a:lnTo>
                  <a:pt x="191984" y="255204"/>
                </a:lnTo>
                <a:lnTo>
                  <a:pt x="193444" y="261738"/>
                </a:lnTo>
                <a:lnTo>
                  <a:pt x="195634" y="260045"/>
                </a:lnTo>
                <a:lnTo>
                  <a:pt x="203664" y="261940"/>
                </a:lnTo>
                <a:lnTo>
                  <a:pt x="205854" y="263871"/>
                </a:lnTo>
                <a:lnTo>
                  <a:pt x="206584" y="263201"/>
                </a:lnTo>
                <a:lnTo>
                  <a:pt x="208774" y="260235"/>
                </a:lnTo>
                <a:lnTo>
                  <a:pt x="209504" y="261485"/>
                </a:lnTo>
                <a:lnTo>
                  <a:pt x="212424" y="266200"/>
                </a:lnTo>
                <a:lnTo>
                  <a:pt x="214614" y="252906"/>
                </a:lnTo>
                <a:lnTo>
                  <a:pt x="216074" y="261949"/>
                </a:lnTo>
                <a:lnTo>
                  <a:pt x="218993" y="263163"/>
                </a:lnTo>
                <a:lnTo>
                  <a:pt x="219723" y="262184"/>
                </a:lnTo>
                <a:lnTo>
                  <a:pt x="221183" y="263721"/>
                </a:lnTo>
                <a:lnTo>
                  <a:pt x="226293" y="264901"/>
                </a:lnTo>
                <a:lnTo>
                  <a:pt x="230673" y="239179"/>
                </a:lnTo>
                <a:lnTo>
                  <a:pt x="231403" y="246831"/>
                </a:lnTo>
                <a:lnTo>
                  <a:pt x="232863" y="263324"/>
                </a:lnTo>
                <a:lnTo>
                  <a:pt x="234323" y="254670"/>
                </a:lnTo>
                <a:lnTo>
                  <a:pt x="235783" y="254265"/>
                </a:lnTo>
                <a:lnTo>
                  <a:pt x="236513" y="259258"/>
                </a:lnTo>
                <a:lnTo>
                  <a:pt x="237243" y="249382"/>
                </a:lnTo>
                <a:lnTo>
                  <a:pt x="239433" y="250926"/>
                </a:lnTo>
                <a:lnTo>
                  <a:pt x="240893" y="243363"/>
                </a:lnTo>
                <a:lnTo>
                  <a:pt x="242353" y="247803"/>
                </a:lnTo>
                <a:lnTo>
                  <a:pt x="243813" y="259266"/>
                </a:lnTo>
                <a:lnTo>
                  <a:pt x="244543" y="256308"/>
                </a:lnTo>
                <a:lnTo>
                  <a:pt x="246003" y="249557"/>
                </a:lnTo>
                <a:lnTo>
                  <a:pt x="246732" y="256664"/>
                </a:lnTo>
                <a:lnTo>
                  <a:pt x="248192" y="250930"/>
                </a:lnTo>
                <a:lnTo>
                  <a:pt x="248922" y="251421"/>
                </a:lnTo>
                <a:lnTo>
                  <a:pt x="251112" y="259374"/>
                </a:lnTo>
                <a:lnTo>
                  <a:pt x="251842" y="257696"/>
                </a:lnTo>
                <a:lnTo>
                  <a:pt x="252572" y="257231"/>
                </a:lnTo>
                <a:lnTo>
                  <a:pt x="253302" y="253205"/>
                </a:lnTo>
                <a:lnTo>
                  <a:pt x="254762" y="256181"/>
                </a:lnTo>
                <a:lnTo>
                  <a:pt x="255492" y="259298"/>
                </a:lnTo>
                <a:lnTo>
                  <a:pt x="256222" y="258585"/>
                </a:lnTo>
                <a:lnTo>
                  <a:pt x="257682" y="248439"/>
                </a:lnTo>
                <a:lnTo>
                  <a:pt x="259142" y="254752"/>
                </a:lnTo>
                <a:lnTo>
                  <a:pt x="259872" y="255080"/>
                </a:lnTo>
                <a:lnTo>
                  <a:pt x="260602" y="249668"/>
                </a:lnTo>
                <a:lnTo>
                  <a:pt x="262792" y="252710"/>
                </a:lnTo>
                <a:lnTo>
                  <a:pt x="264252" y="251380"/>
                </a:lnTo>
                <a:lnTo>
                  <a:pt x="265712" y="256539"/>
                </a:lnTo>
                <a:lnTo>
                  <a:pt x="267902" y="242701"/>
                </a:lnTo>
                <a:lnTo>
                  <a:pt x="268632" y="246485"/>
                </a:lnTo>
                <a:lnTo>
                  <a:pt x="273742" y="240123"/>
                </a:lnTo>
                <a:lnTo>
                  <a:pt x="274472" y="243496"/>
                </a:lnTo>
                <a:lnTo>
                  <a:pt x="276661" y="242562"/>
                </a:lnTo>
                <a:lnTo>
                  <a:pt x="281041" y="234809"/>
                </a:lnTo>
                <a:lnTo>
                  <a:pt x="281771" y="237048"/>
                </a:lnTo>
                <a:lnTo>
                  <a:pt x="282501" y="237024"/>
                </a:lnTo>
                <a:lnTo>
                  <a:pt x="285421" y="230367"/>
                </a:lnTo>
                <a:lnTo>
                  <a:pt x="286151" y="231292"/>
                </a:lnTo>
                <a:lnTo>
                  <a:pt x="288341" y="232045"/>
                </a:lnTo>
                <a:lnTo>
                  <a:pt x="294181" y="235885"/>
                </a:lnTo>
                <a:lnTo>
                  <a:pt x="294911" y="241000"/>
                </a:lnTo>
                <a:lnTo>
                  <a:pt x="296371" y="238200"/>
                </a:lnTo>
                <a:lnTo>
                  <a:pt x="297831" y="237023"/>
                </a:lnTo>
                <a:lnTo>
                  <a:pt x="298561" y="238955"/>
                </a:lnTo>
                <a:lnTo>
                  <a:pt x="302211" y="238090"/>
                </a:lnTo>
                <a:lnTo>
                  <a:pt x="304400" y="240272"/>
                </a:lnTo>
                <a:lnTo>
                  <a:pt x="305130" y="241111"/>
                </a:lnTo>
                <a:lnTo>
                  <a:pt x="306590" y="239461"/>
                </a:lnTo>
                <a:lnTo>
                  <a:pt x="312430" y="234266"/>
                </a:lnTo>
                <a:lnTo>
                  <a:pt x="313890" y="243901"/>
                </a:lnTo>
                <a:lnTo>
                  <a:pt x="315350" y="236694"/>
                </a:lnTo>
                <a:lnTo>
                  <a:pt x="319000" y="244553"/>
                </a:lnTo>
                <a:lnTo>
                  <a:pt x="317540" y="235348"/>
                </a:lnTo>
                <a:lnTo>
                  <a:pt x="320460" y="241071"/>
                </a:lnTo>
                <a:lnTo>
                  <a:pt x="322650" y="235100"/>
                </a:lnTo>
                <a:lnTo>
                  <a:pt x="324840" y="247635"/>
                </a:lnTo>
                <a:lnTo>
                  <a:pt x="326300" y="246846"/>
                </a:lnTo>
                <a:lnTo>
                  <a:pt x="328490" y="225411"/>
                </a:lnTo>
                <a:lnTo>
                  <a:pt x="329950" y="236480"/>
                </a:lnTo>
                <a:lnTo>
                  <a:pt x="330680" y="236937"/>
                </a:lnTo>
                <a:lnTo>
                  <a:pt x="331410" y="241236"/>
                </a:lnTo>
                <a:lnTo>
                  <a:pt x="332140" y="234927"/>
                </a:lnTo>
                <a:lnTo>
                  <a:pt x="333599" y="238736"/>
                </a:lnTo>
                <a:lnTo>
                  <a:pt x="334329" y="239450"/>
                </a:lnTo>
                <a:lnTo>
                  <a:pt x="335789" y="235365"/>
                </a:lnTo>
                <a:lnTo>
                  <a:pt x="336519" y="237123"/>
                </a:lnTo>
                <a:lnTo>
                  <a:pt x="337249" y="238230"/>
                </a:lnTo>
                <a:lnTo>
                  <a:pt x="338709" y="235698"/>
                </a:lnTo>
                <a:lnTo>
                  <a:pt x="339439" y="232624"/>
                </a:lnTo>
                <a:lnTo>
                  <a:pt x="340169" y="238475"/>
                </a:lnTo>
                <a:lnTo>
                  <a:pt x="341629" y="242407"/>
                </a:lnTo>
                <a:lnTo>
                  <a:pt x="342359" y="240284"/>
                </a:lnTo>
                <a:lnTo>
                  <a:pt x="345279" y="236983"/>
                </a:lnTo>
                <a:lnTo>
                  <a:pt x="346009" y="239591"/>
                </a:lnTo>
                <a:lnTo>
                  <a:pt x="346739" y="235274"/>
                </a:lnTo>
                <a:lnTo>
                  <a:pt x="347469" y="236171"/>
                </a:lnTo>
                <a:lnTo>
                  <a:pt x="354039" y="245334"/>
                </a:lnTo>
                <a:lnTo>
                  <a:pt x="354769" y="242312"/>
                </a:lnTo>
                <a:lnTo>
                  <a:pt x="355499" y="241243"/>
                </a:lnTo>
                <a:lnTo>
                  <a:pt x="356229" y="245968"/>
                </a:lnTo>
                <a:lnTo>
                  <a:pt x="357689" y="240996"/>
                </a:lnTo>
                <a:lnTo>
                  <a:pt x="358419" y="236456"/>
                </a:lnTo>
                <a:lnTo>
                  <a:pt x="359149" y="242490"/>
                </a:lnTo>
                <a:lnTo>
                  <a:pt x="359879" y="249531"/>
                </a:lnTo>
                <a:lnTo>
                  <a:pt x="361339" y="242968"/>
                </a:lnTo>
                <a:lnTo>
                  <a:pt x="362068" y="242087"/>
                </a:lnTo>
                <a:lnTo>
                  <a:pt x="362798" y="250603"/>
                </a:lnTo>
                <a:lnTo>
                  <a:pt x="364258" y="242375"/>
                </a:lnTo>
                <a:lnTo>
                  <a:pt x="364988" y="241209"/>
                </a:lnTo>
                <a:lnTo>
                  <a:pt x="365718" y="241915"/>
                </a:lnTo>
                <a:lnTo>
                  <a:pt x="367178" y="253709"/>
                </a:lnTo>
                <a:lnTo>
                  <a:pt x="367908" y="244793"/>
                </a:lnTo>
                <a:lnTo>
                  <a:pt x="369368" y="240318"/>
                </a:lnTo>
                <a:lnTo>
                  <a:pt x="370098" y="245510"/>
                </a:lnTo>
                <a:lnTo>
                  <a:pt x="370828" y="246337"/>
                </a:lnTo>
                <a:lnTo>
                  <a:pt x="371558" y="244977"/>
                </a:lnTo>
                <a:lnTo>
                  <a:pt x="375208" y="239883"/>
                </a:lnTo>
                <a:lnTo>
                  <a:pt x="378858" y="249829"/>
                </a:lnTo>
                <a:lnTo>
                  <a:pt x="379588" y="246698"/>
                </a:lnTo>
                <a:lnTo>
                  <a:pt x="382508" y="262523"/>
                </a:lnTo>
                <a:lnTo>
                  <a:pt x="384698" y="256517"/>
                </a:lnTo>
                <a:lnTo>
                  <a:pt x="385428" y="266094"/>
                </a:lnTo>
                <a:lnTo>
                  <a:pt x="386888" y="256159"/>
                </a:lnTo>
                <a:lnTo>
                  <a:pt x="392727" y="263282"/>
                </a:lnTo>
                <a:lnTo>
                  <a:pt x="394917" y="264262"/>
                </a:lnTo>
                <a:lnTo>
                  <a:pt x="397837" y="265521"/>
                </a:lnTo>
                <a:lnTo>
                  <a:pt x="398567" y="263365"/>
                </a:lnTo>
                <a:lnTo>
                  <a:pt x="399297" y="266164"/>
                </a:lnTo>
                <a:lnTo>
                  <a:pt x="400027" y="266151"/>
                </a:lnTo>
                <a:lnTo>
                  <a:pt x="400757" y="266543"/>
                </a:lnTo>
                <a:lnTo>
                  <a:pt x="401487" y="270695"/>
                </a:lnTo>
                <a:lnTo>
                  <a:pt x="402947" y="264757"/>
                </a:lnTo>
                <a:lnTo>
                  <a:pt x="403677" y="269672"/>
                </a:lnTo>
                <a:lnTo>
                  <a:pt x="404407" y="265972"/>
                </a:lnTo>
                <a:lnTo>
                  <a:pt x="405867" y="266862"/>
                </a:lnTo>
                <a:lnTo>
                  <a:pt x="407327" y="268751"/>
                </a:lnTo>
                <a:lnTo>
                  <a:pt x="408057" y="262548"/>
                </a:lnTo>
                <a:lnTo>
                  <a:pt x="409517" y="271513"/>
                </a:lnTo>
                <a:lnTo>
                  <a:pt x="411707" y="267382"/>
                </a:lnTo>
                <a:lnTo>
                  <a:pt x="413167" y="269006"/>
                </a:lnTo>
                <a:lnTo>
                  <a:pt x="418277" y="272940"/>
                </a:lnTo>
                <a:lnTo>
                  <a:pt x="419007" y="271967"/>
                </a:lnTo>
                <a:lnTo>
                  <a:pt x="419737" y="267450"/>
                </a:lnTo>
                <a:lnTo>
                  <a:pt x="420466" y="278931"/>
                </a:lnTo>
                <a:lnTo>
                  <a:pt x="421196" y="269923"/>
                </a:lnTo>
                <a:lnTo>
                  <a:pt x="422656" y="276537"/>
                </a:lnTo>
                <a:lnTo>
                  <a:pt x="423386" y="280236"/>
                </a:lnTo>
                <a:lnTo>
                  <a:pt x="425576" y="278709"/>
                </a:lnTo>
                <a:lnTo>
                  <a:pt x="427036" y="275955"/>
                </a:lnTo>
                <a:lnTo>
                  <a:pt x="428496" y="277914"/>
                </a:lnTo>
                <a:lnTo>
                  <a:pt x="429226" y="279690"/>
                </a:lnTo>
                <a:lnTo>
                  <a:pt x="429956" y="276108"/>
                </a:lnTo>
                <a:lnTo>
                  <a:pt x="430686" y="278428"/>
                </a:lnTo>
                <a:lnTo>
                  <a:pt x="431416" y="277233"/>
                </a:lnTo>
                <a:lnTo>
                  <a:pt x="432146" y="278317"/>
                </a:lnTo>
                <a:lnTo>
                  <a:pt x="435796" y="284245"/>
                </a:lnTo>
                <a:lnTo>
                  <a:pt x="436526" y="284173"/>
                </a:lnTo>
                <a:lnTo>
                  <a:pt x="437256" y="279766"/>
                </a:lnTo>
                <a:lnTo>
                  <a:pt x="438716" y="280755"/>
                </a:lnTo>
                <a:lnTo>
                  <a:pt x="439446" y="285670"/>
                </a:lnTo>
                <a:lnTo>
                  <a:pt x="440176" y="283957"/>
                </a:lnTo>
                <a:lnTo>
                  <a:pt x="440906" y="276338"/>
                </a:lnTo>
                <a:lnTo>
                  <a:pt x="442366" y="283747"/>
                </a:lnTo>
                <a:lnTo>
                  <a:pt x="443826" y="278235"/>
                </a:lnTo>
                <a:lnTo>
                  <a:pt x="446016" y="275203"/>
                </a:lnTo>
                <a:lnTo>
                  <a:pt x="446746" y="290634"/>
                </a:lnTo>
                <a:lnTo>
                  <a:pt x="449665" y="282564"/>
                </a:lnTo>
                <a:lnTo>
                  <a:pt x="451125" y="286083"/>
                </a:lnTo>
                <a:lnTo>
                  <a:pt x="451855" y="289715"/>
                </a:lnTo>
                <a:lnTo>
                  <a:pt x="453315" y="284301"/>
                </a:lnTo>
                <a:lnTo>
                  <a:pt x="454045" y="279947"/>
                </a:lnTo>
                <a:lnTo>
                  <a:pt x="457695" y="301774"/>
                </a:lnTo>
                <a:lnTo>
                  <a:pt x="458425" y="304430"/>
                </a:lnTo>
                <a:lnTo>
                  <a:pt x="459155" y="298722"/>
                </a:lnTo>
                <a:lnTo>
                  <a:pt x="459885" y="301730"/>
                </a:lnTo>
                <a:lnTo>
                  <a:pt x="462075" y="287335"/>
                </a:lnTo>
                <a:lnTo>
                  <a:pt x="464995" y="291642"/>
                </a:lnTo>
                <a:lnTo>
                  <a:pt x="469375" y="302118"/>
                </a:lnTo>
                <a:lnTo>
                  <a:pt x="470835" y="298509"/>
                </a:lnTo>
                <a:lnTo>
                  <a:pt x="471565" y="291936"/>
                </a:lnTo>
                <a:lnTo>
                  <a:pt x="473755" y="293468"/>
                </a:lnTo>
                <a:lnTo>
                  <a:pt x="474485" y="296633"/>
                </a:lnTo>
                <a:lnTo>
                  <a:pt x="475945" y="293169"/>
                </a:lnTo>
                <a:lnTo>
                  <a:pt x="476675" y="292569"/>
                </a:lnTo>
                <a:lnTo>
                  <a:pt x="478134" y="287584"/>
                </a:lnTo>
                <a:lnTo>
                  <a:pt x="478864" y="293523"/>
                </a:lnTo>
                <a:lnTo>
                  <a:pt x="480324" y="298342"/>
                </a:lnTo>
                <a:lnTo>
                  <a:pt x="481054" y="294302"/>
                </a:lnTo>
                <a:lnTo>
                  <a:pt x="483244" y="292378"/>
                </a:lnTo>
                <a:lnTo>
                  <a:pt x="486164" y="301605"/>
                </a:lnTo>
                <a:lnTo>
                  <a:pt x="486894" y="298544"/>
                </a:lnTo>
                <a:lnTo>
                  <a:pt x="489084" y="292900"/>
                </a:lnTo>
                <a:lnTo>
                  <a:pt x="489814" y="294705"/>
                </a:lnTo>
                <a:lnTo>
                  <a:pt x="490544" y="298022"/>
                </a:lnTo>
                <a:lnTo>
                  <a:pt x="491274" y="291960"/>
                </a:lnTo>
                <a:lnTo>
                  <a:pt x="492734" y="288433"/>
                </a:lnTo>
                <a:lnTo>
                  <a:pt x="497844" y="279885"/>
                </a:lnTo>
                <a:lnTo>
                  <a:pt x="500034" y="294360"/>
                </a:lnTo>
                <a:lnTo>
                  <a:pt x="501494" y="289424"/>
                </a:lnTo>
                <a:lnTo>
                  <a:pt x="502954" y="281943"/>
                </a:lnTo>
                <a:lnTo>
                  <a:pt x="503684" y="287538"/>
                </a:lnTo>
                <a:lnTo>
                  <a:pt x="504414" y="289156"/>
                </a:lnTo>
                <a:lnTo>
                  <a:pt x="505874" y="288223"/>
                </a:lnTo>
                <a:lnTo>
                  <a:pt x="507333" y="277551"/>
                </a:lnTo>
                <a:lnTo>
                  <a:pt x="508063" y="280451"/>
                </a:lnTo>
                <a:lnTo>
                  <a:pt x="509523" y="292264"/>
                </a:lnTo>
                <a:lnTo>
                  <a:pt x="510983" y="290979"/>
                </a:lnTo>
                <a:lnTo>
                  <a:pt x="512443" y="293391"/>
                </a:lnTo>
                <a:lnTo>
                  <a:pt x="514633" y="286541"/>
                </a:lnTo>
                <a:lnTo>
                  <a:pt x="515363" y="289856"/>
                </a:lnTo>
                <a:lnTo>
                  <a:pt x="516823" y="284974"/>
                </a:lnTo>
                <a:lnTo>
                  <a:pt x="517553" y="289119"/>
                </a:lnTo>
                <a:lnTo>
                  <a:pt x="518283" y="286052"/>
                </a:lnTo>
                <a:lnTo>
                  <a:pt x="519013" y="288856"/>
                </a:lnTo>
                <a:lnTo>
                  <a:pt x="519743" y="293915"/>
                </a:lnTo>
                <a:lnTo>
                  <a:pt x="520473" y="282730"/>
                </a:lnTo>
                <a:lnTo>
                  <a:pt x="522663" y="281448"/>
                </a:lnTo>
                <a:lnTo>
                  <a:pt x="524123" y="281993"/>
                </a:lnTo>
                <a:lnTo>
                  <a:pt x="525583" y="272944"/>
                </a:lnTo>
                <a:lnTo>
                  <a:pt x="527773" y="282137"/>
                </a:lnTo>
                <a:lnTo>
                  <a:pt x="529233" y="279332"/>
                </a:lnTo>
                <a:lnTo>
                  <a:pt x="530693" y="271661"/>
                </a:lnTo>
                <a:lnTo>
                  <a:pt x="532153" y="275871"/>
                </a:lnTo>
                <a:lnTo>
                  <a:pt x="533613" y="280056"/>
                </a:lnTo>
                <a:lnTo>
                  <a:pt x="534343" y="278511"/>
                </a:lnTo>
                <a:lnTo>
                  <a:pt x="536532" y="274001"/>
                </a:lnTo>
                <a:lnTo>
                  <a:pt x="538722" y="280442"/>
                </a:lnTo>
                <a:lnTo>
                  <a:pt x="539452" y="277756"/>
                </a:lnTo>
                <a:lnTo>
                  <a:pt x="540912" y="280171"/>
                </a:lnTo>
                <a:lnTo>
                  <a:pt x="543832" y="270166"/>
                </a:lnTo>
                <a:lnTo>
                  <a:pt x="544562" y="274915"/>
                </a:lnTo>
                <a:lnTo>
                  <a:pt x="545292" y="267975"/>
                </a:lnTo>
                <a:lnTo>
                  <a:pt x="546022" y="268482"/>
                </a:lnTo>
                <a:lnTo>
                  <a:pt x="548212" y="271467"/>
                </a:lnTo>
                <a:lnTo>
                  <a:pt x="549672" y="276970"/>
                </a:lnTo>
                <a:lnTo>
                  <a:pt x="550402" y="272907"/>
                </a:lnTo>
                <a:lnTo>
                  <a:pt x="553322" y="266194"/>
                </a:lnTo>
                <a:lnTo>
                  <a:pt x="554782" y="274100"/>
                </a:lnTo>
                <a:lnTo>
                  <a:pt x="555512" y="268456"/>
                </a:lnTo>
                <a:lnTo>
                  <a:pt x="556242" y="265209"/>
                </a:lnTo>
                <a:lnTo>
                  <a:pt x="556972" y="267990"/>
                </a:lnTo>
                <a:lnTo>
                  <a:pt x="559892" y="273316"/>
                </a:lnTo>
                <a:lnTo>
                  <a:pt x="564272" y="260290"/>
                </a:lnTo>
                <a:lnTo>
                  <a:pt x="565001" y="257365"/>
                </a:lnTo>
                <a:lnTo>
                  <a:pt x="567921" y="268962"/>
                </a:lnTo>
                <a:lnTo>
                  <a:pt x="570841" y="255689"/>
                </a:lnTo>
                <a:lnTo>
                  <a:pt x="571571" y="255560"/>
                </a:lnTo>
                <a:lnTo>
                  <a:pt x="573031" y="269546"/>
                </a:lnTo>
                <a:lnTo>
                  <a:pt x="575221" y="259830"/>
                </a:lnTo>
                <a:lnTo>
                  <a:pt x="578141" y="255031"/>
                </a:lnTo>
                <a:lnTo>
                  <a:pt x="580331" y="265291"/>
                </a:lnTo>
                <a:lnTo>
                  <a:pt x="583251" y="253845"/>
                </a:lnTo>
                <a:lnTo>
                  <a:pt x="584711" y="257403"/>
                </a:lnTo>
                <a:lnTo>
                  <a:pt x="585441" y="253023"/>
                </a:lnTo>
                <a:lnTo>
                  <a:pt x="586171" y="252593"/>
                </a:lnTo>
                <a:lnTo>
                  <a:pt x="587631" y="258409"/>
                </a:lnTo>
                <a:lnTo>
                  <a:pt x="588361" y="252974"/>
                </a:lnTo>
                <a:lnTo>
                  <a:pt x="589821" y="250141"/>
                </a:lnTo>
                <a:lnTo>
                  <a:pt x="590551" y="258282"/>
                </a:lnTo>
                <a:lnTo>
                  <a:pt x="592741" y="253288"/>
                </a:lnTo>
                <a:lnTo>
                  <a:pt x="597120" y="261933"/>
                </a:lnTo>
                <a:lnTo>
                  <a:pt x="600040" y="250560"/>
                </a:lnTo>
                <a:lnTo>
                  <a:pt x="600770" y="252001"/>
                </a:lnTo>
                <a:lnTo>
                  <a:pt x="604420" y="244387"/>
                </a:lnTo>
                <a:lnTo>
                  <a:pt x="605151" y="247303"/>
                </a:lnTo>
                <a:lnTo>
                  <a:pt x="605880" y="250653"/>
                </a:lnTo>
                <a:lnTo>
                  <a:pt x="607340" y="247488"/>
                </a:lnTo>
                <a:lnTo>
                  <a:pt x="608801" y="247436"/>
                </a:lnTo>
                <a:lnTo>
                  <a:pt x="610260" y="252571"/>
                </a:lnTo>
                <a:lnTo>
                  <a:pt x="612451" y="235782"/>
                </a:lnTo>
                <a:lnTo>
                  <a:pt x="613911" y="247711"/>
                </a:lnTo>
                <a:lnTo>
                  <a:pt x="614640" y="244164"/>
                </a:lnTo>
                <a:lnTo>
                  <a:pt x="618290" y="229641"/>
                </a:lnTo>
                <a:lnTo>
                  <a:pt x="619750" y="232062"/>
                </a:lnTo>
                <a:lnTo>
                  <a:pt x="621940" y="244445"/>
                </a:lnTo>
                <a:lnTo>
                  <a:pt x="622670" y="239666"/>
                </a:lnTo>
                <a:lnTo>
                  <a:pt x="626320" y="224527"/>
                </a:lnTo>
                <a:lnTo>
                  <a:pt x="628510" y="230282"/>
                </a:lnTo>
                <a:lnTo>
                  <a:pt x="632890" y="215622"/>
                </a:lnTo>
                <a:lnTo>
                  <a:pt x="638000" y="198330"/>
                </a:lnTo>
                <a:lnTo>
                  <a:pt x="638730" y="200114"/>
                </a:lnTo>
                <a:lnTo>
                  <a:pt x="639460" y="207799"/>
                </a:lnTo>
                <a:lnTo>
                  <a:pt x="640190" y="204003"/>
                </a:lnTo>
                <a:lnTo>
                  <a:pt x="643109" y="191504"/>
                </a:lnTo>
                <a:lnTo>
                  <a:pt x="643839" y="192218"/>
                </a:lnTo>
                <a:lnTo>
                  <a:pt x="644569" y="189246"/>
                </a:lnTo>
                <a:lnTo>
                  <a:pt x="646029" y="193261"/>
                </a:lnTo>
                <a:lnTo>
                  <a:pt x="646759" y="198064"/>
                </a:lnTo>
                <a:lnTo>
                  <a:pt x="648219" y="194261"/>
                </a:lnTo>
                <a:lnTo>
                  <a:pt x="649679" y="186102"/>
                </a:lnTo>
                <a:lnTo>
                  <a:pt x="651139" y="187330"/>
                </a:lnTo>
                <a:lnTo>
                  <a:pt x="656249" y="180964"/>
                </a:lnTo>
                <a:lnTo>
                  <a:pt x="656979" y="186474"/>
                </a:lnTo>
                <a:lnTo>
                  <a:pt x="658439" y="182704"/>
                </a:lnTo>
                <a:lnTo>
                  <a:pt x="662089" y="173185"/>
                </a:lnTo>
                <a:lnTo>
                  <a:pt x="662819" y="176222"/>
                </a:lnTo>
                <a:lnTo>
                  <a:pt x="664279" y="172666"/>
                </a:lnTo>
                <a:lnTo>
                  <a:pt x="665009" y="172122"/>
                </a:lnTo>
                <a:lnTo>
                  <a:pt x="665739" y="174345"/>
                </a:lnTo>
                <a:lnTo>
                  <a:pt x="667199" y="178302"/>
                </a:lnTo>
                <a:lnTo>
                  <a:pt x="667929" y="175342"/>
                </a:lnTo>
                <a:lnTo>
                  <a:pt x="670119" y="170263"/>
                </a:lnTo>
                <a:lnTo>
                  <a:pt x="671579" y="173187"/>
                </a:lnTo>
                <a:lnTo>
                  <a:pt x="673038" y="176037"/>
                </a:lnTo>
                <a:lnTo>
                  <a:pt x="673768" y="172703"/>
                </a:lnTo>
                <a:lnTo>
                  <a:pt x="674498" y="168580"/>
                </a:lnTo>
                <a:lnTo>
                  <a:pt x="675958" y="171671"/>
                </a:lnTo>
                <a:lnTo>
                  <a:pt x="677418" y="171838"/>
                </a:lnTo>
                <a:lnTo>
                  <a:pt x="678148" y="168887"/>
                </a:lnTo>
                <a:lnTo>
                  <a:pt x="679608" y="171039"/>
                </a:lnTo>
                <a:lnTo>
                  <a:pt x="680338" y="173775"/>
                </a:lnTo>
                <a:lnTo>
                  <a:pt x="681068" y="167254"/>
                </a:lnTo>
                <a:lnTo>
                  <a:pt x="682528" y="168876"/>
                </a:lnTo>
                <a:lnTo>
                  <a:pt x="683258" y="170442"/>
                </a:lnTo>
                <a:lnTo>
                  <a:pt x="683988" y="169636"/>
                </a:lnTo>
                <a:lnTo>
                  <a:pt x="684718" y="166290"/>
                </a:lnTo>
                <a:lnTo>
                  <a:pt x="686908" y="167815"/>
                </a:lnTo>
                <a:lnTo>
                  <a:pt x="694208" y="168063"/>
                </a:lnTo>
                <a:lnTo>
                  <a:pt x="706617" y="97503"/>
                </a:lnTo>
                <a:lnTo>
                  <a:pt x="707347" y="99263"/>
                </a:lnTo>
                <a:lnTo>
                  <a:pt x="710997" y="107487"/>
                </a:lnTo>
                <a:lnTo>
                  <a:pt x="711727" y="108421"/>
                </a:lnTo>
                <a:lnTo>
                  <a:pt x="713187" y="100496"/>
                </a:lnTo>
                <a:lnTo>
                  <a:pt x="713917" y="103236"/>
                </a:lnTo>
                <a:lnTo>
                  <a:pt x="716107" y="109429"/>
                </a:lnTo>
                <a:lnTo>
                  <a:pt x="716837" y="109127"/>
                </a:lnTo>
                <a:lnTo>
                  <a:pt x="719027" y="109019"/>
                </a:lnTo>
                <a:lnTo>
                  <a:pt x="724867" y="122395"/>
                </a:lnTo>
                <a:lnTo>
                  <a:pt x="728517" y="108664"/>
                </a:lnTo>
                <a:lnTo>
                  <a:pt x="729247" y="114417"/>
                </a:lnTo>
                <a:lnTo>
                  <a:pt x="729976" y="121455"/>
                </a:lnTo>
                <a:lnTo>
                  <a:pt x="731436" y="116060"/>
                </a:lnTo>
                <a:lnTo>
                  <a:pt x="732166" y="115593"/>
                </a:lnTo>
                <a:lnTo>
                  <a:pt x="732896" y="116964"/>
                </a:lnTo>
                <a:lnTo>
                  <a:pt x="736546" y="123181"/>
                </a:lnTo>
                <a:lnTo>
                  <a:pt x="737276" y="121382"/>
                </a:lnTo>
                <a:lnTo>
                  <a:pt x="738006" y="120354"/>
                </a:lnTo>
                <a:lnTo>
                  <a:pt x="738736" y="122557"/>
                </a:lnTo>
                <a:lnTo>
                  <a:pt x="742386" y="134591"/>
                </a:lnTo>
                <a:lnTo>
                  <a:pt x="743116" y="133738"/>
                </a:lnTo>
                <a:lnTo>
                  <a:pt x="746766" y="138409"/>
                </a:lnTo>
                <a:lnTo>
                  <a:pt x="747496" y="137179"/>
                </a:lnTo>
                <a:lnTo>
                  <a:pt x="748226" y="135360"/>
                </a:lnTo>
                <a:lnTo>
                  <a:pt x="748956" y="136543"/>
                </a:lnTo>
                <a:lnTo>
                  <a:pt x="750416" y="140214"/>
                </a:lnTo>
                <a:lnTo>
                  <a:pt x="751876" y="139017"/>
                </a:lnTo>
                <a:lnTo>
                  <a:pt x="752606" y="135650"/>
                </a:lnTo>
                <a:lnTo>
                  <a:pt x="753336" y="139887"/>
                </a:lnTo>
                <a:lnTo>
                  <a:pt x="760635" y="171118"/>
                </a:lnTo>
                <a:lnTo>
                  <a:pt x="762825" y="165255"/>
                </a:lnTo>
                <a:lnTo>
                  <a:pt x="763555" y="172925"/>
                </a:lnTo>
                <a:lnTo>
                  <a:pt x="765745" y="168689"/>
                </a:lnTo>
                <a:lnTo>
                  <a:pt x="769395" y="173302"/>
                </a:lnTo>
                <a:lnTo>
                  <a:pt x="770855" y="174589"/>
                </a:lnTo>
                <a:lnTo>
                  <a:pt x="772315" y="173342"/>
                </a:lnTo>
                <a:lnTo>
                  <a:pt x="773775" y="171739"/>
                </a:lnTo>
                <a:lnTo>
                  <a:pt x="775235" y="173442"/>
                </a:lnTo>
                <a:lnTo>
                  <a:pt x="777425" y="171828"/>
                </a:lnTo>
                <a:lnTo>
                  <a:pt x="778155" y="175232"/>
                </a:lnTo>
                <a:lnTo>
                  <a:pt x="780345" y="174010"/>
                </a:lnTo>
                <a:lnTo>
                  <a:pt x="781805" y="170745"/>
                </a:lnTo>
                <a:lnTo>
                  <a:pt x="783265" y="173253"/>
                </a:lnTo>
                <a:lnTo>
                  <a:pt x="783995" y="174651"/>
                </a:lnTo>
                <a:lnTo>
                  <a:pt x="784725" y="174037"/>
                </a:lnTo>
                <a:lnTo>
                  <a:pt x="785455" y="170740"/>
                </a:lnTo>
                <a:lnTo>
                  <a:pt x="786915" y="173951"/>
                </a:lnTo>
                <a:lnTo>
                  <a:pt x="787644" y="174285"/>
                </a:lnTo>
                <a:lnTo>
                  <a:pt x="788374" y="170707"/>
                </a:lnTo>
                <a:lnTo>
                  <a:pt x="790564" y="173077"/>
                </a:lnTo>
                <a:lnTo>
                  <a:pt x="792754" y="174406"/>
                </a:lnTo>
                <a:lnTo>
                  <a:pt x="795674" y="172667"/>
                </a:lnTo>
                <a:lnTo>
                  <a:pt x="798594" y="179428"/>
                </a:lnTo>
                <a:lnTo>
                  <a:pt x="799324" y="177098"/>
                </a:lnTo>
                <a:lnTo>
                  <a:pt x="800054" y="172212"/>
                </a:lnTo>
                <a:lnTo>
                  <a:pt x="801514" y="177711"/>
                </a:lnTo>
                <a:lnTo>
                  <a:pt x="803704" y="192009"/>
                </a:lnTo>
                <a:lnTo>
                  <a:pt x="804434" y="187783"/>
                </a:lnTo>
                <a:lnTo>
                  <a:pt x="805164" y="184525"/>
                </a:lnTo>
                <a:lnTo>
                  <a:pt x="805894" y="192553"/>
                </a:lnTo>
                <a:lnTo>
                  <a:pt x="807354" y="196180"/>
                </a:lnTo>
                <a:lnTo>
                  <a:pt x="808084" y="195177"/>
                </a:lnTo>
                <a:lnTo>
                  <a:pt x="808814" y="189536"/>
                </a:lnTo>
                <a:lnTo>
                  <a:pt x="809544" y="194883"/>
                </a:lnTo>
                <a:lnTo>
                  <a:pt x="812464" y="209143"/>
                </a:lnTo>
                <a:lnTo>
                  <a:pt x="813194" y="206192"/>
                </a:lnTo>
                <a:lnTo>
                  <a:pt x="813924" y="200664"/>
                </a:lnTo>
                <a:lnTo>
                  <a:pt x="815384" y="208097"/>
                </a:lnTo>
                <a:lnTo>
                  <a:pt x="817573" y="205152"/>
                </a:lnTo>
                <a:lnTo>
                  <a:pt x="818303" y="208750"/>
                </a:lnTo>
                <a:lnTo>
                  <a:pt x="819763" y="211146"/>
                </a:lnTo>
                <a:lnTo>
                  <a:pt x="821223" y="206598"/>
                </a:lnTo>
                <a:lnTo>
                  <a:pt x="821953" y="210872"/>
                </a:lnTo>
                <a:lnTo>
                  <a:pt x="822683" y="211599"/>
                </a:lnTo>
                <a:lnTo>
                  <a:pt x="823413" y="207589"/>
                </a:lnTo>
                <a:lnTo>
                  <a:pt x="824143" y="214848"/>
                </a:lnTo>
                <a:lnTo>
                  <a:pt x="827063" y="219329"/>
                </a:lnTo>
                <a:lnTo>
                  <a:pt x="827793" y="215164"/>
                </a:lnTo>
                <a:lnTo>
                  <a:pt x="829253" y="239066"/>
                </a:lnTo>
                <a:lnTo>
                  <a:pt x="831443" y="238583"/>
                </a:lnTo>
                <a:lnTo>
                  <a:pt x="832173" y="234977"/>
                </a:lnTo>
                <a:lnTo>
                  <a:pt x="832903" y="239910"/>
                </a:lnTo>
                <a:lnTo>
                  <a:pt x="834363" y="236345"/>
                </a:lnTo>
                <a:lnTo>
                  <a:pt x="835823" y="238622"/>
                </a:lnTo>
                <a:lnTo>
                  <a:pt x="837283" y="253698"/>
                </a:lnTo>
                <a:lnTo>
                  <a:pt x="840933" y="249561"/>
                </a:lnTo>
                <a:lnTo>
                  <a:pt x="841663" y="248286"/>
                </a:lnTo>
                <a:lnTo>
                  <a:pt x="844583" y="262821"/>
                </a:lnTo>
                <a:lnTo>
                  <a:pt x="845312" y="258204"/>
                </a:lnTo>
                <a:lnTo>
                  <a:pt x="850422" y="266888"/>
                </a:lnTo>
                <a:lnTo>
                  <a:pt x="851152" y="274725"/>
                </a:lnTo>
                <a:lnTo>
                  <a:pt x="853342" y="271897"/>
                </a:lnTo>
                <a:lnTo>
                  <a:pt x="854802" y="270504"/>
                </a:lnTo>
                <a:lnTo>
                  <a:pt x="861372" y="284916"/>
                </a:lnTo>
                <a:lnTo>
                  <a:pt x="862102" y="290233"/>
                </a:lnTo>
                <a:lnTo>
                  <a:pt x="863562" y="285341"/>
                </a:lnTo>
                <a:lnTo>
                  <a:pt x="865752" y="283399"/>
                </a:lnTo>
                <a:lnTo>
                  <a:pt x="875241" y="307972"/>
                </a:lnTo>
                <a:lnTo>
                  <a:pt x="875971" y="303783"/>
                </a:lnTo>
                <a:lnTo>
                  <a:pt x="876701" y="308770"/>
                </a:lnTo>
                <a:lnTo>
                  <a:pt x="879621" y="320368"/>
                </a:lnTo>
                <a:lnTo>
                  <a:pt x="880351" y="317648"/>
                </a:lnTo>
                <a:lnTo>
                  <a:pt x="881081" y="317952"/>
                </a:lnTo>
                <a:lnTo>
                  <a:pt x="882541" y="313794"/>
                </a:lnTo>
                <a:lnTo>
                  <a:pt x="883271" y="324071"/>
                </a:lnTo>
                <a:lnTo>
                  <a:pt x="884731" y="319137"/>
                </a:lnTo>
                <a:lnTo>
                  <a:pt x="885461" y="326586"/>
                </a:lnTo>
                <a:lnTo>
                  <a:pt x="886921" y="323430"/>
                </a:lnTo>
                <a:lnTo>
                  <a:pt x="887651" y="327173"/>
                </a:lnTo>
                <a:lnTo>
                  <a:pt x="888381" y="329006"/>
                </a:lnTo>
                <a:lnTo>
                  <a:pt x="891301" y="314015"/>
                </a:lnTo>
                <a:lnTo>
                  <a:pt x="897141" y="326554"/>
                </a:lnTo>
                <a:lnTo>
                  <a:pt x="898601" y="324545"/>
                </a:lnTo>
                <a:lnTo>
                  <a:pt x="900061" y="330579"/>
                </a:lnTo>
                <a:lnTo>
                  <a:pt x="900791" y="326284"/>
                </a:lnTo>
                <a:lnTo>
                  <a:pt x="902251" y="321122"/>
                </a:lnTo>
                <a:lnTo>
                  <a:pt x="902981" y="327081"/>
                </a:lnTo>
                <a:lnTo>
                  <a:pt x="903710" y="328056"/>
                </a:lnTo>
                <a:lnTo>
                  <a:pt x="904440" y="325743"/>
                </a:lnTo>
                <a:lnTo>
                  <a:pt x="905170" y="326693"/>
                </a:lnTo>
                <a:lnTo>
                  <a:pt x="905900" y="323330"/>
                </a:lnTo>
                <a:lnTo>
                  <a:pt x="907360" y="326218"/>
                </a:lnTo>
                <a:lnTo>
                  <a:pt x="908090" y="326252"/>
                </a:lnTo>
                <a:lnTo>
                  <a:pt x="908820" y="329809"/>
                </a:lnTo>
                <a:lnTo>
                  <a:pt x="910280" y="327820"/>
                </a:lnTo>
                <a:lnTo>
                  <a:pt x="913930" y="320921"/>
                </a:lnTo>
                <a:lnTo>
                  <a:pt x="915390" y="320707"/>
                </a:lnTo>
                <a:lnTo>
                  <a:pt x="921230" y="306812"/>
                </a:lnTo>
                <a:lnTo>
                  <a:pt x="921960" y="309351"/>
                </a:lnTo>
                <a:lnTo>
                  <a:pt x="922690" y="307621"/>
                </a:lnTo>
                <a:lnTo>
                  <a:pt x="932909" y="275626"/>
                </a:lnTo>
                <a:lnTo>
                  <a:pt x="937289" y="267763"/>
                </a:lnTo>
                <a:lnTo>
                  <a:pt x="941669" y="253230"/>
                </a:lnTo>
                <a:lnTo>
                  <a:pt x="951889" y="219035"/>
                </a:lnTo>
                <a:lnTo>
                  <a:pt x="967218" y="142503"/>
                </a:lnTo>
                <a:lnTo>
                  <a:pt x="970138" y="145342"/>
                </a:lnTo>
                <a:lnTo>
                  <a:pt x="973788" y="141669"/>
                </a:lnTo>
                <a:lnTo>
                  <a:pt x="978168" y="144200"/>
                </a:lnTo>
                <a:lnTo>
                  <a:pt x="981818" y="142320"/>
                </a:lnTo>
                <a:lnTo>
                  <a:pt x="984738" y="142039"/>
                </a:lnTo>
                <a:lnTo>
                  <a:pt x="1001527" y="123255"/>
                </a:lnTo>
                <a:lnTo>
                  <a:pt x="1005177" y="116382"/>
                </a:lnTo>
                <a:lnTo>
                  <a:pt x="1008827" y="106652"/>
                </a:lnTo>
                <a:lnTo>
                  <a:pt x="1009557" y="111720"/>
                </a:lnTo>
                <a:lnTo>
                  <a:pt x="1011017" y="109395"/>
                </a:lnTo>
                <a:lnTo>
                  <a:pt x="1015397" y="89819"/>
                </a:lnTo>
                <a:lnTo>
                  <a:pt x="1016127" y="93239"/>
                </a:lnTo>
                <a:lnTo>
                  <a:pt x="1018317" y="87856"/>
                </a:lnTo>
                <a:lnTo>
                  <a:pt x="1024156" y="71690"/>
                </a:lnTo>
                <a:lnTo>
                  <a:pt x="1029266" y="64622"/>
                </a:lnTo>
                <a:lnTo>
                  <a:pt x="1032186" y="68529"/>
                </a:lnTo>
                <a:lnTo>
                  <a:pt x="1033646" y="65920"/>
                </a:lnTo>
                <a:lnTo>
                  <a:pt x="1034376" y="67822"/>
                </a:lnTo>
                <a:lnTo>
                  <a:pt x="1036567" y="70630"/>
                </a:lnTo>
                <a:lnTo>
                  <a:pt x="1038026" y="69874"/>
                </a:lnTo>
                <a:lnTo>
                  <a:pt x="1047516" y="69692"/>
                </a:lnTo>
                <a:lnTo>
                  <a:pt x="1050436" y="68915"/>
                </a:lnTo>
                <a:lnTo>
                  <a:pt x="1054816" y="75772"/>
                </a:lnTo>
                <a:lnTo>
                  <a:pt x="1056276" y="71058"/>
                </a:lnTo>
                <a:lnTo>
                  <a:pt x="1057006" y="70792"/>
                </a:lnTo>
                <a:lnTo>
                  <a:pt x="1058466" y="75243"/>
                </a:lnTo>
                <a:lnTo>
                  <a:pt x="1059926" y="73378"/>
                </a:lnTo>
                <a:lnTo>
                  <a:pt x="1063576" y="78492"/>
                </a:lnTo>
                <a:lnTo>
                  <a:pt x="1065036" y="79394"/>
                </a:lnTo>
                <a:lnTo>
                  <a:pt x="1066496" y="78198"/>
                </a:lnTo>
                <a:lnTo>
                  <a:pt x="1069415" y="74598"/>
                </a:lnTo>
                <a:lnTo>
                  <a:pt x="1070145" y="70277"/>
                </a:lnTo>
                <a:lnTo>
                  <a:pt x="1071605" y="76528"/>
                </a:lnTo>
                <a:lnTo>
                  <a:pt x="1073795" y="74556"/>
                </a:lnTo>
                <a:lnTo>
                  <a:pt x="1075255" y="70291"/>
                </a:lnTo>
                <a:lnTo>
                  <a:pt x="1075985" y="73954"/>
                </a:lnTo>
                <a:lnTo>
                  <a:pt x="1078905" y="74947"/>
                </a:lnTo>
                <a:lnTo>
                  <a:pt x="1086935" y="71151"/>
                </a:lnTo>
                <a:lnTo>
                  <a:pt x="1094235" y="66688"/>
                </a:lnTo>
                <a:lnTo>
                  <a:pt x="1094965" y="61957"/>
                </a:lnTo>
                <a:lnTo>
                  <a:pt x="1096425" y="63805"/>
                </a:lnTo>
                <a:lnTo>
                  <a:pt x="1097155" y="69207"/>
                </a:lnTo>
                <a:lnTo>
                  <a:pt x="1098614" y="62017"/>
                </a:lnTo>
                <a:lnTo>
                  <a:pt x="1102264" y="70407"/>
                </a:lnTo>
                <a:lnTo>
                  <a:pt x="1102994" y="69367"/>
                </a:lnTo>
                <a:lnTo>
                  <a:pt x="1105184" y="57339"/>
                </a:lnTo>
                <a:lnTo>
                  <a:pt x="1105914" y="64679"/>
                </a:lnTo>
                <a:lnTo>
                  <a:pt x="1108104" y="70395"/>
                </a:lnTo>
                <a:lnTo>
                  <a:pt x="1110294" y="59050"/>
                </a:lnTo>
                <a:lnTo>
                  <a:pt x="1111024" y="62231"/>
                </a:lnTo>
                <a:lnTo>
                  <a:pt x="1113944" y="72766"/>
                </a:lnTo>
                <a:lnTo>
                  <a:pt x="1114674" y="70022"/>
                </a:lnTo>
                <a:lnTo>
                  <a:pt x="1116134" y="63972"/>
                </a:lnTo>
                <a:lnTo>
                  <a:pt x="1117594" y="64342"/>
                </a:lnTo>
                <a:lnTo>
                  <a:pt x="1119784" y="81048"/>
                </a:lnTo>
                <a:lnTo>
                  <a:pt x="1120514" y="73762"/>
                </a:lnTo>
                <a:lnTo>
                  <a:pt x="1122704" y="72021"/>
                </a:lnTo>
                <a:lnTo>
                  <a:pt x="1127083" y="79691"/>
                </a:lnTo>
                <a:lnTo>
                  <a:pt x="1127813" y="76149"/>
                </a:lnTo>
                <a:lnTo>
                  <a:pt x="1129273" y="79480"/>
                </a:lnTo>
                <a:lnTo>
                  <a:pt x="1130003" y="81859"/>
                </a:lnTo>
                <a:lnTo>
                  <a:pt x="1130733" y="81405"/>
                </a:lnTo>
                <a:lnTo>
                  <a:pt x="1131463" y="77307"/>
                </a:lnTo>
                <a:lnTo>
                  <a:pt x="1132193" y="85464"/>
                </a:lnTo>
                <a:lnTo>
                  <a:pt x="1132923" y="87929"/>
                </a:lnTo>
                <a:lnTo>
                  <a:pt x="1133653" y="82233"/>
                </a:lnTo>
                <a:lnTo>
                  <a:pt x="1134383" y="76127"/>
                </a:lnTo>
                <a:lnTo>
                  <a:pt x="1135843" y="83864"/>
                </a:lnTo>
                <a:lnTo>
                  <a:pt x="1136573" y="77486"/>
                </a:lnTo>
                <a:lnTo>
                  <a:pt x="1138763" y="87388"/>
                </a:lnTo>
                <a:lnTo>
                  <a:pt x="1139493" y="81573"/>
                </a:lnTo>
                <a:lnTo>
                  <a:pt x="1142413" y="75665"/>
                </a:lnTo>
                <a:lnTo>
                  <a:pt x="1146063" y="78758"/>
                </a:lnTo>
                <a:lnTo>
                  <a:pt x="1146793" y="84346"/>
                </a:lnTo>
                <a:lnTo>
                  <a:pt x="1147523" y="72697"/>
                </a:lnTo>
                <a:lnTo>
                  <a:pt x="1148983" y="83195"/>
                </a:lnTo>
                <a:lnTo>
                  <a:pt x="1150443" y="85056"/>
                </a:lnTo>
                <a:lnTo>
                  <a:pt x="1153363" y="69977"/>
                </a:lnTo>
                <a:lnTo>
                  <a:pt x="1154823" y="81013"/>
                </a:lnTo>
                <a:lnTo>
                  <a:pt x="1156282" y="74950"/>
                </a:lnTo>
                <a:lnTo>
                  <a:pt x="1157012" y="71435"/>
                </a:lnTo>
                <a:lnTo>
                  <a:pt x="1157742" y="75005"/>
                </a:lnTo>
                <a:lnTo>
                  <a:pt x="1158472" y="79970"/>
                </a:lnTo>
                <a:lnTo>
                  <a:pt x="1159932" y="75840"/>
                </a:lnTo>
                <a:lnTo>
                  <a:pt x="1160662" y="75919"/>
                </a:lnTo>
                <a:lnTo>
                  <a:pt x="1161392" y="68042"/>
                </a:lnTo>
                <a:lnTo>
                  <a:pt x="1163582" y="69376"/>
                </a:lnTo>
                <a:lnTo>
                  <a:pt x="1164312" y="67463"/>
                </a:lnTo>
                <a:lnTo>
                  <a:pt x="1165042" y="77989"/>
                </a:lnTo>
                <a:lnTo>
                  <a:pt x="1166502" y="71229"/>
                </a:lnTo>
                <a:lnTo>
                  <a:pt x="1170882" y="64033"/>
                </a:lnTo>
                <a:lnTo>
                  <a:pt x="1171612" y="75312"/>
                </a:lnTo>
                <a:lnTo>
                  <a:pt x="1173072" y="65698"/>
                </a:lnTo>
                <a:lnTo>
                  <a:pt x="1174532" y="67083"/>
                </a:lnTo>
                <a:lnTo>
                  <a:pt x="1175262" y="72817"/>
                </a:lnTo>
                <a:lnTo>
                  <a:pt x="1175992" y="65317"/>
                </a:lnTo>
                <a:lnTo>
                  <a:pt x="1177452" y="69134"/>
                </a:lnTo>
                <a:lnTo>
                  <a:pt x="1178912" y="62275"/>
                </a:lnTo>
                <a:lnTo>
                  <a:pt x="1180372" y="65605"/>
                </a:lnTo>
                <a:lnTo>
                  <a:pt x="1181102" y="60984"/>
                </a:lnTo>
                <a:lnTo>
                  <a:pt x="1183292" y="63583"/>
                </a:lnTo>
                <a:lnTo>
                  <a:pt x="1184751" y="55366"/>
                </a:lnTo>
                <a:lnTo>
                  <a:pt x="1186211" y="61394"/>
                </a:lnTo>
                <a:lnTo>
                  <a:pt x="1186941" y="63436"/>
                </a:lnTo>
                <a:lnTo>
                  <a:pt x="1187671" y="61171"/>
                </a:lnTo>
                <a:lnTo>
                  <a:pt x="1189131" y="51188"/>
                </a:lnTo>
                <a:lnTo>
                  <a:pt x="1190591" y="55947"/>
                </a:lnTo>
                <a:lnTo>
                  <a:pt x="1192051" y="61475"/>
                </a:lnTo>
                <a:lnTo>
                  <a:pt x="1193511" y="57332"/>
                </a:lnTo>
                <a:lnTo>
                  <a:pt x="1194241" y="58010"/>
                </a:lnTo>
                <a:lnTo>
                  <a:pt x="1194971" y="56663"/>
                </a:lnTo>
                <a:lnTo>
                  <a:pt x="1197891" y="49284"/>
                </a:lnTo>
                <a:lnTo>
                  <a:pt x="1198621" y="53596"/>
                </a:lnTo>
                <a:lnTo>
                  <a:pt x="1199351" y="55678"/>
                </a:lnTo>
                <a:lnTo>
                  <a:pt x="1200811" y="41494"/>
                </a:lnTo>
                <a:lnTo>
                  <a:pt x="1201541" y="52358"/>
                </a:lnTo>
                <a:lnTo>
                  <a:pt x="1203001" y="56528"/>
                </a:lnTo>
                <a:lnTo>
                  <a:pt x="1203731" y="53065"/>
                </a:lnTo>
                <a:lnTo>
                  <a:pt x="1206651" y="45951"/>
                </a:lnTo>
                <a:lnTo>
                  <a:pt x="1208111" y="48426"/>
                </a:lnTo>
                <a:lnTo>
                  <a:pt x="1213220" y="47127"/>
                </a:lnTo>
                <a:lnTo>
                  <a:pt x="1213950" y="42345"/>
                </a:lnTo>
                <a:lnTo>
                  <a:pt x="1215410" y="45089"/>
                </a:lnTo>
                <a:lnTo>
                  <a:pt x="1216870" y="47498"/>
                </a:lnTo>
                <a:lnTo>
                  <a:pt x="1217600" y="41630"/>
                </a:lnTo>
                <a:lnTo>
                  <a:pt x="1219790" y="42554"/>
                </a:lnTo>
                <a:lnTo>
                  <a:pt x="1220520" y="46604"/>
                </a:lnTo>
                <a:lnTo>
                  <a:pt x="1221250" y="34047"/>
                </a:lnTo>
                <a:lnTo>
                  <a:pt x="1222710" y="44004"/>
                </a:lnTo>
                <a:lnTo>
                  <a:pt x="1224900" y="36436"/>
                </a:lnTo>
                <a:lnTo>
                  <a:pt x="1225630" y="33183"/>
                </a:lnTo>
                <a:lnTo>
                  <a:pt x="1226360" y="36738"/>
                </a:lnTo>
                <a:lnTo>
                  <a:pt x="1227090" y="39278"/>
                </a:lnTo>
                <a:lnTo>
                  <a:pt x="1227820" y="35268"/>
                </a:lnTo>
                <a:lnTo>
                  <a:pt x="1231470" y="32194"/>
                </a:lnTo>
                <a:lnTo>
                  <a:pt x="1232930" y="34387"/>
                </a:lnTo>
                <a:lnTo>
                  <a:pt x="1234390" y="32918"/>
                </a:lnTo>
                <a:lnTo>
                  <a:pt x="1235850" y="31811"/>
                </a:lnTo>
                <a:lnTo>
                  <a:pt x="1236580" y="34227"/>
                </a:lnTo>
                <a:lnTo>
                  <a:pt x="1237310" y="39689"/>
                </a:lnTo>
                <a:lnTo>
                  <a:pt x="1238040" y="28381"/>
                </a:lnTo>
                <a:lnTo>
                  <a:pt x="1238770" y="33390"/>
                </a:lnTo>
                <a:lnTo>
                  <a:pt x="1242419" y="22532"/>
                </a:lnTo>
                <a:lnTo>
                  <a:pt x="1243149" y="25035"/>
                </a:lnTo>
                <a:lnTo>
                  <a:pt x="1243879" y="28902"/>
                </a:lnTo>
                <a:lnTo>
                  <a:pt x="1245339" y="24474"/>
                </a:lnTo>
                <a:lnTo>
                  <a:pt x="1246069" y="22568"/>
                </a:lnTo>
                <a:lnTo>
                  <a:pt x="1246799" y="30162"/>
                </a:lnTo>
                <a:lnTo>
                  <a:pt x="1248259" y="23755"/>
                </a:lnTo>
                <a:lnTo>
                  <a:pt x="1252639" y="22713"/>
                </a:lnTo>
                <a:lnTo>
                  <a:pt x="1253369" y="20587"/>
                </a:lnTo>
                <a:lnTo>
                  <a:pt x="1254099" y="21935"/>
                </a:lnTo>
                <a:lnTo>
                  <a:pt x="1254829" y="27012"/>
                </a:lnTo>
                <a:lnTo>
                  <a:pt x="1256289" y="19184"/>
                </a:lnTo>
                <a:lnTo>
                  <a:pt x="1257749" y="22939"/>
                </a:lnTo>
                <a:lnTo>
                  <a:pt x="1259209" y="20204"/>
                </a:lnTo>
                <a:lnTo>
                  <a:pt x="1260669" y="21749"/>
                </a:lnTo>
                <a:lnTo>
                  <a:pt x="1262859" y="17994"/>
                </a:lnTo>
                <a:lnTo>
                  <a:pt x="1264319" y="20045"/>
                </a:lnTo>
                <a:lnTo>
                  <a:pt x="1265779" y="17692"/>
                </a:lnTo>
                <a:lnTo>
                  <a:pt x="1267239" y="13312"/>
                </a:lnTo>
                <a:lnTo>
                  <a:pt x="1267969" y="16966"/>
                </a:lnTo>
                <a:lnTo>
                  <a:pt x="1269429" y="17946"/>
                </a:lnTo>
                <a:lnTo>
                  <a:pt x="1270159" y="12016"/>
                </a:lnTo>
                <a:lnTo>
                  <a:pt x="1271618" y="16250"/>
                </a:lnTo>
                <a:lnTo>
                  <a:pt x="1273808" y="17149"/>
                </a:lnTo>
                <a:lnTo>
                  <a:pt x="1273078" y="14900"/>
                </a:lnTo>
                <a:lnTo>
                  <a:pt x="1274538" y="16260"/>
                </a:lnTo>
                <a:lnTo>
                  <a:pt x="1275998" y="10021"/>
                </a:lnTo>
                <a:lnTo>
                  <a:pt x="1276728" y="10767"/>
                </a:lnTo>
                <a:lnTo>
                  <a:pt x="1278918" y="17440"/>
                </a:lnTo>
                <a:lnTo>
                  <a:pt x="1279648" y="14437"/>
                </a:lnTo>
                <a:lnTo>
                  <a:pt x="1282568" y="10096"/>
                </a:lnTo>
                <a:lnTo>
                  <a:pt x="1284028" y="16961"/>
                </a:lnTo>
                <a:lnTo>
                  <a:pt x="1284758" y="11260"/>
                </a:lnTo>
                <a:lnTo>
                  <a:pt x="1286948" y="5938"/>
                </a:lnTo>
                <a:lnTo>
                  <a:pt x="1288408" y="9693"/>
                </a:lnTo>
                <a:lnTo>
                  <a:pt x="1289138" y="10826"/>
                </a:lnTo>
                <a:lnTo>
                  <a:pt x="1289868" y="9909"/>
                </a:lnTo>
                <a:lnTo>
                  <a:pt x="1290598" y="4132"/>
                </a:lnTo>
                <a:lnTo>
                  <a:pt x="1292788" y="5926"/>
                </a:lnTo>
                <a:lnTo>
                  <a:pt x="1294248" y="7198"/>
                </a:lnTo>
                <a:lnTo>
                  <a:pt x="1296438" y="14602"/>
                </a:lnTo>
                <a:lnTo>
                  <a:pt x="1297168" y="8381"/>
                </a:lnTo>
                <a:lnTo>
                  <a:pt x="1300087" y="6885"/>
                </a:lnTo>
                <a:lnTo>
                  <a:pt x="1303737" y="11521"/>
                </a:lnTo>
                <a:lnTo>
                  <a:pt x="1306657" y="440"/>
                </a:lnTo>
                <a:lnTo>
                  <a:pt x="1308847" y="9464"/>
                </a:lnTo>
                <a:lnTo>
                  <a:pt x="1309577" y="9006"/>
                </a:lnTo>
                <a:lnTo>
                  <a:pt x="1310307" y="11604"/>
                </a:lnTo>
                <a:lnTo>
                  <a:pt x="1311037" y="6728"/>
                </a:lnTo>
                <a:lnTo>
                  <a:pt x="1312497" y="5152"/>
                </a:lnTo>
                <a:lnTo>
                  <a:pt x="1313227" y="7396"/>
                </a:lnTo>
                <a:lnTo>
                  <a:pt x="1314687" y="12032"/>
                </a:lnTo>
                <a:lnTo>
                  <a:pt x="1315417" y="9950"/>
                </a:lnTo>
                <a:lnTo>
                  <a:pt x="1318337" y="3020"/>
                </a:lnTo>
                <a:lnTo>
                  <a:pt x="1320527" y="1556"/>
                </a:lnTo>
                <a:lnTo>
                  <a:pt x="1321257" y="13305"/>
                </a:lnTo>
                <a:lnTo>
                  <a:pt x="1321987" y="2644"/>
                </a:lnTo>
                <a:lnTo>
                  <a:pt x="1324177" y="7840"/>
                </a:lnTo>
                <a:lnTo>
                  <a:pt x="1324907" y="4826"/>
                </a:lnTo>
                <a:lnTo>
                  <a:pt x="1326367" y="9044"/>
                </a:lnTo>
                <a:lnTo>
                  <a:pt x="1327097" y="14498"/>
                </a:lnTo>
                <a:lnTo>
                  <a:pt x="1328556" y="7297"/>
                </a:lnTo>
                <a:lnTo>
                  <a:pt x="1330016" y="2682"/>
                </a:lnTo>
                <a:lnTo>
                  <a:pt x="1330746" y="4885"/>
                </a:lnTo>
                <a:lnTo>
                  <a:pt x="1331476" y="9873"/>
                </a:lnTo>
                <a:lnTo>
                  <a:pt x="1333666" y="7554"/>
                </a:lnTo>
                <a:lnTo>
                  <a:pt x="1334396" y="7770"/>
                </a:lnTo>
                <a:lnTo>
                  <a:pt x="1335856" y="1818"/>
                </a:lnTo>
                <a:lnTo>
                  <a:pt x="1336586" y="9776"/>
                </a:lnTo>
                <a:lnTo>
                  <a:pt x="1337316" y="11569"/>
                </a:lnTo>
                <a:lnTo>
                  <a:pt x="1340236" y="0"/>
                </a:lnTo>
                <a:lnTo>
                  <a:pt x="1343156" y="15642"/>
                </a:lnTo>
                <a:lnTo>
                  <a:pt x="1344616" y="6596"/>
                </a:lnTo>
                <a:lnTo>
                  <a:pt x="1345346" y="5015"/>
                </a:lnTo>
                <a:lnTo>
                  <a:pt x="1346806" y="11756"/>
                </a:lnTo>
                <a:lnTo>
                  <a:pt x="1348266" y="9477"/>
                </a:lnTo>
                <a:lnTo>
                  <a:pt x="1350456" y="7772"/>
                </a:lnTo>
                <a:lnTo>
                  <a:pt x="1354836" y="15304"/>
                </a:lnTo>
                <a:lnTo>
                  <a:pt x="1355566" y="9708"/>
                </a:lnTo>
                <a:lnTo>
                  <a:pt x="1357026" y="17522"/>
                </a:lnTo>
                <a:lnTo>
                  <a:pt x="1357755" y="13882"/>
                </a:lnTo>
                <a:lnTo>
                  <a:pt x="1358485" y="18767"/>
                </a:lnTo>
                <a:lnTo>
                  <a:pt x="1359215" y="23061"/>
                </a:lnTo>
                <a:lnTo>
                  <a:pt x="1359945" y="14953"/>
                </a:lnTo>
                <a:lnTo>
                  <a:pt x="1361405" y="7611"/>
                </a:lnTo>
                <a:lnTo>
                  <a:pt x="1362865" y="9696"/>
                </a:lnTo>
                <a:lnTo>
                  <a:pt x="1363595" y="20921"/>
                </a:lnTo>
                <a:lnTo>
                  <a:pt x="1365785" y="16274"/>
                </a:lnTo>
                <a:lnTo>
                  <a:pt x="1367245" y="14340"/>
                </a:lnTo>
                <a:lnTo>
                  <a:pt x="1370165" y="22747"/>
                </a:lnTo>
                <a:lnTo>
                  <a:pt x="1373085" y="13930"/>
                </a:lnTo>
                <a:lnTo>
                  <a:pt x="1376005" y="28322"/>
                </a:lnTo>
                <a:lnTo>
                  <a:pt x="1378195" y="24390"/>
                </a:lnTo>
                <a:lnTo>
                  <a:pt x="1378925" y="21139"/>
                </a:lnTo>
                <a:lnTo>
                  <a:pt x="1380385" y="21529"/>
                </a:lnTo>
                <a:lnTo>
                  <a:pt x="1381845" y="30068"/>
                </a:lnTo>
                <a:lnTo>
                  <a:pt x="1382575" y="28452"/>
                </a:lnTo>
                <a:lnTo>
                  <a:pt x="1384765" y="17293"/>
                </a:lnTo>
                <a:lnTo>
                  <a:pt x="1385495" y="21314"/>
                </a:lnTo>
                <a:lnTo>
                  <a:pt x="1386954" y="32901"/>
                </a:lnTo>
                <a:lnTo>
                  <a:pt x="1388414" y="25135"/>
                </a:lnTo>
                <a:lnTo>
                  <a:pt x="1391334" y="18597"/>
                </a:lnTo>
                <a:lnTo>
                  <a:pt x="1389874" y="26236"/>
                </a:lnTo>
                <a:lnTo>
                  <a:pt x="1392064" y="20570"/>
                </a:lnTo>
                <a:lnTo>
                  <a:pt x="1393524" y="34270"/>
                </a:lnTo>
                <a:lnTo>
                  <a:pt x="1394984" y="24949"/>
                </a:lnTo>
                <a:lnTo>
                  <a:pt x="1396444" y="27918"/>
                </a:lnTo>
                <a:lnTo>
                  <a:pt x="1397174" y="18657"/>
                </a:lnTo>
                <a:lnTo>
                  <a:pt x="1398634" y="27494"/>
                </a:lnTo>
                <a:lnTo>
                  <a:pt x="1400824" y="35773"/>
                </a:lnTo>
                <a:lnTo>
                  <a:pt x="1401554" y="32166"/>
                </a:lnTo>
                <a:lnTo>
                  <a:pt x="1404474" y="21492"/>
                </a:lnTo>
                <a:lnTo>
                  <a:pt x="1403014" y="33294"/>
                </a:lnTo>
                <a:lnTo>
                  <a:pt x="1405204" y="28603"/>
                </a:lnTo>
                <a:lnTo>
                  <a:pt x="1405934" y="38691"/>
                </a:lnTo>
                <a:lnTo>
                  <a:pt x="1408124" y="34623"/>
                </a:lnTo>
                <a:lnTo>
                  <a:pt x="1409584" y="24238"/>
                </a:lnTo>
                <a:lnTo>
                  <a:pt x="1411044" y="30433"/>
                </a:lnTo>
                <a:lnTo>
                  <a:pt x="1412504" y="34413"/>
                </a:lnTo>
                <a:lnTo>
                  <a:pt x="1413234" y="28647"/>
                </a:lnTo>
                <a:lnTo>
                  <a:pt x="1414694" y="27104"/>
                </a:lnTo>
                <a:lnTo>
                  <a:pt x="1417613" y="32271"/>
                </a:lnTo>
                <a:lnTo>
                  <a:pt x="1420533" y="21754"/>
                </a:lnTo>
                <a:lnTo>
                  <a:pt x="1421263" y="22217"/>
                </a:lnTo>
                <a:lnTo>
                  <a:pt x="1423453" y="33230"/>
                </a:lnTo>
                <a:lnTo>
                  <a:pt x="1424183" y="31339"/>
                </a:lnTo>
                <a:lnTo>
                  <a:pt x="1424913" y="20894"/>
                </a:lnTo>
                <a:lnTo>
                  <a:pt x="1426373" y="25240"/>
                </a:lnTo>
                <a:lnTo>
                  <a:pt x="1429293" y="32630"/>
                </a:lnTo>
                <a:lnTo>
                  <a:pt x="1430023" y="30042"/>
                </a:lnTo>
                <a:lnTo>
                  <a:pt x="1430753" y="29540"/>
                </a:lnTo>
                <a:lnTo>
                  <a:pt x="1431483" y="30854"/>
                </a:lnTo>
                <a:lnTo>
                  <a:pt x="1432213" y="32232"/>
                </a:lnTo>
                <a:lnTo>
                  <a:pt x="1432943" y="29711"/>
                </a:lnTo>
                <a:lnTo>
                  <a:pt x="1435133" y="28238"/>
                </a:lnTo>
                <a:lnTo>
                  <a:pt x="1435863" y="29990"/>
                </a:lnTo>
                <a:lnTo>
                  <a:pt x="1438053" y="37922"/>
                </a:lnTo>
                <a:lnTo>
                  <a:pt x="1438783" y="35346"/>
                </a:lnTo>
                <a:lnTo>
                  <a:pt x="1440973" y="34735"/>
                </a:lnTo>
                <a:lnTo>
                  <a:pt x="1442433" y="23817"/>
                </a:lnTo>
                <a:lnTo>
                  <a:pt x="1443163" y="34174"/>
                </a:lnTo>
                <a:lnTo>
                  <a:pt x="1444622" y="29373"/>
                </a:lnTo>
                <a:lnTo>
                  <a:pt x="1445352" y="34789"/>
                </a:lnTo>
                <a:lnTo>
                  <a:pt x="1446812" y="31645"/>
                </a:lnTo>
                <a:lnTo>
                  <a:pt x="1448272" y="43235"/>
                </a:lnTo>
                <a:lnTo>
                  <a:pt x="1450462" y="40474"/>
                </a:lnTo>
                <a:lnTo>
                  <a:pt x="1451192" y="40082"/>
                </a:lnTo>
                <a:lnTo>
                  <a:pt x="1453382" y="27629"/>
                </a:lnTo>
                <a:lnTo>
                  <a:pt x="1454112" y="35070"/>
                </a:lnTo>
                <a:lnTo>
                  <a:pt x="1454842" y="41006"/>
                </a:lnTo>
                <a:lnTo>
                  <a:pt x="1456302" y="37471"/>
                </a:lnTo>
                <a:lnTo>
                  <a:pt x="1459222" y="19583"/>
                </a:lnTo>
                <a:lnTo>
                  <a:pt x="1459952" y="22339"/>
                </a:lnTo>
                <a:lnTo>
                  <a:pt x="1461412" y="32760"/>
                </a:lnTo>
                <a:lnTo>
                  <a:pt x="1462142" y="28191"/>
                </a:lnTo>
                <a:lnTo>
                  <a:pt x="1462872" y="24480"/>
                </a:lnTo>
                <a:lnTo>
                  <a:pt x="1465062" y="25163"/>
                </a:lnTo>
                <a:lnTo>
                  <a:pt x="1465792" y="25499"/>
                </a:lnTo>
                <a:lnTo>
                  <a:pt x="1466522" y="18631"/>
                </a:lnTo>
                <a:lnTo>
                  <a:pt x="1468712" y="21230"/>
                </a:lnTo>
                <a:lnTo>
                  <a:pt x="1472362" y="31455"/>
                </a:lnTo>
                <a:lnTo>
                  <a:pt x="1473822" y="24297"/>
                </a:lnTo>
                <a:lnTo>
                  <a:pt x="1474552" y="32804"/>
                </a:lnTo>
                <a:lnTo>
                  <a:pt x="1475281" y="35712"/>
                </a:lnTo>
                <a:lnTo>
                  <a:pt x="1476011" y="32749"/>
                </a:lnTo>
                <a:lnTo>
                  <a:pt x="1476742" y="30134"/>
                </a:lnTo>
                <a:lnTo>
                  <a:pt x="1478202" y="33844"/>
                </a:lnTo>
                <a:lnTo>
                  <a:pt x="1478931" y="32247"/>
                </a:lnTo>
                <a:lnTo>
                  <a:pt x="1479661" y="33138"/>
                </a:lnTo>
                <a:lnTo>
                  <a:pt x="1481122" y="40354"/>
                </a:lnTo>
                <a:lnTo>
                  <a:pt x="1482581" y="36808"/>
                </a:lnTo>
                <a:lnTo>
                  <a:pt x="1486232" y="35246"/>
                </a:lnTo>
                <a:lnTo>
                  <a:pt x="1487692" y="40481"/>
                </a:lnTo>
                <a:lnTo>
                  <a:pt x="1488422" y="34067"/>
                </a:lnTo>
                <a:lnTo>
                  <a:pt x="1489152" y="31368"/>
                </a:lnTo>
                <a:lnTo>
                  <a:pt x="1492072" y="48295"/>
                </a:lnTo>
                <a:lnTo>
                  <a:pt x="1493532" y="43724"/>
                </a:lnTo>
                <a:lnTo>
                  <a:pt x="1494261" y="46105"/>
                </a:lnTo>
                <a:lnTo>
                  <a:pt x="1495721" y="52739"/>
                </a:lnTo>
                <a:lnTo>
                  <a:pt x="1497181" y="48399"/>
                </a:lnTo>
                <a:lnTo>
                  <a:pt x="1498641" y="44352"/>
                </a:lnTo>
                <a:lnTo>
                  <a:pt x="1499371" y="45391"/>
                </a:lnTo>
                <a:lnTo>
                  <a:pt x="1502291" y="59074"/>
                </a:lnTo>
                <a:lnTo>
                  <a:pt x="1504481" y="48472"/>
                </a:lnTo>
                <a:lnTo>
                  <a:pt x="1505211" y="51259"/>
                </a:lnTo>
                <a:lnTo>
                  <a:pt x="1508131" y="67714"/>
                </a:lnTo>
                <a:lnTo>
                  <a:pt x="1508861" y="65644"/>
                </a:lnTo>
                <a:lnTo>
                  <a:pt x="1510321" y="53755"/>
                </a:lnTo>
                <a:lnTo>
                  <a:pt x="1511051" y="65035"/>
                </a:lnTo>
                <a:lnTo>
                  <a:pt x="1511781" y="64639"/>
                </a:lnTo>
                <a:lnTo>
                  <a:pt x="1516891" y="79181"/>
                </a:lnTo>
                <a:lnTo>
                  <a:pt x="1519081" y="69066"/>
                </a:lnTo>
                <a:lnTo>
                  <a:pt x="1519811" y="74247"/>
                </a:lnTo>
                <a:lnTo>
                  <a:pt x="1523460" y="88231"/>
                </a:lnTo>
                <a:lnTo>
                  <a:pt x="1526380" y="84052"/>
                </a:lnTo>
                <a:lnTo>
                  <a:pt x="1530760" y="99229"/>
                </a:lnTo>
                <a:lnTo>
                  <a:pt x="1531490" y="97064"/>
                </a:lnTo>
                <a:lnTo>
                  <a:pt x="1532220" y="97941"/>
                </a:lnTo>
                <a:lnTo>
                  <a:pt x="1534410" y="106749"/>
                </a:lnTo>
                <a:lnTo>
                  <a:pt x="1535140" y="103840"/>
                </a:lnTo>
                <a:lnTo>
                  <a:pt x="1535870" y="102973"/>
                </a:lnTo>
                <a:lnTo>
                  <a:pt x="1536600" y="104218"/>
                </a:lnTo>
                <a:lnTo>
                  <a:pt x="1539520" y="112733"/>
                </a:lnTo>
                <a:lnTo>
                  <a:pt x="1540250" y="110813"/>
                </a:lnTo>
                <a:lnTo>
                  <a:pt x="1540980" y="108111"/>
                </a:lnTo>
                <a:lnTo>
                  <a:pt x="1541710" y="112472"/>
                </a:lnTo>
                <a:lnTo>
                  <a:pt x="1549010" y="126032"/>
                </a:lnTo>
                <a:lnTo>
                  <a:pt x="1550470" y="139531"/>
                </a:lnTo>
                <a:lnTo>
                  <a:pt x="1551200" y="135465"/>
                </a:lnTo>
                <a:lnTo>
                  <a:pt x="1551929" y="126927"/>
                </a:lnTo>
                <a:lnTo>
                  <a:pt x="1552659" y="138805"/>
                </a:lnTo>
                <a:lnTo>
                  <a:pt x="1553389" y="133934"/>
                </a:lnTo>
                <a:lnTo>
                  <a:pt x="1557769" y="155528"/>
                </a:lnTo>
                <a:lnTo>
                  <a:pt x="1558499" y="154911"/>
                </a:lnTo>
                <a:lnTo>
                  <a:pt x="1562149" y="173561"/>
                </a:lnTo>
                <a:lnTo>
                  <a:pt x="1564339" y="152126"/>
                </a:lnTo>
                <a:lnTo>
                  <a:pt x="1567259" y="190639"/>
                </a:lnTo>
                <a:lnTo>
                  <a:pt x="1567989" y="188984"/>
                </a:lnTo>
                <a:lnTo>
                  <a:pt x="1568719" y="177222"/>
                </a:lnTo>
                <a:lnTo>
                  <a:pt x="1570909" y="179629"/>
                </a:lnTo>
                <a:lnTo>
                  <a:pt x="1573829" y="218540"/>
                </a:lnTo>
                <a:lnTo>
                  <a:pt x="1574559" y="209756"/>
                </a:lnTo>
                <a:lnTo>
                  <a:pt x="1575289" y="208632"/>
                </a:lnTo>
                <a:lnTo>
                  <a:pt x="1576019" y="242960"/>
                </a:lnTo>
                <a:lnTo>
                  <a:pt x="1578209" y="233580"/>
                </a:lnTo>
                <a:lnTo>
                  <a:pt x="1581128" y="220316"/>
                </a:lnTo>
                <a:lnTo>
                  <a:pt x="1582588" y="246664"/>
                </a:lnTo>
                <a:lnTo>
                  <a:pt x="1584048" y="235605"/>
                </a:lnTo>
                <a:lnTo>
                  <a:pt x="1585508" y="231700"/>
                </a:lnTo>
                <a:lnTo>
                  <a:pt x="1587698" y="250894"/>
                </a:lnTo>
                <a:lnTo>
                  <a:pt x="1588428" y="234836"/>
                </a:lnTo>
                <a:lnTo>
                  <a:pt x="1589888" y="245579"/>
                </a:lnTo>
                <a:lnTo>
                  <a:pt x="1590618" y="232751"/>
                </a:lnTo>
                <a:lnTo>
                  <a:pt x="1591348" y="241388"/>
                </a:lnTo>
                <a:lnTo>
                  <a:pt x="1592078" y="226226"/>
                </a:lnTo>
                <a:lnTo>
                  <a:pt x="1593538" y="236128"/>
                </a:lnTo>
                <a:lnTo>
                  <a:pt x="1594998" y="247072"/>
                </a:lnTo>
                <a:lnTo>
                  <a:pt x="1597188" y="242722"/>
                </a:lnTo>
                <a:lnTo>
                  <a:pt x="1600108" y="228618"/>
                </a:lnTo>
                <a:lnTo>
                  <a:pt x="1599378" y="244206"/>
                </a:lnTo>
                <a:lnTo>
                  <a:pt x="1600838" y="232830"/>
                </a:lnTo>
                <a:lnTo>
                  <a:pt x="1604488" y="241443"/>
                </a:lnTo>
                <a:lnTo>
                  <a:pt x="1605948" y="245318"/>
                </a:lnTo>
                <a:lnTo>
                  <a:pt x="1606678" y="240194"/>
                </a:lnTo>
                <a:lnTo>
                  <a:pt x="1608138" y="244469"/>
                </a:lnTo>
                <a:lnTo>
                  <a:pt x="1608868" y="242292"/>
                </a:lnTo>
                <a:lnTo>
                  <a:pt x="1610327" y="243910"/>
                </a:lnTo>
                <a:lnTo>
                  <a:pt x="1611787" y="246716"/>
                </a:lnTo>
                <a:lnTo>
                  <a:pt x="1613977" y="245171"/>
                </a:lnTo>
                <a:lnTo>
                  <a:pt x="1614707" y="240610"/>
                </a:lnTo>
                <a:lnTo>
                  <a:pt x="1616167" y="245324"/>
                </a:lnTo>
                <a:lnTo>
                  <a:pt x="1616897" y="244573"/>
                </a:lnTo>
                <a:lnTo>
                  <a:pt x="1618357" y="235603"/>
                </a:lnTo>
                <a:lnTo>
                  <a:pt x="1619817" y="239311"/>
                </a:lnTo>
                <a:lnTo>
                  <a:pt x="1620547" y="235013"/>
                </a:lnTo>
                <a:lnTo>
                  <a:pt x="1622737" y="235675"/>
                </a:lnTo>
                <a:lnTo>
                  <a:pt x="1628577" y="228872"/>
                </a:lnTo>
                <a:lnTo>
                  <a:pt x="1631497" y="229838"/>
                </a:lnTo>
                <a:lnTo>
                  <a:pt x="1633687" y="228322"/>
                </a:lnTo>
                <a:lnTo>
                  <a:pt x="1635877" y="234194"/>
                </a:lnTo>
                <a:lnTo>
                  <a:pt x="1636607" y="230852"/>
                </a:lnTo>
                <a:lnTo>
                  <a:pt x="1637337" y="230176"/>
                </a:lnTo>
                <a:lnTo>
                  <a:pt x="1639526" y="235347"/>
                </a:lnTo>
                <a:lnTo>
                  <a:pt x="1640986" y="227120"/>
                </a:lnTo>
                <a:lnTo>
                  <a:pt x="1641716" y="230463"/>
                </a:lnTo>
                <a:lnTo>
                  <a:pt x="1642446" y="234763"/>
                </a:lnTo>
                <a:lnTo>
                  <a:pt x="1643906" y="232451"/>
                </a:lnTo>
                <a:lnTo>
                  <a:pt x="1645366" y="226176"/>
                </a:lnTo>
                <a:lnTo>
                  <a:pt x="1646096" y="229646"/>
                </a:lnTo>
                <a:lnTo>
                  <a:pt x="1647556" y="227519"/>
                </a:lnTo>
                <a:lnTo>
                  <a:pt x="1649746" y="236941"/>
                </a:lnTo>
                <a:lnTo>
                  <a:pt x="1653396" y="225589"/>
                </a:lnTo>
                <a:lnTo>
                  <a:pt x="1657046" y="234711"/>
                </a:lnTo>
                <a:lnTo>
                  <a:pt x="1658506" y="226731"/>
                </a:lnTo>
                <a:lnTo>
                  <a:pt x="1659966" y="228039"/>
                </a:lnTo>
                <a:lnTo>
                  <a:pt x="1665076" y="235809"/>
                </a:lnTo>
                <a:lnTo>
                  <a:pt x="1666536" y="228627"/>
                </a:lnTo>
                <a:lnTo>
                  <a:pt x="1667995" y="233057"/>
                </a:lnTo>
                <a:lnTo>
                  <a:pt x="1673835" y="240034"/>
                </a:lnTo>
                <a:lnTo>
                  <a:pt x="1674565" y="235763"/>
                </a:lnTo>
                <a:lnTo>
                  <a:pt x="1675295" y="233851"/>
                </a:lnTo>
                <a:lnTo>
                  <a:pt x="1676755" y="235750"/>
                </a:lnTo>
                <a:lnTo>
                  <a:pt x="1682595" y="239494"/>
                </a:lnTo>
                <a:lnTo>
                  <a:pt x="1686975" y="238922"/>
                </a:lnTo>
                <a:lnTo>
                  <a:pt x="1688435" y="243316"/>
                </a:lnTo>
                <a:lnTo>
                  <a:pt x="1689895" y="241659"/>
                </a:lnTo>
                <a:lnTo>
                  <a:pt x="1692085" y="243471"/>
                </a:lnTo>
                <a:lnTo>
                  <a:pt x="1694275" y="250251"/>
                </a:lnTo>
                <a:lnTo>
                  <a:pt x="1695735" y="237960"/>
                </a:lnTo>
                <a:lnTo>
                  <a:pt x="1697194" y="244476"/>
                </a:lnTo>
                <a:lnTo>
                  <a:pt x="1699384" y="250777"/>
                </a:lnTo>
                <a:lnTo>
                  <a:pt x="1700114" y="249866"/>
                </a:lnTo>
                <a:lnTo>
                  <a:pt x="1701574" y="245980"/>
                </a:lnTo>
                <a:lnTo>
                  <a:pt x="1703034" y="246725"/>
                </a:lnTo>
                <a:lnTo>
                  <a:pt x="1708144" y="252003"/>
                </a:lnTo>
                <a:lnTo>
                  <a:pt x="1710334" y="249150"/>
                </a:lnTo>
                <a:lnTo>
                  <a:pt x="1712524" y="253274"/>
                </a:lnTo>
                <a:lnTo>
                  <a:pt x="1713254" y="252289"/>
                </a:lnTo>
                <a:lnTo>
                  <a:pt x="1713984" y="249690"/>
                </a:lnTo>
                <a:lnTo>
                  <a:pt x="1715444" y="252982"/>
                </a:lnTo>
                <a:lnTo>
                  <a:pt x="1718364" y="253064"/>
                </a:lnTo>
                <a:lnTo>
                  <a:pt x="1719824" y="250939"/>
                </a:lnTo>
                <a:lnTo>
                  <a:pt x="1720554" y="253434"/>
                </a:lnTo>
                <a:lnTo>
                  <a:pt x="1722014" y="258239"/>
                </a:lnTo>
                <a:lnTo>
                  <a:pt x="1722744" y="254830"/>
                </a:lnTo>
                <a:lnTo>
                  <a:pt x="1725663" y="248040"/>
                </a:lnTo>
                <a:lnTo>
                  <a:pt x="1727123" y="255718"/>
                </a:lnTo>
                <a:lnTo>
                  <a:pt x="1727853" y="252321"/>
                </a:lnTo>
                <a:lnTo>
                  <a:pt x="1728583" y="250159"/>
                </a:lnTo>
                <a:lnTo>
                  <a:pt x="1730043" y="260176"/>
                </a:lnTo>
                <a:lnTo>
                  <a:pt x="1731503" y="255148"/>
                </a:lnTo>
                <a:lnTo>
                  <a:pt x="1732963" y="254576"/>
                </a:lnTo>
                <a:lnTo>
                  <a:pt x="1733693" y="255811"/>
                </a:lnTo>
                <a:lnTo>
                  <a:pt x="1735153" y="261250"/>
                </a:lnTo>
                <a:lnTo>
                  <a:pt x="1735883" y="259655"/>
                </a:lnTo>
                <a:lnTo>
                  <a:pt x="1737343" y="255153"/>
                </a:lnTo>
                <a:lnTo>
                  <a:pt x="1738073" y="258855"/>
                </a:lnTo>
                <a:lnTo>
                  <a:pt x="1744643" y="264544"/>
                </a:lnTo>
                <a:lnTo>
                  <a:pt x="1745373" y="263300"/>
                </a:lnTo>
                <a:lnTo>
                  <a:pt x="1747563" y="253039"/>
                </a:lnTo>
                <a:lnTo>
                  <a:pt x="1748293" y="253341"/>
                </a:lnTo>
                <a:lnTo>
                  <a:pt x="1749023" y="259236"/>
                </a:lnTo>
                <a:lnTo>
                  <a:pt x="1750483" y="255593"/>
                </a:lnTo>
                <a:lnTo>
                  <a:pt x="1756322" y="245620"/>
                </a:lnTo>
                <a:lnTo>
                  <a:pt x="1758512" y="244620"/>
                </a:lnTo>
                <a:lnTo>
                  <a:pt x="1759242" y="246928"/>
                </a:lnTo>
                <a:lnTo>
                  <a:pt x="1760702" y="242888"/>
                </a:lnTo>
                <a:lnTo>
                  <a:pt x="1765812" y="235789"/>
                </a:lnTo>
                <a:lnTo>
                  <a:pt x="1766542" y="236399"/>
                </a:lnTo>
                <a:lnTo>
                  <a:pt x="1768732" y="231160"/>
                </a:lnTo>
                <a:lnTo>
                  <a:pt x="1770192" y="224624"/>
                </a:lnTo>
                <a:lnTo>
                  <a:pt x="1770922" y="227022"/>
                </a:lnTo>
                <a:lnTo>
                  <a:pt x="1771652" y="232098"/>
                </a:lnTo>
                <a:lnTo>
                  <a:pt x="1772382" y="228693"/>
                </a:lnTo>
                <a:lnTo>
                  <a:pt x="1773842" y="221751"/>
                </a:lnTo>
                <a:lnTo>
                  <a:pt x="1775302" y="224583"/>
                </a:lnTo>
                <a:lnTo>
                  <a:pt x="1776762" y="220630"/>
                </a:lnTo>
                <a:lnTo>
                  <a:pt x="1778222" y="214935"/>
                </a:lnTo>
                <a:lnTo>
                  <a:pt x="1778952" y="217516"/>
                </a:lnTo>
                <a:lnTo>
                  <a:pt x="1779682" y="220525"/>
                </a:lnTo>
                <a:lnTo>
                  <a:pt x="1780412" y="214265"/>
                </a:lnTo>
                <a:lnTo>
                  <a:pt x="1781142" y="214181"/>
                </a:lnTo>
                <a:lnTo>
                  <a:pt x="1783331" y="207508"/>
                </a:lnTo>
                <a:lnTo>
                  <a:pt x="1784061" y="210917"/>
                </a:lnTo>
                <a:lnTo>
                  <a:pt x="1786251" y="209193"/>
                </a:lnTo>
                <a:lnTo>
                  <a:pt x="1787711" y="201147"/>
                </a:lnTo>
                <a:lnTo>
                  <a:pt x="1789171" y="203401"/>
                </a:lnTo>
                <a:lnTo>
                  <a:pt x="1795011" y="191886"/>
                </a:lnTo>
                <a:lnTo>
                  <a:pt x="1795741" y="197251"/>
                </a:lnTo>
                <a:lnTo>
                  <a:pt x="1797201" y="193242"/>
                </a:lnTo>
                <a:lnTo>
                  <a:pt x="1798661" y="187485"/>
                </a:lnTo>
                <a:lnTo>
                  <a:pt x="1799391" y="181584"/>
                </a:lnTo>
                <a:lnTo>
                  <a:pt x="1801581" y="184067"/>
                </a:lnTo>
                <a:lnTo>
                  <a:pt x="1803771" y="184374"/>
                </a:lnTo>
                <a:lnTo>
                  <a:pt x="1805961" y="175229"/>
                </a:lnTo>
                <a:lnTo>
                  <a:pt x="1806691" y="179664"/>
                </a:lnTo>
                <a:lnTo>
                  <a:pt x="1811800" y="164964"/>
                </a:lnTo>
                <a:lnTo>
                  <a:pt x="1812530" y="169722"/>
                </a:lnTo>
                <a:lnTo>
                  <a:pt x="1813260" y="170097"/>
                </a:lnTo>
                <a:lnTo>
                  <a:pt x="1816910" y="161071"/>
                </a:lnTo>
                <a:lnTo>
                  <a:pt x="1817640" y="161337"/>
                </a:lnTo>
                <a:lnTo>
                  <a:pt x="1819100" y="165456"/>
                </a:lnTo>
                <a:lnTo>
                  <a:pt x="1820560" y="164611"/>
                </a:lnTo>
                <a:lnTo>
                  <a:pt x="1824210" y="151607"/>
                </a:lnTo>
                <a:lnTo>
                  <a:pt x="1827860" y="160160"/>
                </a:lnTo>
                <a:lnTo>
                  <a:pt x="1829320" y="156899"/>
                </a:lnTo>
                <a:lnTo>
                  <a:pt x="1832240" y="151976"/>
                </a:lnTo>
                <a:lnTo>
                  <a:pt x="1833700" y="155025"/>
                </a:lnTo>
                <a:lnTo>
                  <a:pt x="1835160" y="152733"/>
                </a:lnTo>
                <a:lnTo>
                  <a:pt x="1838810" y="158859"/>
                </a:lnTo>
                <a:lnTo>
                  <a:pt x="1840270" y="152532"/>
                </a:lnTo>
                <a:lnTo>
                  <a:pt x="1841729" y="156843"/>
                </a:lnTo>
                <a:lnTo>
                  <a:pt x="1843919" y="158164"/>
                </a:lnTo>
                <a:lnTo>
                  <a:pt x="1846839" y="162671"/>
                </a:lnTo>
                <a:lnTo>
                  <a:pt x="1848299" y="153639"/>
                </a:lnTo>
                <a:lnTo>
                  <a:pt x="1849759" y="155518"/>
                </a:lnTo>
                <a:lnTo>
                  <a:pt x="1852679" y="155867"/>
                </a:lnTo>
                <a:lnTo>
                  <a:pt x="1854139" y="159571"/>
                </a:lnTo>
                <a:lnTo>
                  <a:pt x="1855599" y="158719"/>
                </a:lnTo>
                <a:lnTo>
                  <a:pt x="1856329" y="156918"/>
                </a:lnTo>
                <a:lnTo>
                  <a:pt x="1857059" y="162496"/>
                </a:lnTo>
                <a:lnTo>
                  <a:pt x="1857789" y="155091"/>
                </a:lnTo>
                <a:lnTo>
                  <a:pt x="1858519" y="157802"/>
                </a:lnTo>
                <a:lnTo>
                  <a:pt x="1860709" y="155637"/>
                </a:lnTo>
                <a:lnTo>
                  <a:pt x="1861439" y="156278"/>
                </a:lnTo>
                <a:lnTo>
                  <a:pt x="1862169" y="159666"/>
                </a:lnTo>
                <a:lnTo>
                  <a:pt x="1863629" y="158917"/>
                </a:lnTo>
                <a:lnTo>
                  <a:pt x="1866549" y="155303"/>
                </a:lnTo>
                <a:lnTo>
                  <a:pt x="1870928" y="157249"/>
                </a:lnTo>
                <a:lnTo>
                  <a:pt x="1871658" y="151600"/>
                </a:lnTo>
                <a:lnTo>
                  <a:pt x="1873118" y="156593"/>
                </a:lnTo>
                <a:lnTo>
                  <a:pt x="1873848" y="158678"/>
                </a:lnTo>
                <a:lnTo>
                  <a:pt x="1876768" y="150178"/>
                </a:lnTo>
                <a:lnTo>
                  <a:pt x="1877498" y="148927"/>
                </a:lnTo>
                <a:lnTo>
                  <a:pt x="1878228" y="161328"/>
                </a:lnTo>
                <a:lnTo>
                  <a:pt x="1879688" y="151729"/>
                </a:lnTo>
                <a:lnTo>
                  <a:pt x="1880418" y="150124"/>
                </a:lnTo>
                <a:lnTo>
                  <a:pt x="1881148" y="154805"/>
                </a:lnTo>
                <a:lnTo>
                  <a:pt x="1881878" y="156123"/>
                </a:lnTo>
                <a:lnTo>
                  <a:pt x="1882608" y="148817"/>
                </a:lnTo>
                <a:lnTo>
                  <a:pt x="1884068" y="157272"/>
                </a:lnTo>
                <a:lnTo>
                  <a:pt x="1884798" y="152446"/>
                </a:lnTo>
                <a:lnTo>
                  <a:pt x="1885528" y="150245"/>
                </a:lnTo>
                <a:lnTo>
                  <a:pt x="1886258" y="150678"/>
                </a:lnTo>
                <a:lnTo>
                  <a:pt x="1887718" y="158138"/>
                </a:lnTo>
                <a:lnTo>
                  <a:pt x="1888448" y="154815"/>
                </a:lnTo>
                <a:lnTo>
                  <a:pt x="1889178" y="149385"/>
                </a:lnTo>
                <a:lnTo>
                  <a:pt x="1889908" y="160000"/>
                </a:lnTo>
                <a:lnTo>
                  <a:pt x="1890638" y="156440"/>
                </a:lnTo>
                <a:lnTo>
                  <a:pt x="1892098" y="159814"/>
                </a:lnTo>
                <a:lnTo>
                  <a:pt x="1892828" y="155372"/>
                </a:lnTo>
                <a:lnTo>
                  <a:pt x="1893558" y="159447"/>
                </a:lnTo>
                <a:lnTo>
                  <a:pt x="1896478" y="151389"/>
                </a:lnTo>
                <a:lnTo>
                  <a:pt x="1897208" y="155177"/>
                </a:lnTo>
                <a:lnTo>
                  <a:pt x="1900127" y="161578"/>
                </a:lnTo>
                <a:lnTo>
                  <a:pt x="1903777" y="155690"/>
                </a:lnTo>
                <a:lnTo>
                  <a:pt x="1904507" y="162859"/>
                </a:lnTo>
                <a:lnTo>
                  <a:pt x="1906697" y="160172"/>
                </a:lnTo>
                <a:lnTo>
                  <a:pt x="1907427" y="158099"/>
                </a:lnTo>
                <a:lnTo>
                  <a:pt x="1908157" y="162038"/>
                </a:lnTo>
                <a:lnTo>
                  <a:pt x="1908888" y="162598"/>
                </a:lnTo>
                <a:lnTo>
                  <a:pt x="1909618" y="160237"/>
                </a:lnTo>
                <a:lnTo>
                  <a:pt x="1910347" y="155784"/>
                </a:lnTo>
                <a:lnTo>
                  <a:pt x="1911077" y="163957"/>
                </a:lnTo>
                <a:lnTo>
                  <a:pt x="1911808" y="166629"/>
                </a:lnTo>
                <a:lnTo>
                  <a:pt x="1913268" y="162832"/>
                </a:lnTo>
                <a:lnTo>
                  <a:pt x="1913997" y="165419"/>
                </a:lnTo>
                <a:lnTo>
                  <a:pt x="1916918" y="168309"/>
                </a:lnTo>
                <a:lnTo>
                  <a:pt x="1917648" y="167408"/>
                </a:lnTo>
                <a:lnTo>
                  <a:pt x="1919108" y="157286"/>
                </a:lnTo>
                <a:lnTo>
                  <a:pt x="1920567" y="165342"/>
                </a:lnTo>
                <a:lnTo>
                  <a:pt x="1922757" y="166949"/>
                </a:lnTo>
                <a:lnTo>
                  <a:pt x="1924217" y="159457"/>
                </a:lnTo>
                <a:lnTo>
                  <a:pt x="1925677" y="163334"/>
                </a:lnTo>
                <a:lnTo>
                  <a:pt x="1926407" y="167259"/>
                </a:lnTo>
                <a:lnTo>
                  <a:pt x="1927137" y="162591"/>
                </a:lnTo>
                <a:lnTo>
                  <a:pt x="1927867" y="164749"/>
                </a:lnTo>
                <a:lnTo>
                  <a:pt x="1932247" y="161213"/>
                </a:lnTo>
                <a:lnTo>
                  <a:pt x="1932977" y="161151"/>
                </a:lnTo>
                <a:lnTo>
                  <a:pt x="1934437" y="166670"/>
                </a:lnTo>
                <a:lnTo>
                  <a:pt x="1935167" y="163206"/>
                </a:lnTo>
                <a:lnTo>
                  <a:pt x="1936627" y="159240"/>
                </a:lnTo>
                <a:lnTo>
                  <a:pt x="1938087" y="161785"/>
                </a:lnTo>
                <a:lnTo>
                  <a:pt x="1940277" y="169192"/>
                </a:lnTo>
                <a:lnTo>
                  <a:pt x="1939547" y="160046"/>
                </a:lnTo>
                <a:lnTo>
                  <a:pt x="1941007" y="167310"/>
                </a:lnTo>
                <a:lnTo>
                  <a:pt x="1943197" y="156668"/>
                </a:lnTo>
                <a:lnTo>
                  <a:pt x="1943927" y="158463"/>
                </a:lnTo>
                <a:lnTo>
                  <a:pt x="1945387" y="167319"/>
                </a:lnTo>
                <a:lnTo>
                  <a:pt x="1946847" y="162515"/>
                </a:lnTo>
                <a:lnTo>
                  <a:pt x="1949036" y="168323"/>
                </a:lnTo>
                <a:lnTo>
                  <a:pt x="1950496" y="167632"/>
                </a:lnTo>
                <a:lnTo>
                  <a:pt x="1954146" y="160104"/>
                </a:lnTo>
                <a:lnTo>
                  <a:pt x="1952686" y="169427"/>
                </a:lnTo>
                <a:lnTo>
                  <a:pt x="1954876" y="161375"/>
                </a:lnTo>
                <a:lnTo>
                  <a:pt x="1957066" y="171041"/>
                </a:lnTo>
                <a:lnTo>
                  <a:pt x="1959256" y="168390"/>
                </a:lnTo>
                <a:lnTo>
                  <a:pt x="1961446" y="157864"/>
                </a:lnTo>
                <a:lnTo>
                  <a:pt x="1962176" y="161104"/>
                </a:lnTo>
                <a:lnTo>
                  <a:pt x="1963636" y="169455"/>
                </a:lnTo>
                <a:lnTo>
                  <a:pt x="1964366" y="165447"/>
                </a:lnTo>
                <a:lnTo>
                  <a:pt x="1965096" y="157371"/>
                </a:lnTo>
                <a:lnTo>
                  <a:pt x="1966556" y="162749"/>
                </a:lnTo>
                <a:lnTo>
                  <a:pt x="1968746" y="164811"/>
                </a:lnTo>
                <a:lnTo>
                  <a:pt x="1969476" y="163811"/>
                </a:lnTo>
                <a:lnTo>
                  <a:pt x="1971666" y="161030"/>
                </a:lnTo>
                <a:lnTo>
                  <a:pt x="1972396" y="162038"/>
                </a:lnTo>
                <a:lnTo>
                  <a:pt x="1974586" y="162632"/>
                </a:lnTo>
                <a:lnTo>
                  <a:pt x="1977505" y="155444"/>
                </a:lnTo>
                <a:lnTo>
                  <a:pt x="1978965" y="163933"/>
                </a:lnTo>
                <a:lnTo>
                  <a:pt x="1980425" y="160344"/>
                </a:lnTo>
                <a:lnTo>
                  <a:pt x="1982615" y="155756"/>
                </a:lnTo>
                <a:lnTo>
                  <a:pt x="1983345" y="159220"/>
                </a:lnTo>
                <a:lnTo>
                  <a:pt x="1984075" y="165655"/>
                </a:lnTo>
                <a:lnTo>
                  <a:pt x="1985535" y="155301"/>
                </a:lnTo>
                <a:lnTo>
                  <a:pt x="1986995" y="161128"/>
                </a:lnTo>
                <a:lnTo>
                  <a:pt x="1987725" y="160755"/>
                </a:lnTo>
                <a:lnTo>
                  <a:pt x="1988455" y="154110"/>
                </a:lnTo>
                <a:lnTo>
                  <a:pt x="1989915" y="157275"/>
                </a:lnTo>
                <a:lnTo>
                  <a:pt x="1991375" y="161396"/>
                </a:lnTo>
                <a:lnTo>
                  <a:pt x="1992105" y="156746"/>
                </a:lnTo>
                <a:lnTo>
                  <a:pt x="1992835" y="155509"/>
                </a:lnTo>
                <a:lnTo>
                  <a:pt x="1993565" y="156147"/>
                </a:lnTo>
                <a:lnTo>
                  <a:pt x="1995755" y="163777"/>
                </a:lnTo>
                <a:lnTo>
                  <a:pt x="1996485" y="161154"/>
                </a:lnTo>
                <a:lnTo>
                  <a:pt x="1997215" y="160769"/>
                </a:lnTo>
                <a:lnTo>
                  <a:pt x="1997945" y="162235"/>
                </a:lnTo>
                <a:lnTo>
                  <a:pt x="1999405" y="164275"/>
                </a:lnTo>
                <a:lnTo>
                  <a:pt x="2001595" y="156098"/>
                </a:lnTo>
                <a:lnTo>
                  <a:pt x="2002325" y="157374"/>
                </a:lnTo>
                <a:lnTo>
                  <a:pt x="2003055" y="157907"/>
                </a:lnTo>
                <a:lnTo>
                  <a:pt x="2003785" y="164496"/>
                </a:lnTo>
                <a:lnTo>
                  <a:pt x="2005245" y="155314"/>
                </a:lnTo>
                <a:lnTo>
                  <a:pt x="2008894" y="162288"/>
                </a:lnTo>
                <a:lnTo>
                  <a:pt x="2011084" y="160510"/>
                </a:lnTo>
                <a:lnTo>
                  <a:pt x="2013274" y="152730"/>
                </a:lnTo>
                <a:lnTo>
                  <a:pt x="2014004" y="156466"/>
                </a:lnTo>
                <a:lnTo>
                  <a:pt x="2014734" y="164095"/>
                </a:lnTo>
                <a:lnTo>
                  <a:pt x="2016194" y="155603"/>
                </a:lnTo>
                <a:lnTo>
                  <a:pt x="2016924" y="161259"/>
                </a:lnTo>
                <a:lnTo>
                  <a:pt x="2017654" y="161998"/>
                </a:lnTo>
                <a:lnTo>
                  <a:pt x="2018384" y="160820"/>
                </a:lnTo>
                <a:lnTo>
                  <a:pt x="2021304" y="151793"/>
                </a:lnTo>
                <a:lnTo>
                  <a:pt x="2024224" y="155357"/>
                </a:lnTo>
                <a:lnTo>
                  <a:pt x="2024954" y="153739"/>
                </a:lnTo>
                <a:lnTo>
                  <a:pt x="2025684" y="159538"/>
                </a:lnTo>
                <a:lnTo>
                  <a:pt x="2027144" y="156590"/>
                </a:lnTo>
                <a:lnTo>
                  <a:pt x="2027874" y="154186"/>
                </a:lnTo>
                <a:lnTo>
                  <a:pt x="2029334" y="157539"/>
                </a:lnTo>
                <a:lnTo>
                  <a:pt x="2030064" y="160738"/>
                </a:lnTo>
                <a:lnTo>
                  <a:pt x="2030794" y="153431"/>
                </a:lnTo>
                <a:lnTo>
                  <a:pt x="2032254" y="153250"/>
                </a:lnTo>
                <a:lnTo>
                  <a:pt x="2032984" y="157414"/>
                </a:lnTo>
                <a:lnTo>
                  <a:pt x="2033714" y="151074"/>
                </a:lnTo>
                <a:lnTo>
                  <a:pt x="2034444" y="152909"/>
                </a:lnTo>
                <a:lnTo>
                  <a:pt x="2035173" y="150846"/>
                </a:lnTo>
                <a:lnTo>
                  <a:pt x="2035903" y="152300"/>
                </a:lnTo>
                <a:lnTo>
                  <a:pt x="2036633" y="157107"/>
                </a:lnTo>
                <a:lnTo>
                  <a:pt x="2037363" y="151105"/>
                </a:lnTo>
                <a:lnTo>
                  <a:pt x="2038093" y="153239"/>
                </a:lnTo>
                <a:lnTo>
                  <a:pt x="2038823" y="152942"/>
                </a:lnTo>
                <a:lnTo>
                  <a:pt x="2039553" y="157580"/>
                </a:lnTo>
                <a:lnTo>
                  <a:pt x="2041743" y="154955"/>
                </a:lnTo>
                <a:lnTo>
                  <a:pt x="2043933" y="160685"/>
                </a:lnTo>
                <a:lnTo>
                  <a:pt x="2044663" y="156821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path 162"/>
          <p:cNvSpPr/>
          <p:nvPr/>
        </p:nvSpPr>
        <p:spPr>
          <a:xfrm>
            <a:off x="6893373" y="4672479"/>
            <a:ext cx="2044663" cy="1068189"/>
          </a:xfrm>
          <a:custGeom>
            <a:avLst/>
            <a:gdLst/>
            <a:ahLst/>
            <a:cxnLst/>
            <a:rect l="l" t="t" r="r" b="b"/>
            <a:pathLst>
              <a:path w="2044663" h="1068189">
                <a:moveTo>
                  <a:pt x="0" y="305662"/>
                </a:moveTo>
                <a:lnTo>
                  <a:pt x="8030" y="303518"/>
                </a:lnTo>
                <a:lnTo>
                  <a:pt x="16060" y="304003"/>
                </a:lnTo>
                <a:lnTo>
                  <a:pt x="17520" y="302649"/>
                </a:lnTo>
                <a:lnTo>
                  <a:pt x="18250" y="303611"/>
                </a:lnTo>
                <a:lnTo>
                  <a:pt x="18980" y="305015"/>
                </a:lnTo>
                <a:lnTo>
                  <a:pt x="20440" y="304018"/>
                </a:lnTo>
                <a:lnTo>
                  <a:pt x="24089" y="303329"/>
                </a:lnTo>
                <a:lnTo>
                  <a:pt x="28469" y="303159"/>
                </a:lnTo>
                <a:lnTo>
                  <a:pt x="34309" y="303232"/>
                </a:lnTo>
                <a:lnTo>
                  <a:pt x="35769" y="301404"/>
                </a:lnTo>
                <a:lnTo>
                  <a:pt x="36499" y="302793"/>
                </a:lnTo>
                <a:lnTo>
                  <a:pt x="37229" y="303493"/>
                </a:lnTo>
                <a:lnTo>
                  <a:pt x="37959" y="302336"/>
                </a:lnTo>
                <a:lnTo>
                  <a:pt x="40149" y="300278"/>
                </a:lnTo>
                <a:lnTo>
                  <a:pt x="40879" y="301238"/>
                </a:lnTo>
                <a:lnTo>
                  <a:pt x="51099" y="300757"/>
                </a:lnTo>
                <a:lnTo>
                  <a:pt x="58398" y="300391"/>
                </a:lnTo>
                <a:lnTo>
                  <a:pt x="59858" y="296827"/>
                </a:lnTo>
                <a:lnTo>
                  <a:pt x="61318" y="297840"/>
                </a:lnTo>
                <a:lnTo>
                  <a:pt x="64968" y="299787"/>
                </a:lnTo>
                <a:lnTo>
                  <a:pt x="65698" y="298647"/>
                </a:lnTo>
                <a:lnTo>
                  <a:pt x="77378" y="297117"/>
                </a:lnTo>
                <a:lnTo>
                  <a:pt x="78838" y="299994"/>
                </a:lnTo>
                <a:lnTo>
                  <a:pt x="80298" y="298051"/>
                </a:lnTo>
                <a:lnTo>
                  <a:pt x="81757" y="294217"/>
                </a:lnTo>
                <a:lnTo>
                  <a:pt x="83217" y="297210"/>
                </a:lnTo>
                <a:lnTo>
                  <a:pt x="86137" y="299996"/>
                </a:lnTo>
                <a:lnTo>
                  <a:pt x="87597" y="295260"/>
                </a:lnTo>
                <a:lnTo>
                  <a:pt x="89057" y="298212"/>
                </a:lnTo>
                <a:lnTo>
                  <a:pt x="92707" y="300911"/>
                </a:lnTo>
                <a:lnTo>
                  <a:pt x="96357" y="294990"/>
                </a:lnTo>
                <a:lnTo>
                  <a:pt x="98547" y="296574"/>
                </a:lnTo>
                <a:lnTo>
                  <a:pt x="102927" y="299905"/>
                </a:lnTo>
                <a:lnTo>
                  <a:pt x="105847" y="299061"/>
                </a:lnTo>
                <a:lnTo>
                  <a:pt x="107307" y="296742"/>
                </a:lnTo>
                <a:lnTo>
                  <a:pt x="108767" y="293228"/>
                </a:lnTo>
                <a:lnTo>
                  <a:pt x="109497" y="294782"/>
                </a:lnTo>
                <a:lnTo>
                  <a:pt x="111686" y="299901"/>
                </a:lnTo>
                <a:lnTo>
                  <a:pt x="113876" y="298536"/>
                </a:lnTo>
                <a:lnTo>
                  <a:pt x="119716" y="298482"/>
                </a:lnTo>
                <a:lnTo>
                  <a:pt x="120446" y="294693"/>
                </a:lnTo>
                <a:lnTo>
                  <a:pt x="121906" y="296341"/>
                </a:lnTo>
                <a:lnTo>
                  <a:pt x="125556" y="297434"/>
                </a:lnTo>
                <a:lnTo>
                  <a:pt x="128476" y="297047"/>
                </a:lnTo>
                <a:lnTo>
                  <a:pt x="145265" y="297738"/>
                </a:lnTo>
                <a:lnTo>
                  <a:pt x="148185" y="297284"/>
                </a:lnTo>
                <a:lnTo>
                  <a:pt x="156215" y="297099"/>
                </a:lnTo>
                <a:lnTo>
                  <a:pt x="158405" y="299872"/>
                </a:lnTo>
                <a:lnTo>
                  <a:pt x="159135" y="299283"/>
                </a:lnTo>
                <a:lnTo>
                  <a:pt x="160595" y="297743"/>
                </a:lnTo>
                <a:lnTo>
                  <a:pt x="161325" y="299589"/>
                </a:lnTo>
                <a:lnTo>
                  <a:pt x="162055" y="300883"/>
                </a:lnTo>
                <a:lnTo>
                  <a:pt x="162785" y="299350"/>
                </a:lnTo>
                <a:lnTo>
                  <a:pt x="163515" y="295260"/>
                </a:lnTo>
                <a:lnTo>
                  <a:pt x="165705" y="296345"/>
                </a:lnTo>
                <a:lnTo>
                  <a:pt x="171544" y="297172"/>
                </a:lnTo>
                <a:lnTo>
                  <a:pt x="182495" y="295947"/>
                </a:lnTo>
                <a:lnTo>
                  <a:pt x="186875" y="297191"/>
                </a:lnTo>
                <a:lnTo>
                  <a:pt x="188335" y="299413"/>
                </a:lnTo>
                <a:lnTo>
                  <a:pt x="189064" y="296581"/>
                </a:lnTo>
                <a:lnTo>
                  <a:pt x="191984" y="289757"/>
                </a:lnTo>
                <a:lnTo>
                  <a:pt x="192714" y="291372"/>
                </a:lnTo>
                <a:lnTo>
                  <a:pt x="194904" y="295816"/>
                </a:lnTo>
                <a:lnTo>
                  <a:pt x="196364" y="294481"/>
                </a:lnTo>
                <a:lnTo>
                  <a:pt x="202934" y="294609"/>
                </a:lnTo>
                <a:lnTo>
                  <a:pt x="204394" y="296186"/>
                </a:lnTo>
                <a:lnTo>
                  <a:pt x="205854" y="294945"/>
                </a:lnTo>
                <a:lnTo>
                  <a:pt x="209504" y="294318"/>
                </a:lnTo>
                <a:lnTo>
                  <a:pt x="212424" y="299151"/>
                </a:lnTo>
                <a:lnTo>
                  <a:pt x="213154" y="297580"/>
                </a:lnTo>
                <a:lnTo>
                  <a:pt x="215344" y="288612"/>
                </a:lnTo>
                <a:lnTo>
                  <a:pt x="216804" y="292587"/>
                </a:lnTo>
                <a:lnTo>
                  <a:pt x="219723" y="292087"/>
                </a:lnTo>
                <a:lnTo>
                  <a:pt x="227023" y="291005"/>
                </a:lnTo>
                <a:lnTo>
                  <a:pt x="231403" y="277569"/>
                </a:lnTo>
                <a:lnTo>
                  <a:pt x="232863" y="287032"/>
                </a:lnTo>
                <a:lnTo>
                  <a:pt x="235053" y="286612"/>
                </a:lnTo>
                <a:lnTo>
                  <a:pt x="236513" y="290519"/>
                </a:lnTo>
                <a:lnTo>
                  <a:pt x="237243" y="286142"/>
                </a:lnTo>
                <a:lnTo>
                  <a:pt x="241623" y="277066"/>
                </a:lnTo>
                <a:lnTo>
                  <a:pt x="242353" y="277293"/>
                </a:lnTo>
                <a:lnTo>
                  <a:pt x="244543" y="284100"/>
                </a:lnTo>
                <a:lnTo>
                  <a:pt x="245273" y="282740"/>
                </a:lnTo>
                <a:lnTo>
                  <a:pt x="246003" y="281187"/>
                </a:lnTo>
                <a:lnTo>
                  <a:pt x="248192" y="282591"/>
                </a:lnTo>
                <a:lnTo>
                  <a:pt x="249652" y="282324"/>
                </a:lnTo>
                <a:lnTo>
                  <a:pt x="250382" y="283965"/>
                </a:lnTo>
                <a:lnTo>
                  <a:pt x="253302" y="284091"/>
                </a:lnTo>
                <a:lnTo>
                  <a:pt x="258412" y="280158"/>
                </a:lnTo>
                <a:lnTo>
                  <a:pt x="259872" y="281552"/>
                </a:lnTo>
                <a:lnTo>
                  <a:pt x="261332" y="279807"/>
                </a:lnTo>
                <a:lnTo>
                  <a:pt x="266442" y="277026"/>
                </a:lnTo>
                <a:lnTo>
                  <a:pt x="270822" y="273051"/>
                </a:lnTo>
                <a:lnTo>
                  <a:pt x="273012" y="273656"/>
                </a:lnTo>
                <a:lnTo>
                  <a:pt x="273742" y="272379"/>
                </a:lnTo>
                <a:lnTo>
                  <a:pt x="277391" y="272620"/>
                </a:lnTo>
                <a:lnTo>
                  <a:pt x="280311" y="274531"/>
                </a:lnTo>
                <a:lnTo>
                  <a:pt x="281041" y="273819"/>
                </a:lnTo>
                <a:lnTo>
                  <a:pt x="286151" y="273098"/>
                </a:lnTo>
                <a:lnTo>
                  <a:pt x="297101" y="278577"/>
                </a:lnTo>
                <a:lnTo>
                  <a:pt x="301481" y="278364"/>
                </a:lnTo>
                <a:lnTo>
                  <a:pt x="309510" y="279321"/>
                </a:lnTo>
                <a:lnTo>
                  <a:pt x="312430" y="276472"/>
                </a:lnTo>
                <a:lnTo>
                  <a:pt x="314620" y="281292"/>
                </a:lnTo>
                <a:lnTo>
                  <a:pt x="316810" y="278799"/>
                </a:lnTo>
                <a:lnTo>
                  <a:pt x="317540" y="277564"/>
                </a:lnTo>
                <a:lnTo>
                  <a:pt x="318270" y="278987"/>
                </a:lnTo>
                <a:lnTo>
                  <a:pt x="319730" y="281690"/>
                </a:lnTo>
                <a:lnTo>
                  <a:pt x="320460" y="280686"/>
                </a:lnTo>
                <a:lnTo>
                  <a:pt x="322650" y="275703"/>
                </a:lnTo>
                <a:lnTo>
                  <a:pt x="323380" y="278644"/>
                </a:lnTo>
                <a:lnTo>
                  <a:pt x="326300" y="283307"/>
                </a:lnTo>
                <a:lnTo>
                  <a:pt x="327030" y="280678"/>
                </a:lnTo>
                <a:lnTo>
                  <a:pt x="328490" y="272332"/>
                </a:lnTo>
                <a:lnTo>
                  <a:pt x="330680" y="275120"/>
                </a:lnTo>
                <a:lnTo>
                  <a:pt x="334329" y="280342"/>
                </a:lnTo>
                <a:lnTo>
                  <a:pt x="335059" y="279323"/>
                </a:lnTo>
                <a:lnTo>
                  <a:pt x="340169" y="275592"/>
                </a:lnTo>
                <a:lnTo>
                  <a:pt x="340899" y="276524"/>
                </a:lnTo>
                <a:lnTo>
                  <a:pt x="345279" y="278642"/>
                </a:lnTo>
                <a:lnTo>
                  <a:pt x="349659" y="280060"/>
                </a:lnTo>
                <a:lnTo>
                  <a:pt x="352579" y="278619"/>
                </a:lnTo>
                <a:lnTo>
                  <a:pt x="367908" y="284034"/>
                </a:lnTo>
                <a:lnTo>
                  <a:pt x="369368" y="282108"/>
                </a:lnTo>
                <a:lnTo>
                  <a:pt x="370828" y="283544"/>
                </a:lnTo>
                <a:lnTo>
                  <a:pt x="380318" y="286422"/>
                </a:lnTo>
                <a:lnTo>
                  <a:pt x="385428" y="287931"/>
                </a:lnTo>
                <a:lnTo>
                  <a:pt x="405137" y="289631"/>
                </a:lnTo>
                <a:lnTo>
                  <a:pt x="406597" y="291231"/>
                </a:lnTo>
                <a:lnTo>
                  <a:pt x="407327" y="290416"/>
                </a:lnTo>
                <a:lnTo>
                  <a:pt x="408787" y="288505"/>
                </a:lnTo>
                <a:lnTo>
                  <a:pt x="410247" y="289444"/>
                </a:lnTo>
                <a:lnTo>
                  <a:pt x="419737" y="290555"/>
                </a:lnTo>
                <a:lnTo>
                  <a:pt x="424116" y="297253"/>
                </a:lnTo>
                <a:lnTo>
                  <a:pt x="436526" y="297311"/>
                </a:lnTo>
                <a:lnTo>
                  <a:pt x="438716" y="295450"/>
                </a:lnTo>
                <a:lnTo>
                  <a:pt x="439446" y="296863"/>
                </a:lnTo>
                <a:lnTo>
                  <a:pt x="440176" y="297267"/>
                </a:lnTo>
                <a:lnTo>
                  <a:pt x="440906" y="294757"/>
                </a:lnTo>
                <a:lnTo>
                  <a:pt x="444556" y="295231"/>
                </a:lnTo>
                <a:lnTo>
                  <a:pt x="446016" y="294740"/>
                </a:lnTo>
                <a:lnTo>
                  <a:pt x="448206" y="298934"/>
                </a:lnTo>
                <a:lnTo>
                  <a:pt x="454775" y="298216"/>
                </a:lnTo>
                <a:lnTo>
                  <a:pt x="458425" y="304500"/>
                </a:lnTo>
                <a:lnTo>
                  <a:pt x="462075" y="299179"/>
                </a:lnTo>
                <a:lnTo>
                  <a:pt x="464995" y="299645"/>
                </a:lnTo>
                <a:lnTo>
                  <a:pt x="470835" y="302795"/>
                </a:lnTo>
                <a:lnTo>
                  <a:pt x="471565" y="300997"/>
                </a:lnTo>
                <a:lnTo>
                  <a:pt x="473755" y="299747"/>
                </a:lnTo>
                <a:lnTo>
                  <a:pt x="474485" y="301968"/>
                </a:lnTo>
                <a:lnTo>
                  <a:pt x="476675" y="300055"/>
                </a:lnTo>
                <a:lnTo>
                  <a:pt x="478864" y="297183"/>
                </a:lnTo>
                <a:lnTo>
                  <a:pt x="479594" y="298188"/>
                </a:lnTo>
                <a:lnTo>
                  <a:pt x="480324" y="300824"/>
                </a:lnTo>
                <a:lnTo>
                  <a:pt x="482514" y="298895"/>
                </a:lnTo>
                <a:lnTo>
                  <a:pt x="483244" y="298049"/>
                </a:lnTo>
                <a:lnTo>
                  <a:pt x="484704" y="300325"/>
                </a:lnTo>
                <a:lnTo>
                  <a:pt x="497114" y="294499"/>
                </a:lnTo>
                <a:lnTo>
                  <a:pt x="498574" y="293529"/>
                </a:lnTo>
                <a:lnTo>
                  <a:pt x="499304" y="295486"/>
                </a:lnTo>
                <a:lnTo>
                  <a:pt x="500034" y="298679"/>
                </a:lnTo>
                <a:lnTo>
                  <a:pt x="502224" y="296545"/>
                </a:lnTo>
                <a:lnTo>
                  <a:pt x="508793" y="293453"/>
                </a:lnTo>
                <a:lnTo>
                  <a:pt x="513173" y="299907"/>
                </a:lnTo>
                <a:lnTo>
                  <a:pt x="513903" y="299459"/>
                </a:lnTo>
                <a:lnTo>
                  <a:pt x="518283" y="297740"/>
                </a:lnTo>
                <a:lnTo>
                  <a:pt x="519743" y="299571"/>
                </a:lnTo>
                <a:lnTo>
                  <a:pt x="520473" y="298096"/>
                </a:lnTo>
                <a:lnTo>
                  <a:pt x="527043" y="289881"/>
                </a:lnTo>
                <a:lnTo>
                  <a:pt x="529233" y="294870"/>
                </a:lnTo>
                <a:lnTo>
                  <a:pt x="529963" y="293926"/>
                </a:lnTo>
                <a:lnTo>
                  <a:pt x="531423" y="291226"/>
                </a:lnTo>
                <a:lnTo>
                  <a:pt x="532883" y="292282"/>
                </a:lnTo>
                <a:lnTo>
                  <a:pt x="538722" y="294557"/>
                </a:lnTo>
                <a:lnTo>
                  <a:pt x="548212" y="288769"/>
                </a:lnTo>
                <a:lnTo>
                  <a:pt x="548942" y="290344"/>
                </a:lnTo>
                <a:lnTo>
                  <a:pt x="550402" y="290516"/>
                </a:lnTo>
                <a:lnTo>
                  <a:pt x="553322" y="287214"/>
                </a:lnTo>
                <a:lnTo>
                  <a:pt x="554782" y="289191"/>
                </a:lnTo>
                <a:lnTo>
                  <a:pt x="555512" y="287797"/>
                </a:lnTo>
                <a:lnTo>
                  <a:pt x="556242" y="286141"/>
                </a:lnTo>
                <a:lnTo>
                  <a:pt x="558432" y="287550"/>
                </a:lnTo>
                <a:lnTo>
                  <a:pt x="562812" y="286021"/>
                </a:lnTo>
                <a:lnTo>
                  <a:pt x="567191" y="281898"/>
                </a:lnTo>
                <a:lnTo>
                  <a:pt x="567921" y="283995"/>
                </a:lnTo>
                <a:lnTo>
                  <a:pt x="569381" y="281794"/>
                </a:lnTo>
                <a:lnTo>
                  <a:pt x="571571" y="279854"/>
                </a:lnTo>
                <a:lnTo>
                  <a:pt x="572301" y="280630"/>
                </a:lnTo>
                <a:lnTo>
                  <a:pt x="573761" y="285002"/>
                </a:lnTo>
                <a:lnTo>
                  <a:pt x="574491" y="283232"/>
                </a:lnTo>
                <a:lnTo>
                  <a:pt x="578141" y="279409"/>
                </a:lnTo>
                <a:lnTo>
                  <a:pt x="578871" y="279905"/>
                </a:lnTo>
                <a:lnTo>
                  <a:pt x="580331" y="282223"/>
                </a:lnTo>
                <a:lnTo>
                  <a:pt x="581061" y="279151"/>
                </a:lnTo>
                <a:lnTo>
                  <a:pt x="584711" y="278282"/>
                </a:lnTo>
                <a:lnTo>
                  <a:pt x="586171" y="276895"/>
                </a:lnTo>
                <a:lnTo>
                  <a:pt x="586901" y="278010"/>
                </a:lnTo>
                <a:lnTo>
                  <a:pt x="587631" y="280726"/>
                </a:lnTo>
                <a:lnTo>
                  <a:pt x="588361" y="277877"/>
                </a:lnTo>
                <a:lnTo>
                  <a:pt x="589821" y="274223"/>
                </a:lnTo>
                <a:lnTo>
                  <a:pt x="591281" y="275758"/>
                </a:lnTo>
                <a:lnTo>
                  <a:pt x="594930" y="279878"/>
                </a:lnTo>
                <a:lnTo>
                  <a:pt x="605151" y="272240"/>
                </a:lnTo>
                <a:lnTo>
                  <a:pt x="605880" y="274249"/>
                </a:lnTo>
                <a:lnTo>
                  <a:pt x="607340" y="272196"/>
                </a:lnTo>
                <a:lnTo>
                  <a:pt x="610991" y="274490"/>
                </a:lnTo>
                <a:lnTo>
                  <a:pt x="612451" y="268586"/>
                </a:lnTo>
                <a:lnTo>
                  <a:pt x="613911" y="270924"/>
                </a:lnTo>
                <a:lnTo>
                  <a:pt x="616830" y="272139"/>
                </a:lnTo>
                <a:lnTo>
                  <a:pt x="623400" y="277016"/>
                </a:lnTo>
                <a:lnTo>
                  <a:pt x="626320" y="273127"/>
                </a:lnTo>
                <a:lnTo>
                  <a:pt x="629240" y="276371"/>
                </a:lnTo>
                <a:lnTo>
                  <a:pt x="629970" y="275709"/>
                </a:lnTo>
                <a:lnTo>
                  <a:pt x="632160" y="273590"/>
                </a:lnTo>
                <a:lnTo>
                  <a:pt x="636540" y="271376"/>
                </a:lnTo>
                <a:lnTo>
                  <a:pt x="638000" y="269890"/>
                </a:lnTo>
                <a:lnTo>
                  <a:pt x="638730" y="270811"/>
                </a:lnTo>
                <a:lnTo>
                  <a:pt x="639460" y="273788"/>
                </a:lnTo>
                <a:lnTo>
                  <a:pt x="641650" y="272759"/>
                </a:lnTo>
                <a:lnTo>
                  <a:pt x="647489" y="275184"/>
                </a:lnTo>
                <a:lnTo>
                  <a:pt x="649679" y="273544"/>
                </a:lnTo>
                <a:lnTo>
                  <a:pt x="658439" y="274561"/>
                </a:lnTo>
                <a:lnTo>
                  <a:pt x="660629" y="272692"/>
                </a:lnTo>
                <a:lnTo>
                  <a:pt x="662089" y="276326"/>
                </a:lnTo>
                <a:lnTo>
                  <a:pt x="663549" y="275593"/>
                </a:lnTo>
                <a:lnTo>
                  <a:pt x="665739" y="274164"/>
                </a:lnTo>
                <a:lnTo>
                  <a:pt x="667199" y="278792"/>
                </a:lnTo>
                <a:lnTo>
                  <a:pt x="668659" y="277086"/>
                </a:lnTo>
                <a:lnTo>
                  <a:pt x="672308" y="277113"/>
                </a:lnTo>
                <a:lnTo>
                  <a:pt x="673038" y="278088"/>
                </a:lnTo>
                <a:lnTo>
                  <a:pt x="674498" y="275778"/>
                </a:lnTo>
                <a:lnTo>
                  <a:pt x="678878" y="276810"/>
                </a:lnTo>
                <a:lnTo>
                  <a:pt x="680338" y="279150"/>
                </a:lnTo>
                <a:lnTo>
                  <a:pt x="681798" y="276683"/>
                </a:lnTo>
                <a:lnTo>
                  <a:pt x="694208" y="277616"/>
                </a:lnTo>
                <a:lnTo>
                  <a:pt x="694938" y="280482"/>
                </a:lnTo>
                <a:lnTo>
                  <a:pt x="696398" y="275714"/>
                </a:lnTo>
                <a:lnTo>
                  <a:pt x="703697" y="268134"/>
                </a:lnTo>
                <a:lnTo>
                  <a:pt x="705157" y="270615"/>
                </a:lnTo>
                <a:lnTo>
                  <a:pt x="705887" y="271884"/>
                </a:lnTo>
                <a:lnTo>
                  <a:pt x="706617" y="270656"/>
                </a:lnTo>
                <a:lnTo>
                  <a:pt x="708807" y="264900"/>
                </a:lnTo>
                <a:lnTo>
                  <a:pt x="710997" y="267087"/>
                </a:lnTo>
                <a:lnTo>
                  <a:pt x="717567" y="269915"/>
                </a:lnTo>
                <a:lnTo>
                  <a:pt x="724137" y="269291"/>
                </a:lnTo>
                <a:lnTo>
                  <a:pt x="726327" y="269089"/>
                </a:lnTo>
                <a:lnTo>
                  <a:pt x="729247" y="265840"/>
                </a:lnTo>
                <a:lnTo>
                  <a:pt x="729976" y="266678"/>
                </a:lnTo>
                <a:lnTo>
                  <a:pt x="731436" y="265682"/>
                </a:lnTo>
                <a:lnTo>
                  <a:pt x="732166" y="267389"/>
                </a:lnTo>
                <a:lnTo>
                  <a:pt x="751876" y="265581"/>
                </a:lnTo>
                <a:lnTo>
                  <a:pt x="754066" y="269313"/>
                </a:lnTo>
                <a:lnTo>
                  <a:pt x="754796" y="267908"/>
                </a:lnTo>
                <a:lnTo>
                  <a:pt x="759175" y="269536"/>
                </a:lnTo>
                <a:lnTo>
                  <a:pt x="762825" y="271402"/>
                </a:lnTo>
                <a:lnTo>
                  <a:pt x="766475" y="270688"/>
                </a:lnTo>
                <a:lnTo>
                  <a:pt x="776695" y="270689"/>
                </a:lnTo>
                <a:lnTo>
                  <a:pt x="777425" y="268157"/>
                </a:lnTo>
                <a:lnTo>
                  <a:pt x="779615" y="269327"/>
                </a:lnTo>
                <a:lnTo>
                  <a:pt x="781805" y="270992"/>
                </a:lnTo>
                <a:lnTo>
                  <a:pt x="782535" y="269580"/>
                </a:lnTo>
                <a:lnTo>
                  <a:pt x="785455" y="267404"/>
                </a:lnTo>
                <a:lnTo>
                  <a:pt x="787644" y="271865"/>
                </a:lnTo>
                <a:lnTo>
                  <a:pt x="789104" y="271292"/>
                </a:lnTo>
                <a:lnTo>
                  <a:pt x="789834" y="269909"/>
                </a:lnTo>
                <a:lnTo>
                  <a:pt x="792024" y="271315"/>
                </a:lnTo>
                <a:lnTo>
                  <a:pt x="794214" y="273183"/>
                </a:lnTo>
                <a:lnTo>
                  <a:pt x="794944" y="272202"/>
                </a:lnTo>
                <a:lnTo>
                  <a:pt x="797134" y="270686"/>
                </a:lnTo>
                <a:lnTo>
                  <a:pt x="797864" y="272097"/>
                </a:lnTo>
                <a:lnTo>
                  <a:pt x="800054" y="270670"/>
                </a:lnTo>
                <a:lnTo>
                  <a:pt x="802244" y="281545"/>
                </a:lnTo>
                <a:lnTo>
                  <a:pt x="805164" y="277823"/>
                </a:lnTo>
                <a:lnTo>
                  <a:pt x="810274" y="288925"/>
                </a:lnTo>
                <a:lnTo>
                  <a:pt x="811004" y="288295"/>
                </a:lnTo>
                <a:lnTo>
                  <a:pt x="811734" y="292518"/>
                </a:lnTo>
                <a:lnTo>
                  <a:pt x="813194" y="289738"/>
                </a:lnTo>
                <a:lnTo>
                  <a:pt x="814654" y="289829"/>
                </a:lnTo>
                <a:lnTo>
                  <a:pt x="816114" y="293837"/>
                </a:lnTo>
                <a:lnTo>
                  <a:pt x="817573" y="292936"/>
                </a:lnTo>
                <a:lnTo>
                  <a:pt x="819763" y="292120"/>
                </a:lnTo>
                <a:lnTo>
                  <a:pt x="821223" y="288637"/>
                </a:lnTo>
                <a:lnTo>
                  <a:pt x="822683" y="292222"/>
                </a:lnTo>
                <a:lnTo>
                  <a:pt x="823413" y="291497"/>
                </a:lnTo>
                <a:lnTo>
                  <a:pt x="824143" y="294297"/>
                </a:lnTo>
                <a:lnTo>
                  <a:pt x="828523" y="300403"/>
                </a:lnTo>
                <a:lnTo>
                  <a:pt x="831443" y="308493"/>
                </a:lnTo>
                <a:lnTo>
                  <a:pt x="832173" y="307685"/>
                </a:lnTo>
                <a:lnTo>
                  <a:pt x="833633" y="311014"/>
                </a:lnTo>
                <a:lnTo>
                  <a:pt x="835093" y="309750"/>
                </a:lnTo>
                <a:lnTo>
                  <a:pt x="835823" y="309134"/>
                </a:lnTo>
                <a:lnTo>
                  <a:pt x="836553" y="311612"/>
                </a:lnTo>
                <a:lnTo>
                  <a:pt x="838013" y="317491"/>
                </a:lnTo>
                <a:lnTo>
                  <a:pt x="839473" y="314706"/>
                </a:lnTo>
                <a:lnTo>
                  <a:pt x="842393" y="319594"/>
                </a:lnTo>
                <a:lnTo>
                  <a:pt x="843853" y="318440"/>
                </a:lnTo>
                <a:lnTo>
                  <a:pt x="846772" y="319705"/>
                </a:lnTo>
                <a:lnTo>
                  <a:pt x="847502" y="320456"/>
                </a:lnTo>
                <a:lnTo>
                  <a:pt x="848232" y="318392"/>
                </a:lnTo>
                <a:lnTo>
                  <a:pt x="850422" y="318245"/>
                </a:lnTo>
                <a:lnTo>
                  <a:pt x="851882" y="323793"/>
                </a:lnTo>
                <a:lnTo>
                  <a:pt x="853342" y="321388"/>
                </a:lnTo>
                <a:lnTo>
                  <a:pt x="854802" y="316584"/>
                </a:lnTo>
                <a:lnTo>
                  <a:pt x="856992" y="319728"/>
                </a:lnTo>
                <a:lnTo>
                  <a:pt x="859182" y="319547"/>
                </a:lnTo>
                <a:lnTo>
                  <a:pt x="862832" y="323396"/>
                </a:lnTo>
                <a:lnTo>
                  <a:pt x="866482" y="319977"/>
                </a:lnTo>
                <a:lnTo>
                  <a:pt x="867942" y="320149"/>
                </a:lnTo>
                <a:lnTo>
                  <a:pt x="869402" y="324221"/>
                </a:lnTo>
                <a:lnTo>
                  <a:pt x="870862" y="321786"/>
                </a:lnTo>
                <a:lnTo>
                  <a:pt x="873782" y="318330"/>
                </a:lnTo>
                <a:lnTo>
                  <a:pt x="874511" y="318998"/>
                </a:lnTo>
                <a:lnTo>
                  <a:pt x="878161" y="328790"/>
                </a:lnTo>
                <a:lnTo>
                  <a:pt x="878891" y="328116"/>
                </a:lnTo>
                <a:lnTo>
                  <a:pt x="883271" y="331710"/>
                </a:lnTo>
                <a:lnTo>
                  <a:pt x="884001" y="329790"/>
                </a:lnTo>
                <a:lnTo>
                  <a:pt x="884731" y="327936"/>
                </a:lnTo>
                <a:lnTo>
                  <a:pt x="885461" y="331332"/>
                </a:lnTo>
                <a:lnTo>
                  <a:pt x="886191" y="330175"/>
                </a:lnTo>
                <a:lnTo>
                  <a:pt x="890571" y="326013"/>
                </a:lnTo>
                <a:lnTo>
                  <a:pt x="895681" y="324468"/>
                </a:lnTo>
                <a:lnTo>
                  <a:pt x="897871" y="323597"/>
                </a:lnTo>
                <a:lnTo>
                  <a:pt x="902251" y="321876"/>
                </a:lnTo>
                <a:lnTo>
                  <a:pt x="902981" y="323237"/>
                </a:lnTo>
                <a:lnTo>
                  <a:pt x="904440" y="321443"/>
                </a:lnTo>
                <a:lnTo>
                  <a:pt x="908090" y="318446"/>
                </a:lnTo>
                <a:lnTo>
                  <a:pt x="911740" y="320804"/>
                </a:lnTo>
                <a:lnTo>
                  <a:pt x="914660" y="320980"/>
                </a:lnTo>
                <a:lnTo>
                  <a:pt x="920500" y="323273"/>
                </a:lnTo>
                <a:lnTo>
                  <a:pt x="927800" y="326853"/>
                </a:lnTo>
                <a:lnTo>
                  <a:pt x="935099" y="320903"/>
                </a:lnTo>
                <a:lnTo>
                  <a:pt x="938749" y="318186"/>
                </a:lnTo>
                <a:lnTo>
                  <a:pt x="944589" y="312893"/>
                </a:lnTo>
                <a:lnTo>
                  <a:pt x="948239" y="306710"/>
                </a:lnTo>
                <a:lnTo>
                  <a:pt x="951159" y="301168"/>
                </a:lnTo>
                <a:lnTo>
                  <a:pt x="967218" y="266088"/>
                </a:lnTo>
                <a:lnTo>
                  <a:pt x="969408" y="264868"/>
                </a:lnTo>
                <a:lnTo>
                  <a:pt x="970868" y="262752"/>
                </a:lnTo>
                <a:lnTo>
                  <a:pt x="972328" y="264491"/>
                </a:lnTo>
                <a:lnTo>
                  <a:pt x="976708" y="264261"/>
                </a:lnTo>
                <a:lnTo>
                  <a:pt x="990577" y="270374"/>
                </a:lnTo>
                <a:lnTo>
                  <a:pt x="1001527" y="276945"/>
                </a:lnTo>
                <a:lnTo>
                  <a:pt x="1002257" y="275488"/>
                </a:lnTo>
                <a:lnTo>
                  <a:pt x="1004447" y="276848"/>
                </a:lnTo>
                <a:lnTo>
                  <a:pt x="1007367" y="277810"/>
                </a:lnTo>
                <a:lnTo>
                  <a:pt x="1008827" y="276001"/>
                </a:lnTo>
                <a:lnTo>
                  <a:pt x="1010287" y="277929"/>
                </a:lnTo>
                <a:lnTo>
                  <a:pt x="1012477" y="277891"/>
                </a:lnTo>
                <a:lnTo>
                  <a:pt x="1015397" y="273787"/>
                </a:lnTo>
                <a:lnTo>
                  <a:pt x="1016127" y="275126"/>
                </a:lnTo>
                <a:lnTo>
                  <a:pt x="1018317" y="273519"/>
                </a:lnTo>
                <a:lnTo>
                  <a:pt x="1022696" y="269128"/>
                </a:lnTo>
                <a:lnTo>
                  <a:pt x="1029266" y="261804"/>
                </a:lnTo>
                <a:lnTo>
                  <a:pt x="1029996" y="265400"/>
                </a:lnTo>
                <a:lnTo>
                  <a:pt x="1031456" y="263472"/>
                </a:lnTo>
                <a:lnTo>
                  <a:pt x="1037296" y="243135"/>
                </a:lnTo>
                <a:lnTo>
                  <a:pt x="1050436" y="216777"/>
                </a:lnTo>
                <a:lnTo>
                  <a:pt x="1051896" y="219743"/>
                </a:lnTo>
                <a:lnTo>
                  <a:pt x="1052626" y="219809"/>
                </a:lnTo>
                <a:lnTo>
                  <a:pt x="1054816" y="231335"/>
                </a:lnTo>
                <a:lnTo>
                  <a:pt x="1055546" y="227277"/>
                </a:lnTo>
                <a:lnTo>
                  <a:pt x="1057006" y="219950"/>
                </a:lnTo>
                <a:lnTo>
                  <a:pt x="1057736" y="223516"/>
                </a:lnTo>
                <a:lnTo>
                  <a:pt x="1058466" y="226051"/>
                </a:lnTo>
                <a:lnTo>
                  <a:pt x="1059926" y="224706"/>
                </a:lnTo>
                <a:lnTo>
                  <a:pt x="1060656" y="218453"/>
                </a:lnTo>
                <a:lnTo>
                  <a:pt x="1061386" y="224398"/>
                </a:lnTo>
                <a:lnTo>
                  <a:pt x="1065036" y="233945"/>
                </a:lnTo>
                <a:lnTo>
                  <a:pt x="1069415" y="232468"/>
                </a:lnTo>
                <a:lnTo>
                  <a:pt x="1070145" y="224690"/>
                </a:lnTo>
                <a:lnTo>
                  <a:pt x="1070875" y="233431"/>
                </a:lnTo>
                <a:lnTo>
                  <a:pt x="1071605" y="240803"/>
                </a:lnTo>
                <a:lnTo>
                  <a:pt x="1073795" y="239764"/>
                </a:lnTo>
                <a:lnTo>
                  <a:pt x="1074525" y="240230"/>
                </a:lnTo>
                <a:lnTo>
                  <a:pt x="1075255" y="236049"/>
                </a:lnTo>
                <a:lnTo>
                  <a:pt x="1075985" y="245046"/>
                </a:lnTo>
                <a:lnTo>
                  <a:pt x="1081825" y="268018"/>
                </a:lnTo>
                <a:lnTo>
                  <a:pt x="1082555" y="257820"/>
                </a:lnTo>
                <a:lnTo>
                  <a:pt x="1084015" y="268663"/>
                </a:lnTo>
                <a:lnTo>
                  <a:pt x="1087665" y="290678"/>
                </a:lnTo>
                <a:lnTo>
                  <a:pt x="1088395" y="289411"/>
                </a:lnTo>
                <a:lnTo>
                  <a:pt x="1092775" y="318009"/>
                </a:lnTo>
                <a:lnTo>
                  <a:pt x="1093505" y="323746"/>
                </a:lnTo>
                <a:lnTo>
                  <a:pt x="1094965" y="318400"/>
                </a:lnTo>
                <a:lnTo>
                  <a:pt x="1095695" y="319222"/>
                </a:lnTo>
                <a:lnTo>
                  <a:pt x="1096425" y="318001"/>
                </a:lnTo>
                <a:lnTo>
                  <a:pt x="1100804" y="336375"/>
                </a:lnTo>
                <a:lnTo>
                  <a:pt x="1102264" y="339442"/>
                </a:lnTo>
                <a:lnTo>
                  <a:pt x="1103724" y="345585"/>
                </a:lnTo>
                <a:lnTo>
                  <a:pt x="1104454" y="340130"/>
                </a:lnTo>
                <a:lnTo>
                  <a:pt x="1105184" y="339275"/>
                </a:lnTo>
                <a:lnTo>
                  <a:pt x="1105914" y="342419"/>
                </a:lnTo>
                <a:lnTo>
                  <a:pt x="1108834" y="349875"/>
                </a:lnTo>
                <a:lnTo>
                  <a:pt x="1111024" y="344150"/>
                </a:lnTo>
                <a:lnTo>
                  <a:pt x="1111754" y="347503"/>
                </a:lnTo>
                <a:lnTo>
                  <a:pt x="1114674" y="361683"/>
                </a:lnTo>
                <a:lnTo>
                  <a:pt x="1115404" y="353911"/>
                </a:lnTo>
                <a:lnTo>
                  <a:pt x="1116864" y="351960"/>
                </a:lnTo>
                <a:lnTo>
                  <a:pt x="1121244" y="370285"/>
                </a:lnTo>
                <a:lnTo>
                  <a:pt x="1121974" y="362096"/>
                </a:lnTo>
                <a:lnTo>
                  <a:pt x="1123434" y="370116"/>
                </a:lnTo>
                <a:lnTo>
                  <a:pt x="1124894" y="371316"/>
                </a:lnTo>
                <a:lnTo>
                  <a:pt x="1126353" y="363812"/>
                </a:lnTo>
                <a:lnTo>
                  <a:pt x="1131463" y="384606"/>
                </a:lnTo>
                <a:lnTo>
                  <a:pt x="1132923" y="382037"/>
                </a:lnTo>
                <a:lnTo>
                  <a:pt x="1133653" y="386187"/>
                </a:lnTo>
                <a:lnTo>
                  <a:pt x="1135843" y="384782"/>
                </a:lnTo>
                <a:lnTo>
                  <a:pt x="1136573" y="390413"/>
                </a:lnTo>
                <a:lnTo>
                  <a:pt x="1138763" y="385285"/>
                </a:lnTo>
                <a:lnTo>
                  <a:pt x="1139493" y="392346"/>
                </a:lnTo>
                <a:lnTo>
                  <a:pt x="1140223" y="382593"/>
                </a:lnTo>
                <a:lnTo>
                  <a:pt x="1141683" y="388599"/>
                </a:lnTo>
                <a:lnTo>
                  <a:pt x="1143143" y="386086"/>
                </a:lnTo>
                <a:lnTo>
                  <a:pt x="1144603" y="393962"/>
                </a:lnTo>
                <a:lnTo>
                  <a:pt x="1145333" y="386629"/>
                </a:lnTo>
                <a:lnTo>
                  <a:pt x="1146793" y="387261"/>
                </a:lnTo>
                <a:lnTo>
                  <a:pt x="1148983" y="392253"/>
                </a:lnTo>
                <a:lnTo>
                  <a:pt x="1149713" y="391316"/>
                </a:lnTo>
                <a:lnTo>
                  <a:pt x="1150443" y="390297"/>
                </a:lnTo>
                <a:lnTo>
                  <a:pt x="1151903" y="392220"/>
                </a:lnTo>
                <a:lnTo>
                  <a:pt x="1153363" y="391906"/>
                </a:lnTo>
                <a:lnTo>
                  <a:pt x="1156282" y="383831"/>
                </a:lnTo>
                <a:lnTo>
                  <a:pt x="1157012" y="395744"/>
                </a:lnTo>
                <a:lnTo>
                  <a:pt x="1158472" y="384795"/>
                </a:lnTo>
                <a:lnTo>
                  <a:pt x="1159932" y="390835"/>
                </a:lnTo>
                <a:lnTo>
                  <a:pt x="1162122" y="389479"/>
                </a:lnTo>
                <a:lnTo>
                  <a:pt x="1163582" y="392318"/>
                </a:lnTo>
                <a:lnTo>
                  <a:pt x="1167962" y="377822"/>
                </a:lnTo>
                <a:lnTo>
                  <a:pt x="1172342" y="395920"/>
                </a:lnTo>
                <a:lnTo>
                  <a:pt x="1174532" y="382019"/>
                </a:lnTo>
                <a:lnTo>
                  <a:pt x="1175992" y="389913"/>
                </a:lnTo>
                <a:lnTo>
                  <a:pt x="1176722" y="390915"/>
                </a:lnTo>
                <a:lnTo>
                  <a:pt x="1177452" y="388432"/>
                </a:lnTo>
                <a:lnTo>
                  <a:pt x="1181832" y="379646"/>
                </a:lnTo>
                <a:lnTo>
                  <a:pt x="1184021" y="391156"/>
                </a:lnTo>
                <a:lnTo>
                  <a:pt x="1184751" y="382635"/>
                </a:lnTo>
                <a:lnTo>
                  <a:pt x="1185481" y="377315"/>
                </a:lnTo>
                <a:lnTo>
                  <a:pt x="1186941" y="386012"/>
                </a:lnTo>
                <a:lnTo>
                  <a:pt x="1189131" y="373714"/>
                </a:lnTo>
                <a:lnTo>
                  <a:pt x="1189861" y="379181"/>
                </a:lnTo>
                <a:lnTo>
                  <a:pt x="1192051" y="389501"/>
                </a:lnTo>
                <a:lnTo>
                  <a:pt x="1192781" y="388145"/>
                </a:lnTo>
                <a:lnTo>
                  <a:pt x="1201541" y="379952"/>
                </a:lnTo>
                <a:lnTo>
                  <a:pt x="1203001" y="382862"/>
                </a:lnTo>
                <a:lnTo>
                  <a:pt x="1205921" y="392294"/>
                </a:lnTo>
                <a:lnTo>
                  <a:pt x="1206651" y="392044"/>
                </a:lnTo>
                <a:lnTo>
                  <a:pt x="1212491" y="394751"/>
                </a:lnTo>
                <a:lnTo>
                  <a:pt x="1213220" y="396133"/>
                </a:lnTo>
                <a:lnTo>
                  <a:pt x="1214680" y="394301"/>
                </a:lnTo>
                <a:lnTo>
                  <a:pt x="1215410" y="392624"/>
                </a:lnTo>
                <a:lnTo>
                  <a:pt x="1219060" y="401916"/>
                </a:lnTo>
                <a:lnTo>
                  <a:pt x="1221250" y="397617"/>
                </a:lnTo>
                <a:lnTo>
                  <a:pt x="1220520" y="404852"/>
                </a:lnTo>
                <a:lnTo>
                  <a:pt x="1221980" y="399675"/>
                </a:lnTo>
                <a:lnTo>
                  <a:pt x="1225630" y="408576"/>
                </a:lnTo>
                <a:lnTo>
                  <a:pt x="1230010" y="400100"/>
                </a:lnTo>
                <a:lnTo>
                  <a:pt x="1230740" y="401338"/>
                </a:lnTo>
                <a:lnTo>
                  <a:pt x="1234390" y="409747"/>
                </a:lnTo>
                <a:lnTo>
                  <a:pt x="1235850" y="402643"/>
                </a:lnTo>
                <a:lnTo>
                  <a:pt x="1236580" y="404387"/>
                </a:lnTo>
                <a:lnTo>
                  <a:pt x="1238770" y="418972"/>
                </a:lnTo>
                <a:lnTo>
                  <a:pt x="1239500" y="411970"/>
                </a:lnTo>
                <a:lnTo>
                  <a:pt x="1240960" y="408017"/>
                </a:lnTo>
                <a:lnTo>
                  <a:pt x="1241690" y="413382"/>
                </a:lnTo>
                <a:lnTo>
                  <a:pt x="1245339" y="409991"/>
                </a:lnTo>
                <a:lnTo>
                  <a:pt x="1248989" y="412339"/>
                </a:lnTo>
                <a:lnTo>
                  <a:pt x="1252639" y="410364"/>
                </a:lnTo>
                <a:lnTo>
                  <a:pt x="1254829" y="416242"/>
                </a:lnTo>
                <a:lnTo>
                  <a:pt x="1255559" y="414630"/>
                </a:lnTo>
                <a:lnTo>
                  <a:pt x="1256289" y="413598"/>
                </a:lnTo>
                <a:lnTo>
                  <a:pt x="1257019" y="415936"/>
                </a:lnTo>
                <a:lnTo>
                  <a:pt x="1258479" y="418193"/>
                </a:lnTo>
                <a:lnTo>
                  <a:pt x="1259209" y="414744"/>
                </a:lnTo>
                <a:lnTo>
                  <a:pt x="1259939" y="412604"/>
                </a:lnTo>
                <a:lnTo>
                  <a:pt x="1260669" y="417739"/>
                </a:lnTo>
                <a:lnTo>
                  <a:pt x="1261399" y="418621"/>
                </a:lnTo>
                <a:lnTo>
                  <a:pt x="1262129" y="415193"/>
                </a:lnTo>
                <a:lnTo>
                  <a:pt x="1262859" y="418482"/>
                </a:lnTo>
                <a:lnTo>
                  <a:pt x="1264319" y="423045"/>
                </a:lnTo>
                <a:lnTo>
                  <a:pt x="1265049" y="418664"/>
                </a:lnTo>
                <a:lnTo>
                  <a:pt x="1267239" y="417466"/>
                </a:lnTo>
                <a:lnTo>
                  <a:pt x="1268699" y="422154"/>
                </a:lnTo>
                <a:lnTo>
                  <a:pt x="1270159" y="421192"/>
                </a:lnTo>
                <a:lnTo>
                  <a:pt x="1272348" y="419784"/>
                </a:lnTo>
                <a:lnTo>
                  <a:pt x="1275998" y="426414"/>
                </a:lnTo>
                <a:lnTo>
                  <a:pt x="1276728" y="426327"/>
                </a:lnTo>
                <a:lnTo>
                  <a:pt x="1277458" y="429829"/>
                </a:lnTo>
                <a:lnTo>
                  <a:pt x="1278918" y="428081"/>
                </a:lnTo>
                <a:lnTo>
                  <a:pt x="1279648" y="426751"/>
                </a:lnTo>
                <a:lnTo>
                  <a:pt x="1281108" y="429171"/>
                </a:lnTo>
                <a:lnTo>
                  <a:pt x="1284028" y="432544"/>
                </a:lnTo>
                <a:lnTo>
                  <a:pt x="1285488" y="427619"/>
                </a:lnTo>
                <a:lnTo>
                  <a:pt x="1286948" y="428973"/>
                </a:lnTo>
                <a:lnTo>
                  <a:pt x="1287678" y="435508"/>
                </a:lnTo>
                <a:lnTo>
                  <a:pt x="1289138" y="432606"/>
                </a:lnTo>
                <a:lnTo>
                  <a:pt x="1290598" y="426483"/>
                </a:lnTo>
                <a:lnTo>
                  <a:pt x="1292058" y="432414"/>
                </a:lnTo>
                <a:lnTo>
                  <a:pt x="1293518" y="430146"/>
                </a:lnTo>
                <a:lnTo>
                  <a:pt x="1294978" y="426775"/>
                </a:lnTo>
                <a:lnTo>
                  <a:pt x="1295708" y="428991"/>
                </a:lnTo>
                <a:lnTo>
                  <a:pt x="1301547" y="443812"/>
                </a:lnTo>
                <a:lnTo>
                  <a:pt x="1303007" y="435904"/>
                </a:lnTo>
                <a:lnTo>
                  <a:pt x="1303737" y="440157"/>
                </a:lnTo>
                <a:lnTo>
                  <a:pt x="1307387" y="445891"/>
                </a:lnTo>
                <a:lnTo>
                  <a:pt x="1308117" y="447580"/>
                </a:lnTo>
                <a:lnTo>
                  <a:pt x="1309577" y="436973"/>
                </a:lnTo>
                <a:lnTo>
                  <a:pt x="1311037" y="444463"/>
                </a:lnTo>
                <a:lnTo>
                  <a:pt x="1311767" y="448347"/>
                </a:lnTo>
                <a:lnTo>
                  <a:pt x="1313227" y="442226"/>
                </a:lnTo>
                <a:lnTo>
                  <a:pt x="1317607" y="451335"/>
                </a:lnTo>
                <a:lnTo>
                  <a:pt x="1320527" y="434953"/>
                </a:lnTo>
                <a:lnTo>
                  <a:pt x="1323447" y="442531"/>
                </a:lnTo>
                <a:lnTo>
                  <a:pt x="1324907" y="432603"/>
                </a:lnTo>
                <a:lnTo>
                  <a:pt x="1326367" y="436756"/>
                </a:lnTo>
                <a:lnTo>
                  <a:pt x="1329286" y="443614"/>
                </a:lnTo>
                <a:lnTo>
                  <a:pt x="1332206" y="437663"/>
                </a:lnTo>
                <a:lnTo>
                  <a:pt x="1332936" y="438904"/>
                </a:lnTo>
                <a:lnTo>
                  <a:pt x="1334396" y="443258"/>
                </a:lnTo>
                <a:lnTo>
                  <a:pt x="1335126" y="437974"/>
                </a:lnTo>
                <a:lnTo>
                  <a:pt x="1335856" y="433235"/>
                </a:lnTo>
                <a:lnTo>
                  <a:pt x="1337316" y="438294"/>
                </a:lnTo>
                <a:lnTo>
                  <a:pt x="1338776" y="436479"/>
                </a:lnTo>
                <a:lnTo>
                  <a:pt x="1339506" y="440995"/>
                </a:lnTo>
                <a:lnTo>
                  <a:pt x="1340236" y="433893"/>
                </a:lnTo>
                <a:lnTo>
                  <a:pt x="1340966" y="429692"/>
                </a:lnTo>
                <a:lnTo>
                  <a:pt x="1341696" y="432826"/>
                </a:lnTo>
                <a:lnTo>
                  <a:pt x="1343156" y="441417"/>
                </a:lnTo>
                <a:lnTo>
                  <a:pt x="1343886" y="438160"/>
                </a:lnTo>
                <a:lnTo>
                  <a:pt x="1347536" y="433514"/>
                </a:lnTo>
                <a:lnTo>
                  <a:pt x="1351916" y="437012"/>
                </a:lnTo>
                <a:lnTo>
                  <a:pt x="1353376" y="438107"/>
                </a:lnTo>
                <a:lnTo>
                  <a:pt x="1354106" y="435250"/>
                </a:lnTo>
                <a:lnTo>
                  <a:pt x="1356296" y="436311"/>
                </a:lnTo>
                <a:lnTo>
                  <a:pt x="1359945" y="442592"/>
                </a:lnTo>
                <a:lnTo>
                  <a:pt x="1357755" y="435172"/>
                </a:lnTo>
                <a:lnTo>
                  <a:pt x="1360675" y="441830"/>
                </a:lnTo>
                <a:lnTo>
                  <a:pt x="1365055" y="427119"/>
                </a:lnTo>
                <a:lnTo>
                  <a:pt x="1366515" y="434879"/>
                </a:lnTo>
                <a:lnTo>
                  <a:pt x="1368705" y="430712"/>
                </a:lnTo>
                <a:lnTo>
                  <a:pt x="1370895" y="430764"/>
                </a:lnTo>
                <a:lnTo>
                  <a:pt x="1372355" y="434853"/>
                </a:lnTo>
                <a:lnTo>
                  <a:pt x="1373815" y="425080"/>
                </a:lnTo>
                <a:lnTo>
                  <a:pt x="1375275" y="427808"/>
                </a:lnTo>
                <a:lnTo>
                  <a:pt x="1376005" y="428047"/>
                </a:lnTo>
                <a:lnTo>
                  <a:pt x="1376735" y="434773"/>
                </a:lnTo>
                <a:lnTo>
                  <a:pt x="1378195" y="434416"/>
                </a:lnTo>
                <a:lnTo>
                  <a:pt x="1381115" y="427490"/>
                </a:lnTo>
                <a:lnTo>
                  <a:pt x="1381845" y="427618"/>
                </a:lnTo>
                <a:lnTo>
                  <a:pt x="1386954" y="444621"/>
                </a:lnTo>
                <a:lnTo>
                  <a:pt x="1388414" y="454663"/>
                </a:lnTo>
                <a:lnTo>
                  <a:pt x="1390604" y="485707"/>
                </a:lnTo>
                <a:lnTo>
                  <a:pt x="1392794" y="482881"/>
                </a:lnTo>
                <a:lnTo>
                  <a:pt x="1397904" y="508916"/>
                </a:lnTo>
                <a:lnTo>
                  <a:pt x="1403014" y="536123"/>
                </a:lnTo>
                <a:lnTo>
                  <a:pt x="1403744" y="530374"/>
                </a:lnTo>
                <a:lnTo>
                  <a:pt x="1404474" y="540300"/>
                </a:lnTo>
                <a:lnTo>
                  <a:pt x="1408854" y="567215"/>
                </a:lnTo>
                <a:lnTo>
                  <a:pt x="1409584" y="564339"/>
                </a:lnTo>
                <a:lnTo>
                  <a:pt x="1410314" y="566832"/>
                </a:lnTo>
                <a:lnTo>
                  <a:pt x="1415423" y="600628"/>
                </a:lnTo>
                <a:lnTo>
                  <a:pt x="1416883" y="596102"/>
                </a:lnTo>
                <a:lnTo>
                  <a:pt x="1423453" y="631654"/>
                </a:lnTo>
                <a:lnTo>
                  <a:pt x="1424913" y="641426"/>
                </a:lnTo>
                <a:lnTo>
                  <a:pt x="1428563" y="665278"/>
                </a:lnTo>
                <a:lnTo>
                  <a:pt x="1432943" y="682016"/>
                </a:lnTo>
                <a:lnTo>
                  <a:pt x="1446812" y="763721"/>
                </a:lnTo>
                <a:lnTo>
                  <a:pt x="1448272" y="761916"/>
                </a:lnTo>
                <a:lnTo>
                  <a:pt x="1459952" y="822248"/>
                </a:lnTo>
                <a:lnTo>
                  <a:pt x="1461412" y="819978"/>
                </a:lnTo>
                <a:lnTo>
                  <a:pt x="1476011" y="892146"/>
                </a:lnTo>
                <a:lnTo>
                  <a:pt x="1476742" y="891318"/>
                </a:lnTo>
                <a:lnTo>
                  <a:pt x="1485502" y="932437"/>
                </a:lnTo>
                <a:lnTo>
                  <a:pt x="1486232" y="931787"/>
                </a:lnTo>
                <a:lnTo>
                  <a:pt x="1493532" y="962236"/>
                </a:lnTo>
                <a:lnTo>
                  <a:pt x="1496451" y="975427"/>
                </a:lnTo>
                <a:lnTo>
                  <a:pt x="1500831" y="985883"/>
                </a:lnTo>
                <a:lnTo>
                  <a:pt x="1511051" y="1025350"/>
                </a:lnTo>
                <a:lnTo>
                  <a:pt x="1511781" y="1024177"/>
                </a:lnTo>
                <a:lnTo>
                  <a:pt x="1512511" y="1023603"/>
                </a:lnTo>
                <a:lnTo>
                  <a:pt x="1513971" y="1030754"/>
                </a:lnTo>
                <a:lnTo>
                  <a:pt x="1515431" y="1027097"/>
                </a:lnTo>
                <a:lnTo>
                  <a:pt x="1516891" y="1028833"/>
                </a:lnTo>
                <a:lnTo>
                  <a:pt x="1519811" y="1036742"/>
                </a:lnTo>
                <a:lnTo>
                  <a:pt x="1520541" y="1035433"/>
                </a:lnTo>
                <a:lnTo>
                  <a:pt x="1527110" y="1046480"/>
                </a:lnTo>
                <a:lnTo>
                  <a:pt x="1538790" y="1063172"/>
                </a:lnTo>
                <a:lnTo>
                  <a:pt x="1540250" y="1064877"/>
                </a:lnTo>
                <a:lnTo>
                  <a:pt x="1541710" y="1058300"/>
                </a:lnTo>
                <a:lnTo>
                  <a:pt x="1545360" y="1068189"/>
                </a:lnTo>
                <a:lnTo>
                  <a:pt x="1546820" y="1060860"/>
                </a:lnTo>
                <a:lnTo>
                  <a:pt x="1548280" y="1064521"/>
                </a:lnTo>
                <a:lnTo>
                  <a:pt x="1549010" y="1063801"/>
                </a:lnTo>
                <a:lnTo>
                  <a:pt x="1554849" y="1035689"/>
                </a:lnTo>
                <a:lnTo>
                  <a:pt x="1556309" y="1038265"/>
                </a:lnTo>
                <a:lnTo>
                  <a:pt x="1557769" y="1035853"/>
                </a:lnTo>
                <a:lnTo>
                  <a:pt x="1563609" y="964558"/>
                </a:lnTo>
                <a:lnTo>
                  <a:pt x="1566529" y="797779"/>
                </a:lnTo>
                <a:lnTo>
                  <a:pt x="1574559" y="337549"/>
                </a:lnTo>
                <a:lnTo>
                  <a:pt x="1578939" y="283125"/>
                </a:lnTo>
                <a:lnTo>
                  <a:pt x="1580399" y="290188"/>
                </a:lnTo>
                <a:lnTo>
                  <a:pt x="1581128" y="284453"/>
                </a:lnTo>
                <a:lnTo>
                  <a:pt x="1584048" y="249272"/>
                </a:lnTo>
                <a:lnTo>
                  <a:pt x="1585508" y="256719"/>
                </a:lnTo>
                <a:lnTo>
                  <a:pt x="1587698" y="235193"/>
                </a:lnTo>
                <a:lnTo>
                  <a:pt x="1588428" y="242464"/>
                </a:lnTo>
                <a:lnTo>
                  <a:pt x="1591348" y="229830"/>
                </a:lnTo>
                <a:lnTo>
                  <a:pt x="1592078" y="251329"/>
                </a:lnTo>
                <a:lnTo>
                  <a:pt x="1593538" y="230503"/>
                </a:lnTo>
                <a:lnTo>
                  <a:pt x="1594998" y="219119"/>
                </a:lnTo>
                <a:lnTo>
                  <a:pt x="1596458" y="222884"/>
                </a:lnTo>
                <a:lnTo>
                  <a:pt x="1597918" y="223997"/>
                </a:lnTo>
                <a:lnTo>
                  <a:pt x="1599378" y="212066"/>
                </a:lnTo>
                <a:lnTo>
                  <a:pt x="1600108" y="231856"/>
                </a:lnTo>
                <a:lnTo>
                  <a:pt x="1601568" y="218083"/>
                </a:lnTo>
                <a:lnTo>
                  <a:pt x="1606678" y="205774"/>
                </a:lnTo>
                <a:lnTo>
                  <a:pt x="1613247" y="215759"/>
                </a:lnTo>
                <a:lnTo>
                  <a:pt x="1613977" y="215808"/>
                </a:lnTo>
                <a:lnTo>
                  <a:pt x="1618357" y="235388"/>
                </a:lnTo>
                <a:lnTo>
                  <a:pt x="1619087" y="234508"/>
                </a:lnTo>
                <a:lnTo>
                  <a:pt x="1619817" y="231630"/>
                </a:lnTo>
                <a:lnTo>
                  <a:pt x="1620547" y="236911"/>
                </a:lnTo>
                <a:lnTo>
                  <a:pt x="1621277" y="236139"/>
                </a:lnTo>
                <a:lnTo>
                  <a:pt x="1628577" y="257649"/>
                </a:lnTo>
                <a:lnTo>
                  <a:pt x="1630767" y="256417"/>
                </a:lnTo>
                <a:lnTo>
                  <a:pt x="1633687" y="257386"/>
                </a:lnTo>
                <a:lnTo>
                  <a:pt x="1635877" y="250896"/>
                </a:lnTo>
                <a:lnTo>
                  <a:pt x="1636607" y="255282"/>
                </a:lnTo>
                <a:lnTo>
                  <a:pt x="1637337" y="255692"/>
                </a:lnTo>
                <a:lnTo>
                  <a:pt x="1639526" y="248779"/>
                </a:lnTo>
                <a:lnTo>
                  <a:pt x="1640986" y="258983"/>
                </a:lnTo>
                <a:lnTo>
                  <a:pt x="1641716" y="254681"/>
                </a:lnTo>
                <a:lnTo>
                  <a:pt x="1642446" y="250581"/>
                </a:lnTo>
                <a:lnTo>
                  <a:pt x="1643906" y="254241"/>
                </a:lnTo>
                <a:lnTo>
                  <a:pt x="1644636" y="254024"/>
                </a:lnTo>
                <a:lnTo>
                  <a:pt x="1646096" y="242974"/>
                </a:lnTo>
                <a:lnTo>
                  <a:pt x="1646826" y="249760"/>
                </a:lnTo>
                <a:lnTo>
                  <a:pt x="1647556" y="257251"/>
                </a:lnTo>
                <a:lnTo>
                  <a:pt x="1648286" y="246276"/>
                </a:lnTo>
                <a:lnTo>
                  <a:pt x="1649016" y="244848"/>
                </a:lnTo>
                <a:lnTo>
                  <a:pt x="1649746" y="246195"/>
                </a:lnTo>
                <a:lnTo>
                  <a:pt x="1650476" y="249823"/>
                </a:lnTo>
                <a:lnTo>
                  <a:pt x="1651206" y="239591"/>
                </a:lnTo>
                <a:lnTo>
                  <a:pt x="1651936" y="244719"/>
                </a:lnTo>
                <a:lnTo>
                  <a:pt x="1653396" y="260868"/>
                </a:lnTo>
                <a:lnTo>
                  <a:pt x="1654126" y="242493"/>
                </a:lnTo>
                <a:lnTo>
                  <a:pt x="1655586" y="238162"/>
                </a:lnTo>
                <a:lnTo>
                  <a:pt x="1657046" y="239674"/>
                </a:lnTo>
                <a:lnTo>
                  <a:pt x="1657776" y="244356"/>
                </a:lnTo>
                <a:lnTo>
                  <a:pt x="1659236" y="238750"/>
                </a:lnTo>
                <a:lnTo>
                  <a:pt x="1664346" y="228420"/>
                </a:lnTo>
                <a:lnTo>
                  <a:pt x="1665806" y="249493"/>
                </a:lnTo>
                <a:lnTo>
                  <a:pt x="1666536" y="234954"/>
                </a:lnTo>
                <a:lnTo>
                  <a:pt x="1669455" y="214430"/>
                </a:lnTo>
                <a:lnTo>
                  <a:pt x="1670185" y="215863"/>
                </a:lnTo>
                <a:lnTo>
                  <a:pt x="1671645" y="219463"/>
                </a:lnTo>
                <a:lnTo>
                  <a:pt x="1672375" y="218480"/>
                </a:lnTo>
                <a:lnTo>
                  <a:pt x="1673105" y="212631"/>
                </a:lnTo>
                <a:lnTo>
                  <a:pt x="1674565" y="220083"/>
                </a:lnTo>
                <a:lnTo>
                  <a:pt x="1676755" y="215462"/>
                </a:lnTo>
                <a:lnTo>
                  <a:pt x="1678945" y="207515"/>
                </a:lnTo>
                <a:lnTo>
                  <a:pt x="1680405" y="208556"/>
                </a:lnTo>
                <a:lnTo>
                  <a:pt x="1681135" y="211534"/>
                </a:lnTo>
                <a:lnTo>
                  <a:pt x="1682595" y="206532"/>
                </a:lnTo>
                <a:lnTo>
                  <a:pt x="1692085" y="192442"/>
                </a:lnTo>
                <a:lnTo>
                  <a:pt x="1692815" y="193366"/>
                </a:lnTo>
                <a:lnTo>
                  <a:pt x="1695005" y="204553"/>
                </a:lnTo>
                <a:lnTo>
                  <a:pt x="1695735" y="202686"/>
                </a:lnTo>
                <a:lnTo>
                  <a:pt x="1697924" y="188839"/>
                </a:lnTo>
                <a:lnTo>
                  <a:pt x="1698654" y="190701"/>
                </a:lnTo>
                <a:lnTo>
                  <a:pt x="1700844" y="200477"/>
                </a:lnTo>
                <a:lnTo>
                  <a:pt x="1703034" y="199189"/>
                </a:lnTo>
                <a:lnTo>
                  <a:pt x="1703764" y="197623"/>
                </a:lnTo>
                <a:lnTo>
                  <a:pt x="1704494" y="199473"/>
                </a:lnTo>
                <a:lnTo>
                  <a:pt x="1706684" y="211156"/>
                </a:lnTo>
                <a:lnTo>
                  <a:pt x="1708144" y="207378"/>
                </a:lnTo>
                <a:lnTo>
                  <a:pt x="1708874" y="203636"/>
                </a:lnTo>
                <a:lnTo>
                  <a:pt x="1709604" y="211583"/>
                </a:lnTo>
                <a:lnTo>
                  <a:pt x="1711064" y="207764"/>
                </a:lnTo>
                <a:lnTo>
                  <a:pt x="1712524" y="211530"/>
                </a:lnTo>
                <a:lnTo>
                  <a:pt x="1713984" y="215137"/>
                </a:lnTo>
                <a:lnTo>
                  <a:pt x="1715444" y="213746"/>
                </a:lnTo>
                <a:lnTo>
                  <a:pt x="1718364" y="209249"/>
                </a:lnTo>
                <a:lnTo>
                  <a:pt x="1719094" y="215417"/>
                </a:lnTo>
                <a:lnTo>
                  <a:pt x="1720554" y="207869"/>
                </a:lnTo>
                <a:lnTo>
                  <a:pt x="1722014" y="202795"/>
                </a:lnTo>
                <a:lnTo>
                  <a:pt x="1722744" y="209771"/>
                </a:lnTo>
                <a:lnTo>
                  <a:pt x="1723474" y="205373"/>
                </a:lnTo>
                <a:lnTo>
                  <a:pt x="1730043" y="190932"/>
                </a:lnTo>
                <a:lnTo>
                  <a:pt x="1730773" y="192578"/>
                </a:lnTo>
                <a:lnTo>
                  <a:pt x="1731503" y="193728"/>
                </a:lnTo>
                <a:lnTo>
                  <a:pt x="1735883" y="177221"/>
                </a:lnTo>
                <a:lnTo>
                  <a:pt x="1737343" y="181674"/>
                </a:lnTo>
                <a:lnTo>
                  <a:pt x="1741723" y="161478"/>
                </a:lnTo>
                <a:lnTo>
                  <a:pt x="1742453" y="164404"/>
                </a:lnTo>
                <a:lnTo>
                  <a:pt x="1743183" y="162405"/>
                </a:lnTo>
                <a:lnTo>
                  <a:pt x="1747563" y="152308"/>
                </a:lnTo>
                <a:lnTo>
                  <a:pt x="1749753" y="144239"/>
                </a:lnTo>
                <a:lnTo>
                  <a:pt x="1753403" y="130706"/>
                </a:lnTo>
                <a:lnTo>
                  <a:pt x="1754132" y="136679"/>
                </a:lnTo>
                <a:lnTo>
                  <a:pt x="1755592" y="129689"/>
                </a:lnTo>
                <a:lnTo>
                  <a:pt x="1762892" y="106053"/>
                </a:lnTo>
                <a:lnTo>
                  <a:pt x="1763622" y="105392"/>
                </a:lnTo>
                <a:lnTo>
                  <a:pt x="1765082" y="94519"/>
                </a:lnTo>
                <a:lnTo>
                  <a:pt x="1766542" y="96211"/>
                </a:lnTo>
                <a:lnTo>
                  <a:pt x="1769462" y="92299"/>
                </a:lnTo>
                <a:lnTo>
                  <a:pt x="1774572" y="80050"/>
                </a:lnTo>
                <a:lnTo>
                  <a:pt x="1778222" y="74075"/>
                </a:lnTo>
                <a:lnTo>
                  <a:pt x="1776032" y="80942"/>
                </a:lnTo>
                <a:lnTo>
                  <a:pt x="1779682" y="76423"/>
                </a:lnTo>
                <a:lnTo>
                  <a:pt x="1780412" y="82228"/>
                </a:lnTo>
                <a:lnTo>
                  <a:pt x="1781142" y="79271"/>
                </a:lnTo>
                <a:lnTo>
                  <a:pt x="1784791" y="66845"/>
                </a:lnTo>
                <a:lnTo>
                  <a:pt x="1786251" y="72339"/>
                </a:lnTo>
                <a:lnTo>
                  <a:pt x="1786981" y="64283"/>
                </a:lnTo>
                <a:lnTo>
                  <a:pt x="1790631" y="70575"/>
                </a:lnTo>
                <a:lnTo>
                  <a:pt x="1792091" y="64167"/>
                </a:lnTo>
                <a:lnTo>
                  <a:pt x="1792821" y="64324"/>
                </a:lnTo>
                <a:lnTo>
                  <a:pt x="1793551" y="70001"/>
                </a:lnTo>
                <a:lnTo>
                  <a:pt x="1794281" y="65255"/>
                </a:lnTo>
                <a:lnTo>
                  <a:pt x="1795011" y="59837"/>
                </a:lnTo>
                <a:lnTo>
                  <a:pt x="1797201" y="62870"/>
                </a:lnTo>
                <a:lnTo>
                  <a:pt x="1801581" y="53111"/>
                </a:lnTo>
                <a:lnTo>
                  <a:pt x="1803771" y="63414"/>
                </a:lnTo>
                <a:lnTo>
                  <a:pt x="1804501" y="58886"/>
                </a:lnTo>
                <a:lnTo>
                  <a:pt x="1805961" y="49918"/>
                </a:lnTo>
                <a:lnTo>
                  <a:pt x="1806691" y="50385"/>
                </a:lnTo>
                <a:lnTo>
                  <a:pt x="1807421" y="57721"/>
                </a:lnTo>
                <a:lnTo>
                  <a:pt x="1808881" y="48703"/>
                </a:lnTo>
                <a:lnTo>
                  <a:pt x="1810341" y="56740"/>
                </a:lnTo>
                <a:lnTo>
                  <a:pt x="1811071" y="51313"/>
                </a:lnTo>
                <a:lnTo>
                  <a:pt x="1814720" y="36777"/>
                </a:lnTo>
                <a:lnTo>
                  <a:pt x="1816910" y="47715"/>
                </a:lnTo>
                <a:lnTo>
                  <a:pt x="1818370" y="32294"/>
                </a:lnTo>
                <a:lnTo>
                  <a:pt x="1819100" y="41008"/>
                </a:lnTo>
                <a:lnTo>
                  <a:pt x="1820560" y="48778"/>
                </a:lnTo>
                <a:lnTo>
                  <a:pt x="1821290" y="48541"/>
                </a:lnTo>
                <a:lnTo>
                  <a:pt x="1824940" y="37663"/>
                </a:lnTo>
                <a:lnTo>
                  <a:pt x="1825670" y="38683"/>
                </a:lnTo>
                <a:lnTo>
                  <a:pt x="1827130" y="25376"/>
                </a:lnTo>
                <a:lnTo>
                  <a:pt x="1828590" y="32817"/>
                </a:lnTo>
                <a:lnTo>
                  <a:pt x="1830050" y="46378"/>
                </a:lnTo>
                <a:lnTo>
                  <a:pt x="1831510" y="39246"/>
                </a:lnTo>
                <a:lnTo>
                  <a:pt x="1832240" y="38636"/>
                </a:lnTo>
                <a:lnTo>
                  <a:pt x="1833700" y="31556"/>
                </a:lnTo>
                <a:lnTo>
                  <a:pt x="1835160" y="34615"/>
                </a:lnTo>
                <a:lnTo>
                  <a:pt x="1837350" y="30630"/>
                </a:lnTo>
                <a:lnTo>
                  <a:pt x="1838810" y="21310"/>
                </a:lnTo>
                <a:lnTo>
                  <a:pt x="1839540" y="29791"/>
                </a:lnTo>
                <a:lnTo>
                  <a:pt x="1840270" y="32662"/>
                </a:lnTo>
                <a:lnTo>
                  <a:pt x="1840999" y="31044"/>
                </a:lnTo>
                <a:lnTo>
                  <a:pt x="1844649" y="14447"/>
                </a:lnTo>
                <a:lnTo>
                  <a:pt x="1846109" y="26122"/>
                </a:lnTo>
                <a:lnTo>
                  <a:pt x="1846839" y="37280"/>
                </a:lnTo>
                <a:lnTo>
                  <a:pt x="1848299" y="30898"/>
                </a:lnTo>
                <a:lnTo>
                  <a:pt x="1853409" y="17904"/>
                </a:lnTo>
                <a:lnTo>
                  <a:pt x="1857059" y="28193"/>
                </a:lnTo>
                <a:lnTo>
                  <a:pt x="1857789" y="25397"/>
                </a:lnTo>
                <a:lnTo>
                  <a:pt x="1859979" y="20722"/>
                </a:lnTo>
                <a:lnTo>
                  <a:pt x="1860709" y="22759"/>
                </a:lnTo>
                <a:lnTo>
                  <a:pt x="1861439" y="23412"/>
                </a:lnTo>
                <a:lnTo>
                  <a:pt x="1862899" y="20006"/>
                </a:lnTo>
                <a:lnTo>
                  <a:pt x="1863629" y="21103"/>
                </a:lnTo>
                <a:lnTo>
                  <a:pt x="1865819" y="25680"/>
                </a:lnTo>
                <a:lnTo>
                  <a:pt x="1866549" y="25405"/>
                </a:lnTo>
                <a:lnTo>
                  <a:pt x="1868009" y="26988"/>
                </a:lnTo>
                <a:lnTo>
                  <a:pt x="1868739" y="21412"/>
                </a:lnTo>
                <a:lnTo>
                  <a:pt x="1870198" y="28979"/>
                </a:lnTo>
                <a:lnTo>
                  <a:pt x="1871658" y="26676"/>
                </a:lnTo>
                <a:lnTo>
                  <a:pt x="1872388" y="22921"/>
                </a:lnTo>
                <a:lnTo>
                  <a:pt x="1873118" y="28746"/>
                </a:lnTo>
                <a:lnTo>
                  <a:pt x="1873848" y="27029"/>
                </a:lnTo>
                <a:lnTo>
                  <a:pt x="1874578" y="25982"/>
                </a:lnTo>
                <a:lnTo>
                  <a:pt x="1875308" y="16977"/>
                </a:lnTo>
                <a:lnTo>
                  <a:pt x="1876038" y="26281"/>
                </a:lnTo>
                <a:lnTo>
                  <a:pt x="1876768" y="24304"/>
                </a:lnTo>
                <a:lnTo>
                  <a:pt x="1877498" y="23246"/>
                </a:lnTo>
                <a:lnTo>
                  <a:pt x="1878228" y="6039"/>
                </a:lnTo>
                <a:lnTo>
                  <a:pt x="1879688" y="18465"/>
                </a:lnTo>
                <a:lnTo>
                  <a:pt x="1882608" y="24588"/>
                </a:lnTo>
                <a:lnTo>
                  <a:pt x="1881148" y="17306"/>
                </a:lnTo>
                <a:lnTo>
                  <a:pt x="1883338" y="22468"/>
                </a:lnTo>
                <a:lnTo>
                  <a:pt x="1884068" y="20581"/>
                </a:lnTo>
                <a:lnTo>
                  <a:pt x="1884798" y="27306"/>
                </a:lnTo>
                <a:lnTo>
                  <a:pt x="1886258" y="23921"/>
                </a:lnTo>
                <a:lnTo>
                  <a:pt x="1887718" y="25067"/>
                </a:lnTo>
                <a:lnTo>
                  <a:pt x="1889178" y="23557"/>
                </a:lnTo>
                <a:lnTo>
                  <a:pt x="1890638" y="22465"/>
                </a:lnTo>
                <a:lnTo>
                  <a:pt x="1891368" y="24705"/>
                </a:lnTo>
                <a:lnTo>
                  <a:pt x="1892098" y="23286"/>
                </a:lnTo>
                <a:lnTo>
                  <a:pt x="1892828" y="25990"/>
                </a:lnTo>
                <a:lnTo>
                  <a:pt x="1893558" y="27983"/>
                </a:lnTo>
                <a:lnTo>
                  <a:pt x="1894288" y="23287"/>
                </a:lnTo>
                <a:lnTo>
                  <a:pt x="1895018" y="23978"/>
                </a:lnTo>
                <a:lnTo>
                  <a:pt x="1895748" y="28469"/>
                </a:lnTo>
                <a:lnTo>
                  <a:pt x="1897208" y="22025"/>
                </a:lnTo>
                <a:lnTo>
                  <a:pt x="1897938" y="20107"/>
                </a:lnTo>
                <a:lnTo>
                  <a:pt x="1898667" y="20891"/>
                </a:lnTo>
                <a:lnTo>
                  <a:pt x="1899397" y="23734"/>
                </a:lnTo>
                <a:lnTo>
                  <a:pt x="1900127" y="19830"/>
                </a:lnTo>
                <a:lnTo>
                  <a:pt x="1900857" y="17403"/>
                </a:lnTo>
                <a:lnTo>
                  <a:pt x="1901587" y="23574"/>
                </a:lnTo>
                <a:lnTo>
                  <a:pt x="1904507" y="16575"/>
                </a:lnTo>
                <a:lnTo>
                  <a:pt x="1905237" y="21115"/>
                </a:lnTo>
                <a:lnTo>
                  <a:pt x="1908157" y="21797"/>
                </a:lnTo>
                <a:lnTo>
                  <a:pt x="1911808" y="10013"/>
                </a:lnTo>
                <a:lnTo>
                  <a:pt x="1912538" y="11058"/>
                </a:lnTo>
                <a:lnTo>
                  <a:pt x="1913268" y="18094"/>
                </a:lnTo>
                <a:lnTo>
                  <a:pt x="1914728" y="8956"/>
                </a:lnTo>
                <a:lnTo>
                  <a:pt x="1916918" y="7497"/>
                </a:lnTo>
                <a:lnTo>
                  <a:pt x="1918378" y="14527"/>
                </a:lnTo>
                <a:lnTo>
                  <a:pt x="1919837" y="16479"/>
                </a:lnTo>
                <a:lnTo>
                  <a:pt x="1922027" y="11474"/>
                </a:lnTo>
                <a:lnTo>
                  <a:pt x="1922757" y="11648"/>
                </a:lnTo>
                <a:lnTo>
                  <a:pt x="1923487" y="17850"/>
                </a:lnTo>
                <a:lnTo>
                  <a:pt x="1924947" y="15895"/>
                </a:lnTo>
                <a:lnTo>
                  <a:pt x="1926407" y="9251"/>
                </a:lnTo>
                <a:lnTo>
                  <a:pt x="1927867" y="14657"/>
                </a:lnTo>
                <a:lnTo>
                  <a:pt x="1930057" y="8388"/>
                </a:lnTo>
                <a:lnTo>
                  <a:pt x="1931517" y="18511"/>
                </a:lnTo>
                <a:lnTo>
                  <a:pt x="1932247" y="14102"/>
                </a:lnTo>
                <a:lnTo>
                  <a:pt x="1932977" y="8420"/>
                </a:lnTo>
                <a:lnTo>
                  <a:pt x="1934437" y="11109"/>
                </a:lnTo>
                <a:lnTo>
                  <a:pt x="1935167" y="13100"/>
                </a:lnTo>
                <a:lnTo>
                  <a:pt x="1935897" y="11734"/>
                </a:lnTo>
                <a:lnTo>
                  <a:pt x="1937357" y="486"/>
                </a:lnTo>
                <a:lnTo>
                  <a:pt x="1938817" y="9531"/>
                </a:lnTo>
                <a:lnTo>
                  <a:pt x="1941007" y="2955"/>
                </a:lnTo>
                <a:lnTo>
                  <a:pt x="1942467" y="7152"/>
                </a:lnTo>
                <a:lnTo>
                  <a:pt x="1944657" y="11355"/>
                </a:lnTo>
                <a:lnTo>
                  <a:pt x="1945387" y="9282"/>
                </a:lnTo>
                <a:lnTo>
                  <a:pt x="1947577" y="7424"/>
                </a:lnTo>
                <a:lnTo>
                  <a:pt x="1948306" y="2973"/>
                </a:lnTo>
                <a:lnTo>
                  <a:pt x="1949766" y="4211"/>
                </a:lnTo>
                <a:lnTo>
                  <a:pt x="1950496" y="8072"/>
                </a:lnTo>
                <a:lnTo>
                  <a:pt x="1952686" y="6191"/>
                </a:lnTo>
                <a:lnTo>
                  <a:pt x="1957066" y="1900"/>
                </a:lnTo>
                <a:lnTo>
                  <a:pt x="1960716" y="10998"/>
                </a:lnTo>
                <a:lnTo>
                  <a:pt x="1961446" y="9292"/>
                </a:lnTo>
                <a:lnTo>
                  <a:pt x="1962176" y="5501"/>
                </a:lnTo>
                <a:lnTo>
                  <a:pt x="1964366" y="7034"/>
                </a:lnTo>
                <a:lnTo>
                  <a:pt x="1965096" y="8956"/>
                </a:lnTo>
                <a:lnTo>
                  <a:pt x="1965826" y="5270"/>
                </a:lnTo>
                <a:lnTo>
                  <a:pt x="1966556" y="7527"/>
                </a:lnTo>
                <a:lnTo>
                  <a:pt x="1967286" y="0"/>
                </a:lnTo>
                <a:lnTo>
                  <a:pt x="1968746" y="6832"/>
                </a:lnTo>
                <a:lnTo>
                  <a:pt x="1970206" y="603"/>
                </a:lnTo>
                <a:lnTo>
                  <a:pt x="1970936" y="2387"/>
                </a:lnTo>
                <a:lnTo>
                  <a:pt x="1971666" y="7525"/>
                </a:lnTo>
                <a:lnTo>
                  <a:pt x="1973856" y="4363"/>
                </a:lnTo>
                <a:lnTo>
                  <a:pt x="1975316" y="2998"/>
                </a:lnTo>
                <a:lnTo>
                  <a:pt x="1976046" y="3974"/>
                </a:lnTo>
                <a:lnTo>
                  <a:pt x="1979695" y="10779"/>
                </a:lnTo>
                <a:lnTo>
                  <a:pt x="1981155" y="5207"/>
                </a:lnTo>
                <a:lnTo>
                  <a:pt x="1982615" y="9729"/>
                </a:lnTo>
                <a:lnTo>
                  <a:pt x="1983345" y="7740"/>
                </a:lnTo>
                <a:lnTo>
                  <a:pt x="1984075" y="9064"/>
                </a:lnTo>
                <a:lnTo>
                  <a:pt x="1984805" y="12869"/>
                </a:lnTo>
                <a:lnTo>
                  <a:pt x="1986265" y="8328"/>
                </a:lnTo>
                <a:lnTo>
                  <a:pt x="1986995" y="479"/>
                </a:lnTo>
                <a:lnTo>
                  <a:pt x="1988455" y="11189"/>
                </a:lnTo>
                <a:lnTo>
                  <a:pt x="1989185" y="14461"/>
                </a:lnTo>
                <a:lnTo>
                  <a:pt x="1989915" y="12536"/>
                </a:lnTo>
                <a:lnTo>
                  <a:pt x="1990645" y="7771"/>
                </a:lnTo>
                <a:lnTo>
                  <a:pt x="1992835" y="10361"/>
                </a:lnTo>
                <a:lnTo>
                  <a:pt x="1997945" y="20464"/>
                </a:lnTo>
                <a:lnTo>
                  <a:pt x="1999405" y="17413"/>
                </a:lnTo>
                <a:lnTo>
                  <a:pt x="2000135" y="20591"/>
                </a:lnTo>
                <a:lnTo>
                  <a:pt x="2000865" y="20584"/>
                </a:lnTo>
                <a:lnTo>
                  <a:pt x="2001595" y="23687"/>
                </a:lnTo>
                <a:lnTo>
                  <a:pt x="2002325" y="18264"/>
                </a:lnTo>
                <a:lnTo>
                  <a:pt x="2003055" y="12977"/>
                </a:lnTo>
                <a:lnTo>
                  <a:pt x="2004515" y="20227"/>
                </a:lnTo>
                <a:lnTo>
                  <a:pt x="2007434" y="13940"/>
                </a:lnTo>
                <a:lnTo>
                  <a:pt x="2008164" y="11955"/>
                </a:lnTo>
                <a:lnTo>
                  <a:pt x="2008894" y="16290"/>
                </a:lnTo>
                <a:lnTo>
                  <a:pt x="2011814" y="26008"/>
                </a:lnTo>
                <a:lnTo>
                  <a:pt x="2013274" y="19684"/>
                </a:lnTo>
                <a:lnTo>
                  <a:pt x="2014004" y="15814"/>
                </a:lnTo>
                <a:lnTo>
                  <a:pt x="2015464" y="20406"/>
                </a:lnTo>
                <a:lnTo>
                  <a:pt x="2016924" y="17543"/>
                </a:lnTo>
                <a:lnTo>
                  <a:pt x="2018384" y="20623"/>
                </a:lnTo>
                <a:lnTo>
                  <a:pt x="2019114" y="22785"/>
                </a:lnTo>
                <a:lnTo>
                  <a:pt x="2019844" y="18354"/>
                </a:lnTo>
                <a:lnTo>
                  <a:pt x="2021304" y="21316"/>
                </a:lnTo>
                <a:lnTo>
                  <a:pt x="2022764" y="16136"/>
                </a:lnTo>
                <a:lnTo>
                  <a:pt x="2024224" y="16697"/>
                </a:lnTo>
                <a:lnTo>
                  <a:pt x="2024954" y="15713"/>
                </a:lnTo>
                <a:lnTo>
                  <a:pt x="2026414" y="13438"/>
                </a:lnTo>
                <a:lnTo>
                  <a:pt x="2027144" y="17292"/>
                </a:lnTo>
                <a:lnTo>
                  <a:pt x="2028604" y="15272"/>
                </a:lnTo>
                <a:lnTo>
                  <a:pt x="2029334" y="16839"/>
                </a:lnTo>
                <a:lnTo>
                  <a:pt x="2032254" y="19266"/>
                </a:lnTo>
                <a:lnTo>
                  <a:pt x="2032984" y="15561"/>
                </a:lnTo>
                <a:lnTo>
                  <a:pt x="2034444" y="18842"/>
                </a:lnTo>
                <a:lnTo>
                  <a:pt x="2035173" y="21999"/>
                </a:lnTo>
                <a:lnTo>
                  <a:pt x="2035903" y="16100"/>
                </a:lnTo>
                <a:lnTo>
                  <a:pt x="2036633" y="16299"/>
                </a:lnTo>
                <a:lnTo>
                  <a:pt x="2037363" y="19968"/>
                </a:lnTo>
                <a:lnTo>
                  <a:pt x="2038093" y="14846"/>
                </a:lnTo>
                <a:lnTo>
                  <a:pt x="2039553" y="17728"/>
                </a:lnTo>
                <a:lnTo>
                  <a:pt x="2044663" y="19961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path 163"/>
          <p:cNvSpPr/>
          <p:nvPr/>
        </p:nvSpPr>
        <p:spPr>
          <a:xfrm>
            <a:off x="6893373" y="4751609"/>
            <a:ext cx="2044663" cy="420071"/>
          </a:xfrm>
          <a:custGeom>
            <a:avLst/>
            <a:gdLst/>
            <a:ahLst/>
            <a:cxnLst/>
            <a:rect l="l" t="t" r="r" b="b"/>
            <a:pathLst>
              <a:path w="2044663" h="420071">
                <a:moveTo>
                  <a:pt x="0" y="280758"/>
                </a:moveTo>
                <a:lnTo>
                  <a:pt x="2190" y="282439"/>
                </a:lnTo>
                <a:lnTo>
                  <a:pt x="2920" y="282061"/>
                </a:lnTo>
                <a:lnTo>
                  <a:pt x="5110" y="284035"/>
                </a:lnTo>
                <a:lnTo>
                  <a:pt x="5840" y="294320"/>
                </a:lnTo>
                <a:lnTo>
                  <a:pt x="8030" y="289809"/>
                </a:lnTo>
                <a:lnTo>
                  <a:pt x="13140" y="291256"/>
                </a:lnTo>
                <a:lnTo>
                  <a:pt x="13870" y="289939"/>
                </a:lnTo>
                <a:lnTo>
                  <a:pt x="14600" y="292518"/>
                </a:lnTo>
                <a:lnTo>
                  <a:pt x="15330" y="292138"/>
                </a:lnTo>
                <a:lnTo>
                  <a:pt x="24089" y="298866"/>
                </a:lnTo>
                <a:lnTo>
                  <a:pt x="27009" y="298821"/>
                </a:lnTo>
                <a:lnTo>
                  <a:pt x="29929" y="302179"/>
                </a:lnTo>
                <a:lnTo>
                  <a:pt x="32119" y="298707"/>
                </a:lnTo>
                <a:lnTo>
                  <a:pt x="32849" y="296827"/>
                </a:lnTo>
                <a:lnTo>
                  <a:pt x="33579" y="301338"/>
                </a:lnTo>
                <a:lnTo>
                  <a:pt x="35769" y="312143"/>
                </a:lnTo>
                <a:lnTo>
                  <a:pt x="36499" y="305195"/>
                </a:lnTo>
                <a:lnTo>
                  <a:pt x="37229" y="298087"/>
                </a:lnTo>
                <a:lnTo>
                  <a:pt x="37959" y="307770"/>
                </a:lnTo>
                <a:lnTo>
                  <a:pt x="38689" y="313774"/>
                </a:lnTo>
                <a:lnTo>
                  <a:pt x="40149" y="311338"/>
                </a:lnTo>
                <a:lnTo>
                  <a:pt x="43069" y="307175"/>
                </a:lnTo>
                <a:lnTo>
                  <a:pt x="48179" y="313109"/>
                </a:lnTo>
                <a:lnTo>
                  <a:pt x="51829" y="309957"/>
                </a:lnTo>
                <a:lnTo>
                  <a:pt x="52558" y="314675"/>
                </a:lnTo>
                <a:lnTo>
                  <a:pt x="54748" y="313463"/>
                </a:lnTo>
                <a:lnTo>
                  <a:pt x="56208" y="301684"/>
                </a:lnTo>
                <a:lnTo>
                  <a:pt x="56938" y="310727"/>
                </a:lnTo>
                <a:lnTo>
                  <a:pt x="57668" y="311233"/>
                </a:lnTo>
                <a:lnTo>
                  <a:pt x="59128" y="326438"/>
                </a:lnTo>
                <a:lnTo>
                  <a:pt x="61318" y="320161"/>
                </a:lnTo>
                <a:lnTo>
                  <a:pt x="63508" y="313206"/>
                </a:lnTo>
                <a:lnTo>
                  <a:pt x="64238" y="317293"/>
                </a:lnTo>
                <a:lnTo>
                  <a:pt x="69348" y="329825"/>
                </a:lnTo>
                <a:lnTo>
                  <a:pt x="70808" y="320862"/>
                </a:lnTo>
                <a:lnTo>
                  <a:pt x="71538" y="325323"/>
                </a:lnTo>
                <a:lnTo>
                  <a:pt x="73728" y="331199"/>
                </a:lnTo>
                <a:lnTo>
                  <a:pt x="72998" y="323369"/>
                </a:lnTo>
                <a:lnTo>
                  <a:pt x="75188" y="330055"/>
                </a:lnTo>
                <a:lnTo>
                  <a:pt x="78108" y="322949"/>
                </a:lnTo>
                <a:lnTo>
                  <a:pt x="78838" y="317868"/>
                </a:lnTo>
                <a:lnTo>
                  <a:pt x="79568" y="323070"/>
                </a:lnTo>
                <a:lnTo>
                  <a:pt x="81757" y="337549"/>
                </a:lnTo>
                <a:lnTo>
                  <a:pt x="82487" y="332948"/>
                </a:lnTo>
                <a:lnTo>
                  <a:pt x="86137" y="321293"/>
                </a:lnTo>
                <a:lnTo>
                  <a:pt x="87597" y="338327"/>
                </a:lnTo>
                <a:lnTo>
                  <a:pt x="89057" y="327028"/>
                </a:lnTo>
                <a:lnTo>
                  <a:pt x="92707" y="314586"/>
                </a:lnTo>
                <a:lnTo>
                  <a:pt x="93437" y="319361"/>
                </a:lnTo>
                <a:lnTo>
                  <a:pt x="94897" y="326647"/>
                </a:lnTo>
                <a:lnTo>
                  <a:pt x="95627" y="338184"/>
                </a:lnTo>
                <a:lnTo>
                  <a:pt x="97087" y="329518"/>
                </a:lnTo>
                <a:lnTo>
                  <a:pt x="97817" y="330685"/>
                </a:lnTo>
                <a:lnTo>
                  <a:pt x="101467" y="323368"/>
                </a:lnTo>
                <a:lnTo>
                  <a:pt x="102927" y="322101"/>
                </a:lnTo>
                <a:lnTo>
                  <a:pt x="105117" y="324047"/>
                </a:lnTo>
                <a:lnTo>
                  <a:pt x="106577" y="326822"/>
                </a:lnTo>
                <a:lnTo>
                  <a:pt x="108767" y="339398"/>
                </a:lnTo>
                <a:lnTo>
                  <a:pt x="109497" y="334919"/>
                </a:lnTo>
                <a:lnTo>
                  <a:pt x="111686" y="321545"/>
                </a:lnTo>
                <a:lnTo>
                  <a:pt x="113146" y="328058"/>
                </a:lnTo>
                <a:lnTo>
                  <a:pt x="114606" y="324494"/>
                </a:lnTo>
                <a:lnTo>
                  <a:pt x="117526" y="331016"/>
                </a:lnTo>
                <a:lnTo>
                  <a:pt x="118986" y="319344"/>
                </a:lnTo>
                <a:lnTo>
                  <a:pt x="119716" y="329271"/>
                </a:lnTo>
                <a:lnTo>
                  <a:pt x="120446" y="339315"/>
                </a:lnTo>
                <a:lnTo>
                  <a:pt x="121906" y="332201"/>
                </a:lnTo>
                <a:lnTo>
                  <a:pt x="122636" y="324378"/>
                </a:lnTo>
                <a:lnTo>
                  <a:pt x="124826" y="328978"/>
                </a:lnTo>
                <a:lnTo>
                  <a:pt x="126286" y="318778"/>
                </a:lnTo>
                <a:lnTo>
                  <a:pt x="127016" y="323462"/>
                </a:lnTo>
                <a:lnTo>
                  <a:pt x="127746" y="330333"/>
                </a:lnTo>
                <a:lnTo>
                  <a:pt x="129936" y="329387"/>
                </a:lnTo>
                <a:lnTo>
                  <a:pt x="132856" y="329073"/>
                </a:lnTo>
                <a:lnTo>
                  <a:pt x="134316" y="320317"/>
                </a:lnTo>
                <a:lnTo>
                  <a:pt x="135046" y="336488"/>
                </a:lnTo>
                <a:lnTo>
                  <a:pt x="137236" y="335902"/>
                </a:lnTo>
                <a:lnTo>
                  <a:pt x="140885" y="321266"/>
                </a:lnTo>
                <a:lnTo>
                  <a:pt x="143805" y="326157"/>
                </a:lnTo>
                <a:lnTo>
                  <a:pt x="145995" y="338529"/>
                </a:lnTo>
                <a:lnTo>
                  <a:pt x="147455" y="335559"/>
                </a:lnTo>
                <a:lnTo>
                  <a:pt x="148915" y="335274"/>
                </a:lnTo>
                <a:lnTo>
                  <a:pt x="150375" y="327843"/>
                </a:lnTo>
                <a:lnTo>
                  <a:pt x="151835" y="332954"/>
                </a:lnTo>
                <a:lnTo>
                  <a:pt x="153295" y="332795"/>
                </a:lnTo>
                <a:lnTo>
                  <a:pt x="154025" y="334266"/>
                </a:lnTo>
                <a:lnTo>
                  <a:pt x="156215" y="334575"/>
                </a:lnTo>
                <a:lnTo>
                  <a:pt x="156945" y="327472"/>
                </a:lnTo>
                <a:lnTo>
                  <a:pt x="159135" y="331105"/>
                </a:lnTo>
                <a:lnTo>
                  <a:pt x="160595" y="334263"/>
                </a:lnTo>
                <a:lnTo>
                  <a:pt x="162055" y="323328"/>
                </a:lnTo>
                <a:lnTo>
                  <a:pt x="162785" y="331631"/>
                </a:lnTo>
                <a:lnTo>
                  <a:pt x="163515" y="339915"/>
                </a:lnTo>
                <a:lnTo>
                  <a:pt x="164245" y="330823"/>
                </a:lnTo>
                <a:lnTo>
                  <a:pt x="164975" y="334037"/>
                </a:lnTo>
                <a:lnTo>
                  <a:pt x="166435" y="334284"/>
                </a:lnTo>
                <a:lnTo>
                  <a:pt x="167165" y="339466"/>
                </a:lnTo>
                <a:lnTo>
                  <a:pt x="168624" y="335245"/>
                </a:lnTo>
                <a:lnTo>
                  <a:pt x="174465" y="334718"/>
                </a:lnTo>
                <a:lnTo>
                  <a:pt x="175194" y="330886"/>
                </a:lnTo>
                <a:lnTo>
                  <a:pt x="176655" y="333873"/>
                </a:lnTo>
                <a:lnTo>
                  <a:pt x="178115" y="338788"/>
                </a:lnTo>
                <a:lnTo>
                  <a:pt x="181035" y="335837"/>
                </a:lnTo>
                <a:lnTo>
                  <a:pt x="181765" y="329233"/>
                </a:lnTo>
                <a:lnTo>
                  <a:pt x="183225" y="333337"/>
                </a:lnTo>
                <a:lnTo>
                  <a:pt x="183955" y="334421"/>
                </a:lnTo>
                <a:lnTo>
                  <a:pt x="185415" y="332534"/>
                </a:lnTo>
                <a:lnTo>
                  <a:pt x="186875" y="331360"/>
                </a:lnTo>
                <a:lnTo>
                  <a:pt x="187605" y="326480"/>
                </a:lnTo>
                <a:lnTo>
                  <a:pt x="188335" y="331717"/>
                </a:lnTo>
                <a:lnTo>
                  <a:pt x="191254" y="355213"/>
                </a:lnTo>
                <a:lnTo>
                  <a:pt x="191984" y="344565"/>
                </a:lnTo>
                <a:lnTo>
                  <a:pt x="192714" y="346063"/>
                </a:lnTo>
                <a:lnTo>
                  <a:pt x="194174" y="337373"/>
                </a:lnTo>
                <a:lnTo>
                  <a:pt x="195634" y="340585"/>
                </a:lnTo>
                <a:lnTo>
                  <a:pt x="198554" y="343893"/>
                </a:lnTo>
                <a:lnTo>
                  <a:pt x="199284" y="341162"/>
                </a:lnTo>
                <a:lnTo>
                  <a:pt x="200744" y="345658"/>
                </a:lnTo>
                <a:lnTo>
                  <a:pt x="202204" y="344369"/>
                </a:lnTo>
                <a:lnTo>
                  <a:pt x="205854" y="338463"/>
                </a:lnTo>
                <a:lnTo>
                  <a:pt x="207314" y="348528"/>
                </a:lnTo>
                <a:lnTo>
                  <a:pt x="208774" y="344799"/>
                </a:lnTo>
                <a:lnTo>
                  <a:pt x="210964" y="332972"/>
                </a:lnTo>
                <a:lnTo>
                  <a:pt x="211694" y="320764"/>
                </a:lnTo>
                <a:lnTo>
                  <a:pt x="213154" y="339450"/>
                </a:lnTo>
                <a:lnTo>
                  <a:pt x="214614" y="360195"/>
                </a:lnTo>
                <a:lnTo>
                  <a:pt x="216074" y="346318"/>
                </a:lnTo>
                <a:lnTo>
                  <a:pt x="217534" y="335770"/>
                </a:lnTo>
                <a:lnTo>
                  <a:pt x="218263" y="340415"/>
                </a:lnTo>
                <a:lnTo>
                  <a:pt x="219723" y="344199"/>
                </a:lnTo>
                <a:lnTo>
                  <a:pt x="221183" y="341724"/>
                </a:lnTo>
                <a:lnTo>
                  <a:pt x="223373" y="343759"/>
                </a:lnTo>
                <a:lnTo>
                  <a:pt x="224833" y="341852"/>
                </a:lnTo>
                <a:lnTo>
                  <a:pt x="225563" y="339989"/>
                </a:lnTo>
                <a:lnTo>
                  <a:pt x="226293" y="342764"/>
                </a:lnTo>
                <a:lnTo>
                  <a:pt x="228483" y="357420"/>
                </a:lnTo>
                <a:lnTo>
                  <a:pt x="229213" y="343676"/>
                </a:lnTo>
                <a:lnTo>
                  <a:pt x="229943" y="367935"/>
                </a:lnTo>
                <a:lnTo>
                  <a:pt x="230673" y="380100"/>
                </a:lnTo>
                <a:lnTo>
                  <a:pt x="231403" y="366430"/>
                </a:lnTo>
                <a:lnTo>
                  <a:pt x="232863" y="338471"/>
                </a:lnTo>
                <a:lnTo>
                  <a:pt x="234323" y="348297"/>
                </a:lnTo>
                <a:lnTo>
                  <a:pt x="236513" y="336094"/>
                </a:lnTo>
                <a:lnTo>
                  <a:pt x="238703" y="365240"/>
                </a:lnTo>
                <a:lnTo>
                  <a:pt x="239433" y="361323"/>
                </a:lnTo>
                <a:lnTo>
                  <a:pt x="240893" y="376800"/>
                </a:lnTo>
                <a:lnTo>
                  <a:pt x="242353" y="368097"/>
                </a:lnTo>
                <a:lnTo>
                  <a:pt x="243813" y="342352"/>
                </a:lnTo>
                <a:lnTo>
                  <a:pt x="244543" y="354152"/>
                </a:lnTo>
                <a:lnTo>
                  <a:pt x="246003" y="366314"/>
                </a:lnTo>
                <a:lnTo>
                  <a:pt x="246732" y="356441"/>
                </a:lnTo>
                <a:lnTo>
                  <a:pt x="247462" y="352562"/>
                </a:lnTo>
                <a:lnTo>
                  <a:pt x="248192" y="358438"/>
                </a:lnTo>
                <a:lnTo>
                  <a:pt x="248922" y="363948"/>
                </a:lnTo>
                <a:lnTo>
                  <a:pt x="249652" y="358805"/>
                </a:lnTo>
                <a:lnTo>
                  <a:pt x="250382" y="353210"/>
                </a:lnTo>
                <a:lnTo>
                  <a:pt x="252572" y="355293"/>
                </a:lnTo>
                <a:lnTo>
                  <a:pt x="254032" y="362335"/>
                </a:lnTo>
                <a:lnTo>
                  <a:pt x="255492" y="357271"/>
                </a:lnTo>
                <a:lnTo>
                  <a:pt x="256222" y="352824"/>
                </a:lnTo>
                <a:lnTo>
                  <a:pt x="256952" y="364368"/>
                </a:lnTo>
                <a:lnTo>
                  <a:pt x="257682" y="371369"/>
                </a:lnTo>
                <a:lnTo>
                  <a:pt x="259142" y="363755"/>
                </a:lnTo>
                <a:lnTo>
                  <a:pt x="259872" y="360619"/>
                </a:lnTo>
                <a:lnTo>
                  <a:pt x="260602" y="372163"/>
                </a:lnTo>
                <a:lnTo>
                  <a:pt x="262792" y="369449"/>
                </a:lnTo>
                <a:lnTo>
                  <a:pt x="263522" y="364837"/>
                </a:lnTo>
                <a:lnTo>
                  <a:pt x="264252" y="372523"/>
                </a:lnTo>
                <a:lnTo>
                  <a:pt x="265712" y="366339"/>
                </a:lnTo>
                <a:lnTo>
                  <a:pt x="267902" y="386276"/>
                </a:lnTo>
                <a:lnTo>
                  <a:pt x="268632" y="378734"/>
                </a:lnTo>
                <a:lnTo>
                  <a:pt x="270822" y="382667"/>
                </a:lnTo>
                <a:lnTo>
                  <a:pt x="271552" y="380857"/>
                </a:lnTo>
                <a:lnTo>
                  <a:pt x="273742" y="388506"/>
                </a:lnTo>
                <a:lnTo>
                  <a:pt x="275202" y="384297"/>
                </a:lnTo>
                <a:lnTo>
                  <a:pt x="278121" y="377221"/>
                </a:lnTo>
                <a:lnTo>
                  <a:pt x="278851" y="379199"/>
                </a:lnTo>
                <a:lnTo>
                  <a:pt x="280311" y="376847"/>
                </a:lnTo>
                <a:lnTo>
                  <a:pt x="281771" y="382490"/>
                </a:lnTo>
                <a:lnTo>
                  <a:pt x="282501" y="376784"/>
                </a:lnTo>
                <a:lnTo>
                  <a:pt x="283961" y="378701"/>
                </a:lnTo>
                <a:lnTo>
                  <a:pt x="285421" y="386777"/>
                </a:lnTo>
                <a:lnTo>
                  <a:pt x="286881" y="382600"/>
                </a:lnTo>
                <a:lnTo>
                  <a:pt x="294181" y="375880"/>
                </a:lnTo>
                <a:lnTo>
                  <a:pt x="294911" y="366407"/>
                </a:lnTo>
                <a:lnTo>
                  <a:pt x="296371" y="372951"/>
                </a:lnTo>
                <a:lnTo>
                  <a:pt x="297101" y="373983"/>
                </a:lnTo>
                <a:lnTo>
                  <a:pt x="299291" y="368808"/>
                </a:lnTo>
                <a:lnTo>
                  <a:pt x="300021" y="374752"/>
                </a:lnTo>
                <a:lnTo>
                  <a:pt x="301481" y="369325"/>
                </a:lnTo>
                <a:lnTo>
                  <a:pt x="303671" y="369456"/>
                </a:lnTo>
                <a:lnTo>
                  <a:pt x="305130" y="366748"/>
                </a:lnTo>
                <a:lnTo>
                  <a:pt x="305860" y="368157"/>
                </a:lnTo>
                <a:lnTo>
                  <a:pt x="307320" y="370787"/>
                </a:lnTo>
                <a:lnTo>
                  <a:pt x="308050" y="368332"/>
                </a:lnTo>
                <a:lnTo>
                  <a:pt x="308780" y="366090"/>
                </a:lnTo>
                <a:lnTo>
                  <a:pt x="309510" y="366740"/>
                </a:lnTo>
                <a:lnTo>
                  <a:pt x="310240" y="376833"/>
                </a:lnTo>
                <a:lnTo>
                  <a:pt x="312430" y="374522"/>
                </a:lnTo>
                <a:lnTo>
                  <a:pt x="313890" y="365100"/>
                </a:lnTo>
                <a:lnTo>
                  <a:pt x="315350" y="371375"/>
                </a:lnTo>
                <a:lnTo>
                  <a:pt x="316810" y="369211"/>
                </a:lnTo>
                <a:lnTo>
                  <a:pt x="317540" y="377192"/>
                </a:lnTo>
                <a:lnTo>
                  <a:pt x="319000" y="362438"/>
                </a:lnTo>
                <a:lnTo>
                  <a:pt x="320460" y="370617"/>
                </a:lnTo>
                <a:lnTo>
                  <a:pt x="321920" y="388836"/>
                </a:lnTo>
                <a:lnTo>
                  <a:pt x="322650" y="387062"/>
                </a:lnTo>
                <a:lnTo>
                  <a:pt x="324840" y="362740"/>
                </a:lnTo>
                <a:lnTo>
                  <a:pt x="325570" y="364112"/>
                </a:lnTo>
                <a:lnTo>
                  <a:pt x="328490" y="402371"/>
                </a:lnTo>
                <a:lnTo>
                  <a:pt x="330680" y="384834"/>
                </a:lnTo>
                <a:lnTo>
                  <a:pt x="334329" y="367117"/>
                </a:lnTo>
                <a:lnTo>
                  <a:pt x="336519" y="373617"/>
                </a:lnTo>
                <a:lnTo>
                  <a:pt x="337249" y="373183"/>
                </a:lnTo>
                <a:lnTo>
                  <a:pt x="337979" y="372290"/>
                </a:lnTo>
                <a:lnTo>
                  <a:pt x="339439" y="387294"/>
                </a:lnTo>
                <a:lnTo>
                  <a:pt x="340169" y="379414"/>
                </a:lnTo>
                <a:lnTo>
                  <a:pt x="343819" y="368443"/>
                </a:lnTo>
                <a:lnTo>
                  <a:pt x="344549" y="368718"/>
                </a:lnTo>
                <a:lnTo>
                  <a:pt x="346739" y="374308"/>
                </a:lnTo>
                <a:lnTo>
                  <a:pt x="347469" y="370433"/>
                </a:lnTo>
                <a:lnTo>
                  <a:pt x="349659" y="364498"/>
                </a:lnTo>
                <a:lnTo>
                  <a:pt x="350389" y="378972"/>
                </a:lnTo>
                <a:lnTo>
                  <a:pt x="352579" y="372048"/>
                </a:lnTo>
                <a:lnTo>
                  <a:pt x="354039" y="366583"/>
                </a:lnTo>
                <a:lnTo>
                  <a:pt x="355499" y="376711"/>
                </a:lnTo>
                <a:lnTo>
                  <a:pt x="356229" y="367332"/>
                </a:lnTo>
                <a:lnTo>
                  <a:pt x="357689" y="360210"/>
                </a:lnTo>
                <a:lnTo>
                  <a:pt x="358419" y="371154"/>
                </a:lnTo>
                <a:lnTo>
                  <a:pt x="359879" y="360011"/>
                </a:lnTo>
                <a:lnTo>
                  <a:pt x="360609" y="366643"/>
                </a:lnTo>
                <a:lnTo>
                  <a:pt x="362798" y="351386"/>
                </a:lnTo>
                <a:lnTo>
                  <a:pt x="363528" y="359496"/>
                </a:lnTo>
                <a:lnTo>
                  <a:pt x="364258" y="364231"/>
                </a:lnTo>
                <a:lnTo>
                  <a:pt x="365718" y="358263"/>
                </a:lnTo>
                <a:lnTo>
                  <a:pt x="366448" y="357646"/>
                </a:lnTo>
                <a:lnTo>
                  <a:pt x="367178" y="347594"/>
                </a:lnTo>
                <a:lnTo>
                  <a:pt x="367908" y="357126"/>
                </a:lnTo>
                <a:lnTo>
                  <a:pt x="368638" y="363928"/>
                </a:lnTo>
                <a:lnTo>
                  <a:pt x="370098" y="356359"/>
                </a:lnTo>
                <a:lnTo>
                  <a:pt x="370828" y="353204"/>
                </a:lnTo>
                <a:lnTo>
                  <a:pt x="371558" y="355827"/>
                </a:lnTo>
                <a:lnTo>
                  <a:pt x="375208" y="364406"/>
                </a:lnTo>
                <a:lnTo>
                  <a:pt x="378858" y="350889"/>
                </a:lnTo>
                <a:lnTo>
                  <a:pt x="379588" y="358914"/>
                </a:lnTo>
                <a:lnTo>
                  <a:pt x="381048" y="346149"/>
                </a:lnTo>
                <a:lnTo>
                  <a:pt x="381778" y="355355"/>
                </a:lnTo>
                <a:lnTo>
                  <a:pt x="382508" y="350815"/>
                </a:lnTo>
                <a:lnTo>
                  <a:pt x="383968" y="353564"/>
                </a:lnTo>
                <a:lnTo>
                  <a:pt x="384698" y="357240"/>
                </a:lnTo>
                <a:lnTo>
                  <a:pt x="385428" y="350138"/>
                </a:lnTo>
                <a:lnTo>
                  <a:pt x="386158" y="350549"/>
                </a:lnTo>
                <a:lnTo>
                  <a:pt x="386888" y="355085"/>
                </a:lnTo>
                <a:lnTo>
                  <a:pt x="388348" y="351885"/>
                </a:lnTo>
                <a:lnTo>
                  <a:pt x="389808" y="349341"/>
                </a:lnTo>
                <a:lnTo>
                  <a:pt x="390538" y="354533"/>
                </a:lnTo>
                <a:lnTo>
                  <a:pt x="391997" y="351017"/>
                </a:lnTo>
                <a:lnTo>
                  <a:pt x="395647" y="344331"/>
                </a:lnTo>
                <a:lnTo>
                  <a:pt x="397837" y="346892"/>
                </a:lnTo>
                <a:lnTo>
                  <a:pt x="398567" y="349823"/>
                </a:lnTo>
                <a:lnTo>
                  <a:pt x="400027" y="349147"/>
                </a:lnTo>
                <a:lnTo>
                  <a:pt x="405867" y="333022"/>
                </a:lnTo>
                <a:lnTo>
                  <a:pt x="406597" y="334669"/>
                </a:lnTo>
                <a:lnTo>
                  <a:pt x="408057" y="347764"/>
                </a:lnTo>
                <a:lnTo>
                  <a:pt x="408787" y="343917"/>
                </a:lnTo>
                <a:lnTo>
                  <a:pt x="409517" y="337272"/>
                </a:lnTo>
                <a:lnTo>
                  <a:pt x="410977" y="342259"/>
                </a:lnTo>
                <a:lnTo>
                  <a:pt x="418277" y="335038"/>
                </a:lnTo>
                <a:lnTo>
                  <a:pt x="419007" y="336585"/>
                </a:lnTo>
                <a:lnTo>
                  <a:pt x="419737" y="340441"/>
                </a:lnTo>
                <a:lnTo>
                  <a:pt x="423386" y="314566"/>
                </a:lnTo>
                <a:lnTo>
                  <a:pt x="427036" y="331953"/>
                </a:lnTo>
                <a:lnTo>
                  <a:pt x="432876" y="311338"/>
                </a:lnTo>
                <a:lnTo>
                  <a:pt x="434336" y="325176"/>
                </a:lnTo>
                <a:lnTo>
                  <a:pt x="436526" y="321689"/>
                </a:lnTo>
                <a:lnTo>
                  <a:pt x="438716" y="325184"/>
                </a:lnTo>
                <a:lnTo>
                  <a:pt x="439446" y="317660"/>
                </a:lnTo>
                <a:lnTo>
                  <a:pt x="440176" y="319214"/>
                </a:lnTo>
                <a:lnTo>
                  <a:pt x="440906" y="331539"/>
                </a:lnTo>
                <a:lnTo>
                  <a:pt x="442366" y="319093"/>
                </a:lnTo>
                <a:lnTo>
                  <a:pt x="443096" y="319845"/>
                </a:lnTo>
                <a:lnTo>
                  <a:pt x="445286" y="314234"/>
                </a:lnTo>
                <a:lnTo>
                  <a:pt x="446016" y="331553"/>
                </a:lnTo>
                <a:lnTo>
                  <a:pt x="447476" y="304702"/>
                </a:lnTo>
                <a:lnTo>
                  <a:pt x="448935" y="312177"/>
                </a:lnTo>
                <a:lnTo>
                  <a:pt x="450395" y="321593"/>
                </a:lnTo>
                <a:lnTo>
                  <a:pt x="451125" y="313171"/>
                </a:lnTo>
                <a:lnTo>
                  <a:pt x="451855" y="299327"/>
                </a:lnTo>
                <a:lnTo>
                  <a:pt x="453315" y="318782"/>
                </a:lnTo>
                <a:lnTo>
                  <a:pt x="454045" y="326050"/>
                </a:lnTo>
                <a:lnTo>
                  <a:pt x="454775" y="316891"/>
                </a:lnTo>
                <a:lnTo>
                  <a:pt x="458425" y="292321"/>
                </a:lnTo>
                <a:lnTo>
                  <a:pt x="462075" y="315076"/>
                </a:lnTo>
                <a:lnTo>
                  <a:pt x="462805" y="314586"/>
                </a:lnTo>
                <a:lnTo>
                  <a:pt x="467185" y="306466"/>
                </a:lnTo>
                <a:lnTo>
                  <a:pt x="467915" y="308396"/>
                </a:lnTo>
                <a:lnTo>
                  <a:pt x="468645" y="306058"/>
                </a:lnTo>
                <a:lnTo>
                  <a:pt x="470105" y="298124"/>
                </a:lnTo>
                <a:lnTo>
                  <a:pt x="470835" y="305214"/>
                </a:lnTo>
                <a:lnTo>
                  <a:pt x="471565" y="312906"/>
                </a:lnTo>
                <a:lnTo>
                  <a:pt x="473755" y="311645"/>
                </a:lnTo>
                <a:lnTo>
                  <a:pt x="474485" y="297973"/>
                </a:lnTo>
                <a:lnTo>
                  <a:pt x="475945" y="314819"/>
                </a:lnTo>
                <a:lnTo>
                  <a:pt x="476675" y="315240"/>
                </a:lnTo>
                <a:lnTo>
                  <a:pt x="477405" y="318853"/>
                </a:lnTo>
                <a:lnTo>
                  <a:pt x="478864" y="315522"/>
                </a:lnTo>
                <a:lnTo>
                  <a:pt x="480324" y="297141"/>
                </a:lnTo>
                <a:lnTo>
                  <a:pt x="481784" y="312015"/>
                </a:lnTo>
                <a:lnTo>
                  <a:pt x="483244" y="315571"/>
                </a:lnTo>
                <a:lnTo>
                  <a:pt x="483974" y="312294"/>
                </a:lnTo>
                <a:lnTo>
                  <a:pt x="486164" y="303937"/>
                </a:lnTo>
                <a:lnTo>
                  <a:pt x="486894" y="307929"/>
                </a:lnTo>
                <a:lnTo>
                  <a:pt x="489084" y="313984"/>
                </a:lnTo>
                <a:lnTo>
                  <a:pt x="488354" y="307369"/>
                </a:lnTo>
                <a:lnTo>
                  <a:pt x="489814" y="310384"/>
                </a:lnTo>
                <a:lnTo>
                  <a:pt x="490544" y="304881"/>
                </a:lnTo>
                <a:lnTo>
                  <a:pt x="491274" y="316109"/>
                </a:lnTo>
                <a:lnTo>
                  <a:pt x="492734" y="317223"/>
                </a:lnTo>
                <a:lnTo>
                  <a:pt x="496384" y="324419"/>
                </a:lnTo>
                <a:lnTo>
                  <a:pt x="497114" y="324038"/>
                </a:lnTo>
                <a:lnTo>
                  <a:pt x="497844" y="328646"/>
                </a:lnTo>
                <a:lnTo>
                  <a:pt x="498574" y="325367"/>
                </a:lnTo>
                <a:lnTo>
                  <a:pt x="500034" y="298089"/>
                </a:lnTo>
                <a:lnTo>
                  <a:pt x="501494" y="318804"/>
                </a:lnTo>
                <a:lnTo>
                  <a:pt x="502224" y="324418"/>
                </a:lnTo>
                <a:lnTo>
                  <a:pt x="503684" y="318699"/>
                </a:lnTo>
                <a:lnTo>
                  <a:pt x="506603" y="327361"/>
                </a:lnTo>
                <a:lnTo>
                  <a:pt x="508063" y="325267"/>
                </a:lnTo>
                <a:lnTo>
                  <a:pt x="509523" y="313528"/>
                </a:lnTo>
                <a:lnTo>
                  <a:pt x="510983" y="316022"/>
                </a:lnTo>
                <a:lnTo>
                  <a:pt x="511713" y="317413"/>
                </a:lnTo>
                <a:lnTo>
                  <a:pt x="512443" y="301988"/>
                </a:lnTo>
                <a:lnTo>
                  <a:pt x="513903" y="310436"/>
                </a:lnTo>
                <a:lnTo>
                  <a:pt x="516823" y="320084"/>
                </a:lnTo>
                <a:lnTo>
                  <a:pt x="519743" y="312233"/>
                </a:lnTo>
                <a:lnTo>
                  <a:pt x="523393" y="332184"/>
                </a:lnTo>
                <a:lnTo>
                  <a:pt x="524123" y="325041"/>
                </a:lnTo>
                <a:lnTo>
                  <a:pt x="525583" y="335028"/>
                </a:lnTo>
                <a:lnTo>
                  <a:pt x="526313" y="334342"/>
                </a:lnTo>
                <a:lnTo>
                  <a:pt x="527043" y="336712"/>
                </a:lnTo>
                <a:lnTo>
                  <a:pt x="529233" y="320181"/>
                </a:lnTo>
                <a:lnTo>
                  <a:pt x="530693" y="337422"/>
                </a:lnTo>
                <a:lnTo>
                  <a:pt x="532153" y="331495"/>
                </a:lnTo>
                <a:lnTo>
                  <a:pt x="533613" y="329738"/>
                </a:lnTo>
                <a:lnTo>
                  <a:pt x="535073" y="333979"/>
                </a:lnTo>
                <a:lnTo>
                  <a:pt x="536532" y="335691"/>
                </a:lnTo>
                <a:lnTo>
                  <a:pt x="538722" y="326221"/>
                </a:lnTo>
                <a:lnTo>
                  <a:pt x="539452" y="330242"/>
                </a:lnTo>
                <a:lnTo>
                  <a:pt x="540912" y="325697"/>
                </a:lnTo>
                <a:lnTo>
                  <a:pt x="541642" y="329106"/>
                </a:lnTo>
                <a:lnTo>
                  <a:pt x="545292" y="340016"/>
                </a:lnTo>
                <a:lnTo>
                  <a:pt x="546752" y="334750"/>
                </a:lnTo>
                <a:lnTo>
                  <a:pt x="548212" y="334534"/>
                </a:lnTo>
                <a:lnTo>
                  <a:pt x="549672" y="324619"/>
                </a:lnTo>
                <a:lnTo>
                  <a:pt x="550402" y="327876"/>
                </a:lnTo>
                <a:lnTo>
                  <a:pt x="551862" y="336589"/>
                </a:lnTo>
                <a:lnTo>
                  <a:pt x="553322" y="336326"/>
                </a:lnTo>
                <a:lnTo>
                  <a:pt x="554782" y="328309"/>
                </a:lnTo>
                <a:lnTo>
                  <a:pt x="555512" y="334708"/>
                </a:lnTo>
                <a:lnTo>
                  <a:pt x="556242" y="340106"/>
                </a:lnTo>
                <a:lnTo>
                  <a:pt x="556972" y="332789"/>
                </a:lnTo>
                <a:lnTo>
                  <a:pt x="559892" y="326353"/>
                </a:lnTo>
                <a:lnTo>
                  <a:pt x="562812" y="336323"/>
                </a:lnTo>
                <a:lnTo>
                  <a:pt x="563542" y="333764"/>
                </a:lnTo>
                <a:lnTo>
                  <a:pt x="564272" y="340349"/>
                </a:lnTo>
                <a:lnTo>
                  <a:pt x="565001" y="342330"/>
                </a:lnTo>
                <a:lnTo>
                  <a:pt x="567191" y="343095"/>
                </a:lnTo>
                <a:lnTo>
                  <a:pt x="567921" y="330583"/>
                </a:lnTo>
                <a:lnTo>
                  <a:pt x="570841" y="344044"/>
                </a:lnTo>
                <a:lnTo>
                  <a:pt x="572301" y="340246"/>
                </a:lnTo>
                <a:lnTo>
                  <a:pt x="573031" y="327087"/>
                </a:lnTo>
                <a:lnTo>
                  <a:pt x="574491" y="336394"/>
                </a:lnTo>
                <a:lnTo>
                  <a:pt x="578141" y="342902"/>
                </a:lnTo>
                <a:lnTo>
                  <a:pt x="580331" y="329449"/>
                </a:lnTo>
                <a:lnTo>
                  <a:pt x="581061" y="347565"/>
                </a:lnTo>
                <a:lnTo>
                  <a:pt x="583251" y="342283"/>
                </a:lnTo>
                <a:lnTo>
                  <a:pt x="583981" y="339714"/>
                </a:lnTo>
                <a:lnTo>
                  <a:pt x="584711" y="341313"/>
                </a:lnTo>
                <a:lnTo>
                  <a:pt x="586171" y="346640"/>
                </a:lnTo>
                <a:lnTo>
                  <a:pt x="586901" y="341595"/>
                </a:lnTo>
                <a:lnTo>
                  <a:pt x="587631" y="328602"/>
                </a:lnTo>
                <a:lnTo>
                  <a:pt x="588361" y="346891"/>
                </a:lnTo>
                <a:lnTo>
                  <a:pt x="589091" y="345903"/>
                </a:lnTo>
                <a:lnTo>
                  <a:pt x="589821" y="346201"/>
                </a:lnTo>
                <a:lnTo>
                  <a:pt x="592011" y="338760"/>
                </a:lnTo>
                <a:lnTo>
                  <a:pt x="592741" y="345313"/>
                </a:lnTo>
                <a:lnTo>
                  <a:pt x="594200" y="341928"/>
                </a:lnTo>
                <a:lnTo>
                  <a:pt x="594930" y="333283"/>
                </a:lnTo>
                <a:lnTo>
                  <a:pt x="597120" y="334046"/>
                </a:lnTo>
                <a:lnTo>
                  <a:pt x="599310" y="345418"/>
                </a:lnTo>
                <a:lnTo>
                  <a:pt x="600040" y="344571"/>
                </a:lnTo>
                <a:lnTo>
                  <a:pt x="602230" y="346339"/>
                </a:lnTo>
                <a:lnTo>
                  <a:pt x="602960" y="347205"/>
                </a:lnTo>
                <a:lnTo>
                  <a:pt x="603690" y="344026"/>
                </a:lnTo>
                <a:lnTo>
                  <a:pt x="604420" y="353423"/>
                </a:lnTo>
                <a:lnTo>
                  <a:pt x="605151" y="346824"/>
                </a:lnTo>
                <a:lnTo>
                  <a:pt x="605880" y="337523"/>
                </a:lnTo>
                <a:lnTo>
                  <a:pt x="606610" y="349941"/>
                </a:lnTo>
                <a:lnTo>
                  <a:pt x="607340" y="348843"/>
                </a:lnTo>
                <a:lnTo>
                  <a:pt x="608071" y="348164"/>
                </a:lnTo>
                <a:lnTo>
                  <a:pt x="608801" y="349122"/>
                </a:lnTo>
                <a:lnTo>
                  <a:pt x="609530" y="354571"/>
                </a:lnTo>
                <a:lnTo>
                  <a:pt x="610260" y="334823"/>
                </a:lnTo>
                <a:lnTo>
                  <a:pt x="611721" y="357068"/>
                </a:lnTo>
                <a:lnTo>
                  <a:pt x="612451" y="358404"/>
                </a:lnTo>
                <a:lnTo>
                  <a:pt x="613911" y="345832"/>
                </a:lnTo>
                <a:lnTo>
                  <a:pt x="615370" y="355891"/>
                </a:lnTo>
                <a:lnTo>
                  <a:pt x="616830" y="353969"/>
                </a:lnTo>
                <a:lnTo>
                  <a:pt x="617560" y="355760"/>
                </a:lnTo>
                <a:lnTo>
                  <a:pt x="618290" y="365641"/>
                </a:lnTo>
                <a:lnTo>
                  <a:pt x="619750" y="362717"/>
                </a:lnTo>
                <a:lnTo>
                  <a:pt x="621940" y="350614"/>
                </a:lnTo>
                <a:lnTo>
                  <a:pt x="622670" y="352918"/>
                </a:lnTo>
                <a:lnTo>
                  <a:pt x="626320" y="369553"/>
                </a:lnTo>
                <a:lnTo>
                  <a:pt x="627050" y="366535"/>
                </a:lnTo>
                <a:lnTo>
                  <a:pt x="628510" y="364369"/>
                </a:lnTo>
                <a:lnTo>
                  <a:pt x="635080" y="392895"/>
                </a:lnTo>
                <a:lnTo>
                  <a:pt x="635810" y="390490"/>
                </a:lnTo>
                <a:lnTo>
                  <a:pt x="636540" y="394653"/>
                </a:lnTo>
                <a:lnTo>
                  <a:pt x="638000" y="400511"/>
                </a:lnTo>
                <a:lnTo>
                  <a:pt x="638730" y="398086"/>
                </a:lnTo>
                <a:lnTo>
                  <a:pt x="639460" y="390470"/>
                </a:lnTo>
                <a:lnTo>
                  <a:pt x="640920" y="402554"/>
                </a:lnTo>
                <a:lnTo>
                  <a:pt x="644569" y="407915"/>
                </a:lnTo>
                <a:lnTo>
                  <a:pt x="646759" y="396720"/>
                </a:lnTo>
                <a:lnTo>
                  <a:pt x="648219" y="401917"/>
                </a:lnTo>
                <a:lnTo>
                  <a:pt x="651869" y="410158"/>
                </a:lnTo>
                <a:lnTo>
                  <a:pt x="654059" y="406213"/>
                </a:lnTo>
                <a:lnTo>
                  <a:pt x="656249" y="413209"/>
                </a:lnTo>
                <a:lnTo>
                  <a:pt x="656979" y="410455"/>
                </a:lnTo>
                <a:lnTo>
                  <a:pt x="658439" y="405608"/>
                </a:lnTo>
                <a:lnTo>
                  <a:pt x="660629" y="415307"/>
                </a:lnTo>
                <a:lnTo>
                  <a:pt x="661359" y="410755"/>
                </a:lnTo>
                <a:lnTo>
                  <a:pt x="662089" y="411829"/>
                </a:lnTo>
                <a:lnTo>
                  <a:pt x="665009" y="420071"/>
                </a:lnTo>
                <a:lnTo>
                  <a:pt x="667199" y="409773"/>
                </a:lnTo>
                <a:lnTo>
                  <a:pt x="668659" y="417193"/>
                </a:lnTo>
                <a:lnTo>
                  <a:pt x="670119" y="419688"/>
                </a:lnTo>
                <a:lnTo>
                  <a:pt x="670849" y="417648"/>
                </a:lnTo>
                <a:lnTo>
                  <a:pt x="673038" y="409568"/>
                </a:lnTo>
                <a:lnTo>
                  <a:pt x="673768" y="414463"/>
                </a:lnTo>
                <a:lnTo>
                  <a:pt x="674498" y="419595"/>
                </a:lnTo>
                <a:lnTo>
                  <a:pt x="675958" y="416889"/>
                </a:lnTo>
                <a:lnTo>
                  <a:pt x="678148" y="418271"/>
                </a:lnTo>
                <a:lnTo>
                  <a:pt x="680338" y="410580"/>
                </a:lnTo>
                <a:lnTo>
                  <a:pt x="681798" y="417301"/>
                </a:lnTo>
                <a:lnTo>
                  <a:pt x="683258" y="414383"/>
                </a:lnTo>
                <a:lnTo>
                  <a:pt x="683988" y="413219"/>
                </a:lnTo>
                <a:lnTo>
                  <a:pt x="684718" y="416193"/>
                </a:lnTo>
                <a:lnTo>
                  <a:pt x="687638" y="414872"/>
                </a:lnTo>
                <a:lnTo>
                  <a:pt x="694208" y="412680"/>
                </a:lnTo>
                <a:lnTo>
                  <a:pt x="694938" y="402761"/>
                </a:lnTo>
                <a:lnTo>
                  <a:pt x="697128" y="407112"/>
                </a:lnTo>
                <a:lnTo>
                  <a:pt x="701507" y="414453"/>
                </a:lnTo>
                <a:lnTo>
                  <a:pt x="705887" y="416085"/>
                </a:lnTo>
                <a:lnTo>
                  <a:pt x="708077" y="415119"/>
                </a:lnTo>
                <a:lnTo>
                  <a:pt x="712457" y="407955"/>
                </a:lnTo>
                <a:lnTo>
                  <a:pt x="713187" y="408947"/>
                </a:lnTo>
                <a:lnTo>
                  <a:pt x="713917" y="407819"/>
                </a:lnTo>
                <a:lnTo>
                  <a:pt x="718297" y="402177"/>
                </a:lnTo>
                <a:lnTo>
                  <a:pt x="719027" y="403212"/>
                </a:lnTo>
                <a:lnTo>
                  <a:pt x="720487" y="400970"/>
                </a:lnTo>
                <a:lnTo>
                  <a:pt x="725597" y="396972"/>
                </a:lnTo>
                <a:lnTo>
                  <a:pt x="728517" y="400924"/>
                </a:lnTo>
                <a:lnTo>
                  <a:pt x="732166" y="397119"/>
                </a:lnTo>
                <a:lnTo>
                  <a:pt x="735086" y="396056"/>
                </a:lnTo>
                <a:lnTo>
                  <a:pt x="745306" y="387480"/>
                </a:lnTo>
                <a:lnTo>
                  <a:pt x="749686" y="386224"/>
                </a:lnTo>
                <a:lnTo>
                  <a:pt x="753336" y="384692"/>
                </a:lnTo>
                <a:lnTo>
                  <a:pt x="756986" y="380101"/>
                </a:lnTo>
                <a:lnTo>
                  <a:pt x="759905" y="372094"/>
                </a:lnTo>
                <a:lnTo>
                  <a:pt x="761365" y="373917"/>
                </a:lnTo>
                <a:lnTo>
                  <a:pt x="762825" y="368226"/>
                </a:lnTo>
                <a:lnTo>
                  <a:pt x="764285" y="372256"/>
                </a:lnTo>
                <a:lnTo>
                  <a:pt x="765745" y="369541"/>
                </a:lnTo>
                <a:lnTo>
                  <a:pt x="767935" y="369040"/>
                </a:lnTo>
                <a:lnTo>
                  <a:pt x="768665" y="370728"/>
                </a:lnTo>
                <a:lnTo>
                  <a:pt x="769395" y="368018"/>
                </a:lnTo>
                <a:lnTo>
                  <a:pt x="770855" y="365531"/>
                </a:lnTo>
                <a:lnTo>
                  <a:pt x="771585" y="370549"/>
                </a:lnTo>
                <a:lnTo>
                  <a:pt x="773045" y="362605"/>
                </a:lnTo>
                <a:lnTo>
                  <a:pt x="773775" y="367160"/>
                </a:lnTo>
                <a:lnTo>
                  <a:pt x="775235" y="365546"/>
                </a:lnTo>
                <a:lnTo>
                  <a:pt x="775965" y="363950"/>
                </a:lnTo>
                <a:lnTo>
                  <a:pt x="776695" y="365735"/>
                </a:lnTo>
                <a:lnTo>
                  <a:pt x="777425" y="369965"/>
                </a:lnTo>
                <a:lnTo>
                  <a:pt x="778155" y="364084"/>
                </a:lnTo>
                <a:lnTo>
                  <a:pt x="778885" y="366558"/>
                </a:lnTo>
                <a:lnTo>
                  <a:pt x="784725" y="360975"/>
                </a:lnTo>
                <a:lnTo>
                  <a:pt x="785455" y="364512"/>
                </a:lnTo>
                <a:lnTo>
                  <a:pt x="786185" y="359722"/>
                </a:lnTo>
                <a:lnTo>
                  <a:pt x="789104" y="356103"/>
                </a:lnTo>
                <a:lnTo>
                  <a:pt x="789834" y="358144"/>
                </a:lnTo>
                <a:lnTo>
                  <a:pt x="790564" y="355438"/>
                </a:lnTo>
                <a:lnTo>
                  <a:pt x="791294" y="349698"/>
                </a:lnTo>
                <a:lnTo>
                  <a:pt x="793484" y="351647"/>
                </a:lnTo>
                <a:lnTo>
                  <a:pt x="794214" y="349311"/>
                </a:lnTo>
                <a:lnTo>
                  <a:pt x="796404" y="350286"/>
                </a:lnTo>
                <a:lnTo>
                  <a:pt x="797864" y="345206"/>
                </a:lnTo>
                <a:lnTo>
                  <a:pt x="798594" y="339134"/>
                </a:lnTo>
                <a:lnTo>
                  <a:pt x="799324" y="345083"/>
                </a:lnTo>
                <a:lnTo>
                  <a:pt x="800054" y="349701"/>
                </a:lnTo>
                <a:lnTo>
                  <a:pt x="800784" y="343862"/>
                </a:lnTo>
                <a:lnTo>
                  <a:pt x="802244" y="318132"/>
                </a:lnTo>
                <a:lnTo>
                  <a:pt x="803704" y="325270"/>
                </a:lnTo>
                <a:lnTo>
                  <a:pt x="804434" y="324957"/>
                </a:lnTo>
                <a:lnTo>
                  <a:pt x="805164" y="330004"/>
                </a:lnTo>
                <a:lnTo>
                  <a:pt x="805894" y="318733"/>
                </a:lnTo>
                <a:lnTo>
                  <a:pt x="811734" y="282543"/>
                </a:lnTo>
                <a:lnTo>
                  <a:pt x="813194" y="290736"/>
                </a:lnTo>
                <a:lnTo>
                  <a:pt x="813924" y="293288"/>
                </a:lnTo>
                <a:lnTo>
                  <a:pt x="814654" y="290001"/>
                </a:lnTo>
                <a:lnTo>
                  <a:pt x="818303" y="270042"/>
                </a:lnTo>
                <a:lnTo>
                  <a:pt x="821223" y="280086"/>
                </a:lnTo>
                <a:lnTo>
                  <a:pt x="824873" y="260185"/>
                </a:lnTo>
                <a:lnTo>
                  <a:pt x="825603" y="259238"/>
                </a:lnTo>
                <a:lnTo>
                  <a:pt x="826333" y="264395"/>
                </a:lnTo>
                <a:lnTo>
                  <a:pt x="827793" y="261116"/>
                </a:lnTo>
                <a:lnTo>
                  <a:pt x="831443" y="235988"/>
                </a:lnTo>
                <a:lnTo>
                  <a:pt x="832903" y="234627"/>
                </a:lnTo>
                <a:lnTo>
                  <a:pt x="834363" y="240369"/>
                </a:lnTo>
                <a:lnTo>
                  <a:pt x="837283" y="219557"/>
                </a:lnTo>
                <a:lnTo>
                  <a:pt x="839473" y="225524"/>
                </a:lnTo>
                <a:lnTo>
                  <a:pt x="845312" y="213934"/>
                </a:lnTo>
                <a:lnTo>
                  <a:pt x="851882" y="196254"/>
                </a:lnTo>
                <a:lnTo>
                  <a:pt x="853342" y="201908"/>
                </a:lnTo>
                <a:lnTo>
                  <a:pt x="854802" y="207907"/>
                </a:lnTo>
                <a:lnTo>
                  <a:pt x="856262" y="203762"/>
                </a:lnTo>
                <a:lnTo>
                  <a:pt x="859912" y="193720"/>
                </a:lnTo>
                <a:lnTo>
                  <a:pt x="861372" y="197361"/>
                </a:lnTo>
                <a:lnTo>
                  <a:pt x="862832" y="186745"/>
                </a:lnTo>
                <a:lnTo>
                  <a:pt x="864292" y="190099"/>
                </a:lnTo>
                <a:lnTo>
                  <a:pt x="867942" y="189833"/>
                </a:lnTo>
                <a:lnTo>
                  <a:pt x="869402" y="179639"/>
                </a:lnTo>
                <a:lnTo>
                  <a:pt x="870862" y="183160"/>
                </a:lnTo>
                <a:lnTo>
                  <a:pt x="872322" y="182511"/>
                </a:lnTo>
                <a:lnTo>
                  <a:pt x="873782" y="188234"/>
                </a:lnTo>
                <a:lnTo>
                  <a:pt x="881811" y="149244"/>
                </a:lnTo>
                <a:lnTo>
                  <a:pt x="883271" y="154090"/>
                </a:lnTo>
                <a:lnTo>
                  <a:pt x="884731" y="162634"/>
                </a:lnTo>
                <a:lnTo>
                  <a:pt x="885461" y="153515"/>
                </a:lnTo>
                <a:lnTo>
                  <a:pt x="891301" y="157766"/>
                </a:lnTo>
                <a:lnTo>
                  <a:pt x="892761" y="154830"/>
                </a:lnTo>
                <a:lnTo>
                  <a:pt x="893491" y="159281"/>
                </a:lnTo>
                <a:lnTo>
                  <a:pt x="894221" y="156263"/>
                </a:lnTo>
                <a:lnTo>
                  <a:pt x="898601" y="159534"/>
                </a:lnTo>
                <a:lnTo>
                  <a:pt x="899331" y="156999"/>
                </a:lnTo>
                <a:lnTo>
                  <a:pt x="900791" y="159356"/>
                </a:lnTo>
                <a:lnTo>
                  <a:pt x="902251" y="159349"/>
                </a:lnTo>
                <a:lnTo>
                  <a:pt x="902981" y="156235"/>
                </a:lnTo>
                <a:lnTo>
                  <a:pt x="905170" y="157430"/>
                </a:lnTo>
                <a:lnTo>
                  <a:pt x="907360" y="158788"/>
                </a:lnTo>
                <a:lnTo>
                  <a:pt x="908090" y="158323"/>
                </a:lnTo>
                <a:lnTo>
                  <a:pt x="908820" y="155969"/>
                </a:lnTo>
                <a:lnTo>
                  <a:pt x="911010" y="157709"/>
                </a:lnTo>
                <a:lnTo>
                  <a:pt x="913200" y="156287"/>
                </a:lnTo>
                <a:lnTo>
                  <a:pt x="913930" y="156684"/>
                </a:lnTo>
                <a:lnTo>
                  <a:pt x="919040" y="154212"/>
                </a:lnTo>
                <a:lnTo>
                  <a:pt x="926340" y="157287"/>
                </a:lnTo>
                <a:lnTo>
                  <a:pt x="928530" y="155528"/>
                </a:lnTo>
                <a:lnTo>
                  <a:pt x="929260" y="156390"/>
                </a:lnTo>
                <a:lnTo>
                  <a:pt x="934369" y="155872"/>
                </a:lnTo>
                <a:lnTo>
                  <a:pt x="935829" y="162115"/>
                </a:lnTo>
                <a:lnTo>
                  <a:pt x="936559" y="153544"/>
                </a:lnTo>
                <a:lnTo>
                  <a:pt x="938749" y="156411"/>
                </a:lnTo>
                <a:lnTo>
                  <a:pt x="948969" y="158299"/>
                </a:lnTo>
                <a:lnTo>
                  <a:pt x="962838" y="180683"/>
                </a:lnTo>
                <a:lnTo>
                  <a:pt x="968678" y="191202"/>
                </a:lnTo>
                <a:lnTo>
                  <a:pt x="969408" y="190673"/>
                </a:lnTo>
                <a:lnTo>
                  <a:pt x="970138" y="192832"/>
                </a:lnTo>
                <a:lnTo>
                  <a:pt x="975248" y="199962"/>
                </a:lnTo>
                <a:lnTo>
                  <a:pt x="978898" y="203778"/>
                </a:lnTo>
                <a:lnTo>
                  <a:pt x="984008" y="211191"/>
                </a:lnTo>
                <a:lnTo>
                  <a:pt x="985468" y="212250"/>
                </a:lnTo>
                <a:lnTo>
                  <a:pt x="991307" y="218259"/>
                </a:lnTo>
                <a:lnTo>
                  <a:pt x="996417" y="222880"/>
                </a:lnTo>
                <a:lnTo>
                  <a:pt x="1012477" y="251811"/>
                </a:lnTo>
                <a:lnTo>
                  <a:pt x="1019776" y="274913"/>
                </a:lnTo>
                <a:lnTo>
                  <a:pt x="1021236" y="276966"/>
                </a:lnTo>
                <a:lnTo>
                  <a:pt x="1024156" y="286761"/>
                </a:lnTo>
                <a:lnTo>
                  <a:pt x="1029266" y="299463"/>
                </a:lnTo>
                <a:lnTo>
                  <a:pt x="1029996" y="293228"/>
                </a:lnTo>
                <a:lnTo>
                  <a:pt x="1031456" y="294618"/>
                </a:lnTo>
                <a:lnTo>
                  <a:pt x="1037296" y="317424"/>
                </a:lnTo>
                <a:lnTo>
                  <a:pt x="1040946" y="322340"/>
                </a:lnTo>
                <a:lnTo>
                  <a:pt x="1041676" y="320490"/>
                </a:lnTo>
                <a:lnTo>
                  <a:pt x="1045326" y="330059"/>
                </a:lnTo>
                <a:lnTo>
                  <a:pt x="1046056" y="327829"/>
                </a:lnTo>
                <a:lnTo>
                  <a:pt x="1046786" y="328794"/>
                </a:lnTo>
                <a:lnTo>
                  <a:pt x="1048246" y="338649"/>
                </a:lnTo>
                <a:lnTo>
                  <a:pt x="1050436" y="336899"/>
                </a:lnTo>
                <a:lnTo>
                  <a:pt x="1052626" y="331325"/>
                </a:lnTo>
                <a:lnTo>
                  <a:pt x="1054816" y="315594"/>
                </a:lnTo>
                <a:lnTo>
                  <a:pt x="1055546" y="319135"/>
                </a:lnTo>
                <a:lnTo>
                  <a:pt x="1056276" y="327024"/>
                </a:lnTo>
                <a:lnTo>
                  <a:pt x="1057736" y="320590"/>
                </a:lnTo>
                <a:lnTo>
                  <a:pt x="1058466" y="316500"/>
                </a:lnTo>
                <a:lnTo>
                  <a:pt x="1059926" y="318133"/>
                </a:lnTo>
                <a:lnTo>
                  <a:pt x="1060656" y="324677"/>
                </a:lnTo>
                <a:lnTo>
                  <a:pt x="1061386" y="314368"/>
                </a:lnTo>
                <a:lnTo>
                  <a:pt x="1065036" y="299149"/>
                </a:lnTo>
                <a:lnTo>
                  <a:pt x="1065766" y="299555"/>
                </a:lnTo>
                <a:lnTo>
                  <a:pt x="1066496" y="298070"/>
                </a:lnTo>
                <a:lnTo>
                  <a:pt x="1068685" y="296646"/>
                </a:lnTo>
                <a:lnTo>
                  <a:pt x="1070145" y="309397"/>
                </a:lnTo>
                <a:lnTo>
                  <a:pt x="1070875" y="295654"/>
                </a:lnTo>
                <a:lnTo>
                  <a:pt x="1071605" y="285262"/>
                </a:lnTo>
                <a:lnTo>
                  <a:pt x="1073795" y="287548"/>
                </a:lnTo>
                <a:lnTo>
                  <a:pt x="1075255" y="292325"/>
                </a:lnTo>
                <a:lnTo>
                  <a:pt x="1079635" y="259386"/>
                </a:lnTo>
                <a:lnTo>
                  <a:pt x="1080365" y="262341"/>
                </a:lnTo>
                <a:lnTo>
                  <a:pt x="1081095" y="257676"/>
                </a:lnTo>
                <a:lnTo>
                  <a:pt x="1081825" y="252647"/>
                </a:lnTo>
                <a:lnTo>
                  <a:pt x="1082555" y="264326"/>
                </a:lnTo>
                <a:lnTo>
                  <a:pt x="1084015" y="251134"/>
                </a:lnTo>
                <a:lnTo>
                  <a:pt x="1086205" y="233652"/>
                </a:lnTo>
                <a:lnTo>
                  <a:pt x="1086935" y="233901"/>
                </a:lnTo>
                <a:lnTo>
                  <a:pt x="1093505" y="196072"/>
                </a:lnTo>
                <a:lnTo>
                  <a:pt x="1094235" y="196561"/>
                </a:lnTo>
                <a:lnTo>
                  <a:pt x="1096425" y="201071"/>
                </a:lnTo>
                <a:lnTo>
                  <a:pt x="1100804" y="184104"/>
                </a:lnTo>
                <a:lnTo>
                  <a:pt x="1101534" y="185209"/>
                </a:lnTo>
                <a:lnTo>
                  <a:pt x="1102264" y="182928"/>
                </a:lnTo>
                <a:lnTo>
                  <a:pt x="1103724" y="175265"/>
                </a:lnTo>
                <a:lnTo>
                  <a:pt x="1105184" y="181508"/>
                </a:lnTo>
                <a:lnTo>
                  <a:pt x="1106644" y="172126"/>
                </a:lnTo>
                <a:lnTo>
                  <a:pt x="1107374" y="177485"/>
                </a:lnTo>
                <a:lnTo>
                  <a:pt x="1108104" y="181344"/>
                </a:lnTo>
                <a:lnTo>
                  <a:pt x="1108834" y="175189"/>
                </a:lnTo>
                <a:lnTo>
                  <a:pt x="1109564" y="177538"/>
                </a:lnTo>
                <a:lnTo>
                  <a:pt x="1110294" y="177208"/>
                </a:lnTo>
                <a:lnTo>
                  <a:pt x="1111024" y="181281"/>
                </a:lnTo>
                <a:lnTo>
                  <a:pt x="1111754" y="176006"/>
                </a:lnTo>
                <a:lnTo>
                  <a:pt x="1114674" y="163577"/>
                </a:lnTo>
                <a:lnTo>
                  <a:pt x="1116864" y="175598"/>
                </a:lnTo>
                <a:lnTo>
                  <a:pt x="1117594" y="169152"/>
                </a:lnTo>
                <a:lnTo>
                  <a:pt x="1118324" y="170365"/>
                </a:lnTo>
                <a:lnTo>
                  <a:pt x="1119054" y="166805"/>
                </a:lnTo>
                <a:lnTo>
                  <a:pt x="1120514" y="164705"/>
                </a:lnTo>
                <a:lnTo>
                  <a:pt x="1121974" y="165180"/>
                </a:lnTo>
                <a:lnTo>
                  <a:pt x="1123434" y="155710"/>
                </a:lnTo>
                <a:lnTo>
                  <a:pt x="1126353" y="164294"/>
                </a:lnTo>
                <a:lnTo>
                  <a:pt x="1131463" y="143396"/>
                </a:lnTo>
                <a:lnTo>
                  <a:pt x="1132923" y="148803"/>
                </a:lnTo>
                <a:lnTo>
                  <a:pt x="1133653" y="143324"/>
                </a:lnTo>
                <a:lnTo>
                  <a:pt x="1136573" y="139984"/>
                </a:lnTo>
                <a:lnTo>
                  <a:pt x="1138033" y="140113"/>
                </a:lnTo>
                <a:lnTo>
                  <a:pt x="1138763" y="142544"/>
                </a:lnTo>
                <a:lnTo>
                  <a:pt x="1142413" y="128963"/>
                </a:lnTo>
                <a:lnTo>
                  <a:pt x="1143873" y="136468"/>
                </a:lnTo>
                <a:lnTo>
                  <a:pt x="1145333" y="132739"/>
                </a:lnTo>
                <a:lnTo>
                  <a:pt x="1146063" y="131422"/>
                </a:lnTo>
                <a:lnTo>
                  <a:pt x="1148253" y="137172"/>
                </a:lnTo>
                <a:lnTo>
                  <a:pt x="1148983" y="134237"/>
                </a:lnTo>
                <a:lnTo>
                  <a:pt x="1150443" y="135285"/>
                </a:lnTo>
                <a:lnTo>
                  <a:pt x="1154093" y="139288"/>
                </a:lnTo>
                <a:lnTo>
                  <a:pt x="1156282" y="139530"/>
                </a:lnTo>
                <a:lnTo>
                  <a:pt x="1157012" y="132612"/>
                </a:lnTo>
                <a:lnTo>
                  <a:pt x="1157742" y="140429"/>
                </a:lnTo>
                <a:lnTo>
                  <a:pt x="1158472" y="139134"/>
                </a:lnTo>
                <a:lnTo>
                  <a:pt x="1161392" y="143980"/>
                </a:lnTo>
                <a:lnTo>
                  <a:pt x="1159932" y="137133"/>
                </a:lnTo>
                <a:lnTo>
                  <a:pt x="1162122" y="140598"/>
                </a:lnTo>
                <a:lnTo>
                  <a:pt x="1162852" y="137750"/>
                </a:lnTo>
                <a:lnTo>
                  <a:pt x="1163582" y="140401"/>
                </a:lnTo>
                <a:lnTo>
                  <a:pt x="1165042" y="147620"/>
                </a:lnTo>
                <a:lnTo>
                  <a:pt x="1165772" y="145381"/>
                </a:lnTo>
                <a:lnTo>
                  <a:pt x="1166502" y="141558"/>
                </a:lnTo>
                <a:lnTo>
                  <a:pt x="1167232" y="145218"/>
                </a:lnTo>
                <a:lnTo>
                  <a:pt x="1168692" y="151080"/>
                </a:lnTo>
                <a:lnTo>
                  <a:pt x="1169422" y="142846"/>
                </a:lnTo>
                <a:lnTo>
                  <a:pt x="1172342" y="130151"/>
                </a:lnTo>
                <a:lnTo>
                  <a:pt x="1170882" y="148473"/>
                </a:lnTo>
                <a:lnTo>
                  <a:pt x="1173072" y="134026"/>
                </a:lnTo>
                <a:lnTo>
                  <a:pt x="1174532" y="146624"/>
                </a:lnTo>
                <a:lnTo>
                  <a:pt x="1175992" y="139168"/>
                </a:lnTo>
                <a:lnTo>
                  <a:pt x="1176722" y="137201"/>
                </a:lnTo>
                <a:lnTo>
                  <a:pt x="1177452" y="139750"/>
                </a:lnTo>
                <a:lnTo>
                  <a:pt x="1178182" y="139289"/>
                </a:lnTo>
                <a:lnTo>
                  <a:pt x="1181832" y="148151"/>
                </a:lnTo>
                <a:lnTo>
                  <a:pt x="1183292" y="138594"/>
                </a:lnTo>
                <a:lnTo>
                  <a:pt x="1184021" y="140810"/>
                </a:lnTo>
                <a:lnTo>
                  <a:pt x="1184751" y="154427"/>
                </a:lnTo>
                <a:lnTo>
                  <a:pt x="1186211" y="140226"/>
                </a:lnTo>
                <a:lnTo>
                  <a:pt x="1186941" y="139968"/>
                </a:lnTo>
                <a:lnTo>
                  <a:pt x="1187671" y="142484"/>
                </a:lnTo>
                <a:lnTo>
                  <a:pt x="1189131" y="150304"/>
                </a:lnTo>
                <a:lnTo>
                  <a:pt x="1189861" y="147684"/>
                </a:lnTo>
                <a:lnTo>
                  <a:pt x="1192781" y="140586"/>
                </a:lnTo>
                <a:lnTo>
                  <a:pt x="1193511" y="139619"/>
                </a:lnTo>
                <a:lnTo>
                  <a:pt x="1194241" y="141866"/>
                </a:lnTo>
                <a:lnTo>
                  <a:pt x="1194971" y="141857"/>
                </a:lnTo>
                <a:lnTo>
                  <a:pt x="1198621" y="146688"/>
                </a:lnTo>
                <a:lnTo>
                  <a:pt x="1199351" y="143034"/>
                </a:lnTo>
                <a:lnTo>
                  <a:pt x="1200081" y="145014"/>
                </a:lnTo>
                <a:lnTo>
                  <a:pt x="1201541" y="150011"/>
                </a:lnTo>
                <a:lnTo>
                  <a:pt x="1202271" y="145951"/>
                </a:lnTo>
                <a:lnTo>
                  <a:pt x="1207381" y="132651"/>
                </a:lnTo>
                <a:lnTo>
                  <a:pt x="1208111" y="134375"/>
                </a:lnTo>
                <a:lnTo>
                  <a:pt x="1208841" y="136636"/>
                </a:lnTo>
                <a:lnTo>
                  <a:pt x="1209571" y="133439"/>
                </a:lnTo>
                <a:lnTo>
                  <a:pt x="1210301" y="130339"/>
                </a:lnTo>
                <a:lnTo>
                  <a:pt x="1212491" y="131147"/>
                </a:lnTo>
                <a:lnTo>
                  <a:pt x="1219790" y="118536"/>
                </a:lnTo>
                <a:lnTo>
                  <a:pt x="1220520" y="112149"/>
                </a:lnTo>
                <a:lnTo>
                  <a:pt x="1221250" y="123836"/>
                </a:lnTo>
                <a:lnTo>
                  <a:pt x="1221980" y="121368"/>
                </a:lnTo>
                <a:lnTo>
                  <a:pt x="1225630" y="112976"/>
                </a:lnTo>
                <a:lnTo>
                  <a:pt x="1227090" y="123947"/>
                </a:lnTo>
                <a:lnTo>
                  <a:pt x="1229280" y="119415"/>
                </a:lnTo>
                <a:lnTo>
                  <a:pt x="1236580" y="108330"/>
                </a:lnTo>
                <a:lnTo>
                  <a:pt x="1238770" y="102573"/>
                </a:lnTo>
                <a:lnTo>
                  <a:pt x="1242419" y="110200"/>
                </a:lnTo>
                <a:lnTo>
                  <a:pt x="1243149" y="111287"/>
                </a:lnTo>
                <a:lnTo>
                  <a:pt x="1243879" y="107703"/>
                </a:lnTo>
                <a:lnTo>
                  <a:pt x="1247529" y="104182"/>
                </a:lnTo>
                <a:lnTo>
                  <a:pt x="1248259" y="105379"/>
                </a:lnTo>
                <a:lnTo>
                  <a:pt x="1248989" y="102513"/>
                </a:lnTo>
                <a:lnTo>
                  <a:pt x="1252639" y="100414"/>
                </a:lnTo>
                <a:lnTo>
                  <a:pt x="1253369" y="101125"/>
                </a:lnTo>
                <a:lnTo>
                  <a:pt x="1254829" y="94975"/>
                </a:lnTo>
                <a:lnTo>
                  <a:pt x="1256289" y="98441"/>
                </a:lnTo>
                <a:lnTo>
                  <a:pt x="1286218" y="70861"/>
                </a:lnTo>
                <a:lnTo>
                  <a:pt x="1286948" y="73365"/>
                </a:lnTo>
                <a:lnTo>
                  <a:pt x="1288408" y="69340"/>
                </a:lnTo>
                <a:lnTo>
                  <a:pt x="1289138" y="68046"/>
                </a:lnTo>
                <a:lnTo>
                  <a:pt x="1289868" y="70203"/>
                </a:lnTo>
                <a:lnTo>
                  <a:pt x="1291328" y="70470"/>
                </a:lnTo>
                <a:lnTo>
                  <a:pt x="1292058" y="67834"/>
                </a:lnTo>
                <a:lnTo>
                  <a:pt x="1292788" y="68546"/>
                </a:lnTo>
                <a:lnTo>
                  <a:pt x="1293518" y="73487"/>
                </a:lnTo>
                <a:lnTo>
                  <a:pt x="1294978" y="70447"/>
                </a:lnTo>
                <a:lnTo>
                  <a:pt x="1299358" y="46795"/>
                </a:lnTo>
                <a:lnTo>
                  <a:pt x="1303007" y="58092"/>
                </a:lnTo>
                <a:lnTo>
                  <a:pt x="1305197" y="51941"/>
                </a:lnTo>
                <a:lnTo>
                  <a:pt x="1305927" y="54037"/>
                </a:lnTo>
                <a:lnTo>
                  <a:pt x="1308117" y="59825"/>
                </a:lnTo>
                <a:lnTo>
                  <a:pt x="1308847" y="55768"/>
                </a:lnTo>
                <a:lnTo>
                  <a:pt x="1312497" y="48572"/>
                </a:lnTo>
                <a:lnTo>
                  <a:pt x="1313957" y="47741"/>
                </a:lnTo>
                <a:lnTo>
                  <a:pt x="1315417" y="40214"/>
                </a:lnTo>
                <a:lnTo>
                  <a:pt x="1316877" y="43911"/>
                </a:lnTo>
                <a:lnTo>
                  <a:pt x="1321987" y="69114"/>
                </a:lnTo>
                <a:lnTo>
                  <a:pt x="1323447" y="62912"/>
                </a:lnTo>
                <a:lnTo>
                  <a:pt x="1324177" y="63207"/>
                </a:lnTo>
                <a:lnTo>
                  <a:pt x="1327827" y="57068"/>
                </a:lnTo>
                <a:lnTo>
                  <a:pt x="1329286" y="54347"/>
                </a:lnTo>
                <a:lnTo>
                  <a:pt x="1332206" y="60301"/>
                </a:lnTo>
                <a:lnTo>
                  <a:pt x="1335126" y="61195"/>
                </a:lnTo>
                <a:lnTo>
                  <a:pt x="1338046" y="69033"/>
                </a:lnTo>
                <a:lnTo>
                  <a:pt x="1339506" y="67845"/>
                </a:lnTo>
                <a:lnTo>
                  <a:pt x="1340236" y="75126"/>
                </a:lnTo>
                <a:lnTo>
                  <a:pt x="1341696" y="72532"/>
                </a:lnTo>
                <a:lnTo>
                  <a:pt x="1343156" y="63784"/>
                </a:lnTo>
                <a:lnTo>
                  <a:pt x="1343886" y="71823"/>
                </a:lnTo>
                <a:lnTo>
                  <a:pt x="1344616" y="72175"/>
                </a:lnTo>
                <a:lnTo>
                  <a:pt x="1345346" y="75806"/>
                </a:lnTo>
                <a:lnTo>
                  <a:pt x="1346806" y="73537"/>
                </a:lnTo>
                <a:lnTo>
                  <a:pt x="1351186" y="69542"/>
                </a:lnTo>
                <a:lnTo>
                  <a:pt x="1351916" y="72377"/>
                </a:lnTo>
                <a:lnTo>
                  <a:pt x="1352646" y="73426"/>
                </a:lnTo>
                <a:lnTo>
                  <a:pt x="1357026" y="62321"/>
                </a:lnTo>
                <a:lnTo>
                  <a:pt x="1357755" y="63991"/>
                </a:lnTo>
                <a:lnTo>
                  <a:pt x="1358485" y="59922"/>
                </a:lnTo>
                <a:lnTo>
                  <a:pt x="1359215" y="53374"/>
                </a:lnTo>
                <a:lnTo>
                  <a:pt x="1360675" y="61729"/>
                </a:lnTo>
                <a:lnTo>
                  <a:pt x="1362865" y="76003"/>
                </a:lnTo>
                <a:lnTo>
                  <a:pt x="1364325" y="73064"/>
                </a:lnTo>
                <a:lnTo>
                  <a:pt x="1365055" y="73810"/>
                </a:lnTo>
                <a:lnTo>
                  <a:pt x="1366515" y="67500"/>
                </a:lnTo>
                <a:lnTo>
                  <a:pt x="1367975" y="70518"/>
                </a:lnTo>
                <a:lnTo>
                  <a:pt x="1368705" y="70846"/>
                </a:lnTo>
                <a:lnTo>
                  <a:pt x="1369435" y="68594"/>
                </a:lnTo>
                <a:lnTo>
                  <a:pt x="1372355" y="67623"/>
                </a:lnTo>
                <a:lnTo>
                  <a:pt x="1375275" y="80869"/>
                </a:lnTo>
                <a:lnTo>
                  <a:pt x="1378195" y="65500"/>
                </a:lnTo>
                <a:lnTo>
                  <a:pt x="1378925" y="66428"/>
                </a:lnTo>
                <a:lnTo>
                  <a:pt x="1379655" y="65617"/>
                </a:lnTo>
                <a:lnTo>
                  <a:pt x="1380385" y="71910"/>
                </a:lnTo>
                <a:lnTo>
                  <a:pt x="1381845" y="63836"/>
                </a:lnTo>
                <a:lnTo>
                  <a:pt x="1384765" y="61408"/>
                </a:lnTo>
                <a:lnTo>
                  <a:pt x="1385495" y="64461"/>
                </a:lnTo>
                <a:lnTo>
                  <a:pt x="1386224" y="59308"/>
                </a:lnTo>
                <a:lnTo>
                  <a:pt x="1386954" y="57311"/>
                </a:lnTo>
                <a:lnTo>
                  <a:pt x="1387684" y="58794"/>
                </a:lnTo>
                <a:lnTo>
                  <a:pt x="1390604" y="71870"/>
                </a:lnTo>
                <a:lnTo>
                  <a:pt x="1391334" y="61618"/>
                </a:lnTo>
                <a:lnTo>
                  <a:pt x="1393524" y="62935"/>
                </a:lnTo>
                <a:lnTo>
                  <a:pt x="1394984" y="65347"/>
                </a:lnTo>
                <a:lnTo>
                  <a:pt x="1395714" y="64046"/>
                </a:lnTo>
                <a:lnTo>
                  <a:pt x="1396444" y="61559"/>
                </a:lnTo>
                <a:lnTo>
                  <a:pt x="1397174" y="67538"/>
                </a:lnTo>
                <a:lnTo>
                  <a:pt x="1400094" y="59668"/>
                </a:lnTo>
                <a:lnTo>
                  <a:pt x="1403014" y="46241"/>
                </a:lnTo>
                <a:lnTo>
                  <a:pt x="1403744" y="47362"/>
                </a:lnTo>
                <a:lnTo>
                  <a:pt x="1405204" y="57017"/>
                </a:lnTo>
                <a:lnTo>
                  <a:pt x="1406664" y="51305"/>
                </a:lnTo>
                <a:lnTo>
                  <a:pt x="1408854" y="43259"/>
                </a:lnTo>
                <a:lnTo>
                  <a:pt x="1410314" y="47097"/>
                </a:lnTo>
                <a:lnTo>
                  <a:pt x="1413234" y="46122"/>
                </a:lnTo>
                <a:lnTo>
                  <a:pt x="1413964" y="50759"/>
                </a:lnTo>
                <a:lnTo>
                  <a:pt x="1415423" y="45776"/>
                </a:lnTo>
                <a:lnTo>
                  <a:pt x="1416153" y="45232"/>
                </a:lnTo>
                <a:lnTo>
                  <a:pt x="1416883" y="37587"/>
                </a:lnTo>
                <a:lnTo>
                  <a:pt x="1419073" y="39520"/>
                </a:lnTo>
                <a:lnTo>
                  <a:pt x="1420533" y="43365"/>
                </a:lnTo>
                <a:lnTo>
                  <a:pt x="1421263" y="41417"/>
                </a:lnTo>
                <a:lnTo>
                  <a:pt x="1424183" y="34280"/>
                </a:lnTo>
                <a:lnTo>
                  <a:pt x="1425643" y="42241"/>
                </a:lnTo>
                <a:lnTo>
                  <a:pt x="1427103" y="39578"/>
                </a:lnTo>
                <a:lnTo>
                  <a:pt x="1432213" y="26673"/>
                </a:lnTo>
                <a:lnTo>
                  <a:pt x="1432943" y="27581"/>
                </a:lnTo>
                <a:lnTo>
                  <a:pt x="1435133" y="26450"/>
                </a:lnTo>
                <a:lnTo>
                  <a:pt x="1440243" y="11361"/>
                </a:lnTo>
                <a:lnTo>
                  <a:pt x="1440973" y="14261"/>
                </a:lnTo>
                <a:lnTo>
                  <a:pt x="1442433" y="26466"/>
                </a:lnTo>
                <a:lnTo>
                  <a:pt x="1443893" y="20151"/>
                </a:lnTo>
                <a:lnTo>
                  <a:pt x="1446812" y="20234"/>
                </a:lnTo>
                <a:lnTo>
                  <a:pt x="1451922" y="0"/>
                </a:lnTo>
                <a:lnTo>
                  <a:pt x="1453382" y="8352"/>
                </a:lnTo>
                <a:lnTo>
                  <a:pt x="1454842" y="5073"/>
                </a:lnTo>
                <a:lnTo>
                  <a:pt x="1455572" y="4856"/>
                </a:lnTo>
                <a:lnTo>
                  <a:pt x="1456302" y="126"/>
                </a:lnTo>
                <a:lnTo>
                  <a:pt x="1457032" y="7242"/>
                </a:lnTo>
                <a:lnTo>
                  <a:pt x="1459952" y="15717"/>
                </a:lnTo>
                <a:lnTo>
                  <a:pt x="1461412" y="9682"/>
                </a:lnTo>
                <a:lnTo>
                  <a:pt x="1462872" y="12499"/>
                </a:lnTo>
                <a:lnTo>
                  <a:pt x="1465792" y="9049"/>
                </a:lnTo>
                <a:lnTo>
                  <a:pt x="1468712" y="20949"/>
                </a:lnTo>
                <a:lnTo>
                  <a:pt x="1472362" y="13433"/>
                </a:lnTo>
                <a:lnTo>
                  <a:pt x="1473822" y="20643"/>
                </a:lnTo>
                <a:lnTo>
                  <a:pt x="1476011" y="17643"/>
                </a:lnTo>
                <a:lnTo>
                  <a:pt x="1484042" y="10354"/>
                </a:lnTo>
                <a:lnTo>
                  <a:pt x="1486962" y="12793"/>
                </a:lnTo>
                <a:lnTo>
                  <a:pt x="1487692" y="11896"/>
                </a:lnTo>
                <a:lnTo>
                  <a:pt x="1489152" y="23075"/>
                </a:lnTo>
                <a:lnTo>
                  <a:pt x="1490612" y="16977"/>
                </a:lnTo>
                <a:lnTo>
                  <a:pt x="1491342" y="19150"/>
                </a:lnTo>
                <a:lnTo>
                  <a:pt x="1492072" y="14422"/>
                </a:lnTo>
                <a:lnTo>
                  <a:pt x="1492802" y="15665"/>
                </a:lnTo>
                <a:lnTo>
                  <a:pt x="1494991" y="14839"/>
                </a:lnTo>
                <a:lnTo>
                  <a:pt x="1496451" y="11472"/>
                </a:lnTo>
                <a:lnTo>
                  <a:pt x="1497181" y="13694"/>
                </a:lnTo>
                <a:lnTo>
                  <a:pt x="1498641" y="18911"/>
                </a:lnTo>
                <a:lnTo>
                  <a:pt x="1500101" y="15782"/>
                </a:lnTo>
                <a:lnTo>
                  <a:pt x="1503021" y="10976"/>
                </a:lnTo>
                <a:lnTo>
                  <a:pt x="1503751" y="12065"/>
                </a:lnTo>
                <a:lnTo>
                  <a:pt x="1504481" y="15713"/>
                </a:lnTo>
                <a:lnTo>
                  <a:pt x="1505941" y="12818"/>
                </a:lnTo>
                <a:lnTo>
                  <a:pt x="1508861" y="6667"/>
                </a:lnTo>
                <a:lnTo>
                  <a:pt x="1509591" y="9749"/>
                </a:lnTo>
                <a:lnTo>
                  <a:pt x="1510321" y="10469"/>
                </a:lnTo>
                <a:lnTo>
                  <a:pt x="1511051" y="7654"/>
                </a:lnTo>
                <a:lnTo>
                  <a:pt x="1511781" y="8141"/>
                </a:lnTo>
                <a:lnTo>
                  <a:pt x="1515431" y="3689"/>
                </a:lnTo>
                <a:lnTo>
                  <a:pt x="1516891" y="1495"/>
                </a:lnTo>
                <a:lnTo>
                  <a:pt x="1518351" y="3781"/>
                </a:lnTo>
                <a:lnTo>
                  <a:pt x="1519811" y="6281"/>
                </a:lnTo>
                <a:lnTo>
                  <a:pt x="1521271" y="4913"/>
                </a:lnTo>
                <a:lnTo>
                  <a:pt x="1525650" y="6903"/>
                </a:lnTo>
                <a:lnTo>
                  <a:pt x="1530030" y="12413"/>
                </a:lnTo>
                <a:lnTo>
                  <a:pt x="1532950" y="6877"/>
                </a:lnTo>
                <a:lnTo>
                  <a:pt x="1533680" y="7123"/>
                </a:lnTo>
                <a:lnTo>
                  <a:pt x="1537330" y="10797"/>
                </a:lnTo>
                <a:lnTo>
                  <a:pt x="1538790" y="7875"/>
                </a:lnTo>
                <a:lnTo>
                  <a:pt x="1539520" y="7857"/>
                </a:lnTo>
                <a:lnTo>
                  <a:pt x="1541710" y="4938"/>
                </a:lnTo>
                <a:lnTo>
                  <a:pt x="1542440" y="6505"/>
                </a:lnTo>
                <a:lnTo>
                  <a:pt x="1543900" y="4447"/>
                </a:lnTo>
                <a:lnTo>
                  <a:pt x="1544630" y="8436"/>
                </a:lnTo>
                <a:lnTo>
                  <a:pt x="1546820" y="7631"/>
                </a:lnTo>
                <a:lnTo>
                  <a:pt x="1548280" y="9669"/>
                </a:lnTo>
                <a:lnTo>
                  <a:pt x="1549740" y="7552"/>
                </a:lnTo>
                <a:lnTo>
                  <a:pt x="1550470" y="6520"/>
                </a:lnTo>
                <a:lnTo>
                  <a:pt x="1551200" y="9341"/>
                </a:lnTo>
                <a:lnTo>
                  <a:pt x="1554119" y="21640"/>
                </a:lnTo>
                <a:lnTo>
                  <a:pt x="1555579" y="19408"/>
                </a:lnTo>
                <a:lnTo>
                  <a:pt x="1557769" y="23548"/>
                </a:lnTo>
                <a:lnTo>
                  <a:pt x="1558499" y="26892"/>
                </a:lnTo>
                <a:lnTo>
                  <a:pt x="1559229" y="22383"/>
                </a:lnTo>
                <a:lnTo>
                  <a:pt x="1559959" y="21081"/>
                </a:lnTo>
                <a:lnTo>
                  <a:pt x="1565069" y="75896"/>
                </a:lnTo>
                <a:lnTo>
                  <a:pt x="1567259" y="140249"/>
                </a:lnTo>
                <a:lnTo>
                  <a:pt x="1573099" y="321974"/>
                </a:lnTo>
                <a:lnTo>
                  <a:pt x="1577479" y="354268"/>
                </a:lnTo>
                <a:lnTo>
                  <a:pt x="1578939" y="351109"/>
                </a:lnTo>
                <a:lnTo>
                  <a:pt x="1581128" y="370512"/>
                </a:lnTo>
                <a:lnTo>
                  <a:pt x="1583318" y="367535"/>
                </a:lnTo>
                <a:lnTo>
                  <a:pt x="1584048" y="361541"/>
                </a:lnTo>
                <a:lnTo>
                  <a:pt x="1585508" y="368406"/>
                </a:lnTo>
                <a:lnTo>
                  <a:pt x="1586238" y="364932"/>
                </a:lnTo>
                <a:lnTo>
                  <a:pt x="1589888" y="355285"/>
                </a:lnTo>
                <a:lnTo>
                  <a:pt x="1590618" y="355577"/>
                </a:lnTo>
                <a:lnTo>
                  <a:pt x="1592808" y="370534"/>
                </a:lnTo>
                <a:lnTo>
                  <a:pt x="1593538" y="363148"/>
                </a:lnTo>
                <a:lnTo>
                  <a:pt x="1597188" y="342369"/>
                </a:lnTo>
                <a:lnTo>
                  <a:pt x="1597918" y="343439"/>
                </a:lnTo>
                <a:lnTo>
                  <a:pt x="1598648" y="340417"/>
                </a:lnTo>
                <a:lnTo>
                  <a:pt x="1603758" y="322454"/>
                </a:lnTo>
                <a:lnTo>
                  <a:pt x="1616897" y="275436"/>
                </a:lnTo>
                <a:lnTo>
                  <a:pt x="1617627" y="277489"/>
                </a:lnTo>
                <a:lnTo>
                  <a:pt x="1618357" y="279583"/>
                </a:lnTo>
                <a:lnTo>
                  <a:pt x="1619087" y="278208"/>
                </a:lnTo>
                <a:lnTo>
                  <a:pt x="1627117" y="247862"/>
                </a:lnTo>
                <a:lnTo>
                  <a:pt x="1635147" y="232824"/>
                </a:lnTo>
                <a:lnTo>
                  <a:pt x="1638796" y="226495"/>
                </a:lnTo>
                <a:lnTo>
                  <a:pt x="1641716" y="218864"/>
                </a:lnTo>
                <a:lnTo>
                  <a:pt x="1643176" y="216306"/>
                </a:lnTo>
                <a:lnTo>
                  <a:pt x="1643906" y="217941"/>
                </a:lnTo>
                <a:lnTo>
                  <a:pt x="1645366" y="222590"/>
                </a:lnTo>
                <a:lnTo>
                  <a:pt x="1646096" y="219797"/>
                </a:lnTo>
                <a:lnTo>
                  <a:pt x="1649746" y="206192"/>
                </a:lnTo>
                <a:lnTo>
                  <a:pt x="1650476" y="209004"/>
                </a:lnTo>
                <a:lnTo>
                  <a:pt x="1651206" y="212436"/>
                </a:lnTo>
                <a:lnTo>
                  <a:pt x="1651936" y="210691"/>
                </a:lnTo>
                <a:lnTo>
                  <a:pt x="1653396" y="203650"/>
                </a:lnTo>
                <a:lnTo>
                  <a:pt x="1654856" y="207502"/>
                </a:lnTo>
                <a:lnTo>
                  <a:pt x="1655586" y="207572"/>
                </a:lnTo>
                <a:lnTo>
                  <a:pt x="1657046" y="202551"/>
                </a:lnTo>
                <a:lnTo>
                  <a:pt x="1657776" y="202973"/>
                </a:lnTo>
                <a:lnTo>
                  <a:pt x="1658506" y="206616"/>
                </a:lnTo>
                <a:lnTo>
                  <a:pt x="1659966" y="204761"/>
                </a:lnTo>
                <a:lnTo>
                  <a:pt x="1661426" y="199545"/>
                </a:lnTo>
                <a:lnTo>
                  <a:pt x="1662886" y="202788"/>
                </a:lnTo>
                <a:lnTo>
                  <a:pt x="1663616" y="206314"/>
                </a:lnTo>
                <a:lnTo>
                  <a:pt x="1664346" y="205737"/>
                </a:lnTo>
                <a:lnTo>
                  <a:pt x="1665806" y="195108"/>
                </a:lnTo>
                <a:lnTo>
                  <a:pt x="1666536" y="200546"/>
                </a:lnTo>
                <a:lnTo>
                  <a:pt x="1669455" y="209496"/>
                </a:lnTo>
                <a:lnTo>
                  <a:pt x="1673105" y="204046"/>
                </a:lnTo>
                <a:lnTo>
                  <a:pt x="1676025" y="202426"/>
                </a:lnTo>
                <a:lnTo>
                  <a:pt x="1678215" y="204912"/>
                </a:lnTo>
                <a:lnTo>
                  <a:pt x="1678945" y="203712"/>
                </a:lnTo>
                <a:lnTo>
                  <a:pt x="1680405" y="202074"/>
                </a:lnTo>
                <a:lnTo>
                  <a:pt x="1681135" y="203523"/>
                </a:lnTo>
                <a:lnTo>
                  <a:pt x="1683325" y="205725"/>
                </a:lnTo>
                <a:lnTo>
                  <a:pt x="1684055" y="204895"/>
                </a:lnTo>
                <a:lnTo>
                  <a:pt x="1688435" y="202107"/>
                </a:lnTo>
                <a:lnTo>
                  <a:pt x="1690625" y="207908"/>
                </a:lnTo>
                <a:lnTo>
                  <a:pt x="1691355" y="206756"/>
                </a:lnTo>
                <a:lnTo>
                  <a:pt x="1694275" y="199753"/>
                </a:lnTo>
                <a:lnTo>
                  <a:pt x="1695005" y="202074"/>
                </a:lnTo>
                <a:lnTo>
                  <a:pt x="1697194" y="207305"/>
                </a:lnTo>
                <a:lnTo>
                  <a:pt x="1697924" y="203896"/>
                </a:lnTo>
                <a:lnTo>
                  <a:pt x="1700114" y="199522"/>
                </a:lnTo>
                <a:lnTo>
                  <a:pt x="1700844" y="202122"/>
                </a:lnTo>
                <a:lnTo>
                  <a:pt x="1703034" y="201443"/>
                </a:lnTo>
                <a:lnTo>
                  <a:pt x="1707414" y="196075"/>
                </a:lnTo>
                <a:lnTo>
                  <a:pt x="1708144" y="195837"/>
                </a:lnTo>
                <a:lnTo>
                  <a:pt x="1708874" y="198812"/>
                </a:lnTo>
                <a:lnTo>
                  <a:pt x="1710334" y="194623"/>
                </a:lnTo>
                <a:lnTo>
                  <a:pt x="1712524" y="190393"/>
                </a:lnTo>
                <a:lnTo>
                  <a:pt x="1714714" y="192045"/>
                </a:lnTo>
                <a:lnTo>
                  <a:pt x="1719824" y="194415"/>
                </a:lnTo>
                <a:lnTo>
                  <a:pt x="1722744" y="189353"/>
                </a:lnTo>
                <a:lnTo>
                  <a:pt x="1723474" y="190561"/>
                </a:lnTo>
                <a:lnTo>
                  <a:pt x="1724933" y="192895"/>
                </a:lnTo>
                <a:lnTo>
                  <a:pt x="1725663" y="190466"/>
                </a:lnTo>
                <a:lnTo>
                  <a:pt x="1726393" y="187258"/>
                </a:lnTo>
                <a:lnTo>
                  <a:pt x="1728583" y="189421"/>
                </a:lnTo>
                <a:lnTo>
                  <a:pt x="1730773" y="185269"/>
                </a:lnTo>
                <a:lnTo>
                  <a:pt x="1732963" y="186445"/>
                </a:lnTo>
                <a:lnTo>
                  <a:pt x="1738073" y="193450"/>
                </a:lnTo>
                <a:lnTo>
                  <a:pt x="1738803" y="190130"/>
                </a:lnTo>
                <a:lnTo>
                  <a:pt x="1740993" y="191255"/>
                </a:lnTo>
                <a:lnTo>
                  <a:pt x="1745373" y="186074"/>
                </a:lnTo>
                <a:lnTo>
                  <a:pt x="1746103" y="187859"/>
                </a:lnTo>
                <a:lnTo>
                  <a:pt x="1747563" y="193510"/>
                </a:lnTo>
                <a:lnTo>
                  <a:pt x="1749023" y="191125"/>
                </a:lnTo>
                <a:lnTo>
                  <a:pt x="1751213" y="189902"/>
                </a:lnTo>
                <a:lnTo>
                  <a:pt x="1750483" y="192768"/>
                </a:lnTo>
                <a:lnTo>
                  <a:pt x="1751943" y="191519"/>
                </a:lnTo>
                <a:lnTo>
                  <a:pt x="1752673" y="195436"/>
                </a:lnTo>
                <a:lnTo>
                  <a:pt x="1754132" y="193311"/>
                </a:lnTo>
                <a:lnTo>
                  <a:pt x="1755592" y="194079"/>
                </a:lnTo>
                <a:lnTo>
                  <a:pt x="1756322" y="192364"/>
                </a:lnTo>
                <a:lnTo>
                  <a:pt x="1757052" y="194103"/>
                </a:lnTo>
                <a:lnTo>
                  <a:pt x="1758512" y="191886"/>
                </a:lnTo>
                <a:lnTo>
                  <a:pt x="1762162" y="190481"/>
                </a:lnTo>
                <a:lnTo>
                  <a:pt x="1762892" y="189783"/>
                </a:lnTo>
                <a:lnTo>
                  <a:pt x="1763622" y="192104"/>
                </a:lnTo>
                <a:lnTo>
                  <a:pt x="1764352" y="196424"/>
                </a:lnTo>
                <a:lnTo>
                  <a:pt x="1765812" y="190947"/>
                </a:lnTo>
                <a:lnTo>
                  <a:pt x="1766542" y="193183"/>
                </a:lnTo>
                <a:lnTo>
                  <a:pt x="1768002" y="190882"/>
                </a:lnTo>
                <a:lnTo>
                  <a:pt x="1770192" y="191235"/>
                </a:lnTo>
                <a:lnTo>
                  <a:pt x="1770922" y="187477"/>
                </a:lnTo>
                <a:lnTo>
                  <a:pt x="1772382" y="189621"/>
                </a:lnTo>
                <a:lnTo>
                  <a:pt x="1774572" y="194964"/>
                </a:lnTo>
                <a:lnTo>
                  <a:pt x="1775302" y="192262"/>
                </a:lnTo>
                <a:lnTo>
                  <a:pt x="1776762" y="190791"/>
                </a:lnTo>
                <a:lnTo>
                  <a:pt x="1777492" y="191850"/>
                </a:lnTo>
                <a:lnTo>
                  <a:pt x="1778952" y="195631"/>
                </a:lnTo>
                <a:lnTo>
                  <a:pt x="1779682" y="194249"/>
                </a:lnTo>
                <a:lnTo>
                  <a:pt x="1781142" y="186085"/>
                </a:lnTo>
                <a:lnTo>
                  <a:pt x="1782602" y="190358"/>
                </a:lnTo>
                <a:lnTo>
                  <a:pt x="1784061" y="197678"/>
                </a:lnTo>
                <a:lnTo>
                  <a:pt x="1785521" y="194540"/>
                </a:lnTo>
                <a:lnTo>
                  <a:pt x="1786251" y="195217"/>
                </a:lnTo>
                <a:lnTo>
                  <a:pt x="1789901" y="184104"/>
                </a:lnTo>
                <a:lnTo>
                  <a:pt x="1790631" y="187220"/>
                </a:lnTo>
                <a:lnTo>
                  <a:pt x="1792091" y="190141"/>
                </a:lnTo>
                <a:lnTo>
                  <a:pt x="1792821" y="186730"/>
                </a:lnTo>
                <a:lnTo>
                  <a:pt x="1793551" y="185556"/>
                </a:lnTo>
                <a:lnTo>
                  <a:pt x="1794281" y="188844"/>
                </a:lnTo>
                <a:lnTo>
                  <a:pt x="1795011" y="192020"/>
                </a:lnTo>
                <a:lnTo>
                  <a:pt x="1795741" y="187716"/>
                </a:lnTo>
                <a:lnTo>
                  <a:pt x="1797201" y="184882"/>
                </a:lnTo>
                <a:lnTo>
                  <a:pt x="1797931" y="187351"/>
                </a:lnTo>
                <a:lnTo>
                  <a:pt x="1799391" y="199612"/>
                </a:lnTo>
                <a:lnTo>
                  <a:pt x="1801581" y="193994"/>
                </a:lnTo>
                <a:lnTo>
                  <a:pt x="1804501" y="191060"/>
                </a:lnTo>
                <a:lnTo>
                  <a:pt x="1805231" y="193568"/>
                </a:lnTo>
                <a:lnTo>
                  <a:pt x="1805961" y="192528"/>
                </a:lnTo>
                <a:lnTo>
                  <a:pt x="1807421" y="187793"/>
                </a:lnTo>
                <a:lnTo>
                  <a:pt x="1808151" y="193275"/>
                </a:lnTo>
                <a:lnTo>
                  <a:pt x="1809611" y="191148"/>
                </a:lnTo>
                <a:lnTo>
                  <a:pt x="1811800" y="192428"/>
                </a:lnTo>
                <a:lnTo>
                  <a:pt x="1812530" y="188339"/>
                </a:lnTo>
                <a:lnTo>
                  <a:pt x="1813990" y="191252"/>
                </a:lnTo>
                <a:lnTo>
                  <a:pt x="1814720" y="197832"/>
                </a:lnTo>
                <a:lnTo>
                  <a:pt x="1816180" y="196223"/>
                </a:lnTo>
                <a:lnTo>
                  <a:pt x="1819830" y="185439"/>
                </a:lnTo>
                <a:lnTo>
                  <a:pt x="1820560" y="185269"/>
                </a:lnTo>
                <a:lnTo>
                  <a:pt x="1822020" y="194352"/>
                </a:lnTo>
                <a:lnTo>
                  <a:pt x="1823480" y="189870"/>
                </a:lnTo>
                <a:lnTo>
                  <a:pt x="1824940" y="184409"/>
                </a:lnTo>
                <a:lnTo>
                  <a:pt x="1825670" y="189022"/>
                </a:lnTo>
                <a:lnTo>
                  <a:pt x="1827130" y="198517"/>
                </a:lnTo>
                <a:lnTo>
                  <a:pt x="1827860" y="197779"/>
                </a:lnTo>
                <a:lnTo>
                  <a:pt x="1829320" y="184631"/>
                </a:lnTo>
                <a:lnTo>
                  <a:pt x="1830780" y="191684"/>
                </a:lnTo>
                <a:lnTo>
                  <a:pt x="1832970" y="195104"/>
                </a:lnTo>
                <a:lnTo>
                  <a:pt x="1833700" y="193385"/>
                </a:lnTo>
                <a:lnTo>
                  <a:pt x="1835160" y="189455"/>
                </a:lnTo>
                <a:lnTo>
                  <a:pt x="1835890" y="192833"/>
                </a:lnTo>
                <a:lnTo>
                  <a:pt x="1837350" y="191385"/>
                </a:lnTo>
                <a:lnTo>
                  <a:pt x="1838810" y="201722"/>
                </a:lnTo>
                <a:lnTo>
                  <a:pt x="1839540" y="191348"/>
                </a:lnTo>
                <a:lnTo>
                  <a:pt x="1840270" y="191796"/>
                </a:lnTo>
                <a:lnTo>
                  <a:pt x="1840999" y="188990"/>
                </a:lnTo>
                <a:lnTo>
                  <a:pt x="1841729" y="198296"/>
                </a:lnTo>
                <a:lnTo>
                  <a:pt x="1843919" y="197782"/>
                </a:lnTo>
                <a:lnTo>
                  <a:pt x="1844649" y="200658"/>
                </a:lnTo>
                <a:lnTo>
                  <a:pt x="1845379" y="197515"/>
                </a:lnTo>
                <a:lnTo>
                  <a:pt x="1846839" y="183930"/>
                </a:lnTo>
                <a:lnTo>
                  <a:pt x="1848299" y="188132"/>
                </a:lnTo>
                <a:lnTo>
                  <a:pt x="1849759" y="197378"/>
                </a:lnTo>
                <a:lnTo>
                  <a:pt x="1851219" y="195338"/>
                </a:lnTo>
                <a:lnTo>
                  <a:pt x="1852679" y="188364"/>
                </a:lnTo>
                <a:lnTo>
                  <a:pt x="1854139" y="193709"/>
                </a:lnTo>
                <a:lnTo>
                  <a:pt x="1855599" y="200102"/>
                </a:lnTo>
                <a:lnTo>
                  <a:pt x="1856329" y="192132"/>
                </a:lnTo>
                <a:lnTo>
                  <a:pt x="1857059" y="190231"/>
                </a:lnTo>
                <a:lnTo>
                  <a:pt x="1859249" y="197396"/>
                </a:lnTo>
                <a:lnTo>
                  <a:pt x="1859979" y="195990"/>
                </a:lnTo>
                <a:lnTo>
                  <a:pt x="1860709" y="196220"/>
                </a:lnTo>
                <a:lnTo>
                  <a:pt x="1862169" y="189185"/>
                </a:lnTo>
                <a:lnTo>
                  <a:pt x="1862899" y="191725"/>
                </a:lnTo>
                <a:lnTo>
                  <a:pt x="1864359" y="200577"/>
                </a:lnTo>
                <a:lnTo>
                  <a:pt x="1865819" y="197368"/>
                </a:lnTo>
                <a:lnTo>
                  <a:pt x="1868739" y="197321"/>
                </a:lnTo>
                <a:lnTo>
                  <a:pt x="1870198" y="205199"/>
                </a:lnTo>
                <a:lnTo>
                  <a:pt x="1871658" y="200621"/>
                </a:lnTo>
                <a:lnTo>
                  <a:pt x="1875308" y="193468"/>
                </a:lnTo>
                <a:lnTo>
                  <a:pt x="1877498" y="212706"/>
                </a:lnTo>
                <a:lnTo>
                  <a:pt x="1878228" y="197215"/>
                </a:lnTo>
                <a:lnTo>
                  <a:pt x="1880418" y="205373"/>
                </a:lnTo>
                <a:lnTo>
                  <a:pt x="1881148" y="198829"/>
                </a:lnTo>
                <a:lnTo>
                  <a:pt x="1883338" y="202964"/>
                </a:lnTo>
                <a:lnTo>
                  <a:pt x="1884068" y="195957"/>
                </a:lnTo>
                <a:lnTo>
                  <a:pt x="1886258" y="199782"/>
                </a:lnTo>
                <a:lnTo>
                  <a:pt x="1888448" y="195794"/>
                </a:lnTo>
                <a:lnTo>
                  <a:pt x="1889178" y="197641"/>
                </a:lnTo>
                <a:lnTo>
                  <a:pt x="1892098" y="191389"/>
                </a:lnTo>
                <a:lnTo>
                  <a:pt x="1892828" y="192113"/>
                </a:lnTo>
                <a:lnTo>
                  <a:pt x="1893558" y="192444"/>
                </a:lnTo>
                <a:lnTo>
                  <a:pt x="1894288" y="190749"/>
                </a:lnTo>
                <a:lnTo>
                  <a:pt x="1895018" y="189484"/>
                </a:lnTo>
                <a:lnTo>
                  <a:pt x="1896478" y="196892"/>
                </a:lnTo>
                <a:lnTo>
                  <a:pt x="1897208" y="192966"/>
                </a:lnTo>
                <a:lnTo>
                  <a:pt x="1900857" y="185413"/>
                </a:lnTo>
                <a:lnTo>
                  <a:pt x="1902317" y="191716"/>
                </a:lnTo>
                <a:lnTo>
                  <a:pt x="1903777" y="190228"/>
                </a:lnTo>
                <a:lnTo>
                  <a:pt x="1905968" y="181175"/>
                </a:lnTo>
                <a:lnTo>
                  <a:pt x="1906697" y="186912"/>
                </a:lnTo>
                <a:lnTo>
                  <a:pt x="1907427" y="187725"/>
                </a:lnTo>
                <a:lnTo>
                  <a:pt x="1908157" y="185469"/>
                </a:lnTo>
                <a:lnTo>
                  <a:pt x="1908888" y="181638"/>
                </a:lnTo>
                <a:lnTo>
                  <a:pt x="1909618" y="183150"/>
                </a:lnTo>
                <a:lnTo>
                  <a:pt x="1910347" y="189291"/>
                </a:lnTo>
                <a:lnTo>
                  <a:pt x="1911808" y="179597"/>
                </a:lnTo>
                <a:lnTo>
                  <a:pt x="1913268" y="180169"/>
                </a:lnTo>
                <a:lnTo>
                  <a:pt x="1915458" y="176243"/>
                </a:lnTo>
                <a:lnTo>
                  <a:pt x="1917648" y="173212"/>
                </a:lnTo>
                <a:lnTo>
                  <a:pt x="1919108" y="184265"/>
                </a:lnTo>
                <a:lnTo>
                  <a:pt x="1920567" y="178932"/>
                </a:lnTo>
                <a:lnTo>
                  <a:pt x="1921297" y="175064"/>
                </a:lnTo>
                <a:lnTo>
                  <a:pt x="1922757" y="176196"/>
                </a:lnTo>
                <a:lnTo>
                  <a:pt x="1924217" y="181437"/>
                </a:lnTo>
                <a:lnTo>
                  <a:pt x="1925677" y="177393"/>
                </a:lnTo>
                <a:lnTo>
                  <a:pt x="1927867" y="173109"/>
                </a:lnTo>
                <a:lnTo>
                  <a:pt x="1929327" y="176923"/>
                </a:lnTo>
                <a:lnTo>
                  <a:pt x="1930057" y="172853"/>
                </a:lnTo>
                <a:lnTo>
                  <a:pt x="1933707" y="169418"/>
                </a:lnTo>
                <a:lnTo>
                  <a:pt x="1934437" y="168207"/>
                </a:lnTo>
                <a:lnTo>
                  <a:pt x="1936627" y="174871"/>
                </a:lnTo>
                <a:lnTo>
                  <a:pt x="1937357" y="173951"/>
                </a:lnTo>
                <a:lnTo>
                  <a:pt x="1938087" y="172791"/>
                </a:lnTo>
                <a:lnTo>
                  <a:pt x="1938817" y="175881"/>
                </a:lnTo>
                <a:lnTo>
                  <a:pt x="1939547" y="176908"/>
                </a:lnTo>
                <a:lnTo>
                  <a:pt x="1940277" y="168182"/>
                </a:lnTo>
                <a:lnTo>
                  <a:pt x="1942467" y="173212"/>
                </a:lnTo>
                <a:lnTo>
                  <a:pt x="1943197" y="176874"/>
                </a:lnTo>
                <a:lnTo>
                  <a:pt x="1943927" y="173103"/>
                </a:lnTo>
                <a:lnTo>
                  <a:pt x="1945387" y="162786"/>
                </a:lnTo>
                <a:lnTo>
                  <a:pt x="1947577" y="164049"/>
                </a:lnTo>
                <a:lnTo>
                  <a:pt x="1950496" y="164016"/>
                </a:lnTo>
                <a:lnTo>
                  <a:pt x="1951226" y="165626"/>
                </a:lnTo>
                <a:lnTo>
                  <a:pt x="1951956" y="162095"/>
                </a:lnTo>
                <a:lnTo>
                  <a:pt x="1952686" y="159517"/>
                </a:lnTo>
                <a:lnTo>
                  <a:pt x="1953416" y="164977"/>
                </a:lnTo>
                <a:lnTo>
                  <a:pt x="1955606" y="168490"/>
                </a:lnTo>
                <a:lnTo>
                  <a:pt x="1956336" y="165980"/>
                </a:lnTo>
                <a:lnTo>
                  <a:pt x="1959256" y="158462"/>
                </a:lnTo>
                <a:lnTo>
                  <a:pt x="1960716" y="166446"/>
                </a:lnTo>
                <a:lnTo>
                  <a:pt x="1962176" y="165215"/>
                </a:lnTo>
                <a:lnTo>
                  <a:pt x="1963636" y="160260"/>
                </a:lnTo>
                <a:lnTo>
                  <a:pt x="1964366" y="165237"/>
                </a:lnTo>
                <a:lnTo>
                  <a:pt x="1966556" y="166092"/>
                </a:lnTo>
                <a:lnTo>
                  <a:pt x="1965826" y="162877"/>
                </a:lnTo>
                <a:lnTo>
                  <a:pt x="1967286" y="165515"/>
                </a:lnTo>
                <a:lnTo>
                  <a:pt x="1973126" y="167585"/>
                </a:lnTo>
                <a:lnTo>
                  <a:pt x="1973856" y="163663"/>
                </a:lnTo>
                <a:lnTo>
                  <a:pt x="1974586" y="167920"/>
                </a:lnTo>
                <a:lnTo>
                  <a:pt x="1976046" y="165160"/>
                </a:lnTo>
                <a:lnTo>
                  <a:pt x="1978235" y="163543"/>
                </a:lnTo>
                <a:lnTo>
                  <a:pt x="1979695" y="167909"/>
                </a:lnTo>
                <a:lnTo>
                  <a:pt x="1980425" y="163939"/>
                </a:lnTo>
                <a:lnTo>
                  <a:pt x="1981885" y="169529"/>
                </a:lnTo>
                <a:lnTo>
                  <a:pt x="1986995" y="164093"/>
                </a:lnTo>
                <a:lnTo>
                  <a:pt x="1988455" y="172337"/>
                </a:lnTo>
                <a:lnTo>
                  <a:pt x="1990645" y="167379"/>
                </a:lnTo>
                <a:lnTo>
                  <a:pt x="1991375" y="162836"/>
                </a:lnTo>
                <a:lnTo>
                  <a:pt x="1992105" y="168554"/>
                </a:lnTo>
                <a:lnTo>
                  <a:pt x="1992835" y="166378"/>
                </a:lnTo>
                <a:lnTo>
                  <a:pt x="1994295" y="164482"/>
                </a:lnTo>
                <a:lnTo>
                  <a:pt x="1997215" y="170549"/>
                </a:lnTo>
                <a:lnTo>
                  <a:pt x="1998675" y="163158"/>
                </a:lnTo>
                <a:lnTo>
                  <a:pt x="2000865" y="164793"/>
                </a:lnTo>
                <a:lnTo>
                  <a:pt x="2003055" y="169914"/>
                </a:lnTo>
                <a:lnTo>
                  <a:pt x="2003785" y="165481"/>
                </a:lnTo>
                <a:lnTo>
                  <a:pt x="2005245" y="171834"/>
                </a:lnTo>
                <a:lnTo>
                  <a:pt x="2005974" y="166502"/>
                </a:lnTo>
                <a:lnTo>
                  <a:pt x="2007434" y="171376"/>
                </a:lnTo>
                <a:lnTo>
                  <a:pt x="2008164" y="168716"/>
                </a:lnTo>
                <a:lnTo>
                  <a:pt x="2008894" y="164696"/>
                </a:lnTo>
                <a:lnTo>
                  <a:pt x="2011084" y="166750"/>
                </a:lnTo>
                <a:lnTo>
                  <a:pt x="2013274" y="169274"/>
                </a:lnTo>
                <a:lnTo>
                  <a:pt x="2014004" y="168636"/>
                </a:lnTo>
                <a:lnTo>
                  <a:pt x="2017654" y="163487"/>
                </a:lnTo>
                <a:lnTo>
                  <a:pt x="2018384" y="163852"/>
                </a:lnTo>
                <a:lnTo>
                  <a:pt x="2021304" y="170486"/>
                </a:lnTo>
                <a:lnTo>
                  <a:pt x="2024224" y="170618"/>
                </a:lnTo>
                <a:lnTo>
                  <a:pt x="2027144" y="166633"/>
                </a:lnTo>
                <a:lnTo>
                  <a:pt x="2028604" y="165285"/>
                </a:lnTo>
                <a:lnTo>
                  <a:pt x="2030794" y="172259"/>
                </a:lnTo>
                <a:lnTo>
                  <a:pt x="2032254" y="166747"/>
                </a:lnTo>
                <a:lnTo>
                  <a:pt x="2032984" y="169420"/>
                </a:lnTo>
                <a:lnTo>
                  <a:pt x="2034444" y="168727"/>
                </a:lnTo>
                <a:lnTo>
                  <a:pt x="2035903" y="173015"/>
                </a:lnTo>
                <a:lnTo>
                  <a:pt x="2036633" y="169379"/>
                </a:lnTo>
                <a:lnTo>
                  <a:pt x="2038093" y="172457"/>
                </a:lnTo>
                <a:lnTo>
                  <a:pt x="2040283" y="172967"/>
                </a:lnTo>
                <a:lnTo>
                  <a:pt x="2043933" y="168405"/>
                </a:lnTo>
                <a:lnTo>
                  <a:pt x="2044663" y="171495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path 164"/>
          <p:cNvSpPr/>
          <p:nvPr/>
        </p:nvSpPr>
        <p:spPr>
          <a:xfrm>
            <a:off x="6791140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path 165"/>
          <p:cNvSpPr/>
          <p:nvPr/>
        </p:nvSpPr>
        <p:spPr>
          <a:xfrm>
            <a:off x="9040269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path 166"/>
          <p:cNvSpPr/>
          <p:nvPr/>
        </p:nvSpPr>
        <p:spPr>
          <a:xfrm>
            <a:off x="6791140" y="5794077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path 167"/>
          <p:cNvSpPr/>
          <p:nvPr/>
        </p:nvSpPr>
        <p:spPr>
          <a:xfrm>
            <a:off x="6791140" y="4619069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path 168"/>
          <p:cNvSpPr/>
          <p:nvPr/>
        </p:nvSpPr>
        <p:spPr>
          <a:xfrm>
            <a:off x="9759991" y="2843240"/>
            <a:ext cx="2249128" cy="1175008"/>
          </a:xfrm>
          <a:custGeom>
            <a:avLst/>
            <a:gdLst/>
            <a:ahLst/>
            <a:cxnLst/>
            <a:rect l="l" t="t" r="r" b="b"/>
            <a:pathLst>
              <a:path w="2249128" h="1175008">
                <a:moveTo>
                  <a:pt x="0" y="0"/>
                </a:moveTo>
                <a:lnTo>
                  <a:pt x="2249128" y="0"/>
                </a:lnTo>
                <a:lnTo>
                  <a:pt x="2249128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path 169"/>
          <p:cNvSpPr/>
          <p:nvPr/>
        </p:nvSpPr>
        <p:spPr>
          <a:xfrm>
            <a:off x="9862223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path 170"/>
          <p:cNvSpPr/>
          <p:nvPr/>
        </p:nvSpPr>
        <p:spPr>
          <a:xfrm>
            <a:off x="9862223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826698" y="4164649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40" name="Editable path 171"/>
          <p:cNvSpPr/>
          <p:nvPr/>
        </p:nvSpPr>
        <p:spPr>
          <a:xfrm>
            <a:off x="10592199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path 172"/>
          <p:cNvSpPr/>
          <p:nvPr/>
        </p:nvSpPr>
        <p:spPr>
          <a:xfrm>
            <a:off x="10592199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521150" y="4164649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243" name="Editable path 173"/>
          <p:cNvSpPr/>
          <p:nvPr/>
        </p:nvSpPr>
        <p:spPr>
          <a:xfrm>
            <a:off x="11322176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path 174"/>
          <p:cNvSpPr/>
          <p:nvPr/>
        </p:nvSpPr>
        <p:spPr>
          <a:xfrm>
            <a:off x="11322176" y="4018248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1251126" y="4164649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246" name="Editable path 175"/>
          <p:cNvSpPr/>
          <p:nvPr/>
        </p:nvSpPr>
        <p:spPr>
          <a:xfrm>
            <a:off x="9759991" y="3662096"/>
            <a:ext cx="2249128" cy="0"/>
          </a:xfrm>
          <a:custGeom>
            <a:avLst/>
            <a:gdLst/>
            <a:ahLst/>
            <a:cxnLst/>
            <a:rect l="l" t="t" r="r" b="b"/>
            <a:pathLst>
              <a:path w="2249128" h="0">
                <a:moveTo>
                  <a:pt x="0" y="0"/>
                </a:moveTo>
                <a:lnTo>
                  <a:pt x="2249128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path 176"/>
          <p:cNvSpPr/>
          <p:nvPr/>
        </p:nvSpPr>
        <p:spPr>
          <a:xfrm>
            <a:off x="9677100" y="3662096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9283740" y="3594240"/>
            <a:ext cx="346008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−200</a:t>
            </a:r>
          </a:p>
        </p:txBody>
      </p:sp>
      <p:sp>
        <p:nvSpPr>
          <p:cNvPr id="249" name="Editable path 177"/>
          <p:cNvSpPr/>
          <p:nvPr/>
        </p:nvSpPr>
        <p:spPr>
          <a:xfrm>
            <a:off x="9759991" y="3147963"/>
            <a:ext cx="2249128" cy="0"/>
          </a:xfrm>
          <a:custGeom>
            <a:avLst/>
            <a:gdLst/>
            <a:ahLst/>
            <a:cxnLst/>
            <a:rect l="l" t="t" r="r" b="b"/>
            <a:pathLst>
              <a:path w="2249128" h="0">
                <a:moveTo>
                  <a:pt x="0" y="0"/>
                </a:moveTo>
                <a:lnTo>
                  <a:pt x="2249128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path 178"/>
          <p:cNvSpPr/>
          <p:nvPr/>
        </p:nvSpPr>
        <p:spPr>
          <a:xfrm>
            <a:off x="9677100" y="3147963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9523160" y="3080107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52" name="Editable path 179"/>
          <p:cNvSpPr/>
          <p:nvPr/>
        </p:nvSpPr>
        <p:spPr>
          <a:xfrm>
            <a:off x="9862223" y="3018399"/>
            <a:ext cx="2044663" cy="946440"/>
          </a:xfrm>
          <a:custGeom>
            <a:avLst/>
            <a:gdLst/>
            <a:ahLst/>
            <a:cxnLst/>
            <a:rect l="l" t="t" r="r" b="b"/>
            <a:pathLst>
              <a:path w="2044663" h="946440">
                <a:moveTo>
                  <a:pt x="0" y="129901"/>
                </a:moveTo>
                <a:lnTo>
                  <a:pt x="730" y="127593"/>
                </a:lnTo>
                <a:lnTo>
                  <a:pt x="2190" y="131324"/>
                </a:lnTo>
                <a:lnTo>
                  <a:pt x="2920" y="128509"/>
                </a:lnTo>
                <a:lnTo>
                  <a:pt x="4380" y="128056"/>
                </a:lnTo>
                <a:lnTo>
                  <a:pt x="5110" y="131103"/>
                </a:lnTo>
                <a:lnTo>
                  <a:pt x="5840" y="124060"/>
                </a:lnTo>
                <a:lnTo>
                  <a:pt x="6570" y="123120"/>
                </a:lnTo>
                <a:lnTo>
                  <a:pt x="7300" y="127547"/>
                </a:lnTo>
                <a:lnTo>
                  <a:pt x="8760" y="122369"/>
                </a:lnTo>
                <a:lnTo>
                  <a:pt x="9490" y="125854"/>
                </a:lnTo>
                <a:lnTo>
                  <a:pt x="10220" y="125534"/>
                </a:lnTo>
                <a:lnTo>
                  <a:pt x="11680" y="121668"/>
                </a:lnTo>
                <a:lnTo>
                  <a:pt x="13140" y="123047"/>
                </a:lnTo>
                <a:lnTo>
                  <a:pt x="15330" y="124182"/>
                </a:lnTo>
                <a:lnTo>
                  <a:pt x="16060" y="123014"/>
                </a:lnTo>
                <a:lnTo>
                  <a:pt x="17520" y="120624"/>
                </a:lnTo>
                <a:lnTo>
                  <a:pt x="18980" y="122402"/>
                </a:lnTo>
                <a:lnTo>
                  <a:pt x="21170" y="120600"/>
                </a:lnTo>
                <a:lnTo>
                  <a:pt x="25550" y="127627"/>
                </a:lnTo>
                <a:lnTo>
                  <a:pt x="28470" y="120920"/>
                </a:lnTo>
                <a:lnTo>
                  <a:pt x="29200" y="123338"/>
                </a:lnTo>
                <a:lnTo>
                  <a:pt x="30660" y="121160"/>
                </a:lnTo>
                <a:lnTo>
                  <a:pt x="31390" y="120528"/>
                </a:lnTo>
                <a:lnTo>
                  <a:pt x="33580" y="128566"/>
                </a:lnTo>
                <a:lnTo>
                  <a:pt x="34310" y="122893"/>
                </a:lnTo>
                <a:lnTo>
                  <a:pt x="35040" y="115230"/>
                </a:lnTo>
                <a:lnTo>
                  <a:pt x="36500" y="127477"/>
                </a:lnTo>
                <a:lnTo>
                  <a:pt x="37230" y="126364"/>
                </a:lnTo>
                <a:lnTo>
                  <a:pt x="38690" y="112888"/>
                </a:lnTo>
                <a:lnTo>
                  <a:pt x="40150" y="116845"/>
                </a:lnTo>
                <a:lnTo>
                  <a:pt x="40880" y="119624"/>
                </a:lnTo>
                <a:lnTo>
                  <a:pt x="41609" y="115085"/>
                </a:lnTo>
                <a:lnTo>
                  <a:pt x="44529" y="115823"/>
                </a:lnTo>
                <a:lnTo>
                  <a:pt x="45989" y="119061"/>
                </a:lnTo>
                <a:lnTo>
                  <a:pt x="46719" y="115629"/>
                </a:lnTo>
                <a:lnTo>
                  <a:pt x="48909" y="114404"/>
                </a:lnTo>
                <a:lnTo>
                  <a:pt x="51099" y="117825"/>
                </a:lnTo>
                <a:lnTo>
                  <a:pt x="50369" y="110647"/>
                </a:lnTo>
                <a:lnTo>
                  <a:pt x="51829" y="116701"/>
                </a:lnTo>
                <a:lnTo>
                  <a:pt x="52559" y="112422"/>
                </a:lnTo>
                <a:lnTo>
                  <a:pt x="54749" y="113947"/>
                </a:lnTo>
                <a:lnTo>
                  <a:pt x="55479" y="123005"/>
                </a:lnTo>
                <a:lnTo>
                  <a:pt x="56939" y="116063"/>
                </a:lnTo>
                <a:lnTo>
                  <a:pt x="58399" y="115135"/>
                </a:lnTo>
                <a:lnTo>
                  <a:pt x="59859" y="106281"/>
                </a:lnTo>
                <a:lnTo>
                  <a:pt x="61319" y="111523"/>
                </a:lnTo>
                <a:lnTo>
                  <a:pt x="62049" y="111230"/>
                </a:lnTo>
                <a:lnTo>
                  <a:pt x="63509" y="116363"/>
                </a:lnTo>
                <a:lnTo>
                  <a:pt x="64239" y="113879"/>
                </a:lnTo>
                <a:lnTo>
                  <a:pt x="67889" y="103346"/>
                </a:lnTo>
                <a:lnTo>
                  <a:pt x="69349" y="107225"/>
                </a:lnTo>
                <a:lnTo>
                  <a:pt x="70808" y="109740"/>
                </a:lnTo>
                <a:lnTo>
                  <a:pt x="71538" y="107954"/>
                </a:lnTo>
                <a:lnTo>
                  <a:pt x="74458" y="103585"/>
                </a:lnTo>
                <a:lnTo>
                  <a:pt x="75188" y="104549"/>
                </a:lnTo>
                <a:lnTo>
                  <a:pt x="76648" y="103519"/>
                </a:lnTo>
                <a:lnTo>
                  <a:pt x="78838" y="114492"/>
                </a:lnTo>
                <a:lnTo>
                  <a:pt x="79568" y="108154"/>
                </a:lnTo>
                <a:lnTo>
                  <a:pt x="80298" y="108885"/>
                </a:lnTo>
                <a:lnTo>
                  <a:pt x="81758" y="97869"/>
                </a:lnTo>
                <a:lnTo>
                  <a:pt x="82488" y="101357"/>
                </a:lnTo>
                <a:lnTo>
                  <a:pt x="85408" y="115348"/>
                </a:lnTo>
                <a:lnTo>
                  <a:pt x="87598" y="103406"/>
                </a:lnTo>
                <a:lnTo>
                  <a:pt x="89058" y="111600"/>
                </a:lnTo>
                <a:lnTo>
                  <a:pt x="89788" y="112082"/>
                </a:lnTo>
                <a:lnTo>
                  <a:pt x="90518" y="108462"/>
                </a:lnTo>
                <a:lnTo>
                  <a:pt x="91248" y="109637"/>
                </a:lnTo>
                <a:lnTo>
                  <a:pt x="94168" y="120049"/>
                </a:lnTo>
                <a:lnTo>
                  <a:pt x="95628" y="94635"/>
                </a:lnTo>
                <a:lnTo>
                  <a:pt x="97088" y="104024"/>
                </a:lnTo>
                <a:lnTo>
                  <a:pt x="97818" y="103273"/>
                </a:lnTo>
                <a:lnTo>
                  <a:pt x="98548" y="105761"/>
                </a:lnTo>
                <a:lnTo>
                  <a:pt x="100737" y="105181"/>
                </a:lnTo>
                <a:lnTo>
                  <a:pt x="101467" y="113516"/>
                </a:lnTo>
                <a:lnTo>
                  <a:pt x="102927" y="117124"/>
                </a:lnTo>
                <a:lnTo>
                  <a:pt x="103657" y="114684"/>
                </a:lnTo>
                <a:lnTo>
                  <a:pt x="107307" y="102581"/>
                </a:lnTo>
                <a:lnTo>
                  <a:pt x="108767" y="96059"/>
                </a:lnTo>
                <a:lnTo>
                  <a:pt x="109497" y="100641"/>
                </a:lnTo>
                <a:lnTo>
                  <a:pt x="111687" y="113389"/>
                </a:lnTo>
                <a:lnTo>
                  <a:pt x="112417" y="109738"/>
                </a:lnTo>
                <a:lnTo>
                  <a:pt x="113877" y="112627"/>
                </a:lnTo>
                <a:lnTo>
                  <a:pt x="115337" y="103218"/>
                </a:lnTo>
                <a:lnTo>
                  <a:pt x="118257" y="116965"/>
                </a:lnTo>
                <a:lnTo>
                  <a:pt x="118987" y="114020"/>
                </a:lnTo>
                <a:lnTo>
                  <a:pt x="120447" y="97269"/>
                </a:lnTo>
                <a:lnTo>
                  <a:pt x="121907" y="107788"/>
                </a:lnTo>
                <a:lnTo>
                  <a:pt x="123367" y="103523"/>
                </a:lnTo>
                <a:lnTo>
                  <a:pt x="125557" y="104691"/>
                </a:lnTo>
                <a:lnTo>
                  <a:pt x="127017" y="109826"/>
                </a:lnTo>
                <a:lnTo>
                  <a:pt x="128476" y="107187"/>
                </a:lnTo>
                <a:lnTo>
                  <a:pt x="130666" y="104962"/>
                </a:lnTo>
                <a:lnTo>
                  <a:pt x="131396" y="103324"/>
                </a:lnTo>
                <a:lnTo>
                  <a:pt x="132126" y="104203"/>
                </a:lnTo>
                <a:lnTo>
                  <a:pt x="133586" y="118554"/>
                </a:lnTo>
                <a:lnTo>
                  <a:pt x="135046" y="110820"/>
                </a:lnTo>
                <a:lnTo>
                  <a:pt x="135776" y="105068"/>
                </a:lnTo>
                <a:lnTo>
                  <a:pt x="137236" y="105648"/>
                </a:lnTo>
                <a:lnTo>
                  <a:pt x="140886" y="116246"/>
                </a:lnTo>
                <a:lnTo>
                  <a:pt x="141616" y="111367"/>
                </a:lnTo>
                <a:lnTo>
                  <a:pt x="143076" y="116764"/>
                </a:lnTo>
                <a:lnTo>
                  <a:pt x="143806" y="122118"/>
                </a:lnTo>
                <a:lnTo>
                  <a:pt x="144536" y="119774"/>
                </a:lnTo>
                <a:lnTo>
                  <a:pt x="148186" y="108571"/>
                </a:lnTo>
                <a:lnTo>
                  <a:pt x="148916" y="106371"/>
                </a:lnTo>
                <a:lnTo>
                  <a:pt x="150376" y="114711"/>
                </a:lnTo>
                <a:lnTo>
                  <a:pt x="151836" y="110264"/>
                </a:lnTo>
                <a:lnTo>
                  <a:pt x="153296" y="113016"/>
                </a:lnTo>
                <a:lnTo>
                  <a:pt x="154026" y="113842"/>
                </a:lnTo>
                <a:lnTo>
                  <a:pt x="155486" y="106607"/>
                </a:lnTo>
                <a:lnTo>
                  <a:pt x="156216" y="107930"/>
                </a:lnTo>
                <a:lnTo>
                  <a:pt x="159135" y="118821"/>
                </a:lnTo>
                <a:lnTo>
                  <a:pt x="162785" y="111183"/>
                </a:lnTo>
                <a:lnTo>
                  <a:pt x="163515" y="102621"/>
                </a:lnTo>
                <a:lnTo>
                  <a:pt x="164975" y="114513"/>
                </a:lnTo>
                <a:lnTo>
                  <a:pt x="165705" y="114953"/>
                </a:lnTo>
                <a:lnTo>
                  <a:pt x="166435" y="121010"/>
                </a:lnTo>
                <a:lnTo>
                  <a:pt x="167165" y="114099"/>
                </a:lnTo>
                <a:lnTo>
                  <a:pt x="167895" y="105469"/>
                </a:lnTo>
                <a:lnTo>
                  <a:pt x="170085" y="107737"/>
                </a:lnTo>
                <a:lnTo>
                  <a:pt x="174465" y="105091"/>
                </a:lnTo>
                <a:lnTo>
                  <a:pt x="177385" y="107566"/>
                </a:lnTo>
                <a:lnTo>
                  <a:pt x="178115" y="103105"/>
                </a:lnTo>
                <a:lnTo>
                  <a:pt x="179575" y="106009"/>
                </a:lnTo>
                <a:lnTo>
                  <a:pt x="181765" y="115892"/>
                </a:lnTo>
                <a:lnTo>
                  <a:pt x="182495" y="115203"/>
                </a:lnTo>
                <a:lnTo>
                  <a:pt x="186144" y="103338"/>
                </a:lnTo>
                <a:lnTo>
                  <a:pt x="188334" y="117637"/>
                </a:lnTo>
                <a:lnTo>
                  <a:pt x="189794" y="106468"/>
                </a:lnTo>
                <a:lnTo>
                  <a:pt x="191984" y="94925"/>
                </a:lnTo>
                <a:lnTo>
                  <a:pt x="192714" y="96289"/>
                </a:lnTo>
                <a:lnTo>
                  <a:pt x="194904" y="113416"/>
                </a:lnTo>
                <a:lnTo>
                  <a:pt x="196364" y="109409"/>
                </a:lnTo>
                <a:lnTo>
                  <a:pt x="198554" y="103411"/>
                </a:lnTo>
                <a:lnTo>
                  <a:pt x="199284" y="110784"/>
                </a:lnTo>
                <a:lnTo>
                  <a:pt x="200744" y="100478"/>
                </a:lnTo>
                <a:lnTo>
                  <a:pt x="205124" y="113008"/>
                </a:lnTo>
                <a:lnTo>
                  <a:pt x="205854" y="112541"/>
                </a:lnTo>
                <a:lnTo>
                  <a:pt x="208044" y="102260"/>
                </a:lnTo>
                <a:lnTo>
                  <a:pt x="210234" y="105155"/>
                </a:lnTo>
                <a:lnTo>
                  <a:pt x="211694" y="119985"/>
                </a:lnTo>
                <a:lnTo>
                  <a:pt x="213154" y="111202"/>
                </a:lnTo>
                <a:lnTo>
                  <a:pt x="215343" y="91087"/>
                </a:lnTo>
                <a:lnTo>
                  <a:pt x="216073" y="97440"/>
                </a:lnTo>
                <a:lnTo>
                  <a:pt x="217533" y="109003"/>
                </a:lnTo>
                <a:lnTo>
                  <a:pt x="218263" y="108146"/>
                </a:lnTo>
                <a:lnTo>
                  <a:pt x="219723" y="101315"/>
                </a:lnTo>
                <a:lnTo>
                  <a:pt x="221183" y="102095"/>
                </a:lnTo>
                <a:lnTo>
                  <a:pt x="223373" y="101365"/>
                </a:lnTo>
                <a:lnTo>
                  <a:pt x="224103" y="102134"/>
                </a:lnTo>
                <a:lnTo>
                  <a:pt x="226293" y="104074"/>
                </a:lnTo>
                <a:lnTo>
                  <a:pt x="231403" y="69137"/>
                </a:lnTo>
                <a:lnTo>
                  <a:pt x="232133" y="85791"/>
                </a:lnTo>
                <a:lnTo>
                  <a:pt x="232863" y="95770"/>
                </a:lnTo>
                <a:lnTo>
                  <a:pt x="235053" y="93656"/>
                </a:lnTo>
                <a:lnTo>
                  <a:pt x="235783" y="99314"/>
                </a:lnTo>
                <a:lnTo>
                  <a:pt x="237243" y="95339"/>
                </a:lnTo>
                <a:lnTo>
                  <a:pt x="242353" y="65158"/>
                </a:lnTo>
                <a:lnTo>
                  <a:pt x="243812" y="88050"/>
                </a:lnTo>
                <a:lnTo>
                  <a:pt x="245272" y="79832"/>
                </a:lnTo>
                <a:lnTo>
                  <a:pt x="246002" y="72965"/>
                </a:lnTo>
                <a:lnTo>
                  <a:pt x="246732" y="81918"/>
                </a:lnTo>
                <a:lnTo>
                  <a:pt x="247462" y="86218"/>
                </a:lnTo>
                <a:lnTo>
                  <a:pt x="248192" y="79635"/>
                </a:lnTo>
                <a:lnTo>
                  <a:pt x="248922" y="77134"/>
                </a:lnTo>
                <a:lnTo>
                  <a:pt x="249652" y="80360"/>
                </a:lnTo>
                <a:lnTo>
                  <a:pt x="251112" y="88195"/>
                </a:lnTo>
                <a:lnTo>
                  <a:pt x="251842" y="82848"/>
                </a:lnTo>
                <a:lnTo>
                  <a:pt x="252572" y="82535"/>
                </a:lnTo>
                <a:lnTo>
                  <a:pt x="254762" y="77535"/>
                </a:lnTo>
                <a:lnTo>
                  <a:pt x="255492" y="80958"/>
                </a:lnTo>
                <a:lnTo>
                  <a:pt x="256222" y="84136"/>
                </a:lnTo>
                <a:lnTo>
                  <a:pt x="256952" y="76589"/>
                </a:lnTo>
                <a:lnTo>
                  <a:pt x="257682" y="70713"/>
                </a:lnTo>
                <a:lnTo>
                  <a:pt x="259142" y="75895"/>
                </a:lnTo>
                <a:lnTo>
                  <a:pt x="259872" y="76455"/>
                </a:lnTo>
                <a:lnTo>
                  <a:pt x="264252" y="64674"/>
                </a:lnTo>
                <a:lnTo>
                  <a:pt x="265712" y="71286"/>
                </a:lnTo>
                <a:lnTo>
                  <a:pt x="266442" y="64988"/>
                </a:lnTo>
                <a:lnTo>
                  <a:pt x="268632" y="55108"/>
                </a:lnTo>
                <a:lnTo>
                  <a:pt x="270822" y="56518"/>
                </a:lnTo>
                <a:lnTo>
                  <a:pt x="271552" y="61217"/>
                </a:lnTo>
                <a:lnTo>
                  <a:pt x="272281" y="53183"/>
                </a:lnTo>
                <a:lnTo>
                  <a:pt x="273011" y="52673"/>
                </a:lnTo>
                <a:lnTo>
                  <a:pt x="273741" y="48414"/>
                </a:lnTo>
                <a:lnTo>
                  <a:pt x="274471" y="53041"/>
                </a:lnTo>
                <a:lnTo>
                  <a:pt x="275201" y="49577"/>
                </a:lnTo>
                <a:lnTo>
                  <a:pt x="278121" y="59194"/>
                </a:lnTo>
                <a:lnTo>
                  <a:pt x="278851" y="57764"/>
                </a:lnTo>
                <a:lnTo>
                  <a:pt x="279581" y="53881"/>
                </a:lnTo>
                <a:lnTo>
                  <a:pt x="281771" y="55940"/>
                </a:lnTo>
                <a:lnTo>
                  <a:pt x="282501" y="60370"/>
                </a:lnTo>
                <a:lnTo>
                  <a:pt x="283961" y="59422"/>
                </a:lnTo>
                <a:lnTo>
                  <a:pt x="285421" y="52937"/>
                </a:lnTo>
                <a:lnTo>
                  <a:pt x="287611" y="55546"/>
                </a:lnTo>
                <a:lnTo>
                  <a:pt x="291991" y="56840"/>
                </a:lnTo>
                <a:lnTo>
                  <a:pt x="295641" y="63428"/>
                </a:lnTo>
                <a:lnTo>
                  <a:pt x="296371" y="62074"/>
                </a:lnTo>
                <a:lnTo>
                  <a:pt x="297831" y="64843"/>
                </a:lnTo>
                <a:lnTo>
                  <a:pt x="299291" y="62551"/>
                </a:lnTo>
                <a:lnTo>
                  <a:pt x="300021" y="56710"/>
                </a:lnTo>
                <a:lnTo>
                  <a:pt x="301480" y="60876"/>
                </a:lnTo>
                <a:lnTo>
                  <a:pt x="304400" y="63141"/>
                </a:lnTo>
                <a:lnTo>
                  <a:pt x="306590" y="53282"/>
                </a:lnTo>
                <a:lnTo>
                  <a:pt x="308050" y="58435"/>
                </a:lnTo>
                <a:lnTo>
                  <a:pt x="308780" y="64786"/>
                </a:lnTo>
                <a:lnTo>
                  <a:pt x="310240" y="56715"/>
                </a:lnTo>
                <a:lnTo>
                  <a:pt x="310970" y="56192"/>
                </a:lnTo>
                <a:lnTo>
                  <a:pt x="311700" y="51112"/>
                </a:lnTo>
                <a:lnTo>
                  <a:pt x="313160" y="54001"/>
                </a:lnTo>
                <a:lnTo>
                  <a:pt x="314620" y="66150"/>
                </a:lnTo>
                <a:lnTo>
                  <a:pt x="315350" y="63466"/>
                </a:lnTo>
                <a:lnTo>
                  <a:pt x="317540" y="53356"/>
                </a:lnTo>
                <a:lnTo>
                  <a:pt x="319730" y="63940"/>
                </a:lnTo>
                <a:lnTo>
                  <a:pt x="320460" y="59177"/>
                </a:lnTo>
                <a:lnTo>
                  <a:pt x="322650" y="50605"/>
                </a:lnTo>
                <a:lnTo>
                  <a:pt x="323380" y="52434"/>
                </a:lnTo>
                <a:lnTo>
                  <a:pt x="324840" y="64143"/>
                </a:lnTo>
                <a:lnTo>
                  <a:pt x="326300" y="55004"/>
                </a:lnTo>
                <a:lnTo>
                  <a:pt x="327760" y="49061"/>
                </a:lnTo>
                <a:lnTo>
                  <a:pt x="328490" y="36234"/>
                </a:lnTo>
                <a:lnTo>
                  <a:pt x="329950" y="40537"/>
                </a:lnTo>
                <a:lnTo>
                  <a:pt x="333599" y="52608"/>
                </a:lnTo>
                <a:lnTo>
                  <a:pt x="334329" y="52169"/>
                </a:lnTo>
                <a:lnTo>
                  <a:pt x="335789" y="43718"/>
                </a:lnTo>
                <a:lnTo>
                  <a:pt x="337249" y="49100"/>
                </a:lnTo>
                <a:lnTo>
                  <a:pt x="337979" y="49512"/>
                </a:lnTo>
                <a:lnTo>
                  <a:pt x="339439" y="40313"/>
                </a:lnTo>
                <a:lnTo>
                  <a:pt x="340899" y="46041"/>
                </a:lnTo>
                <a:lnTo>
                  <a:pt x="344549" y="49134"/>
                </a:lnTo>
                <a:lnTo>
                  <a:pt x="345279" y="48399"/>
                </a:lnTo>
                <a:lnTo>
                  <a:pt x="349659" y="48405"/>
                </a:lnTo>
                <a:lnTo>
                  <a:pt x="350389" y="43328"/>
                </a:lnTo>
                <a:lnTo>
                  <a:pt x="351849" y="47360"/>
                </a:lnTo>
                <a:lnTo>
                  <a:pt x="354039" y="50764"/>
                </a:lnTo>
                <a:lnTo>
                  <a:pt x="354769" y="48583"/>
                </a:lnTo>
                <a:lnTo>
                  <a:pt x="356959" y="49443"/>
                </a:lnTo>
                <a:lnTo>
                  <a:pt x="358419" y="41138"/>
                </a:lnTo>
                <a:lnTo>
                  <a:pt x="362798" y="58728"/>
                </a:lnTo>
                <a:lnTo>
                  <a:pt x="363528" y="59150"/>
                </a:lnTo>
                <a:lnTo>
                  <a:pt x="364258" y="52398"/>
                </a:lnTo>
                <a:lnTo>
                  <a:pt x="366448" y="56075"/>
                </a:lnTo>
                <a:lnTo>
                  <a:pt x="367178" y="59106"/>
                </a:lnTo>
                <a:lnTo>
                  <a:pt x="367908" y="56564"/>
                </a:lnTo>
                <a:lnTo>
                  <a:pt x="368638" y="48822"/>
                </a:lnTo>
                <a:lnTo>
                  <a:pt x="370098" y="54486"/>
                </a:lnTo>
                <a:lnTo>
                  <a:pt x="370828" y="56951"/>
                </a:lnTo>
                <a:lnTo>
                  <a:pt x="371558" y="55104"/>
                </a:lnTo>
                <a:lnTo>
                  <a:pt x="372288" y="49241"/>
                </a:lnTo>
                <a:lnTo>
                  <a:pt x="373748" y="49477"/>
                </a:lnTo>
                <a:lnTo>
                  <a:pt x="374478" y="54741"/>
                </a:lnTo>
                <a:lnTo>
                  <a:pt x="375938" y="52537"/>
                </a:lnTo>
                <a:lnTo>
                  <a:pt x="376668" y="49287"/>
                </a:lnTo>
                <a:lnTo>
                  <a:pt x="377398" y="53372"/>
                </a:lnTo>
                <a:lnTo>
                  <a:pt x="381048" y="62565"/>
                </a:lnTo>
                <a:lnTo>
                  <a:pt x="382508" y="61024"/>
                </a:lnTo>
                <a:lnTo>
                  <a:pt x="384698" y="55432"/>
                </a:lnTo>
                <a:lnTo>
                  <a:pt x="385428" y="56135"/>
                </a:lnTo>
                <a:lnTo>
                  <a:pt x="386158" y="59333"/>
                </a:lnTo>
                <a:lnTo>
                  <a:pt x="387618" y="54960"/>
                </a:lnTo>
                <a:lnTo>
                  <a:pt x="388347" y="55817"/>
                </a:lnTo>
                <a:lnTo>
                  <a:pt x="389077" y="62109"/>
                </a:lnTo>
                <a:lnTo>
                  <a:pt x="390537" y="53974"/>
                </a:lnTo>
                <a:lnTo>
                  <a:pt x="394187" y="62206"/>
                </a:lnTo>
                <a:lnTo>
                  <a:pt x="394917" y="56591"/>
                </a:lnTo>
                <a:lnTo>
                  <a:pt x="396377" y="59790"/>
                </a:lnTo>
                <a:lnTo>
                  <a:pt x="397107" y="62484"/>
                </a:lnTo>
                <a:lnTo>
                  <a:pt x="397837" y="57456"/>
                </a:lnTo>
                <a:lnTo>
                  <a:pt x="398567" y="54326"/>
                </a:lnTo>
                <a:lnTo>
                  <a:pt x="400027" y="55931"/>
                </a:lnTo>
                <a:lnTo>
                  <a:pt x="401487" y="65625"/>
                </a:lnTo>
                <a:lnTo>
                  <a:pt x="403677" y="64982"/>
                </a:lnTo>
                <a:lnTo>
                  <a:pt x="408057" y="55357"/>
                </a:lnTo>
                <a:lnTo>
                  <a:pt x="408787" y="56993"/>
                </a:lnTo>
                <a:lnTo>
                  <a:pt x="412437" y="65028"/>
                </a:lnTo>
                <a:lnTo>
                  <a:pt x="415357" y="59568"/>
                </a:lnTo>
                <a:lnTo>
                  <a:pt x="416816" y="58751"/>
                </a:lnTo>
                <a:lnTo>
                  <a:pt x="418276" y="64812"/>
                </a:lnTo>
                <a:lnTo>
                  <a:pt x="419006" y="62404"/>
                </a:lnTo>
                <a:lnTo>
                  <a:pt x="419736" y="63675"/>
                </a:lnTo>
                <a:lnTo>
                  <a:pt x="423386" y="74827"/>
                </a:lnTo>
                <a:lnTo>
                  <a:pt x="424116" y="75990"/>
                </a:lnTo>
                <a:lnTo>
                  <a:pt x="424846" y="73503"/>
                </a:lnTo>
                <a:lnTo>
                  <a:pt x="427036" y="70120"/>
                </a:lnTo>
                <a:lnTo>
                  <a:pt x="429226" y="77404"/>
                </a:lnTo>
                <a:lnTo>
                  <a:pt x="430686" y="74744"/>
                </a:lnTo>
                <a:lnTo>
                  <a:pt x="434336" y="68651"/>
                </a:lnTo>
                <a:lnTo>
                  <a:pt x="436526" y="74155"/>
                </a:lnTo>
                <a:lnTo>
                  <a:pt x="438716" y="71715"/>
                </a:lnTo>
                <a:lnTo>
                  <a:pt x="439446" y="71013"/>
                </a:lnTo>
                <a:lnTo>
                  <a:pt x="440176" y="76292"/>
                </a:lnTo>
                <a:lnTo>
                  <a:pt x="440906" y="67361"/>
                </a:lnTo>
                <a:lnTo>
                  <a:pt x="441636" y="68812"/>
                </a:lnTo>
                <a:lnTo>
                  <a:pt x="445286" y="79846"/>
                </a:lnTo>
                <a:lnTo>
                  <a:pt x="446015" y="68306"/>
                </a:lnTo>
                <a:lnTo>
                  <a:pt x="447475" y="83180"/>
                </a:lnTo>
                <a:lnTo>
                  <a:pt x="449666" y="75311"/>
                </a:lnTo>
                <a:lnTo>
                  <a:pt x="450396" y="77186"/>
                </a:lnTo>
                <a:lnTo>
                  <a:pt x="451855" y="86013"/>
                </a:lnTo>
                <a:lnTo>
                  <a:pt x="452586" y="80347"/>
                </a:lnTo>
                <a:lnTo>
                  <a:pt x="454775" y="71571"/>
                </a:lnTo>
                <a:lnTo>
                  <a:pt x="457696" y="88124"/>
                </a:lnTo>
                <a:lnTo>
                  <a:pt x="460616" y="95040"/>
                </a:lnTo>
                <a:lnTo>
                  <a:pt x="463536" y="79078"/>
                </a:lnTo>
                <a:lnTo>
                  <a:pt x="464996" y="81283"/>
                </a:lnTo>
                <a:lnTo>
                  <a:pt x="470105" y="91369"/>
                </a:lnTo>
                <a:lnTo>
                  <a:pt x="470835" y="88386"/>
                </a:lnTo>
                <a:lnTo>
                  <a:pt x="473025" y="82781"/>
                </a:lnTo>
                <a:lnTo>
                  <a:pt x="473755" y="84546"/>
                </a:lnTo>
                <a:lnTo>
                  <a:pt x="474485" y="93092"/>
                </a:lnTo>
                <a:lnTo>
                  <a:pt x="475945" y="83931"/>
                </a:lnTo>
                <a:lnTo>
                  <a:pt x="478865" y="77957"/>
                </a:lnTo>
                <a:lnTo>
                  <a:pt x="479595" y="79443"/>
                </a:lnTo>
                <a:lnTo>
                  <a:pt x="480325" y="91524"/>
                </a:lnTo>
                <a:lnTo>
                  <a:pt x="481785" y="84591"/>
                </a:lnTo>
                <a:lnTo>
                  <a:pt x="483245" y="79458"/>
                </a:lnTo>
                <a:lnTo>
                  <a:pt x="483975" y="81123"/>
                </a:lnTo>
                <a:lnTo>
                  <a:pt x="486165" y="91199"/>
                </a:lnTo>
                <a:lnTo>
                  <a:pt x="486895" y="90546"/>
                </a:lnTo>
                <a:lnTo>
                  <a:pt x="487625" y="83720"/>
                </a:lnTo>
                <a:lnTo>
                  <a:pt x="489815" y="84304"/>
                </a:lnTo>
                <a:lnTo>
                  <a:pt x="490545" y="91974"/>
                </a:lnTo>
                <a:lnTo>
                  <a:pt x="491275" y="83568"/>
                </a:lnTo>
                <a:lnTo>
                  <a:pt x="492005" y="84377"/>
                </a:lnTo>
                <a:lnTo>
                  <a:pt x="496384" y="75686"/>
                </a:lnTo>
                <a:lnTo>
                  <a:pt x="497844" y="76210"/>
                </a:lnTo>
                <a:lnTo>
                  <a:pt x="498574" y="73320"/>
                </a:lnTo>
                <a:lnTo>
                  <a:pt x="500034" y="89148"/>
                </a:lnTo>
                <a:lnTo>
                  <a:pt x="501494" y="85596"/>
                </a:lnTo>
                <a:lnTo>
                  <a:pt x="506604" y="73087"/>
                </a:lnTo>
                <a:lnTo>
                  <a:pt x="507334" y="72349"/>
                </a:lnTo>
                <a:lnTo>
                  <a:pt x="508064" y="74075"/>
                </a:lnTo>
                <a:lnTo>
                  <a:pt x="510254" y="82223"/>
                </a:lnTo>
                <a:lnTo>
                  <a:pt x="511714" y="78418"/>
                </a:lnTo>
                <a:lnTo>
                  <a:pt x="513174" y="91566"/>
                </a:lnTo>
                <a:lnTo>
                  <a:pt x="514634" y="90161"/>
                </a:lnTo>
                <a:lnTo>
                  <a:pt x="515364" y="90536"/>
                </a:lnTo>
                <a:lnTo>
                  <a:pt x="518284" y="85161"/>
                </a:lnTo>
                <a:lnTo>
                  <a:pt x="519014" y="90556"/>
                </a:lnTo>
                <a:lnTo>
                  <a:pt x="520474" y="86044"/>
                </a:lnTo>
                <a:lnTo>
                  <a:pt x="527773" y="74048"/>
                </a:lnTo>
                <a:lnTo>
                  <a:pt x="529233" y="86673"/>
                </a:lnTo>
                <a:lnTo>
                  <a:pt x="532153" y="83061"/>
                </a:lnTo>
                <a:lnTo>
                  <a:pt x="535803" y="78126"/>
                </a:lnTo>
                <a:lnTo>
                  <a:pt x="536533" y="79011"/>
                </a:lnTo>
                <a:lnTo>
                  <a:pt x="538723" y="86283"/>
                </a:lnTo>
                <a:lnTo>
                  <a:pt x="539453" y="85587"/>
                </a:lnTo>
                <a:lnTo>
                  <a:pt x="541643" y="86033"/>
                </a:lnTo>
                <a:lnTo>
                  <a:pt x="543833" y="76503"/>
                </a:lnTo>
                <a:lnTo>
                  <a:pt x="545293" y="78082"/>
                </a:lnTo>
                <a:lnTo>
                  <a:pt x="546753" y="73334"/>
                </a:lnTo>
                <a:lnTo>
                  <a:pt x="548213" y="76616"/>
                </a:lnTo>
                <a:lnTo>
                  <a:pt x="549673" y="85673"/>
                </a:lnTo>
                <a:lnTo>
                  <a:pt x="550403" y="82299"/>
                </a:lnTo>
                <a:lnTo>
                  <a:pt x="551863" y="73616"/>
                </a:lnTo>
                <a:lnTo>
                  <a:pt x="553322" y="77601"/>
                </a:lnTo>
                <a:lnTo>
                  <a:pt x="554782" y="84650"/>
                </a:lnTo>
                <a:lnTo>
                  <a:pt x="555512" y="81484"/>
                </a:lnTo>
                <a:lnTo>
                  <a:pt x="556242" y="70486"/>
                </a:lnTo>
                <a:lnTo>
                  <a:pt x="557702" y="75707"/>
                </a:lnTo>
                <a:lnTo>
                  <a:pt x="560622" y="83473"/>
                </a:lnTo>
                <a:lnTo>
                  <a:pt x="561352" y="80197"/>
                </a:lnTo>
                <a:lnTo>
                  <a:pt x="565002" y="68038"/>
                </a:lnTo>
                <a:lnTo>
                  <a:pt x="567192" y="70311"/>
                </a:lnTo>
                <a:lnTo>
                  <a:pt x="567922" y="77493"/>
                </a:lnTo>
                <a:lnTo>
                  <a:pt x="569382" y="71003"/>
                </a:lnTo>
                <a:lnTo>
                  <a:pt x="571572" y="68521"/>
                </a:lnTo>
                <a:lnTo>
                  <a:pt x="572302" y="70469"/>
                </a:lnTo>
                <a:lnTo>
                  <a:pt x="573762" y="80642"/>
                </a:lnTo>
                <a:lnTo>
                  <a:pt x="574492" y="78162"/>
                </a:lnTo>
                <a:lnTo>
                  <a:pt x="576682" y="69034"/>
                </a:lnTo>
                <a:lnTo>
                  <a:pt x="577412" y="71200"/>
                </a:lnTo>
                <a:lnTo>
                  <a:pt x="579602" y="74866"/>
                </a:lnTo>
                <a:lnTo>
                  <a:pt x="580332" y="79711"/>
                </a:lnTo>
                <a:lnTo>
                  <a:pt x="581062" y="73657"/>
                </a:lnTo>
                <a:lnTo>
                  <a:pt x="581792" y="70163"/>
                </a:lnTo>
                <a:lnTo>
                  <a:pt x="583251" y="72009"/>
                </a:lnTo>
                <a:lnTo>
                  <a:pt x="583981" y="74162"/>
                </a:lnTo>
                <a:lnTo>
                  <a:pt x="585441" y="73000"/>
                </a:lnTo>
                <a:lnTo>
                  <a:pt x="586171" y="66478"/>
                </a:lnTo>
                <a:lnTo>
                  <a:pt x="586901" y="73076"/>
                </a:lnTo>
                <a:lnTo>
                  <a:pt x="587631" y="78262"/>
                </a:lnTo>
                <a:lnTo>
                  <a:pt x="588361" y="71154"/>
                </a:lnTo>
                <a:lnTo>
                  <a:pt x="589091" y="72773"/>
                </a:lnTo>
                <a:lnTo>
                  <a:pt x="594931" y="83530"/>
                </a:lnTo>
                <a:lnTo>
                  <a:pt x="590551" y="71315"/>
                </a:lnTo>
                <a:lnTo>
                  <a:pt x="596391" y="80515"/>
                </a:lnTo>
                <a:lnTo>
                  <a:pt x="599311" y="71842"/>
                </a:lnTo>
                <a:lnTo>
                  <a:pt x="600041" y="73116"/>
                </a:lnTo>
                <a:lnTo>
                  <a:pt x="603691" y="80616"/>
                </a:lnTo>
                <a:lnTo>
                  <a:pt x="607341" y="74998"/>
                </a:lnTo>
                <a:lnTo>
                  <a:pt x="609531" y="73969"/>
                </a:lnTo>
                <a:lnTo>
                  <a:pt x="610261" y="84186"/>
                </a:lnTo>
                <a:lnTo>
                  <a:pt x="611720" y="75323"/>
                </a:lnTo>
                <a:lnTo>
                  <a:pt x="612450" y="69316"/>
                </a:lnTo>
                <a:lnTo>
                  <a:pt x="613910" y="78839"/>
                </a:lnTo>
                <a:lnTo>
                  <a:pt x="617560" y="83331"/>
                </a:lnTo>
                <a:lnTo>
                  <a:pt x="619020" y="76383"/>
                </a:lnTo>
                <a:lnTo>
                  <a:pt x="619750" y="79709"/>
                </a:lnTo>
                <a:lnTo>
                  <a:pt x="622670" y="93072"/>
                </a:lnTo>
                <a:lnTo>
                  <a:pt x="624130" y="91072"/>
                </a:lnTo>
                <a:lnTo>
                  <a:pt x="626320" y="79207"/>
                </a:lnTo>
                <a:lnTo>
                  <a:pt x="627050" y="85994"/>
                </a:lnTo>
                <a:lnTo>
                  <a:pt x="631430" y="98695"/>
                </a:lnTo>
                <a:lnTo>
                  <a:pt x="635080" y="84645"/>
                </a:lnTo>
                <a:lnTo>
                  <a:pt x="636540" y="87261"/>
                </a:lnTo>
                <a:lnTo>
                  <a:pt x="638000" y="87869"/>
                </a:lnTo>
                <a:lnTo>
                  <a:pt x="639460" y="99552"/>
                </a:lnTo>
                <a:lnTo>
                  <a:pt x="640919" y="97173"/>
                </a:lnTo>
                <a:lnTo>
                  <a:pt x="643109" y="93040"/>
                </a:lnTo>
                <a:lnTo>
                  <a:pt x="644569" y="93988"/>
                </a:lnTo>
                <a:lnTo>
                  <a:pt x="646759" y="105248"/>
                </a:lnTo>
                <a:lnTo>
                  <a:pt x="647489" y="103140"/>
                </a:lnTo>
                <a:lnTo>
                  <a:pt x="649679" y="97446"/>
                </a:lnTo>
                <a:lnTo>
                  <a:pt x="651869" y="100001"/>
                </a:lnTo>
                <a:lnTo>
                  <a:pt x="654059" y="106333"/>
                </a:lnTo>
                <a:lnTo>
                  <a:pt x="654789" y="100838"/>
                </a:lnTo>
                <a:lnTo>
                  <a:pt x="656979" y="103075"/>
                </a:lnTo>
                <a:lnTo>
                  <a:pt x="658439" y="112855"/>
                </a:lnTo>
                <a:lnTo>
                  <a:pt x="659899" y="105362"/>
                </a:lnTo>
                <a:lnTo>
                  <a:pt x="662089" y="112894"/>
                </a:lnTo>
                <a:lnTo>
                  <a:pt x="664279" y="108712"/>
                </a:lnTo>
                <a:lnTo>
                  <a:pt x="665009" y="107302"/>
                </a:lnTo>
                <a:lnTo>
                  <a:pt x="665739" y="110052"/>
                </a:lnTo>
                <a:lnTo>
                  <a:pt x="667199" y="119140"/>
                </a:lnTo>
                <a:lnTo>
                  <a:pt x="668659" y="112391"/>
                </a:lnTo>
                <a:lnTo>
                  <a:pt x="673768" y="114147"/>
                </a:lnTo>
                <a:lnTo>
                  <a:pt x="675228" y="110075"/>
                </a:lnTo>
                <a:lnTo>
                  <a:pt x="675958" y="112038"/>
                </a:lnTo>
                <a:lnTo>
                  <a:pt x="680338" y="122552"/>
                </a:lnTo>
                <a:lnTo>
                  <a:pt x="682528" y="117488"/>
                </a:lnTo>
                <a:lnTo>
                  <a:pt x="683258" y="118462"/>
                </a:lnTo>
                <a:lnTo>
                  <a:pt x="683988" y="118894"/>
                </a:lnTo>
                <a:lnTo>
                  <a:pt x="684718" y="116339"/>
                </a:lnTo>
                <a:lnTo>
                  <a:pt x="688368" y="114334"/>
                </a:lnTo>
                <a:lnTo>
                  <a:pt x="690558" y="118884"/>
                </a:lnTo>
                <a:lnTo>
                  <a:pt x="691288" y="115313"/>
                </a:lnTo>
                <a:lnTo>
                  <a:pt x="692018" y="113235"/>
                </a:lnTo>
                <a:lnTo>
                  <a:pt x="693478" y="116618"/>
                </a:lnTo>
                <a:lnTo>
                  <a:pt x="694938" y="123233"/>
                </a:lnTo>
                <a:lnTo>
                  <a:pt x="695668" y="117898"/>
                </a:lnTo>
                <a:lnTo>
                  <a:pt x="697128" y="114184"/>
                </a:lnTo>
                <a:lnTo>
                  <a:pt x="698587" y="116853"/>
                </a:lnTo>
                <a:lnTo>
                  <a:pt x="699317" y="122171"/>
                </a:lnTo>
                <a:lnTo>
                  <a:pt x="700777" y="114973"/>
                </a:lnTo>
                <a:lnTo>
                  <a:pt x="701507" y="113957"/>
                </a:lnTo>
                <a:lnTo>
                  <a:pt x="702237" y="108180"/>
                </a:lnTo>
                <a:lnTo>
                  <a:pt x="703697" y="114479"/>
                </a:lnTo>
                <a:lnTo>
                  <a:pt x="705887" y="123868"/>
                </a:lnTo>
                <a:lnTo>
                  <a:pt x="706617" y="122701"/>
                </a:lnTo>
                <a:lnTo>
                  <a:pt x="708077" y="110721"/>
                </a:lnTo>
                <a:lnTo>
                  <a:pt x="710267" y="113862"/>
                </a:lnTo>
                <a:lnTo>
                  <a:pt x="713187" y="130808"/>
                </a:lnTo>
                <a:lnTo>
                  <a:pt x="714647" y="128526"/>
                </a:lnTo>
                <a:lnTo>
                  <a:pt x="716107" y="125125"/>
                </a:lnTo>
                <a:lnTo>
                  <a:pt x="717567" y="127535"/>
                </a:lnTo>
                <a:lnTo>
                  <a:pt x="719027" y="125732"/>
                </a:lnTo>
                <a:lnTo>
                  <a:pt x="720487" y="127052"/>
                </a:lnTo>
                <a:lnTo>
                  <a:pt x="724867" y="128664"/>
                </a:lnTo>
                <a:lnTo>
                  <a:pt x="725597" y="136914"/>
                </a:lnTo>
                <a:lnTo>
                  <a:pt x="727056" y="125362"/>
                </a:lnTo>
                <a:lnTo>
                  <a:pt x="730706" y="122270"/>
                </a:lnTo>
                <a:lnTo>
                  <a:pt x="732166" y="134656"/>
                </a:lnTo>
                <a:lnTo>
                  <a:pt x="733626" y="127370"/>
                </a:lnTo>
                <a:lnTo>
                  <a:pt x="734356" y="130401"/>
                </a:lnTo>
                <a:lnTo>
                  <a:pt x="735816" y="125883"/>
                </a:lnTo>
                <a:lnTo>
                  <a:pt x="736546" y="124766"/>
                </a:lnTo>
                <a:lnTo>
                  <a:pt x="737276" y="125759"/>
                </a:lnTo>
                <a:lnTo>
                  <a:pt x="738006" y="127712"/>
                </a:lnTo>
                <a:lnTo>
                  <a:pt x="739466" y="126026"/>
                </a:lnTo>
                <a:lnTo>
                  <a:pt x="743846" y="123601"/>
                </a:lnTo>
                <a:lnTo>
                  <a:pt x="745306" y="123468"/>
                </a:lnTo>
                <a:lnTo>
                  <a:pt x="748226" y="128727"/>
                </a:lnTo>
                <a:lnTo>
                  <a:pt x="749686" y="128231"/>
                </a:lnTo>
                <a:lnTo>
                  <a:pt x="750416" y="122039"/>
                </a:lnTo>
                <a:lnTo>
                  <a:pt x="751876" y="129465"/>
                </a:lnTo>
                <a:lnTo>
                  <a:pt x="752606" y="139291"/>
                </a:lnTo>
                <a:lnTo>
                  <a:pt x="754796" y="134065"/>
                </a:lnTo>
                <a:lnTo>
                  <a:pt x="755525" y="131813"/>
                </a:lnTo>
                <a:lnTo>
                  <a:pt x="756255" y="133272"/>
                </a:lnTo>
                <a:lnTo>
                  <a:pt x="756985" y="136823"/>
                </a:lnTo>
                <a:lnTo>
                  <a:pt x="758445" y="132212"/>
                </a:lnTo>
                <a:lnTo>
                  <a:pt x="760635" y="135140"/>
                </a:lnTo>
                <a:lnTo>
                  <a:pt x="761365" y="124384"/>
                </a:lnTo>
                <a:lnTo>
                  <a:pt x="762825" y="136912"/>
                </a:lnTo>
                <a:lnTo>
                  <a:pt x="763555" y="131453"/>
                </a:lnTo>
                <a:lnTo>
                  <a:pt x="764285" y="126646"/>
                </a:lnTo>
                <a:lnTo>
                  <a:pt x="765015" y="136106"/>
                </a:lnTo>
                <a:lnTo>
                  <a:pt x="765745" y="133546"/>
                </a:lnTo>
                <a:lnTo>
                  <a:pt x="768665" y="134655"/>
                </a:lnTo>
                <a:lnTo>
                  <a:pt x="769395" y="137412"/>
                </a:lnTo>
                <a:lnTo>
                  <a:pt x="770125" y="137049"/>
                </a:lnTo>
                <a:lnTo>
                  <a:pt x="771585" y="121726"/>
                </a:lnTo>
                <a:lnTo>
                  <a:pt x="772315" y="134776"/>
                </a:lnTo>
                <a:lnTo>
                  <a:pt x="773045" y="139660"/>
                </a:lnTo>
                <a:lnTo>
                  <a:pt x="773775" y="135178"/>
                </a:lnTo>
                <a:lnTo>
                  <a:pt x="774505" y="124608"/>
                </a:lnTo>
                <a:lnTo>
                  <a:pt x="775965" y="137378"/>
                </a:lnTo>
                <a:lnTo>
                  <a:pt x="776695" y="137341"/>
                </a:lnTo>
                <a:lnTo>
                  <a:pt x="777425" y="125255"/>
                </a:lnTo>
                <a:lnTo>
                  <a:pt x="778885" y="129619"/>
                </a:lnTo>
                <a:lnTo>
                  <a:pt x="779615" y="137648"/>
                </a:lnTo>
                <a:lnTo>
                  <a:pt x="781805" y="134439"/>
                </a:lnTo>
                <a:lnTo>
                  <a:pt x="782535" y="128109"/>
                </a:lnTo>
                <a:lnTo>
                  <a:pt x="783995" y="135340"/>
                </a:lnTo>
                <a:lnTo>
                  <a:pt x="784724" y="135499"/>
                </a:lnTo>
                <a:lnTo>
                  <a:pt x="785454" y="129409"/>
                </a:lnTo>
                <a:lnTo>
                  <a:pt x="786184" y="138161"/>
                </a:lnTo>
                <a:lnTo>
                  <a:pt x="787644" y="140240"/>
                </a:lnTo>
                <a:lnTo>
                  <a:pt x="788374" y="138286"/>
                </a:lnTo>
                <a:lnTo>
                  <a:pt x="789834" y="130435"/>
                </a:lnTo>
                <a:lnTo>
                  <a:pt x="792024" y="132522"/>
                </a:lnTo>
                <a:lnTo>
                  <a:pt x="793484" y="137477"/>
                </a:lnTo>
                <a:lnTo>
                  <a:pt x="794944" y="133060"/>
                </a:lnTo>
                <a:lnTo>
                  <a:pt x="795674" y="131106"/>
                </a:lnTo>
                <a:lnTo>
                  <a:pt x="797134" y="132560"/>
                </a:lnTo>
                <a:lnTo>
                  <a:pt x="798594" y="136397"/>
                </a:lnTo>
                <a:lnTo>
                  <a:pt x="799324" y="133474"/>
                </a:lnTo>
                <a:lnTo>
                  <a:pt x="800054" y="127509"/>
                </a:lnTo>
                <a:lnTo>
                  <a:pt x="801514" y="136846"/>
                </a:lnTo>
                <a:lnTo>
                  <a:pt x="802974" y="141856"/>
                </a:lnTo>
                <a:lnTo>
                  <a:pt x="803704" y="137444"/>
                </a:lnTo>
                <a:lnTo>
                  <a:pt x="804434" y="133574"/>
                </a:lnTo>
                <a:lnTo>
                  <a:pt x="805894" y="137029"/>
                </a:lnTo>
                <a:lnTo>
                  <a:pt x="808814" y="131922"/>
                </a:lnTo>
                <a:lnTo>
                  <a:pt x="809544" y="134778"/>
                </a:lnTo>
                <a:lnTo>
                  <a:pt x="812464" y="145395"/>
                </a:lnTo>
                <a:lnTo>
                  <a:pt x="814653" y="136285"/>
                </a:lnTo>
                <a:lnTo>
                  <a:pt x="815383" y="137415"/>
                </a:lnTo>
                <a:lnTo>
                  <a:pt x="817573" y="135201"/>
                </a:lnTo>
                <a:lnTo>
                  <a:pt x="823413" y="123493"/>
                </a:lnTo>
                <a:lnTo>
                  <a:pt x="824873" y="128412"/>
                </a:lnTo>
                <a:lnTo>
                  <a:pt x="825603" y="124223"/>
                </a:lnTo>
                <a:lnTo>
                  <a:pt x="826333" y="119446"/>
                </a:lnTo>
                <a:lnTo>
                  <a:pt x="827063" y="127098"/>
                </a:lnTo>
                <a:lnTo>
                  <a:pt x="827793" y="124972"/>
                </a:lnTo>
                <a:lnTo>
                  <a:pt x="829253" y="142440"/>
                </a:lnTo>
                <a:lnTo>
                  <a:pt x="831443" y="142075"/>
                </a:lnTo>
                <a:lnTo>
                  <a:pt x="832173" y="133808"/>
                </a:lnTo>
                <a:lnTo>
                  <a:pt x="833633" y="146982"/>
                </a:lnTo>
                <a:lnTo>
                  <a:pt x="834363" y="135385"/>
                </a:lnTo>
                <a:lnTo>
                  <a:pt x="837283" y="150945"/>
                </a:lnTo>
                <a:lnTo>
                  <a:pt x="838013" y="148025"/>
                </a:lnTo>
                <a:lnTo>
                  <a:pt x="840933" y="138806"/>
                </a:lnTo>
                <a:lnTo>
                  <a:pt x="842392" y="152804"/>
                </a:lnTo>
                <a:lnTo>
                  <a:pt x="843852" y="144348"/>
                </a:lnTo>
                <a:lnTo>
                  <a:pt x="848962" y="142528"/>
                </a:lnTo>
                <a:lnTo>
                  <a:pt x="850422" y="141937"/>
                </a:lnTo>
                <a:lnTo>
                  <a:pt x="851882" y="147961"/>
                </a:lnTo>
                <a:lnTo>
                  <a:pt x="852612" y="145109"/>
                </a:lnTo>
                <a:lnTo>
                  <a:pt x="854802" y="134628"/>
                </a:lnTo>
                <a:lnTo>
                  <a:pt x="856262" y="137338"/>
                </a:lnTo>
                <a:lnTo>
                  <a:pt x="856992" y="138305"/>
                </a:lnTo>
                <a:lnTo>
                  <a:pt x="857722" y="136326"/>
                </a:lnTo>
                <a:lnTo>
                  <a:pt x="858452" y="133972"/>
                </a:lnTo>
                <a:lnTo>
                  <a:pt x="859912" y="137584"/>
                </a:lnTo>
                <a:lnTo>
                  <a:pt x="861372" y="133053"/>
                </a:lnTo>
                <a:lnTo>
                  <a:pt x="862102" y="136471"/>
                </a:lnTo>
                <a:lnTo>
                  <a:pt x="862832" y="138097"/>
                </a:lnTo>
                <a:lnTo>
                  <a:pt x="865022" y="131610"/>
                </a:lnTo>
                <a:lnTo>
                  <a:pt x="865752" y="134818"/>
                </a:lnTo>
                <a:lnTo>
                  <a:pt x="867212" y="131131"/>
                </a:lnTo>
                <a:lnTo>
                  <a:pt x="867942" y="131586"/>
                </a:lnTo>
                <a:lnTo>
                  <a:pt x="868672" y="136366"/>
                </a:lnTo>
                <a:lnTo>
                  <a:pt x="870132" y="130056"/>
                </a:lnTo>
                <a:lnTo>
                  <a:pt x="871591" y="127107"/>
                </a:lnTo>
                <a:lnTo>
                  <a:pt x="872321" y="132743"/>
                </a:lnTo>
                <a:lnTo>
                  <a:pt x="873051" y="128451"/>
                </a:lnTo>
                <a:lnTo>
                  <a:pt x="874511" y="119685"/>
                </a:lnTo>
                <a:lnTo>
                  <a:pt x="875971" y="124969"/>
                </a:lnTo>
                <a:lnTo>
                  <a:pt x="876701" y="124174"/>
                </a:lnTo>
                <a:lnTo>
                  <a:pt x="878161" y="132605"/>
                </a:lnTo>
                <a:lnTo>
                  <a:pt x="879621" y="128665"/>
                </a:lnTo>
                <a:lnTo>
                  <a:pt x="884732" y="119089"/>
                </a:lnTo>
                <a:lnTo>
                  <a:pt x="885461" y="125801"/>
                </a:lnTo>
                <a:lnTo>
                  <a:pt x="886922" y="124090"/>
                </a:lnTo>
                <a:lnTo>
                  <a:pt x="892031" y="110782"/>
                </a:lnTo>
                <a:lnTo>
                  <a:pt x="894221" y="115567"/>
                </a:lnTo>
                <a:lnTo>
                  <a:pt x="894951" y="108688"/>
                </a:lnTo>
                <a:lnTo>
                  <a:pt x="897141" y="109488"/>
                </a:lnTo>
                <a:lnTo>
                  <a:pt x="898601" y="106846"/>
                </a:lnTo>
                <a:lnTo>
                  <a:pt x="900061" y="108619"/>
                </a:lnTo>
                <a:lnTo>
                  <a:pt x="901521" y="97204"/>
                </a:lnTo>
                <a:lnTo>
                  <a:pt x="902251" y="105194"/>
                </a:lnTo>
                <a:lnTo>
                  <a:pt x="902981" y="111582"/>
                </a:lnTo>
                <a:lnTo>
                  <a:pt x="904441" y="102043"/>
                </a:lnTo>
                <a:lnTo>
                  <a:pt x="908091" y="92621"/>
                </a:lnTo>
                <a:lnTo>
                  <a:pt x="911011" y="94861"/>
                </a:lnTo>
                <a:lnTo>
                  <a:pt x="911741" y="96085"/>
                </a:lnTo>
                <a:lnTo>
                  <a:pt x="915391" y="84496"/>
                </a:lnTo>
                <a:lnTo>
                  <a:pt x="916121" y="91768"/>
                </a:lnTo>
                <a:lnTo>
                  <a:pt x="918311" y="88003"/>
                </a:lnTo>
                <a:lnTo>
                  <a:pt x="919771" y="86041"/>
                </a:lnTo>
                <a:lnTo>
                  <a:pt x="920501" y="86708"/>
                </a:lnTo>
                <a:lnTo>
                  <a:pt x="923420" y="91711"/>
                </a:lnTo>
                <a:lnTo>
                  <a:pt x="924880" y="94248"/>
                </a:lnTo>
                <a:lnTo>
                  <a:pt x="926340" y="88436"/>
                </a:lnTo>
                <a:lnTo>
                  <a:pt x="927800" y="92435"/>
                </a:lnTo>
                <a:lnTo>
                  <a:pt x="931450" y="75149"/>
                </a:lnTo>
                <a:lnTo>
                  <a:pt x="932910" y="84963"/>
                </a:lnTo>
                <a:lnTo>
                  <a:pt x="933640" y="79618"/>
                </a:lnTo>
                <a:lnTo>
                  <a:pt x="936560" y="60576"/>
                </a:lnTo>
                <a:lnTo>
                  <a:pt x="937290" y="70625"/>
                </a:lnTo>
                <a:lnTo>
                  <a:pt x="938020" y="74616"/>
                </a:lnTo>
                <a:lnTo>
                  <a:pt x="939480" y="68295"/>
                </a:lnTo>
                <a:lnTo>
                  <a:pt x="943860" y="60348"/>
                </a:lnTo>
                <a:lnTo>
                  <a:pt x="944590" y="67017"/>
                </a:lnTo>
                <a:lnTo>
                  <a:pt x="945320" y="49811"/>
                </a:lnTo>
                <a:lnTo>
                  <a:pt x="946050" y="58348"/>
                </a:lnTo>
                <a:lnTo>
                  <a:pt x="953349" y="36659"/>
                </a:lnTo>
                <a:lnTo>
                  <a:pt x="954079" y="36896"/>
                </a:lnTo>
                <a:lnTo>
                  <a:pt x="954809" y="46845"/>
                </a:lnTo>
                <a:lnTo>
                  <a:pt x="955539" y="30767"/>
                </a:lnTo>
                <a:lnTo>
                  <a:pt x="956269" y="45897"/>
                </a:lnTo>
                <a:lnTo>
                  <a:pt x="957729" y="31068"/>
                </a:lnTo>
                <a:lnTo>
                  <a:pt x="959189" y="38542"/>
                </a:lnTo>
                <a:lnTo>
                  <a:pt x="960649" y="23089"/>
                </a:lnTo>
                <a:lnTo>
                  <a:pt x="962109" y="25770"/>
                </a:lnTo>
                <a:lnTo>
                  <a:pt x="968679" y="4850"/>
                </a:lnTo>
                <a:lnTo>
                  <a:pt x="970139" y="0"/>
                </a:lnTo>
                <a:lnTo>
                  <a:pt x="972329" y="15561"/>
                </a:lnTo>
                <a:lnTo>
                  <a:pt x="973059" y="5998"/>
                </a:lnTo>
                <a:lnTo>
                  <a:pt x="975249" y="9346"/>
                </a:lnTo>
                <a:lnTo>
                  <a:pt x="976709" y="8337"/>
                </a:lnTo>
                <a:lnTo>
                  <a:pt x="977439" y="9076"/>
                </a:lnTo>
                <a:lnTo>
                  <a:pt x="978898" y="13071"/>
                </a:lnTo>
                <a:lnTo>
                  <a:pt x="979628" y="8185"/>
                </a:lnTo>
                <a:lnTo>
                  <a:pt x="980358" y="6034"/>
                </a:lnTo>
                <a:lnTo>
                  <a:pt x="981088" y="11771"/>
                </a:lnTo>
                <a:lnTo>
                  <a:pt x="981818" y="8713"/>
                </a:lnTo>
                <a:lnTo>
                  <a:pt x="984738" y="17225"/>
                </a:lnTo>
                <a:lnTo>
                  <a:pt x="985468" y="15207"/>
                </a:lnTo>
                <a:lnTo>
                  <a:pt x="986198" y="6942"/>
                </a:lnTo>
                <a:lnTo>
                  <a:pt x="986928" y="19497"/>
                </a:lnTo>
                <a:lnTo>
                  <a:pt x="987658" y="9530"/>
                </a:lnTo>
                <a:lnTo>
                  <a:pt x="988388" y="20667"/>
                </a:lnTo>
                <a:lnTo>
                  <a:pt x="990578" y="20296"/>
                </a:lnTo>
                <a:lnTo>
                  <a:pt x="992768" y="21845"/>
                </a:lnTo>
                <a:lnTo>
                  <a:pt x="993498" y="17309"/>
                </a:lnTo>
                <a:lnTo>
                  <a:pt x="997148" y="30850"/>
                </a:lnTo>
                <a:lnTo>
                  <a:pt x="997878" y="30208"/>
                </a:lnTo>
                <a:lnTo>
                  <a:pt x="999338" y="27782"/>
                </a:lnTo>
                <a:lnTo>
                  <a:pt x="1000068" y="29189"/>
                </a:lnTo>
                <a:lnTo>
                  <a:pt x="1002988" y="49842"/>
                </a:lnTo>
                <a:lnTo>
                  <a:pt x="1003718" y="46932"/>
                </a:lnTo>
                <a:lnTo>
                  <a:pt x="1004448" y="39203"/>
                </a:lnTo>
                <a:lnTo>
                  <a:pt x="1005178" y="55352"/>
                </a:lnTo>
                <a:lnTo>
                  <a:pt x="1005908" y="42277"/>
                </a:lnTo>
                <a:lnTo>
                  <a:pt x="1007368" y="55749"/>
                </a:lnTo>
                <a:lnTo>
                  <a:pt x="1008097" y="54224"/>
                </a:lnTo>
                <a:lnTo>
                  <a:pt x="1009557" y="46438"/>
                </a:lnTo>
                <a:lnTo>
                  <a:pt x="1010287" y="52877"/>
                </a:lnTo>
                <a:lnTo>
                  <a:pt x="1011017" y="51771"/>
                </a:lnTo>
                <a:lnTo>
                  <a:pt x="1011747" y="56293"/>
                </a:lnTo>
                <a:lnTo>
                  <a:pt x="1013937" y="82726"/>
                </a:lnTo>
                <a:lnTo>
                  <a:pt x="1014667" y="77839"/>
                </a:lnTo>
                <a:lnTo>
                  <a:pt x="1015397" y="77778"/>
                </a:lnTo>
                <a:lnTo>
                  <a:pt x="1017587" y="99195"/>
                </a:lnTo>
                <a:lnTo>
                  <a:pt x="1018317" y="93099"/>
                </a:lnTo>
                <a:lnTo>
                  <a:pt x="1019047" y="87741"/>
                </a:lnTo>
                <a:lnTo>
                  <a:pt x="1019777" y="96529"/>
                </a:lnTo>
                <a:lnTo>
                  <a:pt x="1020507" y="122363"/>
                </a:lnTo>
                <a:lnTo>
                  <a:pt x="1022697" y="109805"/>
                </a:lnTo>
                <a:lnTo>
                  <a:pt x="1027077" y="138916"/>
                </a:lnTo>
                <a:lnTo>
                  <a:pt x="1028537" y="146856"/>
                </a:lnTo>
                <a:lnTo>
                  <a:pt x="1029267" y="118002"/>
                </a:lnTo>
                <a:lnTo>
                  <a:pt x="1030727" y="145800"/>
                </a:lnTo>
                <a:lnTo>
                  <a:pt x="1031457" y="144564"/>
                </a:lnTo>
                <a:lnTo>
                  <a:pt x="1033647" y="144856"/>
                </a:lnTo>
                <a:lnTo>
                  <a:pt x="1034377" y="114474"/>
                </a:lnTo>
                <a:lnTo>
                  <a:pt x="1035837" y="140205"/>
                </a:lnTo>
                <a:lnTo>
                  <a:pt x="1037296" y="130320"/>
                </a:lnTo>
                <a:lnTo>
                  <a:pt x="1039486" y="136615"/>
                </a:lnTo>
                <a:lnTo>
                  <a:pt x="1040216" y="135957"/>
                </a:lnTo>
                <a:lnTo>
                  <a:pt x="1040946" y="129477"/>
                </a:lnTo>
                <a:lnTo>
                  <a:pt x="1041676" y="136898"/>
                </a:lnTo>
                <a:lnTo>
                  <a:pt x="1042406" y="135073"/>
                </a:lnTo>
                <a:lnTo>
                  <a:pt x="1043866" y="144659"/>
                </a:lnTo>
                <a:lnTo>
                  <a:pt x="1044596" y="138344"/>
                </a:lnTo>
                <a:lnTo>
                  <a:pt x="1045326" y="128867"/>
                </a:lnTo>
                <a:lnTo>
                  <a:pt x="1046056" y="139960"/>
                </a:lnTo>
                <a:lnTo>
                  <a:pt x="1047516" y="154587"/>
                </a:lnTo>
                <a:lnTo>
                  <a:pt x="1048246" y="106118"/>
                </a:lnTo>
                <a:lnTo>
                  <a:pt x="1050436" y="133788"/>
                </a:lnTo>
                <a:lnTo>
                  <a:pt x="1054816" y="190344"/>
                </a:lnTo>
                <a:lnTo>
                  <a:pt x="1056276" y="158838"/>
                </a:lnTo>
                <a:lnTo>
                  <a:pt x="1057736" y="175916"/>
                </a:lnTo>
                <a:lnTo>
                  <a:pt x="1058466" y="173188"/>
                </a:lnTo>
                <a:lnTo>
                  <a:pt x="1060656" y="139241"/>
                </a:lnTo>
                <a:lnTo>
                  <a:pt x="1062116" y="178365"/>
                </a:lnTo>
                <a:lnTo>
                  <a:pt x="1063576" y="165826"/>
                </a:lnTo>
                <a:lnTo>
                  <a:pt x="1064306" y="148557"/>
                </a:lnTo>
                <a:lnTo>
                  <a:pt x="1065036" y="181733"/>
                </a:lnTo>
                <a:lnTo>
                  <a:pt x="1065765" y="167323"/>
                </a:lnTo>
                <a:lnTo>
                  <a:pt x="1067225" y="159496"/>
                </a:lnTo>
                <a:lnTo>
                  <a:pt x="1068685" y="197308"/>
                </a:lnTo>
                <a:lnTo>
                  <a:pt x="1069415" y="178197"/>
                </a:lnTo>
                <a:lnTo>
                  <a:pt x="1070145" y="151464"/>
                </a:lnTo>
                <a:lnTo>
                  <a:pt x="1071605" y="157585"/>
                </a:lnTo>
                <a:lnTo>
                  <a:pt x="1073795" y="199757"/>
                </a:lnTo>
                <a:lnTo>
                  <a:pt x="1074525" y="182440"/>
                </a:lnTo>
                <a:lnTo>
                  <a:pt x="1076715" y="163988"/>
                </a:lnTo>
                <a:lnTo>
                  <a:pt x="1077445" y="164454"/>
                </a:lnTo>
                <a:lnTo>
                  <a:pt x="1078905" y="201993"/>
                </a:lnTo>
                <a:lnTo>
                  <a:pt x="1080365" y="188662"/>
                </a:lnTo>
                <a:lnTo>
                  <a:pt x="1082555" y="145956"/>
                </a:lnTo>
                <a:lnTo>
                  <a:pt x="1083285" y="165023"/>
                </a:lnTo>
                <a:lnTo>
                  <a:pt x="1084745" y="205359"/>
                </a:lnTo>
                <a:lnTo>
                  <a:pt x="1086205" y="185059"/>
                </a:lnTo>
                <a:lnTo>
                  <a:pt x="1090585" y="210619"/>
                </a:lnTo>
                <a:lnTo>
                  <a:pt x="1092045" y="236217"/>
                </a:lnTo>
                <a:lnTo>
                  <a:pt x="1092775" y="225155"/>
                </a:lnTo>
                <a:lnTo>
                  <a:pt x="1094234" y="195408"/>
                </a:lnTo>
                <a:lnTo>
                  <a:pt x="1095694" y="204844"/>
                </a:lnTo>
                <a:lnTo>
                  <a:pt x="1096424" y="219187"/>
                </a:lnTo>
                <a:lnTo>
                  <a:pt x="1097154" y="195581"/>
                </a:lnTo>
                <a:lnTo>
                  <a:pt x="1097884" y="178879"/>
                </a:lnTo>
                <a:lnTo>
                  <a:pt x="1098614" y="204071"/>
                </a:lnTo>
                <a:lnTo>
                  <a:pt x="1100074" y="229342"/>
                </a:lnTo>
                <a:lnTo>
                  <a:pt x="1101534" y="218382"/>
                </a:lnTo>
                <a:lnTo>
                  <a:pt x="1102264" y="221687"/>
                </a:lnTo>
                <a:lnTo>
                  <a:pt x="1104454" y="180132"/>
                </a:lnTo>
                <a:lnTo>
                  <a:pt x="1105914" y="196424"/>
                </a:lnTo>
                <a:lnTo>
                  <a:pt x="1106644" y="212565"/>
                </a:lnTo>
                <a:lnTo>
                  <a:pt x="1107374" y="176034"/>
                </a:lnTo>
                <a:lnTo>
                  <a:pt x="1108104" y="180314"/>
                </a:lnTo>
                <a:lnTo>
                  <a:pt x="1108834" y="137315"/>
                </a:lnTo>
                <a:lnTo>
                  <a:pt x="1111024" y="148791"/>
                </a:lnTo>
                <a:lnTo>
                  <a:pt x="1113214" y="209482"/>
                </a:lnTo>
                <a:lnTo>
                  <a:pt x="1113944" y="174472"/>
                </a:lnTo>
                <a:lnTo>
                  <a:pt x="1116864" y="123726"/>
                </a:lnTo>
                <a:lnTo>
                  <a:pt x="1117594" y="144016"/>
                </a:lnTo>
                <a:lnTo>
                  <a:pt x="1118324" y="150750"/>
                </a:lnTo>
                <a:lnTo>
                  <a:pt x="1119054" y="207623"/>
                </a:lnTo>
                <a:lnTo>
                  <a:pt x="1121244" y="177654"/>
                </a:lnTo>
                <a:lnTo>
                  <a:pt x="1122704" y="222622"/>
                </a:lnTo>
                <a:lnTo>
                  <a:pt x="1123433" y="194688"/>
                </a:lnTo>
                <a:lnTo>
                  <a:pt x="1124163" y="167266"/>
                </a:lnTo>
                <a:lnTo>
                  <a:pt x="1124893" y="200355"/>
                </a:lnTo>
                <a:lnTo>
                  <a:pt x="1126353" y="177442"/>
                </a:lnTo>
                <a:lnTo>
                  <a:pt x="1127083" y="176330"/>
                </a:lnTo>
                <a:lnTo>
                  <a:pt x="1130733" y="218694"/>
                </a:lnTo>
                <a:lnTo>
                  <a:pt x="1132923" y="180818"/>
                </a:lnTo>
                <a:lnTo>
                  <a:pt x="1133653" y="200583"/>
                </a:lnTo>
                <a:lnTo>
                  <a:pt x="1134383" y="230099"/>
                </a:lnTo>
                <a:lnTo>
                  <a:pt x="1135843" y="199050"/>
                </a:lnTo>
                <a:lnTo>
                  <a:pt x="1136573" y="194388"/>
                </a:lnTo>
                <a:lnTo>
                  <a:pt x="1138033" y="192981"/>
                </a:lnTo>
                <a:lnTo>
                  <a:pt x="1139493" y="226272"/>
                </a:lnTo>
                <a:lnTo>
                  <a:pt x="1140223" y="233797"/>
                </a:lnTo>
                <a:lnTo>
                  <a:pt x="1143873" y="174418"/>
                </a:lnTo>
                <a:lnTo>
                  <a:pt x="1145333" y="219972"/>
                </a:lnTo>
                <a:lnTo>
                  <a:pt x="1146063" y="182731"/>
                </a:lnTo>
                <a:lnTo>
                  <a:pt x="1146793" y="184522"/>
                </a:lnTo>
                <a:lnTo>
                  <a:pt x="1147523" y="151919"/>
                </a:lnTo>
                <a:lnTo>
                  <a:pt x="1148253" y="192551"/>
                </a:lnTo>
                <a:lnTo>
                  <a:pt x="1148983" y="177437"/>
                </a:lnTo>
                <a:lnTo>
                  <a:pt x="1150443" y="186941"/>
                </a:lnTo>
                <a:lnTo>
                  <a:pt x="1151173" y="154399"/>
                </a:lnTo>
                <a:lnTo>
                  <a:pt x="1153362" y="168299"/>
                </a:lnTo>
                <a:lnTo>
                  <a:pt x="1154092" y="172534"/>
                </a:lnTo>
                <a:lnTo>
                  <a:pt x="1154822" y="171120"/>
                </a:lnTo>
                <a:lnTo>
                  <a:pt x="1155552" y="199987"/>
                </a:lnTo>
                <a:lnTo>
                  <a:pt x="1157012" y="156354"/>
                </a:lnTo>
                <a:lnTo>
                  <a:pt x="1158472" y="212341"/>
                </a:lnTo>
                <a:lnTo>
                  <a:pt x="1159932" y="171745"/>
                </a:lnTo>
                <a:lnTo>
                  <a:pt x="1160662" y="169326"/>
                </a:lnTo>
                <a:lnTo>
                  <a:pt x="1161392" y="148160"/>
                </a:lnTo>
                <a:lnTo>
                  <a:pt x="1162122" y="177700"/>
                </a:lnTo>
                <a:lnTo>
                  <a:pt x="1162852" y="183672"/>
                </a:lnTo>
                <a:lnTo>
                  <a:pt x="1163582" y="157192"/>
                </a:lnTo>
                <a:lnTo>
                  <a:pt x="1165772" y="172443"/>
                </a:lnTo>
                <a:lnTo>
                  <a:pt x="1166502" y="171132"/>
                </a:lnTo>
                <a:lnTo>
                  <a:pt x="1168692" y="149756"/>
                </a:lnTo>
                <a:lnTo>
                  <a:pt x="1171612" y="234890"/>
                </a:lnTo>
                <a:lnTo>
                  <a:pt x="1170882" y="135876"/>
                </a:lnTo>
                <a:lnTo>
                  <a:pt x="1172342" y="205288"/>
                </a:lnTo>
                <a:lnTo>
                  <a:pt x="1173072" y="164679"/>
                </a:lnTo>
                <a:lnTo>
                  <a:pt x="1175262" y="171917"/>
                </a:lnTo>
                <a:lnTo>
                  <a:pt x="1178182" y="205630"/>
                </a:lnTo>
                <a:lnTo>
                  <a:pt x="1178912" y="158809"/>
                </a:lnTo>
                <a:lnTo>
                  <a:pt x="1181101" y="163087"/>
                </a:lnTo>
                <a:lnTo>
                  <a:pt x="1182561" y="167190"/>
                </a:lnTo>
                <a:lnTo>
                  <a:pt x="1183291" y="184518"/>
                </a:lnTo>
                <a:lnTo>
                  <a:pt x="1184021" y="158146"/>
                </a:lnTo>
                <a:lnTo>
                  <a:pt x="1184751" y="133521"/>
                </a:lnTo>
                <a:lnTo>
                  <a:pt x="1185481" y="213734"/>
                </a:lnTo>
                <a:lnTo>
                  <a:pt x="1187671" y="174831"/>
                </a:lnTo>
                <a:lnTo>
                  <a:pt x="1189131" y="164297"/>
                </a:lnTo>
                <a:lnTo>
                  <a:pt x="1189861" y="167378"/>
                </a:lnTo>
                <a:lnTo>
                  <a:pt x="1191321" y="181565"/>
                </a:lnTo>
                <a:lnTo>
                  <a:pt x="1192781" y="176361"/>
                </a:lnTo>
                <a:lnTo>
                  <a:pt x="1195701" y="152258"/>
                </a:lnTo>
                <a:lnTo>
                  <a:pt x="1198621" y="173831"/>
                </a:lnTo>
                <a:lnTo>
                  <a:pt x="1200811" y="152048"/>
                </a:lnTo>
                <a:lnTo>
                  <a:pt x="1201541" y="166643"/>
                </a:lnTo>
                <a:lnTo>
                  <a:pt x="1202271" y="165779"/>
                </a:lnTo>
                <a:lnTo>
                  <a:pt x="1203731" y="203147"/>
                </a:lnTo>
                <a:lnTo>
                  <a:pt x="1205921" y="197790"/>
                </a:lnTo>
                <a:lnTo>
                  <a:pt x="1207381" y="167179"/>
                </a:lnTo>
                <a:lnTo>
                  <a:pt x="1209571" y="170813"/>
                </a:lnTo>
                <a:lnTo>
                  <a:pt x="1210300" y="209644"/>
                </a:lnTo>
                <a:lnTo>
                  <a:pt x="1211760" y="176649"/>
                </a:lnTo>
                <a:lnTo>
                  <a:pt x="1212490" y="173369"/>
                </a:lnTo>
                <a:lnTo>
                  <a:pt x="1213950" y="174842"/>
                </a:lnTo>
                <a:lnTo>
                  <a:pt x="1215410" y="179834"/>
                </a:lnTo>
                <a:lnTo>
                  <a:pt x="1216870" y="219077"/>
                </a:lnTo>
                <a:lnTo>
                  <a:pt x="1217600" y="184374"/>
                </a:lnTo>
                <a:lnTo>
                  <a:pt x="1218330" y="171519"/>
                </a:lnTo>
                <a:lnTo>
                  <a:pt x="1219060" y="189853"/>
                </a:lnTo>
                <a:lnTo>
                  <a:pt x="1219790" y="239678"/>
                </a:lnTo>
                <a:lnTo>
                  <a:pt x="1221250" y="183809"/>
                </a:lnTo>
                <a:lnTo>
                  <a:pt x="1223440" y="230142"/>
                </a:lnTo>
                <a:lnTo>
                  <a:pt x="1225630" y="222187"/>
                </a:lnTo>
                <a:lnTo>
                  <a:pt x="1227090" y="191004"/>
                </a:lnTo>
                <a:lnTo>
                  <a:pt x="1227820" y="237092"/>
                </a:lnTo>
                <a:lnTo>
                  <a:pt x="1230010" y="212028"/>
                </a:lnTo>
                <a:lnTo>
                  <a:pt x="1231470" y="200994"/>
                </a:lnTo>
                <a:lnTo>
                  <a:pt x="1232200" y="208759"/>
                </a:lnTo>
                <a:lnTo>
                  <a:pt x="1232930" y="218757"/>
                </a:lnTo>
                <a:lnTo>
                  <a:pt x="1233660" y="204703"/>
                </a:lnTo>
                <a:lnTo>
                  <a:pt x="1234390" y="200563"/>
                </a:lnTo>
                <a:lnTo>
                  <a:pt x="1235120" y="205691"/>
                </a:lnTo>
                <a:lnTo>
                  <a:pt x="1237310" y="265061"/>
                </a:lnTo>
                <a:lnTo>
                  <a:pt x="1238769" y="245317"/>
                </a:lnTo>
                <a:lnTo>
                  <a:pt x="1240229" y="246227"/>
                </a:lnTo>
                <a:lnTo>
                  <a:pt x="1242419" y="206594"/>
                </a:lnTo>
                <a:lnTo>
                  <a:pt x="1244609" y="235133"/>
                </a:lnTo>
                <a:lnTo>
                  <a:pt x="1245339" y="225492"/>
                </a:lnTo>
                <a:lnTo>
                  <a:pt x="1246069" y="219464"/>
                </a:lnTo>
                <a:lnTo>
                  <a:pt x="1249719" y="255403"/>
                </a:lnTo>
                <a:lnTo>
                  <a:pt x="1251179" y="239035"/>
                </a:lnTo>
                <a:lnTo>
                  <a:pt x="1251909" y="252811"/>
                </a:lnTo>
                <a:lnTo>
                  <a:pt x="1253369" y="240266"/>
                </a:lnTo>
                <a:lnTo>
                  <a:pt x="1254829" y="272980"/>
                </a:lnTo>
                <a:lnTo>
                  <a:pt x="1256289" y="254619"/>
                </a:lnTo>
                <a:lnTo>
                  <a:pt x="1258479" y="255116"/>
                </a:lnTo>
                <a:lnTo>
                  <a:pt x="1262129" y="278510"/>
                </a:lnTo>
                <a:lnTo>
                  <a:pt x="1262859" y="272679"/>
                </a:lnTo>
                <a:lnTo>
                  <a:pt x="1263589" y="277497"/>
                </a:lnTo>
                <a:lnTo>
                  <a:pt x="1266509" y="284776"/>
                </a:lnTo>
                <a:lnTo>
                  <a:pt x="1267239" y="275611"/>
                </a:lnTo>
                <a:lnTo>
                  <a:pt x="1268698" y="284283"/>
                </a:lnTo>
                <a:lnTo>
                  <a:pt x="1270888" y="305855"/>
                </a:lnTo>
                <a:lnTo>
                  <a:pt x="1271618" y="289058"/>
                </a:lnTo>
                <a:lnTo>
                  <a:pt x="1272348" y="322514"/>
                </a:lnTo>
                <a:lnTo>
                  <a:pt x="1273078" y="303864"/>
                </a:lnTo>
                <a:lnTo>
                  <a:pt x="1276728" y="320761"/>
                </a:lnTo>
                <a:lnTo>
                  <a:pt x="1277458" y="324816"/>
                </a:lnTo>
                <a:lnTo>
                  <a:pt x="1278188" y="310055"/>
                </a:lnTo>
                <a:lnTo>
                  <a:pt x="1279648" y="330038"/>
                </a:lnTo>
                <a:lnTo>
                  <a:pt x="1282568" y="319290"/>
                </a:lnTo>
                <a:lnTo>
                  <a:pt x="1283298" y="320830"/>
                </a:lnTo>
                <a:lnTo>
                  <a:pt x="1286218" y="338784"/>
                </a:lnTo>
                <a:lnTo>
                  <a:pt x="1286948" y="324119"/>
                </a:lnTo>
                <a:lnTo>
                  <a:pt x="1287678" y="333538"/>
                </a:lnTo>
                <a:lnTo>
                  <a:pt x="1288408" y="350239"/>
                </a:lnTo>
                <a:lnTo>
                  <a:pt x="1289138" y="328928"/>
                </a:lnTo>
                <a:lnTo>
                  <a:pt x="1289868" y="341115"/>
                </a:lnTo>
                <a:lnTo>
                  <a:pt x="1290598" y="331611"/>
                </a:lnTo>
                <a:lnTo>
                  <a:pt x="1291328" y="334924"/>
                </a:lnTo>
                <a:lnTo>
                  <a:pt x="1292058" y="347254"/>
                </a:lnTo>
                <a:lnTo>
                  <a:pt x="1292788" y="327685"/>
                </a:lnTo>
                <a:lnTo>
                  <a:pt x="1293518" y="325151"/>
                </a:lnTo>
                <a:lnTo>
                  <a:pt x="1294248" y="331453"/>
                </a:lnTo>
                <a:lnTo>
                  <a:pt x="1299357" y="425653"/>
                </a:lnTo>
                <a:lnTo>
                  <a:pt x="1303007" y="380209"/>
                </a:lnTo>
                <a:lnTo>
                  <a:pt x="1303737" y="402977"/>
                </a:lnTo>
                <a:lnTo>
                  <a:pt x="1305197" y="398399"/>
                </a:lnTo>
                <a:lnTo>
                  <a:pt x="1308117" y="366072"/>
                </a:lnTo>
                <a:lnTo>
                  <a:pt x="1309577" y="414435"/>
                </a:lnTo>
                <a:lnTo>
                  <a:pt x="1311037" y="395935"/>
                </a:lnTo>
                <a:lnTo>
                  <a:pt x="1314687" y="441649"/>
                </a:lnTo>
                <a:lnTo>
                  <a:pt x="1316877" y="421737"/>
                </a:lnTo>
                <a:lnTo>
                  <a:pt x="1320527" y="366924"/>
                </a:lnTo>
                <a:lnTo>
                  <a:pt x="1321257" y="381184"/>
                </a:lnTo>
                <a:lnTo>
                  <a:pt x="1321987" y="327695"/>
                </a:lnTo>
                <a:lnTo>
                  <a:pt x="1323447" y="364497"/>
                </a:lnTo>
                <a:lnTo>
                  <a:pt x="1324907" y="407193"/>
                </a:lnTo>
                <a:lnTo>
                  <a:pt x="1327097" y="392193"/>
                </a:lnTo>
                <a:lnTo>
                  <a:pt x="1328557" y="401309"/>
                </a:lnTo>
                <a:lnTo>
                  <a:pt x="1330017" y="374055"/>
                </a:lnTo>
                <a:lnTo>
                  <a:pt x="1332207" y="392523"/>
                </a:lnTo>
                <a:lnTo>
                  <a:pt x="1332937" y="383623"/>
                </a:lnTo>
                <a:lnTo>
                  <a:pt x="1333667" y="383268"/>
                </a:lnTo>
                <a:lnTo>
                  <a:pt x="1334397" y="396136"/>
                </a:lnTo>
                <a:lnTo>
                  <a:pt x="1335127" y="373477"/>
                </a:lnTo>
                <a:lnTo>
                  <a:pt x="1335857" y="371564"/>
                </a:lnTo>
                <a:lnTo>
                  <a:pt x="1336587" y="389519"/>
                </a:lnTo>
                <a:lnTo>
                  <a:pt x="1337317" y="380148"/>
                </a:lnTo>
                <a:lnTo>
                  <a:pt x="1338777" y="383451"/>
                </a:lnTo>
                <a:lnTo>
                  <a:pt x="1340237" y="340332"/>
                </a:lnTo>
                <a:lnTo>
                  <a:pt x="1342427" y="395014"/>
                </a:lnTo>
                <a:lnTo>
                  <a:pt x="1343157" y="381065"/>
                </a:lnTo>
                <a:lnTo>
                  <a:pt x="1343887" y="349762"/>
                </a:lnTo>
                <a:lnTo>
                  <a:pt x="1345347" y="350065"/>
                </a:lnTo>
                <a:lnTo>
                  <a:pt x="1348996" y="380693"/>
                </a:lnTo>
                <a:lnTo>
                  <a:pt x="1349726" y="388755"/>
                </a:lnTo>
                <a:lnTo>
                  <a:pt x="1351186" y="383137"/>
                </a:lnTo>
                <a:lnTo>
                  <a:pt x="1351916" y="375102"/>
                </a:lnTo>
                <a:lnTo>
                  <a:pt x="1352646" y="377026"/>
                </a:lnTo>
                <a:lnTo>
                  <a:pt x="1354106" y="438747"/>
                </a:lnTo>
                <a:lnTo>
                  <a:pt x="1354836" y="424695"/>
                </a:lnTo>
                <a:lnTo>
                  <a:pt x="1355566" y="383881"/>
                </a:lnTo>
                <a:lnTo>
                  <a:pt x="1357026" y="435082"/>
                </a:lnTo>
                <a:lnTo>
                  <a:pt x="1357756" y="412670"/>
                </a:lnTo>
                <a:lnTo>
                  <a:pt x="1358486" y="445555"/>
                </a:lnTo>
                <a:lnTo>
                  <a:pt x="1359216" y="467768"/>
                </a:lnTo>
                <a:lnTo>
                  <a:pt x="1359946" y="455129"/>
                </a:lnTo>
                <a:lnTo>
                  <a:pt x="1362866" y="386107"/>
                </a:lnTo>
                <a:lnTo>
                  <a:pt x="1363596" y="407066"/>
                </a:lnTo>
                <a:lnTo>
                  <a:pt x="1364326" y="408426"/>
                </a:lnTo>
                <a:lnTo>
                  <a:pt x="1365786" y="435451"/>
                </a:lnTo>
                <a:lnTo>
                  <a:pt x="1367976" y="422779"/>
                </a:lnTo>
                <a:lnTo>
                  <a:pt x="1368706" y="417206"/>
                </a:lnTo>
                <a:lnTo>
                  <a:pt x="1369436" y="450130"/>
                </a:lnTo>
                <a:lnTo>
                  <a:pt x="1371626" y="435357"/>
                </a:lnTo>
                <a:lnTo>
                  <a:pt x="1372356" y="449228"/>
                </a:lnTo>
                <a:lnTo>
                  <a:pt x="1373816" y="426912"/>
                </a:lnTo>
                <a:lnTo>
                  <a:pt x="1375275" y="394556"/>
                </a:lnTo>
                <a:lnTo>
                  <a:pt x="1377465" y="481590"/>
                </a:lnTo>
                <a:lnTo>
                  <a:pt x="1378195" y="458503"/>
                </a:lnTo>
                <a:lnTo>
                  <a:pt x="1378925" y="462918"/>
                </a:lnTo>
                <a:lnTo>
                  <a:pt x="1379655" y="458706"/>
                </a:lnTo>
                <a:lnTo>
                  <a:pt x="1380385" y="425695"/>
                </a:lnTo>
                <a:lnTo>
                  <a:pt x="1381115" y="460651"/>
                </a:lnTo>
                <a:lnTo>
                  <a:pt x="1383305" y="507391"/>
                </a:lnTo>
                <a:lnTo>
                  <a:pt x="1384035" y="503714"/>
                </a:lnTo>
                <a:lnTo>
                  <a:pt x="1384765" y="498352"/>
                </a:lnTo>
                <a:lnTo>
                  <a:pt x="1385495" y="458760"/>
                </a:lnTo>
                <a:lnTo>
                  <a:pt x="1386225" y="499226"/>
                </a:lnTo>
                <a:lnTo>
                  <a:pt x="1387685" y="468650"/>
                </a:lnTo>
                <a:lnTo>
                  <a:pt x="1390605" y="390472"/>
                </a:lnTo>
                <a:lnTo>
                  <a:pt x="1391335" y="482123"/>
                </a:lnTo>
                <a:lnTo>
                  <a:pt x="1392795" y="402392"/>
                </a:lnTo>
                <a:lnTo>
                  <a:pt x="1393525" y="421599"/>
                </a:lnTo>
                <a:lnTo>
                  <a:pt x="1394985" y="398936"/>
                </a:lnTo>
                <a:lnTo>
                  <a:pt x="1395715" y="402275"/>
                </a:lnTo>
                <a:lnTo>
                  <a:pt x="1396445" y="401521"/>
                </a:lnTo>
                <a:lnTo>
                  <a:pt x="1397175" y="360255"/>
                </a:lnTo>
                <a:lnTo>
                  <a:pt x="1399365" y="381001"/>
                </a:lnTo>
                <a:lnTo>
                  <a:pt x="1400825" y="465383"/>
                </a:lnTo>
                <a:lnTo>
                  <a:pt x="1402285" y="444307"/>
                </a:lnTo>
                <a:lnTo>
                  <a:pt x="1405204" y="365553"/>
                </a:lnTo>
                <a:lnTo>
                  <a:pt x="1403745" y="454054"/>
                </a:lnTo>
                <a:lnTo>
                  <a:pt x="1405934" y="384951"/>
                </a:lnTo>
                <a:lnTo>
                  <a:pt x="1408854" y="432498"/>
                </a:lnTo>
                <a:lnTo>
                  <a:pt x="1409584" y="426503"/>
                </a:lnTo>
                <a:lnTo>
                  <a:pt x="1412504" y="372809"/>
                </a:lnTo>
                <a:lnTo>
                  <a:pt x="1413234" y="390938"/>
                </a:lnTo>
                <a:lnTo>
                  <a:pt x="1413964" y="340840"/>
                </a:lnTo>
                <a:lnTo>
                  <a:pt x="1415424" y="363149"/>
                </a:lnTo>
                <a:lnTo>
                  <a:pt x="1416884" y="431861"/>
                </a:lnTo>
                <a:lnTo>
                  <a:pt x="1417614" y="354979"/>
                </a:lnTo>
                <a:lnTo>
                  <a:pt x="1418344" y="396533"/>
                </a:lnTo>
                <a:lnTo>
                  <a:pt x="1419804" y="369636"/>
                </a:lnTo>
                <a:lnTo>
                  <a:pt x="1421994" y="374720"/>
                </a:lnTo>
                <a:lnTo>
                  <a:pt x="1424184" y="394865"/>
                </a:lnTo>
                <a:lnTo>
                  <a:pt x="1425644" y="334869"/>
                </a:lnTo>
                <a:lnTo>
                  <a:pt x="1427104" y="345445"/>
                </a:lnTo>
                <a:lnTo>
                  <a:pt x="1430754" y="381094"/>
                </a:lnTo>
                <a:lnTo>
                  <a:pt x="1432214" y="370381"/>
                </a:lnTo>
                <a:lnTo>
                  <a:pt x="1433673" y="364919"/>
                </a:lnTo>
                <a:lnTo>
                  <a:pt x="1435133" y="368758"/>
                </a:lnTo>
                <a:lnTo>
                  <a:pt x="1435863" y="370582"/>
                </a:lnTo>
                <a:lnTo>
                  <a:pt x="1436593" y="365170"/>
                </a:lnTo>
                <a:lnTo>
                  <a:pt x="1437323" y="366774"/>
                </a:lnTo>
                <a:lnTo>
                  <a:pt x="1438053" y="420415"/>
                </a:lnTo>
                <a:lnTo>
                  <a:pt x="1440243" y="410573"/>
                </a:lnTo>
                <a:lnTo>
                  <a:pt x="1442433" y="333747"/>
                </a:lnTo>
                <a:lnTo>
                  <a:pt x="1443893" y="349142"/>
                </a:lnTo>
                <a:lnTo>
                  <a:pt x="1446083" y="332970"/>
                </a:lnTo>
                <a:lnTo>
                  <a:pt x="1446813" y="339832"/>
                </a:lnTo>
                <a:lnTo>
                  <a:pt x="1449003" y="413206"/>
                </a:lnTo>
                <a:lnTo>
                  <a:pt x="1451193" y="407310"/>
                </a:lnTo>
                <a:lnTo>
                  <a:pt x="1451923" y="418792"/>
                </a:lnTo>
                <a:lnTo>
                  <a:pt x="1453383" y="371857"/>
                </a:lnTo>
                <a:lnTo>
                  <a:pt x="1454843" y="383521"/>
                </a:lnTo>
                <a:lnTo>
                  <a:pt x="1456303" y="423655"/>
                </a:lnTo>
                <a:lnTo>
                  <a:pt x="1459223" y="333117"/>
                </a:lnTo>
                <a:lnTo>
                  <a:pt x="1459953" y="350873"/>
                </a:lnTo>
                <a:lnTo>
                  <a:pt x="1464332" y="390935"/>
                </a:lnTo>
                <a:lnTo>
                  <a:pt x="1465062" y="382821"/>
                </a:lnTo>
                <a:lnTo>
                  <a:pt x="1465792" y="378611"/>
                </a:lnTo>
                <a:lnTo>
                  <a:pt x="1468712" y="327785"/>
                </a:lnTo>
                <a:lnTo>
                  <a:pt x="1470172" y="371087"/>
                </a:lnTo>
                <a:lnTo>
                  <a:pt x="1471632" y="354012"/>
                </a:lnTo>
                <a:lnTo>
                  <a:pt x="1472362" y="354401"/>
                </a:lnTo>
                <a:lnTo>
                  <a:pt x="1473822" y="329796"/>
                </a:lnTo>
                <a:lnTo>
                  <a:pt x="1474552" y="361952"/>
                </a:lnTo>
                <a:lnTo>
                  <a:pt x="1475282" y="357479"/>
                </a:lnTo>
                <a:lnTo>
                  <a:pt x="1476012" y="334552"/>
                </a:lnTo>
                <a:lnTo>
                  <a:pt x="1477472" y="358736"/>
                </a:lnTo>
                <a:lnTo>
                  <a:pt x="1478202" y="363111"/>
                </a:lnTo>
                <a:lnTo>
                  <a:pt x="1478932" y="344940"/>
                </a:lnTo>
                <a:lnTo>
                  <a:pt x="1480392" y="365493"/>
                </a:lnTo>
                <a:lnTo>
                  <a:pt x="1483312" y="386427"/>
                </a:lnTo>
                <a:lnTo>
                  <a:pt x="1484042" y="380629"/>
                </a:lnTo>
                <a:lnTo>
                  <a:pt x="1484772" y="369503"/>
                </a:lnTo>
                <a:lnTo>
                  <a:pt x="1486232" y="376095"/>
                </a:lnTo>
                <a:lnTo>
                  <a:pt x="1487692" y="388296"/>
                </a:lnTo>
                <a:lnTo>
                  <a:pt x="1488422" y="338048"/>
                </a:lnTo>
                <a:lnTo>
                  <a:pt x="1490611" y="367591"/>
                </a:lnTo>
                <a:lnTo>
                  <a:pt x="1491341" y="357017"/>
                </a:lnTo>
                <a:lnTo>
                  <a:pt x="1492071" y="386572"/>
                </a:lnTo>
                <a:lnTo>
                  <a:pt x="1494261" y="382995"/>
                </a:lnTo>
                <a:lnTo>
                  <a:pt x="1495721" y="416140"/>
                </a:lnTo>
                <a:lnTo>
                  <a:pt x="1497181" y="401140"/>
                </a:lnTo>
                <a:lnTo>
                  <a:pt x="1498641" y="384986"/>
                </a:lnTo>
                <a:lnTo>
                  <a:pt x="1499371" y="398745"/>
                </a:lnTo>
                <a:lnTo>
                  <a:pt x="1503021" y="441186"/>
                </a:lnTo>
                <a:lnTo>
                  <a:pt x="1503751" y="438425"/>
                </a:lnTo>
                <a:lnTo>
                  <a:pt x="1504481" y="423513"/>
                </a:lnTo>
                <a:lnTo>
                  <a:pt x="1505211" y="432347"/>
                </a:lnTo>
                <a:lnTo>
                  <a:pt x="1508131" y="490586"/>
                </a:lnTo>
                <a:lnTo>
                  <a:pt x="1509591" y="489969"/>
                </a:lnTo>
                <a:lnTo>
                  <a:pt x="1510321" y="491581"/>
                </a:lnTo>
                <a:lnTo>
                  <a:pt x="1514701" y="534324"/>
                </a:lnTo>
                <a:lnTo>
                  <a:pt x="1518351" y="562164"/>
                </a:lnTo>
                <a:lnTo>
                  <a:pt x="1519081" y="553375"/>
                </a:lnTo>
                <a:lnTo>
                  <a:pt x="1519810" y="546219"/>
                </a:lnTo>
                <a:lnTo>
                  <a:pt x="1520540" y="560266"/>
                </a:lnTo>
                <a:lnTo>
                  <a:pt x="1525650" y="589773"/>
                </a:lnTo>
                <a:lnTo>
                  <a:pt x="1526380" y="579527"/>
                </a:lnTo>
                <a:lnTo>
                  <a:pt x="1527110" y="595147"/>
                </a:lnTo>
                <a:lnTo>
                  <a:pt x="1540250" y="696416"/>
                </a:lnTo>
                <a:lnTo>
                  <a:pt x="1540980" y="682837"/>
                </a:lnTo>
                <a:lnTo>
                  <a:pt x="1543900" y="733935"/>
                </a:lnTo>
                <a:lnTo>
                  <a:pt x="1545360" y="707204"/>
                </a:lnTo>
                <a:lnTo>
                  <a:pt x="1546090" y="732002"/>
                </a:lnTo>
                <a:lnTo>
                  <a:pt x="1549739" y="805518"/>
                </a:lnTo>
                <a:lnTo>
                  <a:pt x="1551929" y="783214"/>
                </a:lnTo>
                <a:lnTo>
                  <a:pt x="1553389" y="767112"/>
                </a:lnTo>
                <a:lnTo>
                  <a:pt x="1555579" y="827890"/>
                </a:lnTo>
                <a:lnTo>
                  <a:pt x="1559229" y="877723"/>
                </a:lnTo>
                <a:lnTo>
                  <a:pt x="1562149" y="946440"/>
                </a:lnTo>
                <a:lnTo>
                  <a:pt x="1564339" y="847289"/>
                </a:lnTo>
                <a:lnTo>
                  <a:pt x="1565069" y="871431"/>
                </a:lnTo>
                <a:lnTo>
                  <a:pt x="1566529" y="914026"/>
                </a:lnTo>
                <a:lnTo>
                  <a:pt x="1567259" y="889517"/>
                </a:lnTo>
                <a:lnTo>
                  <a:pt x="1570909" y="717753"/>
                </a:lnTo>
                <a:lnTo>
                  <a:pt x="1571639" y="750682"/>
                </a:lnTo>
                <a:lnTo>
                  <a:pt x="1573829" y="826488"/>
                </a:lnTo>
                <a:lnTo>
                  <a:pt x="1575289" y="697907"/>
                </a:lnTo>
                <a:lnTo>
                  <a:pt x="1576749" y="721659"/>
                </a:lnTo>
                <a:lnTo>
                  <a:pt x="1578208" y="760747"/>
                </a:lnTo>
                <a:lnTo>
                  <a:pt x="1578938" y="741765"/>
                </a:lnTo>
                <a:lnTo>
                  <a:pt x="1581128" y="589269"/>
                </a:lnTo>
                <a:lnTo>
                  <a:pt x="1581858" y="746815"/>
                </a:lnTo>
                <a:lnTo>
                  <a:pt x="1584048" y="713546"/>
                </a:lnTo>
                <a:lnTo>
                  <a:pt x="1585508" y="617480"/>
                </a:lnTo>
                <a:lnTo>
                  <a:pt x="1586238" y="695201"/>
                </a:lnTo>
                <a:lnTo>
                  <a:pt x="1586968" y="695848"/>
                </a:lnTo>
                <a:lnTo>
                  <a:pt x="1587698" y="741132"/>
                </a:lnTo>
                <a:lnTo>
                  <a:pt x="1588428" y="659921"/>
                </a:lnTo>
                <a:lnTo>
                  <a:pt x="1589158" y="635873"/>
                </a:lnTo>
                <a:lnTo>
                  <a:pt x="1589888" y="716903"/>
                </a:lnTo>
                <a:lnTo>
                  <a:pt x="1591348" y="623585"/>
                </a:lnTo>
                <a:lnTo>
                  <a:pt x="1592808" y="491854"/>
                </a:lnTo>
                <a:lnTo>
                  <a:pt x="1593538" y="574034"/>
                </a:lnTo>
                <a:lnTo>
                  <a:pt x="1594268" y="644706"/>
                </a:lnTo>
                <a:lnTo>
                  <a:pt x="1595728" y="598641"/>
                </a:lnTo>
                <a:lnTo>
                  <a:pt x="1600838" y="418801"/>
                </a:lnTo>
                <a:lnTo>
                  <a:pt x="1602298" y="461630"/>
                </a:lnTo>
                <a:lnTo>
                  <a:pt x="1603028" y="460508"/>
                </a:lnTo>
                <a:lnTo>
                  <a:pt x="1603758" y="488042"/>
                </a:lnTo>
                <a:lnTo>
                  <a:pt x="1605218" y="462471"/>
                </a:lnTo>
                <a:lnTo>
                  <a:pt x="1605948" y="463593"/>
                </a:lnTo>
                <a:lnTo>
                  <a:pt x="1606677" y="448639"/>
                </a:lnTo>
                <a:lnTo>
                  <a:pt x="1608867" y="451653"/>
                </a:lnTo>
                <a:lnTo>
                  <a:pt x="1611057" y="442671"/>
                </a:lnTo>
                <a:lnTo>
                  <a:pt x="1611787" y="450046"/>
                </a:lnTo>
                <a:lnTo>
                  <a:pt x="1612517" y="464878"/>
                </a:lnTo>
                <a:lnTo>
                  <a:pt x="1613247" y="460552"/>
                </a:lnTo>
                <a:lnTo>
                  <a:pt x="1614707" y="408326"/>
                </a:lnTo>
                <a:lnTo>
                  <a:pt x="1616167" y="434386"/>
                </a:lnTo>
                <a:lnTo>
                  <a:pt x="1616897" y="458121"/>
                </a:lnTo>
                <a:lnTo>
                  <a:pt x="1619087" y="316294"/>
                </a:lnTo>
                <a:lnTo>
                  <a:pt x="1620547" y="323905"/>
                </a:lnTo>
                <a:lnTo>
                  <a:pt x="1622737" y="400017"/>
                </a:lnTo>
                <a:lnTo>
                  <a:pt x="1624197" y="375925"/>
                </a:lnTo>
                <a:lnTo>
                  <a:pt x="1632957" y="445829"/>
                </a:lnTo>
                <a:lnTo>
                  <a:pt x="1633687" y="431323"/>
                </a:lnTo>
                <a:lnTo>
                  <a:pt x="1634417" y="443664"/>
                </a:lnTo>
                <a:lnTo>
                  <a:pt x="1638066" y="467724"/>
                </a:lnTo>
                <a:lnTo>
                  <a:pt x="1640256" y="462714"/>
                </a:lnTo>
                <a:lnTo>
                  <a:pt x="1642446" y="490374"/>
                </a:lnTo>
                <a:lnTo>
                  <a:pt x="1643176" y="486998"/>
                </a:lnTo>
                <a:lnTo>
                  <a:pt x="1644636" y="452198"/>
                </a:lnTo>
                <a:lnTo>
                  <a:pt x="1646096" y="477302"/>
                </a:lnTo>
                <a:lnTo>
                  <a:pt x="1649746" y="529797"/>
                </a:lnTo>
                <a:lnTo>
                  <a:pt x="1650476" y="493054"/>
                </a:lnTo>
                <a:lnTo>
                  <a:pt x="1652666" y="508312"/>
                </a:lnTo>
                <a:lnTo>
                  <a:pt x="1653396" y="517857"/>
                </a:lnTo>
                <a:lnTo>
                  <a:pt x="1654126" y="503962"/>
                </a:lnTo>
                <a:lnTo>
                  <a:pt x="1654856" y="494438"/>
                </a:lnTo>
                <a:lnTo>
                  <a:pt x="1655586" y="501988"/>
                </a:lnTo>
                <a:lnTo>
                  <a:pt x="1657046" y="526153"/>
                </a:lnTo>
                <a:lnTo>
                  <a:pt x="1657776" y="511238"/>
                </a:lnTo>
                <a:lnTo>
                  <a:pt x="1658506" y="487337"/>
                </a:lnTo>
                <a:lnTo>
                  <a:pt x="1659966" y="505124"/>
                </a:lnTo>
                <a:lnTo>
                  <a:pt x="1661426" y="535570"/>
                </a:lnTo>
                <a:lnTo>
                  <a:pt x="1662156" y="515545"/>
                </a:lnTo>
                <a:lnTo>
                  <a:pt x="1663616" y="487382"/>
                </a:lnTo>
                <a:lnTo>
                  <a:pt x="1665075" y="549106"/>
                </a:lnTo>
                <a:lnTo>
                  <a:pt x="1666535" y="510845"/>
                </a:lnTo>
                <a:lnTo>
                  <a:pt x="1667995" y="489790"/>
                </a:lnTo>
                <a:lnTo>
                  <a:pt x="1669455" y="496459"/>
                </a:lnTo>
                <a:lnTo>
                  <a:pt x="1670185" y="508238"/>
                </a:lnTo>
                <a:lnTo>
                  <a:pt x="1671645" y="492360"/>
                </a:lnTo>
                <a:lnTo>
                  <a:pt x="1672375" y="497951"/>
                </a:lnTo>
                <a:lnTo>
                  <a:pt x="1673835" y="530914"/>
                </a:lnTo>
                <a:lnTo>
                  <a:pt x="1674565" y="507912"/>
                </a:lnTo>
                <a:lnTo>
                  <a:pt x="1676755" y="492785"/>
                </a:lnTo>
                <a:lnTo>
                  <a:pt x="1676025" y="508644"/>
                </a:lnTo>
                <a:lnTo>
                  <a:pt x="1677485" y="503364"/>
                </a:lnTo>
                <a:lnTo>
                  <a:pt x="1678215" y="501844"/>
                </a:lnTo>
                <a:lnTo>
                  <a:pt x="1679675" y="525274"/>
                </a:lnTo>
                <a:lnTo>
                  <a:pt x="1680405" y="524797"/>
                </a:lnTo>
                <a:lnTo>
                  <a:pt x="1681865" y="497490"/>
                </a:lnTo>
                <a:lnTo>
                  <a:pt x="1683325" y="501483"/>
                </a:lnTo>
                <a:lnTo>
                  <a:pt x="1684055" y="510660"/>
                </a:lnTo>
                <a:lnTo>
                  <a:pt x="1684785" y="503654"/>
                </a:lnTo>
                <a:lnTo>
                  <a:pt x="1685515" y="494364"/>
                </a:lnTo>
                <a:lnTo>
                  <a:pt x="1686975" y="501782"/>
                </a:lnTo>
                <a:lnTo>
                  <a:pt x="1687705" y="529008"/>
                </a:lnTo>
                <a:lnTo>
                  <a:pt x="1688435" y="521410"/>
                </a:lnTo>
                <a:lnTo>
                  <a:pt x="1689165" y="475771"/>
                </a:lnTo>
                <a:lnTo>
                  <a:pt x="1691355" y="493430"/>
                </a:lnTo>
                <a:lnTo>
                  <a:pt x="1694274" y="534662"/>
                </a:lnTo>
                <a:lnTo>
                  <a:pt x="1696464" y="460027"/>
                </a:lnTo>
                <a:lnTo>
                  <a:pt x="1697194" y="471394"/>
                </a:lnTo>
                <a:lnTo>
                  <a:pt x="1698654" y="517653"/>
                </a:lnTo>
                <a:lnTo>
                  <a:pt x="1700114" y="509105"/>
                </a:lnTo>
                <a:lnTo>
                  <a:pt x="1703034" y="469554"/>
                </a:lnTo>
                <a:lnTo>
                  <a:pt x="1704494" y="509175"/>
                </a:lnTo>
                <a:lnTo>
                  <a:pt x="1705954" y="488046"/>
                </a:lnTo>
                <a:lnTo>
                  <a:pt x="1708874" y="452826"/>
                </a:lnTo>
                <a:lnTo>
                  <a:pt x="1710334" y="470855"/>
                </a:lnTo>
                <a:lnTo>
                  <a:pt x="1711794" y="509024"/>
                </a:lnTo>
                <a:lnTo>
                  <a:pt x="1713254" y="492589"/>
                </a:lnTo>
                <a:lnTo>
                  <a:pt x="1713984" y="474230"/>
                </a:lnTo>
                <a:lnTo>
                  <a:pt x="1715444" y="478342"/>
                </a:lnTo>
                <a:lnTo>
                  <a:pt x="1716174" y="487938"/>
                </a:lnTo>
                <a:lnTo>
                  <a:pt x="1716904" y="485426"/>
                </a:lnTo>
                <a:lnTo>
                  <a:pt x="1719824" y="441440"/>
                </a:lnTo>
                <a:lnTo>
                  <a:pt x="1721284" y="483324"/>
                </a:lnTo>
                <a:lnTo>
                  <a:pt x="1722743" y="468157"/>
                </a:lnTo>
                <a:lnTo>
                  <a:pt x="1724933" y="424908"/>
                </a:lnTo>
                <a:lnTo>
                  <a:pt x="1725663" y="442851"/>
                </a:lnTo>
                <a:lnTo>
                  <a:pt x="1726393" y="481582"/>
                </a:lnTo>
                <a:lnTo>
                  <a:pt x="1727853" y="436389"/>
                </a:lnTo>
                <a:lnTo>
                  <a:pt x="1728583" y="437867"/>
                </a:lnTo>
                <a:lnTo>
                  <a:pt x="1730773" y="477800"/>
                </a:lnTo>
                <a:lnTo>
                  <a:pt x="1731503" y="458374"/>
                </a:lnTo>
                <a:lnTo>
                  <a:pt x="1732233" y="448069"/>
                </a:lnTo>
                <a:lnTo>
                  <a:pt x="1733693" y="457979"/>
                </a:lnTo>
                <a:lnTo>
                  <a:pt x="1734423" y="463278"/>
                </a:lnTo>
                <a:lnTo>
                  <a:pt x="1736613" y="409255"/>
                </a:lnTo>
                <a:lnTo>
                  <a:pt x="1737343" y="422224"/>
                </a:lnTo>
                <a:lnTo>
                  <a:pt x="1738803" y="433041"/>
                </a:lnTo>
                <a:lnTo>
                  <a:pt x="1739533" y="400202"/>
                </a:lnTo>
                <a:lnTo>
                  <a:pt x="1741723" y="426430"/>
                </a:lnTo>
                <a:lnTo>
                  <a:pt x="1742453" y="425272"/>
                </a:lnTo>
                <a:lnTo>
                  <a:pt x="1743183" y="416223"/>
                </a:lnTo>
                <a:lnTo>
                  <a:pt x="1744643" y="424603"/>
                </a:lnTo>
                <a:lnTo>
                  <a:pt x="1745373" y="444067"/>
                </a:lnTo>
                <a:lnTo>
                  <a:pt x="1746103" y="428562"/>
                </a:lnTo>
                <a:lnTo>
                  <a:pt x="1748293" y="381626"/>
                </a:lnTo>
                <a:lnTo>
                  <a:pt x="1751212" y="414531"/>
                </a:lnTo>
                <a:lnTo>
                  <a:pt x="1752672" y="372646"/>
                </a:lnTo>
                <a:lnTo>
                  <a:pt x="1754133" y="377263"/>
                </a:lnTo>
                <a:lnTo>
                  <a:pt x="1754862" y="396561"/>
                </a:lnTo>
                <a:lnTo>
                  <a:pt x="1755592" y="365709"/>
                </a:lnTo>
                <a:lnTo>
                  <a:pt x="1756323" y="381631"/>
                </a:lnTo>
                <a:lnTo>
                  <a:pt x="1757053" y="364710"/>
                </a:lnTo>
                <a:lnTo>
                  <a:pt x="1758512" y="383785"/>
                </a:lnTo>
                <a:lnTo>
                  <a:pt x="1759243" y="383679"/>
                </a:lnTo>
                <a:lnTo>
                  <a:pt x="1760703" y="374421"/>
                </a:lnTo>
                <a:lnTo>
                  <a:pt x="1761433" y="377599"/>
                </a:lnTo>
                <a:lnTo>
                  <a:pt x="1762893" y="382154"/>
                </a:lnTo>
                <a:lnTo>
                  <a:pt x="1764353" y="334411"/>
                </a:lnTo>
                <a:lnTo>
                  <a:pt x="1765083" y="364390"/>
                </a:lnTo>
                <a:lnTo>
                  <a:pt x="1765813" y="372521"/>
                </a:lnTo>
                <a:lnTo>
                  <a:pt x="1766543" y="359743"/>
                </a:lnTo>
                <a:lnTo>
                  <a:pt x="1767273" y="369514"/>
                </a:lnTo>
                <a:lnTo>
                  <a:pt x="1769463" y="343370"/>
                </a:lnTo>
                <a:lnTo>
                  <a:pt x="1770193" y="347795"/>
                </a:lnTo>
                <a:lnTo>
                  <a:pt x="1770923" y="382125"/>
                </a:lnTo>
                <a:lnTo>
                  <a:pt x="1772382" y="354730"/>
                </a:lnTo>
                <a:lnTo>
                  <a:pt x="1774572" y="321778"/>
                </a:lnTo>
                <a:lnTo>
                  <a:pt x="1775302" y="354731"/>
                </a:lnTo>
                <a:lnTo>
                  <a:pt x="1777492" y="335727"/>
                </a:lnTo>
                <a:lnTo>
                  <a:pt x="1778222" y="308697"/>
                </a:lnTo>
                <a:lnTo>
                  <a:pt x="1779682" y="335419"/>
                </a:lnTo>
                <a:lnTo>
                  <a:pt x="1780412" y="370866"/>
                </a:lnTo>
                <a:lnTo>
                  <a:pt x="1781142" y="363755"/>
                </a:lnTo>
                <a:lnTo>
                  <a:pt x="1783332" y="294730"/>
                </a:lnTo>
                <a:lnTo>
                  <a:pt x="1784062" y="296747"/>
                </a:lnTo>
                <a:lnTo>
                  <a:pt x="1788442" y="366307"/>
                </a:lnTo>
                <a:lnTo>
                  <a:pt x="1790632" y="333731"/>
                </a:lnTo>
                <a:lnTo>
                  <a:pt x="1789902" y="377447"/>
                </a:lnTo>
                <a:lnTo>
                  <a:pt x="1792092" y="338186"/>
                </a:lnTo>
                <a:lnTo>
                  <a:pt x="1792822" y="365994"/>
                </a:lnTo>
                <a:lnTo>
                  <a:pt x="1794282" y="321930"/>
                </a:lnTo>
                <a:lnTo>
                  <a:pt x="1795012" y="319929"/>
                </a:lnTo>
                <a:lnTo>
                  <a:pt x="1796472" y="366616"/>
                </a:lnTo>
                <a:lnTo>
                  <a:pt x="1797932" y="342045"/>
                </a:lnTo>
                <a:lnTo>
                  <a:pt x="1799392" y="310089"/>
                </a:lnTo>
                <a:lnTo>
                  <a:pt x="1800122" y="316680"/>
                </a:lnTo>
                <a:lnTo>
                  <a:pt x="1803041" y="370680"/>
                </a:lnTo>
                <a:lnTo>
                  <a:pt x="1805231" y="325275"/>
                </a:lnTo>
                <a:lnTo>
                  <a:pt x="1805961" y="353428"/>
                </a:lnTo>
                <a:lnTo>
                  <a:pt x="1806691" y="369042"/>
                </a:lnTo>
                <a:lnTo>
                  <a:pt x="1807421" y="358859"/>
                </a:lnTo>
                <a:lnTo>
                  <a:pt x="1808151" y="327097"/>
                </a:lnTo>
                <a:lnTo>
                  <a:pt x="1809611" y="351405"/>
                </a:lnTo>
                <a:lnTo>
                  <a:pt x="1810341" y="369919"/>
                </a:lnTo>
                <a:lnTo>
                  <a:pt x="1811071" y="327202"/>
                </a:lnTo>
                <a:lnTo>
                  <a:pt x="1811801" y="331458"/>
                </a:lnTo>
                <a:lnTo>
                  <a:pt x="1813261" y="360581"/>
                </a:lnTo>
                <a:lnTo>
                  <a:pt x="1813991" y="335830"/>
                </a:lnTo>
                <a:lnTo>
                  <a:pt x="1814721" y="309686"/>
                </a:lnTo>
                <a:lnTo>
                  <a:pt x="1816181" y="326194"/>
                </a:lnTo>
                <a:lnTo>
                  <a:pt x="1819831" y="396704"/>
                </a:lnTo>
                <a:lnTo>
                  <a:pt x="1822021" y="308962"/>
                </a:lnTo>
                <a:lnTo>
                  <a:pt x="1823481" y="347727"/>
                </a:lnTo>
                <a:lnTo>
                  <a:pt x="1824941" y="374452"/>
                </a:lnTo>
                <a:lnTo>
                  <a:pt x="1826401" y="301454"/>
                </a:lnTo>
                <a:lnTo>
                  <a:pt x="1827861" y="335910"/>
                </a:lnTo>
                <a:lnTo>
                  <a:pt x="1829320" y="405421"/>
                </a:lnTo>
                <a:lnTo>
                  <a:pt x="1830050" y="370093"/>
                </a:lnTo>
                <a:lnTo>
                  <a:pt x="1832970" y="311899"/>
                </a:lnTo>
                <a:lnTo>
                  <a:pt x="1834430" y="372854"/>
                </a:lnTo>
                <a:lnTo>
                  <a:pt x="1835890" y="326929"/>
                </a:lnTo>
                <a:lnTo>
                  <a:pt x="1837350" y="350905"/>
                </a:lnTo>
                <a:lnTo>
                  <a:pt x="1838080" y="297439"/>
                </a:lnTo>
                <a:lnTo>
                  <a:pt x="1839540" y="379898"/>
                </a:lnTo>
                <a:lnTo>
                  <a:pt x="1841730" y="292946"/>
                </a:lnTo>
                <a:lnTo>
                  <a:pt x="1842460" y="317403"/>
                </a:lnTo>
                <a:lnTo>
                  <a:pt x="1846840" y="408165"/>
                </a:lnTo>
                <a:lnTo>
                  <a:pt x="1849760" y="317097"/>
                </a:lnTo>
                <a:lnTo>
                  <a:pt x="1850490" y="329398"/>
                </a:lnTo>
                <a:lnTo>
                  <a:pt x="1851220" y="328798"/>
                </a:lnTo>
                <a:lnTo>
                  <a:pt x="1851950" y="324708"/>
                </a:lnTo>
                <a:lnTo>
                  <a:pt x="1853410" y="376661"/>
                </a:lnTo>
                <a:lnTo>
                  <a:pt x="1854140" y="360733"/>
                </a:lnTo>
                <a:lnTo>
                  <a:pt x="1855600" y="325370"/>
                </a:lnTo>
                <a:lnTo>
                  <a:pt x="1856330" y="388062"/>
                </a:lnTo>
                <a:lnTo>
                  <a:pt x="1857790" y="322636"/>
                </a:lnTo>
                <a:lnTo>
                  <a:pt x="1858519" y="356128"/>
                </a:lnTo>
                <a:lnTo>
                  <a:pt x="1859249" y="317801"/>
                </a:lnTo>
                <a:lnTo>
                  <a:pt x="1860709" y="325471"/>
                </a:lnTo>
                <a:lnTo>
                  <a:pt x="1862169" y="381213"/>
                </a:lnTo>
                <a:lnTo>
                  <a:pt x="1862899" y="371554"/>
                </a:lnTo>
                <a:lnTo>
                  <a:pt x="1864359" y="298871"/>
                </a:lnTo>
                <a:lnTo>
                  <a:pt x="1865819" y="335225"/>
                </a:lnTo>
                <a:lnTo>
                  <a:pt x="1868009" y="301835"/>
                </a:lnTo>
                <a:lnTo>
                  <a:pt x="1868739" y="330471"/>
                </a:lnTo>
                <a:lnTo>
                  <a:pt x="1870199" y="273175"/>
                </a:lnTo>
                <a:lnTo>
                  <a:pt x="1871659" y="277971"/>
                </a:lnTo>
                <a:lnTo>
                  <a:pt x="1872389" y="327844"/>
                </a:lnTo>
                <a:lnTo>
                  <a:pt x="1873849" y="290926"/>
                </a:lnTo>
                <a:lnTo>
                  <a:pt x="1874579" y="276650"/>
                </a:lnTo>
                <a:lnTo>
                  <a:pt x="1875309" y="334440"/>
                </a:lnTo>
                <a:lnTo>
                  <a:pt x="1876039" y="245450"/>
                </a:lnTo>
                <a:lnTo>
                  <a:pt x="1877499" y="136824"/>
                </a:lnTo>
                <a:lnTo>
                  <a:pt x="1878229" y="292807"/>
                </a:lnTo>
                <a:lnTo>
                  <a:pt x="1880419" y="211282"/>
                </a:lnTo>
                <a:lnTo>
                  <a:pt x="1881149" y="274766"/>
                </a:lnTo>
                <a:lnTo>
                  <a:pt x="1882609" y="227539"/>
                </a:lnTo>
                <a:lnTo>
                  <a:pt x="1883339" y="232383"/>
                </a:lnTo>
                <a:lnTo>
                  <a:pt x="1884069" y="294229"/>
                </a:lnTo>
                <a:lnTo>
                  <a:pt x="1885529" y="231857"/>
                </a:lnTo>
                <a:lnTo>
                  <a:pt x="1886259" y="226282"/>
                </a:lnTo>
                <a:lnTo>
                  <a:pt x="1887718" y="256691"/>
                </a:lnTo>
                <a:lnTo>
                  <a:pt x="1888448" y="250309"/>
                </a:lnTo>
                <a:lnTo>
                  <a:pt x="1889178" y="219558"/>
                </a:lnTo>
                <a:lnTo>
                  <a:pt x="1889908" y="253987"/>
                </a:lnTo>
                <a:lnTo>
                  <a:pt x="1890638" y="253310"/>
                </a:lnTo>
                <a:lnTo>
                  <a:pt x="1892098" y="281828"/>
                </a:lnTo>
                <a:lnTo>
                  <a:pt x="1892828" y="255944"/>
                </a:lnTo>
                <a:lnTo>
                  <a:pt x="1893558" y="252616"/>
                </a:lnTo>
                <a:lnTo>
                  <a:pt x="1894288" y="261221"/>
                </a:lnTo>
                <a:lnTo>
                  <a:pt x="1895018" y="271094"/>
                </a:lnTo>
                <a:lnTo>
                  <a:pt x="1895748" y="213249"/>
                </a:lnTo>
                <a:lnTo>
                  <a:pt x="1897208" y="234447"/>
                </a:lnTo>
                <a:lnTo>
                  <a:pt x="1898668" y="282115"/>
                </a:lnTo>
                <a:lnTo>
                  <a:pt x="1900128" y="280380"/>
                </a:lnTo>
                <a:lnTo>
                  <a:pt x="1900858" y="285166"/>
                </a:lnTo>
                <a:lnTo>
                  <a:pt x="1901588" y="223647"/>
                </a:lnTo>
                <a:lnTo>
                  <a:pt x="1903048" y="264927"/>
                </a:lnTo>
                <a:lnTo>
                  <a:pt x="1903778" y="264198"/>
                </a:lnTo>
                <a:lnTo>
                  <a:pt x="1905238" y="312989"/>
                </a:lnTo>
                <a:lnTo>
                  <a:pt x="1905968" y="290948"/>
                </a:lnTo>
                <a:lnTo>
                  <a:pt x="1907428" y="250100"/>
                </a:lnTo>
                <a:lnTo>
                  <a:pt x="1908158" y="274681"/>
                </a:lnTo>
                <a:lnTo>
                  <a:pt x="1908888" y="305134"/>
                </a:lnTo>
                <a:lnTo>
                  <a:pt x="1909618" y="263912"/>
                </a:lnTo>
                <a:lnTo>
                  <a:pt x="1910348" y="222459"/>
                </a:lnTo>
                <a:lnTo>
                  <a:pt x="1911078" y="272673"/>
                </a:lnTo>
                <a:lnTo>
                  <a:pt x="1912538" y="316626"/>
                </a:lnTo>
                <a:lnTo>
                  <a:pt x="1913268" y="272282"/>
                </a:lnTo>
                <a:lnTo>
                  <a:pt x="1913998" y="302687"/>
                </a:lnTo>
                <a:lnTo>
                  <a:pt x="1916917" y="339577"/>
                </a:lnTo>
                <a:lnTo>
                  <a:pt x="1917647" y="338169"/>
                </a:lnTo>
                <a:lnTo>
                  <a:pt x="1919107" y="242876"/>
                </a:lnTo>
                <a:lnTo>
                  <a:pt x="1920567" y="298385"/>
                </a:lnTo>
                <a:lnTo>
                  <a:pt x="1921297" y="322250"/>
                </a:lnTo>
                <a:lnTo>
                  <a:pt x="1922757" y="322140"/>
                </a:lnTo>
                <a:lnTo>
                  <a:pt x="1924217" y="255301"/>
                </a:lnTo>
                <a:lnTo>
                  <a:pt x="1924947" y="292324"/>
                </a:lnTo>
                <a:lnTo>
                  <a:pt x="1926407" y="328610"/>
                </a:lnTo>
                <a:lnTo>
                  <a:pt x="1927137" y="280795"/>
                </a:lnTo>
                <a:lnTo>
                  <a:pt x="1928597" y="288278"/>
                </a:lnTo>
                <a:lnTo>
                  <a:pt x="1930057" y="332385"/>
                </a:lnTo>
                <a:lnTo>
                  <a:pt x="1931517" y="304835"/>
                </a:lnTo>
                <a:lnTo>
                  <a:pt x="1932247" y="304259"/>
                </a:lnTo>
                <a:lnTo>
                  <a:pt x="1934437" y="349552"/>
                </a:lnTo>
                <a:lnTo>
                  <a:pt x="1936627" y="285526"/>
                </a:lnTo>
                <a:lnTo>
                  <a:pt x="1937357" y="318731"/>
                </a:lnTo>
                <a:lnTo>
                  <a:pt x="1938087" y="316879"/>
                </a:lnTo>
                <a:lnTo>
                  <a:pt x="1938817" y="274632"/>
                </a:lnTo>
                <a:lnTo>
                  <a:pt x="1939547" y="278829"/>
                </a:lnTo>
                <a:lnTo>
                  <a:pt x="1940277" y="347484"/>
                </a:lnTo>
                <a:lnTo>
                  <a:pt x="1942467" y="307310"/>
                </a:lnTo>
                <a:lnTo>
                  <a:pt x="1943197" y="278119"/>
                </a:lnTo>
                <a:lnTo>
                  <a:pt x="1943927" y="326384"/>
                </a:lnTo>
                <a:lnTo>
                  <a:pt x="1945386" y="378478"/>
                </a:lnTo>
                <a:lnTo>
                  <a:pt x="1946116" y="320954"/>
                </a:lnTo>
                <a:lnTo>
                  <a:pt x="1949036" y="376267"/>
                </a:lnTo>
                <a:lnTo>
                  <a:pt x="1949766" y="368274"/>
                </a:lnTo>
                <a:lnTo>
                  <a:pt x="1951226" y="347708"/>
                </a:lnTo>
                <a:lnTo>
                  <a:pt x="1952686" y="387605"/>
                </a:lnTo>
                <a:lnTo>
                  <a:pt x="1953416" y="344409"/>
                </a:lnTo>
                <a:lnTo>
                  <a:pt x="1955606" y="313355"/>
                </a:lnTo>
                <a:lnTo>
                  <a:pt x="1959256" y="396049"/>
                </a:lnTo>
                <a:lnTo>
                  <a:pt x="1960716" y="326086"/>
                </a:lnTo>
                <a:lnTo>
                  <a:pt x="1962176" y="350907"/>
                </a:lnTo>
                <a:lnTo>
                  <a:pt x="1963636" y="385060"/>
                </a:lnTo>
                <a:lnTo>
                  <a:pt x="1964366" y="345118"/>
                </a:lnTo>
                <a:lnTo>
                  <a:pt x="1965096" y="325235"/>
                </a:lnTo>
                <a:lnTo>
                  <a:pt x="1965826" y="346799"/>
                </a:lnTo>
                <a:lnTo>
                  <a:pt x="1966556" y="333469"/>
                </a:lnTo>
                <a:lnTo>
                  <a:pt x="1967286" y="347342"/>
                </a:lnTo>
                <a:lnTo>
                  <a:pt x="1968016" y="331527"/>
                </a:lnTo>
                <a:lnTo>
                  <a:pt x="1968746" y="334830"/>
                </a:lnTo>
                <a:lnTo>
                  <a:pt x="1969476" y="328339"/>
                </a:lnTo>
                <a:lnTo>
                  <a:pt x="1970206" y="346289"/>
                </a:lnTo>
                <a:lnTo>
                  <a:pt x="1971666" y="325551"/>
                </a:lnTo>
                <a:lnTo>
                  <a:pt x="1972396" y="318483"/>
                </a:lnTo>
                <a:lnTo>
                  <a:pt x="1973126" y="323217"/>
                </a:lnTo>
                <a:lnTo>
                  <a:pt x="1973855" y="351153"/>
                </a:lnTo>
                <a:lnTo>
                  <a:pt x="1976045" y="349130"/>
                </a:lnTo>
                <a:lnTo>
                  <a:pt x="1977505" y="310059"/>
                </a:lnTo>
                <a:lnTo>
                  <a:pt x="1978235" y="354345"/>
                </a:lnTo>
                <a:lnTo>
                  <a:pt x="1978965" y="328270"/>
                </a:lnTo>
                <a:lnTo>
                  <a:pt x="1979695" y="312315"/>
                </a:lnTo>
                <a:lnTo>
                  <a:pt x="1980425" y="344173"/>
                </a:lnTo>
                <a:lnTo>
                  <a:pt x="1981155" y="327260"/>
                </a:lnTo>
                <a:lnTo>
                  <a:pt x="1981885" y="322169"/>
                </a:lnTo>
                <a:lnTo>
                  <a:pt x="1982615" y="323386"/>
                </a:lnTo>
                <a:lnTo>
                  <a:pt x="1983345" y="367768"/>
                </a:lnTo>
                <a:lnTo>
                  <a:pt x="1984805" y="324456"/>
                </a:lnTo>
                <a:lnTo>
                  <a:pt x="1985535" y="318608"/>
                </a:lnTo>
                <a:lnTo>
                  <a:pt x="1986265" y="319391"/>
                </a:lnTo>
                <a:lnTo>
                  <a:pt x="1986995" y="353095"/>
                </a:lnTo>
                <a:lnTo>
                  <a:pt x="1987725" y="333019"/>
                </a:lnTo>
                <a:lnTo>
                  <a:pt x="1988455" y="286146"/>
                </a:lnTo>
                <a:lnTo>
                  <a:pt x="1989915" y="333298"/>
                </a:lnTo>
                <a:lnTo>
                  <a:pt x="1990645" y="331160"/>
                </a:lnTo>
                <a:lnTo>
                  <a:pt x="1991375" y="363265"/>
                </a:lnTo>
                <a:lnTo>
                  <a:pt x="1992105" y="309705"/>
                </a:lnTo>
                <a:lnTo>
                  <a:pt x="1992835" y="338794"/>
                </a:lnTo>
                <a:lnTo>
                  <a:pt x="1994295" y="340441"/>
                </a:lnTo>
                <a:lnTo>
                  <a:pt x="1995025" y="314359"/>
                </a:lnTo>
                <a:lnTo>
                  <a:pt x="1995755" y="348857"/>
                </a:lnTo>
                <a:lnTo>
                  <a:pt x="1997215" y="307349"/>
                </a:lnTo>
                <a:lnTo>
                  <a:pt x="1998675" y="366811"/>
                </a:lnTo>
                <a:lnTo>
                  <a:pt x="1999405" y="345121"/>
                </a:lnTo>
                <a:lnTo>
                  <a:pt x="2001595" y="288147"/>
                </a:lnTo>
                <a:lnTo>
                  <a:pt x="2002325" y="302046"/>
                </a:lnTo>
                <a:lnTo>
                  <a:pt x="2003784" y="349386"/>
                </a:lnTo>
                <a:lnTo>
                  <a:pt x="2004514" y="306352"/>
                </a:lnTo>
                <a:lnTo>
                  <a:pt x="2006704" y="287398"/>
                </a:lnTo>
                <a:lnTo>
                  <a:pt x="2007434" y="289505"/>
                </a:lnTo>
                <a:lnTo>
                  <a:pt x="2008894" y="344753"/>
                </a:lnTo>
                <a:lnTo>
                  <a:pt x="2010354" y="325875"/>
                </a:lnTo>
                <a:lnTo>
                  <a:pt x="2011084" y="329439"/>
                </a:lnTo>
                <a:lnTo>
                  <a:pt x="2011814" y="299530"/>
                </a:lnTo>
                <a:lnTo>
                  <a:pt x="2013274" y="300881"/>
                </a:lnTo>
                <a:lnTo>
                  <a:pt x="2014734" y="337527"/>
                </a:lnTo>
                <a:lnTo>
                  <a:pt x="2015464" y="316285"/>
                </a:lnTo>
                <a:lnTo>
                  <a:pt x="2016194" y="299848"/>
                </a:lnTo>
                <a:lnTo>
                  <a:pt x="2016924" y="349388"/>
                </a:lnTo>
                <a:lnTo>
                  <a:pt x="2018384" y="326658"/>
                </a:lnTo>
                <a:lnTo>
                  <a:pt x="2021304" y="277499"/>
                </a:lnTo>
                <a:lnTo>
                  <a:pt x="2024954" y="308715"/>
                </a:lnTo>
                <a:lnTo>
                  <a:pt x="2026414" y="326364"/>
                </a:lnTo>
                <a:lnTo>
                  <a:pt x="2027144" y="311160"/>
                </a:lnTo>
                <a:lnTo>
                  <a:pt x="2028604" y="331013"/>
                </a:lnTo>
                <a:lnTo>
                  <a:pt x="2030794" y="270149"/>
                </a:lnTo>
                <a:lnTo>
                  <a:pt x="2032253" y="306286"/>
                </a:lnTo>
                <a:lnTo>
                  <a:pt x="2032983" y="304227"/>
                </a:lnTo>
                <a:lnTo>
                  <a:pt x="2035173" y="256921"/>
                </a:lnTo>
                <a:lnTo>
                  <a:pt x="2034443" y="304769"/>
                </a:lnTo>
                <a:lnTo>
                  <a:pt x="2035903" y="267370"/>
                </a:lnTo>
                <a:lnTo>
                  <a:pt x="2036633" y="301362"/>
                </a:lnTo>
                <a:lnTo>
                  <a:pt x="2037363" y="263201"/>
                </a:lnTo>
                <a:lnTo>
                  <a:pt x="2038093" y="271020"/>
                </a:lnTo>
                <a:lnTo>
                  <a:pt x="2041013" y="288997"/>
                </a:lnTo>
                <a:lnTo>
                  <a:pt x="2041743" y="276724"/>
                </a:lnTo>
                <a:lnTo>
                  <a:pt x="2043933" y="310172"/>
                </a:lnTo>
                <a:lnTo>
                  <a:pt x="2044663" y="281091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path 180"/>
          <p:cNvSpPr/>
          <p:nvPr/>
        </p:nvSpPr>
        <p:spPr>
          <a:xfrm>
            <a:off x="9862223" y="2896649"/>
            <a:ext cx="2044663" cy="536339"/>
          </a:xfrm>
          <a:custGeom>
            <a:avLst/>
            <a:gdLst/>
            <a:ahLst/>
            <a:cxnLst/>
            <a:rect l="l" t="t" r="r" b="b"/>
            <a:pathLst>
              <a:path w="2044663" h="536339">
                <a:moveTo>
                  <a:pt x="0" y="239771"/>
                </a:moveTo>
                <a:lnTo>
                  <a:pt x="21900" y="231885"/>
                </a:lnTo>
                <a:lnTo>
                  <a:pt x="22630" y="229284"/>
                </a:lnTo>
                <a:lnTo>
                  <a:pt x="24820" y="230624"/>
                </a:lnTo>
                <a:lnTo>
                  <a:pt x="25550" y="231595"/>
                </a:lnTo>
                <a:lnTo>
                  <a:pt x="26280" y="230911"/>
                </a:lnTo>
                <a:lnTo>
                  <a:pt x="29930" y="228211"/>
                </a:lnTo>
                <a:lnTo>
                  <a:pt x="32850" y="228614"/>
                </a:lnTo>
                <a:lnTo>
                  <a:pt x="36500" y="220479"/>
                </a:lnTo>
                <a:lnTo>
                  <a:pt x="37230" y="227058"/>
                </a:lnTo>
                <a:lnTo>
                  <a:pt x="38690" y="223884"/>
                </a:lnTo>
                <a:lnTo>
                  <a:pt x="40150" y="223035"/>
                </a:lnTo>
                <a:lnTo>
                  <a:pt x="42339" y="226936"/>
                </a:lnTo>
                <a:lnTo>
                  <a:pt x="43069" y="226209"/>
                </a:lnTo>
                <a:lnTo>
                  <a:pt x="43799" y="222822"/>
                </a:lnTo>
                <a:lnTo>
                  <a:pt x="45259" y="225342"/>
                </a:lnTo>
                <a:lnTo>
                  <a:pt x="46719" y="225321"/>
                </a:lnTo>
                <a:lnTo>
                  <a:pt x="50369" y="221547"/>
                </a:lnTo>
                <a:lnTo>
                  <a:pt x="54019" y="222977"/>
                </a:lnTo>
                <a:lnTo>
                  <a:pt x="58399" y="219248"/>
                </a:lnTo>
                <a:lnTo>
                  <a:pt x="60589" y="213469"/>
                </a:lnTo>
                <a:lnTo>
                  <a:pt x="61319" y="217584"/>
                </a:lnTo>
                <a:lnTo>
                  <a:pt x="63509" y="219492"/>
                </a:lnTo>
                <a:lnTo>
                  <a:pt x="64239" y="213810"/>
                </a:lnTo>
                <a:lnTo>
                  <a:pt x="66429" y="216454"/>
                </a:lnTo>
                <a:lnTo>
                  <a:pt x="68619" y="211809"/>
                </a:lnTo>
                <a:lnTo>
                  <a:pt x="69349" y="214715"/>
                </a:lnTo>
                <a:lnTo>
                  <a:pt x="70078" y="214464"/>
                </a:lnTo>
                <a:lnTo>
                  <a:pt x="70808" y="217096"/>
                </a:lnTo>
                <a:lnTo>
                  <a:pt x="72268" y="213220"/>
                </a:lnTo>
                <a:lnTo>
                  <a:pt x="72998" y="215194"/>
                </a:lnTo>
                <a:lnTo>
                  <a:pt x="74458" y="210808"/>
                </a:lnTo>
                <a:lnTo>
                  <a:pt x="75188" y="213626"/>
                </a:lnTo>
                <a:lnTo>
                  <a:pt x="75918" y="215822"/>
                </a:lnTo>
                <a:lnTo>
                  <a:pt x="76648" y="213193"/>
                </a:lnTo>
                <a:lnTo>
                  <a:pt x="78108" y="209508"/>
                </a:lnTo>
                <a:lnTo>
                  <a:pt x="78838" y="213775"/>
                </a:lnTo>
                <a:lnTo>
                  <a:pt x="82488" y="207606"/>
                </a:lnTo>
                <a:lnTo>
                  <a:pt x="83218" y="208167"/>
                </a:lnTo>
                <a:lnTo>
                  <a:pt x="86138" y="211486"/>
                </a:lnTo>
                <a:lnTo>
                  <a:pt x="88328" y="207216"/>
                </a:lnTo>
                <a:lnTo>
                  <a:pt x="89058" y="209572"/>
                </a:lnTo>
                <a:lnTo>
                  <a:pt x="90518" y="212987"/>
                </a:lnTo>
                <a:lnTo>
                  <a:pt x="91248" y="212095"/>
                </a:lnTo>
                <a:lnTo>
                  <a:pt x="94168" y="203427"/>
                </a:lnTo>
                <a:lnTo>
                  <a:pt x="94898" y="209610"/>
                </a:lnTo>
                <a:lnTo>
                  <a:pt x="96358" y="204924"/>
                </a:lnTo>
                <a:lnTo>
                  <a:pt x="97088" y="205668"/>
                </a:lnTo>
                <a:lnTo>
                  <a:pt x="98548" y="205485"/>
                </a:lnTo>
                <a:lnTo>
                  <a:pt x="100007" y="211537"/>
                </a:lnTo>
                <a:lnTo>
                  <a:pt x="102927" y="208053"/>
                </a:lnTo>
                <a:lnTo>
                  <a:pt x="105847" y="212652"/>
                </a:lnTo>
                <a:lnTo>
                  <a:pt x="108767" y="205054"/>
                </a:lnTo>
                <a:lnTo>
                  <a:pt x="109497" y="206878"/>
                </a:lnTo>
                <a:lnTo>
                  <a:pt x="110957" y="209135"/>
                </a:lnTo>
                <a:lnTo>
                  <a:pt x="112417" y="209829"/>
                </a:lnTo>
                <a:lnTo>
                  <a:pt x="113147" y="209161"/>
                </a:lnTo>
                <a:lnTo>
                  <a:pt x="118257" y="205386"/>
                </a:lnTo>
                <a:lnTo>
                  <a:pt x="119717" y="208481"/>
                </a:lnTo>
                <a:lnTo>
                  <a:pt x="120447" y="205963"/>
                </a:lnTo>
                <a:lnTo>
                  <a:pt x="123367" y="205448"/>
                </a:lnTo>
                <a:lnTo>
                  <a:pt x="124097" y="205532"/>
                </a:lnTo>
                <a:lnTo>
                  <a:pt x="125557" y="210014"/>
                </a:lnTo>
                <a:lnTo>
                  <a:pt x="126287" y="206039"/>
                </a:lnTo>
                <a:lnTo>
                  <a:pt x="134316" y="200410"/>
                </a:lnTo>
                <a:lnTo>
                  <a:pt x="135046" y="203137"/>
                </a:lnTo>
                <a:lnTo>
                  <a:pt x="136506" y="202125"/>
                </a:lnTo>
                <a:lnTo>
                  <a:pt x="139426" y="200366"/>
                </a:lnTo>
                <a:lnTo>
                  <a:pt x="140156" y="201416"/>
                </a:lnTo>
                <a:lnTo>
                  <a:pt x="140886" y="200734"/>
                </a:lnTo>
                <a:lnTo>
                  <a:pt x="141616" y="201679"/>
                </a:lnTo>
                <a:lnTo>
                  <a:pt x="144536" y="204503"/>
                </a:lnTo>
                <a:lnTo>
                  <a:pt x="147456" y="197559"/>
                </a:lnTo>
                <a:lnTo>
                  <a:pt x="151836" y="201283"/>
                </a:lnTo>
                <a:lnTo>
                  <a:pt x="154026" y="200135"/>
                </a:lnTo>
                <a:lnTo>
                  <a:pt x="154756" y="202061"/>
                </a:lnTo>
                <a:lnTo>
                  <a:pt x="156216" y="199378"/>
                </a:lnTo>
                <a:lnTo>
                  <a:pt x="158405" y="201078"/>
                </a:lnTo>
                <a:lnTo>
                  <a:pt x="159135" y="199961"/>
                </a:lnTo>
                <a:lnTo>
                  <a:pt x="162055" y="198669"/>
                </a:lnTo>
                <a:lnTo>
                  <a:pt x="162785" y="198872"/>
                </a:lnTo>
                <a:lnTo>
                  <a:pt x="165705" y="195298"/>
                </a:lnTo>
                <a:lnTo>
                  <a:pt x="170085" y="198324"/>
                </a:lnTo>
                <a:lnTo>
                  <a:pt x="173735" y="198707"/>
                </a:lnTo>
                <a:lnTo>
                  <a:pt x="175925" y="196328"/>
                </a:lnTo>
                <a:lnTo>
                  <a:pt x="179575" y="195148"/>
                </a:lnTo>
                <a:lnTo>
                  <a:pt x="189794" y="193646"/>
                </a:lnTo>
                <a:lnTo>
                  <a:pt x="191254" y="189202"/>
                </a:lnTo>
                <a:lnTo>
                  <a:pt x="192714" y="191220"/>
                </a:lnTo>
                <a:lnTo>
                  <a:pt x="194904" y="193580"/>
                </a:lnTo>
                <a:lnTo>
                  <a:pt x="197094" y="191851"/>
                </a:lnTo>
                <a:lnTo>
                  <a:pt x="197824" y="192527"/>
                </a:lnTo>
                <a:lnTo>
                  <a:pt x="202204" y="190106"/>
                </a:lnTo>
                <a:lnTo>
                  <a:pt x="204394" y="192634"/>
                </a:lnTo>
                <a:lnTo>
                  <a:pt x="205124" y="190177"/>
                </a:lnTo>
                <a:lnTo>
                  <a:pt x="208774" y="189600"/>
                </a:lnTo>
                <a:lnTo>
                  <a:pt x="210964" y="190916"/>
                </a:lnTo>
                <a:lnTo>
                  <a:pt x="211694" y="190266"/>
                </a:lnTo>
                <a:lnTo>
                  <a:pt x="229943" y="185120"/>
                </a:lnTo>
                <a:lnTo>
                  <a:pt x="230673" y="184409"/>
                </a:lnTo>
                <a:lnTo>
                  <a:pt x="231403" y="185390"/>
                </a:lnTo>
                <a:lnTo>
                  <a:pt x="232863" y="188530"/>
                </a:lnTo>
                <a:lnTo>
                  <a:pt x="234323" y="186721"/>
                </a:lnTo>
                <a:lnTo>
                  <a:pt x="237973" y="184882"/>
                </a:lnTo>
                <a:lnTo>
                  <a:pt x="240163" y="184129"/>
                </a:lnTo>
                <a:lnTo>
                  <a:pt x="240893" y="184987"/>
                </a:lnTo>
                <a:lnTo>
                  <a:pt x="242353" y="185486"/>
                </a:lnTo>
                <a:lnTo>
                  <a:pt x="243083" y="189323"/>
                </a:lnTo>
                <a:lnTo>
                  <a:pt x="244542" y="187750"/>
                </a:lnTo>
                <a:lnTo>
                  <a:pt x="245272" y="184828"/>
                </a:lnTo>
                <a:lnTo>
                  <a:pt x="246732" y="188530"/>
                </a:lnTo>
                <a:lnTo>
                  <a:pt x="248192" y="184449"/>
                </a:lnTo>
                <a:lnTo>
                  <a:pt x="249652" y="188226"/>
                </a:lnTo>
                <a:lnTo>
                  <a:pt x="254032" y="185602"/>
                </a:lnTo>
                <a:lnTo>
                  <a:pt x="257682" y="181590"/>
                </a:lnTo>
                <a:lnTo>
                  <a:pt x="259142" y="185335"/>
                </a:lnTo>
                <a:lnTo>
                  <a:pt x="259872" y="185297"/>
                </a:lnTo>
                <a:lnTo>
                  <a:pt x="260602" y="181392"/>
                </a:lnTo>
                <a:lnTo>
                  <a:pt x="262792" y="182569"/>
                </a:lnTo>
                <a:lnTo>
                  <a:pt x="265712" y="184933"/>
                </a:lnTo>
                <a:lnTo>
                  <a:pt x="267902" y="178561"/>
                </a:lnTo>
                <a:lnTo>
                  <a:pt x="269362" y="179713"/>
                </a:lnTo>
                <a:lnTo>
                  <a:pt x="270822" y="178017"/>
                </a:lnTo>
                <a:lnTo>
                  <a:pt x="271552" y="179777"/>
                </a:lnTo>
                <a:lnTo>
                  <a:pt x="274471" y="178693"/>
                </a:lnTo>
                <a:lnTo>
                  <a:pt x="291261" y="175094"/>
                </a:lnTo>
                <a:lnTo>
                  <a:pt x="294911" y="177482"/>
                </a:lnTo>
                <a:lnTo>
                  <a:pt x="307320" y="177883"/>
                </a:lnTo>
                <a:lnTo>
                  <a:pt x="308780" y="178606"/>
                </a:lnTo>
                <a:lnTo>
                  <a:pt x="309510" y="177364"/>
                </a:lnTo>
                <a:lnTo>
                  <a:pt x="311700" y="174586"/>
                </a:lnTo>
                <a:lnTo>
                  <a:pt x="312430" y="175084"/>
                </a:lnTo>
                <a:lnTo>
                  <a:pt x="313890" y="178899"/>
                </a:lnTo>
                <a:lnTo>
                  <a:pt x="315350" y="177210"/>
                </a:lnTo>
                <a:lnTo>
                  <a:pt x="317540" y="174217"/>
                </a:lnTo>
                <a:lnTo>
                  <a:pt x="318270" y="176852"/>
                </a:lnTo>
                <a:lnTo>
                  <a:pt x="319730" y="178529"/>
                </a:lnTo>
                <a:lnTo>
                  <a:pt x="320460" y="176614"/>
                </a:lnTo>
                <a:lnTo>
                  <a:pt x="322650" y="174339"/>
                </a:lnTo>
                <a:lnTo>
                  <a:pt x="323380" y="175732"/>
                </a:lnTo>
                <a:lnTo>
                  <a:pt x="326300" y="179895"/>
                </a:lnTo>
                <a:lnTo>
                  <a:pt x="328490" y="173952"/>
                </a:lnTo>
                <a:lnTo>
                  <a:pt x="329220" y="175288"/>
                </a:lnTo>
                <a:lnTo>
                  <a:pt x="334329" y="177599"/>
                </a:lnTo>
                <a:lnTo>
                  <a:pt x="335789" y="175216"/>
                </a:lnTo>
                <a:lnTo>
                  <a:pt x="336519" y="175746"/>
                </a:lnTo>
                <a:lnTo>
                  <a:pt x="337979" y="178029"/>
                </a:lnTo>
                <a:lnTo>
                  <a:pt x="339439" y="176202"/>
                </a:lnTo>
                <a:lnTo>
                  <a:pt x="342359" y="177714"/>
                </a:lnTo>
                <a:lnTo>
                  <a:pt x="343089" y="177209"/>
                </a:lnTo>
                <a:lnTo>
                  <a:pt x="358419" y="177497"/>
                </a:lnTo>
                <a:lnTo>
                  <a:pt x="359878" y="180256"/>
                </a:lnTo>
                <a:lnTo>
                  <a:pt x="361338" y="178782"/>
                </a:lnTo>
                <a:lnTo>
                  <a:pt x="362798" y="179998"/>
                </a:lnTo>
                <a:lnTo>
                  <a:pt x="363528" y="179288"/>
                </a:lnTo>
                <a:lnTo>
                  <a:pt x="369368" y="177211"/>
                </a:lnTo>
                <a:lnTo>
                  <a:pt x="373748" y="179779"/>
                </a:lnTo>
                <a:lnTo>
                  <a:pt x="377398" y="178281"/>
                </a:lnTo>
                <a:lnTo>
                  <a:pt x="380318" y="182652"/>
                </a:lnTo>
                <a:lnTo>
                  <a:pt x="381048" y="182305"/>
                </a:lnTo>
                <a:lnTo>
                  <a:pt x="389807" y="183804"/>
                </a:lnTo>
                <a:lnTo>
                  <a:pt x="391997" y="184208"/>
                </a:lnTo>
                <a:lnTo>
                  <a:pt x="394917" y="183873"/>
                </a:lnTo>
                <a:lnTo>
                  <a:pt x="397837" y="183754"/>
                </a:lnTo>
                <a:lnTo>
                  <a:pt x="398567" y="182248"/>
                </a:lnTo>
                <a:lnTo>
                  <a:pt x="399297" y="185177"/>
                </a:lnTo>
                <a:lnTo>
                  <a:pt x="401487" y="185575"/>
                </a:lnTo>
                <a:lnTo>
                  <a:pt x="402217" y="183948"/>
                </a:lnTo>
                <a:lnTo>
                  <a:pt x="402947" y="181805"/>
                </a:lnTo>
                <a:lnTo>
                  <a:pt x="405137" y="183247"/>
                </a:lnTo>
                <a:lnTo>
                  <a:pt x="407327" y="186185"/>
                </a:lnTo>
                <a:lnTo>
                  <a:pt x="408787" y="181980"/>
                </a:lnTo>
                <a:lnTo>
                  <a:pt x="410247" y="185067"/>
                </a:lnTo>
                <a:lnTo>
                  <a:pt x="410977" y="185737"/>
                </a:lnTo>
                <a:lnTo>
                  <a:pt x="412437" y="184007"/>
                </a:lnTo>
                <a:lnTo>
                  <a:pt x="413897" y="183110"/>
                </a:lnTo>
                <a:lnTo>
                  <a:pt x="416816" y="186214"/>
                </a:lnTo>
                <a:lnTo>
                  <a:pt x="425576" y="188832"/>
                </a:lnTo>
                <a:lnTo>
                  <a:pt x="429956" y="186898"/>
                </a:lnTo>
                <a:lnTo>
                  <a:pt x="434336" y="189928"/>
                </a:lnTo>
                <a:lnTo>
                  <a:pt x="435066" y="187522"/>
                </a:lnTo>
                <a:lnTo>
                  <a:pt x="437256" y="188624"/>
                </a:lnTo>
                <a:lnTo>
                  <a:pt x="440906" y="187378"/>
                </a:lnTo>
                <a:lnTo>
                  <a:pt x="448205" y="188677"/>
                </a:lnTo>
                <a:lnTo>
                  <a:pt x="450396" y="188230"/>
                </a:lnTo>
                <a:lnTo>
                  <a:pt x="451125" y="190108"/>
                </a:lnTo>
                <a:lnTo>
                  <a:pt x="452586" y="187496"/>
                </a:lnTo>
                <a:lnTo>
                  <a:pt x="454046" y="185895"/>
                </a:lnTo>
                <a:lnTo>
                  <a:pt x="457696" y="192912"/>
                </a:lnTo>
                <a:lnTo>
                  <a:pt x="459886" y="194183"/>
                </a:lnTo>
                <a:lnTo>
                  <a:pt x="462806" y="188393"/>
                </a:lnTo>
                <a:lnTo>
                  <a:pt x="464266" y="189936"/>
                </a:lnTo>
                <a:lnTo>
                  <a:pt x="469375" y="192153"/>
                </a:lnTo>
                <a:lnTo>
                  <a:pt x="478135" y="187532"/>
                </a:lnTo>
                <a:lnTo>
                  <a:pt x="478865" y="189072"/>
                </a:lnTo>
                <a:lnTo>
                  <a:pt x="481785" y="188965"/>
                </a:lnTo>
                <a:lnTo>
                  <a:pt x="482515" y="188108"/>
                </a:lnTo>
                <a:lnTo>
                  <a:pt x="483975" y="190138"/>
                </a:lnTo>
                <a:lnTo>
                  <a:pt x="486895" y="190340"/>
                </a:lnTo>
                <a:lnTo>
                  <a:pt x="500034" y="188172"/>
                </a:lnTo>
                <a:lnTo>
                  <a:pt x="501494" y="188754"/>
                </a:lnTo>
                <a:lnTo>
                  <a:pt x="502954" y="185429"/>
                </a:lnTo>
                <a:lnTo>
                  <a:pt x="504414" y="187676"/>
                </a:lnTo>
                <a:lnTo>
                  <a:pt x="505874" y="189157"/>
                </a:lnTo>
                <a:lnTo>
                  <a:pt x="506604" y="187221"/>
                </a:lnTo>
                <a:lnTo>
                  <a:pt x="509524" y="188367"/>
                </a:lnTo>
                <a:lnTo>
                  <a:pt x="520474" y="187950"/>
                </a:lnTo>
                <a:lnTo>
                  <a:pt x="524124" y="185627"/>
                </a:lnTo>
                <a:lnTo>
                  <a:pt x="527773" y="183829"/>
                </a:lnTo>
                <a:lnTo>
                  <a:pt x="532153" y="186727"/>
                </a:lnTo>
                <a:lnTo>
                  <a:pt x="535073" y="186050"/>
                </a:lnTo>
                <a:lnTo>
                  <a:pt x="538723" y="189177"/>
                </a:lnTo>
                <a:lnTo>
                  <a:pt x="543103" y="188506"/>
                </a:lnTo>
                <a:lnTo>
                  <a:pt x="548943" y="189218"/>
                </a:lnTo>
                <a:lnTo>
                  <a:pt x="553322" y="190258"/>
                </a:lnTo>
                <a:lnTo>
                  <a:pt x="556972" y="192775"/>
                </a:lnTo>
                <a:lnTo>
                  <a:pt x="559162" y="192438"/>
                </a:lnTo>
                <a:lnTo>
                  <a:pt x="562082" y="194228"/>
                </a:lnTo>
                <a:lnTo>
                  <a:pt x="565002" y="194251"/>
                </a:lnTo>
                <a:lnTo>
                  <a:pt x="567922" y="197715"/>
                </a:lnTo>
                <a:lnTo>
                  <a:pt x="571572" y="196217"/>
                </a:lnTo>
                <a:lnTo>
                  <a:pt x="575952" y="197524"/>
                </a:lnTo>
                <a:lnTo>
                  <a:pt x="578872" y="199593"/>
                </a:lnTo>
                <a:lnTo>
                  <a:pt x="582521" y="196984"/>
                </a:lnTo>
                <a:lnTo>
                  <a:pt x="610990" y="203323"/>
                </a:lnTo>
                <a:lnTo>
                  <a:pt x="614640" y="202505"/>
                </a:lnTo>
                <a:lnTo>
                  <a:pt x="621210" y="202075"/>
                </a:lnTo>
                <a:lnTo>
                  <a:pt x="621940" y="203197"/>
                </a:lnTo>
                <a:lnTo>
                  <a:pt x="623400" y="201008"/>
                </a:lnTo>
                <a:lnTo>
                  <a:pt x="626320" y="196239"/>
                </a:lnTo>
                <a:lnTo>
                  <a:pt x="627050" y="197845"/>
                </a:lnTo>
                <a:lnTo>
                  <a:pt x="629970" y="195271"/>
                </a:lnTo>
                <a:lnTo>
                  <a:pt x="633620" y="191604"/>
                </a:lnTo>
                <a:lnTo>
                  <a:pt x="638000" y="188860"/>
                </a:lnTo>
                <a:lnTo>
                  <a:pt x="651139" y="183630"/>
                </a:lnTo>
                <a:lnTo>
                  <a:pt x="651869" y="184414"/>
                </a:lnTo>
                <a:lnTo>
                  <a:pt x="653329" y="182867"/>
                </a:lnTo>
                <a:lnTo>
                  <a:pt x="658439" y="180282"/>
                </a:lnTo>
                <a:lnTo>
                  <a:pt x="659169" y="182174"/>
                </a:lnTo>
                <a:lnTo>
                  <a:pt x="661359" y="183763"/>
                </a:lnTo>
                <a:lnTo>
                  <a:pt x="662089" y="182933"/>
                </a:lnTo>
                <a:lnTo>
                  <a:pt x="665739" y="180646"/>
                </a:lnTo>
                <a:lnTo>
                  <a:pt x="669388" y="180999"/>
                </a:lnTo>
                <a:lnTo>
                  <a:pt x="676688" y="180322"/>
                </a:lnTo>
                <a:lnTo>
                  <a:pt x="692748" y="181318"/>
                </a:lnTo>
                <a:lnTo>
                  <a:pt x="694938" y="178805"/>
                </a:lnTo>
                <a:lnTo>
                  <a:pt x="704427" y="171545"/>
                </a:lnTo>
                <a:lnTo>
                  <a:pt x="705157" y="172808"/>
                </a:lnTo>
                <a:lnTo>
                  <a:pt x="722677" y="193286"/>
                </a:lnTo>
                <a:lnTo>
                  <a:pt x="729246" y="191967"/>
                </a:lnTo>
                <a:lnTo>
                  <a:pt x="732896" y="195809"/>
                </a:lnTo>
                <a:lnTo>
                  <a:pt x="740926" y="198415"/>
                </a:lnTo>
                <a:lnTo>
                  <a:pt x="746766" y="204777"/>
                </a:lnTo>
                <a:lnTo>
                  <a:pt x="750416" y="203947"/>
                </a:lnTo>
                <a:lnTo>
                  <a:pt x="758445" y="207888"/>
                </a:lnTo>
                <a:lnTo>
                  <a:pt x="762095" y="212729"/>
                </a:lnTo>
                <a:lnTo>
                  <a:pt x="765015" y="211849"/>
                </a:lnTo>
                <a:lnTo>
                  <a:pt x="769395" y="214201"/>
                </a:lnTo>
                <a:lnTo>
                  <a:pt x="770125" y="212618"/>
                </a:lnTo>
                <a:lnTo>
                  <a:pt x="770855" y="210578"/>
                </a:lnTo>
                <a:lnTo>
                  <a:pt x="771585" y="212012"/>
                </a:lnTo>
                <a:lnTo>
                  <a:pt x="772315" y="216164"/>
                </a:lnTo>
                <a:lnTo>
                  <a:pt x="773775" y="211905"/>
                </a:lnTo>
                <a:lnTo>
                  <a:pt x="774505" y="211506"/>
                </a:lnTo>
                <a:lnTo>
                  <a:pt x="775965" y="216265"/>
                </a:lnTo>
                <a:lnTo>
                  <a:pt x="777425" y="212999"/>
                </a:lnTo>
                <a:lnTo>
                  <a:pt x="780345" y="212570"/>
                </a:lnTo>
                <a:lnTo>
                  <a:pt x="781075" y="214209"/>
                </a:lnTo>
                <a:lnTo>
                  <a:pt x="783265" y="213194"/>
                </a:lnTo>
                <a:lnTo>
                  <a:pt x="786914" y="214394"/>
                </a:lnTo>
                <a:lnTo>
                  <a:pt x="787644" y="216549"/>
                </a:lnTo>
                <a:lnTo>
                  <a:pt x="789104" y="214702"/>
                </a:lnTo>
                <a:lnTo>
                  <a:pt x="790564" y="216132"/>
                </a:lnTo>
                <a:lnTo>
                  <a:pt x="793484" y="220072"/>
                </a:lnTo>
                <a:lnTo>
                  <a:pt x="800784" y="225782"/>
                </a:lnTo>
                <a:lnTo>
                  <a:pt x="802244" y="234240"/>
                </a:lnTo>
                <a:lnTo>
                  <a:pt x="803704" y="229882"/>
                </a:lnTo>
                <a:lnTo>
                  <a:pt x="804434" y="228624"/>
                </a:lnTo>
                <a:lnTo>
                  <a:pt x="805164" y="230115"/>
                </a:lnTo>
                <a:lnTo>
                  <a:pt x="807354" y="236824"/>
                </a:lnTo>
                <a:lnTo>
                  <a:pt x="808084" y="236065"/>
                </a:lnTo>
                <a:lnTo>
                  <a:pt x="808814" y="235078"/>
                </a:lnTo>
                <a:lnTo>
                  <a:pt x="810274" y="240185"/>
                </a:lnTo>
                <a:lnTo>
                  <a:pt x="811734" y="239081"/>
                </a:lnTo>
                <a:lnTo>
                  <a:pt x="814653" y="238313"/>
                </a:lnTo>
                <a:lnTo>
                  <a:pt x="816113" y="240417"/>
                </a:lnTo>
                <a:lnTo>
                  <a:pt x="817573" y="239711"/>
                </a:lnTo>
                <a:lnTo>
                  <a:pt x="818303" y="238015"/>
                </a:lnTo>
                <a:lnTo>
                  <a:pt x="819763" y="240691"/>
                </a:lnTo>
                <a:lnTo>
                  <a:pt x="824143" y="247650"/>
                </a:lnTo>
                <a:lnTo>
                  <a:pt x="827793" y="248913"/>
                </a:lnTo>
                <a:lnTo>
                  <a:pt x="829253" y="246508"/>
                </a:lnTo>
                <a:lnTo>
                  <a:pt x="830713" y="247952"/>
                </a:lnTo>
                <a:lnTo>
                  <a:pt x="832173" y="247004"/>
                </a:lnTo>
                <a:lnTo>
                  <a:pt x="835823" y="251221"/>
                </a:lnTo>
                <a:lnTo>
                  <a:pt x="840203" y="251780"/>
                </a:lnTo>
                <a:lnTo>
                  <a:pt x="853342" y="257506"/>
                </a:lnTo>
                <a:lnTo>
                  <a:pt x="857722" y="258636"/>
                </a:lnTo>
                <a:lnTo>
                  <a:pt x="862832" y="260769"/>
                </a:lnTo>
                <a:lnTo>
                  <a:pt x="867212" y="259887"/>
                </a:lnTo>
                <a:lnTo>
                  <a:pt x="881082" y="264293"/>
                </a:lnTo>
                <a:lnTo>
                  <a:pt x="881811" y="266801"/>
                </a:lnTo>
                <a:lnTo>
                  <a:pt x="882541" y="263788"/>
                </a:lnTo>
                <a:lnTo>
                  <a:pt x="883271" y="265738"/>
                </a:lnTo>
                <a:lnTo>
                  <a:pt x="884732" y="262478"/>
                </a:lnTo>
                <a:lnTo>
                  <a:pt x="886191" y="264277"/>
                </a:lnTo>
                <a:lnTo>
                  <a:pt x="888382" y="265051"/>
                </a:lnTo>
                <a:lnTo>
                  <a:pt x="889111" y="261873"/>
                </a:lnTo>
                <a:lnTo>
                  <a:pt x="891302" y="262914"/>
                </a:lnTo>
                <a:lnTo>
                  <a:pt x="919771" y="260674"/>
                </a:lnTo>
                <a:lnTo>
                  <a:pt x="929990" y="253953"/>
                </a:lnTo>
                <a:lnTo>
                  <a:pt x="932910" y="253938"/>
                </a:lnTo>
                <a:lnTo>
                  <a:pt x="940940" y="254208"/>
                </a:lnTo>
                <a:lnTo>
                  <a:pt x="946780" y="256506"/>
                </a:lnTo>
                <a:lnTo>
                  <a:pt x="951889" y="254801"/>
                </a:lnTo>
                <a:lnTo>
                  <a:pt x="956269" y="252129"/>
                </a:lnTo>
                <a:lnTo>
                  <a:pt x="960649" y="249097"/>
                </a:lnTo>
                <a:lnTo>
                  <a:pt x="968679" y="241789"/>
                </a:lnTo>
                <a:lnTo>
                  <a:pt x="989848" y="214695"/>
                </a:lnTo>
                <a:lnTo>
                  <a:pt x="993498" y="209871"/>
                </a:lnTo>
                <a:lnTo>
                  <a:pt x="1008097" y="192434"/>
                </a:lnTo>
                <a:lnTo>
                  <a:pt x="1013937" y="182585"/>
                </a:lnTo>
                <a:lnTo>
                  <a:pt x="1024157" y="163536"/>
                </a:lnTo>
                <a:lnTo>
                  <a:pt x="1029267" y="155726"/>
                </a:lnTo>
                <a:lnTo>
                  <a:pt x="1030727" y="157523"/>
                </a:lnTo>
                <a:lnTo>
                  <a:pt x="1033647" y="158993"/>
                </a:lnTo>
                <a:lnTo>
                  <a:pt x="1034377" y="155209"/>
                </a:lnTo>
                <a:lnTo>
                  <a:pt x="1035837" y="158466"/>
                </a:lnTo>
                <a:lnTo>
                  <a:pt x="1040946" y="157770"/>
                </a:lnTo>
                <a:lnTo>
                  <a:pt x="1043136" y="157804"/>
                </a:lnTo>
                <a:lnTo>
                  <a:pt x="1043866" y="157083"/>
                </a:lnTo>
                <a:lnTo>
                  <a:pt x="1048246" y="150849"/>
                </a:lnTo>
                <a:lnTo>
                  <a:pt x="1051166" y="156868"/>
                </a:lnTo>
                <a:lnTo>
                  <a:pt x="1052626" y="156933"/>
                </a:lnTo>
                <a:lnTo>
                  <a:pt x="1056276" y="160791"/>
                </a:lnTo>
                <a:lnTo>
                  <a:pt x="1063576" y="171117"/>
                </a:lnTo>
                <a:lnTo>
                  <a:pt x="1064306" y="170479"/>
                </a:lnTo>
                <a:lnTo>
                  <a:pt x="1067955" y="179143"/>
                </a:lnTo>
                <a:lnTo>
                  <a:pt x="1068685" y="180341"/>
                </a:lnTo>
                <a:lnTo>
                  <a:pt x="1069415" y="178422"/>
                </a:lnTo>
                <a:lnTo>
                  <a:pt x="1070145" y="177559"/>
                </a:lnTo>
                <a:lnTo>
                  <a:pt x="1070875" y="180685"/>
                </a:lnTo>
                <a:lnTo>
                  <a:pt x="1071605" y="180197"/>
                </a:lnTo>
                <a:lnTo>
                  <a:pt x="1075255" y="188411"/>
                </a:lnTo>
                <a:lnTo>
                  <a:pt x="1076715" y="188571"/>
                </a:lnTo>
                <a:lnTo>
                  <a:pt x="1081825" y="203536"/>
                </a:lnTo>
                <a:lnTo>
                  <a:pt x="1082555" y="200216"/>
                </a:lnTo>
                <a:lnTo>
                  <a:pt x="1083285" y="202768"/>
                </a:lnTo>
                <a:lnTo>
                  <a:pt x="1089855" y="226404"/>
                </a:lnTo>
                <a:lnTo>
                  <a:pt x="1090585" y="225744"/>
                </a:lnTo>
                <a:lnTo>
                  <a:pt x="1094234" y="233181"/>
                </a:lnTo>
                <a:lnTo>
                  <a:pt x="1096424" y="236790"/>
                </a:lnTo>
                <a:lnTo>
                  <a:pt x="1097154" y="234770"/>
                </a:lnTo>
                <a:lnTo>
                  <a:pt x="1105184" y="250481"/>
                </a:lnTo>
                <a:lnTo>
                  <a:pt x="1108834" y="244718"/>
                </a:lnTo>
                <a:lnTo>
                  <a:pt x="1110294" y="251852"/>
                </a:lnTo>
                <a:lnTo>
                  <a:pt x="1111754" y="250398"/>
                </a:lnTo>
                <a:lnTo>
                  <a:pt x="1113214" y="257100"/>
                </a:lnTo>
                <a:lnTo>
                  <a:pt x="1115404" y="254276"/>
                </a:lnTo>
                <a:lnTo>
                  <a:pt x="1116864" y="249008"/>
                </a:lnTo>
                <a:lnTo>
                  <a:pt x="1117594" y="255014"/>
                </a:lnTo>
                <a:lnTo>
                  <a:pt x="1118324" y="250864"/>
                </a:lnTo>
                <a:lnTo>
                  <a:pt x="1120514" y="260354"/>
                </a:lnTo>
                <a:lnTo>
                  <a:pt x="1121244" y="259791"/>
                </a:lnTo>
                <a:lnTo>
                  <a:pt x="1121974" y="260306"/>
                </a:lnTo>
                <a:lnTo>
                  <a:pt x="1124163" y="258683"/>
                </a:lnTo>
                <a:lnTo>
                  <a:pt x="1124893" y="266651"/>
                </a:lnTo>
                <a:lnTo>
                  <a:pt x="1125623" y="260715"/>
                </a:lnTo>
                <a:lnTo>
                  <a:pt x="1127083" y="265243"/>
                </a:lnTo>
                <a:lnTo>
                  <a:pt x="1131463" y="274311"/>
                </a:lnTo>
                <a:lnTo>
                  <a:pt x="1132193" y="270300"/>
                </a:lnTo>
                <a:lnTo>
                  <a:pt x="1132923" y="270747"/>
                </a:lnTo>
                <a:lnTo>
                  <a:pt x="1134383" y="282049"/>
                </a:lnTo>
                <a:lnTo>
                  <a:pt x="1135843" y="276974"/>
                </a:lnTo>
                <a:lnTo>
                  <a:pt x="1139493" y="287526"/>
                </a:lnTo>
                <a:lnTo>
                  <a:pt x="1138033" y="275783"/>
                </a:lnTo>
                <a:lnTo>
                  <a:pt x="1140223" y="285823"/>
                </a:lnTo>
                <a:lnTo>
                  <a:pt x="1140953" y="283559"/>
                </a:lnTo>
                <a:lnTo>
                  <a:pt x="1141683" y="287435"/>
                </a:lnTo>
                <a:lnTo>
                  <a:pt x="1143143" y="291667"/>
                </a:lnTo>
                <a:lnTo>
                  <a:pt x="1143873" y="282971"/>
                </a:lnTo>
                <a:lnTo>
                  <a:pt x="1144603" y="293315"/>
                </a:lnTo>
                <a:lnTo>
                  <a:pt x="1146063" y="287792"/>
                </a:lnTo>
                <a:lnTo>
                  <a:pt x="1148983" y="283720"/>
                </a:lnTo>
                <a:lnTo>
                  <a:pt x="1149713" y="284664"/>
                </a:lnTo>
                <a:lnTo>
                  <a:pt x="1150443" y="286436"/>
                </a:lnTo>
                <a:lnTo>
                  <a:pt x="1151173" y="281077"/>
                </a:lnTo>
                <a:lnTo>
                  <a:pt x="1151902" y="286637"/>
                </a:lnTo>
                <a:lnTo>
                  <a:pt x="1152632" y="284470"/>
                </a:lnTo>
                <a:lnTo>
                  <a:pt x="1154822" y="283400"/>
                </a:lnTo>
                <a:lnTo>
                  <a:pt x="1155552" y="289725"/>
                </a:lnTo>
                <a:lnTo>
                  <a:pt x="1157012" y="286739"/>
                </a:lnTo>
                <a:lnTo>
                  <a:pt x="1159202" y="281695"/>
                </a:lnTo>
                <a:lnTo>
                  <a:pt x="1158472" y="288770"/>
                </a:lnTo>
                <a:lnTo>
                  <a:pt x="1159932" y="286208"/>
                </a:lnTo>
                <a:lnTo>
                  <a:pt x="1160662" y="285287"/>
                </a:lnTo>
                <a:lnTo>
                  <a:pt x="1161392" y="278608"/>
                </a:lnTo>
                <a:lnTo>
                  <a:pt x="1163582" y="280869"/>
                </a:lnTo>
                <a:lnTo>
                  <a:pt x="1165042" y="275957"/>
                </a:lnTo>
                <a:lnTo>
                  <a:pt x="1165772" y="282465"/>
                </a:lnTo>
                <a:lnTo>
                  <a:pt x="1166502" y="284317"/>
                </a:lnTo>
                <a:lnTo>
                  <a:pt x="1167232" y="281287"/>
                </a:lnTo>
                <a:lnTo>
                  <a:pt x="1168692" y="272209"/>
                </a:lnTo>
                <a:lnTo>
                  <a:pt x="1169422" y="281576"/>
                </a:lnTo>
                <a:lnTo>
                  <a:pt x="1170152" y="282124"/>
                </a:lnTo>
                <a:lnTo>
                  <a:pt x="1170882" y="272579"/>
                </a:lnTo>
                <a:lnTo>
                  <a:pt x="1171612" y="291951"/>
                </a:lnTo>
                <a:lnTo>
                  <a:pt x="1173072" y="288696"/>
                </a:lnTo>
                <a:lnTo>
                  <a:pt x="1173802" y="294007"/>
                </a:lnTo>
                <a:lnTo>
                  <a:pt x="1174532" y="282903"/>
                </a:lnTo>
                <a:lnTo>
                  <a:pt x="1176722" y="289683"/>
                </a:lnTo>
                <a:lnTo>
                  <a:pt x="1177452" y="289623"/>
                </a:lnTo>
                <a:lnTo>
                  <a:pt x="1178182" y="293339"/>
                </a:lnTo>
                <a:lnTo>
                  <a:pt x="1178912" y="286767"/>
                </a:lnTo>
                <a:lnTo>
                  <a:pt x="1179642" y="291142"/>
                </a:lnTo>
                <a:lnTo>
                  <a:pt x="1181831" y="282727"/>
                </a:lnTo>
                <a:lnTo>
                  <a:pt x="1182561" y="284784"/>
                </a:lnTo>
                <a:lnTo>
                  <a:pt x="1183291" y="290044"/>
                </a:lnTo>
                <a:lnTo>
                  <a:pt x="1184021" y="285183"/>
                </a:lnTo>
                <a:lnTo>
                  <a:pt x="1184751" y="273585"/>
                </a:lnTo>
                <a:lnTo>
                  <a:pt x="1185481" y="291000"/>
                </a:lnTo>
                <a:lnTo>
                  <a:pt x="1186211" y="290789"/>
                </a:lnTo>
                <a:lnTo>
                  <a:pt x="1186941" y="289771"/>
                </a:lnTo>
                <a:lnTo>
                  <a:pt x="1187671" y="293336"/>
                </a:lnTo>
                <a:lnTo>
                  <a:pt x="1189131" y="288259"/>
                </a:lnTo>
                <a:lnTo>
                  <a:pt x="1189861" y="285819"/>
                </a:lnTo>
                <a:lnTo>
                  <a:pt x="1190591" y="288567"/>
                </a:lnTo>
                <a:lnTo>
                  <a:pt x="1194241" y="294806"/>
                </a:lnTo>
                <a:lnTo>
                  <a:pt x="1194971" y="294882"/>
                </a:lnTo>
                <a:lnTo>
                  <a:pt x="1195701" y="286953"/>
                </a:lnTo>
                <a:lnTo>
                  <a:pt x="1197891" y="290157"/>
                </a:lnTo>
                <a:lnTo>
                  <a:pt x="1200081" y="292610"/>
                </a:lnTo>
                <a:lnTo>
                  <a:pt x="1201541" y="286471"/>
                </a:lnTo>
                <a:lnTo>
                  <a:pt x="1202271" y="289787"/>
                </a:lnTo>
                <a:lnTo>
                  <a:pt x="1205921" y="308425"/>
                </a:lnTo>
                <a:lnTo>
                  <a:pt x="1206651" y="305819"/>
                </a:lnTo>
                <a:lnTo>
                  <a:pt x="1207381" y="303812"/>
                </a:lnTo>
                <a:lnTo>
                  <a:pt x="1208111" y="307994"/>
                </a:lnTo>
                <a:lnTo>
                  <a:pt x="1209571" y="305119"/>
                </a:lnTo>
                <a:lnTo>
                  <a:pt x="1210300" y="316552"/>
                </a:lnTo>
                <a:lnTo>
                  <a:pt x="1212490" y="310322"/>
                </a:lnTo>
                <a:lnTo>
                  <a:pt x="1215410" y="313981"/>
                </a:lnTo>
                <a:lnTo>
                  <a:pt x="1216870" y="329253"/>
                </a:lnTo>
                <a:lnTo>
                  <a:pt x="1217600" y="317273"/>
                </a:lnTo>
                <a:lnTo>
                  <a:pt x="1218330" y="315172"/>
                </a:lnTo>
                <a:lnTo>
                  <a:pt x="1219060" y="320950"/>
                </a:lnTo>
                <a:lnTo>
                  <a:pt x="1220520" y="336723"/>
                </a:lnTo>
                <a:lnTo>
                  <a:pt x="1221250" y="325619"/>
                </a:lnTo>
                <a:lnTo>
                  <a:pt x="1221980" y="325561"/>
                </a:lnTo>
                <a:lnTo>
                  <a:pt x="1224170" y="341066"/>
                </a:lnTo>
                <a:lnTo>
                  <a:pt x="1224900" y="337927"/>
                </a:lnTo>
                <a:lnTo>
                  <a:pt x="1225630" y="337458"/>
                </a:lnTo>
                <a:lnTo>
                  <a:pt x="1227090" y="322092"/>
                </a:lnTo>
                <a:lnTo>
                  <a:pt x="1227820" y="339377"/>
                </a:lnTo>
                <a:lnTo>
                  <a:pt x="1231470" y="332362"/>
                </a:lnTo>
                <a:lnTo>
                  <a:pt x="1237310" y="360237"/>
                </a:lnTo>
                <a:lnTo>
                  <a:pt x="1238769" y="352574"/>
                </a:lnTo>
                <a:lnTo>
                  <a:pt x="1239499" y="348584"/>
                </a:lnTo>
                <a:lnTo>
                  <a:pt x="1240229" y="353476"/>
                </a:lnTo>
                <a:lnTo>
                  <a:pt x="1240959" y="355856"/>
                </a:lnTo>
                <a:lnTo>
                  <a:pt x="1241689" y="353426"/>
                </a:lnTo>
                <a:lnTo>
                  <a:pt x="1242419" y="345036"/>
                </a:lnTo>
                <a:lnTo>
                  <a:pt x="1243879" y="350238"/>
                </a:lnTo>
                <a:lnTo>
                  <a:pt x="1247529" y="362196"/>
                </a:lnTo>
                <a:lnTo>
                  <a:pt x="1248259" y="358467"/>
                </a:lnTo>
                <a:lnTo>
                  <a:pt x="1248989" y="362340"/>
                </a:lnTo>
                <a:lnTo>
                  <a:pt x="1251179" y="360272"/>
                </a:lnTo>
                <a:lnTo>
                  <a:pt x="1252639" y="370256"/>
                </a:lnTo>
                <a:lnTo>
                  <a:pt x="1253369" y="362643"/>
                </a:lnTo>
                <a:lnTo>
                  <a:pt x="1254829" y="373904"/>
                </a:lnTo>
                <a:lnTo>
                  <a:pt x="1255559" y="373923"/>
                </a:lnTo>
                <a:lnTo>
                  <a:pt x="1257019" y="370065"/>
                </a:lnTo>
                <a:lnTo>
                  <a:pt x="1258479" y="370877"/>
                </a:lnTo>
                <a:lnTo>
                  <a:pt x="1265049" y="387245"/>
                </a:lnTo>
                <a:lnTo>
                  <a:pt x="1266509" y="388182"/>
                </a:lnTo>
                <a:lnTo>
                  <a:pt x="1267239" y="384262"/>
                </a:lnTo>
                <a:lnTo>
                  <a:pt x="1268698" y="386819"/>
                </a:lnTo>
                <a:lnTo>
                  <a:pt x="1272348" y="407529"/>
                </a:lnTo>
                <a:lnTo>
                  <a:pt x="1273078" y="402676"/>
                </a:lnTo>
                <a:lnTo>
                  <a:pt x="1277458" y="411389"/>
                </a:lnTo>
                <a:lnTo>
                  <a:pt x="1278188" y="408149"/>
                </a:lnTo>
                <a:lnTo>
                  <a:pt x="1278918" y="413406"/>
                </a:lnTo>
                <a:lnTo>
                  <a:pt x="1281838" y="414994"/>
                </a:lnTo>
                <a:lnTo>
                  <a:pt x="1282568" y="412288"/>
                </a:lnTo>
                <a:lnTo>
                  <a:pt x="1284028" y="414271"/>
                </a:lnTo>
                <a:lnTo>
                  <a:pt x="1286218" y="421520"/>
                </a:lnTo>
                <a:lnTo>
                  <a:pt x="1286948" y="417813"/>
                </a:lnTo>
                <a:lnTo>
                  <a:pt x="1287678" y="416850"/>
                </a:lnTo>
                <a:lnTo>
                  <a:pt x="1289868" y="425743"/>
                </a:lnTo>
                <a:lnTo>
                  <a:pt x="1290598" y="424419"/>
                </a:lnTo>
                <a:lnTo>
                  <a:pt x="1293518" y="419479"/>
                </a:lnTo>
                <a:lnTo>
                  <a:pt x="1292058" y="426743"/>
                </a:lnTo>
                <a:lnTo>
                  <a:pt x="1294248" y="422601"/>
                </a:lnTo>
                <a:lnTo>
                  <a:pt x="1299357" y="467642"/>
                </a:lnTo>
                <a:lnTo>
                  <a:pt x="1303007" y="452371"/>
                </a:lnTo>
                <a:lnTo>
                  <a:pt x="1303737" y="458310"/>
                </a:lnTo>
                <a:lnTo>
                  <a:pt x="1305197" y="454258"/>
                </a:lnTo>
                <a:lnTo>
                  <a:pt x="1308117" y="440866"/>
                </a:lnTo>
                <a:lnTo>
                  <a:pt x="1310307" y="465814"/>
                </a:lnTo>
                <a:lnTo>
                  <a:pt x="1311037" y="459849"/>
                </a:lnTo>
                <a:lnTo>
                  <a:pt x="1311767" y="458907"/>
                </a:lnTo>
                <a:lnTo>
                  <a:pt x="1314687" y="481018"/>
                </a:lnTo>
                <a:lnTo>
                  <a:pt x="1315417" y="479626"/>
                </a:lnTo>
                <a:lnTo>
                  <a:pt x="1319067" y="441273"/>
                </a:lnTo>
                <a:lnTo>
                  <a:pt x="1320527" y="443236"/>
                </a:lnTo>
                <a:lnTo>
                  <a:pt x="1321257" y="450495"/>
                </a:lnTo>
                <a:lnTo>
                  <a:pt x="1321987" y="431960"/>
                </a:lnTo>
                <a:lnTo>
                  <a:pt x="1322717" y="443293"/>
                </a:lnTo>
                <a:lnTo>
                  <a:pt x="1323447" y="442121"/>
                </a:lnTo>
                <a:lnTo>
                  <a:pt x="1328557" y="462563"/>
                </a:lnTo>
                <a:lnTo>
                  <a:pt x="1333667" y="451489"/>
                </a:lnTo>
                <a:lnTo>
                  <a:pt x="1334397" y="455238"/>
                </a:lnTo>
                <a:lnTo>
                  <a:pt x="1335127" y="452130"/>
                </a:lnTo>
                <a:lnTo>
                  <a:pt x="1336587" y="454527"/>
                </a:lnTo>
                <a:lnTo>
                  <a:pt x="1338047" y="441555"/>
                </a:lnTo>
                <a:lnTo>
                  <a:pt x="1338777" y="448628"/>
                </a:lnTo>
                <a:lnTo>
                  <a:pt x="1339507" y="440937"/>
                </a:lnTo>
                <a:lnTo>
                  <a:pt x="1340237" y="431002"/>
                </a:lnTo>
                <a:lnTo>
                  <a:pt x="1340967" y="447397"/>
                </a:lnTo>
                <a:lnTo>
                  <a:pt x="1341697" y="437490"/>
                </a:lnTo>
                <a:lnTo>
                  <a:pt x="1342427" y="451133"/>
                </a:lnTo>
                <a:lnTo>
                  <a:pt x="1343887" y="437225"/>
                </a:lnTo>
                <a:lnTo>
                  <a:pt x="1344617" y="441213"/>
                </a:lnTo>
                <a:lnTo>
                  <a:pt x="1345347" y="434033"/>
                </a:lnTo>
                <a:lnTo>
                  <a:pt x="1346077" y="439662"/>
                </a:lnTo>
                <a:lnTo>
                  <a:pt x="1346806" y="437602"/>
                </a:lnTo>
                <a:lnTo>
                  <a:pt x="1347536" y="441482"/>
                </a:lnTo>
                <a:lnTo>
                  <a:pt x="1348996" y="444350"/>
                </a:lnTo>
                <a:lnTo>
                  <a:pt x="1350456" y="449421"/>
                </a:lnTo>
                <a:lnTo>
                  <a:pt x="1351186" y="447775"/>
                </a:lnTo>
                <a:lnTo>
                  <a:pt x="1352646" y="440814"/>
                </a:lnTo>
                <a:lnTo>
                  <a:pt x="1353376" y="449820"/>
                </a:lnTo>
                <a:lnTo>
                  <a:pt x="1354106" y="466223"/>
                </a:lnTo>
                <a:lnTo>
                  <a:pt x="1355566" y="448718"/>
                </a:lnTo>
                <a:lnTo>
                  <a:pt x="1356296" y="460522"/>
                </a:lnTo>
                <a:lnTo>
                  <a:pt x="1359216" y="477838"/>
                </a:lnTo>
                <a:lnTo>
                  <a:pt x="1359946" y="473485"/>
                </a:lnTo>
                <a:lnTo>
                  <a:pt x="1362866" y="441025"/>
                </a:lnTo>
                <a:lnTo>
                  <a:pt x="1363596" y="451798"/>
                </a:lnTo>
                <a:lnTo>
                  <a:pt x="1365786" y="459786"/>
                </a:lnTo>
                <a:lnTo>
                  <a:pt x="1367976" y="456774"/>
                </a:lnTo>
                <a:lnTo>
                  <a:pt x="1368706" y="455942"/>
                </a:lnTo>
                <a:lnTo>
                  <a:pt x="1369436" y="466465"/>
                </a:lnTo>
                <a:lnTo>
                  <a:pt x="1370896" y="460537"/>
                </a:lnTo>
                <a:lnTo>
                  <a:pt x="1371626" y="459694"/>
                </a:lnTo>
                <a:lnTo>
                  <a:pt x="1372356" y="463144"/>
                </a:lnTo>
                <a:lnTo>
                  <a:pt x="1373816" y="459191"/>
                </a:lnTo>
                <a:lnTo>
                  <a:pt x="1375275" y="441073"/>
                </a:lnTo>
                <a:lnTo>
                  <a:pt x="1377465" y="474070"/>
                </a:lnTo>
                <a:lnTo>
                  <a:pt x="1378195" y="468253"/>
                </a:lnTo>
                <a:lnTo>
                  <a:pt x="1379655" y="471404"/>
                </a:lnTo>
                <a:lnTo>
                  <a:pt x="1380385" y="457950"/>
                </a:lnTo>
                <a:lnTo>
                  <a:pt x="1381115" y="468917"/>
                </a:lnTo>
                <a:lnTo>
                  <a:pt x="1383305" y="484477"/>
                </a:lnTo>
                <a:lnTo>
                  <a:pt x="1384035" y="480268"/>
                </a:lnTo>
                <a:lnTo>
                  <a:pt x="1384765" y="481783"/>
                </a:lnTo>
                <a:lnTo>
                  <a:pt x="1385495" y="472096"/>
                </a:lnTo>
                <a:lnTo>
                  <a:pt x="1386225" y="486563"/>
                </a:lnTo>
                <a:lnTo>
                  <a:pt x="1386955" y="482146"/>
                </a:lnTo>
                <a:lnTo>
                  <a:pt x="1387685" y="480826"/>
                </a:lnTo>
                <a:lnTo>
                  <a:pt x="1390605" y="440723"/>
                </a:lnTo>
                <a:lnTo>
                  <a:pt x="1391335" y="475465"/>
                </a:lnTo>
                <a:lnTo>
                  <a:pt x="1393525" y="460925"/>
                </a:lnTo>
                <a:lnTo>
                  <a:pt x="1397175" y="440246"/>
                </a:lnTo>
                <a:lnTo>
                  <a:pt x="1397905" y="444779"/>
                </a:lnTo>
                <a:lnTo>
                  <a:pt x="1398635" y="442181"/>
                </a:lnTo>
                <a:lnTo>
                  <a:pt x="1399365" y="447887"/>
                </a:lnTo>
                <a:lnTo>
                  <a:pt x="1400825" y="480687"/>
                </a:lnTo>
                <a:lnTo>
                  <a:pt x="1403745" y="480243"/>
                </a:lnTo>
                <a:lnTo>
                  <a:pt x="1405204" y="446644"/>
                </a:lnTo>
                <a:lnTo>
                  <a:pt x="1406664" y="462544"/>
                </a:lnTo>
                <a:lnTo>
                  <a:pt x="1409584" y="470564"/>
                </a:lnTo>
                <a:lnTo>
                  <a:pt x="1412504" y="454616"/>
                </a:lnTo>
                <a:lnTo>
                  <a:pt x="1413234" y="462082"/>
                </a:lnTo>
                <a:lnTo>
                  <a:pt x="1413964" y="443571"/>
                </a:lnTo>
                <a:lnTo>
                  <a:pt x="1414694" y="450759"/>
                </a:lnTo>
                <a:lnTo>
                  <a:pt x="1416154" y="459824"/>
                </a:lnTo>
                <a:lnTo>
                  <a:pt x="1416884" y="481018"/>
                </a:lnTo>
                <a:lnTo>
                  <a:pt x="1417614" y="457557"/>
                </a:lnTo>
                <a:lnTo>
                  <a:pt x="1418344" y="465567"/>
                </a:lnTo>
                <a:lnTo>
                  <a:pt x="1419804" y="455496"/>
                </a:lnTo>
                <a:lnTo>
                  <a:pt x="1421264" y="458372"/>
                </a:lnTo>
                <a:lnTo>
                  <a:pt x="1421994" y="458902"/>
                </a:lnTo>
                <a:lnTo>
                  <a:pt x="1424184" y="474280"/>
                </a:lnTo>
                <a:lnTo>
                  <a:pt x="1425644" y="445751"/>
                </a:lnTo>
                <a:lnTo>
                  <a:pt x="1427104" y="452694"/>
                </a:lnTo>
                <a:lnTo>
                  <a:pt x="1430754" y="473883"/>
                </a:lnTo>
                <a:lnTo>
                  <a:pt x="1432214" y="471454"/>
                </a:lnTo>
                <a:lnTo>
                  <a:pt x="1434403" y="466982"/>
                </a:lnTo>
                <a:lnTo>
                  <a:pt x="1435133" y="470639"/>
                </a:lnTo>
                <a:lnTo>
                  <a:pt x="1437323" y="472982"/>
                </a:lnTo>
                <a:lnTo>
                  <a:pt x="1438053" y="495186"/>
                </a:lnTo>
                <a:lnTo>
                  <a:pt x="1440243" y="490102"/>
                </a:lnTo>
                <a:lnTo>
                  <a:pt x="1442433" y="460575"/>
                </a:lnTo>
                <a:lnTo>
                  <a:pt x="1443893" y="470493"/>
                </a:lnTo>
                <a:lnTo>
                  <a:pt x="1446083" y="460924"/>
                </a:lnTo>
                <a:lnTo>
                  <a:pt x="1446813" y="463341"/>
                </a:lnTo>
                <a:lnTo>
                  <a:pt x="1449003" y="497636"/>
                </a:lnTo>
                <a:lnTo>
                  <a:pt x="1450463" y="497516"/>
                </a:lnTo>
                <a:lnTo>
                  <a:pt x="1451923" y="498948"/>
                </a:lnTo>
                <a:lnTo>
                  <a:pt x="1452653" y="487881"/>
                </a:lnTo>
                <a:lnTo>
                  <a:pt x="1453383" y="480013"/>
                </a:lnTo>
                <a:lnTo>
                  <a:pt x="1454843" y="489528"/>
                </a:lnTo>
                <a:lnTo>
                  <a:pt x="1456303" y="502744"/>
                </a:lnTo>
                <a:lnTo>
                  <a:pt x="1459223" y="462365"/>
                </a:lnTo>
                <a:lnTo>
                  <a:pt x="1459953" y="466202"/>
                </a:lnTo>
                <a:lnTo>
                  <a:pt x="1464332" y="484310"/>
                </a:lnTo>
                <a:lnTo>
                  <a:pt x="1465792" y="481509"/>
                </a:lnTo>
                <a:lnTo>
                  <a:pt x="1468712" y="453706"/>
                </a:lnTo>
                <a:lnTo>
                  <a:pt x="1470172" y="473706"/>
                </a:lnTo>
                <a:lnTo>
                  <a:pt x="1472362" y="468944"/>
                </a:lnTo>
                <a:lnTo>
                  <a:pt x="1473822" y="455536"/>
                </a:lnTo>
                <a:lnTo>
                  <a:pt x="1474552" y="465294"/>
                </a:lnTo>
                <a:lnTo>
                  <a:pt x="1475282" y="466714"/>
                </a:lnTo>
                <a:lnTo>
                  <a:pt x="1476012" y="456531"/>
                </a:lnTo>
                <a:lnTo>
                  <a:pt x="1477472" y="465582"/>
                </a:lnTo>
                <a:lnTo>
                  <a:pt x="1478202" y="468097"/>
                </a:lnTo>
                <a:lnTo>
                  <a:pt x="1478932" y="461069"/>
                </a:lnTo>
                <a:lnTo>
                  <a:pt x="1480392" y="466775"/>
                </a:lnTo>
                <a:lnTo>
                  <a:pt x="1483312" y="473495"/>
                </a:lnTo>
                <a:lnTo>
                  <a:pt x="1484772" y="467045"/>
                </a:lnTo>
                <a:lnTo>
                  <a:pt x="1486962" y="469022"/>
                </a:lnTo>
                <a:lnTo>
                  <a:pt x="1487692" y="471526"/>
                </a:lnTo>
                <a:lnTo>
                  <a:pt x="1489152" y="449771"/>
                </a:lnTo>
                <a:lnTo>
                  <a:pt x="1490611" y="458830"/>
                </a:lnTo>
                <a:lnTo>
                  <a:pt x="1491341" y="452674"/>
                </a:lnTo>
                <a:lnTo>
                  <a:pt x="1492071" y="465424"/>
                </a:lnTo>
                <a:lnTo>
                  <a:pt x="1493531" y="461809"/>
                </a:lnTo>
                <a:lnTo>
                  <a:pt x="1494261" y="462801"/>
                </a:lnTo>
                <a:lnTo>
                  <a:pt x="1495721" y="473234"/>
                </a:lnTo>
                <a:lnTo>
                  <a:pt x="1497181" y="466487"/>
                </a:lnTo>
                <a:lnTo>
                  <a:pt x="1498641" y="455027"/>
                </a:lnTo>
                <a:lnTo>
                  <a:pt x="1499371" y="461481"/>
                </a:lnTo>
                <a:lnTo>
                  <a:pt x="1502291" y="476164"/>
                </a:lnTo>
                <a:lnTo>
                  <a:pt x="1503021" y="474773"/>
                </a:lnTo>
                <a:lnTo>
                  <a:pt x="1504481" y="466847"/>
                </a:lnTo>
                <a:lnTo>
                  <a:pt x="1505211" y="467270"/>
                </a:lnTo>
                <a:lnTo>
                  <a:pt x="1508131" y="491604"/>
                </a:lnTo>
                <a:lnTo>
                  <a:pt x="1508861" y="489265"/>
                </a:lnTo>
                <a:lnTo>
                  <a:pt x="1510321" y="479576"/>
                </a:lnTo>
                <a:lnTo>
                  <a:pt x="1511051" y="487176"/>
                </a:lnTo>
                <a:lnTo>
                  <a:pt x="1511781" y="487963"/>
                </a:lnTo>
                <a:lnTo>
                  <a:pt x="1515431" y="502601"/>
                </a:lnTo>
                <a:lnTo>
                  <a:pt x="1516891" y="507676"/>
                </a:lnTo>
                <a:lnTo>
                  <a:pt x="1517621" y="503561"/>
                </a:lnTo>
                <a:lnTo>
                  <a:pt x="1519810" y="497252"/>
                </a:lnTo>
                <a:lnTo>
                  <a:pt x="1520540" y="500896"/>
                </a:lnTo>
                <a:lnTo>
                  <a:pt x="1523460" y="507539"/>
                </a:lnTo>
                <a:lnTo>
                  <a:pt x="1524920" y="504075"/>
                </a:lnTo>
                <a:lnTo>
                  <a:pt x="1526380" y="498708"/>
                </a:lnTo>
                <a:lnTo>
                  <a:pt x="1527110" y="504328"/>
                </a:lnTo>
                <a:lnTo>
                  <a:pt x="1527840" y="506905"/>
                </a:lnTo>
                <a:lnTo>
                  <a:pt x="1528570" y="502362"/>
                </a:lnTo>
                <a:lnTo>
                  <a:pt x="1530030" y="496793"/>
                </a:lnTo>
                <a:lnTo>
                  <a:pt x="1533680" y="511734"/>
                </a:lnTo>
                <a:lnTo>
                  <a:pt x="1536600" y="504518"/>
                </a:lnTo>
                <a:lnTo>
                  <a:pt x="1537330" y="509103"/>
                </a:lnTo>
                <a:lnTo>
                  <a:pt x="1543170" y="526062"/>
                </a:lnTo>
                <a:lnTo>
                  <a:pt x="1543900" y="526951"/>
                </a:lnTo>
                <a:lnTo>
                  <a:pt x="1545360" y="516457"/>
                </a:lnTo>
                <a:lnTo>
                  <a:pt x="1546090" y="525025"/>
                </a:lnTo>
                <a:lnTo>
                  <a:pt x="1549739" y="536339"/>
                </a:lnTo>
                <a:lnTo>
                  <a:pt x="1548280" y="523770"/>
                </a:lnTo>
                <a:lnTo>
                  <a:pt x="1550469" y="533478"/>
                </a:lnTo>
                <a:lnTo>
                  <a:pt x="1553389" y="511390"/>
                </a:lnTo>
                <a:lnTo>
                  <a:pt x="1554849" y="520801"/>
                </a:lnTo>
                <a:lnTo>
                  <a:pt x="1555579" y="522751"/>
                </a:lnTo>
                <a:lnTo>
                  <a:pt x="1556309" y="520905"/>
                </a:lnTo>
                <a:lnTo>
                  <a:pt x="1558499" y="514213"/>
                </a:lnTo>
                <a:lnTo>
                  <a:pt x="1559959" y="531119"/>
                </a:lnTo>
                <a:lnTo>
                  <a:pt x="1562149" y="527362"/>
                </a:lnTo>
                <a:lnTo>
                  <a:pt x="1576749" y="37862"/>
                </a:lnTo>
                <a:lnTo>
                  <a:pt x="1578208" y="49256"/>
                </a:lnTo>
                <a:lnTo>
                  <a:pt x="1578938" y="46492"/>
                </a:lnTo>
                <a:lnTo>
                  <a:pt x="1581128" y="0"/>
                </a:lnTo>
                <a:lnTo>
                  <a:pt x="1581858" y="28535"/>
                </a:lnTo>
                <a:lnTo>
                  <a:pt x="1582588" y="27837"/>
                </a:lnTo>
                <a:lnTo>
                  <a:pt x="1584048" y="30644"/>
                </a:lnTo>
                <a:lnTo>
                  <a:pt x="1585508" y="9162"/>
                </a:lnTo>
                <a:lnTo>
                  <a:pt x="1587698" y="43049"/>
                </a:lnTo>
                <a:lnTo>
                  <a:pt x="1588428" y="30563"/>
                </a:lnTo>
                <a:lnTo>
                  <a:pt x="1589158" y="25124"/>
                </a:lnTo>
                <a:lnTo>
                  <a:pt x="1589888" y="41782"/>
                </a:lnTo>
                <a:lnTo>
                  <a:pt x="1591348" y="25216"/>
                </a:lnTo>
                <a:lnTo>
                  <a:pt x="1592808" y="2455"/>
                </a:lnTo>
                <a:lnTo>
                  <a:pt x="1593538" y="24132"/>
                </a:lnTo>
                <a:lnTo>
                  <a:pt x="1597188" y="58726"/>
                </a:lnTo>
                <a:lnTo>
                  <a:pt x="1597918" y="50754"/>
                </a:lnTo>
                <a:lnTo>
                  <a:pt x="1598648" y="59957"/>
                </a:lnTo>
                <a:lnTo>
                  <a:pt x="1599378" y="73956"/>
                </a:lnTo>
                <a:lnTo>
                  <a:pt x="1600838" y="52483"/>
                </a:lnTo>
                <a:lnTo>
                  <a:pt x="1601568" y="67236"/>
                </a:lnTo>
                <a:lnTo>
                  <a:pt x="1608867" y="119738"/>
                </a:lnTo>
                <a:lnTo>
                  <a:pt x="1616897" y="166004"/>
                </a:lnTo>
                <a:lnTo>
                  <a:pt x="1617627" y="153775"/>
                </a:lnTo>
                <a:lnTo>
                  <a:pt x="1618357" y="148444"/>
                </a:lnTo>
                <a:lnTo>
                  <a:pt x="1619087" y="154529"/>
                </a:lnTo>
                <a:lnTo>
                  <a:pt x="1622737" y="188879"/>
                </a:lnTo>
                <a:lnTo>
                  <a:pt x="1624197" y="185510"/>
                </a:lnTo>
                <a:lnTo>
                  <a:pt x="1632957" y="229669"/>
                </a:lnTo>
                <a:lnTo>
                  <a:pt x="1633687" y="227760"/>
                </a:lnTo>
                <a:lnTo>
                  <a:pt x="1634417" y="230900"/>
                </a:lnTo>
                <a:lnTo>
                  <a:pt x="1642446" y="261969"/>
                </a:lnTo>
                <a:lnTo>
                  <a:pt x="1643176" y="262126"/>
                </a:lnTo>
                <a:lnTo>
                  <a:pt x="1645366" y="253264"/>
                </a:lnTo>
                <a:lnTo>
                  <a:pt x="1646096" y="259989"/>
                </a:lnTo>
                <a:lnTo>
                  <a:pt x="1649746" y="281843"/>
                </a:lnTo>
                <a:lnTo>
                  <a:pt x="1651206" y="269380"/>
                </a:lnTo>
                <a:lnTo>
                  <a:pt x="1651936" y="274817"/>
                </a:lnTo>
                <a:lnTo>
                  <a:pt x="1653396" y="287537"/>
                </a:lnTo>
                <a:lnTo>
                  <a:pt x="1654856" y="280950"/>
                </a:lnTo>
                <a:lnTo>
                  <a:pt x="1657046" y="289235"/>
                </a:lnTo>
                <a:lnTo>
                  <a:pt x="1657776" y="286778"/>
                </a:lnTo>
                <a:lnTo>
                  <a:pt x="1658506" y="280488"/>
                </a:lnTo>
                <a:lnTo>
                  <a:pt x="1659966" y="286981"/>
                </a:lnTo>
                <a:lnTo>
                  <a:pt x="1661426" y="295498"/>
                </a:lnTo>
                <a:lnTo>
                  <a:pt x="1662156" y="289465"/>
                </a:lnTo>
                <a:lnTo>
                  <a:pt x="1663616" y="280842"/>
                </a:lnTo>
                <a:lnTo>
                  <a:pt x="1664345" y="288164"/>
                </a:lnTo>
                <a:lnTo>
                  <a:pt x="1665805" y="302202"/>
                </a:lnTo>
                <a:lnTo>
                  <a:pt x="1666535" y="291858"/>
                </a:lnTo>
                <a:lnTo>
                  <a:pt x="1669455" y="279799"/>
                </a:lnTo>
                <a:lnTo>
                  <a:pt x="1673105" y="291303"/>
                </a:lnTo>
                <a:lnTo>
                  <a:pt x="1673835" y="291949"/>
                </a:lnTo>
                <a:lnTo>
                  <a:pt x="1676755" y="285742"/>
                </a:lnTo>
                <a:lnTo>
                  <a:pt x="1679675" y="294324"/>
                </a:lnTo>
                <a:lnTo>
                  <a:pt x="1680405" y="293391"/>
                </a:lnTo>
                <a:lnTo>
                  <a:pt x="1681865" y="287338"/>
                </a:lnTo>
                <a:lnTo>
                  <a:pt x="1683325" y="287903"/>
                </a:lnTo>
                <a:lnTo>
                  <a:pt x="1686245" y="290370"/>
                </a:lnTo>
                <a:lnTo>
                  <a:pt x="1686975" y="289924"/>
                </a:lnTo>
                <a:lnTo>
                  <a:pt x="1687705" y="294913"/>
                </a:lnTo>
                <a:lnTo>
                  <a:pt x="1688435" y="292878"/>
                </a:lnTo>
                <a:lnTo>
                  <a:pt x="1689165" y="282387"/>
                </a:lnTo>
                <a:lnTo>
                  <a:pt x="1691355" y="287247"/>
                </a:lnTo>
                <a:lnTo>
                  <a:pt x="1694274" y="297895"/>
                </a:lnTo>
                <a:lnTo>
                  <a:pt x="1696464" y="283787"/>
                </a:lnTo>
                <a:lnTo>
                  <a:pt x="1697194" y="286683"/>
                </a:lnTo>
                <a:lnTo>
                  <a:pt x="1698654" y="298688"/>
                </a:lnTo>
                <a:lnTo>
                  <a:pt x="1700114" y="297739"/>
                </a:lnTo>
                <a:lnTo>
                  <a:pt x="1700844" y="291528"/>
                </a:lnTo>
                <a:lnTo>
                  <a:pt x="1703034" y="295127"/>
                </a:lnTo>
                <a:lnTo>
                  <a:pt x="1704494" y="304037"/>
                </a:lnTo>
                <a:lnTo>
                  <a:pt x="1705954" y="302266"/>
                </a:lnTo>
                <a:lnTo>
                  <a:pt x="1708144" y="302366"/>
                </a:lnTo>
                <a:lnTo>
                  <a:pt x="1708874" y="297002"/>
                </a:lnTo>
                <a:lnTo>
                  <a:pt x="1709604" y="303690"/>
                </a:lnTo>
                <a:lnTo>
                  <a:pt x="1711794" y="314436"/>
                </a:lnTo>
                <a:lnTo>
                  <a:pt x="1713254" y="309071"/>
                </a:lnTo>
                <a:lnTo>
                  <a:pt x="1713984" y="307014"/>
                </a:lnTo>
                <a:lnTo>
                  <a:pt x="1715444" y="308429"/>
                </a:lnTo>
                <a:lnTo>
                  <a:pt x="1716904" y="311248"/>
                </a:lnTo>
                <a:lnTo>
                  <a:pt x="1718364" y="302449"/>
                </a:lnTo>
                <a:lnTo>
                  <a:pt x="1719824" y="304228"/>
                </a:lnTo>
                <a:lnTo>
                  <a:pt x="1722013" y="313128"/>
                </a:lnTo>
                <a:lnTo>
                  <a:pt x="1722743" y="311203"/>
                </a:lnTo>
                <a:lnTo>
                  <a:pt x="1724933" y="305002"/>
                </a:lnTo>
                <a:lnTo>
                  <a:pt x="1726393" y="318935"/>
                </a:lnTo>
                <a:lnTo>
                  <a:pt x="1727853" y="309535"/>
                </a:lnTo>
                <a:lnTo>
                  <a:pt x="1730773" y="319021"/>
                </a:lnTo>
                <a:lnTo>
                  <a:pt x="1733693" y="316088"/>
                </a:lnTo>
                <a:lnTo>
                  <a:pt x="1736613" y="302795"/>
                </a:lnTo>
                <a:lnTo>
                  <a:pt x="1738073" y="304451"/>
                </a:lnTo>
                <a:lnTo>
                  <a:pt x="1738803" y="312268"/>
                </a:lnTo>
                <a:lnTo>
                  <a:pt x="1740993" y="310253"/>
                </a:lnTo>
                <a:lnTo>
                  <a:pt x="1744643" y="314330"/>
                </a:lnTo>
                <a:lnTo>
                  <a:pt x="1745373" y="320045"/>
                </a:lnTo>
                <a:lnTo>
                  <a:pt x="1746103" y="314787"/>
                </a:lnTo>
                <a:lnTo>
                  <a:pt x="1747563" y="305383"/>
                </a:lnTo>
                <a:lnTo>
                  <a:pt x="1748293" y="305977"/>
                </a:lnTo>
                <a:lnTo>
                  <a:pt x="1751212" y="313578"/>
                </a:lnTo>
                <a:lnTo>
                  <a:pt x="1752672" y="300845"/>
                </a:lnTo>
                <a:lnTo>
                  <a:pt x="1754133" y="305733"/>
                </a:lnTo>
                <a:lnTo>
                  <a:pt x="1754862" y="310228"/>
                </a:lnTo>
                <a:lnTo>
                  <a:pt x="1755592" y="303836"/>
                </a:lnTo>
                <a:lnTo>
                  <a:pt x="1756323" y="309065"/>
                </a:lnTo>
                <a:lnTo>
                  <a:pt x="1757053" y="304570"/>
                </a:lnTo>
                <a:lnTo>
                  <a:pt x="1758512" y="310652"/>
                </a:lnTo>
                <a:lnTo>
                  <a:pt x="1760703" y="308897"/>
                </a:lnTo>
                <a:lnTo>
                  <a:pt x="1762893" y="312836"/>
                </a:lnTo>
                <a:lnTo>
                  <a:pt x="1764353" y="299622"/>
                </a:lnTo>
                <a:lnTo>
                  <a:pt x="1765083" y="307020"/>
                </a:lnTo>
                <a:lnTo>
                  <a:pt x="1765813" y="311611"/>
                </a:lnTo>
                <a:lnTo>
                  <a:pt x="1766543" y="306187"/>
                </a:lnTo>
                <a:lnTo>
                  <a:pt x="1768003" y="310520"/>
                </a:lnTo>
                <a:lnTo>
                  <a:pt x="1770193" y="310685"/>
                </a:lnTo>
                <a:lnTo>
                  <a:pt x="1770923" y="318389"/>
                </a:lnTo>
                <a:lnTo>
                  <a:pt x="1772382" y="310696"/>
                </a:lnTo>
                <a:lnTo>
                  <a:pt x="1774572" y="302409"/>
                </a:lnTo>
                <a:lnTo>
                  <a:pt x="1776032" y="310827"/>
                </a:lnTo>
                <a:lnTo>
                  <a:pt x="1777492" y="305574"/>
                </a:lnTo>
                <a:lnTo>
                  <a:pt x="1778222" y="299526"/>
                </a:lnTo>
                <a:lnTo>
                  <a:pt x="1779682" y="304772"/>
                </a:lnTo>
                <a:lnTo>
                  <a:pt x="1780412" y="318901"/>
                </a:lnTo>
                <a:lnTo>
                  <a:pt x="1781872" y="302497"/>
                </a:lnTo>
                <a:lnTo>
                  <a:pt x="1782602" y="308483"/>
                </a:lnTo>
                <a:lnTo>
                  <a:pt x="1783332" y="296600"/>
                </a:lnTo>
                <a:lnTo>
                  <a:pt x="1784062" y="297216"/>
                </a:lnTo>
                <a:lnTo>
                  <a:pt x="1788442" y="317962"/>
                </a:lnTo>
                <a:lnTo>
                  <a:pt x="1789902" y="321263"/>
                </a:lnTo>
                <a:lnTo>
                  <a:pt x="1792092" y="309111"/>
                </a:lnTo>
                <a:lnTo>
                  <a:pt x="1793552" y="317280"/>
                </a:lnTo>
                <a:lnTo>
                  <a:pt x="1794282" y="310795"/>
                </a:lnTo>
                <a:lnTo>
                  <a:pt x="1795012" y="305896"/>
                </a:lnTo>
                <a:lnTo>
                  <a:pt x="1795742" y="315000"/>
                </a:lnTo>
                <a:lnTo>
                  <a:pt x="1796472" y="319764"/>
                </a:lnTo>
                <a:lnTo>
                  <a:pt x="1797932" y="312904"/>
                </a:lnTo>
                <a:lnTo>
                  <a:pt x="1799392" y="294129"/>
                </a:lnTo>
                <a:lnTo>
                  <a:pt x="1800851" y="307831"/>
                </a:lnTo>
                <a:lnTo>
                  <a:pt x="1801581" y="303175"/>
                </a:lnTo>
                <a:lnTo>
                  <a:pt x="1803041" y="308599"/>
                </a:lnTo>
                <a:lnTo>
                  <a:pt x="1803771" y="304643"/>
                </a:lnTo>
                <a:lnTo>
                  <a:pt x="1805231" y="302520"/>
                </a:lnTo>
                <a:lnTo>
                  <a:pt x="1807421" y="313265"/>
                </a:lnTo>
                <a:lnTo>
                  <a:pt x="1808151" y="302207"/>
                </a:lnTo>
                <a:lnTo>
                  <a:pt x="1809611" y="306986"/>
                </a:lnTo>
                <a:lnTo>
                  <a:pt x="1810341" y="314988"/>
                </a:lnTo>
                <a:lnTo>
                  <a:pt x="1811801" y="305261"/>
                </a:lnTo>
                <a:lnTo>
                  <a:pt x="1812531" y="312853"/>
                </a:lnTo>
                <a:lnTo>
                  <a:pt x="1813991" y="304460"/>
                </a:lnTo>
                <a:lnTo>
                  <a:pt x="1814721" y="294424"/>
                </a:lnTo>
                <a:lnTo>
                  <a:pt x="1816181" y="299311"/>
                </a:lnTo>
                <a:lnTo>
                  <a:pt x="1819831" y="318730"/>
                </a:lnTo>
                <a:lnTo>
                  <a:pt x="1821291" y="309680"/>
                </a:lnTo>
                <a:lnTo>
                  <a:pt x="1822021" y="299151"/>
                </a:lnTo>
                <a:lnTo>
                  <a:pt x="1822751" y="310102"/>
                </a:lnTo>
                <a:lnTo>
                  <a:pt x="1823481" y="309690"/>
                </a:lnTo>
                <a:lnTo>
                  <a:pt x="1824941" y="318732"/>
                </a:lnTo>
                <a:lnTo>
                  <a:pt x="1825671" y="307305"/>
                </a:lnTo>
                <a:lnTo>
                  <a:pt x="1827131" y="294071"/>
                </a:lnTo>
                <a:lnTo>
                  <a:pt x="1827861" y="294360"/>
                </a:lnTo>
                <a:lnTo>
                  <a:pt x="1829320" y="319017"/>
                </a:lnTo>
                <a:lnTo>
                  <a:pt x="1830780" y="302818"/>
                </a:lnTo>
                <a:lnTo>
                  <a:pt x="1832240" y="304879"/>
                </a:lnTo>
                <a:lnTo>
                  <a:pt x="1832970" y="299125"/>
                </a:lnTo>
                <a:lnTo>
                  <a:pt x="1833700" y="305854"/>
                </a:lnTo>
                <a:lnTo>
                  <a:pt x="1834430" y="313286"/>
                </a:lnTo>
                <a:lnTo>
                  <a:pt x="1835890" y="303718"/>
                </a:lnTo>
                <a:lnTo>
                  <a:pt x="1836620" y="303616"/>
                </a:lnTo>
                <a:lnTo>
                  <a:pt x="1837350" y="307649"/>
                </a:lnTo>
                <a:lnTo>
                  <a:pt x="1838810" y="289789"/>
                </a:lnTo>
                <a:lnTo>
                  <a:pt x="1839540" y="312315"/>
                </a:lnTo>
                <a:lnTo>
                  <a:pt x="1841730" y="291168"/>
                </a:lnTo>
                <a:lnTo>
                  <a:pt x="1841000" y="313511"/>
                </a:lnTo>
                <a:lnTo>
                  <a:pt x="1843190" y="301294"/>
                </a:lnTo>
                <a:lnTo>
                  <a:pt x="1844650" y="291258"/>
                </a:lnTo>
                <a:lnTo>
                  <a:pt x="1845380" y="299561"/>
                </a:lnTo>
                <a:lnTo>
                  <a:pt x="1846840" y="321929"/>
                </a:lnTo>
                <a:lnTo>
                  <a:pt x="1848300" y="315107"/>
                </a:lnTo>
                <a:lnTo>
                  <a:pt x="1849760" y="298483"/>
                </a:lnTo>
                <a:lnTo>
                  <a:pt x="1851220" y="304179"/>
                </a:lnTo>
                <a:lnTo>
                  <a:pt x="1851950" y="306289"/>
                </a:lnTo>
                <a:lnTo>
                  <a:pt x="1852680" y="316755"/>
                </a:lnTo>
                <a:lnTo>
                  <a:pt x="1854140" y="302928"/>
                </a:lnTo>
                <a:lnTo>
                  <a:pt x="1855600" y="293668"/>
                </a:lnTo>
                <a:lnTo>
                  <a:pt x="1856330" y="311249"/>
                </a:lnTo>
                <a:lnTo>
                  <a:pt x="1858519" y="306742"/>
                </a:lnTo>
                <a:lnTo>
                  <a:pt x="1859249" y="296678"/>
                </a:lnTo>
                <a:lnTo>
                  <a:pt x="1860709" y="301008"/>
                </a:lnTo>
                <a:lnTo>
                  <a:pt x="1862169" y="314267"/>
                </a:lnTo>
                <a:lnTo>
                  <a:pt x="1862899" y="307797"/>
                </a:lnTo>
                <a:lnTo>
                  <a:pt x="1864359" y="291180"/>
                </a:lnTo>
                <a:lnTo>
                  <a:pt x="1865819" y="297273"/>
                </a:lnTo>
                <a:lnTo>
                  <a:pt x="1867279" y="301220"/>
                </a:lnTo>
                <a:lnTo>
                  <a:pt x="1870199" y="283562"/>
                </a:lnTo>
                <a:lnTo>
                  <a:pt x="1873119" y="299967"/>
                </a:lnTo>
                <a:lnTo>
                  <a:pt x="1873849" y="301230"/>
                </a:lnTo>
                <a:lnTo>
                  <a:pt x="1874579" y="297000"/>
                </a:lnTo>
                <a:lnTo>
                  <a:pt x="1875309" y="310803"/>
                </a:lnTo>
                <a:lnTo>
                  <a:pt x="1876039" y="288230"/>
                </a:lnTo>
                <a:lnTo>
                  <a:pt x="1877499" y="266277"/>
                </a:lnTo>
                <a:lnTo>
                  <a:pt x="1878229" y="308324"/>
                </a:lnTo>
                <a:lnTo>
                  <a:pt x="1879689" y="282202"/>
                </a:lnTo>
                <a:lnTo>
                  <a:pt x="1880419" y="282518"/>
                </a:lnTo>
                <a:lnTo>
                  <a:pt x="1881149" y="300063"/>
                </a:lnTo>
                <a:lnTo>
                  <a:pt x="1883339" y="290205"/>
                </a:lnTo>
                <a:lnTo>
                  <a:pt x="1884069" y="306840"/>
                </a:lnTo>
                <a:lnTo>
                  <a:pt x="1885529" y="294161"/>
                </a:lnTo>
                <a:lnTo>
                  <a:pt x="1886259" y="294421"/>
                </a:lnTo>
                <a:lnTo>
                  <a:pt x="1886989" y="303369"/>
                </a:lnTo>
                <a:lnTo>
                  <a:pt x="1888448" y="301935"/>
                </a:lnTo>
                <a:lnTo>
                  <a:pt x="1889178" y="296812"/>
                </a:lnTo>
                <a:lnTo>
                  <a:pt x="1890638" y="304556"/>
                </a:lnTo>
                <a:lnTo>
                  <a:pt x="1892098" y="310916"/>
                </a:lnTo>
                <a:lnTo>
                  <a:pt x="1893558" y="307085"/>
                </a:lnTo>
                <a:lnTo>
                  <a:pt x="1895018" y="312572"/>
                </a:lnTo>
                <a:lnTo>
                  <a:pt x="1895748" y="297671"/>
                </a:lnTo>
                <a:lnTo>
                  <a:pt x="1897208" y="307362"/>
                </a:lnTo>
                <a:lnTo>
                  <a:pt x="1900128" y="318830"/>
                </a:lnTo>
                <a:lnTo>
                  <a:pt x="1900858" y="318060"/>
                </a:lnTo>
                <a:lnTo>
                  <a:pt x="1901588" y="303587"/>
                </a:lnTo>
                <a:lnTo>
                  <a:pt x="1903048" y="313592"/>
                </a:lnTo>
                <a:lnTo>
                  <a:pt x="1903778" y="313201"/>
                </a:lnTo>
                <a:lnTo>
                  <a:pt x="1905238" y="327109"/>
                </a:lnTo>
                <a:lnTo>
                  <a:pt x="1905968" y="325311"/>
                </a:lnTo>
                <a:lnTo>
                  <a:pt x="1906698" y="313878"/>
                </a:lnTo>
                <a:lnTo>
                  <a:pt x="1908158" y="320882"/>
                </a:lnTo>
                <a:lnTo>
                  <a:pt x="1908888" y="331033"/>
                </a:lnTo>
                <a:lnTo>
                  <a:pt x="1909618" y="320589"/>
                </a:lnTo>
                <a:lnTo>
                  <a:pt x="1910348" y="311674"/>
                </a:lnTo>
                <a:lnTo>
                  <a:pt x="1911078" y="323125"/>
                </a:lnTo>
                <a:lnTo>
                  <a:pt x="1912538" y="334355"/>
                </a:lnTo>
                <a:lnTo>
                  <a:pt x="1913998" y="333426"/>
                </a:lnTo>
                <a:lnTo>
                  <a:pt x="1916917" y="342028"/>
                </a:lnTo>
                <a:lnTo>
                  <a:pt x="1917647" y="341429"/>
                </a:lnTo>
                <a:lnTo>
                  <a:pt x="1919107" y="319659"/>
                </a:lnTo>
                <a:lnTo>
                  <a:pt x="1920567" y="332590"/>
                </a:lnTo>
                <a:lnTo>
                  <a:pt x="1921297" y="339453"/>
                </a:lnTo>
                <a:lnTo>
                  <a:pt x="1922027" y="331920"/>
                </a:lnTo>
                <a:lnTo>
                  <a:pt x="1922757" y="335611"/>
                </a:lnTo>
                <a:lnTo>
                  <a:pt x="1924217" y="325510"/>
                </a:lnTo>
                <a:lnTo>
                  <a:pt x="1924947" y="333997"/>
                </a:lnTo>
                <a:lnTo>
                  <a:pt x="1925677" y="334820"/>
                </a:lnTo>
                <a:lnTo>
                  <a:pt x="1927137" y="331689"/>
                </a:lnTo>
                <a:lnTo>
                  <a:pt x="1927867" y="342849"/>
                </a:lnTo>
                <a:lnTo>
                  <a:pt x="1928597" y="332681"/>
                </a:lnTo>
                <a:lnTo>
                  <a:pt x="1930057" y="340205"/>
                </a:lnTo>
                <a:lnTo>
                  <a:pt x="1934437" y="350368"/>
                </a:lnTo>
                <a:lnTo>
                  <a:pt x="1935167" y="335582"/>
                </a:lnTo>
                <a:lnTo>
                  <a:pt x="1937357" y="340915"/>
                </a:lnTo>
                <a:lnTo>
                  <a:pt x="1938087" y="340094"/>
                </a:lnTo>
                <a:lnTo>
                  <a:pt x="1938817" y="333018"/>
                </a:lnTo>
                <a:lnTo>
                  <a:pt x="1939547" y="335125"/>
                </a:lnTo>
                <a:lnTo>
                  <a:pt x="1940277" y="354046"/>
                </a:lnTo>
                <a:lnTo>
                  <a:pt x="1941737" y="342736"/>
                </a:lnTo>
                <a:lnTo>
                  <a:pt x="1943197" y="331118"/>
                </a:lnTo>
                <a:lnTo>
                  <a:pt x="1943927" y="341373"/>
                </a:lnTo>
                <a:lnTo>
                  <a:pt x="1945386" y="360416"/>
                </a:lnTo>
                <a:lnTo>
                  <a:pt x="1946846" y="348807"/>
                </a:lnTo>
                <a:lnTo>
                  <a:pt x="1949036" y="359784"/>
                </a:lnTo>
                <a:lnTo>
                  <a:pt x="1949766" y="356833"/>
                </a:lnTo>
                <a:lnTo>
                  <a:pt x="1951226" y="351934"/>
                </a:lnTo>
                <a:lnTo>
                  <a:pt x="1952686" y="364383"/>
                </a:lnTo>
                <a:lnTo>
                  <a:pt x="1953416" y="352307"/>
                </a:lnTo>
                <a:lnTo>
                  <a:pt x="1954876" y="355213"/>
                </a:lnTo>
                <a:lnTo>
                  <a:pt x="1955606" y="347005"/>
                </a:lnTo>
                <a:lnTo>
                  <a:pt x="1959256" y="366093"/>
                </a:lnTo>
                <a:lnTo>
                  <a:pt x="1960716" y="348440"/>
                </a:lnTo>
                <a:lnTo>
                  <a:pt x="1962176" y="354772"/>
                </a:lnTo>
                <a:lnTo>
                  <a:pt x="1963636" y="363823"/>
                </a:lnTo>
                <a:lnTo>
                  <a:pt x="1964366" y="352379"/>
                </a:lnTo>
                <a:lnTo>
                  <a:pt x="1965096" y="349654"/>
                </a:lnTo>
                <a:lnTo>
                  <a:pt x="1965826" y="357676"/>
                </a:lnTo>
                <a:lnTo>
                  <a:pt x="1967286" y="354147"/>
                </a:lnTo>
                <a:lnTo>
                  <a:pt x="1969476" y="351674"/>
                </a:lnTo>
                <a:lnTo>
                  <a:pt x="1968746" y="355130"/>
                </a:lnTo>
                <a:lnTo>
                  <a:pt x="1970206" y="352174"/>
                </a:lnTo>
                <a:lnTo>
                  <a:pt x="1971666" y="351697"/>
                </a:lnTo>
                <a:lnTo>
                  <a:pt x="1972396" y="348414"/>
                </a:lnTo>
                <a:lnTo>
                  <a:pt x="1973126" y="349666"/>
                </a:lnTo>
                <a:lnTo>
                  <a:pt x="1973855" y="357741"/>
                </a:lnTo>
                <a:lnTo>
                  <a:pt x="1974585" y="348633"/>
                </a:lnTo>
                <a:lnTo>
                  <a:pt x="1976045" y="354251"/>
                </a:lnTo>
                <a:lnTo>
                  <a:pt x="1977505" y="345662"/>
                </a:lnTo>
                <a:lnTo>
                  <a:pt x="1978235" y="357962"/>
                </a:lnTo>
                <a:lnTo>
                  <a:pt x="1980425" y="357241"/>
                </a:lnTo>
                <a:lnTo>
                  <a:pt x="1981885" y="345249"/>
                </a:lnTo>
                <a:lnTo>
                  <a:pt x="1982615" y="348153"/>
                </a:lnTo>
                <a:lnTo>
                  <a:pt x="1983345" y="358577"/>
                </a:lnTo>
                <a:lnTo>
                  <a:pt x="1984805" y="351090"/>
                </a:lnTo>
                <a:lnTo>
                  <a:pt x="1985535" y="351052"/>
                </a:lnTo>
                <a:lnTo>
                  <a:pt x="1986995" y="357631"/>
                </a:lnTo>
                <a:lnTo>
                  <a:pt x="1987725" y="349426"/>
                </a:lnTo>
                <a:lnTo>
                  <a:pt x="1988455" y="335230"/>
                </a:lnTo>
                <a:lnTo>
                  <a:pt x="1989915" y="351380"/>
                </a:lnTo>
                <a:lnTo>
                  <a:pt x="1990645" y="350060"/>
                </a:lnTo>
                <a:lnTo>
                  <a:pt x="1991375" y="358642"/>
                </a:lnTo>
                <a:lnTo>
                  <a:pt x="1992105" y="345258"/>
                </a:lnTo>
                <a:lnTo>
                  <a:pt x="1992835" y="351751"/>
                </a:lnTo>
                <a:lnTo>
                  <a:pt x="1993565" y="352067"/>
                </a:lnTo>
                <a:lnTo>
                  <a:pt x="1994295" y="355669"/>
                </a:lnTo>
                <a:lnTo>
                  <a:pt x="1997215" y="341817"/>
                </a:lnTo>
                <a:lnTo>
                  <a:pt x="1998675" y="358846"/>
                </a:lnTo>
                <a:lnTo>
                  <a:pt x="1999405" y="352226"/>
                </a:lnTo>
                <a:lnTo>
                  <a:pt x="2001595" y="342461"/>
                </a:lnTo>
                <a:lnTo>
                  <a:pt x="2000865" y="353906"/>
                </a:lnTo>
                <a:lnTo>
                  <a:pt x="2002325" y="345480"/>
                </a:lnTo>
                <a:lnTo>
                  <a:pt x="2003054" y="344765"/>
                </a:lnTo>
                <a:lnTo>
                  <a:pt x="2003784" y="351958"/>
                </a:lnTo>
                <a:lnTo>
                  <a:pt x="2004514" y="342734"/>
                </a:lnTo>
                <a:lnTo>
                  <a:pt x="2005244" y="339477"/>
                </a:lnTo>
                <a:lnTo>
                  <a:pt x="2008894" y="355032"/>
                </a:lnTo>
                <a:lnTo>
                  <a:pt x="2011814" y="343920"/>
                </a:lnTo>
                <a:lnTo>
                  <a:pt x="2014734" y="351537"/>
                </a:lnTo>
                <a:lnTo>
                  <a:pt x="2016194" y="345572"/>
                </a:lnTo>
                <a:lnTo>
                  <a:pt x="2016924" y="355393"/>
                </a:lnTo>
                <a:lnTo>
                  <a:pt x="2018384" y="353018"/>
                </a:lnTo>
                <a:lnTo>
                  <a:pt x="2019114" y="341041"/>
                </a:lnTo>
                <a:lnTo>
                  <a:pt x="2021304" y="341778"/>
                </a:lnTo>
                <a:lnTo>
                  <a:pt x="2022764" y="340305"/>
                </a:lnTo>
                <a:lnTo>
                  <a:pt x="2025684" y="349849"/>
                </a:lnTo>
                <a:lnTo>
                  <a:pt x="2026414" y="349127"/>
                </a:lnTo>
                <a:lnTo>
                  <a:pt x="2027144" y="349015"/>
                </a:lnTo>
                <a:lnTo>
                  <a:pt x="2028604" y="352473"/>
                </a:lnTo>
                <a:lnTo>
                  <a:pt x="2030794" y="337158"/>
                </a:lnTo>
                <a:lnTo>
                  <a:pt x="2032253" y="349459"/>
                </a:lnTo>
                <a:lnTo>
                  <a:pt x="2032983" y="344715"/>
                </a:lnTo>
                <a:lnTo>
                  <a:pt x="2033713" y="336022"/>
                </a:lnTo>
                <a:lnTo>
                  <a:pt x="2034443" y="347332"/>
                </a:lnTo>
                <a:lnTo>
                  <a:pt x="2035903" y="338508"/>
                </a:lnTo>
                <a:lnTo>
                  <a:pt x="2036633" y="345977"/>
                </a:lnTo>
                <a:lnTo>
                  <a:pt x="2037363" y="337125"/>
                </a:lnTo>
                <a:lnTo>
                  <a:pt x="2038093" y="339242"/>
                </a:lnTo>
                <a:lnTo>
                  <a:pt x="2040283" y="337879"/>
                </a:lnTo>
                <a:lnTo>
                  <a:pt x="2042473" y="346809"/>
                </a:lnTo>
                <a:lnTo>
                  <a:pt x="2043933" y="346344"/>
                </a:lnTo>
                <a:lnTo>
                  <a:pt x="2044663" y="339110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path 181"/>
          <p:cNvSpPr/>
          <p:nvPr/>
        </p:nvSpPr>
        <p:spPr>
          <a:xfrm>
            <a:off x="9862223" y="2970041"/>
            <a:ext cx="2044663" cy="575591"/>
          </a:xfrm>
          <a:custGeom>
            <a:avLst/>
            <a:gdLst/>
            <a:ahLst/>
            <a:cxnLst/>
            <a:rect l="l" t="t" r="r" b="b"/>
            <a:pathLst>
              <a:path w="2044663" h="575591">
                <a:moveTo>
                  <a:pt x="0" y="172356"/>
                </a:moveTo>
                <a:lnTo>
                  <a:pt x="3650" y="171540"/>
                </a:lnTo>
                <a:lnTo>
                  <a:pt x="6570" y="168810"/>
                </a:lnTo>
                <a:lnTo>
                  <a:pt x="13140" y="168730"/>
                </a:lnTo>
                <a:lnTo>
                  <a:pt x="16060" y="171245"/>
                </a:lnTo>
                <a:lnTo>
                  <a:pt x="17520" y="167520"/>
                </a:lnTo>
                <a:lnTo>
                  <a:pt x="18250" y="170786"/>
                </a:lnTo>
                <a:lnTo>
                  <a:pt x="18980" y="173284"/>
                </a:lnTo>
                <a:lnTo>
                  <a:pt x="20439" y="170955"/>
                </a:lnTo>
                <a:lnTo>
                  <a:pt x="24090" y="169093"/>
                </a:lnTo>
                <a:lnTo>
                  <a:pt x="24820" y="170314"/>
                </a:lnTo>
                <a:lnTo>
                  <a:pt x="25550" y="172150"/>
                </a:lnTo>
                <a:lnTo>
                  <a:pt x="27010" y="169856"/>
                </a:lnTo>
                <a:lnTo>
                  <a:pt x="29930" y="168442"/>
                </a:lnTo>
                <a:lnTo>
                  <a:pt x="33580" y="170748"/>
                </a:lnTo>
                <a:lnTo>
                  <a:pt x="34310" y="168450"/>
                </a:lnTo>
                <a:lnTo>
                  <a:pt x="35040" y="164845"/>
                </a:lnTo>
                <a:lnTo>
                  <a:pt x="36500" y="168078"/>
                </a:lnTo>
                <a:lnTo>
                  <a:pt x="37230" y="169312"/>
                </a:lnTo>
                <a:lnTo>
                  <a:pt x="37960" y="167059"/>
                </a:lnTo>
                <a:lnTo>
                  <a:pt x="38690" y="162785"/>
                </a:lnTo>
                <a:lnTo>
                  <a:pt x="40150" y="164391"/>
                </a:lnTo>
                <a:lnTo>
                  <a:pt x="42339" y="166345"/>
                </a:lnTo>
                <a:lnTo>
                  <a:pt x="43069" y="165431"/>
                </a:lnTo>
                <a:lnTo>
                  <a:pt x="45259" y="166211"/>
                </a:lnTo>
                <a:lnTo>
                  <a:pt x="46719" y="164495"/>
                </a:lnTo>
                <a:lnTo>
                  <a:pt x="49639" y="161435"/>
                </a:lnTo>
                <a:lnTo>
                  <a:pt x="51829" y="165137"/>
                </a:lnTo>
                <a:lnTo>
                  <a:pt x="53289" y="163801"/>
                </a:lnTo>
                <a:lnTo>
                  <a:pt x="56209" y="168950"/>
                </a:lnTo>
                <a:lnTo>
                  <a:pt x="57669" y="165732"/>
                </a:lnTo>
                <a:lnTo>
                  <a:pt x="59859" y="156358"/>
                </a:lnTo>
                <a:lnTo>
                  <a:pt x="62049" y="160296"/>
                </a:lnTo>
                <a:lnTo>
                  <a:pt x="64969" y="163544"/>
                </a:lnTo>
                <a:lnTo>
                  <a:pt x="68619" y="155708"/>
                </a:lnTo>
                <a:lnTo>
                  <a:pt x="70808" y="161905"/>
                </a:lnTo>
                <a:lnTo>
                  <a:pt x="71538" y="159199"/>
                </a:lnTo>
                <a:lnTo>
                  <a:pt x="72998" y="161079"/>
                </a:lnTo>
                <a:lnTo>
                  <a:pt x="74458" y="155980"/>
                </a:lnTo>
                <a:lnTo>
                  <a:pt x="78838" y="162712"/>
                </a:lnTo>
                <a:lnTo>
                  <a:pt x="81758" y="152279"/>
                </a:lnTo>
                <a:lnTo>
                  <a:pt x="83218" y="158038"/>
                </a:lnTo>
                <a:lnTo>
                  <a:pt x="86138" y="162861"/>
                </a:lnTo>
                <a:lnTo>
                  <a:pt x="87598" y="153500"/>
                </a:lnTo>
                <a:lnTo>
                  <a:pt x="89058" y="158477"/>
                </a:lnTo>
                <a:lnTo>
                  <a:pt x="92708" y="163157"/>
                </a:lnTo>
                <a:lnTo>
                  <a:pt x="95628" y="151321"/>
                </a:lnTo>
                <a:lnTo>
                  <a:pt x="98548" y="154769"/>
                </a:lnTo>
                <a:lnTo>
                  <a:pt x="102197" y="160100"/>
                </a:lnTo>
                <a:lnTo>
                  <a:pt x="105847" y="160723"/>
                </a:lnTo>
                <a:lnTo>
                  <a:pt x="108767" y="149149"/>
                </a:lnTo>
                <a:lnTo>
                  <a:pt x="110227" y="155630"/>
                </a:lnTo>
                <a:lnTo>
                  <a:pt x="111687" y="162169"/>
                </a:lnTo>
                <a:lnTo>
                  <a:pt x="113147" y="158617"/>
                </a:lnTo>
                <a:lnTo>
                  <a:pt x="116797" y="157408"/>
                </a:lnTo>
                <a:lnTo>
                  <a:pt x="117527" y="154856"/>
                </a:lnTo>
                <a:lnTo>
                  <a:pt x="118257" y="160707"/>
                </a:lnTo>
                <a:lnTo>
                  <a:pt x="118987" y="161634"/>
                </a:lnTo>
                <a:lnTo>
                  <a:pt x="119717" y="158998"/>
                </a:lnTo>
                <a:lnTo>
                  <a:pt x="120447" y="152105"/>
                </a:lnTo>
                <a:lnTo>
                  <a:pt x="121907" y="155507"/>
                </a:lnTo>
                <a:lnTo>
                  <a:pt x="127017" y="158145"/>
                </a:lnTo>
                <a:lnTo>
                  <a:pt x="130666" y="154915"/>
                </a:lnTo>
                <a:lnTo>
                  <a:pt x="131396" y="153477"/>
                </a:lnTo>
                <a:lnTo>
                  <a:pt x="132856" y="155180"/>
                </a:lnTo>
                <a:lnTo>
                  <a:pt x="134316" y="156685"/>
                </a:lnTo>
                <a:lnTo>
                  <a:pt x="135046" y="154343"/>
                </a:lnTo>
                <a:lnTo>
                  <a:pt x="137236" y="154952"/>
                </a:lnTo>
                <a:lnTo>
                  <a:pt x="140886" y="162709"/>
                </a:lnTo>
                <a:lnTo>
                  <a:pt x="142346" y="161319"/>
                </a:lnTo>
                <a:lnTo>
                  <a:pt x="144536" y="159696"/>
                </a:lnTo>
                <a:lnTo>
                  <a:pt x="145996" y="152642"/>
                </a:lnTo>
                <a:lnTo>
                  <a:pt x="147456" y="154222"/>
                </a:lnTo>
                <a:lnTo>
                  <a:pt x="153296" y="156053"/>
                </a:lnTo>
                <a:lnTo>
                  <a:pt x="156216" y="155409"/>
                </a:lnTo>
                <a:lnTo>
                  <a:pt x="158405" y="160399"/>
                </a:lnTo>
                <a:lnTo>
                  <a:pt x="159135" y="158421"/>
                </a:lnTo>
                <a:lnTo>
                  <a:pt x="160595" y="155107"/>
                </a:lnTo>
                <a:lnTo>
                  <a:pt x="161325" y="158310"/>
                </a:lnTo>
                <a:lnTo>
                  <a:pt x="162055" y="160876"/>
                </a:lnTo>
                <a:lnTo>
                  <a:pt x="162785" y="158248"/>
                </a:lnTo>
                <a:lnTo>
                  <a:pt x="163515" y="150191"/>
                </a:lnTo>
                <a:lnTo>
                  <a:pt x="165705" y="151376"/>
                </a:lnTo>
                <a:lnTo>
                  <a:pt x="168625" y="153381"/>
                </a:lnTo>
                <a:lnTo>
                  <a:pt x="171545" y="155368"/>
                </a:lnTo>
                <a:lnTo>
                  <a:pt x="172275" y="154761"/>
                </a:lnTo>
                <a:lnTo>
                  <a:pt x="183955" y="151518"/>
                </a:lnTo>
                <a:lnTo>
                  <a:pt x="186874" y="154359"/>
                </a:lnTo>
                <a:lnTo>
                  <a:pt x="187604" y="158134"/>
                </a:lnTo>
                <a:lnTo>
                  <a:pt x="189064" y="152275"/>
                </a:lnTo>
                <a:lnTo>
                  <a:pt x="191984" y="140094"/>
                </a:lnTo>
                <a:lnTo>
                  <a:pt x="192714" y="143598"/>
                </a:lnTo>
                <a:lnTo>
                  <a:pt x="194904" y="150821"/>
                </a:lnTo>
                <a:lnTo>
                  <a:pt x="195634" y="148884"/>
                </a:lnTo>
                <a:lnTo>
                  <a:pt x="200014" y="147990"/>
                </a:lnTo>
                <a:lnTo>
                  <a:pt x="203664" y="151133"/>
                </a:lnTo>
                <a:lnTo>
                  <a:pt x="204394" y="152454"/>
                </a:lnTo>
                <a:lnTo>
                  <a:pt x="205124" y="149807"/>
                </a:lnTo>
                <a:lnTo>
                  <a:pt x="207314" y="145889"/>
                </a:lnTo>
                <a:lnTo>
                  <a:pt x="208774" y="147598"/>
                </a:lnTo>
                <a:lnTo>
                  <a:pt x="211694" y="156989"/>
                </a:lnTo>
                <a:lnTo>
                  <a:pt x="213154" y="152951"/>
                </a:lnTo>
                <a:lnTo>
                  <a:pt x="215343" y="138457"/>
                </a:lnTo>
                <a:lnTo>
                  <a:pt x="216073" y="142575"/>
                </a:lnTo>
                <a:lnTo>
                  <a:pt x="216803" y="146154"/>
                </a:lnTo>
                <a:lnTo>
                  <a:pt x="218993" y="145338"/>
                </a:lnTo>
                <a:lnTo>
                  <a:pt x="221913" y="143926"/>
                </a:lnTo>
                <a:lnTo>
                  <a:pt x="224833" y="144260"/>
                </a:lnTo>
                <a:lnTo>
                  <a:pt x="226293" y="143717"/>
                </a:lnTo>
                <a:lnTo>
                  <a:pt x="228483" y="132255"/>
                </a:lnTo>
                <a:lnTo>
                  <a:pt x="229943" y="133321"/>
                </a:lnTo>
                <a:lnTo>
                  <a:pt x="231403" y="118128"/>
                </a:lnTo>
                <a:lnTo>
                  <a:pt x="232133" y="127128"/>
                </a:lnTo>
                <a:lnTo>
                  <a:pt x="232863" y="136344"/>
                </a:lnTo>
                <a:lnTo>
                  <a:pt x="235053" y="135180"/>
                </a:lnTo>
                <a:lnTo>
                  <a:pt x="236513" y="142375"/>
                </a:lnTo>
                <a:lnTo>
                  <a:pt x="237243" y="133848"/>
                </a:lnTo>
                <a:lnTo>
                  <a:pt x="241623" y="119860"/>
                </a:lnTo>
                <a:lnTo>
                  <a:pt x="242353" y="121148"/>
                </a:lnTo>
                <a:lnTo>
                  <a:pt x="243812" y="132421"/>
                </a:lnTo>
                <a:lnTo>
                  <a:pt x="245272" y="128560"/>
                </a:lnTo>
                <a:lnTo>
                  <a:pt x="246002" y="126636"/>
                </a:lnTo>
                <a:lnTo>
                  <a:pt x="246732" y="129280"/>
                </a:lnTo>
                <a:lnTo>
                  <a:pt x="248922" y="128005"/>
                </a:lnTo>
                <a:lnTo>
                  <a:pt x="251112" y="132859"/>
                </a:lnTo>
                <a:lnTo>
                  <a:pt x="256222" y="131264"/>
                </a:lnTo>
                <a:lnTo>
                  <a:pt x="257682" y="123751"/>
                </a:lnTo>
                <a:lnTo>
                  <a:pt x="259142" y="126648"/>
                </a:lnTo>
                <a:lnTo>
                  <a:pt x="259872" y="127595"/>
                </a:lnTo>
                <a:lnTo>
                  <a:pt x="260602" y="124688"/>
                </a:lnTo>
                <a:lnTo>
                  <a:pt x="264982" y="122332"/>
                </a:lnTo>
                <a:lnTo>
                  <a:pt x="265712" y="125795"/>
                </a:lnTo>
                <a:lnTo>
                  <a:pt x="266442" y="120792"/>
                </a:lnTo>
                <a:lnTo>
                  <a:pt x="268632" y="112286"/>
                </a:lnTo>
                <a:lnTo>
                  <a:pt x="270092" y="113069"/>
                </a:lnTo>
                <a:lnTo>
                  <a:pt x="270822" y="112399"/>
                </a:lnTo>
                <a:lnTo>
                  <a:pt x="271552" y="113862"/>
                </a:lnTo>
                <a:lnTo>
                  <a:pt x="273011" y="114996"/>
                </a:lnTo>
                <a:lnTo>
                  <a:pt x="273741" y="112867"/>
                </a:lnTo>
                <a:lnTo>
                  <a:pt x="275201" y="109511"/>
                </a:lnTo>
                <a:lnTo>
                  <a:pt x="277391" y="111416"/>
                </a:lnTo>
                <a:lnTo>
                  <a:pt x="280311" y="115381"/>
                </a:lnTo>
                <a:lnTo>
                  <a:pt x="281041" y="113973"/>
                </a:lnTo>
                <a:lnTo>
                  <a:pt x="286881" y="112925"/>
                </a:lnTo>
                <a:lnTo>
                  <a:pt x="289071" y="115016"/>
                </a:lnTo>
                <a:lnTo>
                  <a:pt x="289801" y="114055"/>
                </a:lnTo>
                <a:lnTo>
                  <a:pt x="294181" y="118413"/>
                </a:lnTo>
                <a:lnTo>
                  <a:pt x="295641" y="123301"/>
                </a:lnTo>
                <a:lnTo>
                  <a:pt x="297101" y="120773"/>
                </a:lnTo>
                <a:lnTo>
                  <a:pt x="298561" y="119667"/>
                </a:lnTo>
                <a:lnTo>
                  <a:pt x="300021" y="120702"/>
                </a:lnTo>
                <a:lnTo>
                  <a:pt x="303670" y="119817"/>
                </a:lnTo>
                <a:lnTo>
                  <a:pt x="305130" y="123797"/>
                </a:lnTo>
                <a:lnTo>
                  <a:pt x="306590" y="121727"/>
                </a:lnTo>
                <a:lnTo>
                  <a:pt x="309510" y="120528"/>
                </a:lnTo>
                <a:lnTo>
                  <a:pt x="312430" y="116025"/>
                </a:lnTo>
                <a:lnTo>
                  <a:pt x="314620" y="125169"/>
                </a:lnTo>
                <a:lnTo>
                  <a:pt x="316080" y="119757"/>
                </a:lnTo>
                <a:lnTo>
                  <a:pt x="318270" y="120222"/>
                </a:lnTo>
                <a:lnTo>
                  <a:pt x="319730" y="125324"/>
                </a:lnTo>
                <a:lnTo>
                  <a:pt x="320460" y="123421"/>
                </a:lnTo>
                <a:lnTo>
                  <a:pt x="322650" y="113019"/>
                </a:lnTo>
                <a:lnTo>
                  <a:pt x="323380" y="118810"/>
                </a:lnTo>
                <a:lnTo>
                  <a:pt x="326300" y="130056"/>
                </a:lnTo>
                <a:lnTo>
                  <a:pt x="327030" y="124245"/>
                </a:lnTo>
                <a:lnTo>
                  <a:pt x="328490" y="108897"/>
                </a:lnTo>
                <a:lnTo>
                  <a:pt x="330679" y="112389"/>
                </a:lnTo>
                <a:lnTo>
                  <a:pt x="334329" y="120324"/>
                </a:lnTo>
                <a:lnTo>
                  <a:pt x="335059" y="118088"/>
                </a:lnTo>
                <a:lnTo>
                  <a:pt x="340169" y="112355"/>
                </a:lnTo>
                <a:lnTo>
                  <a:pt x="340899" y="113679"/>
                </a:lnTo>
                <a:lnTo>
                  <a:pt x="346009" y="118679"/>
                </a:lnTo>
                <a:lnTo>
                  <a:pt x="348199" y="116540"/>
                </a:lnTo>
                <a:lnTo>
                  <a:pt x="348929" y="118021"/>
                </a:lnTo>
                <a:lnTo>
                  <a:pt x="349659" y="119470"/>
                </a:lnTo>
                <a:lnTo>
                  <a:pt x="351119" y="116991"/>
                </a:lnTo>
                <a:lnTo>
                  <a:pt x="356959" y="118372"/>
                </a:lnTo>
                <a:lnTo>
                  <a:pt x="359878" y="123409"/>
                </a:lnTo>
                <a:lnTo>
                  <a:pt x="360608" y="122239"/>
                </a:lnTo>
                <a:lnTo>
                  <a:pt x="361338" y="121415"/>
                </a:lnTo>
                <a:lnTo>
                  <a:pt x="362068" y="123270"/>
                </a:lnTo>
                <a:lnTo>
                  <a:pt x="362798" y="125436"/>
                </a:lnTo>
                <a:lnTo>
                  <a:pt x="364258" y="122606"/>
                </a:lnTo>
                <a:lnTo>
                  <a:pt x="374478" y="123618"/>
                </a:lnTo>
                <a:lnTo>
                  <a:pt x="375208" y="121259"/>
                </a:lnTo>
                <a:lnTo>
                  <a:pt x="377398" y="122517"/>
                </a:lnTo>
                <a:lnTo>
                  <a:pt x="383238" y="134847"/>
                </a:lnTo>
                <a:lnTo>
                  <a:pt x="391267" y="133698"/>
                </a:lnTo>
                <a:lnTo>
                  <a:pt x="397837" y="134680"/>
                </a:lnTo>
                <a:lnTo>
                  <a:pt x="398567" y="133641"/>
                </a:lnTo>
                <a:lnTo>
                  <a:pt x="400027" y="135530"/>
                </a:lnTo>
                <a:lnTo>
                  <a:pt x="404407" y="136905"/>
                </a:lnTo>
                <a:lnTo>
                  <a:pt x="405137" y="135821"/>
                </a:lnTo>
                <a:lnTo>
                  <a:pt x="405867" y="138064"/>
                </a:lnTo>
                <a:lnTo>
                  <a:pt x="406597" y="139800"/>
                </a:lnTo>
                <a:lnTo>
                  <a:pt x="407327" y="139302"/>
                </a:lnTo>
                <a:lnTo>
                  <a:pt x="408787" y="134002"/>
                </a:lnTo>
                <a:lnTo>
                  <a:pt x="410247" y="136350"/>
                </a:lnTo>
                <a:lnTo>
                  <a:pt x="413167" y="134686"/>
                </a:lnTo>
                <a:lnTo>
                  <a:pt x="414627" y="136122"/>
                </a:lnTo>
                <a:lnTo>
                  <a:pt x="418276" y="139742"/>
                </a:lnTo>
                <a:lnTo>
                  <a:pt x="421196" y="141078"/>
                </a:lnTo>
                <a:lnTo>
                  <a:pt x="425576" y="149681"/>
                </a:lnTo>
                <a:lnTo>
                  <a:pt x="426306" y="148683"/>
                </a:lnTo>
                <a:lnTo>
                  <a:pt x="428496" y="145167"/>
                </a:lnTo>
                <a:lnTo>
                  <a:pt x="429956" y="145704"/>
                </a:lnTo>
                <a:lnTo>
                  <a:pt x="433606" y="153057"/>
                </a:lnTo>
                <a:lnTo>
                  <a:pt x="434336" y="151732"/>
                </a:lnTo>
                <a:lnTo>
                  <a:pt x="438716" y="145968"/>
                </a:lnTo>
                <a:lnTo>
                  <a:pt x="440176" y="148594"/>
                </a:lnTo>
                <a:lnTo>
                  <a:pt x="440906" y="144864"/>
                </a:lnTo>
                <a:lnTo>
                  <a:pt x="442366" y="146651"/>
                </a:lnTo>
                <a:lnTo>
                  <a:pt x="443096" y="147146"/>
                </a:lnTo>
                <a:lnTo>
                  <a:pt x="443826" y="144298"/>
                </a:lnTo>
                <a:lnTo>
                  <a:pt x="444556" y="145222"/>
                </a:lnTo>
                <a:lnTo>
                  <a:pt x="446015" y="144693"/>
                </a:lnTo>
                <a:lnTo>
                  <a:pt x="447475" y="150639"/>
                </a:lnTo>
                <a:lnTo>
                  <a:pt x="451125" y="149721"/>
                </a:lnTo>
                <a:lnTo>
                  <a:pt x="451855" y="151719"/>
                </a:lnTo>
                <a:lnTo>
                  <a:pt x="453316" y="148843"/>
                </a:lnTo>
                <a:lnTo>
                  <a:pt x="454046" y="146898"/>
                </a:lnTo>
                <a:lnTo>
                  <a:pt x="454775" y="151267"/>
                </a:lnTo>
                <a:lnTo>
                  <a:pt x="458426" y="161045"/>
                </a:lnTo>
                <a:lnTo>
                  <a:pt x="461346" y="154199"/>
                </a:lnTo>
                <a:lnTo>
                  <a:pt x="462806" y="149518"/>
                </a:lnTo>
                <a:lnTo>
                  <a:pt x="464266" y="151714"/>
                </a:lnTo>
                <a:lnTo>
                  <a:pt x="470105" y="158395"/>
                </a:lnTo>
                <a:lnTo>
                  <a:pt x="470835" y="157593"/>
                </a:lnTo>
                <a:lnTo>
                  <a:pt x="473755" y="152036"/>
                </a:lnTo>
                <a:lnTo>
                  <a:pt x="475945" y="155055"/>
                </a:lnTo>
                <a:lnTo>
                  <a:pt x="476675" y="154025"/>
                </a:lnTo>
                <a:lnTo>
                  <a:pt x="478135" y="147603"/>
                </a:lnTo>
                <a:lnTo>
                  <a:pt x="479595" y="150920"/>
                </a:lnTo>
                <a:lnTo>
                  <a:pt x="480325" y="154085"/>
                </a:lnTo>
                <a:lnTo>
                  <a:pt x="481785" y="151657"/>
                </a:lnTo>
                <a:lnTo>
                  <a:pt x="483245" y="150621"/>
                </a:lnTo>
                <a:lnTo>
                  <a:pt x="483975" y="152016"/>
                </a:lnTo>
                <a:lnTo>
                  <a:pt x="486165" y="154979"/>
                </a:lnTo>
                <a:lnTo>
                  <a:pt x="486895" y="154496"/>
                </a:lnTo>
                <a:lnTo>
                  <a:pt x="493465" y="146133"/>
                </a:lnTo>
                <a:lnTo>
                  <a:pt x="497844" y="141421"/>
                </a:lnTo>
                <a:lnTo>
                  <a:pt x="498574" y="141722"/>
                </a:lnTo>
                <a:lnTo>
                  <a:pt x="501494" y="149831"/>
                </a:lnTo>
                <a:lnTo>
                  <a:pt x="502224" y="147416"/>
                </a:lnTo>
                <a:lnTo>
                  <a:pt x="502954" y="145504"/>
                </a:lnTo>
                <a:lnTo>
                  <a:pt x="504414" y="148231"/>
                </a:lnTo>
                <a:lnTo>
                  <a:pt x="505874" y="148986"/>
                </a:lnTo>
                <a:lnTo>
                  <a:pt x="508064" y="141200"/>
                </a:lnTo>
                <a:lnTo>
                  <a:pt x="509524" y="145189"/>
                </a:lnTo>
                <a:lnTo>
                  <a:pt x="515364" y="151943"/>
                </a:lnTo>
                <a:lnTo>
                  <a:pt x="516824" y="148989"/>
                </a:lnTo>
                <a:lnTo>
                  <a:pt x="518284" y="149831"/>
                </a:lnTo>
                <a:lnTo>
                  <a:pt x="519744" y="152553"/>
                </a:lnTo>
                <a:lnTo>
                  <a:pt x="520474" y="150684"/>
                </a:lnTo>
                <a:lnTo>
                  <a:pt x="527043" y="136193"/>
                </a:lnTo>
                <a:lnTo>
                  <a:pt x="529233" y="144832"/>
                </a:lnTo>
                <a:lnTo>
                  <a:pt x="529963" y="143548"/>
                </a:lnTo>
                <a:lnTo>
                  <a:pt x="531423" y="138266"/>
                </a:lnTo>
                <a:lnTo>
                  <a:pt x="532883" y="140759"/>
                </a:lnTo>
                <a:lnTo>
                  <a:pt x="538723" y="144994"/>
                </a:lnTo>
                <a:lnTo>
                  <a:pt x="542373" y="140825"/>
                </a:lnTo>
                <a:lnTo>
                  <a:pt x="546023" y="133670"/>
                </a:lnTo>
                <a:lnTo>
                  <a:pt x="547483" y="134997"/>
                </a:lnTo>
                <a:lnTo>
                  <a:pt x="549673" y="137020"/>
                </a:lnTo>
                <a:lnTo>
                  <a:pt x="551133" y="135235"/>
                </a:lnTo>
                <a:lnTo>
                  <a:pt x="553322" y="132133"/>
                </a:lnTo>
                <a:lnTo>
                  <a:pt x="554052" y="133438"/>
                </a:lnTo>
                <a:lnTo>
                  <a:pt x="554782" y="135021"/>
                </a:lnTo>
                <a:lnTo>
                  <a:pt x="555512" y="133056"/>
                </a:lnTo>
                <a:lnTo>
                  <a:pt x="556972" y="130904"/>
                </a:lnTo>
                <a:lnTo>
                  <a:pt x="558432" y="132630"/>
                </a:lnTo>
                <a:lnTo>
                  <a:pt x="560622" y="134464"/>
                </a:lnTo>
                <a:lnTo>
                  <a:pt x="565002" y="124064"/>
                </a:lnTo>
                <a:lnTo>
                  <a:pt x="566462" y="128246"/>
                </a:lnTo>
                <a:lnTo>
                  <a:pt x="567922" y="127714"/>
                </a:lnTo>
                <a:lnTo>
                  <a:pt x="571572" y="120864"/>
                </a:lnTo>
                <a:lnTo>
                  <a:pt x="573032" y="126888"/>
                </a:lnTo>
                <a:lnTo>
                  <a:pt x="573762" y="128557"/>
                </a:lnTo>
                <a:lnTo>
                  <a:pt x="574492" y="126648"/>
                </a:lnTo>
                <a:lnTo>
                  <a:pt x="578872" y="121165"/>
                </a:lnTo>
                <a:lnTo>
                  <a:pt x="580332" y="122535"/>
                </a:lnTo>
                <a:lnTo>
                  <a:pt x="581062" y="120127"/>
                </a:lnTo>
                <a:lnTo>
                  <a:pt x="583251" y="116221"/>
                </a:lnTo>
                <a:lnTo>
                  <a:pt x="583981" y="117661"/>
                </a:lnTo>
                <a:lnTo>
                  <a:pt x="587631" y="121516"/>
                </a:lnTo>
                <a:lnTo>
                  <a:pt x="588361" y="119269"/>
                </a:lnTo>
                <a:lnTo>
                  <a:pt x="589821" y="111623"/>
                </a:lnTo>
                <a:lnTo>
                  <a:pt x="591281" y="115362"/>
                </a:lnTo>
                <a:lnTo>
                  <a:pt x="594931" y="120329"/>
                </a:lnTo>
                <a:lnTo>
                  <a:pt x="605151" y="108641"/>
                </a:lnTo>
                <a:lnTo>
                  <a:pt x="606611" y="111545"/>
                </a:lnTo>
                <a:lnTo>
                  <a:pt x="608071" y="110022"/>
                </a:lnTo>
                <a:lnTo>
                  <a:pt x="611720" y="108940"/>
                </a:lnTo>
                <a:lnTo>
                  <a:pt x="613180" y="104485"/>
                </a:lnTo>
                <a:lnTo>
                  <a:pt x="614640" y="106603"/>
                </a:lnTo>
                <a:lnTo>
                  <a:pt x="615370" y="105659"/>
                </a:lnTo>
                <a:lnTo>
                  <a:pt x="616100" y="108041"/>
                </a:lnTo>
                <a:lnTo>
                  <a:pt x="621940" y="121399"/>
                </a:lnTo>
                <a:lnTo>
                  <a:pt x="623400" y="120411"/>
                </a:lnTo>
                <a:lnTo>
                  <a:pt x="624860" y="114485"/>
                </a:lnTo>
                <a:lnTo>
                  <a:pt x="626320" y="115445"/>
                </a:lnTo>
                <a:lnTo>
                  <a:pt x="629240" y="122319"/>
                </a:lnTo>
                <a:lnTo>
                  <a:pt x="632890" y="114420"/>
                </a:lnTo>
                <a:lnTo>
                  <a:pt x="633620" y="115231"/>
                </a:lnTo>
                <a:lnTo>
                  <a:pt x="636540" y="117921"/>
                </a:lnTo>
                <a:lnTo>
                  <a:pt x="637270" y="117180"/>
                </a:lnTo>
                <a:lnTo>
                  <a:pt x="638000" y="115817"/>
                </a:lnTo>
                <a:lnTo>
                  <a:pt x="638730" y="116436"/>
                </a:lnTo>
                <a:lnTo>
                  <a:pt x="642379" y="122354"/>
                </a:lnTo>
                <a:lnTo>
                  <a:pt x="646029" y="120293"/>
                </a:lnTo>
                <a:lnTo>
                  <a:pt x="646759" y="121820"/>
                </a:lnTo>
                <a:lnTo>
                  <a:pt x="648219" y="125295"/>
                </a:lnTo>
                <a:lnTo>
                  <a:pt x="649679" y="122532"/>
                </a:lnTo>
                <a:lnTo>
                  <a:pt x="657709" y="127088"/>
                </a:lnTo>
                <a:lnTo>
                  <a:pt x="658439" y="122483"/>
                </a:lnTo>
                <a:lnTo>
                  <a:pt x="659169" y="121258"/>
                </a:lnTo>
                <a:lnTo>
                  <a:pt x="660629" y="123202"/>
                </a:lnTo>
                <a:lnTo>
                  <a:pt x="663549" y="129099"/>
                </a:lnTo>
                <a:lnTo>
                  <a:pt x="665739" y="127060"/>
                </a:lnTo>
                <a:lnTo>
                  <a:pt x="666469" y="129588"/>
                </a:lnTo>
                <a:lnTo>
                  <a:pt x="667199" y="132703"/>
                </a:lnTo>
                <a:lnTo>
                  <a:pt x="669388" y="131137"/>
                </a:lnTo>
                <a:lnTo>
                  <a:pt x="672308" y="129121"/>
                </a:lnTo>
                <a:lnTo>
                  <a:pt x="675228" y="130784"/>
                </a:lnTo>
                <a:lnTo>
                  <a:pt x="679608" y="132442"/>
                </a:lnTo>
                <a:lnTo>
                  <a:pt x="682528" y="132134"/>
                </a:lnTo>
                <a:lnTo>
                  <a:pt x="695668" y="133785"/>
                </a:lnTo>
                <a:lnTo>
                  <a:pt x="697857" y="128473"/>
                </a:lnTo>
                <a:lnTo>
                  <a:pt x="698587" y="129959"/>
                </a:lnTo>
                <a:lnTo>
                  <a:pt x="699317" y="131414"/>
                </a:lnTo>
                <a:lnTo>
                  <a:pt x="700047" y="129409"/>
                </a:lnTo>
                <a:lnTo>
                  <a:pt x="702967" y="119184"/>
                </a:lnTo>
                <a:lnTo>
                  <a:pt x="703697" y="120628"/>
                </a:lnTo>
                <a:lnTo>
                  <a:pt x="705887" y="129769"/>
                </a:lnTo>
                <a:lnTo>
                  <a:pt x="707347" y="126330"/>
                </a:lnTo>
                <a:lnTo>
                  <a:pt x="708807" y="120551"/>
                </a:lnTo>
                <a:lnTo>
                  <a:pt x="710267" y="123914"/>
                </a:lnTo>
                <a:lnTo>
                  <a:pt x="713917" y="138198"/>
                </a:lnTo>
                <a:lnTo>
                  <a:pt x="715377" y="136898"/>
                </a:lnTo>
                <a:lnTo>
                  <a:pt x="720487" y="138998"/>
                </a:lnTo>
                <a:lnTo>
                  <a:pt x="726327" y="145178"/>
                </a:lnTo>
                <a:lnTo>
                  <a:pt x="729246" y="139986"/>
                </a:lnTo>
                <a:lnTo>
                  <a:pt x="732896" y="146902"/>
                </a:lnTo>
                <a:lnTo>
                  <a:pt x="736546" y="145418"/>
                </a:lnTo>
                <a:lnTo>
                  <a:pt x="740196" y="147399"/>
                </a:lnTo>
                <a:lnTo>
                  <a:pt x="740926" y="146617"/>
                </a:lnTo>
                <a:lnTo>
                  <a:pt x="741656" y="147797"/>
                </a:lnTo>
                <a:lnTo>
                  <a:pt x="743846" y="149659"/>
                </a:lnTo>
                <a:lnTo>
                  <a:pt x="744576" y="148864"/>
                </a:lnTo>
                <a:lnTo>
                  <a:pt x="751146" y="148508"/>
                </a:lnTo>
                <a:lnTo>
                  <a:pt x="754066" y="157592"/>
                </a:lnTo>
                <a:lnTo>
                  <a:pt x="754796" y="153004"/>
                </a:lnTo>
                <a:lnTo>
                  <a:pt x="756255" y="155287"/>
                </a:lnTo>
                <a:lnTo>
                  <a:pt x="759905" y="158500"/>
                </a:lnTo>
                <a:lnTo>
                  <a:pt x="762825" y="156396"/>
                </a:lnTo>
                <a:lnTo>
                  <a:pt x="772315" y="159673"/>
                </a:lnTo>
                <a:lnTo>
                  <a:pt x="773045" y="157023"/>
                </a:lnTo>
                <a:lnTo>
                  <a:pt x="774505" y="154764"/>
                </a:lnTo>
                <a:lnTo>
                  <a:pt x="775235" y="157853"/>
                </a:lnTo>
                <a:lnTo>
                  <a:pt x="775965" y="160769"/>
                </a:lnTo>
                <a:lnTo>
                  <a:pt x="777425" y="157396"/>
                </a:lnTo>
                <a:lnTo>
                  <a:pt x="780345" y="155913"/>
                </a:lnTo>
                <a:lnTo>
                  <a:pt x="781075" y="159842"/>
                </a:lnTo>
                <a:lnTo>
                  <a:pt x="782535" y="156874"/>
                </a:lnTo>
                <a:lnTo>
                  <a:pt x="784724" y="154043"/>
                </a:lnTo>
                <a:lnTo>
                  <a:pt x="786184" y="154872"/>
                </a:lnTo>
                <a:lnTo>
                  <a:pt x="787644" y="157630"/>
                </a:lnTo>
                <a:lnTo>
                  <a:pt x="788374" y="158049"/>
                </a:lnTo>
                <a:lnTo>
                  <a:pt x="789104" y="155787"/>
                </a:lnTo>
                <a:lnTo>
                  <a:pt x="792754" y="156223"/>
                </a:lnTo>
                <a:lnTo>
                  <a:pt x="793484" y="158980"/>
                </a:lnTo>
                <a:lnTo>
                  <a:pt x="794944" y="157480"/>
                </a:lnTo>
                <a:lnTo>
                  <a:pt x="797864" y="156303"/>
                </a:lnTo>
                <a:lnTo>
                  <a:pt x="801514" y="165386"/>
                </a:lnTo>
                <a:lnTo>
                  <a:pt x="802974" y="161294"/>
                </a:lnTo>
                <a:lnTo>
                  <a:pt x="805164" y="162474"/>
                </a:lnTo>
                <a:lnTo>
                  <a:pt x="810274" y="164742"/>
                </a:lnTo>
                <a:lnTo>
                  <a:pt x="812464" y="162703"/>
                </a:lnTo>
                <a:lnTo>
                  <a:pt x="813193" y="163884"/>
                </a:lnTo>
                <a:lnTo>
                  <a:pt x="816113" y="162216"/>
                </a:lnTo>
                <a:lnTo>
                  <a:pt x="818303" y="155673"/>
                </a:lnTo>
                <a:lnTo>
                  <a:pt x="819763" y="158643"/>
                </a:lnTo>
                <a:lnTo>
                  <a:pt x="827063" y="164429"/>
                </a:lnTo>
                <a:lnTo>
                  <a:pt x="827793" y="158658"/>
                </a:lnTo>
                <a:lnTo>
                  <a:pt x="829253" y="163663"/>
                </a:lnTo>
                <a:lnTo>
                  <a:pt x="829983" y="163729"/>
                </a:lnTo>
                <a:lnTo>
                  <a:pt x="833633" y="173881"/>
                </a:lnTo>
                <a:lnTo>
                  <a:pt x="834363" y="173196"/>
                </a:lnTo>
                <a:lnTo>
                  <a:pt x="837283" y="175491"/>
                </a:lnTo>
                <a:lnTo>
                  <a:pt x="840933" y="177983"/>
                </a:lnTo>
                <a:lnTo>
                  <a:pt x="843852" y="176384"/>
                </a:lnTo>
                <a:lnTo>
                  <a:pt x="844582" y="177237"/>
                </a:lnTo>
                <a:lnTo>
                  <a:pt x="851882" y="177259"/>
                </a:lnTo>
                <a:lnTo>
                  <a:pt x="854802" y="174388"/>
                </a:lnTo>
                <a:lnTo>
                  <a:pt x="861372" y="173200"/>
                </a:lnTo>
                <a:lnTo>
                  <a:pt x="862832" y="174726"/>
                </a:lnTo>
                <a:lnTo>
                  <a:pt x="863562" y="172972"/>
                </a:lnTo>
                <a:lnTo>
                  <a:pt x="877431" y="161865"/>
                </a:lnTo>
                <a:lnTo>
                  <a:pt x="878161" y="162960"/>
                </a:lnTo>
                <a:lnTo>
                  <a:pt x="879621" y="161464"/>
                </a:lnTo>
                <a:lnTo>
                  <a:pt x="882541" y="159882"/>
                </a:lnTo>
                <a:lnTo>
                  <a:pt x="883271" y="160919"/>
                </a:lnTo>
                <a:lnTo>
                  <a:pt x="885461" y="158776"/>
                </a:lnTo>
                <a:lnTo>
                  <a:pt x="892031" y="146700"/>
                </a:lnTo>
                <a:lnTo>
                  <a:pt x="893491" y="147823"/>
                </a:lnTo>
                <a:lnTo>
                  <a:pt x="894221" y="146953"/>
                </a:lnTo>
                <a:lnTo>
                  <a:pt x="900061" y="141000"/>
                </a:lnTo>
                <a:lnTo>
                  <a:pt x="908091" y="131991"/>
                </a:lnTo>
                <a:lnTo>
                  <a:pt x="909551" y="134336"/>
                </a:lnTo>
                <a:lnTo>
                  <a:pt x="915391" y="131909"/>
                </a:lnTo>
                <a:lnTo>
                  <a:pt x="919041" y="131853"/>
                </a:lnTo>
                <a:lnTo>
                  <a:pt x="921230" y="134962"/>
                </a:lnTo>
                <a:lnTo>
                  <a:pt x="926340" y="137518"/>
                </a:lnTo>
                <a:lnTo>
                  <a:pt x="934370" y="121475"/>
                </a:lnTo>
                <a:lnTo>
                  <a:pt x="935100" y="123647"/>
                </a:lnTo>
                <a:lnTo>
                  <a:pt x="935830" y="121832"/>
                </a:lnTo>
                <a:lnTo>
                  <a:pt x="936560" y="116130"/>
                </a:lnTo>
                <a:lnTo>
                  <a:pt x="938750" y="116990"/>
                </a:lnTo>
                <a:lnTo>
                  <a:pt x="944590" y="108501"/>
                </a:lnTo>
                <a:lnTo>
                  <a:pt x="948240" y="98408"/>
                </a:lnTo>
                <a:lnTo>
                  <a:pt x="949699" y="95967"/>
                </a:lnTo>
                <a:lnTo>
                  <a:pt x="968679" y="50153"/>
                </a:lnTo>
                <a:lnTo>
                  <a:pt x="970139" y="50940"/>
                </a:lnTo>
                <a:lnTo>
                  <a:pt x="988388" y="73836"/>
                </a:lnTo>
                <a:lnTo>
                  <a:pt x="998608" y="87090"/>
                </a:lnTo>
                <a:lnTo>
                  <a:pt x="1005908" y="95632"/>
                </a:lnTo>
                <a:lnTo>
                  <a:pt x="1010287" y="99854"/>
                </a:lnTo>
                <a:lnTo>
                  <a:pt x="1025617" y="112193"/>
                </a:lnTo>
                <a:lnTo>
                  <a:pt x="1027077" y="110134"/>
                </a:lnTo>
                <a:lnTo>
                  <a:pt x="1027807" y="112060"/>
                </a:lnTo>
                <a:lnTo>
                  <a:pt x="1028537" y="113400"/>
                </a:lnTo>
                <a:lnTo>
                  <a:pt x="1029267" y="110620"/>
                </a:lnTo>
                <a:lnTo>
                  <a:pt x="1036566" y="101665"/>
                </a:lnTo>
                <a:lnTo>
                  <a:pt x="1051166" y="79395"/>
                </a:lnTo>
                <a:lnTo>
                  <a:pt x="1054086" y="81970"/>
                </a:lnTo>
                <a:lnTo>
                  <a:pt x="1054816" y="81254"/>
                </a:lnTo>
                <a:lnTo>
                  <a:pt x="1059926" y="77789"/>
                </a:lnTo>
                <a:lnTo>
                  <a:pt x="1064306" y="79475"/>
                </a:lnTo>
                <a:lnTo>
                  <a:pt x="1067955" y="80527"/>
                </a:lnTo>
                <a:lnTo>
                  <a:pt x="1069415" y="87300"/>
                </a:lnTo>
                <a:lnTo>
                  <a:pt x="1070875" y="83264"/>
                </a:lnTo>
                <a:lnTo>
                  <a:pt x="1071605" y="81628"/>
                </a:lnTo>
                <a:lnTo>
                  <a:pt x="1072335" y="83797"/>
                </a:lnTo>
                <a:lnTo>
                  <a:pt x="1077445" y="91196"/>
                </a:lnTo>
                <a:lnTo>
                  <a:pt x="1079635" y="97905"/>
                </a:lnTo>
                <a:lnTo>
                  <a:pt x="1081825" y="100747"/>
                </a:lnTo>
                <a:lnTo>
                  <a:pt x="1082555" y="98530"/>
                </a:lnTo>
                <a:lnTo>
                  <a:pt x="1084015" y="103427"/>
                </a:lnTo>
                <a:lnTo>
                  <a:pt x="1087665" y="116612"/>
                </a:lnTo>
                <a:lnTo>
                  <a:pt x="1091315" y="128696"/>
                </a:lnTo>
                <a:lnTo>
                  <a:pt x="1093505" y="134918"/>
                </a:lnTo>
                <a:lnTo>
                  <a:pt x="1094964" y="132642"/>
                </a:lnTo>
                <a:lnTo>
                  <a:pt x="1108834" y="153921"/>
                </a:lnTo>
                <a:lnTo>
                  <a:pt x="1109564" y="151103"/>
                </a:lnTo>
                <a:lnTo>
                  <a:pt x="1111024" y="152979"/>
                </a:lnTo>
                <a:lnTo>
                  <a:pt x="1118324" y="159869"/>
                </a:lnTo>
                <a:lnTo>
                  <a:pt x="1119054" y="158423"/>
                </a:lnTo>
                <a:lnTo>
                  <a:pt x="1121244" y="165608"/>
                </a:lnTo>
                <a:lnTo>
                  <a:pt x="1121974" y="162477"/>
                </a:lnTo>
                <a:lnTo>
                  <a:pt x="1122704" y="162840"/>
                </a:lnTo>
                <a:lnTo>
                  <a:pt x="1123433" y="167907"/>
                </a:lnTo>
                <a:lnTo>
                  <a:pt x="1125623" y="166427"/>
                </a:lnTo>
                <a:lnTo>
                  <a:pt x="1126353" y="165887"/>
                </a:lnTo>
                <a:lnTo>
                  <a:pt x="1127083" y="168050"/>
                </a:lnTo>
                <a:lnTo>
                  <a:pt x="1131463" y="176699"/>
                </a:lnTo>
                <a:lnTo>
                  <a:pt x="1134383" y="174730"/>
                </a:lnTo>
                <a:lnTo>
                  <a:pt x="1136573" y="178848"/>
                </a:lnTo>
                <a:lnTo>
                  <a:pt x="1140223" y="167102"/>
                </a:lnTo>
                <a:lnTo>
                  <a:pt x="1143873" y="176896"/>
                </a:lnTo>
                <a:lnTo>
                  <a:pt x="1144603" y="175774"/>
                </a:lnTo>
                <a:lnTo>
                  <a:pt x="1146793" y="171119"/>
                </a:lnTo>
                <a:lnTo>
                  <a:pt x="1147523" y="177235"/>
                </a:lnTo>
                <a:lnTo>
                  <a:pt x="1149713" y="173939"/>
                </a:lnTo>
                <a:lnTo>
                  <a:pt x="1150443" y="173556"/>
                </a:lnTo>
                <a:lnTo>
                  <a:pt x="1153362" y="177025"/>
                </a:lnTo>
                <a:lnTo>
                  <a:pt x="1156282" y="169839"/>
                </a:lnTo>
                <a:lnTo>
                  <a:pt x="1157012" y="177075"/>
                </a:lnTo>
                <a:lnTo>
                  <a:pt x="1159202" y="173021"/>
                </a:lnTo>
                <a:lnTo>
                  <a:pt x="1161392" y="174814"/>
                </a:lnTo>
                <a:lnTo>
                  <a:pt x="1165042" y="167439"/>
                </a:lnTo>
                <a:lnTo>
                  <a:pt x="1166502" y="170562"/>
                </a:lnTo>
                <a:lnTo>
                  <a:pt x="1167232" y="168871"/>
                </a:lnTo>
                <a:lnTo>
                  <a:pt x="1167962" y="165328"/>
                </a:lnTo>
                <a:lnTo>
                  <a:pt x="1168692" y="169009"/>
                </a:lnTo>
                <a:lnTo>
                  <a:pt x="1170152" y="177260"/>
                </a:lnTo>
                <a:lnTo>
                  <a:pt x="1170882" y="175939"/>
                </a:lnTo>
                <a:lnTo>
                  <a:pt x="1171612" y="166855"/>
                </a:lnTo>
                <a:lnTo>
                  <a:pt x="1173802" y="168366"/>
                </a:lnTo>
                <a:lnTo>
                  <a:pt x="1174532" y="166646"/>
                </a:lnTo>
                <a:lnTo>
                  <a:pt x="1175992" y="169499"/>
                </a:lnTo>
                <a:lnTo>
                  <a:pt x="1176722" y="171312"/>
                </a:lnTo>
                <a:lnTo>
                  <a:pt x="1177452" y="169751"/>
                </a:lnTo>
                <a:lnTo>
                  <a:pt x="1180372" y="165560"/>
                </a:lnTo>
                <a:lnTo>
                  <a:pt x="1182561" y="166481"/>
                </a:lnTo>
                <a:lnTo>
                  <a:pt x="1184751" y="171631"/>
                </a:lnTo>
                <a:lnTo>
                  <a:pt x="1187671" y="163582"/>
                </a:lnTo>
                <a:lnTo>
                  <a:pt x="1189131" y="159351"/>
                </a:lnTo>
                <a:lnTo>
                  <a:pt x="1189861" y="161655"/>
                </a:lnTo>
                <a:lnTo>
                  <a:pt x="1192051" y="170083"/>
                </a:lnTo>
                <a:lnTo>
                  <a:pt x="1192781" y="168631"/>
                </a:lnTo>
                <a:lnTo>
                  <a:pt x="1194241" y="164534"/>
                </a:lnTo>
                <a:lnTo>
                  <a:pt x="1194971" y="166099"/>
                </a:lnTo>
                <a:lnTo>
                  <a:pt x="1195701" y="170502"/>
                </a:lnTo>
                <a:lnTo>
                  <a:pt x="1196431" y="165103"/>
                </a:lnTo>
                <a:lnTo>
                  <a:pt x="1197161" y="167351"/>
                </a:lnTo>
                <a:lnTo>
                  <a:pt x="1198621" y="165545"/>
                </a:lnTo>
                <a:lnTo>
                  <a:pt x="1203001" y="162995"/>
                </a:lnTo>
                <a:lnTo>
                  <a:pt x="1205921" y="169077"/>
                </a:lnTo>
                <a:lnTo>
                  <a:pt x="1207381" y="167036"/>
                </a:lnTo>
                <a:lnTo>
                  <a:pt x="1209571" y="169185"/>
                </a:lnTo>
                <a:lnTo>
                  <a:pt x="1210300" y="164340"/>
                </a:lnTo>
                <a:lnTo>
                  <a:pt x="1211760" y="167345"/>
                </a:lnTo>
                <a:lnTo>
                  <a:pt x="1213950" y="170504"/>
                </a:lnTo>
                <a:lnTo>
                  <a:pt x="1214680" y="169405"/>
                </a:lnTo>
                <a:lnTo>
                  <a:pt x="1216870" y="165505"/>
                </a:lnTo>
                <a:lnTo>
                  <a:pt x="1219060" y="172465"/>
                </a:lnTo>
                <a:lnTo>
                  <a:pt x="1219790" y="168139"/>
                </a:lnTo>
                <a:lnTo>
                  <a:pt x="1220520" y="168042"/>
                </a:lnTo>
                <a:lnTo>
                  <a:pt x="1221250" y="172706"/>
                </a:lnTo>
                <a:lnTo>
                  <a:pt x="1222710" y="172298"/>
                </a:lnTo>
                <a:lnTo>
                  <a:pt x="1224170" y="167987"/>
                </a:lnTo>
                <a:lnTo>
                  <a:pt x="1224900" y="172677"/>
                </a:lnTo>
                <a:lnTo>
                  <a:pt x="1227090" y="176220"/>
                </a:lnTo>
                <a:lnTo>
                  <a:pt x="1227820" y="168471"/>
                </a:lnTo>
                <a:lnTo>
                  <a:pt x="1230010" y="169991"/>
                </a:lnTo>
                <a:lnTo>
                  <a:pt x="1230740" y="170162"/>
                </a:lnTo>
                <a:lnTo>
                  <a:pt x="1234390" y="176679"/>
                </a:lnTo>
                <a:lnTo>
                  <a:pt x="1236580" y="170875"/>
                </a:lnTo>
                <a:lnTo>
                  <a:pt x="1237310" y="173067"/>
                </a:lnTo>
                <a:lnTo>
                  <a:pt x="1238769" y="180522"/>
                </a:lnTo>
                <a:lnTo>
                  <a:pt x="1240229" y="175226"/>
                </a:lnTo>
                <a:lnTo>
                  <a:pt x="1240959" y="173127"/>
                </a:lnTo>
                <a:lnTo>
                  <a:pt x="1241689" y="175766"/>
                </a:lnTo>
                <a:lnTo>
                  <a:pt x="1242419" y="179590"/>
                </a:lnTo>
                <a:lnTo>
                  <a:pt x="1243879" y="175738"/>
                </a:lnTo>
                <a:lnTo>
                  <a:pt x="1244609" y="173822"/>
                </a:lnTo>
                <a:lnTo>
                  <a:pt x="1246799" y="174777"/>
                </a:lnTo>
                <a:lnTo>
                  <a:pt x="1249719" y="174751"/>
                </a:lnTo>
                <a:lnTo>
                  <a:pt x="1252639" y="172419"/>
                </a:lnTo>
                <a:lnTo>
                  <a:pt x="1253369" y="177715"/>
                </a:lnTo>
                <a:lnTo>
                  <a:pt x="1255559" y="174905"/>
                </a:lnTo>
                <a:lnTo>
                  <a:pt x="1258479" y="177995"/>
                </a:lnTo>
                <a:lnTo>
                  <a:pt x="1259209" y="175418"/>
                </a:lnTo>
                <a:lnTo>
                  <a:pt x="1259939" y="173749"/>
                </a:lnTo>
                <a:lnTo>
                  <a:pt x="1260669" y="177045"/>
                </a:lnTo>
                <a:lnTo>
                  <a:pt x="1261399" y="177505"/>
                </a:lnTo>
                <a:lnTo>
                  <a:pt x="1262129" y="174848"/>
                </a:lnTo>
                <a:lnTo>
                  <a:pt x="1263589" y="179025"/>
                </a:lnTo>
                <a:lnTo>
                  <a:pt x="1265049" y="176781"/>
                </a:lnTo>
                <a:lnTo>
                  <a:pt x="1267239" y="176302"/>
                </a:lnTo>
                <a:lnTo>
                  <a:pt x="1270158" y="178335"/>
                </a:lnTo>
                <a:lnTo>
                  <a:pt x="1272348" y="174427"/>
                </a:lnTo>
                <a:lnTo>
                  <a:pt x="1273078" y="177518"/>
                </a:lnTo>
                <a:lnTo>
                  <a:pt x="1282568" y="181147"/>
                </a:lnTo>
                <a:lnTo>
                  <a:pt x="1285488" y="180133"/>
                </a:lnTo>
                <a:lnTo>
                  <a:pt x="1287678" y="184395"/>
                </a:lnTo>
                <a:lnTo>
                  <a:pt x="1288408" y="180820"/>
                </a:lnTo>
                <a:lnTo>
                  <a:pt x="1292788" y="181358"/>
                </a:lnTo>
                <a:lnTo>
                  <a:pt x="1293518" y="182487"/>
                </a:lnTo>
                <a:lnTo>
                  <a:pt x="1294248" y="179122"/>
                </a:lnTo>
                <a:lnTo>
                  <a:pt x="1296437" y="176379"/>
                </a:lnTo>
                <a:lnTo>
                  <a:pt x="1300087" y="183365"/>
                </a:lnTo>
                <a:lnTo>
                  <a:pt x="1308117" y="190793"/>
                </a:lnTo>
                <a:lnTo>
                  <a:pt x="1309577" y="181470"/>
                </a:lnTo>
                <a:lnTo>
                  <a:pt x="1311037" y="187824"/>
                </a:lnTo>
                <a:lnTo>
                  <a:pt x="1311767" y="189700"/>
                </a:lnTo>
                <a:lnTo>
                  <a:pt x="1312497" y="186049"/>
                </a:lnTo>
                <a:lnTo>
                  <a:pt x="1314687" y="181776"/>
                </a:lnTo>
                <a:lnTo>
                  <a:pt x="1315417" y="184857"/>
                </a:lnTo>
                <a:lnTo>
                  <a:pt x="1317607" y="192727"/>
                </a:lnTo>
                <a:lnTo>
                  <a:pt x="1318337" y="191097"/>
                </a:lnTo>
                <a:lnTo>
                  <a:pt x="1319067" y="190369"/>
                </a:lnTo>
                <a:lnTo>
                  <a:pt x="1321257" y="182569"/>
                </a:lnTo>
                <a:lnTo>
                  <a:pt x="1321987" y="189920"/>
                </a:lnTo>
                <a:lnTo>
                  <a:pt x="1323447" y="186513"/>
                </a:lnTo>
                <a:lnTo>
                  <a:pt x="1324907" y="181135"/>
                </a:lnTo>
                <a:lnTo>
                  <a:pt x="1327097" y="182888"/>
                </a:lnTo>
                <a:lnTo>
                  <a:pt x="1330017" y="186991"/>
                </a:lnTo>
                <a:lnTo>
                  <a:pt x="1332207" y="183689"/>
                </a:lnTo>
                <a:lnTo>
                  <a:pt x="1332937" y="184507"/>
                </a:lnTo>
                <a:lnTo>
                  <a:pt x="1333667" y="187333"/>
                </a:lnTo>
                <a:lnTo>
                  <a:pt x="1335127" y="183032"/>
                </a:lnTo>
                <a:lnTo>
                  <a:pt x="1337317" y="181919"/>
                </a:lnTo>
                <a:lnTo>
                  <a:pt x="1340237" y="186313"/>
                </a:lnTo>
                <a:lnTo>
                  <a:pt x="1340967" y="181731"/>
                </a:lnTo>
                <a:lnTo>
                  <a:pt x="1343157" y="184119"/>
                </a:lnTo>
                <a:lnTo>
                  <a:pt x="1343887" y="186430"/>
                </a:lnTo>
                <a:lnTo>
                  <a:pt x="1345347" y="184836"/>
                </a:lnTo>
                <a:lnTo>
                  <a:pt x="1348996" y="182397"/>
                </a:lnTo>
                <a:lnTo>
                  <a:pt x="1352646" y="186998"/>
                </a:lnTo>
                <a:lnTo>
                  <a:pt x="1353376" y="185065"/>
                </a:lnTo>
                <a:lnTo>
                  <a:pt x="1354106" y="180894"/>
                </a:lnTo>
                <a:lnTo>
                  <a:pt x="1355566" y="185807"/>
                </a:lnTo>
                <a:lnTo>
                  <a:pt x="1356296" y="182012"/>
                </a:lnTo>
                <a:lnTo>
                  <a:pt x="1358486" y="179828"/>
                </a:lnTo>
                <a:lnTo>
                  <a:pt x="1359216" y="181602"/>
                </a:lnTo>
                <a:lnTo>
                  <a:pt x="1362136" y="186936"/>
                </a:lnTo>
                <a:lnTo>
                  <a:pt x="1364326" y="177135"/>
                </a:lnTo>
                <a:lnTo>
                  <a:pt x="1365786" y="178302"/>
                </a:lnTo>
                <a:lnTo>
                  <a:pt x="1367976" y="180649"/>
                </a:lnTo>
                <a:lnTo>
                  <a:pt x="1369436" y="175776"/>
                </a:lnTo>
                <a:lnTo>
                  <a:pt x="1370896" y="179330"/>
                </a:lnTo>
                <a:lnTo>
                  <a:pt x="1372356" y="181066"/>
                </a:lnTo>
                <a:lnTo>
                  <a:pt x="1376005" y="174451"/>
                </a:lnTo>
                <a:lnTo>
                  <a:pt x="1378195" y="179374"/>
                </a:lnTo>
                <a:lnTo>
                  <a:pt x="1378925" y="176360"/>
                </a:lnTo>
                <a:lnTo>
                  <a:pt x="1381845" y="172146"/>
                </a:lnTo>
                <a:lnTo>
                  <a:pt x="1382575" y="175602"/>
                </a:lnTo>
                <a:lnTo>
                  <a:pt x="1384035" y="182483"/>
                </a:lnTo>
                <a:lnTo>
                  <a:pt x="1386225" y="181515"/>
                </a:lnTo>
                <a:lnTo>
                  <a:pt x="1387685" y="183470"/>
                </a:lnTo>
                <a:lnTo>
                  <a:pt x="1390605" y="211876"/>
                </a:lnTo>
                <a:lnTo>
                  <a:pt x="1392065" y="204431"/>
                </a:lnTo>
                <a:lnTo>
                  <a:pt x="1394255" y="209726"/>
                </a:lnTo>
                <a:lnTo>
                  <a:pt x="1400095" y="228377"/>
                </a:lnTo>
                <a:lnTo>
                  <a:pt x="1400825" y="223799"/>
                </a:lnTo>
                <a:lnTo>
                  <a:pt x="1401555" y="228115"/>
                </a:lnTo>
                <a:lnTo>
                  <a:pt x="1408854" y="255213"/>
                </a:lnTo>
                <a:lnTo>
                  <a:pt x="1409584" y="253367"/>
                </a:lnTo>
                <a:lnTo>
                  <a:pt x="1410314" y="255884"/>
                </a:lnTo>
                <a:lnTo>
                  <a:pt x="1414694" y="276275"/>
                </a:lnTo>
                <a:lnTo>
                  <a:pt x="1416154" y="275977"/>
                </a:lnTo>
                <a:lnTo>
                  <a:pt x="1416884" y="272616"/>
                </a:lnTo>
                <a:lnTo>
                  <a:pt x="1417614" y="277428"/>
                </a:lnTo>
                <a:lnTo>
                  <a:pt x="1421994" y="297108"/>
                </a:lnTo>
                <a:lnTo>
                  <a:pt x="1423454" y="295454"/>
                </a:lnTo>
                <a:lnTo>
                  <a:pt x="1424184" y="297026"/>
                </a:lnTo>
                <a:lnTo>
                  <a:pt x="1428564" y="318450"/>
                </a:lnTo>
                <a:lnTo>
                  <a:pt x="1430024" y="319000"/>
                </a:lnTo>
                <a:lnTo>
                  <a:pt x="1463602" y="433552"/>
                </a:lnTo>
                <a:lnTo>
                  <a:pt x="1464332" y="432914"/>
                </a:lnTo>
                <a:lnTo>
                  <a:pt x="1465792" y="436223"/>
                </a:lnTo>
                <a:lnTo>
                  <a:pt x="1468712" y="452673"/>
                </a:lnTo>
                <a:lnTo>
                  <a:pt x="1470172" y="449955"/>
                </a:lnTo>
                <a:lnTo>
                  <a:pt x="1476742" y="474173"/>
                </a:lnTo>
                <a:lnTo>
                  <a:pt x="1481122" y="485563"/>
                </a:lnTo>
                <a:lnTo>
                  <a:pt x="1489152" y="515940"/>
                </a:lnTo>
                <a:lnTo>
                  <a:pt x="1490611" y="515555"/>
                </a:lnTo>
                <a:lnTo>
                  <a:pt x="1492071" y="515039"/>
                </a:lnTo>
                <a:lnTo>
                  <a:pt x="1494261" y="520286"/>
                </a:lnTo>
                <a:lnTo>
                  <a:pt x="1495721" y="523868"/>
                </a:lnTo>
                <a:lnTo>
                  <a:pt x="1498641" y="534834"/>
                </a:lnTo>
                <a:lnTo>
                  <a:pt x="1500101" y="532482"/>
                </a:lnTo>
                <a:lnTo>
                  <a:pt x="1504481" y="543635"/>
                </a:lnTo>
                <a:lnTo>
                  <a:pt x="1505211" y="546144"/>
                </a:lnTo>
                <a:lnTo>
                  <a:pt x="1505941" y="543067"/>
                </a:lnTo>
                <a:lnTo>
                  <a:pt x="1507401" y="544933"/>
                </a:lnTo>
                <a:lnTo>
                  <a:pt x="1508131" y="543748"/>
                </a:lnTo>
                <a:lnTo>
                  <a:pt x="1508861" y="546099"/>
                </a:lnTo>
                <a:lnTo>
                  <a:pt x="1510321" y="558488"/>
                </a:lnTo>
                <a:lnTo>
                  <a:pt x="1512511" y="557095"/>
                </a:lnTo>
                <a:lnTo>
                  <a:pt x="1513241" y="558553"/>
                </a:lnTo>
                <a:lnTo>
                  <a:pt x="1513971" y="555814"/>
                </a:lnTo>
                <a:lnTo>
                  <a:pt x="1514701" y="554435"/>
                </a:lnTo>
                <a:lnTo>
                  <a:pt x="1516161" y="556458"/>
                </a:lnTo>
                <a:lnTo>
                  <a:pt x="1525650" y="567797"/>
                </a:lnTo>
                <a:lnTo>
                  <a:pt x="1528570" y="567988"/>
                </a:lnTo>
                <a:lnTo>
                  <a:pt x="1531490" y="571530"/>
                </a:lnTo>
                <a:lnTo>
                  <a:pt x="1532220" y="571156"/>
                </a:lnTo>
                <a:lnTo>
                  <a:pt x="1533680" y="569533"/>
                </a:lnTo>
                <a:lnTo>
                  <a:pt x="1534410" y="570225"/>
                </a:lnTo>
                <a:lnTo>
                  <a:pt x="1536600" y="575591"/>
                </a:lnTo>
                <a:lnTo>
                  <a:pt x="1538060" y="573673"/>
                </a:lnTo>
                <a:lnTo>
                  <a:pt x="1544630" y="574505"/>
                </a:lnTo>
                <a:lnTo>
                  <a:pt x="1546090" y="569092"/>
                </a:lnTo>
                <a:lnTo>
                  <a:pt x="1547550" y="570201"/>
                </a:lnTo>
                <a:lnTo>
                  <a:pt x="1561419" y="539628"/>
                </a:lnTo>
                <a:lnTo>
                  <a:pt x="1565069" y="462125"/>
                </a:lnTo>
                <a:lnTo>
                  <a:pt x="1576019" y="111291"/>
                </a:lnTo>
                <a:lnTo>
                  <a:pt x="1576749" y="110628"/>
                </a:lnTo>
                <a:lnTo>
                  <a:pt x="1584048" y="74841"/>
                </a:lnTo>
                <a:lnTo>
                  <a:pt x="1584778" y="76145"/>
                </a:lnTo>
                <a:lnTo>
                  <a:pt x="1585508" y="75044"/>
                </a:lnTo>
                <a:lnTo>
                  <a:pt x="1589888" y="61712"/>
                </a:lnTo>
                <a:lnTo>
                  <a:pt x="1593538" y="55782"/>
                </a:lnTo>
                <a:lnTo>
                  <a:pt x="1597188" y="47024"/>
                </a:lnTo>
                <a:lnTo>
                  <a:pt x="1597918" y="47696"/>
                </a:lnTo>
                <a:lnTo>
                  <a:pt x="1606677" y="32114"/>
                </a:lnTo>
                <a:lnTo>
                  <a:pt x="1608137" y="34589"/>
                </a:lnTo>
                <a:lnTo>
                  <a:pt x="1611787" y="35651"/>
                </a:lnTo>
                <a:lnTo>
                  <a:pt x="1613247" y="37222"/>
                </a:lnTo>
                <a:lnTo>
                  <a:pt x="1614707" y="36432"/>
                </a:lnTo>
                <a:lnTo>
                  <a:pt x="1615437" y="34919"/>
                </a:lnTo>
                <a:lnTo>
                  <a:pt x="1616167" y="36533"/>
                </a:lnTo>
                <a:lnTo>
                  <a:pt x="1620547" y="43410"/>
                </a:lnTo>
                <a:lnTo>
                  <a:pt x="1632227" y="65659"/>
                </a:lnTo>
                <a:lnTo>
                  <a:pt x="1633687" y="64081"/>
                </a:lnTo>
                <a:lnTo>
                  <a:pt x="1634417" y="64519"/>
                </a:lnTo>
                <a:lnTo>
                  <a:pt x="1638796" y="68465"/>
                </a:lnTo>
                <a:lnTo>
                  <a:pt x="1642446" y="69440"/>
                </a:lnTo>
                <a:lnTo>
                  <a:pt x="1643906" y="73346"/>
                </a:lnTo>
                <a:lnTo>
                  <a:pt x="1644636" y="70568"/>
                </a:lnTo>
                <a:lnTo>
                  <a:pt x="1646096" y="63903"/>
                </a:lnTo>
                <a:lnTo>
                  <a:pt x="1647556" y="66169"/>
                </a:lnTo>
                <a:lnTo>
                  <a:pt x="1653396" y="75495"/>
                </a:lnTo>
                <a:lnTo>
                  <a:pt x="1655586" y="67157"/>
                </a:lnTo>
                <a:lnTo>
                  <a:pt x="1656316" y="69301"/>
                </a:lnTo>
                <a:lnTo>
                  <a:pt x="1657776" y="72408"/>
                </a:lnTo>
                <a:lnTo>
                  <a:pt x="1658506" y="70228"/>
                </a:lnTo>
                <a:lnTo>
                  <a:pt x="1659966" y="67425"/>
                </a:lnTo>
                <a:lnTo>
                  <a:pt x="1660696" y="68109"/>
                </a:lnTo>
                <a:lnTo>
                  <a:pt x="1665075" y="74048"/>
                </a:lnTo>
                <a:lnTo>
                  <a:pt x="1665805" y="75183"/>
                </a:lnTo>
                <a:lnTo>
                  <a:pt x="1666535" y="73463"/>
                </a:lnTo>
                <a:lnTo>
                  <a:pt x="1670915" y="63599"/>
                </a:lnTo>
                <a:lnTo>
                  <a:pt x="1672375" y="60662"/>
                </a:lnTo>
                <a:lnTo>
                  <a:pt x="1673105" y="63812"/>
                </a:lnTo>
                <a:lnTo>
                  <a:pt x="1674565" y="67304"/>
                </a:lnTo>
                <a:lnTo>
                  <a:pt x="1675295" y="64144"/>
                </a:lnTo>
                <a:lnTo>
                  <a:pt x="1678945" y="60026"/>
                </a:lnTo>
                <a:lnTo>
                  <a:pt x="1680405" y="62298"/>
                </a:lnTo>
                <a:lnTo>
                  <a:pt x="1681865" y="60867"/>
                </a:lnTo>
                <a:lnTo>
                  <a:pt x="1684055" y="58994"/>
                </a:lnTo>
                <a:lnTo>
                  <a:pt x="1684785" y="59974"/>
                </a:lnTo>
                <a:lnTo>
                  <a:pt x="1689165" y="57777"/>
                </a:lnTo>
                <a:lnTo>
                  <a:pt x="1692085" y="52982"/>
                </a:lnTo>
                <a:lnTo>
                  <a:pt x="1694274" y="62584"/>
                </a:lnTo>
                <a:lnTo>
                  <a:pt x="1695734" y="57952"/>
                </a:lnTo>
                <a:lnTo>
                  <a:pt x="1704494" y="66702"/>
                </a:lnTo>
                <a:lnTo>
                  <a:pt x="1708144" y="72902"/>
                </a:lnTo>
                <a:lnTo>
                  <a:pt x="1710334" y="70742"/>
                </a:lnTo>
                <a:lnTo>
                  <a:pt x="1711064" y="72346"/>
                </a:lnTo>
                <a:lnTo>
                  <a:pt x="1715444" y="82604"/>
                </a:lnTo>
                <a:lnTo>
                  <a:pt x="1718364" y="81476"/>
                </a:lnTo>
                <a:lnTo>
                  <a:pt x="1720554" y="78757"/>
                </a:lnTo>
                <a:lnTo>
                  <a:pt x="1721284" y="81570"/>
                </a:lnTo>
                <a:lnTo>
                  <a:pt x="1723473" y="80943"/>
                </a:lnTo>
                <a:lnTo>
                  <a:pt x="1725663" y="73892"/>
                </a:lnTo>
                <a:lnTo>
                  <a:pt x="1726393" y="77553"/>
                </a:lnTo>
                <a:lnTo>
                  <a:pt x="1727123" y="78791"/>
                </a:lnTo>
                <a:lnTo>
                  <a:pt x="1727853" y="76657"/>
                </a:lnTo>
                <a:lnTo>
                  <a:pt x="1728583" y="74439"/>
                </a:lnTo>
                <a:lnTo>
                  <a:pt x="1730043" y="78197"/>
                </a:lnTo>
                <a:lnTo>
                  <a:pt x="1732963" y="73041"/>
                </a:lnTo>
                <a:lnTo>
                  <a:pt x="1733693" y="75516"/>
                </a:lnTo>
                <a:lnTo>
                  <a:pt x="1734423" y="79307"/>
                </a:lnTo>
                <a:lnTo>
                  <a:pt x="1735883" y="76990"/>
                </a:lnTo>
                <a:lnTo>
                  <a:pt x="1740993" y="67425"/>
                </a:lnTo>
                <a:lnTo>
                  <a:pt x="1741723" y="69036"/>
                </a:lnTo>
                <a:lnTo>
                  <a:pt x="1742453" y="67710"/>
                </a:lnTo>
                <a:lnTo>
                  <a:pt x="1745373" y="64880"/>
                </a:lnTo>
                <a:lnTo>
                  <a:pt x="1746103" y="65846"/>
                </a:lnTo>
                <a:lnTo>
                  <a:pt x="1746833" y="64023"/>
                </a:lnTo>
                <a:lnTo>
                  <a:pt x="1749753" y="60708"/>
                </a:lnTo>
                <a:lnTo>
                  <a:pt x="1750483" y="62381"/>
                </a:lnTo>
                <a:lnTo>
                  <a:pt x="1752672" y="61413"/>
                </a:lnTo>
                <a:lnTo>
                  <a:pt x="1762163" y="51392"/>
                </a:lnTo>
                <a:lnTo>
                  <a:pt x="1764353" y="50565"/>
                </a:lnTo>
                <a:lnTo>
                  <a:pt x="1770193" y="42858"/>
                </a:lnTo>
                <a:lnTo>
                  <a:pt x="1770923" y="44729"/>
                </a:lnTo>
                <a:lnTo>
                  <a:pt x="1771652" y="47087"/>
                </a:lnTo>
                <a:lnTo>
                  <a:pt x="1773112" y="44469"/>
                </a:lnTo>
                <a:lnTo>
                  <a:pt x="1776762" y="41811"/>
                </a:lnTo>
                <a:lnTo>
                  <a:pt x="1781142" y="42153"/>
                </a:lnTo>
                <a:lnTo>
                  <a:pt x="1784792" y="38624"/>
                </a:lnTo>
                <a:lnTo>
                  <a:pt x="1786982" y="42003"/>
                </a:lnTo>
                <a:lnTo>
                  <a:pt x="1787712" y="39197"/>
                </a:lnTo>
                <a:lnTo>
                  <a:pt x="1792822" y="40285"/>
                </a:lnTo>
                <a:lnTo>
                  <a:pt x="1794282" y="37727"/>
                </a:lnTo>
                <a:lnTo>
                  <a:pt x="1795012" y="39089"/>
                </a:lnTo>
                <a:lnTo>
                  <a:pt x="1797932" y="38904"/>
                </a:lnTo>
                <a:lnTo>
                  <a:pt x="1800851" y="34216"/>
                </a:lnTo>
                <a:lnTo>
                  <a:pt x="1801581" y="37463"/>
                </a:lnTo>
                <a:lnTo>
                  <a:pt x="1803041" y="39621"/>
                </a:lnTo>
                <a:lnTo>
                  <a:pt x="1803771" y="38049"/>
                </a:lnTo>
                <a:lnTo>
                  <a:pt x="1807421" y="35455"/>
                </a:lnTo>
                <a:lnTo>
                  <a:pt x="1810341" y="36367"/>
                </a:lnTo>
                <a:lnTo>
                  <a:pt x="1811801" y="33221"/>
                </a:lnTo>
                <a:lnTo>
                  <a:pt x="1813261" y="34368"/>
                </a:lnTo>
                <a:lnTo>
                  <a:pt x="1831510" y="31138"/>
                </a:lnTo>
                <a:lnTo>
                  <a:pt x="1833700" y="27646"/>
                </a:lnTo>
                <a:lnTo>
                  <a:pt x="1834430" y="28274"/>
                </a:lnTo>
                <a:lnTo>
                  <a:pt x="1836620" y="27194"/>
                </a:lnTo>
                <a:lnTo>
                  <a:pt x="1840270" y="24846"/>
                </a:lnTo>
                <a:lnTo>
                  <a:pt x="1843920" y="21831"/>
                </a:lnTo>
                <a:lnTo>
                  <a:pt x="1844650" y="22859"/>
                </a:lnTo>
                <a:lnTo>
                  <a:pt x="1847570" y="26904"/>
                </a:lnTo>
                <a:lnTo>
                  <a:pt x="1851950" y="17184"/>
                </a:lnTo>
                <a:lnTo>
                  <a:pt x="1852680" y="18092"/>
                </a:lnTo>
                <a:lnTo>
                  <a:pt x="1854140" y="21857"/>
                </a:lnTo>
                <a:lnTo>
                  <a:pt x="1855600" y="19837"/>
                </a:lnTo>
                <a:lnTo>
                  <a:pt x="1857790" y="20598"/>
                </a:lnTo>
                <a:lnTo>
                  <a:pt x="1861439" y="17483"/>
                </a:lnTo>
                <a:lnTo>
                  <a:pt x="1863629" y="21010"/>
                </a:lnTo>
                <a:lnTo>
                  <a:pt x="1864359" y="18868"/>
                </a:lnTo>
                <a:lnTo>
                  <a:pt x="1868739" y="17758"/>
                </a:lnTo>
                <a:lnTo>
                  <a:pt x="1870199" y="18931"/>
                </a:lnTo>
                <a:lnTo>
                  <a:pt x="1870929" y="16431"/>
                </a:lnTo>
                <a:lnTo>
                  <a:pt x="1874579" y="14247"/>
                </a:lnTo>
                <a:lnTo>
                  <a:pt x="1878229" y="5666"/>
                </a:lnTo>
                <a:lnTo>
                  <a:pt x="1878959" y="8777"/>
                </a:lnTo>
                <a:lnTo>
                  <a:pt x="1879689" y="13212"/>
                </a:lnTo>
                <a:lnTo>
                  <a:pt x="1881879" y="10796"/>
                </a:lnTo>
                <a:lnTo>
                  <a:pt x="1884069" y="12798"/>
                </a:lnTo>
                <a:lnTo>
                  <a:pt x="1884799" y="12088"/>
                </a:lnTo>
                <a:lnTo>
                  <a:pt x="1889178" y="10032"/>
                </a:lnTo>
                <a:lnTo>
                  <a:pt x="1892098" y="13368"/>
                </a:lnTo>
                <a:lnTo>
                  <a:pt x="1892828" y="12299"/>
                </a:lnTo>
                <a:lnTo>
                  <a:pt x="1905238" y="11431"/>
                </a:lnTo>
                <a:lnTo>
                  <a:pt x="1905968" y="8920"/>
                </a:lnTo>
                <a:lnTo>
                  <a:pt x="1908158" y="10098"/>
                </a:lnTo>
                <a:lnTo>
                  <a:pt x="1913268" y="6436"/>
                </a:lnTo>
                <a:lnTo>
                  <a:pt x="1923487" y="7466"/>
                </a:lnTo>
                <a:lnTo>
                  <a:pt x="1924217" y="5305"/>
                </a:lnTo>
                <a:lnTo>
                  <a:pt x="1925677" y="7212"/>
                </a:lnTo>
                <a:lnTo>
                  <a:pt x="1926407" y="8154"/>
                </a:lnTo>
                <a:lnTo>
                  <a:pt x="1927137" y="7057"/>
                </a:lnTo>
                <a:lnTo>
                  <a:pt x="1927867" y="4901"/>
                </a:lnTo>
                <a:lnTo>
                  <a:pt x="1928597" y="7183"/>
                </a:lnTo>
                <a:lnTo>
                  <a:pt x="1929327" y="9266"/>
                </a:lnTo>
                <a:lnTo>
                  <a:pt x="1930787" y="7354"/>
                </a:lnTo>
                <a:lnTo>
                  <a:pt x="1934437" y="5601"/>
                </a:lnTo>
                <a:lnTo>
                  <a:pt x="1935167" y="6736"/>
                </a:lnTo>
                <a:lnTo>
                  <a:pt x="1935897" y="3850"/>
                </a:lnTo>
                <a:lnTo>
                  <a:pt x="1936627" y="1145"/>
                </a:lnTo>
                <a:lnTo>
                  <a:pt x="1938087" y="4048"/>
                </a:lnTo>
                <a:lnTo>
                  <a:pt x="1940277" y="0"/>
                </a:lnTo>
                <a:lnTo>
                  <a:pt x="1941007" y="4192"/>
                </a:lnTo>
                <a:lnTo>
                  <a:pt x="1943927" y="6082"/>
                </a:lnTo>
                <a:lnTo>
                  <a:pt x="1944657" y="6645"/>
                </a:lnTo>
                <a:lnTo>
                  <a:pt x="1946116" y="4506"/>
                </a:lnTo>
                <a:lnTo>
                  <a:pt x="1951956" y="5375"/>
                </a:lnTo>
                <a:lnTo>
                  <a:pt x="1954876" y="2185"/>
                </a:lnTo>
                <a:lnTo>
                  <a:pt x="1955606" y="2999"/>
                </a:lnTo>
                <a:lnTo>
                  <a:pt x="1956336" y="2491"/>
                </a:lnTo>
                <a:lnTo>
                  <a:pt x="1957066" y="4201"/>
                </a:lnTo>
                <a:lnTo>
                  <a:pt x="1957796" y="7483"/>
                </a:lnTo>
                <a:lnTo>
                  <a:pt x="1959986" y="5931"/>
                </a:lnTo>
                <a:lnTo>
                  <a:pt x="1965096" y="4277"/>
                </a:lnTo>
                <a:lnTo>
                  <a:pt x="1965826" y="1087"/>
                </a:lnTo>
                <a:lnTo>
                  <a:pt x="1968016" y="2592"/>
                </a:lnTo>
                <a:lnTo>
                  <a:pt x="1968746" y="1085"/>
                </a:lnTo>
                <a:lnTo>
                  <a:pt x="1969476" y="2498"/>
                </a:lnTo>
                <a:lnTo>
                  <a:pt x="1970206" y="4131"/>
                </a:lnTo>
                <a:lnTo>
                  <a:pt x="1970936" y="3284"/>
                </a:lnTo>
                <a:lnTo>
                  <a:pt x="1971666" y="592"/>
                </a:lnTo>
                <a:lnTo>
                  <a:pt x="1973855" y="1685"/>
                </a:lnTo>
                <a:lnTo>
                  <a:pt x="1975315" y="5420"/>
                </a:lnTo>
                <a:lnTo>
                  <a:pt x="1976775" y="3287"/>
                </a:lnTo>
                <a:lnTo>
                  <a:pt x="1980425" y="1777"/>
                </a:lnTo>
                <a:lnTo>
                  <a:pt x="1981885" y="7892"/>
                </a:lnTo>
                <a:lnTo>
                  <a:pt x="1983345" y="3986"/>
                </a:lnTo>
                <a:lnTo>
                  <a:pt x="1984805" y="4642"/>
                </a:lnTo>
                <a:lnTo>
                  <a:pt x="1985535" y="2949"/>
                </a:lnTo>
                <a:lnTo>
                  <a:pt x="1986265" y="742"/>
                </a:lnTo>
                <a:lnTo>
                  <a:pt x="1986995" y="3272"/>
                </a:lnTo>
                <a:lnTo>
                  <a:pt x="1988455" y="8627"/>
                </a:lnTo>
                <a:lnTo>
                  <a:pt x="1989915" y="5958"/>
                </a:lnTo>
                <a:lnTo>
                  <a:pt x="1993565" y="6780"/>
                </a:lnTo>
                <a:lnTo>
                  <a:pt x="1994295" y="6410"/>
                </a:lnTo>
                <a:lnTo>
                  <a:pt x="1997945" y="12527"/>
                </a:lnTo>
                <a:lnTo>
                  <a:pt x="2001595" y="8525"/>
                </a:lnTo>
                <a:lnTo>
                  <a:pt x="2002325" y="7605"/>
                </a:lnTo>
                <a:lnTo>
                  <a:pt x="2003054" y="9878"/>
                </a:lnTo>
                <a:lnTo>
                  <a:pt x="2004514" y="13024"/>
                </a:lnTo>
                <a:lnTo>
                  <a:pt x="2005244" y="11883"/>
                </a:lnTo>
                <a:lnTo>
                  <a:pt x="2006704" y="8070"/>
                </a:lnTo>
                <a:lnTo>
                  <a:pt x="2008164" y="10352"/>
                </a:lnTo>
                <a:lnTo>
                  <a:pt x="2008894" y="9054"/>
                </a:lnTo>
                <a:lnTo>
                  <a:pt x="2009624" y="11928"/>
                </a:lnTo>
                <a:lnTo>
                  <a:pt x="2011084" y="14409"/>
                </a:lnTo>
                <a:lnTo>
                  <a:pt x="2011814" y="11831"/>
                </a:lnTo>
                <a:lnTo>
                  <a:pt x="2012544" y="9262"/>
                </a:lnTo>
                <a:lnTo>
                  <a:pt x="2014004" y="12369"/>
                </a:lnTo>
                <a:lnTo>
                  <a:pt x="2017654" y="11778"/>
                </a:lnTo>
                <a:lnTo>
                  <a:pt x="2019114" y="12439"/>
                </a:lnTo>
                <a:lnTo>
                  <a:pt x="2021304" y="9064"/>
                </a:lnTo>
                <a:lnTo>
                  <a:pt x="2022764" y="11584"/>
                </a:lnTo>
                <a:lnTo>
                  <a:pt x="2024224" y="10245"/>
                </a:lnTo>
                <a:lnTo>
                  <a:pt x="2027144" y="9520"/>
                </a:lnTo>
                <a:lnTo>
                  <a:pt x="2031524" y="13028"/>
                </a:lnTo>
                <a:lnTo>
                  <a:pt x="2034443" y="8605"/>
                </a:lnTo>
                <a:lnTo>
                  <a:pt x="2044663" y="11424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path 182"/>
          <p:cNvSpPr/>
          <p:nvPr/>
        </p:nvSpPr>
        <p:spPr>
          <a:xfrm>
            <a:off x="9759991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path 183"/>
          <p:cNvSpPr/>
          <p:nvPr/>
        </p:nvSpPr>
        <p:spPr>
          <a:xfrm>
            <a:off x="12009119" y="2843240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path 184"/>
          <p:cNvSpPr/>
          <p:nvPr/>
        </p:nvSpPr>
        <p:spPr>
          <a:xfrm>
            <a:off x="9759991" y="4018248"/>
            <a:ext cx="2249128" cy="0"/>
          </a:xfrm>
          <a:custGeom>
            <a:avLst/>
            <a:gdLst/>
            <a:ahLst/>
            <a:cxnLst/>
            <a:rect l="l" t="t" r="r" b="b"/>
            <a:pathLst>
              <a:path w="2249128" h="0">
                <a:moveTo>
                  <a:pt x="0" y="0"/>
                </a:moveTo>
                <a:lnTo>
                  <a:pt x="2249128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path 185"/>
          <p:cNvSpPr/>
          <p:nvPr/>
        </p:nvSpPr>
        <p:spPr>
          <a:xfrm>
            <a:off x="9759991" y="2843240"/>
            <a:ext cx="2249128" cy="0"/>
          </a:xfrm>
          <a:custGeom>
            <a:avLst/>
            <a:gdLst/>
            <a:ahLst/>
            <a:cxnLst/>
            <a:rect l="l" t="t" r="r" b="b"/>
            <a:pathLst>
              <a:path w="2249128" h="0">
                <a:moveTo>
                  <a:pt x="0" y="0"/>
                </a:moveTo>
                <a:lnTo>
                  <a:pt x="2249128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0351317" y="2555727"/>
            <a:ext cx="1110316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3A9A94"/>
                </a:solidFill>
                <a:latin typeface="Times New Roman"/>
              </a:rPr>
              <a:t>Robot B · right</a:t>
            </a:r>
          </a:p>
        </p:txBody>
      </p:sp>
      <p:sp>
        <p:nvSpPr>
          <p:cNvPr id="260" name="Editable path 186"/>
          <p:cNvSpPr/>
          <p:nvPr/>
        </p:nvSpPr>
        <p:spPr>
          <a:xfrm>
            <a:off x="9759991" y="4619069"/>
            <a:ext cx="2249128" cy="1175008"/>
          </a:xfrm>
          <a:custGeom>
            <a:avLst/>
            <a:gdLst/>
            <a:ahLst/>
            <a:cxnLst/>
            <a:rect l="l" t="t" r="r" b="b"/>
            <a:pathLst>
              <a:path w="2249128" h="1175008">
                <a:moveTo>
                  <a:pt x="0" y="0"/>
                </a:moveTo>
                <a:lnTo>
                  <a:pt x="2249128" y="0"/>
                </a:lnTo>
                <a:lnTo>
                  <a:pt x="2249128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path 187"/>
          <p:cNvSpPr/>
          <p:nvPr/>
        </p:nvSpPr>
        <p:spPr>
          <a:xfrm>
            <a:off x="9862223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path 188"/>
          <p:cNvSpPr/>
          <p:nvPr/>
        </p:nvSpPr>
        <p:spPr>
          <a:xfrm>
            <a:off x="9862223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826698" y="5940478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64" name="Editable path 189"/>
          <p:cNvSpPr/>
          <p:nvPr/>
        </p:nvSpPr>
        <p:spPr>
          <a:xfrm>
            <a:off x="10592199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path 190"/>
          <p:cNvSpPr/>
          <p:nvPr/>
        </p:nvSpPr>
        <p:spPr>
          <a:xfrm>
            <a:off x="10592199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0521150" y="5940478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267" name="Editable path 191"/>
          <p:cNvSpPr/>
          <p:nvPr/>
        </p:nvSpPr>
        <p:spPr>
          <a:xfrm>
            <a:off x="11322176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path 192"/>
          <p:cNvSpPr/>
          <p:nvPr/>
        </p:nvSpPr>
        <p:spPr>
          <a:xfrm>
            <a:off x="11322176" y="5794077"/>
            <a:ext cx="0" cy="82891"/>
          </a:xfrm>
          <a:custGeom>
            <a:avLst/>
            <a:gdLst/>
            <a:ahLst/>
            <a:cxnLst/>
            <a:rect l="l" t="t" r="r" b="b"/>
            <a:pathLst>
              <a:path w="0" h="82891">
                <a:moveTo>
                  <a:pt x="0" y="0"/>
                </a:moveTo>
                <a:lnTo>
                  <a:pt x="0" y="82891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1251126" y="5940478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0315053" y="6169463"/>
            <a:ext cx="117548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Reference time (s)</a:t>
            </a:r>
          </a:p>
        </p:txBody>
      </p:sp>
      <p:sp>
        <p:nvSpPr>
          <p:cNvPr id="271" name="Editable path 193"/>
          <p:cNvSpPr/>
          <p:nvPr/>
        </p:nvSpPr>
        <p:spPr>
          <a:xfrm>
            <a:off x="9759991" y="5512947"/>
            <a:ext cx="2249128" cy="0"/>
          </a:xfrm>
          <a:custGeom>
            <a:avLst/>
            <a:gdLst/>
            <a:ahLst/>
            <a:cxnLst/>
            <a:rect l="l" t="t" r="r" b="b"/>
            <a:pathLst>
              <a:path w="2249128" h="0">
                <a:moveTo>
                  <a:pt x="0" y="0"/>
                </a:moveTo>
                <a:lnTo>
                  <a:pt x="2249128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path 194"/>
          <p:cNvSpPr/>
          <p:nvPr/>
        </p:nvSpPr>
        <p:spPr>
          <a:xfrm>
            <a:off x="9677100" y="5512947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9523160" y="5445090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74" name="Editable path 195"/>
          <p:cNvSpPr/>
          <p:nvPr/>
        </p:nvSpPr>
        <p:spPr>
          <a:xfrm>
            <a:off x="9759991" y="5100546"/>
            <a:ext cx="2249128" cy="0"/>
          </a:xfrm>
          <a:custGeom>
            <a:avLst/>
            <a:gdLst/>
            <a:ahLst/>
            <a:cxnLst/>
            <a:rect l="l" t="t" r="r" b="b"/>
            <a:pathLst>
              <a:path w="2249128" h="0">
                <a:moveTo>
                  <a:pt x="0" y="0"/>
                </a:moveTo>
                <a:lnTo>
                  <a:pt x="2249128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path 196"/>
          <p:cNvSpPr/>
          <p:nvPr/>
        </p:nvSpPr>
        <p:spPr>
          <a:xfrm>
            <a:off x="9677100" y="5100546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452111" y="5032690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77" name="Editable path 197"/>
          <p:cNvSpPr/>
          <p:nvPr/>
        </p:nvSpPr>
        <p:spPr>
          <a:xfrm>
            <a:off x="9759991" y="4688146"/>
            <a:ext cx="2249128" cy="0"/>
          </a:xfrm>
          <a:custGeom>
            <a:avLst/>
            <a:gdLst/>
            <a:ahLst/>
            <a:cxnLst/>
            <a:rect l="l" t="t" r="r" b="b"/>
            <a:pathLst>
              <a:path w="2249128" h="0">
                <a:moveTo>
                  <a:pt x="0" y="0"/>
                </a:moveTo>
                <a:lnTo>
                  <a:pt x="2249128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path 198"/>
          <p:cNvSpPr/>
          <p:nvPr/>
        </p:nvSpPr>
        <p:spPr>
          <a:xfrm>
            <a:off x="9677100" y="4688146"/>
            <a:ext cx="82891" cy="0"/>
          </a:xfrm>
          <a:custGeom>
            <a:avLst/>
            <a:gdLst/>
            <a:ahLst/>
            <a:cxnLst/>
            <a:rect l="l" t="t" r="r" b="b"/>
            <a:pathLst>
              <a:path w="82891" h="0">
                <a:moveTo>
                  <a:pt x="82891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381062" y="4620289"/>
            <a:ext cx="248671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280" name="Editable path 199"/>
          <p:cNvSpPr/>
          <p:nvPr/>
        </p:nvSpPr>
        <p:spPr>
          <a:xfrm>
            <a:off x="9862223" y="5292710"/>
            <a:ext cx="2044663" cy="260385"/>
          </a:xfrm>
          <a:custGeom>
            <a:avLst/>
            <a:gdLst/>
            <a:ahLst/>
            <a:cxnLst/>
            <a:rect l="l" t="t" r="r" b="b"/>
            <a:pathLst>
              <a:path w="2044663" h="260385">
                <a:moveTo>
                  <a:pt x="0" y="175034"/>
                </a:moveTo>
                <a:lnTo>
                  <a:pt x="730" y="174087"/>
                </a:lnTo>
                <a:lnTo>
                  <a:pt x="2190" y="175450"/>
                </a:lnTo>
                <a:lnTo>
                  <a:pt x="5840" y="177434"/>
                </a:lnTo>
                <a:lnTo>
                  <a:pt x="6570" y="175329"/>
                </a:lnTo>
                <a:lnTo>
                  <a:pt x="8030" y="174441"/>
                </a:lnTo>
                <a:lnTo>
                  <a:pt x="8760" y="177113"/>
                </a:lnTo>
                <a:lnTo>
                  <a:pt x="9490" y="174838"/>
                </a:lnTo>
                <a:lnTo>
                  <a:pt x="13140" y="171642"/>
                </a:lnTo>
                <a:lnTo>
                  <a:pt x="14600" y="171425"/>
                </a:lnTo>
                <a:lnTo>
                  <a:pt x="18980" y="188375"/>
                </a:lnTo>
                <a:lnTo>
                  <a:pt x="19710" y="187828"/>
                </a:lnTo>
                <a:lnTo>
                  <a:pt x="20439" y="181976"/>
                </a:lnTo>
                <a:lnTo>
                  <a:pt x="22630" y="182443"/>
                </a:lnTo>
                <a:lnTo>
                  <a:pt x="23359" y="180971"/>
                </a:lnTo>
                <a:lnTo>
                  <a:pt x="24090" y="181783"/>
                </a:lnTo>
                <a:lnTo>
                  <a:pt x="25550" y="185490"/>
                </a:lnTo>
                <a:lnTo>
                  <a:pt x="27010" y="183553"/>
                </a:lnTo>
                <a:lnTo>
                  <a:pt x="27740" y="181470"/>
                </a:lnTo>
                <a:lnTo>
                  <a:pt x="29200" y="183874"/>
                </a:lnTo>
                <a:lnTo>
                  <a:pt x="36500" y="196163"/>
                </a:lnTo>
                <a:lnTo>
                  <a:pt x="37230" y="190577"/>
                </a:lnTo>
                <a:lnTo>
                  <a:pt x="39420" y="192693"/>
                </a:lnTo>
                <a:lnTo>
                  <a:pt x="41609" y="186987"/>
                </a:lnTo>
                <a:lnTo>
                  <a:pt x="43069" y="193405"/>
                </a:lnTo>
                <a:lnTo>
                  <a:pt x="44529" y="190226"/>
                </a:lnTo>
                <a:lnTo>
                  <a:pt x="47449" y="195177"/>
                </a:lnTo>
                <a:lnTo>
                  <a:pt x="48179" y="194423"/>
                </a:lnTo>
                <a:lnTo>
                  <a:pt x="48909" y="192424"/>
                </a:lnTo>
                <a:lnTo>
                  <a:pt x="50369" y="195875"/>
                </a:lnTo>
                <a:lnTo>
                  <a:pt x="52559" y="194788"/>
                </a:lnTo>
                <a:lnTo>
                  <a:pt x="55479" y="204230"/>
                </a:lnTo>
                <a:lnTo>
                  <a:pt x="56209" y="200862"/>
                </a:lnTo>
                <a:lnTo>
                  <a:pt x="56939" y="198704"/>
                </a:lnTo>
                <a:lnTo>
                  <a:pt x="57669" y="199964"/>
                </a:lnTo>
                <a:lnTo>
                  <a:pt x="59859" y="204774"/>
                </a:lnTo>
                <a:lnTo>
                  <a:pt x="60589" y="204013"/>
                </a:lnTo>
                <a:lnTo>
                  <a:pt x="62049" y="200367"/>
                </a:lnTo>
                <a:lnTo>
                  <a:pt x="63509" y="201383"/>
                </a:lnTo>
                <a:lnTo>
                  <a:pt x="67159" y="205784"/>
                </a:lnTo>
                <a:lnTo>
                  <a:pt x="67889" y="201966"/>
                </a:lnTo>
                <a:lnTo>
                  <a:pt x="69349" y="204245"/>
                </a:lnTo>
                <a:lnTo>
                  <a:pt x="70808" y="204517"/>
                </a:lnTo>
                <a:lnTo>
                  <a:pt x="71538" y="202602"/>
                </a:lnTo>
                <a:lnTo>
                  <a:pt x="72268" y="205149"/>
                </a:lnTo>
                <a:lnTo>
                  <a:pt x="74458" y="210726"/>
                </a:lnTo>
                <a:lnTo>
                  <a:pt x="73728" y="204640"/>
                </a:lnTo>
                <a:lnTo>
                  <a:pt x="75188" y="207118"/>
                </a:lnTo>
                <a:lnTo>
                  <a:pt x="75918" y="204576"/>
                </a:lnTo>
                <a:lnTo>
                  <a:pt x="76648" y="205869"/>
                </a:lnTo>
                <a:lnTo>
                  <a:pt x="78108" y="211278"/>
                </a:lnTo>
                <a:lnTo>
                  <a:pt x="78838" y="208011"/>
                </a:lnTo>
                <a:lnTo>
                  <a:pt x="79568" y="205608"/>
                </a:lnTo>
                <a:lnTo>
                  <a:pt x="81028" y="207944"/>
                </a:lnTo>
                <a:lnTo>
                  <a:pt x="83218" y="215417"/>
                </a:lnTo>
                <a:lnTo>
                  <a:pt x="85408" y="213749"/>
                </a:lnTo>
                <a:lnTo>
                  <a:pt x="86868" y="209338"/>
                </a:lnTo>
                <a:lnTo>
                  <a:pt x="87598" y="210254"/>
                </a:lnTo>
                <a:lnTo>
                  <a:pt x="88328" y="215156"/>
                </a:lnTo>
                <a:lnTo>
                  <a:pt x="89788" y="212844"/>
                </a:lnTo>
                <a:lnTo>
                  <a:pt x="90518" y="206229"/>
                </a:lnTo>
                <a:lnTo>
                  <a:pt x="91978" y="216018"/>
                </a:lnTo>
                <a:lnTo>
                  <a:pt x="92708" y="207667"/>
                </a:lnTo>
                <a:lnTo>
                  <a:pt x="94168" y="215338"/>
                </a:lnTo>
                <a:lnTo>
                  <a:pt x="94898" y="206826"/>
                </a:lnTo>
                <a:lnTo>
                  <a:pt x="97088" y="210993"/>
                </a:lnTo>
                <a:lnTo>
                  <a:pt x="98548" y="211454"/>
                </a:lnTo>
                <a:lnTo>
                  <a:pt x="100007" y="204359"/>
                </a:lnTo>
                <a:lnTo>
                  <a:pt x="102927" y="210574"/>
                </a:lnTo>
                <a:lnTo>
                  <a:pt x="103657" y="206209"/>
                </a:lnTo>
                <a:lnTo>
                  <a:pt x="105847" y="208873"/>
                </a:lnTo>
                <a:lnTo>
                  <a:pt x="106577" y="210551"/>
                </a:lnTo>
                <a:lnTo>
                  <a:pt x="107307" y="208484"/>
                </a:lnTo>
                <a:lnTo>
                  <a:pt x="108037" y="206581"/>
                </a:lnTo>
                <a:lnTo>
                  <a:pt x="108767" y="210896"/>
                </a:lnTo>
                <a:lnTo>
                  <a:pt x="111687" y="210060"/>
                </a:lnTo>
                <a:lnTo>
                  <a:pt x="112417" y="205932"/>
                </a:lnTo>
                <a:lnTo>
                  <a:pt x="113147" y="210686"/>
                </a:lnTo>
                <a:lnTo>
                  <a:pt x="114607" y="207853"/>
                </a:lnTo>
                <a:lnTo>
                  <a:pt x="116797" y="211876"/>
                </a:lnTo>
                <a:lnTo>
                  <a:pt x="117527" y="208462"/>
                </a:lnTo>
                <a:lnTo>
                  <a:pt x="118257" y="217172"/>
                </a:lnTo>
                <a:lnTo>
                  <a:pt x="118987" y="211921"/>
                </a:lnTo>
                <a:lnTo>
                  <a:pt x="120447" y="209016"/>
                </a:lnTo>
                <a:lnTo>
                  <a:pt x="121177" y="220520"/>
                </a:lnTo>
                <a:lnTo>
                  <a:pt x="122637" y="209357"/>
                </a:lnTo>
                <a:lnTo>
                  <a:pt x="128476" y="214462"/>
                </a:lnTo>
                <a:lnTo>
                  <a:pt x="129206" y="211346"/>
                </a:lnTo>
                <a:lnTo>
                  <a:pt x="131396" y="209704"/>
                </a:lnTo>
                <a:lnTo>
                  <a:pt x="132126" y="211672"/>
                </a:lnTo>
                <a:lnTo>
                  <a:pt x="136506" y="218556"/>
                </a:lnTo>
                <a:lnTo>
                  <a:pt x="139426" y="211502"/>
                </a:lnTo>
                <a:lnTo>
                  <a:pt x="140886" y="220454"/>
                </a:lnTo>
                <a:lnTo>
                  <a:pt x="141616" y="213964"/>
                </a:lnTo>
                <a:lnTo>
                  <a:pt x="142346" y="211111"/>
                </a:lnTo>
                <a:lnTo>
                  <a:pt x="143076" y="217015"/>
                </a:lnTo>
                <a:lnTo>
                  <a:pt x="144536" y="215405"/>
                </a:lnTo>
                <a:lnTo>
                  <a:pt x="145996" y="218590"/>
                </a:lnTo>
                <a:lnTo>
                  <a:pt x="146726" y="217981"/>
                </a:lnTo>
                <a:lnTo>
                  <a:pt x="148186" y="220064"/>
                </a:lnTo>
                <a:lnTo>
                  <a:pt x="148916" y="219906"/>
                </a:lnTo>
                <a:lnTo>
                  <a:pt x="152566" y="214559"/>
                </a:lnTo>
                <a:lnTo>
                  <a:pt x="154026" y="214422"/>
                </a:lnTo>
                <a:lnTo>
                  <a:pt x="156945" y="220025"/>
                </a:lnTo>
                <a:lnTo>
                  <a:pt x="157675" y="218736"/>
                </a:lnTo>
                <a:lnTo>
                  <a:pt x="159135" y="214951"/>
                </a:lnTo>
                <a:lnTo>
                  <a:pt x="159865" y="217167"/>
                </a:lnTo>
                <a:lnTo>
                  <a:pt x="162055" y="221894"/>
                </a:lnTo>
                <a:lnTo>
                  <a:pt x="162785" y="217739"/>
                </a:lnTo>
                <a:lnTo>
                  <a:pt x="165705" y="212950"/>
                </a:lnTo>
                <a:lnTo>
                  <a:pt x="166435" y="213638"/>
                </a:lnTo>
                <a:lnTo>
                  <a:pt x="167895" y="223953"/>
                </a:lnTo>
                <a:lnTo>
                  <a:pt x="169355" y="217818"/>
                </a:lnTo>
                <a:lnTo>
                  <a:pt x="172275" y="218225"/>
                </a:lnTo>
                <a:lnTo>
                  <a:pt x="174465" y="228012"/>
                </a:lnTo>
                <a:lnTo>
                  <a:pt x="175195" y="223440"/>
                </a:lnTo>
                <a:lnTo>
                  <a:pt x="177385" y="212946"/>
                </a:lnTo>
                <a:lnTo>
                  <a:pt x="178115" y="218080"/>
                </a:lnTo>
                <a:lnTo>
                  <a:pt x="178845" y="219355"/>
                </a:lnTo>
                <a:lnTo>
                  <a:pt x="180305" y="216861"/>
                </a:lnTo>
                <a:lnTo>
                  <a:pt x="181035" y="216655"/>
                </a:lnTo>
                <a:lnTo>
                  <a:pt x="181765" y="224794"/>
                </a:lnTo>
                <a:lnTo>
                  <a:pt x="183955" y="221048"/>
                </a:lnTo>
                <a:lnTo>
                  <a:pt x="188334" y="218887"/>
                </a:lnTo>
                <a:lnTo>
                  <a:pt x="192714" y="229089"/>
                </a:lnTo>
                <a:lnTo>
                  <a:pt x="195634" y="218422"/>
                </a:lnTo>
                <a:lnTo>
                  <a:pt x="196364" y="218693"/>
                </a:lnTo>
                <a:lnTo>
                  <a:pt x="197824" y="222836"/>
                </a:lnTo>
                <a:lnTo>
                  <a:pt x="199284" y="221586"/>
                </a:lnTo>
                <a:lnTo>
                  <a:pt x="204394" y="225471"/>
                </a:lnTo>
                <a:lnTo>
                  <a:pt x="205124" y="221609"/>
                </a:lnTo>
                <a:lnTo>
                  <a:pt x="206584" y="224837"/>
                </a:lnTo>
                <a:lnTo>
                  <a:pt x="208044" y="231656"/>
                </a:lnTo>
                <a:lnTo>
                  <a:pt x="209504" y="226900"/>
                </a:lnTo>
                <a:lnTo>
                  <a:pt x="211694" y="235298"/>
                </a:lnTo>
                <a:lnTo>
                  <a:pt x="213154" y="223284"/>
                </a:lnTo>
                <a:lnTo>
                  <a:pt x="214613" y="223622"/>
                </a:lnTo>
                <a:lnTo>
                  <a:pt x="216073" y="232059"/>
                </a:lnTo>
                <a:lnTo>
                  <a:pt x="217533" y="226588"/>
                </a:lnTo>
                <a:lnTo>
                  <a:pt x="219723" y="227423"/>
                </a:lnTo>
                <a:lnTo>
                  <a:pt x="220453" y="223583"/>
                </a:lnTo>
                <a:lnTo>
                  <a:pt x="223373" y="223859"/>
                </a:lnTo>
                <a:lnTo>
                  <a:pt x="224103" y="220904"/>
                </a:lnTo>
                <a:lnTo>
                  <a:pt x="226293" y="222625"/>
                </a:lnTo>
                <a:lnTo>
                  <a:pt x="229213" y="229538"/>
                </a:lnTo>
                <a:lnTo>
                  <a:pt x="230673" y="221080"/>
                </a:lnTo>
                <a:lnTo>
                  <a:pt x="232133" y="226701"/>
                </a:lnTo>
                <a:lnTo>
                  <a:pt x="232863" y="233185"/>
                </a:lnTo>
                <a:lnTo>
                  <a:pt x="233593" y="223495"/>
                </a:lnTo>
                <a:lnTo>
                  <a:pt x="235053" y="230689"/>
                </a:lnTo>
                <a:lnTo>
                  <a:pt x="236513" y="235342"/>
                </a:lnTo>
                <a:lnTo>
                  <a:pt x="237243" y="229573"/>
                </a:lnTo>
                <a:lnTo>
                  <a:pt x="238703" y="227076"/>
                </a:lnTo>
                <a:lnTo>
                  <a:pt x="240893" y="224945"/>
                </a:lnTo>
                <a:lnTo>
                  <a:pt x="241623" y="231371"/>
                </a:lnTo>
                <a:lnTo>
                  <a:pt x="242353" y="230405"/>
                </a:lnTo>
                <a:lnTo>
                  <a:pt x="243083" y="233644"/>
                </a:lnTo>
                <a:lnTo>
                  <a:pt x="243812" y="234796"/>
                </a:lnTo>
                <a:lnTo>
                  <a:pt x="246002" y="230361"/>
                </a:lnTo>
                <a:lnTo>
                  <a:pt x="246732" y="231807"/>
                </a:lnTo>
                <a:lnTo>
                  <a:pt x="250382" y="237568"/>
                </a:lnTo>
                <a:lnTo>
                  <a:pt x="254032" y="231872"/>
                </a:lnTo>
                <a:lnTo>
                  <a:pt x="254762" y="234052"/>
                </a:lnTo>
                <a:lnTo>
                  <a:pt x="256952" y="241614"/>
                </a:lnTo>
                <a:lnTo>
                  <a:pt x="257682" y="237415"/>
                </a:lnTo>
                <a:lnTo>
                  <a:pt x="258412" y="236379"/>
                </a:lnTo>
                <a:lnTo>
                  <a:pt x="259142" y="237508"/>
                </a:lnTo>
                <a:lnTo>
                  <a:pt x="262062" y="241882"/>
                </a:lnTo>
                <a:lnTo>
                  <a:pt x="262792" y="238872"/>
                </a:lnTo>
                <a:lnTo>
                  <a:pt x="264982" y="240205"/>
                </a:lnTo>
                <a:lnTo>
                  <a:pt x="265712" y="241662"/>
                </a:lnTo>
                <a:lnTo>
                  <a:pt x="267172" y="239471"/>
                </a:lnTo>
                <a:lnTo>
                  <a:pt x="267902" y="239103"/>
                </a:lnTo>
                <a:lnTo>
                  <a:pt x="268632" y="246483"/>
                </a:lnTo>
                <a:lnTo>
                  <a:pt x="270822" y="244819"/>
                </a:lnTo>
                <a:lnTo>
                  <a:pt x="275201" y="240321"/>
                </a:lnTo>
                <a:lnTo>
                  <a:pt x="278121" y="247532"/>
                </a:lnTo>
                <a:lnTo>
                  <a:pt x="281771" y="245937"/>
                </a:lnTo>
                <a:lnTo>
                  <a:pt x="283961" y="250514"/>
                </a:lnTo>
                <a:lnTo>
                  <a:pt x="284691" y="247872"/>
                </a:lnTo>
                <a:lnTo>
                  <a:pt x="285421" y="246376"/>
                </a:lnTo>
                <a:lnTo>
                  <a:pt x="286151" y="249877"/>
                </a:lnTo>
                <a:lnTo>
                  <a:pt x="286881" y="250140"/>
                </a:lnTo>
                <a:lnTo>
                  <a:pt x="287611" y="253849"/>
                </a:lnTo>
                <a:lnTo>
                  <a:pt x="289071" y="252197"/>
                </a:lnTo>
                <a:lnTo>
                  <a:pt x="289801" y="248721"/>
                </a:lnTo>
                <a:lnTo>
                  <a:pt x="291261" y="249435"/>
                </a:lnTo>
                <a:lnTo>
                  <a:pt x="292721" y="254725"/>
                </a:lnTo>
                <a:lnTo>
                  <a:pt x="294181" y="253818"/>
                </a:lnTo>
                <a:lnTo>
                  <a:pt x="294911" y="254162"/>
                </a:lnTo>
                <a:lnTo>
                  <a:pt x="295641" y="252000"/>
                </a:lnTo>
                <a:lnTo>
                  <a:pt x="297101" y="249145"/>
                </a:lnTo>
                <a:lnTo>
                  <a:pt x="298561" y="250890"/>
                </a:lnTo>
                <a:lnTo>
                  <a:pt x="299291" y="254448"/>
                </a:lnTo>
                <a:lnTo>
                  <a:pt x="300751" y="250504"/>
                </a:lnTo>
                <a:lnTo>
                  <a:pt x="301480" y="247350"/>
                </a:lnTo>
                <a:lnTo>
                  <a:pt x="303670" y="248168"/>
                </a:lnTo>
                <a:lnTo>
                  <a:pt x="304400" y="253361"/>
                </a:lnTo>
                <a:lnTo>
                  <a:pt x="306590" y="252547"/>
                </a:lnTo>
                <a:lnTo>
                  <a:pt x="309510" y="248946"/>
                </a:lnTo>
                <a:lnTo>
                  <a:pt x="310970" y="260136"/>
                </a:lnTo>
                <a:lnTo>
                  <a:pt x="312430" y="252387"/>
                </a:lnTo>
                <a:lnTo>
                  <a:pt x="313890" y="253844"/>
                </a:lnTo>
                <a:lnTo>
                  <a:pt x="315350" y="250755"/>
                </a:lnTo>
                <a:lnTo>
                  <a:pt x="317540" y="257737"/>
                </a:lnTo>
                <a:lnTo>
                  <a:pt x="319000" y="254887"/>
                </a:lnTo>
                <a:lnTo>
                  <a:pt x="320460" y="250810"/>
                </a:lnTo>
                <a:lnTo>
                  <a:pt x="321920" y="252701"/>
                </a:lnTo>
                <a:lnTo>
                  <a:pt x="323380" y="257912"/>
                </a:lnTo>
                <a:lnTo>
                  <a:pt x="324840" y="254143"/>
                </a:lnTo>
                <a:lnTo>
                  <a:pt x="325570" y="254797"/>
                </a:lnTo>
                <a:lnTo>
                  <a:pt x="326300" y="260385"/>
                </a:lnTo>
                <a:lnTo>
                  <a:pt x="327760" y="252132"/>
                </a:lnTo>
                <a:lnTo>
                  <a:pt x="328490" y="244746"/>
                </a:lnTo>
                <a:lnTo>
                  <a:pt x="329220" y="256196"/>
                </a:lnTo>
                <a:lnTo>
                  <a:pt x="329950" y="255934"/>
                </a:lnTo>
                <a:lnTo>
                  <a:pt x="332139" y="251043"/>
                </a:lnTo>
                <a:lnTo>
                  <a:pt x="332869" y="253578"/>
                </a:lnTo>
                <a:lnTo>
                  <a:pt x="333599" y="254962"/>
                </a:lnTo>
                <a:lnTo>
                  <a:pt x="334329" y="252920"/>
                </a:lnTo>
                <a:lnTo>
                  <a:pt x="335059" y="249514"/>
                </a:lnTo>
                <a:lnTo>
                  <a:pt x="336519" y="254912"/>
                </a:lnTo>
                <a:lnTo>
                  <a:pt x="338709" y="250902"/>
                </a:lnTo>
                <a:lnTo>
                  <a:pt x="339439" y="246910"/>
                </a:lnTo>
                <a:lnTo>
                  <a:pt x="340169" y="252637"/>
                </a:lnTo>
                <a:lnTo>
                  <a:pt x="340899" y="249967"/>
                </a:lnTo>
                <a:lnTo>
                  <a:pt x="343819" y="253127"/>
                </a:lnTo>
                <a:lnTo>
                  <a:pt x="350389" y="252544"/>
                </a:lnTo>
                <a:lnTo>
                  <a:pt x="352579" y="247999"/>
                </a:lnTo>
                <a:lnTo>
                  <a:pt x="354769" y="253825"/>
                </a:lnTo>
                <a:lnTo>
                  <a:pt x="355499" y="253187"/>
                </a:lnTo>
                <a:lnTo>
                  <a:pt x="358419" y="250046"/>
                </a:lnTo>
                <a:lnTo>
                  <a:pt x="359148" y="254917"/>
                </a:lnTo>
                <a:lnTo>
                  <a:pt x="361338" y="253276"/>
                </a:lnTo>
                <a:lnTo>
                  <a:pt x="362068" y="255115"/>
                </a:lnTo>
                <a:lnTo>
                  <a:pt x="363528" y="252906"/>
                </a:lnTo>
                <a:lnTo>
                  <a:pt x="364258" y="251060"/>
                </a:lnTo>
                <a:lnTo>
                  <a:pt x="364988" y="253629"/>
                </a:lnTo>
                <a:lnTo>
                  <a:pt x="365718" y="253689"/>
                </a:lnTo>
                <a:lnTo>
                  <a:pt x="368638" y="256201"/>
                </a:lnTo>
                <a:lnTo>
                  <a:pt x="373018" y="254108"/>
                </a:lnTo>
                <a:lnTo>
                  <a:pt x="375208" y="253716"/>
                </a:lnTo>
                <a:lnTo>
                  <a:pt x="375938" y="258825"/>
                </a:lnTo>
                <a:lnTo>
                  <a:pt x="377398" y="256343"/>
                </a:lnTo>
                <a:lnTo>
                  <a:pt x="379588" y="252094"/>
                </a:lnTo>
                <a:lnTo>
                  <a:pt x="381048" y="252784"/>
                </a:lnTo>
                <a:lnTo>
                  <a:pt x="382508" y="258801"/>
                </a:lnTo>
                <a:lnTo>
                  <a:pt x="383968" y="256667"/>
                </a:lnTo>
                <a:lnTo>
                  <a:pt x="385428" y="260108"/>
                </a:lnTo>
                <a:lnTo>
                  <a:pt x="387618" y="252646"/>
                </a:lnTo>
                <a:lnTo>
                  <a:pt x="388347" y="259065"/>
                </a:lnTo>
                <a:lnTo>
                  <a:pt x="389807" y="252173"/>
                </a:lnTo>
                <a:lnTo>
                  <a:pt x="391997" y="258886"/>
                </a:lnTo>
                <a:lnTo>
                  <a:pt x="393457" y="255505"/>
                </a:lnTo>
                <a:lnTo>
                  <a:pt x="397107" y="251048"/>
                </a:lnTo>
                <a:lnTo>
                  <a:pt x="400027" y="259188"/>
                </a:lnTo>
                <a:lnTo>
                  <a:pt x="400757" y="255954"/>
                </a:lnTo>
                <a:lnTo>
                  <a:pt x="404407" y="248874"/>
                </a:lnTo>
                <a:lnTo>
                  <a:pt x="407327" y="256578"/>
                </a:lnTo>
                <a:lnTo>
                  <a:pt x="409517" y="251781"/>
                </a:lnTo>
                <a:lnTo>
                  <a:pt x="410247" y="253840"/>
                </a:lnTo>
                <a:lnTo>
                  <a:pt x="410977" y="257937"/>
                </a:lnTo>
                <a:lnTo>
                  <a:pt x="412437" y="253047"/>
                </a:lnTo>
                <a:lnTo>
                  <a:pt x="413167" y="253660"/>
                </a:lnTo>
                <a:lnTo>
                  <a:pt x="413897" y="250818"/>
                </a:lnTo>
                <a:lnTo>
                  <a:pt x="416087" y="252292"/>
                </a:lnTo>
                <a:lnTo>
                  <a:pt x="417546" y="252663"/>
                </a:lnTo>
                <a:lnTo>
                  <a:pt x="418276" y="249037"/>
                </a:lnTo>
                <a:lnTo>
                  <a:pt x="420466" y="250840"/>
                </a:lnTo>
                <a:lnTo>
                  <a:pt x="424116" y="251204"/>
                </a:lnTo>
                <a:lnTo>
                  <a:pt x="424846" y="252578"/>
                </a:lnTo>
                <a:lnTo>
                  <a:pt x="426306" y="251390"/>
                </a:lnTo>
                <a:lnTo>
                  <a:pt x="427766" y="249447"/>
                </a:lnTo>
                <a:lnTo>
                  <a:pt x="428496" y="246793"/>
                </a:lnTo>
                <a:lnTo>
                  <a:pt x="429226" y="250912"/>
                </a:lnTo>
                <a:lnTo>
                  <a:pt x="429956" y="250676"/>
                </a:lnTo>
                <a:lnTo>
                  <a:pt x="432876" y="249235"/>
                </a:lnTo>
                <a:lnTo>
                  <a:pt x="434336" y="254661"/>
                </a:lnTo>
                <a:lnTo>
                  <a:pt x="435066" y="250150"/>
                </a:lnTo>
                <a:lnTo>
                  <a:pt x="440176" y="249552"/>
                </a:lnTo>
                <a:lnTo>
                  <a:pt x="441636" y="252741"/>
                </a:lnTo>
                <a:lnTo>
                  <a:pt x="442366" y="249239"/>
                </a:lnTo>
                <a:lnTo>
                  <a:pt x="443096" y="248618"/>
                </a:lnTo>
                <a:lnTo>
                  <a:pt x="446015" y="252640"/>
                </a:lnTo>
                <a:lnTo>
                  <a:pt x="446746" y="252746"/>
                </a:lnTo>
                <a:lnTo>
                  <a:pt x="450396" y="246820"/>
                </a:lnTo>
                <a:lnTo>
                  <a:pt x="451855" y="249662"/>
                </a:lnTo>
                <a:lnTo>
                  <a:pt x="452586" y="247834"/>
                </a:lnTo>
                <a:lnTo>
                  <a:pt x="453316" y="246842"/>
                </a:lnTo>
                <a:lnTo>
                  <a:pt x="454775" y="255980"/>
                </a:lnTo>
                <a:lnTo>
                  <a:pt x="455506" y="247538"/>
                </a:lnTo>
                <a:lnTo>
                  <a:pt x="456966" y="251371"/>
                </a:lnTo>
                <a:lnTo>
                  <a:pt x="459156" y="247783"/>
                </a:lnTo>
                <a:lnTo>
                  <a:pt x="461346" y="244947"/>
                </a:lnTo>
                <a:lnTo>
                  <a:pt x="463536" y="253030"/>
                </a:lnTo>
                <a:lnTo>
                  <a:pt x="464266" y="249610"/>
                </a:lnTo>
                <a:lnTo>
                  <a:pt x="466456" y="248593"/>
                </a:lnTo>
                <a:lnTo>
                  <a:pt x="467915" y="253869"/>
                </a:lnTo>
                <a:lnTo>
                  <a:pt x="468645" y="252078"/>
                </a:lnTo>
                <a:lnTo>
                  <a:pt x="470835" y="246180"/>
                </a:lnTo>
                <a:lnTo>
                  <a:pt x="473025" y="251350"/>
                </a:lnTo>
                <a:lnTo>
                  <a:pt x="473755" y="250238"/>
                </a:lnTo>
                <a:lnTo>
                  <a:pt x="475215" y="248164"/>
                </a:lnTo>
                <a:lnTo>
                  <a:pt x="476675" y="254504"/>
                </a:lnTo>
                <a:lnTo>
                  <a:pt x="478865" y="253553"/>
                </a:lnTo>
                <a:lnTo>
                  <a:pt x="481055" y="250077"/>
                </a:lnTo>
                <a:lnTo>
                  <a:pt x="481785" y="253717"/>
                </a:lnTo>
                <a:lnTo>
                  <a:pt x="483975" y="252431"/>
                </a:lnTo>
                <a:lnTo>
                  <a:pt x="486165" y="247765"/>
                </a:lnTo>
                <a:lnTo>
                  <a:pt x="486895" y="248645"/>
                </a:lnTo>
                <a:lnTo>
                  <a:pt x="487625" y="253774"/>
                </a:lnTo>
                <a:lnTo>
                  <a:pt x="489815" y="252490"/>
                </a:lnTo>
                <a:lnTo>
                  <a:pt x="490545" y="247139"/>
                </a:lnTo>
                <a:lnTo>
                  <a:pt x="492005" y="251686"/>
                </a:lnTo>
                <a:lnTo>
                  <a:pt x="498574" y="253902"/>
                </a:lnTo>
                <a:lnTo>
                  <a:pt x="499304" y="250160"/>
                </a:lnTo>
                <a:lnTo>
                  <a:pt x="500764" y="251206"/>
                </a:lnTo>
                <a:lnTo>
                  <a:pt x="504414" y="253744"/>
                </a:lnTo>
                <a:lnTo>
                  <a:pt x="505874" y="256571"/>
                </a:lnTo>
                <a:lnTo>
                  <a:pt x="506604" y="252923"/>
                </a:lnTo>
                <a:lnTo>
                  <a:pt x="507334" y="252324"/>
                </a:lnTo>
                <a:lnTo>
                  <a:pt x="508064" y="254997"/>
                </a:lnTo>
                <a:lnTo>
                  <a:pt x="508794" y="255889"/>
                </a:lnTo>
                <a:lnTo>
                  <a:pt x="512444" y="249859"/>
                </a:lnTo>
                <a:lnTo>
                  <a:pt x="515364" y="250962"/>
                </a:lnTo>
                <a:lnTo>
                  <a:pt x="517554" y="257818"/>
                </a:lnTo>
                <a:lnTo>
                  <a:pt x="518284" y="257586"/>
                </a:lnTo>
                <a:lnTo>
                  <a:pt x="519014" y="250896"/>
                </a:lnTo>
                <a:lnTo>
                  <a:pt x="521204" y="252724"/>
                </a:lnTo>
                <a:lnTo>
                  <a:pt x="524124" y="258146"/>
                </a:lnTo>
                <a:lnTo>
                  <a:pt x="524853" y="254518"/>
                </a:lnTo>
                <a:lnTo>
                  <a:pt x="527043" y="256786"/>
                </a:lnTo>
                <a:lnTo>
                  <a:pt x="528503" y="259375"/>
                </a:lnTo>
                <a:lnTo>
                  <a:pt x="530693" y="252099"/>
                </a:lnTo>
                <a:lnTo>
                  <a:pt x="531423" y="254323"/>
                </a:lnTo>
                <a:lnTo>
                  <a:pt x="532153" y="252162"/>
                </a:lnTo>
                <a:lnTo>
                  <a:pt x="533613" y="254599"/>
                </a:lnTo>
                <a:lnTo>
                  <a:pt x="534343" y="256587"/>
                </a:lnTo>
                <a:lnTo>
                  <a:pt x="535073" y="254746"/>
                </a:lnTo>
                <a:lnTo>
                  <a:pt x="537993" y="244260"/>
                </a:lnTo>
                <a:lnTo>
                  <a:pt x="538723" y="244859"/>
                </a:lnTo>
                <a:lnTo>
                  <a:pt x="544563" y="244878"/>
                </a:lnTo>
                <a:lnTo>
                  <a:pt x="545293" y="240638"/>
                </a:lnTo>
                <a:lnTo>
                  <a:pt x="547483" y="242013"/>
                </a:lnTo>
                <a:lnTo>
                  <a:pt x="556242" y="228465"/>
                </a:lnTo>
                <a:lnTo>
                  <a:pt x="556972" y="228892"/>
                </a:lnTo>
                <a:lnTo>
                  <a:pt x="558432" y="230591"/>
                </a:lnTo>
                <a:lnTo>
                  <a:pt x="559162" y="229323"/>
                </a:lnTo>
                <a:lnTo>
                  <a:pt x="561352" y="219842"/>
                </a:lnTo>
                <a:lnTo>
                  <a:pt x="562082" y="221117"/>
                </a:lnTo>
                <a:lnTo>
                  <a:pt x="564272" y="219824"/>
                </a:lnTo>
                <a:lnTo>
                  <a:pt x="568652" y="210338"/>
                </a:lnTo>
                <a:lnTo>
                  <a:pt x="569382" y="212394"/>
                </a:lnTo>
                <a:lnTo>
                  <a:pt x="570112" y="212210"/>
                </a:lnTo>
                <a:lnTo>
                  <a:pt x="574492" y="201579"/>
                </a:lnTo>
                <a:lnTo>
                  <a:pt x="577412" y="204434"/>
                </a:lnTo>
                <a:lnTo>
                  <a:pt x="578142" y="203607"/>
                </a:lnTo>
                <a:lnTo>
                  <a:pt x="579602" y="204655"/>
                </a:lnTo>
                <a:lnTo>
                  <a:pt x="581792" y="195371"/>
                </a:lnTo>
                <a:lnTo>
                  <a:pt x="582521" y="197820"/>
                </a:lnTo>
                <a:lnTo>
                  <a:pt x="583251" y="195447"/>
                </a:lnTo>
                <a:lnTo>
                  <a:pt x="586901" y="189273"/>
                </a:lnTo>
                <a:lnTo>
                  <a:pt x="587631" y="190476"/>
                </a:lnTo>
                <a:lnTo>
                  <a:pt x="588361" y="186646"/>
                </a:lnTo>
                <a:lnTo>
                  <a:pt x="593471" y="176667"/>
                </a:lnTo>
                <a:lnTo>
                  <a:pt x="595661" y="178430"/>
                </a:lnTo>
                <a:lnTo>
                  <a:pt x="597121" y="174129"/>
                </a:lnTo>
                <a:lnTo>
                  <a:pt x="598581" y="175055"/>
                </a:lnTo>
                <a:lnTo>
                  <a:pt x="602961" y="168133"/>
                </a:lnTo>
                <a:lnTo>
                  <a:pt x="605881" y="159723"/>
                </a:lnTo>
                <a:lnTo>
                  <a:pt x="606611" y="159968"/>
                </a:lnTo>
                <a:lnTo>
                  <a:pt x="608071" y="160047"/>
                </a:lnTo>
                <a:lnTo>
                  <a:pt x="608801" y="159139"/>
                </a:lnTo>
                <a:lnTo>
                  <a:pt x="611720" y="147824"/>
                </a:lnTo>
                <a:lnTo>
                  <a:pt x="612450" y="151789"/>
                </a:lnTo>
                <a:lnTo>
                  <a:pt x="614640" y="153325"/>
                </a:lnTo>
                <a:lnTo>
                  <a:pt x="615370" y="151567"/>
                </a:lnTo>
                <a:lnTo>
                  <a:pt x="616100" y="154008"/>
                </a:lnTo>
                <a:lnTo>
                  <a:pt x="616830" y="153694"/>
                </a:lnTo>
                <a:lnTo>
                  <a:pt x="620480" y="153250"/>
                </a:lnTo>
                <a:lnTo>
                  <a:pt x="621940" y="144285"/>
                </a:lnTo>
                <a:lnTo>
                  <a:pt x="623400" y="148869"/>
                </a:lnTo>
                <a:lnTo>
                  <a:pt x="626320" y="156064"/>
                </a:lnTo>
                <a:lnTo>
                  <a:pt x="627780" y="154873"/>
                </a:lnTo>
                <a:lnTo>
                  <a:pt x="628510" y="155972"/>
                </a:lnTo>
                <a:lnTo>
                  <a:pt x="629240" y="145047"/>
                </a:lnTo>
                <a:lnTo>
                  <a:pt x="629970" y="157443"/>
                </a:lnTo>
                <a:lnTo>
                  <a:pt x="630700" y="157167"/>
                </a:lnTo>
                <a:lnTo>
                  <a:pt x="632160" y="159693"/>
                </a:lnTo>
                <a:lnTo>
                  <a:pt x="633620" y="158908"/>
                </a:lnTo>
                <a:lnTo>
                  <a:pt x="638000" y="156589"/>
                </a:lnTo>
                <a:lnTo>
                  <a:pt x="638730" y="160496"/>
                </a:lnTo>
                <a:lnTo>
                  <a:pt x="639460" y="151054"/>
                </a:lnTo>
                <a:lnTo>
                  <a:pt x="640919" y="159412"/>
                </a:lnTo>
                <a:lnTo>
                  <a:pt x="644569" y="160287"/>
                </a:lnTo>
                <a:lnTo>
                  <a:pt x="645299" y="162637"/>
                </a:lnTo>
                <a:lnTo>
                  <a:pt x="646029" y="158200"/>
                </a:lnTo>
                <a:lnTo>
                  <a:pt x="646759" y="155877"/>
                </a:lnTo>
                <a:lnTo>
                  <a:pt x="648219" y="157442"/>
                </a:lnTo>
                <a:lnTo>
                  <a:pt x="648949" y="162644"/>
                </a:lnTo>
                <a:lnTo>
                  <a:pt x="651139" y="159701"/>
                </a:lnTo>
                <a:lnTo>
                  <a:pt x="651869" y="157044"/>
                </a:lnTo>
                <a:lnTo>
                  <a:pt x="652599" y="161390"/>
                </a:lnTo>
                <a:lnTo>
                  <a:pt x="653329" y="160472"/>
                </a:lnTo>
                <a:lnTo>
                  <a:pt x="654059" y="162778"/>
                </a:lnTo>
                <a:lnTo>
                  <a:pt x="654789" y="159519"/>
                </a:lnTo>
                <a:lnTo>
                  <a:pt x="656249" y="156059"/>
                </a:lnTo>
                <a:lnTo>
                  <a:pt x="656979" y="160661"/>
                </a:lnTo>
                <a:lnTo>
                  <a:pt x="658439" y="161292"/>
                </a:lnTo>
                <a:lnTo>
                  <a:pt x="661359" y="153024"/>
                </a:lnTo>
                <a:lnTo>
                  <a:pt x="662819" y="159229"/>
                </a:lnTo>
                <a:lnTo>
                  <a:pt x="664279" y="156692"/>
                </a:lnTo>
                <a:lnTo>
                  <a:pt x="667199" y="155061"/>
                </a:lnTo>
                <a:lnTo>
                  <a:pt x="667929" y="160336"/>
                </a:lnTo>
                <a:lnTo>
                  <a:pt x="669388" y="156306"/>
                </a:lnTo>
                <a:lnTo>
                  <a:pt x="670848" y="156179"/>
                </a:lnTo>
                <a:lnTo>
                  <a:pt x="673038" y="161138"/>
                </a:lnTo>
                <a:lnTo>
                  <a:pt x="673768" y="158387"/>
                </a:lnTo>
                <a:lnTo>
                  <a:pt x="675228" y="155442"/>
                </a:lnTo>
                <a:lnTo>
                  <a:pt x="675958" y="156749"/>
                </a:lnTo>
                <a:lnTo>
                  <a:pt x="678878" y="156616"/>
                </a:lnTo>
                <a:lnTo>
                  <a:pt x="679608" y="156638"/>
                </a:lnTo>
                <a:lnTo>
                  <a:pt x="680338" y="159489"/>
                </a:lnTo>
                <a:lnTo>
                  <a:pt x="681068" y="155269"/>
                </a:lnTo>
                <a:lnTo>
                  <a:pt x="681798" y="156254"/>
                </a:lnTo>
                <a:lnTo>
                  <a:pt x="694208" y="156353"/>
                </a:lnTo>
                <a:lnTo>
                  <a:pt x="694938" y="164617"/>
                </a:lnTo>
                <a:lnTo>
                  <a:pt x="697128" y="162106"/>
                </a:lnTo>
                <a:lnTo>
                  <a:pt x="700777" y="168346"/>
                </a:lnTo>
                <a:lnTo>
                  <a:pt x="705157" y="168981"/>
                </a:lnTo>
                <a:lnTo>
                  <a:pt x="705887" y="167134"/>
                </a:lnTo>
                <a:lnTo>
                  <a:pt x="708077" y="168439"/>
                </a:lnTo>
                <a:lnTo>
                  <a:pt x="717567" y="159730"/>
                </a:lnTo>
                <a:lnTo>
                  <a:pt x="721217" y="157913"/>
                </a:lnTo>
                <a:lnTo>
                  <a:pt x="726327" y="155296"/>
                </a:lnTo>
                <a:lnTo>
                  <a:pt x="729246" y="157365"/>
                </a:lnTo>
                <a:lnTo>
                  <a:pt x="732166" y="154973"/>
                </a:lnTo>
                <a:lnTo>
                  <a:pt x="751876" y="148083"/>
                </a:lnTo>
                <a:lnTo>
                  <a:pt x="752606" y="143802"/>
                </a:lnTo>
                <a:lnTo>
                  <a:pt x="754066" y="145712"/>
                </a:lnTo>
                <a:lnTo>
                  <a:pt x="755525" y="149254"/>
                </a:lnTo>
                <a:lnTo>
                  <a:pt x="756255" y="148030"/>
                </a:lnTo>
                <a:lnTo>
                  <a:pt x="759905" y="142882"/>
                </a:lnTo>
                <a:lnTo>
                  <a:pt x="760635" y="145965"/>
                </a:lnTo>
                <a:lnTo>
                  <a:pt x="762825" y="145302"/>
                </a:lnTo>
                <a:lnTo>
                  <a:pt x="769395" y="141740"/>
                </a:lnTo>
                <a:lnTo>
                  <a:pt x="770855" y="144527"/>
                </a:lnTo>
                <a:lnTo>
                  <a:pt x="771585" y="142768"/>
                </a:lnTo>
                <a:lnTo>
                  <a:pt x="772315" y="139637"/>
                </a:lnTo>
                <a:lnTo>
                  <a:pt x="773045" y="143993"/>
                </a:lnTo>
                <a:lnTo>
                  <a:pt x="773775" y="144002"/>
                </a:lnTo>
                <a:lnTo>
                  <a:pt x="774505" y="143948"/>
                </a:lnTo>
                <a:lnTo>
                  <a:pt x="775965" y="139799"/>
                </a:lnTo>
                <a:lnTo>
                  <a:pt x="777425" y="142035"/>
                </a:lnTo>
                <a:lnTo>
                  <a:pt x="780345" y="143506"/>
                </a:lnTo>
                <a:lnTo>
                  <a:pt x="781805" y="140492"/>
                </a:lnTo>
                <a:lnTo>
                  <a:pt x="783265" y="142164"/>
                </a:lnTo>
                <a:lnTo>
                  <a:pt x="784724" y="143160"/>
                </a:lnTo>
                <a:lnTo>
                  <a:pt x="785454" y="140333"/>
                </a:lnTo>
                <a:lnTo>
                  <a:pt x="787644" y="142029"/>
                </a:lnTo>
                <a:lnTo>
                  <a:pt x="792024" y="139139"/>
                </a:lnTo>
                <a:lnTo>
                  <a:pt x="794944" y="138229"/>
                </a:lnTo>
                <a:lnTo>
                  <a:pt x="799324" y="137152"/>
                </a:lnTo>
                <a:lnTo>
                  <a:pt x="802244" y="127225"/>
                </a:lnTo>
                <a:lnTo>
                  <a:pt x="803704" y="131240"/>
                </a:lnTo>
                <a:lnTo>
                  <a:pt x="804434" y="132961"/>
                </a:lnTo>
                <a:lnTo>
                  <a:pt x="805164" y="130180"/>
                </a:lnTo>
                <a:lnTo>
                  <a:pt x="810274" y="119933"/>
                </a:lnTo>
                <a:lnTo>
                  <a:pt x="812464" y="123218"/>
                </a:lnTo>
                <a:lnTo>
                  <a:pt x="813193" y="120947"/>
                </a:lnTo>
                <a:lnTo>
                  <a:pt x="813923" y="122230"/>
                </a:lnTo>
                <a:lnTo>
                  <a:pt x="815383" y="119944"/>
                </a:lnTo>
                <a:lnTo>
                  <a:pt x="817573" y="122193"/>
                </a:lnTo>
                <a:lnTo>
                  <a:pt x="819033" y="122714"/>
                </a:lnTo>
                <a:lnTo>
                  <a:pt x="819763" y="121202"/>
                </a:lnTo>
                <a:lnTo>
                  <a:pt x="824143" y="116709"/>
                </a:lnTo>
                <a:lnTo>
                  <a:pt x="828523" y="116329"/>
                </a:lnTo>
                <a:lnTo>
                  <a:pt x="832173" y="119692"/>
                </a:lnTo>
                <a:lnTo>
                  <a:pt x="832903" y="110559"/>
                </a:lnTo>
                <a:lnTo>
                  <a:pt x="835093" y="112928"/>
                </a:lnTo>
                <a:lnTo>
                  <a:pt x="839473" y="111666"/>
                </a:lnTo>
                <a:lnTo>
                  <a:pt x="840933" y="109351"/>
                </a:lnTo>
                <a:lnTo>
                  <a:pt x="842392" y="113302"/>
                </a:lnTo>
                <a:lnTo>
                  <a:pt x="843852" y="111725"/>
                </a:lnTo>
                <a:lnTo>
                  <a:pt x="846042" y="108380"/>
                </a:lnTo>
                <a:lnTo>
                  <a:pt x="846772" y="108590"/>
                </a:lnTo>
                <a:lnTo>
                  <a:pt x="851152" y="108624"/>
                </a:lnTo>
                <a:lnTo>
                  <a:pt x="851882" y="109952"/>
                </a:lnTo>
                <a:lnTo>
                  <a:pt x="852612" y="107569"/>
                </a:lnTo>
                <a:lnTo>
                  <a:pt x="853342" y="107717"/>
                </a:lnTo>
                <a:lnTo>
                  <a:pt x="856262" y="106638"/>
                </a:lnTo>
                <a:lnTo>
                  <a:pt x="856992" y="107683"/>
                </a:lnTo>
                <a:lnTo>
                  <a:pt x="865752" y="105787"/>
                </a:lnTo>
                <a:lnTo>
                  <a:pt x="867942" y="108123"/>
                </a:lnTo>
                <a:lnTo>
                  <a:pt x="869402" y="101353"/>
                </a:lnTo>
                <a:lnTo>
                  <a:pt x="870132" y="104645"/>
                </a:lnTo>
                <a:lnTo>
                  <a:pt x="873051" y="109028"/>
                </a:lnTo>
                <a:lnTo>
                  <a:pt x="881811" y="99081"/>
                </a:lnTo>
                <a:lnTo>
                  <a:pt x="883271" y="98615"/>
                </a:lnTo>
                <a:lnTo>
                  <a:pt x="884732" y="108942"/>
                </a:lnTo>
                <a:lnTo>
                  <a:pt x="886922" y="102319"/>
                </a:lnTo>
                <a:lnTo>
                  <a:pt x="887652" y="104092"/>
                </a:lnTo>
                <a:lnTo>
                  <a:pt x="889111" y="111229"/>
                </a:lnTo>
                <a:lnTo>
                  <a:pt x="889841" y="103342"/>
                </a:lnTo>
                <a:lnTo>
                  <a:pt x="890572" y="102836"/>
                </a:lnTo>
                <a:lnTo>
                  <a:pt x="891302" y="104395"/>
                </a:lnTo>
                <a:lnTo>
                  <a:pt x="894951" y="110472"/>
                </a:lnTo>
                <a:lnTo>
                  <a:pt x="895681" y="114048"/>
                </a:lnTo>
                <a:lnTo>
                  <a:pt x="897141" y="113526"/>
                </a:lnTo>
                <a:lnTo>
                  <a:pt x="897871" y="110318"/>
                </a:lnTo>
                <a:lnTo>
                  <a:pt x="898601" y="115242"/>
                </a:lnTo>
                <a:lnTo>
                  <a:pt x="899331" y="114105"/>
                </a:lnTo>
                <a:lnTo>
                  <a:pt x="902251" y="114724"/>
                </a:lnTo>
                <a:lnTo>
                  <a:pt x="902981" y="117479"/>
                </a:lnTo>
                <a:lnTo>
                  <a:pt x="903711" y="113747"/>
                </a:lnTo>
                <a:lnTo>
                  <a:pt x="904441" y="114279"/>
                </a:lnTo>
                <a:lnTo>
                  <a:pt x="905171" y="113386"/>
                </a:lnTo>
                <a:lnTo>
                  <a:pt x="905901" y="116201"/>
                </a:lnTo>
                <a:lnTo>
                  <a:pt x="906631" y="115190"/>
                </a:lnTo>
                <a:lnTo>
                  <a:pt x="908821" y="117895"/>
                </a:lnTo>
                <a:lnTo>
                  <a:pt x="909551" y="116333"/>
                </a:lnTo>
                <a:lnTo>
                  <a:pt x="918311" y="118190"/>
                </a:lnTo>
                <a:lnTo>
                  <a:pt x="920501" y="118835"/>
                </a:lnTo>
                <a:lnTo>
                  <a:pt x="923420" y="125383"/>
                </a:lnTo>
                <a:lnTo>
                  <a:pt x="924150" y="123600"/>
                </a:lnTo>
                <a:lnTo>
                  <a:pt x="926340" y="125361"/>
                </a:lnTo>
                <a:lnTo>
                  <a:pt x="929990" y="120094"/>
                </a:lnTo>
                <a:lnTo>
                  <a:pt x="932910" y="128210"/>
                </a:lnTo>
                <a:lnTo>
                  <a:pt x="935830" y="121935"/>
                </a:lnTo>
                <a:lnTo>
                  <a:pt x="935100" y="129056"/>
                </a:lnTo>
                <a:lnTo>
                  <a:pt x="936560" y="124199"/>
                </a:lnTo>
                <a:lnTo>
                  <a:pt x="937290" y="127826"/>
                </a:lnTo>
                <a:lnTo>
                  <a:pt x="939480" y="126564"/>
                </a:lnTo>
                <a:lnTo>
                  <a:pt x="940210" y="127130"/>
                </a:lnTo>
                <a:lnTo>
                  <a:pt x="940940" y="126086"/>
                </a:lnTo>
                <a:lnTo>
                  <a:pt x="945320" y="117740"/>
                </a:lnTo>
                <a:lnTo>
                  <a:pt x="948240" y="119035"/>
                </a:lnTo>
                <a:lnTo>
                  <a:pt x="951159" y="120446"/>
                </a:lnTo>
                <a:lnTo>
                  <a:pt x="959919" y="128214"/>
                </a:lnTo>
                <a:lnTo>
                  <a:pt x="973059" y="134271"/>
                </a:lnTo>
                <a:lnTo>
                  <a:pt x="975979" y="133543"/>
                </a:lnTo>
                <a:lnTo>
                  <a:pt x="986198" y="131930"/>
                </a:lnTo>
                <a:lnTo>
                  <a:pt x="991308" y="131945"/>
                </a:lnTo>
                <a:lnTo>
                  <a:pt x="993498" y="140922"/>
                </a:lnTo>
                <a:lnTo>
                  <a:pt x="994958" y="140429"/>
                </a:lnTo>
                <a:lnTo>
                  <a:pt x="1000068" y="141420"/>
                </a:lnTo>
                <a:lnTo>
                  <a:pt x="1002988" y="143767"/>
                </a:lnTo>
                <a:lnTo>
                  <a:pt x="1003718" y="142870"/>
                </a:lnTo>
                <a:lnTo>
                  <a:pt x="1005178" y="141825"/>
                </a:lnTo>
                <a:lnTo>
                  <a:pt x="1005908" y="138052"/>
                </a:lnTo>
                <a:lnTo>
                  <a:pt x="1007368" y="141396"/>
                </a:lnTo>
                <a:lnTo>
                  <a:pt x="1008097" y="141222"/>
                </a:lnTo>
                <a:lnTo>
                  <a:pt x="1011017" y="135717"/>
                </a:lnTo>
                <a:lnTo>
                  <a:pt x="1011747" y="140088"/>
                </a:lnTo>
                <a:lnTo>
                  <a:pt x="1013937" y="138666"/>
                </a:lnTo>
                <a:lnTo>
                  <a:pt x="1040216" y="122409"/>
                </a:lnTo>
                <a:lnTo>
                  <a:pt x="1043866" y="126447"/>
                </a:lnTo>
                <a:lnTo>
                  <a:pt x="1044596" y="124721"/>
                </a:lnTo>
                <a:lnTo>
                  <a:pt x="1046056" y="127831"/>
                </a:lnTo>
                <a:lnTo>
                  <a:pt x="1047516" y="131674"/>
                </a:lnTo>
                <a:lnTo>
                  <a:pt x="1048976" y="131027"/>
                </a:lnTo>
                <a:lnTo>
                  <a:pt x="1049706" y="130411"/>
                </a:lnTo>
                <a:lnTo>
                  <a:pt x="1050436" y="131495"/>
                </a:lnTo>
                <a:lnTo>
                  <a:pt x="1053356" y="132657"/>
                </a:lnTo>
                <a:lnTo>
                  <a:pt x="1055546" y="131085"/>
                </a:lnTo>
                <a:lnTo>
                  <a:pt x="1056276" y="131873"/>
                </a:lnTo>
                <a:lnTo>
                  <a:pt x="1059926" y="132602"/>
                </a:lnTo>
                <a:lnTo>
                  <a:pt x="1062846" y="131543"/>
                </a:lnTo>
                <a:lnTo>
                  <a:pt x="1065036" y="134244"/>
                </a:lnTo>
                <a:lnTo>
                  <a:pt x="1065765" y="131133"/>
                </a:lnTo>
                <a:lnTo>
                  <a:pt x="1067955" y="132823"/>
                </a:lnTo>
                <a:lnTo>
                  <a:pt x="1070145" y="129560"/>
                </a:lnTo>
                <a:lnTo>
                  <a:pt x="1070875" y="132386"/>
                </a:lnTo>
                <a:lnTo>
                  <a:pt x="1074525" y="129823"/>
                </a:lnTo>
                <a:lnTo>
                  <a:pt x="1077445" y="132773"/>
                </a:lnTo>
                <a:lnTo>
                  <a:pt x="1082555" y="133389"/>
                </a:lnTo>
                <a:lnTo>
                  <a:pt x="1083285" y="134985"/>
                </a:lnTo>
                <a:lnTo>
                  <a:pt x="1084015" y="133003"/>
                </a:lnTo>
                <a:lnTo>
                  <a:pt x="1085475" y="130802"/>
                </a:lnTo>
                <a:lnTo>
                  <a:pt x="1086205" y="132163"/>
                </a:lnTo>
                <a:lnTo>
                  <a:pt x="1089855" y="134563"/>
                </a:lnTo>
                <a:lnTo>
                  <a:pt x="1092045" y="129624"/>
                </a:lnTo>
                <a:lnTo>
                  <a:pt x="1092775" y="129950"/>
                </a:lnTo>
                <a:lnTo>
                  <a:pt x="1095694" y="135994"/>
                </a:lnTo>
                <a:lnTo>
                  <a:pt x="1096424" y="134273"/>
                </a:lnTo>
                <a:lnTo>
                  <a:pt x="1097884" y="136338"/>
                </a:lnTo>
                <a:lnTo>
                  <a:pt x="1098614" y="136881"/>
                </a:lnTo>
                <a:lnTo>
                  <a:pt x="1099344" y="134895"/>
                </a:lnTo>
                <a:lnTo>
                  <a:pt x="1100804" y="132814"/>
                </a:lnTo>
                <a:lnTo>
                  <a:pt x="1102264" y="135037"/>
                </a:lnTo>
                <a:lnTo>
                  <a:pt x="1106644" y="139286"/>
                </a:lnTo>
                <a:lnTo>
                  <a:pt x="1107374" y="138558"/>
                </a:lnTo>
                <a:lnTo>
                  <a:pt x="1109564" y="141953"/>
                </a:lnTo>
                <a:lnTo>
                  <a:pt x="1110294" y="140660"/>
                </a:lnTo>
                <a:lnTo>
                  <a:pt x="1111024" y="139791"/>
                </a:lnTo>
                <a:lnTo>
                  <a:pt x="1114674" y="145197"/>
                </a:lnTo>
                <a:lnTo>
                  <a:pt x="1116134" y="138289"/>
                </a:lnTo>
                <a:lnTo>
                  <a:pt x="1117594" y="141562"/>
                </a:lnTo>
                <a:lnTo>
                  <a:pt x="1118324" y="147552"/>
                </a:lnTo>
                <a:lnTo>
                  <a:pt x="1120514" y="146198"/>
                </a:lnTo>
                <a:lnTo>
                  <a:pt x="1121974" y="147443"/>
                </a:lnTo>
                <a:lnTo>
                  <a:pt x="1124163" y="144132"/>
                </a:lnTo>
                <a:lnTo>
                  <a:pt x="1124893" y="147893"/>
                </a:lnTo>
                <a:lnTo>
                  <a:pt x="1126353" y="146960"/>
                </a:lnTo>
                <a:lnTo>
                  <a:pt x="1127083" y="144421"/>
                </a:lnTo>
                <a:lnTo>
                  <a:pt x="1127813" y="149032"/>
                </a:lnTo>
                <a:lnTo>
                  <a:pt x="1128543" y="148468"/>
                </a:lnTo>
                <a:lnTo>
                  <a:pt x="1133653" y="145351"/>
                </a:lnTo>
                <a:lnTo>
                  <a:pt x="1134383" y="152691"/>
                </a:lnTo>
                <a:lnTo>
                  <a:pt x="1135843" y="149172"/>
                </a:lnTo>
                <a:lnTo>
                  <a:pt x="1136573" y="145940"/>
                </a:lnTo>
                <a:lnTo>
                  <a:pt x="1137303" y="154153"/>
                </a:lnTo>
                <a:lnTo>
                  <a:pt x="1138033" y="150005"/>
                </a:lnTo>
                <a:lnTo>
                  <a:pt x="1138763" y="149062"/>
                </a:lnTo>
                <a:lnTo>
                  <a:pt x="1142413" y="157322"/>
                </a:lnTo>
                <a:lnTo>
                  <a:pt x="1143143" y="157915"/>
                </a:lnTo>
                <a:lnTo>
                  <a:pt x="1143873" y="150436"/>
                </a:lnTo>
                <a:lnTo>
                  <a:pt x="1146063" y="151094"/>
                </a:lnTo>
                <a:lnTo>
                  <a:pt x="1148253" y="155808"/>
                </a:lnTo>
                <a:lnTo>
                  <a:pt x="1150443" y="153649"/>
                </a:lnTo>
                <a:lnTo>
                  <a:pt x="1151173" y="153790"/>
                </a:lnTo>
                <a:lnTo>
                  <a:pt x="1153362" y="158458"/>
                </a:lnTo>
                <a:lnTo>
                  <a:pt x="1154092" y="156179"/>
                </a:lnTo>
                <a:lnTo>
                  <a:pt x="1154822" y="156035"/>
                </a:lnTo>
                <a:lnTo>
                  <a:pt x="1158472" y="161811"/>
                </a:lnTo>
                <a:lnTo>
                  <a:pt x="1159202" y="156166"/>
                </a:lnTo>
                <a:lnTo>
                  <a:pt x="1160662" y="158523"/>
                </a:lnTo>
                <a:lnTo>
                  <a:pt x="1161392" y="159819"/>
                </a:lnTo>
                <a:lnTo>
                  <a:pt x="1162122" y="156980"/>
                </a:lnTo>
                <a:lnTo>
                  <a:pt x="1162852" y="156258"/>
                </a:lnTo>
                <a:lnTo>
                  <a:pt x="1163582" y="159208"/>
                </a:lnTo>
                <a:lnTo>
                  <a:pt x="1164312" y="160522"/>
                </a:lnTo>
                <a:lnTo>
                  <a:pt x="1165042" y="157294"/>
                </a:lnTo>
                <a:lnTo>
                  <a:pt x="1165772" y="159440"/>
                </a:lnTo>
                <a:lnTo>
                  <a:pt x="1169422" y="159006"/>
                </a:lnTo>
                <a:lnTo>
                  <a:pt x="1170882" y="161719"/>
                </a:lnTo>
                <a:lnTo>
                  <a:pt x="1171612" y="168835"/>
                </a:lnTo>
                <a:lnTo>
                  <a:pt x="1173072" y="160465"/>
                </a:lnTo>
                <a:lnTo>
                  <a:pt x="1175262" y="163264"/>
                </a:lnTo>
                <a:lnTo>
                  <a:pt x="1175992" y="160598"/>
                </a:lnTo>
                <a:lnTo>
                  <a:pt x="1177452" y="163397"/>
                </a:lnTo>
                <a:lnTo>
                  <a:pt x="1178182" y="168362"/>
                </a:lnTo>
                <a:lnTo>
                  <a:pt x="1179642" y="165575"/>
                </a:lnTo>
                <a:lnTo>
                  <a:pt x="1182561" y="163618"/>
                </a:lnTo>
                <a:lnTo>
                  <a:pt x="1184021" y="164974"/>
                </a:lnTo>
                <a:lnTo>
                  <a:pt x="1185481" y="170009"/>
                </a:lnTo>
                <a:lnTo>
                  <a:pt x="1186941" y="166622"/>
                </a:lnTo>
                <a:lnTo>
                  <a:pt x="1189861" y="166472"/>
                </a:lnTo>
                <a:lnTo>
                  <a:pt x="1191321" y="167612"/>
                </a:lnTo>
                <a:lnTo>
                  <a:pt x="1195701" y="173848"/>
                </a:lnTo>
                <a:lnTo>
                  <a:pt x="1196431" y="170832"/>
                </a:lnTo>
                <a:lnTo>
                  <a:pt x="1197891" y="172895"/>
                </a:lnTo>
                <a:lnTo>
                  <a:pt x="1199351" y="170757"/>
                </a:lnTo>
                <a:lnTo>
                  <a:pt x="1200811" y="174467"/>
                </a:lnTo>
                <a:lnTo>
                  <a:pt x="1201541" y="170864"/>
                </a:lnTo>
                <a:lnTo>
                  <a:pt x="1202271" y="170228"/>
                </a:lnTo>
                <a:lnTo>
                  <a:pt x="1203001" y="172825"/>
                </a:lnTo>
                <a:lnTo>
                  <a:pt x="1205921" y="178516"/>
                </a:lnTo>
                <a:lnTo>
                  <a:pt x="1206651" y="175438"/>
                </a:lnTo>
                <a:lnTo>
                  <a:pt x="1208111" y="178699"/>
                </a:lnTo>
                <a:lnTo>
                  <a:pt x="1213950" y="182454"/>
                </a:lnTo>
                <a:lnTo>
                  <a:pt x="1215410" y="181678"/>
                </a:lnTo>
                <a:lnTo>
                  <a:pt x="1216140" y="183920"/>
                </a:lnTo>
                <a:lnTo>
                  <a:pt x="1219790" y="192627"/>
                </a:lnTo>
                <a:lnTo>
                  <a:pt x="1220520" y="192616"/>
                </a:lnTo>
                <a:lnTo>
                  <a:pt x="1221250" y="188681"/>
                </a:lnTo>
                <a:lnTo>
                  <a:pt x="1222710" y="191544"/>
                </a:lnTo>
                <a:lnTo>
                  <a:pt x="1227820" y="192687"/>
                </a:lnTo>
                <a:lnTo>
                  <a:pt x="1228550" y="190405"/>
                </a:lnTo>
                <a:lnTo>
                  <a:pt x="1230010" y="192472"/>
                </a:lnTo>
                <a:lnTo>
                  <a:pt x="1234390" y="196063"/>
                </a:lnTo>
                <a:lnTo>
                  <a:pt x="1235120" y="194592"/>
                </a:lnTo>
                <a:lnTo>
                  <a:pt x="1235850" y="195482"/>
                </a:lnTo>
                <a:lnTo>
                  <a:pt x="1237310" y="202773"/>
                </a:lnTo>
                <a:lnTo>
                  <a:pt x="1240229" y="201304"/>
                </a:lnTo>
                <a:lnTo>
                  <a:pt x="1242419" y="199884"/>
                </a:lnTo>
                <a:lnTo>
                  <a:pt x="1243149" y="200841"/>
                </a:lnTo>
                <a:lnTo>
                  <a:pt x="1246069" y="196993"/>
                </a:lnTo>
                <a:lnTo>
                  <a:pt x="1248989" y="202749"/>
                </a:lnTo>
                <a:lnTo>
                  <a:pt x="1250449" y="202001"/>
                </a:lnTo>
                <a:lnTo>
                  <a:pt x="1251179" y="203145"/>
                </a:lnTo>
                <a:lnTo>
                  <a:pt x="1281838" y="219242"/>
                </a:lnTo>
                <a:lnTo>
                  <a:pt x="1284758" y="218496"/>
                </a:lnTo>
                <a:lnTo>
                  <a:pt x="1288408" y="221792"/>
                </a:lnTo>
                <a:lnTo>
                  <a:pt x="1290598" y="219697"/>
                </a:lnTo>
                <a:lnTo>
                  <a:pt x="1291328" y="221190"/>
                </a:lnTo>
                <a:lnTo>
                  <a:pt x="1294978" y="222037"/>
                </a:lnTo>
                <a:lnTo>
                  <a:pt x="1297897" y="234249"/>
                </a:lnTo>
                <a:lnTo>
                  <a:pt x="1298627" y="232871"/>
                </a:lnTo>
                <a:lnTo>
                  <a:pt x="1303737" y="231611"/>
                </a:lnTo>
                <a:lnTo>
                  <a:pt x="1308117" y="231163"/>
                </a:lnTo>
                <a:lnTo>
                  <a:pt x="1309577" y="229705"/>
                </a:lnTo>
                <a:lnTo>
                  <a:pt x="1310307" y="231639"/>
                </a:lnTo>
                <a:lnTo>
                  <a:pt x="1316877" y="236419"/>
                </a:lnTo>
                <a:lnTo>
                  <a:pt x="1317607" y="235336"/>
                </a:lnTo>
                <a:lnTo>
                  <a:pt x="1321257" y="226307"/>
                </a:lnTo>
                <a:lnTo>
                  <a:pt x="1329287" y="230242"/>
                </a:lnTo>
                <a:lnTo>
                  <a:pt x="1332937" y="228661"/>
                </a:lnTo>
                <a:lnTo>
                  <a:pt x="1334397" y="229133"/>
                </a:lnTo>
                <a:lnTo>
                  <a:pt x="1335127" y="225218"/>
                </a:lnTo>
                <a:lnTo>
                  <a:pt x="1337317" y="226898"/>
                </a:lnTo>
                <a:lnTo>
                  <a:pt x="1341697" y="224652"/>
                </a:lnTo>
                <a:lnTo>
                  <a:pt x="1343157" y="226759"/>
                </a:lnTo>
                <a:lnTo>
                  <a:pt x="1344617" y="225408"/>
                </a:lnTo>
                <a:lnTo>
                  <a:pt x="1347536" y="224116"/>
                </a:lnTo>
                <a:lnTo>
                  <a:pt x="1362136" y="228955"/>
                </a:lnTo>
                <a:lnTo>
                  <a:pt x="1364326" y="224629"/>
                </a:lnTo>
                <a:lnTo>
                  <a:pt x="1365056" y="225430"/>
                </a:lnTo>
                <a:lnTo>
                  <a:pt x="1367976" y="227623"/>
                </a:lnTo>
                <a:lnTo>
                  <a:pt x="1370166" y="226085"/>
                </a:lnTo>
                <a:lnTo>
                  <a:pt x="1370896" y="227441"/>
                </a:lnTo>
                <a:lnTo>
                  <a:pt x="1372356" y="228071"/>
                </a:lnTo>
                <a:lnTo>
                  <a:pt x="1373086" y="226647"/>
                </a:lnTo>
                <a:lnTo>
                  <a:pt x="1375275" y="223775"/>
                </a:lnTo>
                <a:lnTo>
                  <a:pt x="1376005" y="224677"/>
                </a:lnTo>
                <a:lnTo>
                  <a:pt x="1378195" y="228862"/>
                </a:lnTo>
                <a:lnTo>
                  <a:pt x="1379655" y="227667"/>
                </a:lnTo>
                <a:lnTo>
                  <a:pt x="1382575" y="228804"/>
                </a:lnTo>
                <a:lnTo>
                  <a:pt x="1383305" y="232094"/>
                </a:lnTo>
                <a:lnTo>
                  <a:pt x="1384765" y="231417"/>
                </a:lnTo>
                <a:lnTo>
                  <a:pt x="1389145" y="205715"/>
                </a:lnTo>
                <a:lnTo>
                  <a:pt x="1391335" y="206749"/>
                </a:lnTo>
                <a:lnTo>
                  <a:pt x="1394985" y="188146"/>
                </a:lnTo>
                <a:lnTo>
                  <a:pt x="1395715" y="189270"/>
                </a:lnTo>
                <a:lnTo>
                  <a:pt x="1399365" y="174451"/>
                </a:lnTo>
                <a:lnTo>
                  <a:pt x="1400095" y="178353"/>
                </a:lnTo>
                <a:lnTo>
                  <a:pt x="1400825" y="187659"/>
                </a:lnTo>
                <a:lnTo>
                  <a:pt x="1402285" y="182112"/>
                </a:lnTo>
                <a:lnTo>
                  <a:pt x="1412504" y="154797"/>
                </a:lnTo>
                <a:lnTo>
                  <a:pt x="1413234" y="156983"/>
                </a:lnTo>
                <a:lnTo>
                  <a:pt x="1413964" y="152638"/>
                </a:lnTo>
                <a:lnTo>
                  <a:pt x="1414694" y="155318"/>
                </a:lnTo>
                <a:lnTo>
                  <a:pt x="1415424" y="151538"/>
                </a:lnTo>
                <a:lnTo>
                  <a:pt x="1416154" y="154741"/>
                </a:lnTo>
                <a:lnTo>
                  <a:pt x="1417614" y="150380"/>
                </a:lnTo>
                <a:lnTo>
                  <a:pt x="1418344" y="160060"/>
                </a:lnTo>
                <a:lnTo>
                  <a:pt x="1420534" y="153085"/>
                </a:lnTo>
                <a:lnTo>
                  <a:pt x="1421264" y="155869"/>
                </a:lnTo>
                <a:lnTo>
                  <a:pt x="1427834" y="149531"/>
                </a:lnTo>
                <a:lnTo>
                  <a:pt x="1432214" y="151033"/>
                </a:lnTo>
                <a:lnTo>
                  <a:pt x="1435133" y="149579"/>
                </a:lnTo>
                <a:lnTo>
                  <a:pt x="1439513" y="154096"/>
                </a:lnTo>
                <a:lnTo>
                  <a:pt x="1440243" y="155111"/>
                </a:lnTo>
                <a:lnTo>
                  <a:pt x="1440973" y="152655"/>
                </a:lnTo>
                <a:lnTo>
                  <a:pt x="1443893" y="144547"/>
                </a:lnTo>
                <a:lnTo>
                  <a:pt x="1445353" y="145601"/>
                </a:lnTo>
                <a:lnTo>
                  <a:pt x="1446083" y="144313"/>
                </a:lnTo>
                <a:lnTo>
                  <a:pt x="1446813" y="142249"/>
                </a:lnTo>
                <a:lnTo>
                  <a:pt x="1447543" y="144063"/>
                </a:lnTo>
                <a:lnTo>
                  <a:pt x="1450463" y="152094"/>
                </a:lnTo>
                <a:lnTo>
                  <a:pt x="1451923" y="151588"/>
                </a:lnTo>
                <a:lnTo>
                  <a:pt x="1454843" y="149034"/>
                </a:lnTo>
                <a:lnTo>
                  <a:pt x="1456303" y="152449"/>
                </a:lnTo>
                <a:lnTo>
                  <a:pt x="1457033" y="149757"/>
                </a:lnTo>
                <a:lnTo>
                  <a:pt x="1460683" y="141567"/>
                </a:lnTo>
                <a:lnTo>
                  <a:pt x="1465792" y="141919"/>
                </a:lnTo>
                <a:lnTo>
                  <a:pt x="1469442" y="132365"/>
                </a:lnTo>
                <a:lnTo>
                  <a:pt x="1472362" y="131037"/>
                </a:lnTo>
                <a:lnTo>
                  <a:pt x="1476742" y="125249"/>
                </a:lnTo>
                <a:lnTo>
                  <a:pt x="1487692" y="120492"/>
                </a:lnTo>
                <a:lnTo>
                  <a:pt x="1493531" y="110798"/>
                </a:lnTo>
                <a:lnTo>
                  <a:pt x="1497181" y="110538"/>
                </a:lnTo>
                <a:lnTo>
                  <a:pt x="1508131" y="104251"/>
                </a:lnTo>
                <a:lnTo>
                  <a:pt x="1513241" y="109052"/>
                </a:lnTo>
                <a:lnTo>
                  <a:pt x="1521270" y="101451"/>
                </a:lnTo>
                <a:lnTo>
                  <a:pt x="1537330" y="79459"/>
                </a:lnTo>
                <a:lnTo>
                  <a:pt x="1540980" y="82056"/>
                </a:lnTo>
                <a:lnTo>
                  <a:pt x="1543900" y="76081"/>
                </a:lnTo>
                <a:lnTo>
                  <a:pt x="1545360" y="80258"/>
                </a:lnTo>
                <a:lnTo>
                  <a:pt x="1546090" y="74225"/>
                </a:lnTo>
                <a:lnTo>
                  <a:pt x="1549739" y="57810"/>
                </a:lnTo>
                <a:lnTo>
                  <a:pt x="1551929" y="57494"/>
                </a:lnTo>
                <a:lnTo>
                  <a:pt x="1559959" y="26518"/>
                </a:lnTo>
                <a:lnTo>
                  <a:pt x="1560689" y="27872"/>
                </a:lnTo>
                <a:lnTo>
                  <a:pt x="1561419" y="26656"/>
                </a:lnTo>
                <a:lnTo>
                  <a:pt x="1562149" y="24785"/>
                </a:lnTo>
                <a:lnTo>
                  <a:pt x="1564339" y="39134"/>
                </a:lnTo>
                <a:lnTo>
                  <a:pt x="1565069" y="31630"/>
                </a:lnTo>
                <a:lnTo>
                  <a:pt x="1566529" y="15324"/>
                </a:lnTo>
                <a:lnTo>
                  <a:pt x="1567989" y="18692"/>
                </a:lnTo>
                <a:lnTo>
                  <a:pt x="1568719" y="40444"/>
                </a:lnTo>
                <a:lnTo>
                  <a:pt x="1570909" y="29719"/>
                </a:lnTo>
                <a:lnTo>
                  <a:pt x="1573829" y="0"/>
                </a:lnTo>
                <a:lnTo>
                  <a:pt x="1575289" y="17345"/>
                </a:lnTo>
                <a:lnTo>
                  <a:pt x="1576749" y="12467"/>
                </a:lnTo>
                <a:lnTo>
                  <a:pt x="1578208" y="4979"/>
                </a:lnTo>
                <a:lnTo>
                  <a:pt x="1578938" y="6791"/>
                </a:lnTo>
                <a:lnTo>
                  <a:pt x="1580398" y="21298"/>
                </a:lnTo>
                <a:lnTo>
                  <a:pt x="1581128" y="20424"/>
                </a:lnTo>
                <a:lnTo>
                  <a:pt x="1581858" y="778"/>
                </a:lnTo>
                <a:lnTo>
                  <a:pt x="1584048" y="6605"/>
                </a:lnTo>
                <a:lnTo>
                  <a:pt x="1585508" y="16336"/>
                </a:lnTo>
                <a:lnTo>
                  <a:pt x="1586238" y="5684"/>
                </a:lnTo>
                <a:lnTo>
                  <a:pt x="1586968" y="9681"/>
                </a:lnTo>
                <a:lnTo>
                  <a:pt x="1587698" y="3823"/>
                </a:lnTo>
                <a:lnTo>
                  <a:pt x="1588428" y="10356"/>
                </a:lnTo>
                <a:lnTo>
                  <a:pt x="1592808" y="47896"/>
                </a:lnTo>
                <a:lnTo>
                  <a:pt x="1589888" y="8802"/>
                </a:lnTo>
                <a:lnTo>
                  <a:pt x="1593538" y="38333"/>
                </a:lnTo>
                <a:lnTo>
                  <a:pt x="1594268" y="30015"/>
                </a:lnTo>
                <a:lnTo>
                  <a:pt x="1595728" y="41920"/>
                </a:lnTo>
                <a:lnTo>
                  <a:pt x="1603028" y="94646"/>
                </a:lnTo>
                <a:lnTo>
                  <a:pt x="1603758" y="94280"/>
                </a:lnTo>
                <a:lnTo>
                  <a:pt x="1604488" y="96639"/>
                </a:lnTo>
                <a:lnTo>
                  <a:pt x="1610327" y="119722"/>
                </a:lnTo>
                <a:lnTo>
                  <a:pt x="1618357" y="146896"/>
                </a:lnTo>
                <a:lnTo>
                  <a:pt x="1620547" y="146055"/>
                </a:lnTo>
                <a:lnTo>
                  <a:pt x="1626387" y="118868"/>
                </a:lnTo>
                <a:lnTo>
                  <a:pt x="1627847" y="122731"/>
                </a:lnTo>
                <a:lnTo>
                  <a:pt x="1628577" y="120696"/>
                </a:lnTo>
                <a:lnTo>
                  <a:pt x="1631497" y="113379"/>
                </a:lnTo>
                <a:lnTo>
                  <a:pt x="1632957" y="115613"/>
                </a:lnTo>
                <a:lnTo>
                  <a:pt x="1633687" y="118576"/>
                </a:lnTo>
                <a:lnTo>
                  <a:pt x="1634417" y="116836"/>
                </a:lnTo>
                <a:lnTo>
                  <a:pt x="1635876" y="106609"/>
                </a:lnTo>
                <a:lnTo>
                  <a:pt x="1637336" y="114734"/>
                </a:lnTo>
                <a:lnTo>
                  <a:pt x="1639526" y="109737"/>
                </a:lnTo>
                <a:lnTo>
                  <a:pt x="1640256" y="112665"/>
                </a:lnTo>
                <a:lnTo>
                  <a:pt x="1641716" y="105943"/>
                </a:lnTo>
                <a:lnTo>
                  <a:pt x="1642446" y="101803"/>
                </a:lnTo>
                <a:lnTo>
                  <a:pt x="1643176" y="103923"/>
                </a:lnTo>
                <a:lnTo>
                  <a:pt x="1645366" y="119618"/>
                </a:lnTo>
                <a:lnTo>
                  <a:pt x="1646096" y="111211"/>
                </a:lnTo>
                <a:lnTo>
                  <a:pt x="1649746" y="96498"/>
                </a:lnTo>
                <a:lnTo>
                  <a:pt x="1650476" y="105655"/>
                </a:lnTo>
                <a:lnTo>
                  <a:pt x="1651206" y="109025"/>
                </a:lnTo>
                <a:lnTo>
                  <a:pt x="1652666" y="104011"/>
                </a:lnTo>
                <a:lnTo>
                  <a:pt x="1654126" y="105715"/>
                </a:lnTo>
                <a:lnTo>
                  <a:pt x="1654856" y="111339"/>
                </a:lnTo>
                <a:lnTo>
                  <a:pt x="1656316" y="102354"/>
                </a:lnTo>
                <a:lnTo>
                  <a:pt x="1657046" y="99537"/>
                </a:lnTo>
                <a:lnTo>
                  <a:pt x="1657776" y="102324"/>
                </a:lnTo>
                <a:lnTo>
                  <a:pt x="1658506" y="115593"/>
                </a:lnTo>
                <a:lnTo>
                  <a:pt x="1659966" y="110465"/>
                </a:lnTo>
                <a:lnTo>
                  <a:pt x="1661426" y="97910"/>
                </a:lnTo>
                <a:lnTo>
                  <a:pt x="1662886" y="106181"/>
                </a:lnTo>
                <a:lnTo>
                  <a:pt x="1663616" y="115498"/>
                </a:lnTo>
                <a:lnTo>
                  <a:pt x="1664345" y="102294"/>
                </a:lnTo>
                <a:lnTo>
                  <a:pt x="1665075" y="98529"/>
                </a:lnTo>
                <a:lnTo>
                  <a:pt x="1665805" y="99528"/>
                </a:lnTo>
                <a:lnTo>
                  <a:pt x="1668725" y="120823"/>
                </a:lnTo>
                <a:lnTo>
                  <a:pt x="1669455" y="111663"/>
                </a:lnTo>
                <a:lnTo>
                  <a:pt x="1670185" y="107274"/>
                </a:lnTo>
                <a:lnTo>
                  <a:pt x="1670915" y="109584"/>
                </a:lnTo>
                <a:lnTo>
                  <a:pt x="1671645" y="116558"/>
                </a:lnTo>
                <a:lnTo>
                  <a:pt x="1672375" y="114749"/>
                </a:lnTo>
                <a:lnTo>
                  <a:pt x="1673835" y="102827"/>
                </a:lnTo>
                <a:lnTo>
                  <a:pt x="1674565" y="110740"/>
                </a:lnTo>
                <a:lnTo>
                  <a:pt x="1676755" y="116613"/>
                </a:lnTo>
                <a:lnTo>
                  <a:pt x="1676025" y="110375"/>
                </a:lnTo>
                <a:lnTo>
                  <a:pt x="1677485" y="114806"/>
                </a:lnTo>
                <a:lnTo>
                  <a:pt x="1680405" y="106683"/>
                </a:lnTo>
                <a:lnTo>
                  <a:pt x="1681135" y="111920"/>
                </a:lnTo>
                <a:lnTo>
                  <a:pt x="1681865" y="115645"/>
                </a:lnTo>
                <a:lnTo>
                  <a:pt x="1683325" y="114428"/>
                </a:lnTo>
                <a:lnTo>
                  <a:pt x="1684055" y="111831"/>
                </a:lnTo>
                <a:lnTo>
                  <a:pt x="1684785" y="112235"/>
                </a:lnTo>
                <a:lnTo>
                  <a:pt x="1685515" y="118421"/>
                </a:lnTo>
                <a:lnTo>
                  <a:pt x="1686975" y="114556"/>
                </a:lnTo>
                <a:lnTo>
                  <a:pt x="1687705" y="107052"/>
                </a:lnTo>
                <a:lnTo>
                  <a:pt x="1688435" y="108061"/>
                </a:lnTo>
                <a:lnTo>
                  <a:pt x="1689165" y="123281"/>
                </a:lnTo>
                <a:lnTo>
                  <a:pt x="1691355" y="120138"/>
                </a:lnTo>
                <a:lnTo>
                  <a:pt x="1693544" y="103615"/>
                </a:lnTo>
                <a:lnTo>
                  <a:pt x="1694274" y="108030"/>
                </a:lnTo>
                <a:lnTo>
                  <a:pt x="1695734" y="120820"/>
                </a:lnTo>
                <a:lnTo>
                  <a:pt x="1697194" y="115835"/>
                </a:lnTo>
                <a:lnTo>
                  <a:pt x="1699384" y="103491"/>
                </a:lnTo>
                <a:lnTo>
                  <a:pt x="1700114" y="105289"/>
                </a:lnTo>
                <a:lnTo>
                  <a:pt x="1700844" y="115223"/>
                </a:lnTo>
                <a:lnTo>
                  <a:pt x="1703034" y="112372"/>
                </a:lnTo>
                <a:lnTo>
                  <a:pt x="1704494" y="98254"/>
                </a:lnTo>
                <a:lnTo>
                  <a:pt x="1705954" y="103762"/>
                </a:lnTo>
                <a:lnTo>
                  <a:pt x="1706684" y="105045"/>
                </a:lnTo>
                <a:lnTo>
                  <a:pt x="1707414" y="102716"/>
                </a:lnTo>
                <a:lnTo>
                  <a:pt x="1708144" y="99710"/>
                </a:lnTo>
                <a:lnTo>
                  <a:pt x="1709604" y="104020"/>
                </a:lnTo>
                <a:lnTo>
                  <a:pt x="1710334" y="106344"/>
                </a:lnTo>
                <a:lnTo>
                  <a:pt x="1711794" y="91000"/>
                </a:lnTo>
                <a:lnTo>
                  <a:pt x="1713254" y="97078"/>
                </a:lnTo>
                <a:lnTo>
                  <a:pt x="1713984" y="98867"/>
                </a:lnTo>
                <a:lnTo>
                  <a:pt x="1715444" y="96132"/>
                </a:lnTo>
                <a:lnTo>
                  <a:pt x="1716174" y="91653"/>
                </a:lnTo>
                <a:lnTo>
                  <a:pt x="1717634" y="98246"/>
                </a:lnTo>
                <a:lnTo>
                  <a:pt x="1721284" y="90830"/>
                </a:lnTo>
                <a:lnTo>
                  <a:pt x="1722013" y="91229"/>
                </a:lnTo>
                <a:lnTo>
                  <a:pt x="1724933" y="100977"/>
                </a:lnTo>
                <a:lnTo>
                  <a:pt x="1725663" y="99187"/>
                </a:lnTo>
                <a:lnTo>
                  <a:pt x="1726393" y="92907"/>
                </a:lnTo>
                <a:lnTo>
                  <a:pt x="1727853" y="100785"/>
                </a:lnTo>
                <a:lnTo>
                  <a:pt x="1729313" y="98121"/>
                </a:lnTo>
                <a:lnTo>
                  <a:pt x="1730773" y="94522"/>
                </a:lnTo>
                <a:lnTo>
                  <a:pt x="1731503" y="98634"/>
                </a:lnTo>
                <a:lnTo>
                  <a:pt x="1732963" y="100578"/>
                </a:lnTo>
                <a:lnTo>
                  <a:pt x="1733693" y="99324"/>
                </a:lnTo>
                <a:lnTo>
                  <a:pt x="1734423" y="97962"/>
                </a:lnTo>
                <a:lnTo>
                  <a:pt x="1735883" y="104249"/>
                </a:lnTo>
                <a:lnTo>
                  <a:pt x="1737343" y="103664"/>
                </a:lnTo>
                <a:lnTo>
                  <a:pt x="1740263" y="103405"/>
                </a:lnTo>
                <a:lnTo>
                  <a:pt x="1742453" y="101480"/>
                </a:lnTo>
                <a:lnTo>
                  <a:pt x="1743183" y="103057"/>
                </a:lnTo>
                <a:lnTo>
                  <a:pt x="1746103" y="101456"/>
                </a:lnTo>
                <a:lnTo>
                  <a:pt x="1748293" y="109380"/>
                </a:lnTo>
                <a:lnTo>
                  <a:pt x="1749023" y="103308"/>
                </a:lnTo>
                <a:lnTo>
                  <a:pt x="1751212" y="103636"/>
                </a:lnTo>
                <a:lnTo>
                  <a:pt x="1754133" y="108715"/>
                </a:lnTo>
                <a:lnTo>
                  <a:pt x="1754862" y="105967"/>
                </a:lnTo>
                <a:lnTo>
                  <a:pt x="1755592" y="110310"/>
                </a:lnTo>
                <a:lnTo>
                  <a:pt x="1756323" y="108262"/>
                </a:lnTo>
                <a:lnTo>
                  <a:pt x="1757053" y="110749"/>
                </a:lnTo>
                <a:lnTo>
                  <a:pt x="1758512" y="107446"/>
                </a:lnTo>
                <a:lnTo>
                  <a:pt x="1760703" y="108474"/>
                </a:lnTo>
                <a:lnTo>
                  <a:pt x="1764353" y="112723"/>
                </a:lnTo>
                <a:lnTo>
                  <a:pt x="1765083" y="110952"/>
                </a:lnTo>
                <a:lnTo>
                  <a:pt x="1768003" y="109828"/>
                </a:lnTo>
                <a:lnTo>
                  <a:pt x="1770193" y="111657"/>
                </a:lnTo>
                <a:lnTo>
                  <a:pt x="1771652" y="107400"/>
                </a:lnTo>
                <a:lnTo>
                  <a:pt x="1772382" y="111773"/>
                </a:lnTo>
                <a:lnTo>
                  <a:pt x="1774572" y="118049"/>
                </a:lnTo>
                <a:lnTo>
                  <a:pt x="1776762" y="111193"/>
                </a:lnTo>
                <a:lnTo>
                  <a:pt x="1777492" y="113537"/>
                </a:lnTo>
                <a:lnTo>
                  <a:pt x="1778952" y="115725"/>
                </a:lnTo>
                <a:lnTo>
                  <a:pt x="1779682" y="113864"/>
                </a:lnTo>
                <a:lnTo>
                  <a:pt x="1781142" y="110239"/>
                </a:lnTo>
                <a:lnTo>
                  <a:pt x="1782602" y="113059"/>
                </a:lnTo>
                <a:lnTo>
                  <a:pt x="1784062" y="118306"/>
                </a:lnTo>
                <a:lnTo>
                  <a:pt x="1785522" y="116945"/>
                </a:lnTo>
                <a:lnTo>
                  <a:pt x="1789902" y="109251"/>
                </a:lnTo>
                <a:lnTo>
                  <a:pt x="1791362" y="115150"/>
                </a:lnTo>
                <a:lnTo>
                  <a:pt x="1792822" y="110820"/>
                </a:lnTo>
                <a:lnTo>
                  <a:pt x="1795012" y="116645"/>
                </a:lnTo>
                <a:lnTo>
                  <a:pt x="1797202" y="109989"/>
                </a:lnTo>
                <a:lnTo>
                  <a:pt x="1797932" y="113495"/>
                </a:lnTo>
                <a:lnTo>
                  <a:pt x="1799392" y="112369"/>
                </a:lnTo>
                <a:lnTo>
                  <a:pt x="1800122" y="117466"/>
                </a:lnTo>
                <a:lnTo>
                  <a:pt x="1803041" y="107598"/>
                </a:lnTo>
                <a:lnTo>
                  <a:pt x="1803771" y="116642"/>
                </a:lnTo>
                <a:lnTo>
                  <a:pt x="1805231" y="115132"/>
                </a:lnTo>
                <a:lnTo>
                  <a:pt x="1806691" y="108291"/>
                </a:lnTo>
                <a:lnTo>
                  <a:pt x="1807421" y="109928"/>
                </a:lnTo>
                <a:lnTo>
                  <a:pt x="1808151" y="113214"/>
                </a:lnTo>
                <a:lnTo>
                  <a:pt x="1810341" y="111115"/>
                </a:lnTo>
                <a:lnTo>
                  <a:pt x="1811071" y="113092"/>
                </a:lnTo>
                <a:lnTo>
                  <a:pt x="1812531" y="110513"/>
                </a:lnTo>
                <a:lnTo>
                  <a:pt x="1813261" y="108467"/>
                </a:lnTo>
                <a:lnTo>
                  <a:pt x="1813991" y="111778"/>
                </a:lnTo>
                <a:lnTo>
                  <a:pt x="1815451" y="120955"/>
                </a:lnTo>
                <a:lnTo>
                  <a:pt x="1816181" y="116831"/>
                </a:lnTo>
                <a:lnTo>
                  <a:pt x="1819831" y="104848"/>
                </a:lnTo>
                <a:lnTo>
                  <a:pt x="1822021" y="118894"/>
                </a:lnTo>
                <a:lnTo>
                  <a:pt x="1823481" y="113490"/>
                </a:lnTo>
                <a:lnTo>
                  <a:pt x="1824941" y="106761"/>
                </a:lnTo>
                <a:lnTo>
                  <a:pt x="1825671" y="110480"/>
                </a:lnTo>
                <a:lnTo>
                  <a:pt x="1826401" y="114836"/>
                </a:lnTo>
                <a:lnTo>
                  <a:pt x="1827131" y="108297"/>
                </a:lnTo>
                <a:lnTo>
                  <a:pt x="1827861" y="111314"/>
                </a:lnTo>
                <a:lnTo>
                  <a:pt x="1828591" y="104923"/>
                </a:lnTo>
                <a:lnTo>
                  <a:pt x="1830050" y="111390"/>
                </a:lnTo>
                <a:lnTo>
                  <a:pt x="1830780" y="113565"/>
                </a:lnTo>
                <a:lnTo>
                  <a:pt x="1831510" y="108843"/>
                </a:lnTo>
                <a:lnTo>
                  <a:pt x="1834430" y="106304"/>
                </a:lnTo>
                <a:lnTo>
                  <a:pt x="1832970" y="111493"/>
                </a:lnTo>
                <a:lnTo>
                  <a:pt x="1835160" y="106745"/>
                </a:lnTo>
                <a:lnTo>
                  <a:pt x="1836620" y="105997"/>
                </a:lnTo>
                <a:lnTo>
                  <a:pt x="1838080" y="111604"/>
                </a:lnTo>
                <a:lnTo>
                  <a:pt x="1839540" y="104752"/>
                </a:lnTo>
                <a:lnTo>
                  <a:pt x="1841000" y="106685"/>
                </a:lnTo>
                <a:lnTo>
                  <a:pt x="1841730" y="112912"/>
                </a:lnTo>
                <a:lnTo>
                  <a:pt x="1843190" y="107659"/>
                </a:lnTo>
                <a:lnTo>
                  <a:pt x="1845380" y="103711"/>
                </a:lnTo>
                <a:lnTo>
                  <a:pt x="1846110" y="99976"/>
                </a:lnTo>
                <a:lnTo>
                  <a:pt x="1846840" y="101103"/>
                </a:lnTo>
                <a:lnTo>
                  <a:pt x="1847570" y="108729"/>
                </a:lnTo>
                <a:lnTo>
                  <a:pt x="1849760" y="106442"/>
                </a:lnTo>
                <a:lnTo>
                  <a:pt x="1853410" y="102728"/>
                </a:lnTo>
                <a:lnTo>
                  <a:pt x="1855600" y="103599"/>
                </a:lnTo>
                <a:lnTo>
                  <a:pt x="1856330" y="101193"/>
                </a:lnTo>
                <a:lnTo>
                  <a:pt x="1857060" y="101806"/>
                </a:lnTo>
                <a:lnTo>
                  <a:pt x="1859249" y="110301"/>
                </a:lnTo>
                <a:lnTo>
                  <a:pt x="1862169" y="101530"/>
                </a:lnTo>
                <a:lnTo>
                  <a:pt x="1863629" y="107400"/>
                </a:lnTo>
                <a:lnTo>
                  <a:pt x="1864359" y="110947"/>
                </a:lnTo>
                <a:lnTo>
                  <a:pt x="1865089" y="104130"/>
                </a:lnTo>
                <a:lnTo>
                  <a:pt x="1866549" y="108908"/>
                </a:lnTo>
                <a:lnTo>
                  <a:pt x="1871659" y="117071"/>
                </a:lnTo>
                <a:lnTo>
                  <a:pt x="1872389" y="109831"/>
                </a:lnTo>
                <a:lnTo>
                  <a:pt x="1874579" y="112692"/>
                </a:lnTo>
                <a:lnTo>
                  <a:pt x="1875309" y="108394"/>
                </a:lnTo>
                <a:lnTo>
                  <a:pt x="1877499" y="135907"/>
                </a:lnTo>
                <a:lnTo>
                  <a:pt x="1878229" y="113128"/>
                </a:lnTo>
                <a:lnTo>
                  <a:pt x="1880419" y="123529"/>
                </a:lnTo>
                <a:lnTo>
                  <a:pt x="1881149" y="117780"/>
                </a:lnTo>
                <a:lnTo>
                  <a:pt x="1882609" y="122087"/>
                </a:lnTo>
                <a:lnTo>
                  <a:pt x="1883339" y="123746"/>
                </a:lnTo>
                <a:lnTo>
                  <a:pt x="1884069" y="116227"/>
                </a:lnTo>
                <a:lnTo>
                  <a:pt x="1885529" y="121941"/>
                </a:lnTo>
                <a:lnTo>
                  <a:pt x="1891368" y="120811"/>
                </a:lnTo>
                <a:lnTo>
                  <a:pt x="1892098" y="118855"/>
                </a:lnTo>
                <a:lnTo>
                  <a:pt x="1892828" y="122075"/>
                </a:lnTo>
                <a:lnTo>
                  <a:pt x="1894288" y="121393"/>
                </a:lnTo>
                <a:lnTo>
                  <a:pt x="1895748" y="128311"/>
                </a:lnTo>
                <a:lnTo>
                  <a:pt x="1898668" y="119795"/>
                </a:lnTo>
                <a:lnTo>
                  <a:pt x="1899398" y="121851"/>
                </a:lnTo>
                <a:lnTo>
                  <a:pt x="1900858" y="119896"/>
                </a:lnTo>
                <a:lnTo>
                  <a:pt x="1901588" y="128296"/>
                </a:lnTo>
                <a:lnTo>
                  <a:pt x="1903778" y="123467"/>
                </a:lnTo>
                <a:lnTo>
                  <a:pt x="1905238" y="116169"/>
                </a:lnTo>
                <a:lnTo>
                  <a:pt x="1905968" y="121564"/>
                </a:lnTo>
                <a:lnTo>
                  <a:pt x="1906698" y="127955"/>
                </a:lnTo>
                <a:lnTo>
                  <a:pt x="1908158" y="123309"/>
                </a:lnTo>
                <a:lnTo>
                  <a:pt x="1908888" y="117790"/>
                </a:lnTo>
                <a:lnTo>
                  <a:pt x="1909618" y="120536"/>
                </a:lnTo>
                <a:lnTo>
                  <a:pt x="1910348" y="129608"/>
                </a:lnTo>
                <a:lnTo>
                  <a:pt x="1911808" y="116644"/>
                </a:lnTo>
                <a:lnTo>
                  <a:pt x="1912538" y="115318"/>
                </a:lnTo>
                <a:lnTo>
                  <a:pt x="1913268" y="123900"/>
                </a:lnTo>
                <a:lnTo>
                  <a:pt x="1914728" y="114764"/>
                </a:lnTo>
                <a:lnTo>
                  <a:pt x="1916187" y="117093"/>
                </a:lnTo>
                <a:lnTo>
                  <a:pt x="1916917" y="114226"/>
                </a:lnTo>
                <a:lnTo>
                  <a:pt x="1917647" y="113631"/>
                </a:lnTo>
                <a:lnTo>
                  <a:pt x="1919107" y="128748"/>
                </a:lnTo>
                <a:lnTo>
                  <a:pt x="1920567" y="123176"/>
                </a:lnTo>
                <a:lnTo>
                  <a:pt x="1922757" y="117162"/>
                </a:lnTo>
                <a:lnTo>
                  <a:pt x="1924217" y="128519"/>
                </a:lnTo>
                <a:lnTo>
                  <a:pt x="1925677" y="120286"/>
                </a:lnTo>
                <a:lnTo>
                  <a:pt x="1926407" y="116410"/>
                </a:lnTo>
                <a:lnTo>
                  <a:pt x="1927137" y="128116"/>
                </a:lnTo>
                <a:lnTo>
                  <a:pt x="1928597" y="122791"/>
                </a:lnTo>
                <a:lnTo>
                  <a:pt x="1930057" y="115198"/>
                </a:lnTo>
                <a:lnTo>
                  <a:pt x="1930787" y="122235"/>
                </a:lnTo>
                <a:lnTo>
                  <a:pt x="1931517" y="125083"/>
                </a:lnTo>
                <a:lnTo>
                  <a:pt x="1932247" y="123559"/>
                </a:lnTo>
                <a:lnTo>
                  <a:pt x="1933707" y="114093"/>
                </a:lnTo>
                <a:lnTo>
                  <a:pt x="1934437" y="114454"/>
                </a:lnTo>
                <a:lnTo>
                  <a:pt x="1935167" y="124847"/>
                </a:lnTo>
                <a:lnTo>
                  <a:pt x="1936627" y="119720"/>
                </a:lnTo>
                <a:lnTo>
                  <a:pt x="1937357" y="117466"/>
                </a:lnTo>
                <a:lnTo>
                  <a:pt x="1938087" y="117952"/>
                </a:lnTo>
                <a:lnTo>
                  <a:pt x="1938817" y="125157"/>
                </a:lnTo>
                <a:lnTo>
                  <a:pt x="1940277" y="115014"/>
                </a:lnTo>
                <a:lnTo>
                  <a:pt x="1943197" y="124613"/>
                </a:lnTo>
                <a:lnTo>
                  <a:pt x="1941737" y="113482"/>
                </a:lnTo>
                <a:lnTo>
                  <a:pt x="1943927" y="117488"/>
                </a:lnTo>
                <a:lnTo>
                  <a:pt x="1944657" y="112757"/>
                </a:lnTo>
                <a:lnTo>
                  <a:pt x="1945386" y="113341"/>
                </a:lnTo>
                <a:lnTo>
                  <a:pt x="1946116" y="120724"/>
                </a:lnTo>
                <a:lnTo>
                  <a:pt x="1947576" y="110804"/>
                </a:lnTo>
                <a:lnTo>
                  <a:pt x="1949036" y="110426"/>
                </a:lnTo>
                <a:lnTo>
                  <a:pt x="1949766" y="111579"/>
                </a:lnTo>
                <a:lnTo>
                  <a:pt x="1950496" y="115589"/>
                </a:lnTo>
                <a:lnTo>
                  <a:pt x="1951956" y="110629"/>
                </a:lnTo>
                <a:lnTo>
                  <a:pt x="1952686" y="110300"/>
                </a:lnTo>
                <a:lnTo>
                  <a:pt x="1956336" y="120423"/>
                </a:lnTo>
                <a:lnTo>
                  <a:pt x="1958526" y="110415"/>
                </a:lnTo>
                <a:lnTo>
                  <a:pt x="1959256" y="112024"/>
                </a:lnTo>
                <a:lnTo>
                  <a:pt x="1960716" y="119945"/>
                </a:lnTo>
                <a:lnTo>
                  <a:pt x="1962176" y="117756"/>
                </a:lnTo>
                <a:lnTo>
                  <a:pt x="1962906" y="115390"/>
                </a:lnTo>
                <a:lnTo>
                  <a:pt x="1964366" y="117534"/>
                </a:lnTo>
                <a:lnTo>
                  <a:pt x="1965096" y="119548"/>
                </a:lnTo>
                <a:lnTo>
                  <a:pt x="1966556" y="118621"/>
                </a:lnTo>
                <a:lnTo>
                  <a:pt x="1967286" y="116449"/>
                </a:lnTo>
                <a:lnTo>
                  <a:pt x="1968746" y="118727"/>
                </a:lnTo>
                <a:lnTo>
                  <a:pt x="1970936" y="116120"/>
                </a:lnTo>
                <a:lnTo>
                  <a:pt x="1971666" y="119090"/>
                </a:lnTo>
                <a:lnTo>
                  <a:pt x="1972396" y="120397"/>
                </a:lnTo>
                <a:lnTo>
                  <a:pt x="1973126" y="119765"/>
                </a:lnTo>
                <a:lnTo>
                  <a:pt x="1973855" y="114852"/>
                </a:lnTo>
                <a:lnTo>
                  <a:pt x="1975315" y="118887"/>
                </a:lnTo>
                <a:lnTo>
                  <a:pt x="1982615" y="120905"/>
                </a:lnTo>
                <a:lnTo>
                  <a:pt x="1983345" y="114361"/>
                </a:lnTo>
                <a:lnTo>
                  <a:pt x="1984805" y="120225"/>
                </a:lnTo>
                <a:lnTo>
                  <a:pt x="1986265" y="122242"/>
                </a:lnTo>
                <a:lnTo>
                  <a:pt x="1986995" y="116603"/>
                </a:lnTo>
                <a:lnTo>
                  <a:pt x="1988455" y="125578"/>
                </a:lnTo>
                <a:lnTo>
                  <a:pt x="1989185" y="125606"/>
                </a:lnTo>
                <a:lnTo>
                  <a:pt x="1991375" y="113644"/>
                </a:lnTo>
                <a:lnTo>
                  <a:pt x="1992835" y="116968"/>
                </a:lnTo>
                <a:lnTo>
                  <a:pt x="1994295" y="121383"/>
                </a:lnTo>
                <a:lnTo>
                  <a:pt x="1995755" y="119367"/>
                </a:lnTo>
                <a:lnTo>
                  <a:pt x="1997215" y="127081"/>
                </a:lnTo>
                <a:lnTo>
                  <a:pt x="1998675" y="116760"/>
                </a:lnTo>
                <a:lnTo>
                  <a:pt x="1999405" y="117089"/>
                </a:lnTo>
                <a:lnTo>
                  <a:pt x="2001595" y="127947"/>
                </a:lnTo>
                <a:lnTo>
                  <a:pt x="2002325" y="124654"/>
                </a:lnTo>
                <a:lnTo>
                  <a:pt x="2003784" y="118526"/>
                </a:lnTo>
                <a:lnTo>
                  <a:pt x="2004514" y="126039"/>
                </a:lnTo>
                <a:lnTo>
                  <a:pt x="2005244" y="125077"/>
                </a:lnTo>
                <a:lnTo>
                  <a:pt x="2005974" y="126998"/>
                </a:lnTo>
                <a:lnTo>
                  <a:pt x="2006704" y="128512"/>
                </a:lnTo>
                <a:lnTo>
                  <a:pt x="2007434" y="126930"/>
                </a:lnTo>
                <a:lnTo>
                  <a:pt x="2008894" y="118899"/>
                </a:lnTo>
                <a:lnTo>
                  <a:pt x="2011084" y="122144"/>
                </a:lnTo>
                <a:lnTo>
                  <a:pt x="2012544" y="125253"/>
                </a:lnTo>
                <a:lnTo>
                  <a:pt x="2014004" y="124564"/>
                </a:lnTo>
                <a:lnTo>
                  <a:pt x="2015464" y="125462"/>
                </a:lnTo>
                <a:lnTo>
                  <a:pt x="2017654" y="117879"/>
                </a:lnTo>
                <a:lnTo>
                  <a:pt x="2021304" y="130262"/>
                </a:lnTo>
                <a:lnTo>
                  <a:pt x="2022034" y="129040"/>
                </a:lnTo>
                <a:lnTo>
                  <a:pt x="2025684" y="122103"/>
                </a:lnTo>
                <a:lnTo>
                  <a:pt x="2026414" y="120995"/>
                </a:lnTo>
                <a:lnTo>
                  <a:pt x="2030064" y="128970"/>
                </a:lnTo>
                <a:lnTo>
                  <a:pt x="2032253" y="127643"/>
                </a:lnTo>
                <a:lnTo>
                  <a:pt x="2032983" y="123446"/>
                </a:lnTo>
                <a:lnTo>
                  <a:pt x="2033713" y="132537"/>
                </a:lnTo>
                <a:lnTo>
                  <a:pt x="2034443" y="126155"/>
                </a:lnTo>
                <a:lnTo>
                  <a:pt x="2035173" y="133033"/>
                </a:lnTo>
                <a:lnTo>
                  <a:pt x="2037363" y="131708"/>
                </a:lnTo>
                <a:lnTo>
                  <a:pt x="2038093" y="131925"/>
                </a:lnTo>
                <a:lnTo>
                  <a:pt x="2043203" y="121786"/>
                </a:lnTo>
                <a:lnTo>
                  <a:pt x="2044663" y="125921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path 200"/>
          <p:cNvSpPr/>
          <p:nvPr/>
        </p:nvSpPr>
        <p:spPr>
          <a:xfrm>
            <a:off x="9862223" y="4672479"/>
            <a:ext cx="2044663" cy="938009"/>
          </a:xfrm>
          <a:custGeom>
            <a:avLst/>
            <a:gdLst/>
            <a:ahLst/>
            <a:cxnLst/>
            <a:rect l="l" t="t" r="r" b="b"/>
            <a:pathLst>
              <a:path w="2044663" h="938009">
                <a:moveTo>
                  <a:pt x="0" y="845076"/>
                </a:moveTo>
                <a:lnTo>
                  <a:pt x="18250" y="845147"/>
                </a:lnTo>
                <a:lnTo>
                  <a:pt x="21170" y="845289"/>
                </a:lnTo>
                <a:lnTo>
                  <a:pt x="24820" y="846176"/>
                </a:lnTo>
                <a:lnTo>
                  <a:pt x="28470" y="846251"/>
                </a:lnTo>
                <a:lnTo>
                  <a:pt x="51099" y="848454"/>
                </a:lnTo>
                <a:lnTo>
                  <a:pt x="57669" y="848167"/>
                </a:lnTo>
                <a:lnTo>
                  <a:pt x="64239" y="850166"/>
                </a:lnTo>
                <a:lnTo>
                  <a:pt x="64969" y="848694"/>
                </a:lnTo>
                <a:lnTo>
                  <a:pt x="66429" y="850304"/>
                </a:lnTo>
                <a:lnTo>
                  <a:pt x="81758" y="852408"/>
                </a:lnTo>
                <a:lnTo>
                  <a:pt x="84678" y="851193"/>
                </a:lnTo>
                <a:lnTo>
                  <a:pt x="86868" y="850411"/>
                </a:lnTo>
                <a:lnTo>
                  <a:pt x="87598" y="852643"/>
                </a:lnTo>
                <a:lnTo>
                  <a:pt x="107307" y="850937"/>
                </a:lnTo>
                <a:lnTo>
                  <a:pt x="108767" y="853540"/>
                </a:lnTo>
                <a:lnTo>
                  <a:pt x="110227" y="852139"/>
                </a:lnTo>
                <a:lnTo>
                  <a:pt x="113147" y="850507"/>
                </a:lnTo>
                <a:lnTo>
                  <a:pt x="113877" y="851229"/>
                </a:lnTo>
                <a:lnTo>
                  <a:pt x="132126" y="852730"/>
                </a:lnTo>
                <a:lnTo>
                  <a:pt x="135776" y="852992"/>
                </a:lnTo>
                <a:lnTo>
                  <a:pt x="143806" y="851157"/>
                </a:lnTo>
                <a:lnTo>
                  <a:pt x="151106" y="851806"/>
                </a:lnTo>
                <a:lnTo>
                  <a:pt x="159135" y="852325"/>
                </a:lnTo>
                <a:lnTo>
                  <a:pt x="161325" y="852897"/>
                </a:lnTo>
                <a:lnTo>
                  <a:pt x="162785" y="851347"/>
                </a:lnTo>
                <a:lnTo>
                  <a:pt x="163515" y="853995"/>
                </a:lnTo>
                <a:lnTo>
                  <a:pt x="167165" y="855022"/>
                </a:lnTo>
                <a:lnTo>
                  <a:pt x="170815" y="852736"/>
                </a:lnTo>
                <a:lnTo>
                  <a:pt x="176655" y="853821"/>
                </a:lnTo>
                <a:lnTo>
                  <a:pt x="181035" y="856449"/>
                </a:lnTo>
                <a:lnTo>
                  <a:pt x="186144" y="853562"/>
                </a:lnTo>
                <a:lnTo>
                  <a:pt x="188334" y="852651"/>
                </a:lnTo>
                <a:lnTo>
                  <a:pt x="189064" y="854105"/>
                </a:lnTo>
                <a:lnTo>
                  <a:pt x="191984" y="858498"/>
                </a:lnTo>
                <a:lnTo>
                  <a:pt x="192714" y="857034"/>
                </a:lnTo>
                <a:lnTo>
                  <a:pt x="197094" y="855874"/>
                </a:lnTo>
                <a:lnTo>
                  <a:pt x="205124" y="856101"/>
                </a:lnTo>
                <a:lnTo>
                  <a:pt x="208774" y="856324"/>
                </a:lnTo>
                <a:lnTo>
                  <a:pt x="213154" y="854606"/>
                </a:lnTo>
                <a:lnTo>
                  <a:pt x="215343" y="858939"/>
                </a:lnTo>
                <a:lnTo>
                  <a:pt x="217533" y="857839"/>
                </a:lnTo>
                <a:lnTo>
                  <a:pt x="227023" y="858604"/>
                </a:lnTo>
                <a:lnTo>
                  <a:pt x="231403" y="866189"/>
                </a:lnTo>
                <a:lnTo>
                  <a:pt x="232133" y="864303"/>
                </a:lnTo>
                <a:lnTo>
                  <a:pt x="235053" y="861686"/>
                </a:lnTo>
                <a:lnTo>
                  <a:pt x="235783" y="861645"/>
                </a:lnTo>
                <a:lnTo>
                  <a:pt x="236513" y="858681"/>
                </a:lnTo>
                <a:lnTo>
                  <a:pt x="237973" y="863463"/>
                </a:lnTo>
                <a:lnTo>
                  <a:pt x="241623" y="865569"/>
                </a:lnTo>
                <a:lnTo>
                  <a:pt x="247462" y="863312"/>
                </a:lnTo>
                <a:lnTo>
                  <a:pt x="267172" y="867213"/>
                </a:lnTo>
                <a:lnTo>
                  <a:pt x="270822" y="869036"/>
                </a:lnTo>
                <a:lnTo>
                  <a:pt x="291261" y="868445"/>
                </a:lnTo>
                <a:lnTo>
                  <a:pt x="297101" y="866254"/>
                </a:lnTo>
                <a:lnTo>
                  <a:pt x="298561" y="867023"/>
                </a:lnTo>
                <a:lnTo>
                  <a:pt x="300021" y="865574"/>
                </a:lnTo>
                <a:lnTo>
                  <a:pt x="303670" y="866617"/>
                </a:lnTo>
                <a:lnTo>
                  <a:pt x="308050" y="865315"/>
                </a:lnTo>
                <a:lnTo>
                  <a:pt x="313160" y="866330"/>
                </a:lnTo>
                <a:lnTo>
                  <a:pt x="314620" y="864490"/>
                </a:lnTo>
                <a:lnTo>
                  <a:pt x="316080" y="865855"/>
                </a:lnTo>
                <a:lnTo>
                  <a:pt x="319000" y="864762"/>
                </a:lnTo>
                <a:lnTo>
                  <a:pt x="320460" y="864249"/>
                </a:lnTo>
                <a:lnTo>
                  <a:pt x="321190" y="865557"/>
                </a:lnTo>
                <a:lnTo>
                  <a:pt x="322650" y="867993"/>
                </a:lnTo>
                <a:lnTo>
                  <a:pt x="323380" y="866222"/>
                </a:lnTo>
                <a:lnTo>
                  <a:pt x="326300" y="861125"/>
                </a:lnTo>
                <a:lnTo>
                  <a:pt x="327760" y="864682"/>
                </a:lnTo>
                <a:lnTo>
                  <a:pt x="330679" y="867939"/>
                </a:lnTo>
                <a:lnTo>
                  <a:pt x="357689" y="865143"/>
                </a:lnTo>
                <a:lnTo>
                  <a:pt x="362798" y="863887"/>
                </a:lnTo>
                <a:lnTo>
                  <a:pt x="366448" y="864685"/>
                </a:lnTo>
                <a:lnTo>
                  <a:pt x="368638" y="863422"/>
                </a:lnTo>
                <a:lnTo>
                  <a:pt x="369368" y="864354"/>
                </a:lnTo>
                <a:lnTo>
                  <a:pt x="380318" y="862011"/>
                </a:lnTo>
                <a:lnTo>
                  <a:pt x="388347" y="859869"/>
                </a:lnTo>
                <a:lnTo>
                  <a:pt x="391997" y="859810"/>
                </a:lnTo>
                <a:lnTo>
                  <a:pt x="401487" y="859531"/>
                </a:lnTo>
                <a:lnTo>
                  <a:pt x="405867" y="859338"/>
                </a:lnTo>
                <a:lnTo>
                  <a:pt x="407327" y="857791"/>
                </a:lnTo>
                <a:lnTo>
                  <a:pt x="408057" y="859257"/>
                </a:lnTo>
                <a:lnTo>
                  <a:pt x="411707" y="859713"/>
                </a:lnTo>
                <a:lnTo>
                  <a:pt x="416087" y="859189"/>
                </a:lnTo>
                <a:lnTo>
                  <a:pt x="419006" y="858436"/>
                </a:lnTo>
                <a:lnTo>
                  <a:pt x="421926" y="857762"/>
                </a:lnTo>
                <a:lnTo>
                  <a:pt x="426306" y="854857"/>
                </a:lnTo>
                <a:lnTo>
                  <a:pt x="429956" y="857001"/>
                </a:lnTo>
                <a:lnTo>
                  <a:pt x="430686" y="856313"/>
                </a:lnTo>
                <a:lnTo>
                  <a:pt x="436526" y="855167"/>
                </a:lnTo>
                <a:lnTo>
                  <a:pt x="444556" y="857459"/>
                </a:lnTo>
                <a:lnTo>
                  <a:pt x="447475" y="856084"/>
                </a:lnTo>
                <a:lnTo>
                  <a:pt x="454775" y="854492"/>
                </a:lnTo>
                <a:lnTo>
                  <a:pt x="459886" y="852823"/>
                </a:lnTo>
                <a:lnTo>
                  <a:pt x="464266" y="855046"/>
                </a:lnTo>
                <a:lnTo>
                  <a:pt x="476675" y="854349"/>
                </a:lnTo>
                <a:lnTo>
                  <a:pt x="478135" y="856981"/>
                </a:lnTo>
                <a:lnTo>
                  <a:pt x="479595" y="855878"/>
                </a:lnTo>
                <a:lnTo>
                  <a:pt x="493465" y="858208"/>
                </a:lnTo>
                <a:lnTo>
                  <a:pt x="497844" y="860084"/>
                </a:lnTo>
                <a:lnTo>
                  <a:pt x="506604" y="857862"/>
                </a:lnTo>
                <a:lnTo>
                  <a:pt x="508794" y="860731"/>
                </a:lnTo>
                <a:lnTo>
                  <a:pt x="509524" y="859847"/>
                </a:lnTo>
                <a:lnTo>
                  <a:pt x="516094" y="857995"/>
                </a:lnTo>
                <a:lnTo>
                  <a:pt x="519744" y="857632"/>
                </a:lnTo>
                <a:lnTo>
                  <a:pt x="523394" y="860173"/>
                </a:lnTo>
                <a:lnTo>
                  <a:pt x="527043" y="863593"/>
                </a:lnTo>
                <a:lnTo>
                  <a:pt x="528503" y="861694"/>
                </a:lnTo>
                <a:lnTo>
                  <a:pt x="540183" y="861601"/>
                </a:lnTo>
                <a:lnTo>
                  <a:pt x="548213" y="863804"/>
                </a:lnTo>
                <a:lnTo>
                  <a:pt x="596391" y="869442"/>
                </a:lnTo>
                <a:lnTo>
                  <a:pt x="598581" y="868384"/>
                </a:lnTo>
                <a:lnTo>
                  <a:pt x="599311" y="869546"/>
                </a:lnTo>
                <a:lnTo>
                  <a:pt x="605881" y="872015"/>
                </a:lnTo>
                <a:lnTo>
                  <a:pt x="608801" y="871128"/>
                </a:lnTo>
                <a:lnTo>
                  <a:pt x="615370" y="873503"/>
                </a:lnTo>
                <a:lnTo>
                  <a:pt x="619020" y="871199"/>
                </a:lnTo>
                <a:lnTo>
                  <a:pt x="629240" y="868637"/>
                </a:lnTo>
                <a:lnTo>
                  <a:pt x="634350" y="870805"/>
                </a:lnTo>
                <a:lnTo>
                  <a:pt x="638000" y="870964"/>
                </a:lnTo>
                <a:lnTo>
                  <a:pt x="638730" y="871729"/>
                </a:lnTo>
                <a:lnTo>
                  <a:pt x="640189" y="869826"/>
                </a:lnTo>
                <a:lnTo>
                  <a:pt x="657709" y="868823"/>
                </a:lnTo>
                <a:lnTo>
                  <a:pt x="658439" y="871415"/>
                </a:lnTo>
                <a:lnTo>
                  <a:pt x="660629" y="870330"/>
                </a:lnTo>
                <a:lnTo>
                  <a:pt x="665739" y="869087"/>
                </a:lnTo>
                <a:lnTo>
                  <a:pt x="673768" y="868143"/>
                </a:lnTo>
                <a:lnTo>
                  <a:pt x="678878" y="868109"/>
                </a:lnTo>
                <a:lnTo>
                  <a:pt x="699317" y="870946"/>
                </a:lnTo>
                <a:lnTo>
                  <a:pt x="703697" y="876030"/>
                </a:lnTo>
                <a:lnTo>
                  <a:pt x="705157" y="873591"/>
                </a:lnTo>
                <a:lnTo>
                  <a:pt x="706617" y="872891"/>
                </a:lnTo>
                <a:lnTo>
                  <a:pt x="707347" y="873693"/>
                </a:lnTo>
                <a:lnTo>
                  <a:pt x="709537" y="875624"/>
                </a:lnTo>
                <a:lnTo>
                  <a:pt x="710267" y="874361"/>
                </a:lnTo>
                <a:lnTo>
                  <a:pt x="716837" y="869117"/>
                </a:lnTo>
                <a:lnTo>
                  <a:pt x="728516" y="867644"/>
                </a:lnTo>
                <a:lnTo>
                  <a:pt x="731436" y="867527"/>
                </a:lnTo>
                <a:lnTo>
                  <a:pt x="735086" y="865565"/>
                </a:lnTo>
                <a:lnTo>
                  <a:pt x="741656" y="864068"/>
                </a:lnTo>
                <a:lnTo>
                  <a:pt x="745306" y="863171"/>
                </a:lnTo>
                <a:lnTo>
                  <a:pt x="751146" y="863426"/>
                </a:lnTo>
                <a:lnTo>
                  <a:pt x="754066" y="859525"/>
                </a:lnTo>
                <a:lnTo>
                  <a:pt x="755525" y="861995"/>
                </a:lnTo>
                <a:lnTo>
                  <a:pt x="759905" y="858515"/>
                </a:lnTo>
                <a:lnTo>
                  <a:pt x="762825" y="860163"/>
                </a:lnTo>
                <a:lnTo>
                  <a:pt x="767205" y="858762"/>
                </a:lnTo>
                <a:lnTo>
                  <a:pt x="771585" y="858499"/>
                </a:lnTo>
                <a:lnTo>
                  <a:pt x="772315" y="857704"/>
                </a:lnTo>
                <a:lnTo>
                  <a:pt x="773045" y="860090"/>
                </a:lnTo>
                <a:lnTo>
                  <a:pt x="775235" y="858765"/>
                </a:lnTo>
                <a:lnTo>
                  <a:pt x="775965" y="857581"/>
                </a:lnTo>
                <a:lnTo>
                  <a:pt x="777425" y="858838"/>
                </a:lnTo>
                <a:lnTo>
                  <a:pt x="780345" y="860829"/>
                </a:lnTo>
                <a:lnTo>
                  <a:pt x="781805" y="858456"/>
                </a:lnTo>
                <a:lnTo>
                  <a:pt x="782535" y="859808"/>
                </a:lnTo>
                <a:lnTo>
                  <a:pt x="786914" y="861285"/>
                </a:lnTo>
                <a:lnTo>
                  <a:pt x="788374" y="859484"/>
                </a:lnTo>
                <a:lnTo>
                  <a:pt x="789834" y="860315"/>
                </a:lnTo>
                <a:lnTo>
                  <a:pt x="816113" y="851174"/>
                </a:lnTo>
                <a:lnTo>
                  <a:pt x="818303" y="854435"/>
                </a:lnTo>
                <a:lnTo>
                  <a:pt x="819033" y="853354"/>
                </a:lnTo>
                <a:lnTo>
                  <a:pt x="824143" y="849311"/>
                </a:lnTo>
                <a:lnTo>
                  <a:pt x="826333" y="848571"/>
                </a:lnTo>
                <a:lnTo>
                  <a:pt x="827063" y="846938"/>
                </a:lnTo>
                <a:lnTo>
                  <a:pt x="827793" y="849851"/>
                </a:lnTo>
                <a:lnTo>
                  <a:pt x="828523" y="853266"/>
                </a:lnTo>
                <a:lnTo>
                  <a:pt x="829983" y="850650"/>
                </a:lnTo>
                <a:lnTo>
                  <a:pt x="831443" y="849557"/>
                </a:lnTo>
                <a:lnTo>
                  <a:pt x="834363" y="843157"/>
                </a:lnTo>
                <a:lnTo>
                  <a:pt x="835093" y="844045"/>
                </a:lnTo>
                <a:lnTo>
                  <a:pt x="835823" y="843546"/>
                </a:lnTo>
                <a:lnTo>
                  <a:pt x="836553" y="844706"/>
                </a:lnTo>
                <a:lnTo>
                  <a:pt x="837283" y="846065"/>
                </a:lnTo>
                <a:lnTo>
                  <a:pt x="838013" y="844039"/>
                </a:lnTo>
                <a:lnTo>
                  <a:pt x="840933" y="840181"/>
                </a:lnTo>
                <a:lnTo>
                  <a:pt x="843122" y="842455"/>
                </a:lnTo>
                <a:lnTo>
                  <a:pt x="843852" y="842000"/>
                </a:lnTo>
                <a:lnTo>
                  <a:pt x="847502" y="839793"/>
                </a:lnTo>
                <a:lnTo>
                  <a:pt x="855532" y="840296"/>
                </a:lnTo>
                <a:lnTo>
                  <a:pt x="860642" y="839877"/>
                </a:lnTo>
                <a:lnTo>
                  <a:pt x="889111" y="848149"/>
                </a:lnTo>
                <a:lnTo>
                  <a:pt x="892761" y="851945"/>
                </a:lnTo>
                <a:lnTo>
                  <a:pt x="893491" y="849797"/>
                </a:lnTo>
                <a:lnTo>
                  <a:pt x="895681" y="850900"/>
                </a:lnTo>
                <a:lnTo>
                  <a:pt x="903711" y="854677"/>
                </a:lnTo>
                <a:lnTo>
                  <a:pt x="908091" y="855919"/>
                </a:lnTo>
                <a:lnTo>
                  <a:pt x="916851" y="854609"/>
                </a:lnTo>
                <a:lnTo>
                  <a:pt x="921230" y="854580"/>
                </a:lnTo>
                <a:lnTo>
                  <a:pt x="925610" y="854370"/>
                </a:lnTo>
                <a:lnTo>
                  <a:pt x="929990" y="854926"/>
                </a:lnTo>
                <a:lnTo>
                  <a:pt x="932910" y="859750"/>
                </a:lnTo>
                <a:lnTo>
                  <a:pt x="933640" y="859439"/>
                </a:lnTo>
                <a:lnTo>
                  <a:pt x="935100" y="860758"/>
                </a:lnTo>
                <a:lnTo>
                  <a:pt x="935830" y="856411"/>
                </a:lnTo>
                <a:lnTo>
                  <a:pt x="937290" y="861414"/>
                </a:lnTo>
                <a:lnTo>
                  <a:pt x="943130" y="864448"/>
                </a:lnTo>
                <a:lnTo>
                  <a:pt x="946050" y="866674"/>
                </a:lnTo>
                <a:lnTo>
                  <a:pt x="967949" y="895678"/>
                </a:lnTo>
                <a:lnTo>
                  <a:pt x="973059" y="894715"/>
                </a:lnTo>
                <a:lnTo>
                  <a:pt x="982548" y="890265"/>
                </a:lnTo>
                <a:lnTo>
                  <a:pt x="1002258" y="884626"/>
                </a:lnTo>
                <a:lnTo>
                  <a:pt x="1005178" y="885032"/>
                </a:lnTo>
                <a:lnTo>
                  <a:pt x="1005908" y="879741"/>
                </a:lnTo>
                <a:lnTo>
                  <a:pt x="1008097" y="883052"/>
                </a:lnTo>
                <a:lnTo>
                  <a:pt x="1011017" y="878494"/>
                </a:lnTo>
                <a:lnTo>
                  <a:pt x="1014667" y="883406"/>
                </a:lnTo>
                <a:lnTo>
                  <a:pt x="1018317" y="884045"/>
                </a:lnTo>
                <a:lnTo>
                  <a:pt x="1023427" y="886349"/>
                </a:lnTo>
                <a:lnTo>
                  <a:pt x="1028537" y="887872"/>
                </a:lnTo>
                <a:lnTo>
                  <a:pt x="1029267" y="884994"/>
                </a:lnTo>
                <a:lnTo>
                  <a:pt x="1029997" y="889879"/>
                </a:lnTo>
                <a:lnTo>
                  <a:pt x="1030727" y="888944"/>
                </a:lnTo>
                <a:lnTo>
                  <a:pt x="1033647" y="891524"/>
                </a:lnTo>
                <a:lnTo>
                  <a:pt x="1034377" y="885549"/>
                </a:lnTo>
                <a:lnTo>
                  <a:pt x="1035837" y="892737"/>
                </a:lnTo>
                <a:lnTo>
                  <a:pt x="1042406" y="897937"/>
                </a:lnTo>
                <a:lnTo>
                  <a:pt x="1047516" y="904125"/>
                </a:lnTo>
                <a:lnTo>
                  <a:pt x="1048246" y="894128"/>
                </a:lnTo>
                <a:lnTo>
                  <a:pt x="1048976" y="905866"/>
                </a:lnTo>
                <a:lnTo>
                  <a:pt x="1049706" y="905054"/>
                </a:lnTo>
                <a:lnTo>
                  <a:pt x="1053356" y="908953"/>
                </a:lnTo>
                <a:lnTo>
                  <a:pt x="1056276" y="905353"/>
                </a:lnTo>
                <a:lnTo>
                  <a:pt x="1057736" y="907879"/>
                </a:lnTo>
                <a:lnTo>
                  <a:pt x="1058466" y="906389"/>
                </a:lnTo>
                <a:lnTo>
                  <a:pt x="1060656" y="900490"/>
                </a:lnTo>
                <a:lnTo>
                  <a:pt x="1061386" y="906666"/>
                </a:lnTo>
                <a:lnTo>
                  <a:pt x="1062846" y="902337"/>
                </a:lnTo>
                <a:lnTo>
                  <a:pt x="1065036" y="902879"/>
                </a:lnTo>
                <a:lnTo>
                  <a:pt x="1070145" y="887442"/>
                </a:lnTo>
                <a:lnTo>
                  <a:pt x="1070875" y="896018"/>
                </a:lnTo>
                <a:lnTo>
                  <a:pt x="1073065" y="892489"/>
                </a:lnTo>
                <a:lnTo>
                  <a:pt x="1073795" y="891983"/>
                </a:lnTo>
                <a:lnTo>
                  <a:pt x="1077445" y="883142"/>
                </a:lnTo>
                <a:lnTo>
                  <a:pt x="1078175" y="884371"/>
                </a:lnTo>
                <a:lnTo>
                  <a:pt x="1078905" y="883098"/>
                </a:lnTo>
                <a:lnTo>
                  <a:pt x="1082555" y="867649"/>
                </a:lnTo>
                <a:lnTo>
                  <a:pt x="1083285" y="873925"/>
                </a:lnTo>
                <a:lnTo>
                  <a:pt x="1084015" y="870663"/>
                </a:lnTo>
                <a:lnTo>
                  <a:pt x="1088395" y="852808"/>
                </a:lnTo>
                <a:lnTo>
                  <a:pt x="1094234" y="832442"/>
                </a:lnTo>
                <a:lnTo>
                  <a:pt x="1094964" y="833902"/>
                </a:lnTo>
                <a:lnTo>
                  <a:pt x="1096424" y="830790"/>
                </a:lnTo>
                <a:lnTo>
                  <a:pt x="1097884" y="822037"/>
                </a:lnTo>
                <a:lnTo>
                  <a:pt x="1099344" y="825636"/>
                </a:lnTo>
                <a:lnTo>
                  <a:pt x="1104454" y="807962"/>
                </a:lnTo>
                <a:lnTo>
                  <a:pt x="1105184" y="812061"/>
                </a:lnTo>
                <a:lnTo>
                  <a:pt x="1106644" y="811529"/>
                </a:lnTo>
                <a:lnTo>
                  <a:pt x="1108834" y="797120"/>
                </a:lnTo>
                <a:lnTo>
                  <a:pt x="1109564" y="805030"/>
                </a:lnTo>
                <a:lnTo>
                  <a:pt x="1111024" y="797639"/>
                </a:lnTo>
                <a:lnTo>
                  <a:pt x="1112484" y="803184"/>
                </a:lnTo>
                <a:lnTo>
                  <a:pt x="1113214" y="804047"/>
                </a:lnTo>
                <a:lnTo>
                  <a:pt x="1116864" y="789367"/>
                </a:lnTo>
                <a:lnTo>
                  <a:pt x="1119054" y="799866"/>
                </a:lnTo>
                <a:lnTo>
                  <a:pt x="1121244" y="787601"/>
                </a:lnTo>
                <a:lnTo>
                  <a:pt x="1121974" y="791093"/>
                </a:lnTo>
                <a:lnTo>
                  <a:pt x="1122704" y="791103"/>
                </a:lnTo>
                <a:lnTo>
                  <a:pt x="1124163" y="782411"/>
                </a:lnTo>
                <a:lnTo>
                  <a:pt x="1125623" y="784883"/>
                </a:lnTo>
                <a:lnTo>
                  <a:pt x="1126353" y="784470"/>
                </a:lnTo>
                <a:lnTo>
                  <a:pt x="1130003" y="772932"/>
                </a:lnTo>
                <a:lnTo>
                  <a:pt x="1130733" y="774343"/>
                </a:lnTo>
                <a:lnTo>
                  <a:pt x="1133653" y="766450"/>
                </a:lnTo>
                <a:lnTo>
                  <a:pt x="1134383" y="773105"/>
                </a:lnTo>
                <a:lnTo>
                  <a:pt x="1135843" y="765725"/>
                </a:lnTo>
                <a:lnTo>
                  <a:pt x="1136573" y="762320"/>
                </a:lnTo>
                <a:lnTo>
                  <a:pt x="1137303" y="772316"/>
                </a:lnTo>
                <a:lnTo>
                  <a:pt x="1139493" y="769077"/>
                </a:lnTo>
                <a:lnTo>
                  <a:pt x="1140223" y="774883"/>
                </a:lnTo>
                <a:lnTo>
                  <a:pt x="1141683" y="768212"/>
                </a:lnTo>
                <a:lnTo>
                  <a:pt x="1143873" y="750240"/>
                </a:lnTo>
                <a:lnTo>
                  <a:pt x="1144603" y="763509"/>
                </a:lnTo>
                <a:lnTo>
                  <a:pt x="1145333" y="765933"/>
                </a:lnTo>
                <a:lnTo>
                  <a:pt x="1146063" y="761108"/>
                </a:lnTo>
                <a:lnTo>
                  <a:pt x="1146793" y="760655"/>
                </a:lnTo>
                <a:lnTo>
                  <a:pt x="1147523" y="747350"/>
                </a:lnTo>
                <a:lnTo>
                  <a:pt x="1148253" y="766123"/>
                </a:lnTo>
                <a:lnTo>
                  <a:pt x="1148983" y="760871"/>
                </a:lnTo>
                <a:lnTo>
                  <a:pt x="1150443" y="759499"/>
                </a:lnTo>
                <a:lnTo>
                  <a:pt x="1151173" y="747091"/>
                </a:lnTo>
                <a:lnTo>
                  <a:pt x="1153362" y="752715"/>
                </a:lnTo>
                <a:lnTo>
                  <a:pt x="1155552" y="764486"/>
                </a:lnTo>
                <a:lnTo>
                  <a:pt x="1156282" y="762547"/>
                </a:lnTo>
                <a:lnTo>
                  <a:pt x="1157012" y="747276"/>
                </a:lnTo>
                <a:lnTo>
                  <a:pt x="1158472" y="765364"/>
                </a:lnTo>
                <a:lnTo>
                  <a:pt x="1159202" y="753523"/>
                </a:lnTo>
                <a:lnTo>
                  <a:pt x="1159932" y="757553"/>
                </a:lnTo>
                <a:lnTo>
                  <a:pt x="1160662" y="754317"/>
                </a:lnTo>
                <a:lnTo>
                  <a:pt x="1162122" y="759537"/>
                </a:lnTo>
                <a:lnTo>
                  <a:pt x="1163582" y="746538"/>
                </a:lnTo>
                <a:lnTo>
                  <a:pt x="1165042" y="763740"/>
                </a:lnTo>
                <a:lnTo>
                  <a:pt x="1167232" y="755710"/>
                </a:lnTo>
                <a:lnTo>
                  <a:pt x="1168692" y="753704"/>
                </a:lnTo>
                <a:lnTo>
                  <a:pt x="1169422" y="755980"/>
                </a:lnTo>
                <a:lnTo>
                  <a:pt x="1170882" y="744594"/>
                </a:lnTo>
                <a:lnTo>
                  <a:pt x="1171612" y="770262"/>
                </a:lnTo>
                <a:lnTo>
                  <a:pt x="1173802" y="754887"/>
                </a:lnTo>
                <a:lnTo>
                  <a:pt x="1175262" y="758659"/>
                </a:lnTo>
                <a:lnTo>
                  <a:pt x="1175992" y="755486"/>
                </a:lnTo>
                <a:lnTo>
                  <a:pt x="1177452" y="753626"/>
                </a:lnTo>
                <a:lnTo>
                  <a:pt x="1178182" y="761012"/>
                </a:lnTo>
                <a:lnTo>
                  <a:pt x="1178912" y="753449"/>
                </a:lnTo>
                <a:lnTo>
                  <a:pt x="1179642" y="757615"/>
                </a:lnTo>
                <a:lnTo>
                  <a:pt x="1181101" y="756655"/>
                </a:lnTo>
                <a:lnTo>
                  <a:pt x="1181831" y="760078"/>
                </a:lnTo>
                <a:lnTo>
                  <a:pt x="1182561" y="757124"/>
                </a:lnTo>
                <a:lnTo>
                  <a:pt x="1184751" y="743229"/>
                </a:lnTo>
                <a:lnTo>
                  <a:pt x="1185481" y="763288"/>
                </a:lnTo>
                <a:lnTo>
                  <a:pt x="1187671" y="755796"/>
                </a:lnTo>
                <a:lnTo>
                  <a:pt x="1188401" y="758238"/>
                </a:lnTo>
                <a:lnTo>
                  <a:pt x="1189861" y="755521"/>
                </a:lnTo>
                <a:lnTo>
                  <a:pt x="1192051" y="747692"/>
                </a:lnTo>
                <a:lnTo>
                  <a:pt x="1192781" y="749666"/>
                </a:lnTo>
                <a:lnTo>
                  <a:pt x="1194241" y="753108"/>
                </a:lnTo>
                <a:lnTo>
                  <a:pt x="1194971" y="752020"/>
                </a:lnTo>
                <a:lnTo>
                  <a:pt x="1195701" y="741988"/>
                </a:lnTo>
                <a:lnTo>
                  <a:pt x="1196431" y="753424"/>
                </a:lnTo>
                <a:lnTo>
                  <a:pt x="1197891" y="747175"/>
                </a:lnTo>
                <a:lnTo>
                  <a:pt x="1198621" y="754561"/>
                </a:lnTo>
                <a:lnTo>
                  <a:pt x="1200081" y="748369"/>
                </a:lnTo>
                <a:lnTo>
                  <a:pt x="1200811" y="744615"/>
                </a:lnTo>
                <a:lnTo>
                  <a:pt x="1201541" y="754326"/>
                </a:lnTo>
                <a:lnTo>
                  <a:pt x="1203731" y="753144"/>
                </a:lnTo>
                <a:lnTo>
                  <a:pt x="1205191" y="744676"/>
                </a:lnTo>
                <a:lnTo>
                  <a:pt x="1206651" y="745593"/>
                </a:lnTo>
                <a:lnTo>
                  <a:pt x="1207381" y="747195"/>
                </a:lnTo>
                <a:lnTo>
                  <a:pt x="1208841" y="744419"/>
                </a:lnTo>
                <a:lnTo>
                  <a:pt x="1209571" y="745588"/>
                </a:lnTo>
                <a:lnTo>
                  <a:pt x="1210300" y="753096"/>
                </a:lnTo>
                <a:lnTo>
                  <a:pt x="1211030" y="744905"/>
                </a:lnTo>
                <a:lnTo>
                  <a:pt x="1211760" y="745195"/>
                </a:lnTo>
                <a:lnTo>
                  <a:pt x="1213950" y="741212"/>
                </a:lnTo>
                <a:lnTo>
                  <a:pt x="1214680" y="742646"/>
                </a:lnTo>
                <a:lnTo>
                  <a:pt x="1216870" y="748273"/>
                </a:lnTo>
                <a:lnTo>
                  <a:pt x="1218330" y="735627"/>
                </a:lnTo>
                <a:lnTo>
                  <a:pt x="1219790" y="742399"/>
                </a:lnTo>
                <a:lnTo>
                  <a:pt x="1221250" y="728270"/>
                </a:lnTo>
                <a:lnTo>
                  <a:pt x="1223440" y="733913"/>
                </a:lnTo>
                <a:lnTo>
                  <a:pt x="1226360" y="720641"/>
                </a:lnTo>
                <a:lnTo>
                  <a:pt x="1227090" y="725240"/>
                </a:lnTo>
                <a:lnTo>
                  <a:pt x="1227820" y="733869"/>
                </a:lnTo>
                <a:lnTo>
                  <a:pt x="1230010" y="728806"/>
                </a:lnTo>
                <a:lnTo>
                  <a:pt x="1233660" y="720093"/>
                </a:lnTo>
                <a:lnTo>
                  <a:pt x="1235120" y="725486"/>
                </a:lnTo>
                <a:lnTo>
                  <a:pt x="1236580" y="730268"/>
                </a:lnTo>
                <a:lnTo>
                  <a:pt x="1237310" y="727472"/>
                </a:lnTo>
                <a:lnTo>
                  <a:pt x="1238769" y="714042"/>
                </a:lnTo>
                <a:lnTo>
                  <a:pt x="1240229" y="722475"/>
                </a:lnTo>
                <a:lnTo>
                  <a:pt x="1240959" y="721401"/>
                </a:lnTo>
                <a:lnTo>
                  <a:pt x="1242419" y="713641"/>
                </a:lnTo>
                <a:lnTo>
                  <a:pt x="1243149" y="720079"/>
                </a:lnTo>
                <a:lnTo>
                  <a:pt x="1245339" y="717740"/>
                </a:lnTo>
                <a:lnTo>
                  <a:pt x="1247529" y="719310"/>
                </a:lnTo>
                <a:lnTo>
                  <a:pt x="1248259" y="715511"/>
                </a:lnTo>
                <a:lnTo>
                  <a:pt x="1252639" y="717399"/>
                </a:lnTo>
                <a:lnTo>
                  <a:pt x="1253369" y="711814"/>
                </a:lnTo>
                <a:lnTo>
                  <a:pt x="1255559" y="714967"/>
                </a:lnTo>
                <a:lnTo>
                  <a:pt x="1258479" y="711126"/>
                </a:lnTo>
                <a:lnTo>
                  <a:pt x="1259939" y="713519"/>
                </a:lnTo>
                <a:lnTo>
                  <a:pt x="1260669" y="710149"/>
                </a:lnTo>
                <a:lnTo>
                  <a:pt x="1262129" y="712384"/>
                </a:lnTo>
                <a:lnTo>
                  <a:pt x="1264319" y="706782"/>
                </a:lnTo>
                <a:lnTo>
                  <a:pt x="1267239" y="709730"/>
                </a:lnTo>
                <a:lnTo>
                  <a:pt x="1267968" y="709310"/>
                </a:lnTo>
                <a:lnTo>
                  <a:pt x="1277458" y="698674"/>
                </a:lnTo>
                <a:lnTo>
                  <a:pt x="1278188" y="701610"/>
                </a:lnTo>
                <a:lnTo>
                  <a:pt x="1279648" y="699905"/>
                </a:lnTo>
                <a:lnTo>
                  <a:pt x="1281108" y="697999"/>
                </a:lnTo>
                <a:lnTo>
                  <a:pt x="1282568" y="699785"/>
                </a:lnTo>
                <a:lnTo>
                  <a:pt x="1284028" y="701981"/>
                </a:lnTo>
                <a:lnTo>
                  <a:pt x="1284758" y="699285"/>
                </a:lnTo>
                <a:lnTo>
                  <a:pt x="1286218" y="697408"/>
                </a:lnTo>
                <a:lnTo>
                  <a:pt x="1286948" y="696227"/>
                </a:lnTo>
                <a:lnTo>
                  <a:pt x="1287678" y="698872"/>
                </a:lnTo>
                <a:lnTo>
                  <a:pt x="1288408" y="700827"/>
                </a:lnTo>
                <a:lnTo>
                  <a:pt x="1290598" y="699757"/>
                </a:lnTo>
                <a:lnTo>
                  <a:pt x="1291328" y="700701"/>
                </a:lnTo>
                <a:lnTo>
                  <a:pt x="1292058" y="698933"/>
                </a:lnTo>
                <a:lnTo>
                  <a:pt x="1292788" y="695532"/>
                </a:lnTo>
                <a:lnTo>
                  <a:pt x="1293518" y="701373"/>
                </a:lnTo>
                <a:lnTo>
                  <a:pt x="1294978" y="704209"/>
                </a:lnTo>
                <a:lnTo>
                  <a:pt x="1295708" y="702281"/>
                </a:lnTo>
                <a:lnTo>
                  <a:pt x="1296437" y="701440"/>
                </a:lnTo>
                <a:lnTo>
                  <a:pt x="1300087" y="685542"/>
                </a:lnTo>
                <a:lnTo>
                  <a:pt x="1302277" y="686872"/>
                </a:lnTo>
                <a:lnTo>
                  <a:pt x="1303007" y="690267"/>
                </a:lnTo>
                <a:lnTo>
                  <a:pt x="1304467" y="686016"/>
                </a:lnTo>
                <a:lnTo>
                  <a:pt x="1305927" y="683148"/>
                </a:lnTo>
                <a:lnTo>
                  <a:pt x="1306657" y="684663"/>
                </a:lnTo>
                <a:lnTo>
                  <a:pt x="1308847" y="694737"/>
                </a:lnTo>
                <a:lnTo>
                  <a:pt x="1309577" y="694265"/>
                </a:lnTo>
                <a:lnTo>
                  <a:pt x="1311767" y="686078"/>
                </a:lnTo>
                <a:lnTo>
                  <a:pt x="1312497" y="687024"/>
                </a:lnTo>
                <a:lnTo>
                  <a:pt x="1313227" y="689188"/>
                </a:lnTo>
                <a:lnTo>
                  <a:pt x="1314687" y="688543"/>
                </a:lnTo>
                <a:lnTo>
                  <a:pt x="1317607" y="680956"/>
                </a:lnTo>
                <a:lnTo>
                  <a:pt x="1320527" y="701133"/>
                </a:lnTo>
                <a:lnTo>
                  <a:pt x="1321257" y="699159"/>
                </a:lnTo>
                <a:lnTo>
                  <a:pt x="1321987" y="698393"/>
                </a:lnTo>
                <a:lnTo>
                  <a:pt x="1324177" y="703485"/>
                </a:lnTo>
                <a:lnTo>
                  <a:pt x="1327827" y="698050"/>
                </a:lnTo>
                <a:lnTo>
                  <a:pt x="1329287" y="697097"/>
                </a:lnTo>
                <a:lnTo>
                  <a:pt x="1332207" y="702423"/>
                </a:lnTo>
                <a:lnTo>
                  <a:pt x="1335127" y="700339"/>
                </a:lnTo>
                <a:lnTo>
                  <a:pt x="1336587" y="707751"/>
                </a:lnTo>
                <a:lnTo>
                  <a:pt x="1338047" y="705310"/>
                </a:lnTo>
                <a:lnTo>
                  <a:pt x="1340967" y="711370"/>
                </a:lnTo>
                <a:lnTo>
                  <a:pt x="1341697" y="706299"/>
                </a:lnTo>
                <a:lnTo>
                  <a:pt x="1343887" y="707702"/>
                </a:lnTo>
                <a:lnTo>
                  <a:pt x="1346806" y="712398"/>
                </a:lnTo>
                <a:lnTo>
                  <a:pt x="1348996" y="711302"/>
                </a:lnTo>
                <a:lnTo>
                  <a:pt x="1353376" y="708592"/>
                </a:lnTo>
                <a:lnTo>
                  <a:pt x="1354106" y="709323"/>
                </a:lnTo>
                <a:lnTo>
                  <a:pt x="1354836" y="704320"/>
                </a:lnTo>
                <a:lnTo>
                  <a:pt x="1357026" y="707107"/>
                </a:lnTo>
                <a:lnTo>
                  <a:pt x="1358486" y="705508"/>
                </a:lnTo>
                <a:lnTo>
                  <a:pt x="1359946" y="698360"/>
                </a:lnTo>
                <a:lnTo>
                  <a:pt x="1361406" y="702450"/>
                </a:lnTo>
                <a:lnTo>
                  <a:pt x="1363596" y="716611"/>
                </a:lnTo>
                <a:lnTo>
                  <a:pt x="1365786" y="711911"/>
                </a:lnTo>
                <a:lnTo>
                  <a:pt x="1366516" y="708185"/>
                </a:lnTo>
                <a:lnTo>
                  <a:pt x="1367976" y="711417"/>
                </a:lnTo>
                <a:lnTo>
                  <a:pt x="1369436" y="714253"/>
                </a:lnTo>
                <a:lnTo>
                  <a:pt x="1370166" y="712367"/>
                </a:lnTo>
                <a:lnTo>
                  <a:pt x="1372356" y="708378"/>
                </a:lnTo>
                <a:lnTo>
                  <a:pt x="1375275" y="717080"/>
                </a:lnTo>
                <a:lnTo>
                  <a:pt x="1376005" y="715772"/>
                </a:lnTo>
                <a:lnTo>
                  <a:pt x="1377465" y="708705"/>
                </a:lnTo>
                <a:lnTo>
                  <a:pt x="1378925" y="711635"/>
                </a:lnTo>
                <a:lnTo>
                  <a:pt x="1381115" y="715347"/>
                </a:lnTo>
                <a:lnTo>
                  <a:pt x="1381845" y="713434"/>
                </a:lnTo>
                <a:lnTo>
                  <a:pt x="1400095" y="594803"/>
                </a:lnTo>
                <a:lnTo>
                  <a:pt x="1400825" y="602645"/>
                </a:lnTo>
                <a:lnTo>
                  <a:pt x="1401555" y="590517"/>
                </a:lnTo>
                <a:lnTo>
                  <a:pt x="1412504" y="517930"/>
                </a:lnTo>
                <a:lnTo>
                  <a:pt x="1413234" y="517811"/>
                </a:lnTo>
                <a:lnTo>
                  <a:pt x="1417614" y="499259"/>
                </a:lnTo>
                <a:lnTo>
                  <a:pt x="1419074" y="488676"/>
                </a:lnTo>
                <a:lnTo>
                  <a:pt x="1421994" y="475773"/>
                </a:lnTo>
                <a:lnTo>
                  <a:pt x="1423454" y="476719"/>
                </a:lnTo>
                <a:lnTo>
                  <a:pt x="1484042" y="190107"/>
                </a:lnTo>
                <a:lnTo>
                  <a:pt x="1486962" y="180223"/>
                </a:lnTo>
                <a:lnTo>
                  <a:pt x="1512511" y="75072"/>
                </a:lnTo>
                <a:lnTo>
                  <a:pt x="1513241" y="75649"/>
                </a:lnTo>
                <a:lnTo>
                  <a:pt x="1513971" y="78259"/>
                </a:lnTo>
                <a:lnTo>
                  <a:pt x="1514701" y="77291"/>
                </a:lnTo>
                <a:lnTo>
                  <a:pt x="1519081" y="57652"/>
                </a:lnTo>
                <a:lnTo>
                  <a:pt x="1519810" y="61942"/>
                </a:lnTo>
                <a:lnTo>
                  <a:pt x="1524920" y="48932"/>
                </a:lnTo>
                <a:lnTo>
                  <a:pt x="1530030" y="37924"/>
                </a:lnTo>
                <a:lnTo>
                  <a:pt x="1536600" y="16814"/>
                </a:lnTo>
                <a:lnTo>
                  <a:pt x="1537330" y="19072"/>
                </a:lnTo>
                <a:lnTo>
                  <a:pt x="1539520" y="18464"/>
                </a:lnTo>
                <a:lnTo>
                  <a:pt x="1540250" y="19992"/>
                </a:lnTo>
                <a:lnTo>
                  <a:pt x="1540980" y="19474"/>
                </a:lnTo>
                <a:lnTo>
                  <a:pt x="1543900" y="9229"/>
                </a:lnTo>
                <a:lnTo>
                  <a:pt x="1545360" y="22523"/>
                </a:lnTo>
                <a:lnTo>
                  <a:pt x="1546090" y="15788"/>
                </a:lnTo>
                <a:lnTo>
                  <a:pt x="1549739" y="0"/>
                </a:lnTo>
                <a:lnTo>
                  <a:pt x="1553389" y="15667"/>
                </a:lnTo>
                <a:lnTo>
                  <a:pt x="1554849" y="12217"/>
                </a:lnTo>
                <a:lnTo>
                  <a:pt x="1556309" y="7599"/>
                </a:lnTo>
                <a:lnTo>
                  <a:pt x="1557769" y="9668"/>
                </a:lnTo>
                <a:lnTo>
                  <a:pt x="1558499" y="10682"/>
                </a:lnTo>
                <a:lnTo>
                  <a:pt x="1559229" y="9403"/>
                </a:lnTo>
                <a:lnTo>
                  <a:pt x="1559959" y="6305"/>
                </a:lnTo>
                <a:lnTo>
                  <a:pt x="1560689" y="10376"/>
                </a:lnTo>
                <a:lnTo>
                  <a:pt x="1561419" y="10126"/>
                </a:lnTo>
                <a:lnTo>
                  <a:pt x="1563609" y="58927"/>
                </a:lnTo>
                <a:lnTo>
                  <a:pt x="1577478" y="744844"/>
                </a:lnTo>
                <a:lnTo>
                  <a:pt x="1585508" y="811507"/>
                </a:lnTo>
                <a:lnTo>
                  <a:pt x="1587698" y="806143"/>
                </a:lnTo>
                <a:lnTo>
                  <a:pt x="1592078" y="844049"/>
                </a:lnTo>
                <a:lnTo>
                  <a:pt x="1592808" y="851684"/>
                </a:lnTo>
                <a:lnTo>
                  <a:pt x="1594268" y="842052"/>
                </a:lnTo>
                <a:lnTo>
                  <a:pt x="1600108" y="882599"/>
                </a:lnTo>
                <a:lnTo>
                  <a:pt x="1600838" y="895569"/>
                </a:lnTo>
                <a:lnTo>
                  <a:pt x="1603028" y="889325"/>
                </a:lnTo>
                <a:lnTo>
                  <a:pt x="1604488" y="889745"/>
                </a:lnTo>
                <a:lnTo>
                  <a:pt x="1608867" y="901719"/>
                </a:lnTo>
                <a:lnTo>
                  <a:pt x="1611787" y="902270"/>
                </a:lnTo>
                <a:lnTo>
                  <a:pt x="1612517" y="899292"/>
                </a:lnTo>
                <a:lnTo>
                  <a:pt x="1613247" y="900677"/>
                </a:lnTo>
                <a:lnTo>
                  <a:pt x="1615437" y="912234"/>
                </a:lnTo>
                <a:lnTo>
                  <a:pt x="1616167" y="909006"/>
                </a:lnTo>
                <a:lnTo>
                  <a:pt x="1616897" y="903289"/>
                </a:lnTo>
                <a:lnTo>
                  <a:pt x="1617627" y="913539"/>
                </a:lnTo>
                <a:lnTo>
                  <a:pt x="1618357" y="919958"/>
                </a:lnTo>
                <a:lnTo>
                  <a:pt x="1619087" y="914719"/>
                </a:lnTo>
                <a:lnTo>
                  <a:pt x="1626387" y="856011"/>
                </a:lnTo>
                <a:lnTo>
                  <a:pt x="1630037" y="849698"/>
                </a:lnTo>
                <a:lnTo>
                  <a:pt x="1635876" y="827019"/>
                </a:lnTo>
                <a:lnTo>
                  <a:pt x="1636606" y="829980"/>
                </a:lnTo>
                <a:lnTo>
                  <a:pt x="1637336" y="833214"/>
                </a:lnTo>
                <a:lnTo>
                  <a:pt x="1638066" y="826904"/>
                </a:lnTo>
                <a:lnTo>
                  <a:pt x="1639526" y="826308"/>
                </a:lnTo>
                <a:lnTo>
                  <a:pt x="1640256" y="829522"/>
                </a:lnTo>
                <a:lnTo>
                  <a:pt x="1640986" y="827384"/>
                </a:lnTo>
                <a:lnTo>
                  <a:pt x="1643176" y="815587"/>
                </a:lnTo>
                <a:lnTo>
                  <a:pt x="1643906" y="822032"/>
                </a:lnTo>
                <a:lnTo>
                  <a:pt x="1645366" y="834469"/>
                </a:lnTo>
                <a:lnTo>
                  <a:pt x="1646826" y="826880"/>
                </a:lnTo>
                <a:lnTo>
                  <a:pt x="1649016" y="809933"/>
                </a:lnTo>
                <a:lnTo>
                  <a:pt x="1649746" y="805040"/>
                </a:lnTo>
                <a:lnTo>
                  <a:pt x="1650476" y="812750"/>
                </a:lnTo>
                <a:lnTo>
                  <a:pt x="1651206" y="815021"/>
                </a:lnTo>
                <a:lnTo>
                  <a:pt x="1651936" y="809663"/>
                </a:lnTo>
                <a:lnTo>
                  <a:pt x="1653396" y="805825"/>
                </a:lnTo>
                <a:lnTo>
                  <a:pt x="1654856" y="823274"/>
                </a:lnTo>
                <a:lnTo>
                  <a:pt x="1656316" y="812178"/>
                </a:lnTo>
                <a:lnTo>
                  <a:pt x="1657046" y="806751"/>
                </a:lnTo>
                <a:lnTo>
                  <a:pt x="1657776" y="808681"/>
                </a:lnTo>
                <a:lnTo>
                  <a:pt x="1658506" y="823971"/>
                </a:lnTo>
                <a:lnTo>
                  <a:pt x="1660696" y="816851"/>
                </a:lnTo>
                <a:lnTo>
                  <a:pt x="1661426" y="806839"/>
                </a:lnTo>
                <a:lnTo>
                  <a:pt x="1662886" y="812376"/>
                </a:lnTo>
                <a:lnTo>
                  <a:pt x="1663616" y="823333"/>
                </a:lnTo>
                <a:lnTo>
                  <a:pt x="1664345" y="808235"/>
                </a:lnTo>
                <a:lnTo>
                  <a:pt x="1665805" y="802243"/>
                </a:lnTo>
                <a:lnTo>
                  <a:pt x="1668725" y="838067"/>
                </a:lnTo>
                <a:lnTo>
                  <a:pt x="1669455" y="829468"/>
                </a:lnTo>
                <a:lnTo>
                  <a:pt x="1670185" y="825698"/>
                </a:lnTo>
                <a:lnTo>
                  <a:pt x="1670915" y="828475"/>
                </a:lnTo>
                <a:lnTo>
                  <a:pt x="1672375" y="837200"/>
                </a:lnTo>
                <a:lnTo>
                  <a:pt x="1673105" y="823844"/>
                </a:lnTo>
                <a:lnTo>
                  <a:pt x="1673835" y="819083"/>
                </a:lnTo>
                <a:lnTo>
                  <a:pt x="1674565" y="825282"/>
                </a:lnTo>
                <a:lnTo>
                  <a:pt x="1678215" y="837662"/>
                </a:lnTo>
                <a:lnTo>
                  <a:pt x="1680405" y="828879"/>
                </a:lnTo>
                <a:lnTo>
                  <a:pt x="1681135" y="833577"/>
                </a:lnTo>
                <a:lnTo>
                  <a:pt x="1683325" y="839570"/>
                </a:lnTo>
                <a:lnTo>
                  <a:pt x="1684055" y="837868"/>
                </a:lnTo>
                <a:lnTo>
                  <a:pt x="1684785" y="837595"/>
                </a:lnTo>
                <a:lnTo>
                  <a:pt x="1686245" y="845540"/>
                </a:lnTo>
                <a:lnTo>
                  <a:pt x="1686975" y="843311"/>
                </a:lnTo>
                <a:lnTo>
                  <a:pt x="1687705" y="832940"/>
                </a:lnTo>
                <a:lnTo>
                  <a:pt x="1688435" y="833523"/>
                </a:lnTo>
                <a:lnTo>
                  <a:pt x="1689165" y="854599"/>
                </a:lnTo>
                <a:lnTo>
                  <a:pt x="1691355" y="853935"/>
                </a:lnTo>
                <a:lnTo>
                  <a:pt x="1693544" y="830856"/>
                </a:lnTo>
                <a:lnTo>
                  <a:pt x="1694274" y="831066"/>
                </a:lnTo>
                <a:lnTo>
                  <a:pt x="1696464" y="851900"/>
                </a:lnTo>
                <a:lnTo>
                  <a:pt x="1697194" y="850412"/>
                </a:lnTo>
                <a:lnTo>
                  <a:pt x="1700114" y="828530"/>
                </a:lnTo>
                <a:lnTo>
                  <a:pt x="1700844" y="837882"/>
                </a:lnTo>
                <a:lnTo>
                  <a:pt x="1704494" y="816840"/>
                </a:lnTo>
                <a:lnTo>
                  <a:pt x="1705954" y="818648"/>
                </a:lnTo>
                <a:lnTo>
                  <a:pt x="1708144" y="809676"/>
                </a:lnTo>
                <a:lnTo>
                  <a:pt x="1710334" y="817996"/>
                </a:lnTo>
                <a:lnTo>
                  <a:pt x="1712524" y="791975"/>
                </a:lnTo>
                <a:lnTo>
                  <a:pt x="1714714" y="792691"/>
                </a:lnTo>
                <a:lnTo>
                  <a:pt x="1716904" y="786871"/>
                </a:lnTo>
                <a:lnTo>
                  <a:pt x="1717634" y="792569"/>
                </a:lnTo>
                <a:lnTo>
                  <a:pt x="1719824" y="799643"/>
                </a:lnTo>
                <a:lnTo>
                  <a:pt x="1720554" y="794183"/>
                </a:lnTo>
                <a:lnTo>
                  <a:pt x="1721284" y="787949"/>
                </a:lnTo>
                <a:lnTo>
                  <a:pt x="1722743" y="791928"/>
                </a:lnTo>
                <a:lnTo>
                  <a:pt x="1723473" y="792178"/>
                </a:lnTo>
                <a:lnTo>
                  <a:pt x="1724933" y="805468"/>
                </a:lnTo>
                <a:lnTo>
                  <a:pt x="1725663" y="803266"/>
                </a:lnTo>
                <a:lnTo>
                  <a:pt x="1727123" y="793693"/>
                </a:lnTo>
                <a:lnTo>
                  <a:pt x="1727853" y="801893"/>
                </a:lnTo>
                <a:lnTo>
                  <a:pt x="1728583" y="803587"/>
                </a:lnTo>
                <a:lnTo>
                  <a:pt x="1730773" y="795196"/>
                </a:lnTo>
                <a:lnTo>
                  <a:pt x="1731503" y="798553"/>
                </a:lnTo>
                <a:lnTo>
                  <a:pt x="1732963" y="804382"/>
                </a:lnTo>
                <a:lnTo>
                  <a:pt x="1733693" y="799657"/>
                </a:lnTo>
                <a:lnTo>
                  <a:pt x="1734423" y="796014"/>
                </a:lnTo>
                <a:lnTo>
                  <a:pt x="1735153" y="804865"/>
                </a:lnTo>
                <a:lnTo>
                  <a:pt x="1735883" y="803362"/>
                </a:lnTo>
                <a:lnTo>
                  <a:pt x="1739533" y="818079"/>
                </a:lnTo>
                <a:lnTo>
                  <a:pt x="1741723" y="815136"/>
                </a:lnTo>
                <a:lnTo>
                  <a:pt x="1742453" y="817532"/>
                </a:lnTo>
                <a:lnTo>
                  <a:pt x="1744643" y="820238"/>
                </a:lnTo>
                <a:lnTo>
                  <a:pt x="1745373" y="817658"/>
                </a:lnTo>
                <a:lnTo>
                  <a:pt x="1746103" y="818615"/>
                </a:lnTo>
                <a:lnTo>
                  <a:pt x="1748293" y="831768"/>
                </a:lnTo>
                <a:lnTo>
                  <a:pt x="1749023" y="826492"/>
                </a:lnTo>
                <a:lnTo>
                  <a:pt x="1752672" y="831337"/>
                </a:lnTo>
                <a:lnTo>
                  <a:pt x="1753403" y="830850"/>
                </a:lnTo>
                <a:lnTo>
                  <a:pt x="1757783" y="840604"/>
                </a:lnTo>
                <a:lnTo>
                  <a:pt x="1760703" y="842544"/>
                </a:lnTo>
                <a:lnTo>
                  <a:pt x="1764353" y="851526"/>
                </a:lnTo>
                <a:lnTo>
                  <a:pt x="1765083" y="849504"/>
                </a:lnTo>
                <a:lnTo>
                  <a:pt x="1768003" y="850876"/>
                </a:lnTo>
                <a:lnTo>
                  <a:pt x="1770193" y="858868"/>
                </a:lnTo>
                <a:lnTo>
                  <a:pt x="1770923" y="853293"/>
                </a:lnTo>
                <a:lnTo>
                  <a:pt x="1771652" y="851003"/>
                </a:lnTo>
                <a:lnTo>
                  <a:pt x="1772382" y="855459"/>
                </a:lnTo>
                <a:lnTo>
                  <a:pt x="1773842" y="864888"/>
                </a:lnTo>
                <a:lnTo>
                  <a:pt x="1775302" y="858178"/>
                </a:lnTo>
                <a:lnTo>
                  <a:pt x="1778222" y="870140"/>
                </a:lnTo>
                <a:lnTo>
                  <a:pt x="1779682" y="861724"/>
                </a:lnTo>
                <a:lnTo>
                  <a:pt x="1780412" y="858778"/>
                </a:lnTo>
                <a:lnTo>
                  <a:pt x="1781142" y="860356"/>
                </a:lnTo>
                <a:lnTo>
                  <a:pt x="1783332" y="876957"/>
                </a:lnTo>
                <a:lnTo>
                  <a:pt x="1784062" y="876488"/>
                </a:lnTo>
                <a:lnTo>
                  <a:pt x="1786982" y="859844"/>
                </a:lnTo>
                <a:lnTo>
                  <a:pt x="1787712" y="863428"/>
                </a:lnTo>
                <a:lnTo>
                  <a:pt x="1789902" y="860721"/>
                </a:lnTo>
                <a:lnTo>
                  <a:pt x="1790632" y="867434"/>
                </a:lnTo>
                <a:lnTo>
                  <a:pt x="1792092" y="863562"/>
                </a:lnTo>
                <a:lnTo>
                  <a:pt x="1792822" y="862989"/>
                </a:lnTo>
                <a:lnTo>
                  <a:pt x="1794282" y="869256"/>
                </a:lnTo>
                <a:lnTo>
                  <a:pt x="1795012" y="867935"/>
                </a:lnTo>
                <a:lnTo>
                  <a:pt x="1795742" y="862239"/>
                </a:lnTo>
                <a:lnTo>
                  <a:pt x="1797932" y="865314"/>
                </a:lnTo>
                <a:lnTo>
                  <a:pt x="1800122" y="882304"/>
                </a:lnTo>
                <a:lnTo>
                  <a:pt x="1800851" y="871221"/>
                </a:lnTo>
                <a:lnTo>
                  <a:pt x="1803041" y="861190"/>
                </a:lnTo>
                <a:lnTo>
                  <a:pt x="1803771" y="868770"/>
                </a:lnTo>
                <a:lnTo>
                  <a:pt x="1804501" y="873190"/>
                </a:lnTo>
                <a:lnTo>
                  <a:pt x="1805231" y="868237"/>
                </a:lnTo>
                <a:lnTo>
                  <a:pt x="1805961" y="864740"/>
                </a:lnTo>
                <a:lnTo>
                  <a:pt x="1807421" y="867060"/>
                </a:lnTo>
                <a:lnTo>
                  <a:pt x="1808881" y="865753"/>
                </a:lnTo>
                <a:lnTo>
                  <a:pt x="1809611" y="869190"/>
                </a:lnTo>
                <a:lnTo>
                  <a:pt x="1810341" y="866797"/>
                </a:lnTo>
                <a:lnTo>
                  <a:pt x="1811071" y="871650"/>
                </a:lnTo>
                <a:lnTo>
                  <a:pt x="1811801" y="872256"/>
                </a:lnTo>
                <a:lnTo>
                  <a:pt x="1812531" y="871032"/>
                </a:lnTo>
                <a:lnTo>
                  <a:pt x="1813261" y="867019"/>
                </a:lnTo>
                <a:lnTo>
                  <a:pt x="1813991" y="873163"/>
                </a:lnTo>
                <a:lnTo>
                  <a:pt x="1816181" y="881521"/>
                </a:lnTo>
                <a:lnTo>
                  <a:pt x="1819831" y="861326"/>
                </a:lnTo>
                <a:lnTo>
                  <a:pt x="1822021" y="887206"/>
                </a:lnTo>
                <a:lnTo>
                  <a:pt x="1824211" y="873087"/>
                </a:lnTo>
                <a:lnTo>
                  <a:pt x="1824941" y="869699"/>
                </a:lnTo>
                <a:lnTo>
                  <a:pt x="1825671" y="874543"/>
                </a:lnTo>
                <a:lnTo>
                  <a:pt x="1826401" y="887629"/>
                </a:lnTo>
                <a:lnTo>
                  <a:pt x="1827861" y="877706"/>
                </a:lnTo>
                <a:lnTo>
                  <a:pt x="1828591" y="863107"/>
                </a:lnTo>
                <a:lnTo>
                  <a:pt x="1830050" y="870027"/>
                </a:lnTo>
                <a:lnTo>
                  <a:pt x="1832970" y="888902"/>
                </a:lnTo>
                <a:lnTo>
                  <a:pt x="1833700" y="883972"/>
                </a:lnTo>
                <a:lnTo>
                  <a:pt x="1834430" y="874397"/>
                </a:lnTo>
                <a:lnTo>
                  <a:pt x="1835890" y="882657"/>
                </a:lnTo>
                <a:lnTo>
                  <a:pt x="1838080" y="893010"/>
                </a:lnTo>
                <a:lnTo>
                  <a:pt x="1837350" y="880030"/>
                </a:lnTo>
                <a:lnTo>
                  <a:pt x="1838810" y="891845"/>
                </a:lnTo>
                <a:lnTo>
                  <a:pt x="1839540" y="878517"/>
                </a:lnTo>
                <a:lnTo>
                  <a:pt x="1841000" y="880649"/>
                </a:lnTo>
                <a:lnTo>
                  <a:pt x="1841730" y="896663"/>
                </a:lnTo>
                <a:lnTo>
                  <a:pt x="1843190" y="884744"/>
                </a:lnTo>
                <a:lnTo>
                  <a:pt x="1843920" y="885839"/>
                </a:lnTo>
                <a:lnTo>
                  <a:pt x="1844650" y="883373"/>
                </a:lnTo>
                <a:lnTo>
                  <a:pt x="1846840" y="873919"/>
                </a:lnTo>
                <a:lnTo>
                  <a:pt x="1847570" y="878544"/>
                </a:lnTo>
                <a:lnTo>
                  <a:pt x="1848300" y="877565"/>
                </a:lnTo>
                <a:lnTo>
                  <a:pt x="1851950" y="898346"/>
                </a:lnTo>
                <a:lnTo>
                  <a:pt x="1853410" y="881318"/>
                </a:lnTo>
                <a:lnTo>
                  <a:pt x="1854870" y="893662"/>
                </a:lnTo>
                <a:lnTo>
                  <a:pt x="1855600" y="892672"/>
                </a:lnTo>
                <a:lnTo>
                  <a:pt x="1856330" y="881352"/>
                </a:lnTo>
                <a:lnTo>
                  <a:pt x="1857790" y="899421"/>
                </a:lnTo>
                <a:lnTo>
                  <a:pt x="1858519" y="887809"/>
                </a:lnTo>
                <a:lnTo>
                  <a:pt x="1860709" y="901668"/>
                </a:lnTo>
                <a:lnTo>
                  <a:pt x="1862899" y="882417"/>
                </a:lnTo>
                <a:lnTo>
                  <a:pt x="1864359" y="901426"/>
                </a:lnTo>
                <a:lnTo>
                  <a:pt x="1865819" y="898934"/>
                </a:lnTo>
                <a:lnTo>
                  <a:pt x="1866549" y="899770"/>
                </a:lnTo>
                <a:lnTo>
                  <a:pt x="1868009" y="906107"/>
                </a:lnTo>
                <a:lnTo>
                  <a:pt x="1868739" y="890683"/>
                </a:lnTo>
                <a:lnTo>
                  <a:pt x="1870199" y="903145"/>
                </a:lnTo>
                <a:lnTo>
                  <a:pt x="1871659" y="912275"/>
                </a:lnTo>
                <a:lnTo>
                  <a:pt x="1872389" y="891781"/>
                </a:lnTo>
                <a:lnTo>
                  <a:pt x="1873849" y="913050"/>
                </a:lnTo>
                <a:lnTo>
                  <a:pt x="1874579" y="913167"/>
                </a:lnTo>
                <a:lnTo>
                  <a:pt x="1875309" y="898711"/>
                </a:lnTo>
                <a:lnTo>
                  <a:pt x="1876039" y="918785"/>
                </a:lnTo>
                <a:lnTo>
                  <a:pt x="1877499" y="938009"/>
                </a:lnTo>
                <a:lnTo>
                  <a:pt x="1878229" y="920005"/>
                </a:lnTo>
                <a:lnTo>
                  <a:pt x="1878959" y="915681"/>
                </a:lnTo>
                <a:lnTo>
                  <a:pt x="1879689" y="919400"/>
                </a:lnTo>
                <a:lnTo>
                  <a:pt x="1880419" y="924927"/>
                </a:lnTo>
                <a:lnTo>
                  <a:pt x="1881149" y="910984"/>
                </a:lnTo>
                <a:lnTo>
                  <a:pt x="1881879" y="908688"/>
                </a:lnTo>
                <a:lnTo>
                  <a:pt x="1882609" y="923919"/>
                </a:lnTo>
                <a:lnTo>
                  <a:pt x="1884069" y="905941"/>
                </a:lnTo>
                <a:lnTo>
                  <a:pt x="1884799" y="915259"/>
                </a:lnTo>
                <a:lnTo>
                  <a:pt x="1886259" y="922104"/>
                </a:lnTo>
                <a:lnTo>
                  <a:pt x="1887718" y="911787"/>
                </a:lnTo>
                <a:lnTo>
                  <a:pt x="1888448" y="913089"/>
                </a:lnTo>
                <a:lnTo>
                  <a:pt x="1889178" y="922851"/>
                </a:lnTo>
                <a:lnTo>
                  <a:pt x="1890638" y="913722"/>
                </a:lnTo>
                <a:lnTo>
                  <a:pt x="1892098" y="907706"/>
                </a:lnTo>
                <a:lnTo>
                  <a:pt x="1893558" y="911404"/>
                </a:lnTo>
                <a:lnTo>
                  <a:pt x="1895018" y="910627"/>
                </a:lnTo>
                <a:lnTo>
                  <a:pt x="1897208" y="924726"/>
                </a:lnTo>
                <a:lnTo>
                  <a:pt x="1898668" y="911277"/>
                </a:lnTo>
                <a:lnTo>
                  <a:pt x="1900128" y="912033"/>
                </a:lnTo>
                <a:lnTo>
                  <a:pt x="1900858" y="910347"/>
                </a:lnTo>
                <a:lnTo>
                  <a:pt x="1901588" y="925000"/>
                </a:lnTo>
                <a:lnTo>
                  <a:pt x="1903048" y="913236"/>
                </a:lnTo>
                <a:lnTo>
                  <a:pt x="1905238" y="909389"/>
                </a:lnTo>
                <a:lnTo>
                  <a:pt x="1905968" y="912678"/>
                </a:lnTo>
                <a:lnTo>
                  <a:pt x="1907428" y="915252"/>
                </a:lnTo>
                <a:lnTo>
                  <a:pt x="1908158" y="912458"/>
                </a:lnTo>
                <a:lnTo>
                  <a:pt x="1908888" y="912458"/>
                </a:lnTo>
                <a:lnTo>
                  <a:pt x="1910348" y="929115"/>
                </a:lnTo>
                <a:lnTo>
                  <a:pt x="1911078" y="919996"/>
                </a:lnTo>
                <a:lnTo>
                  <a:pt x="1912538" y="912006"/>
                </a:lnTo>
                <a:lnTo>
                  <a:pt x="1913998" y="913979"/>
                </a:lnTo>
                <a:lnTo>
                  <a:pt x="1917647" y="908615"/>
                </a:lnTo>
                <a:lnTo>
                  <a:pt x="1919837" y="930474"/>
                </a:lnTo>
                <a:lnTo>
                  <a:pt x="1920567" y="923760"/>
                </a:lnTo>
                <a:lnTo>
                  <a:pt x="1922757" y="909531"/>
                </a:lnTo>
                <a:lnTo>
                  <a:pt x="1924217" y="930971"/>
                </a:lnTo>
                <a:lnTo>
                  <a:pt x="1925677" y="918051"/>
                </a:lnTo>
                <a:lnTo>
                  <a:pt x="1926407" y="910917"/>
                </a:lnTo>
                <a:lnTo>
                  <a:pt x="1927137" y="925497"/>
                </a:lnTo>
                <a:lnTo>
                  <a:pt x="1927867" y="921146"/>
                </a:lnTo>
                <a:lnTo>
                  <a:pt x="1928597" y="922217"/>
                </a:lnTo>
                <a:lnTo>
                  <a:pt x="1929327" y="909099"/>
                </a:lnTo>
                <a:lnTo>
                  <a:pt x="1930787" y="916065"/>
                </a:lnTo>
                <a:lnTo>
                  <a:pt x="1931517" y="922996"/>
                </a:lnTo>
                <a:lnTo>
                  <a:pt x="1932247" y="918195"/>
                </a:lnTo>
                <a:lnTo>
                  <a:pt x="1934437" y="911080"/>
                </a:lnTo>
                <a:lnTo>
                  <a:pt x="1936627" y="930444"/>
                </a:lnTo>
                <a:lnTo>
                  <a:pt x="1937357" y="918039"/>
                </a:lnTo>
                <a:lnTo>
                  <a:pt x="1938087" y="920357"/>
                </a:lnTo>
                <a:lnTo>
                  <a:pt x="1938817" y="934002"/>
                </a:lnTo>
                <a:lnTo>
                  <a:pt x="1940277" y="919842"/>
                </a:lnTo>
                <a:lnTo>
                  <a:pt x="1941737" y="909295"/>
                </a:lnTo>
                <a:lnTo>
                  <a:pt x="1942467" y="916653"/>
                </a:lnTo>
                <a:lnTo>
                  <a:pt x="1943197" y="926258"/>
                </a:lnTo>
                <a:lnTo>
                  <a:pt x="1943927" y="917703"/>
                </a:lnTo>
                <a:lnTo>
                  <a:pt x="1944657" y="910585"/>
                </a:lnTo>
                <a:lnTo>
                  <a:pt x="1946116" y="918742"/>
                </a:lnTo>
                <a:lnTo>
                  <a:pt x="1946846" y="912683"/>
                </a:lnTo>
                <a:lnTo>
                  <a:pt x="1949766" y="907799"/>
                </a:lnTo>
                <a:lnTo>
                  <a:pt x="1950496" y="913654"/>
                </a:lnTo>
                <a:lnTo>
                  <a:pt x="1951956" y="907416"/>
                </a:lnTo>
                <a:lnTo>
                  <a:pt x="1953416" y="913276"/>
                </a:lnTo>
                <a:lnTo>
                  <a:pt x="1955606" y="929153"/>
                </a:lnTo>
                <a:lnTo>
                  <a:pt x="1956336" y="922833"/>
                </a:lnTo>
                <a:lnTo>
                  <a:pt x="1958526" y="907380"/>
                </a:lnTo>
                <a:lnTo>
                  <a:pt x="1959256" y="909627"/>
                </a:lnTo>
                <a:lnTo>
                  <a:pt x="1960716" y="924027"/>
                </a:lnTo>
                <a:lnTo>
                  <a:pt x="1962176" y="921411"/>
                </a:lnTo>
                <a:lnTo>
                  <a:pt x="1962906" y="912326"/>
                </a:lnTo>
                <a:lnTo>
                  <a:pt x="1964366" y="919559"/>
                </a:lnTo>
                <a:lnTo>
                  <a:pt x="1966556" y="926823"/>
                </a:lnTo>
                <a:lnTo>
                  <a:pt x="1967286" y="919390"/>
                </a:lnTo>
                <a:lnTo>
                  <a:pt x="1968746" y="929266"/>
                </a:lnTo>
                <a:lnTo>
                  <a:pt x="1969476" y="927902"/>
                </a:lnTo>
                <a:lnTo>
                  <a:pt x="1970206" y="920796"/>
                </a:lnTo>
                <a:lnTo>
                  <a:pt x="1971666" y="930389"/>
                </a:lnTo>
                <a:lnTo>
                  <a:pt x="1976045" y="921223"/>
                </a:lnTo>
                <a:lnTo>
                  <a:pt x="1977505" y="928769"/>
                </a:lnTo>
                <a:lnTo>
                  <a:pt x="1978965" y="926674"/>
                </a:lnTo>
                <a:lnTo>
                  <a:pt x="1979695" y="928078"/>
                </a:lnTo>
                <a:lnTo>
                  <a:pt x="1980425" y="925190"/>
                </a:lnTo>
                <a:lnTo>
                  <a:pt x="1981885" y="923473"/>
                </a:lnTo>
                <a:lnTo>
                  <a:pt x="1982615" y="924357"/>
                </a:lnTo>
                <a:lnTo>
                  <a:pt x="1983345" y="911666"/>
                </a:lnTo>
                <a:lnTo>
                  <a:pt x="1984805" y="925832"/>
                </a:lnTo>
                <a:lnTo>
                  <a:pt x="1986265" y="931979"/>
                </a:lnTo>
                <a:lnTo>
                  <a:pt x="1986995" y="914493"/>
                </a:lnTo>
                <a:lnTo>
                  <a:pt x="1989185" y="919820"/>
                </a:lnTo>
                <a:lnTo>
                  <a:pt x="1989915" y="922667"/>
                </a:lnTo>
                <a:lnTo>
                  <a:pt x="1990645" y="919441"/>
                </a:lnTo>
                <a:lnTo>
                  <a:pt x="1991375" y="909850"/>
                </a:lnTo>
                <a:lnTo>
                  <a:pt x="1992105" y="923202"/>
                </a:lnTo>
                <a:lnTo>
                  <a:pt x="1992835" y="915427"/>
                </a:lnTo>
                <a:lnTo>
                  <a:pt x="1993565" y="923792"/>
                </a:lnTo>
                <a:lnTo>
                  <a:pt x="1995025" y="918545"/>
                </a:lnTo>
                <a:lnTo>
                  <a:pt x="1995755" y="907910"/>
                </a:lnTo>
                <a:lnTo>
                  <a:pt x="1997215" y="916062"/>
                </a:lnTo>
                <a:lnTo>
                  <a:pt x="1997945" y="917167"/>
                </a:lnTo>
                <a:lnTo>
                  <a:pt x="1999405" y="905278"/>
                </a:lnTo>
                <a:lnTo>
                  <a:pt x="2000135" y="921596"/>
                </a:lnTo>
                <a:lnTo>
                  <a:pt x="2001595" y="926347"/>
                </a:lnTo>
                <a:lnTo>
                  <a:pt x="2003784" y="906004"/>
                </a:lnTo>
                <a:lnTo>
                  <a:pt x="2006704" y="926704"/>
                </a:lnTo>
                <a:lnTo>
                  <a:pt x="2010354" y="905407"/>
                </a:lnTo>
                <a:lnTo>
                  <a:pt x="2011084" y="910431"/>
                </a:lnTo>
                <a:lnTo>
                  <a:pt x="2011814" y="920243"/>
                </a:lnTo>
                <a:lnTo>
                  <a:pt x="2013274" y="918606"/>
                </a:lnTo>
                <a:lnTo>
                  <a:pt x="2014734" y="908434"/>
                </a:lnTo>
                <a:lnTo>
                  <a:pt x="2015464" y="913897"/>
                </a:lnTo>
                <a:lnTo>
                  <a:pt x="2016194" y="917125"/>
                </a:lnTo>
                <a:lnTo>
                  <a:pt x="2017654" y="904034"/>
                </a:lnTo>
                <a:lnTo>
                  <a:pt x="2018384" y="909390"/>
                </a:lnTo>
                <a:lnTo>
                  <a:pt x="2021304" y="928056"/>
                </a:lnTo>
                <a:lnTo>
                  <a:pt x="2026414" y="907776"/>
                </a:lnTo>
                <a:lnTo>
                  <a:pt x="2027874" y="920000"/>
                </a:lnTo>
                <a:lnTo>
                  <a:pt x="2028604" y="910348"/>
                </a:lnTo>
                <a:lnTo>
                  <a:pt x="2030064" y="912840"/>
                </a:lnTo>
                <a:lnTo>
                  <a:pt x="2032253" y="923133"/>
                </a:lnTo>
                <a:lnTo>
                  <a:pt x="2032983" y="914940"/>
                </a:lnTo>
                <a:lnTo>
                  <a:pt x="2033713" y="926308"/>
                </a:lnTo>
                <a:lnTo>
                  <a:pt x="2034443" y="917050"/>
                </a:lnTo>
                <a:lnTo>
                  <a:pt x="2035173" y="930237"/>
                </a:lnTo>
                <a:lnTo>
                  <a:pt x="2037363" y="928590"/>
                </a:lnTo>
                <a:lnTo>
                  <a:pt x="2038823" y="920648"/>
                </a:lnTo>
                <a:lnTo>
                  <a:pt x="2040283" y="921571"/>
                </a:lnTo>
                <a:lnTo>
                  <a:pt x="2041013" y="923687"/>
                </a:lnTo>
                <a:lnTo>
                  <a:pt x="2041743" y="920839"/>
                </a:lnTo>
                <a:lnTo>
                  <a:pt x="2043933" y="910636"/>
                </a:lnTo>
                <a:lnTo>
                  <a:pt x="2044663" y="913212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path 201"/>
          <p:cNvSpPr/>
          <p:nvPr/>
        </p:nvSpPr>
        <p:spPr>
          <a:xfrm>
            <a:off x="9862223" y="5359805"/>
            <a:ext cx="2044663" cy="380863"/>
          </a:xfrm>
          <a:custGeom>
            <a:avLst/>
            <a:gdLst/>
            <a:ahLst/>
            <a:cxnLst/>
            <a:rect l="l" t="t" r="r" b="b"/>
            <a:pathLst>
              <a:path w="2044663" h="380863">
                <a:moveTo>
                  <a:pt x="0" y="99284"/>
                </a:moveTo>
                <a:lnTo>
                  <a:pt x="3650" y="101264"/>
                </a:lnTo>
                <a:lnTo>
                  <a:pt x="4380" y="100203"/>
                </a:lnTo>
                <a:lnTo>
                  <a:pt x="5110" y="100896"/>
                </a:lnTo>
                <a:lnTo>
                  <a:pt x="5840" y="107849"/>
                </a:lnTo>
                <a:lnTo>
                  <a:pt x="7300" y="99014"/>
                </a:lnTo>
                <a:lnTo>
                  <a:pt x="8030" y="96716"/>
                </a:lnTo>
                <a:lnTo>
                  <a:pt x="8760" y="101981"/>
                </a:lnTo>
                <a:lnTo>
                  <a:pt x="15330" y="99500"/>
                </a:lnTo>
                <a:lnTo>
                  <a:pt x="16060" y="103589"/>
                </a:lnTo>
                <a:lnTo>
                  <a:pt x="16790" y="101711"/>
                </a:lnTo>
                <a:lnTo>
                  <a:pt x="20439" y="91870"/>
                </a:lnTo>
                <a:lnTo>
                  <a:pt x="21170" y="95915"/>
                </a:lnTo>
                <a:lnTo>
                  <a:pt x="21900" y="93404"/>
                </a:lnTo>
                <a:lnTo>
                  <a:pt x="24820" y="87229"/>
                </a:lnTo>
                <a:lnTo>
                  <a:pt x="27740" y="87319"/>
                </a:lnTo>
                <a:lnTo>
                  <a:pt x="29200" y="88625"/>
                </a:lnTo>
                <a:lnTo>
                  <a:pt x="31390" y="83023"/>
                </a:lnTo>
                <a:lnTo>
                  <a:pt x="33580" y="81754"/>
                </a:lnTo>
                <a:lnTo>
                  <a:pt x="35770" y="88618"/>
                </a:lnTo>
                <a:lnTo>
                  <a:pt x="36500" y="71025"/>
                </a:lnTo>
                <a:lnTo>
                  <a:pt x="37960" y="86061"/>
                </a:lnTo>
                <a:lnTo>
                  <a:pt x="38690" y="87446"/>
                </a:lnTo>
                <a:lnTo>
                  <a:pt x="40150" y="78093"/>
                </a:lnTo>
                <a:lnTo>
                  <a:pt x="41609" y="82764"/>
                </a:lnTo>
                <a:lnTo>
                  <a:pt x="42339" y="86793"/>
                </a:lnTo>
                <a:lnTo>
                  <a:pt x="43069" y="85973"/>
                </a:lnTo>
                <a:lnTo>
                  <a:pt x="43799" y="77484"/>
                </a:lnTo>
                <a:lnTo>
                  <a:pt x="45989" y="81149"/>
                </a:lnTo>
                <a:lnTo>
                  <a:pt x="46719" y="86401"/>
                </a:lnTo>
                <a:lnTo>
                  <a:pt x="47449" y="80932"/>
                </a:lnTo>
                <a:lnTo>
                  <a:pt x="48179" y="73617"/>
                </a:lnTo>
                <a:lnTo>
                  <a:pt x="50369" y="73900"/>
                </a:lnTo>
                <a:lnTo>
                  <a:pt x="51829" y="76845"/>
                </a:lnTo>
                <a:lnTo>
                  <a:pt x="52559" y="77636"/>
                </a:lnTo>
                <a:lnTo>
                  <a:pt x="55479" y="64976"/>
                </a:lnTo>
                <a:lnTo>
                  <a:pt x="59129" y="76702"/>
                </a:lnTo>
                <a:lnTo>
                  <a:pt x="60589" y="62956"/>
                </a:lnTo>
                <a:lnTo>
                  <a:pt x="62779" y="64212"/>
                </a:lnTo>
                <a:lnTo>
                  <a:pt x="64239" y="61504"/>
                </a:lnTo>
                <a:lnTo>
                  <a:pt x="65699" y="72775"/>
                </a:lnTo>
                <a:lnTo>
                  <a:pt x="68619" y="58014"/>
                </a:lnTo>
                <a:lnTo>
                  <a:pt x="71538" y="66437"/>
                </a:lnTo>
                <a:lnTo>
                  <a:pt x="74458" y="59985"/>
                </a:lnTo>
                <a:lnTo>
                  <a:pt x="75918" y="65917"/>
                </a:lnTo>
                <a:lnTo>
                  <a:pt x="76648" y="63593"/>
                </a:lnTo>
                <a:lnTo>
                  <a:pt x="78108" y="53486"/>
                </a:lnTo>
                <a:lnTo>
                  <a:pt x="78838" y="60463"/>
                </a:lnTo>
                <a:lnTo>
                  <a:pt x="81028" y="61885"/>
                </a:lnTo>
                <a:lnTo>
                  <a:pt x="81758" y="64780"/>
                </a:lnTo>
                <a:lnTo>
                  <a:pt x="83218" y="50740"/>
                </a:lnTo>
                <a:lnTo>
                  <a:pt x="84678" y="52368"/>
                </a:lnTo>
                <a:lnTo>
                  <a:pt x="85408" y="49344"/>
                </a:lnTo>
                <a:lnTo>
                  <a:pt x="86138" y="55780"/>
                </a:lnTo>
                <a:lnTo>
                  <a:pt x="86868" y="67048"/>
                </a:lnTo>
                <a:lnTo>
                  <a:pt x="88328" y="49231"/>
                </a:lnTo>
                <a:lnTo>
                  <a:pt x="90518" y="60735"/>
                </a:lnTo>
                <a:lnTo>
                  <a:pt x="91248" y="57130"/>
                </a:lnTo>
                <a:lnTo>
                  <a:pt x="92708" y="57978"/>
                </a:lnTo>
                <a:lnTo>
                  <a:pt x="94168" y="46236"/>
                </a:lnTo>
                <a:lnTo>
                  <a:pt x="95628" y="67413"/>
                </a:lnTo>
                <a:lnTo>
                  <a:pt x="97088" y="56750"/>
                </a:lnTo>
                <a:lnTo>
                  <a:pt x="97818" y="65804"/>
                </a:lnTo>
                <a:lnTo>
                  <a:pt x="98548" y="51131"/>
                </a:lnTo>
                <a:lnTo>
                  <a:pt x="100007" y="60429"/>
                </a:lnTo>
                <a:lnTo>
                  <a:pt x="100737" y="62368"/>
                </a:lnTo>
                <a:lnTo>
                  <a:pt x="102927" y="52669"/>
                </a:lnTo>
                <a:lnTo>
                  <a:pt x="105847" y="66254"/>
                </a:lnTo>
                <a:lnTo>
                  <a:pt x="106577" y="64162"/>
                </a:lnTo>
                <a:lnTo>
                  <a:pt x="107307" y="66547"/>
                </a:lnTo>
                <a:lnTo>
                  <a:pt x="108037" y="66072"/>
                </a:lnTo>
                <a:lnTo>
                  <a:pt x="110227" y="54089"/>
                </a:lnTo>
                <a:lnTo>
                  <a:pt x="111687" y="56628"/>
                </a:lnTo>
                <a:lnTo>
                  <a:pt x="113147" y="61310"/>
                </a:lnTo>
                <a:lnTo>
                  <a:pt x="113877" y="56456"/>
                </a:lnTo>
                <a:lnTo>
                  <a:pt x="114607" y="54784"/>
                </a:lnTo>
                <a:lnTo>
                  <a:pt x="115337" y="66369"/>
                </a:lnTo>
                <a:lnTo>
                  <a:pt x="116067" y="48480"/>
                </a:lnTo>
                <a:lnTo>
                  <a:pt x="116797" y="64942"/>
                </a:lnTo>
                <a:lnTo>
                  <a:pt x="118257" y="46293"/>
                </a:lnTo>
                <a:lnTo>
                  <a:pt x="118987" y="57947"/>
                </a:lnTo>
                <a:lnTo>
                  <a:pt x="119717" y="64944"/>
                </a:lnTo>
                <a:lnTo>
                  <a:pt x="120447" y="64759"/>
                </a:lnTo>
                <a:lnTo>
                  <a:pt x="121907" y="52610"/>
                </a:lnTo>
                <a:lnTo>
                  <a:pt x="123367" y="54376"/>
                </a:lnTo>
                <a:lnTo>
                  <a:pt x="125557" y="61584"/>
                </a:lnTo>
                <a:lnTo>
                  <a:pt x="128476" y="46999"/>
                </a:lnTo>
                <a:lnTo>
                  <a:pt x="129936" y="52728"/>
                </a:lnTo>
                <a:lnTo>
                  <a:pt x="131396" y="50538"/>
                </a:lnTo>
                <a:lnTo>
                  <a:pt x="133586" y="43427"/>
                </a:lnTo>
                <a:lnTo>
                  <a:pt x="134316" y="45578"/>
                </a:lnTo>
                <a:lnTo>
                  <a:pt x="135046" y="58189"/>
                </a:lnTo>
                <a:lnTo>
                  <a:pt x="137236" y="51420"/>
                </a:lnTo>
                <a:lnTo>
                  <a:pt x="140886" y="41735"/>
                </a:lnTo>
                <a:lnTo>
                  <a:pt x="145266" y="56268"/>
                </a:lnTo>
                <a:lnTo>
                  <a:pt x="146726" y="44940"/>
                </a:lnTo>
                <a:lnTo>
                  <a:pt x="148186" y="49755"/>
                </a:lnTo>
                <a:lnTo>
                  <a:pt x="148916" y="51018"/>
                </a:lnTo>
                <a:lnTo>
                  <a:pt x="149646" y="42051"/>
                </a:lnTo>
                <a:lnTo>
                  <a:pt x="151106" y="45537"/>
                </a:lnTo>
                <a:lnTo>
                  <a:pt x="154756" y="54637"/>
                </a:lnTo>
                <a:lnTo>
                  <a:pt x="156216" y="46251"/>
                </a:lnTo>
                <a:lnTo>
                  <a:pt x="156945" y="40938"/>
                </a:lnTo>
                <a:lnTo>
                  <a:pt x="158405" y="45629"/>
                </a:lnTo>
                <a:lnTo>
                  <a:pt x="159865" y="46813"/>
                </a:lnTo>
                <a:lnTo>
                  <a:pt x="160595" y="47585"/>
                </a:lnTo>
                <a:lnTo>
                  <a:pt x="161325" y="37702"/>
                </a:lnTo>
                <a:lnTo>
                  <a:pt x="162055" y="42106"/>
                </a:lnTo>
                <a:lnTo>
                  <a:pt x="162785" y="54354"/>
                </a:lnTo>
                <a:lnTo>
                  <a:pt x="164245" y="40771"/>
                </a:lnTo>
                <a:lnTo>
                  <a:pt x="167895" y="48530"/>
                </a:lnTo>
                <a:lnTo>
                  <a:pt x="169355" y="42925"/>
                </a:lnTo>
                <a:lnTo>
                  <a:pt x="170815" y="45650"/>
                </a:lnTo>
                <a:lnTo>
                  <a:pt x="172275" y="47981"/>
                </a:lnTo>
                <a:lnTo>
                  <a:pt x="173005" y="49804"/>
                </a:lnTo>
                <a:lnTo>
                  <a:pt x="173735" y="47780"/>
                </a:lnTo>
                <a:lnTo>
                  <a:pt x="175925" y="40683"/>
                </a:lnTo>
                <a:lnTo>
                  <a:pt x="177385" y="42489"/>
                </a:lnTo>
                <a:lnTo>
                  <a:pt x="178115" y="46647"/>
                </a:lnTo>
                <a:lnTo>
                  <a:pt x="179575" y="44002"/>
                </a:lnTo>
                <a:lnTo>
                  <a:pt x="181765" y="35839"/>
                </a:lnTo>
                <a:lnTo>
                  <a:pt x="183225" y="38869"/>
                </a:lnTo>
                <a:lnTo>
                  <a:pt x="189064" y="47898"/>
                </a:lnTo>
                <a:lnTo>
                  <a:pt x="189794" y="37270"/>
                </a:lnTo>
                <a:lnTo>
                  <a:pt x="191984" y="38182"/>
                </a:lnTo>
                <a:lnTo>
                  <a:pt x="192714" y="40628"/>
                </a:lnTo>
                <a:lnTo>
                  <a:pt x="193444" y="35584"/>
                </a:lnTo>
                <a:lnTo>
                  <a:pt x="194904" y="39120"/>
                </a:lnTo>
                <a:lnTo>
                  <a:pt x="195634" y="38535"/>
                </a:lnTo>
                <a:lnTo>
                  <a:pt x="196364" y="39601"/>
                </a:lnTo>
                <a:lnTo>
                  <a:pt x="197094" y="41263"/>
                </a:lnTo>
                <a:lnTo>
                  <a:pt x="198554" y="39110"/>
                </a:lnTo>
                <a:lnTo>
                  <a:pt x="199284" y="35919"/>
                </a:lnTo>
                <a:lnTo>
                  <a:pt x="201474" y="37652"/>
                </a:lnTo>
                <a:lnTo>
                  <a:pt x="202934" y="31562"/>
                </a:lnTo>
                <a:lnTo>
                  <a:pt x="204394" y="34411"/>
                </a:lnTo>
                <a:lnTo>
                  <a:pt x="206584" y="37589"/>
                </a:lnTo>
                <a:lnTo>
                  <a:pt x="207314" y="40892"/>
                </a:lnTo>
                <a:lnTo>
                  <a:pt x="208044" y="38769"/>
                </a:lnTo>
                <a:lnTo>
                  <a:pt x="211694" y="25834"/>
                </a:lnTo>
                <a:lnTo>
                  <a:pt x="214613" y="46031"/>
                </a:lnTo>
                <a:lnTo>
                  <a:pt x="215343" y="39183"/>
                </a:lnTo>
                <a:lnTo>
                  <a:pt x="216803" y="29879"/>
                </a:lnTo>
                <a:lnTo>
                  <a:pt x="218263" y="33211"/>
                </a:lnTo>
                <a:lnTo>
                  <a:pt x="219723" y="37999"/>
                </a:lnTo>
                <a:lnTo>
                  <a:pt x="221183" y="34539"/>
                </a:lnTo>
                <a:lnTo>
                  <a:pt x="223373" y="37566"/>
                </a:lnTo>
                <a:lnTo>
                  <a:pt x="224833" y="34846"/>
                </a:lnTo>
                <a:lnTo>
                  <a:pt x="225563" y="33549"/>
                </a:lnTo>
                <a:lnTo>
                  <a:pt x="226293" y="35657"/>
                </a:lnTo>
                <a:lnTo>
                  <a:pt x="227753" y="41193"/>
                </a:lnTo>
                <a:lnTo>
                  <a:pt x="228483" y="40426"/>
                </a:lnTo>
                <a:lnTo>
                  <a:pt x="229213" y="29712"/>
                </a:lnTo>
                <a:lnTo>
                  <a:pt x="230673" y="45378"/>
                </a:lnTo>
                <a:lnTo>
                  <a:pt x="231403" y="35326"/>
                </a:lnTo>
                <a:lnTo>
                  <a:pt x="232863" y="26796"/>
                </a:lnTo>
                <a:lnTo>
                  <a:pt x="234323" y="27318"/>
                </a:lnTo>
                <a:lnTo>
                  <a:pt x="236513" y="25561"/>
                </a:lnTo>
                <a:lnTo>
                  <a:pt x="237243" y="40522"/>
                </a:lnTo>
                <a:lnTo>
                  <a:pt x="239433" y="33328"/>
                </a:lnTo>
                <a:lnTo>
                  <a:pt x="240893" y="41436"/>
                </a:lnTo>
                <a:lnTo>
                  <a:pt x="241623" y="33605"/>
                </a:lnTo>
                <a:lnTo>
                  <a:pt x="242353" y="34216"/>
                </a:lnTo>
                <a:lnTo>
                  <a:pt x="243083" y="24348"/>
                </a:lnTo>
                <a:lnTo>
                  <a:pt x="244542" y="29664"/>
                </a:lnTo>
                <a:lnTo>
                  <a:pt x="246002" y="37199"/>
                </a:lnTo>
                <a:lnTo>
                  <a:pt x="247462" y="24810"/>
                </a:lnTo>
                <a:lnTo>
                  <a:pt x="248192" y="30465"/>
                </a:lnTo>
                <a:lnTo>
                  <a:pt x="248922" y="33734"/>
                </a:lnTo>
                <a:lnTo>
                  <a:pt x="250382" y="23371"/>
                </a:lnTo>
                <a:lnTo>
                  <a:pt x="251842" y="29182"/>
                </a:lnTo>
                <a:lnTo>
                  <a:pt x="252572" y="22953"/>
                </a:lnTo>
                <a:lnTo>
                  <a:pt x="253302" y="30087"/>
                </a:lnTo>
                <a:lnTo>
                  <a:pt x="254032" y="29858"/>
                </a:lnTo>
                <a:lnTo>
                  <a:pt x="254762" y="28213"/>
                </a:lnTo>
                <a:lnTo>
                  <a:pt x="256222" y="18561"/>
                </a:lnTo>
                <a:lnTo>
                  <a:pt x="256952" y="28027"/>
                </a:lnTo>
                <a:lnTo>
                  <a:pt x="257682" y="29452"/>
                </a:lnTo>
                <a:lnTo>
                  <a:pt x="259872" y="19390"/>
                </a:lnTo>
                <a:lnTo>
                  <a:pt x="260602" y="29165"/>
                </a:lnTo>
                <a:lnTo>
                  <a:pt x="262792" y="25947"/>
                </a:lnTo>
                <a:lnTo>
                  <a:pt x="264252" y="27489"/>
                </a:lnTo>
                <a:lnTo>
                  <a:pt x="265712" y="17523"/>
                </a:lnTo>
                <a:lnTo>
                  <a:pt x="266442" y="27137"/>
                </a:lnTo>
                <a:lnTo>
                  <a:pt x="267902" y="26588"/>
                </a:lnTo>
                <a:lnTo>
                  <a:pt x="271552" y="14977"/>
                </a:lnTo>
                <a:lnTo>
                  <a:pt x="272281" y="15150"/>
                </a:lnTo>
                <a:lnTo>
                  <a:pt x="273741" y="24231"/>
                </a:lnTo>
                <a:lnTo>
                  <a:pt x="275201" y="23223"/>
                </a:lnTo>
                <a:lnTo>
                  <a:pt x="278121" y="8890"/>
                </a:lnTo>
                <a:lnTo>
                  <a:pt x="281041" y="10684"/>
                </a:lnTo>
                <a:lnTo>
                  <a:pt x="283961" y="6170"/>
                </a:lnTo>
                <a:lnTo>
                  <a:pt x="285421" y="13178"/>
                </a:lnTo>
                <a:lnTo>
                  <a:pt x="286151" y="5323"/>
                </a:lnTo>
                <a:lnTo>
                  <a:pt x="289801" y="5406"/>
                </a:lnTo>
                <a:lnTo>
                  <a:pt x="290531" y="3903"/>
                </a:lnTo>
                <a:lnTo>
                  <a:pt x="291261" y="6381"/>
                </a:lnTo>
                <a:lnTo>
                  <a:pt x="291991" y="4718"/>
                </a:lnTo>
                <a:lnTo>
                  <a:pt x="294181" y="5191"/>
                </a:lnTo>
                <a:lnTo>
                  <a:pt x="294911" y="2620"/>
                </a:lnTo>
                <a:lnTo>
                  <a:pt x="295641" y="9808"/>
                </a:lnTo>
                <a:lnTo>
                  <a:pt x="297831" y="7535"/>
                </a:lnTo>
                <a:lnTo>
                  <a:pt x="299291" y="5058"/>
                </a:lnTo>
                <a:lnTo>
                  <a:pt x="300021" y="11565"/>
                </a:lnTo>
                <a:lnTo>
                  <a:pt x="302210" y="8049"/>
                </a:lnTo>
                <a:lnTo>
                  <a:pt x="302940" y="9259"/>
                </a:lnTo>
                <a:lnTo>
                  <a:pt x="303670" y="8337"/>
                </a:lnTo>
                <a:lnTo>
                  <a:pt x="304400" y="5967"/>
                </a:lnTo>
                <a:lnTo>
                  <a:pt x="305130" y="6827"/>
                </a:lnTo>
                <a:lnTo>
                  <a:pt x="307320" y="11197"/>
                </a:lnTo>
                <a:lnTo>
                  <a:pt x="308050" y="8410"/>
                </a:lnTo>
                <a:lnTo>
                  <a:pt x="312430" y="8333"/>
                </a:lnTo>
                <a:lnTo>
                  <a:pt x="313890" y="3529"/>
                </a:lnTo>
                <a:lnTo>
                  <a:pt x="315350" y="6463"/>
                </a:lnTo>
                <a:lnTo>
                  <a:pt x="316810" y="4194"/>
                </a:lnTo>
                <a:lnTo>
                  <a:pt x="317540" y="11330"/>
                </a:lnTo>
                <a:lnTo>
                  <a:pt x="318270" y="3809"/>
                </a:lnTo>
                <a:lnTo>
                  <a:pt x="319000" y="4146"/>
                </a:lnTo>
                <a:lnTo>
                  <a:pt x="321190" y="14088"/>
                </a:lnTo>
                <a:lnTo>
                  <a:pt x="322650" y="11106"/>
                </a:lnTo>
                <a:lnTo>
                  <a:pt x="323380" y="0"/>
                </a:lnTo>
                <a:lnTo>
                  <a:pt x="325570" y="5857"/>
                </a:lnTo>
                <a:lnTo>
                  <a:pt x="328490" y="20368"/>
                </a:lnTo>
                <a:lnTo>
                  <a:pt x="331409" y="3306"/>
                </a:lnTo>
                <a:lnTo>
                  <a:pt x="332139" y="8386"/>
                </a:lnTo>
                <a:lnTo>
                  <a:pt x="334329" y="5756"/>
                </a:lnTo>
                <a:lnTo>
                  <a:pt x="339439" y="18637"/>
                </a:lnTo>
                <a:lnTo>
                  <a:pt x="340169" y="12754"/>
                </a:lnTo>
                <a:lnTo>
                  <a:pt x="343089" y="5175"/>
                </a:lnTo>
                <a:lnTo>
                  <a:pt x="344549" y="4814"/>
                </a:lnTo>
                <a:lnTo>
                  <a:pt x="346739" y="13787"/>
                </a:lnTo>
                <a:lnTo>
                  <a:pt x="347469" y="6308"/>
                </a:lnTo>
                <a:lnTo>
                  <a:pt x="349659" y="5870"/>
                </a:lnTo>
                <a:lnTo>
                  <a:pt x="351119" y="16399"/>
                </a:lnTo>
                <a:lnTo>
                  <a:pt x="351849" y="13409"/>
                </a:lnTo>
                <a:lnTo>
                  <a:pt x="354039" y="6715"/>
                </a:lnTo>
                <a:lnTo>
                  <a:pt x="355499" y="16043"/>
                </a:lnTo>
                <a:lnTo>
                  <a:pt x="356229" y="6191"/>
                </a:lnTo>
                <a:lnTo>
                  <a:pt x="356959" y="5611"/>
                </a:lnTo>
                <a:lnTo>
                  <a:pt x="357689" y="6658"/>
                </a:lnTo>
                <a:lnTo>
                  <a:pt x="358419" y="12582"/>
                </a:lnTo>
                <a:lnTo>
                  <a:pt x="360608" y="11503"/>
                </a:lnTo>
                <a:lnTo>
                  <a:pt x="361338" y="4774"/>
                </a:lnTo>
                <a:lnTo>
                  <a:pt x="363528" y="7682"/>
                </a:lnTo>
                <a:lnTo>
                  <a:pt x="365718" y="5068"/>
                </a:lnTo>
                <a:lnTo>
                  <a:pt x="366448" y="4315"/>
                </a:lnTo>
                <a:lnTo>
                  <a:pt x="367178" y="5696"/>
                </a:lnTo>
                <a:lnTo>
                  <a:pt x="368638" y="13736"/>
                </a:lnTo>
                <a:lnTo>
                  <a:pt x="369368" y="10732"/>
                </a:lnTo>
                <a:lnTo>
                  <a:pt x="370098" y="5873"/>
                </a:lnTo>
                <a:lnTo>
                  <a:pt x="371558" y="7294"/>
                </a:lnTo>
                <a:lnTo>
                  <a:pt x="372288" y="15265"/>
                </a:lnTo>
                <a:lnTo>
                  <a:pt x="374478" y="14127"/>
                </a:lnTo>
                <a:lnTo>
                  <a:pt x="375208" y="13797"/>
                </a:lnTo>
                <a:lnTo>
                  <a:pt x="378128" y="6879"/>
                </a:lnTo>
                <a:lnTo>
                  <a:pt x="386888" y="19047"/>
                </a:lnTo>
                <a:lnTo>
                  <a:pt x="387618" y="17788"/>
                </a:lnTo>
                <a:lnTo>
                  <a:pt x="389807" y="12009"/>
                </a:lnTo>
                <a:lnTo>
                  <a:pt x="391267" y="15518"/>
                </a:lnTo>
                <a:lnTo>
                  <a:pt x="392727" y="16708"/>
                </a:lnTo>
                <a:lnTo>
                  <a:pt x="393457" y="14990"/>
                </a:lnTo>
                <a:lnTo>
                  <a:pt x="395647" y="9794"/>
                </a:lnTo>
                <a:lnTo>
                  <a:pt x="397107" y="11640"/>
                </a:lnTo>
                <a:lnTo>
                  <a:pt x="397837" y="12416"/>
                </a:lnTo>
                <a:lnTo>
                  <a:pt x="398567" y="18621"/>
                </a:lnTo>
                <a:lnTo>
                  <a:pt x="400757" y="16600"/>
                </a:lnTo>
                <a:lnTo>
                  <a:pt x="402947" y="18123"/>
                </a:lnTo>
                <a:lnTo>
                  <a:pt x="403677" y="9093"/>
                </a:lnTo>
                <a:lnTo>
                  <a:pt x="407327" y="19382"/>
                </a:lnTo>
                <a:lnTo>
                  <a:pt x="408787" y="16833"/>
                </a:lnTo>
                <a:lnTo>
                  <a:pt x="409517" y="11804"/>
                </a:lnTo>
                <a:lnTo>
                  <a:pt x="410247" y="17859"/>
                </a:lnTo>
                <a:lnTo>
                  <a:pt x="410977" y="17344"/>
                </a:lnTo>
                <a:lnTo>
                  <a:pt x="412437" y="19981"/>
                </a:lnTo>
                <a:lnTo>
                  <a:pt x="413897" y="17052"/>
                </a:lnTo>
                <a:lnTo>
                  <a:pt x="414627" y="11344"/>
                </a:lnTo>
                <a:lnTo>
                  <a:pt x="416087" y="12612"/>
                </a:lnTo>
                <a:lnTo>
                  <a:pt x="416816" y="15672"/>
                </a:lnTo>
                <a:lnTo>
                  <a:pt x="419006" y="14640"/>
                </a:lnTo>
                <a:lnTo>
                  <a:pt x="419736" y="15394"/>
                </a:lnTo>
                <a:lnTo>
                  <a:pt x="421926" y="11546"/>
                </a:lnTo>
                <a:lnTo>
                  <a:pt x="422656" y="12323"/>
                </a:lnTo>
                <a:lnTo>
                  <a:pt x="427036" y="24188"/>
                </a:lnTo>
                <a:lnTo>
                  <a:pt x="427766" y="22183"/>
                </a:lnTo>
                <a:lnTo>
                  <a:pt x="429956" y="13384"/>
                </a:lnTo>
                <a:lnTo>
                  <a:pt x="430686" y="14049"/>
                </a:lnTo>
                <a:lnTo>
                  <a:pt x="433606" y="21426"/>
                </a:lnTo>
                <a:lnTo>
                  <a:pt x="437986" y="23549"/>
                </a:lnTo>
                <a:lnTo>
                  <a:pt x="439446" y="15156"/>
                </a:lnTo>
                <a:lnTo>
                  <a:pt x="440176" y="19329"/>
                </a:lnTo>
                <a:lnTo>
                  <a:pt x="440906" y="23515"/>
                </a:lnTo>
                <a:lnTo>
                  <a:pt x="441636" y="20591"/>
                </a:lnTo>
                <a:lnTo>
                  <a:pt x="443826" y="22584"/>
                </a:lnTo>
                <a:lnTo>
                  <a:pt x="444556" y="12520"/>
                </a:lnTo>
                <a:lnTo>
                  <a:pt x="445286" y="23272"/>
                </a:lnTo>
                <a:lnTo>
                  <a:pt x="446746" y="16211"/>
                </a:lnTo>
                <a:lnTo>
                  <a:pt x="448205" y="14496"/>
                </a:lnTo>
                <a:lnTo>
                  <a:pt x="448935" y="15356"/>
                </a:lnTo>
                <a:lnTo>
                  <a:pt x="450396" y="21794"/>
                </a:lnTo>
                <a:lnTo>
                  <a:pt x="451125" y="14705"/>
                </a:lnTo>
                <a:lnTo>
                  <a:pt x="451855" y="15543"/>
                </a:lnTo>
                <a:lnTo>
                  <a:pt x="454046" y="22001"/>
                </a:lnTo>
                <a:lnTo>
                  <a:pt x="454775" y="19461"/>
                </a:lnTo>
                <a:lnTo>
                  <a:pt x="456236" y="17141"/>
                </a:lnTo>
                <a:lnTo>
                  <a:pt x="456966" y="26131"/>
                </a:lnTo>
                <a:lnTo>
                  <a:pt x="459156" y="20685"/>
                </a:lnTo>
                <a:lnTo>
                  <a:pt x="460616" y="20384"/>
                </a:lnTo>
                <a:lnTo>
                  <a:pt x="462806" y="24396"/>
                </a:lnTo>
                <a:lnTo>
                  <a:pt x="463536" y="24074"/>
                </a:lnTo>
                <a:lnTo>
                  <a:pt x="464996" y="22274"/>
                </a:lnTo>
                <a:lnTo>
                  <a:pt x="465726" y="23944"/>
                </a:lnTo>
                <a:lnTo>
                  <a:pt x="469375" y="18332"/>
                </a:lnTo>
                <a:lnTo>
                  <a:pt x="467915" y="25437"/>
                </a:lnTo>
                <a:lnTo>
                  <a:pt x="470105" y="19547"/>
                </a:lnTo>
                <a:lnTo>
                  <a:pt x="471565" y="25596"/>
                </a:lnTo>
                <a:lnTo>
                  <a:pt x="473025" y="23972"/>
                </a:lnTo>
                <a:lnTo>
                  <a:pt x="473755" y="23151"/>
                </a:lnTo>
                <a:lnTo>
                  <a:pt x="474485" y="15526"/>
                </a:lnTo>
                <a:lnTo>
                  <a:pt x="475945" y="26011"/>
                </a:lnTo>
                <a:lnTo>
                  <a:pt x="480325" y="16546"/>
                </a:lnTo>
                <a:lnTo>
                  <a:pt x="482515" y="24570"/>
                </a:lnTo>
                <a:lnTo>
                  <a:pt x="483245" y="23754"/>
                </a:lnTo>
                <a:lnTo>
                  <a:pt x="483975" y="24411"/>
                </a:lnTo>
                <a:lnTo>
                  <a:pt x="486165" y="18056"/>
                </a:lnTo>
                <a:lnTo>
                  <a:pt x="486895" y="20502"/>
                </a:lnTo>
                <a:lnTo>
                  <a:pt x="489085" y="24852"/>
                </a:lnTo>
                <a:lnTo>
                  <a:pt x="488355" y="20141"/>
                </a:lnTo>
                <a:lnTo>
                  <a:pt x="489815" y="22605"/>
                </a:lnTo>
                <a:lnTo>
                  <a:pt x="490545" y="17515"/>
                </a:lnTo>
                <a:lnTo>
                  <a:pt x="492005" y="25798"/>
                </a:lnTo>
                <a:lnTo>
                  <a:pt x="494925" y="21219"/>
                </a:lnTo>
                <a:lnTo>
                  <a:pt x="496384" y="23110"/>
                </a:lnTo>
                <a:lnTo>
                  <a:pt x="497844" y="21351"/>
                </a:lnTo>
                <a:lnTo>
                  <a:pt x="498574" y="20348"/>
                </a:lnTo>
                <a:lnTo>
                  <a:pt x="499304" y="13495"/>
                </a:lnTo>
                <a:lnTo>
                  <a:pt x="500764" y="16875"/>
                </a:lnTo>
                <a:lnTo>
                  <a:pt x="505144" y="23935"/>
                </a:lnTo>
                <a:lnTo>
                  <a:pt x="508794" y="14000"/>
                </a:lnTo>
                <a:lnTo>
                  <a:pt x="509524" y="14655"/>
                </a:lnTo>
                <a:lnTo>
                  <a:pt x="510254" y="17714"/>
                </a:lnTo>
                <a:lnTo>
                  <a:pt x="511714" y="15920"/>
                </a:lnTo>
                <a:lnTo>
                  <a:pt x="515364" y="15839"/>
                </a:lnTo>
                <a:lnTo>
                  <a:pt x="516094" y="22068"/>
                </a:lnTo>
                <a:lnTo>
                  <a:pt x="518284" y="20685"/>
                </a:lnTo>
                <a:lnTo>
                  <a:pt x="519014" y="15945"/>
                </a:lnTo>
                <a:lnTo>
                  <a:pt x="519744" y="18014"/>
                </a:lnTo>
                <a:lnTo>
                  <a:pt x="520474" y="24527"/>
                </a:lnTo>
                <a:lnTo>
                  <a:pt x="522664" y="22061"/>
                </a:lnTo>
                <a:lnTo>
                  <a:pt x="523394" y="22266"/>
                </a:lnTo>
                <a:lnTo>
                  <a:pt x="525583" y="18241"/>
                </a:lnTo>
                <a:lnTo>
                  <a:pt x="526313" y="19904"/>
                </a:lnTo>
                <a:lnTo>
                  <a:pt x="529233" y="12730"/>
                </a:lnTo>
                <a:lnTo>
                  <a:pt x="530693" y="22311"/>
                </a:lnTo>
                <a:lnTo>
                  <a:pt x="531423" y="18286"/>
                </a:lnTo>
                <a:lnTo>
                  <a:pt x="532153" y="14692"/>
                </a:lnTo>
                <a:lnTo>
                  <a:pt x="533613" y="16184"/>
                </a:lnTo>
                <a:lnTo>
                  <a:pt x="536533" y="26063"/>
                </a:lnTo>
                <a:lnTo>
                  <a:pt x="537263" y="18937"/>
                </a:lnTo>
                <a:lnTo>
                  <a:pt x="538723" y="19512"/>
                </a:lnTo>
                <a:lnTo>
                  <a:pt x="542373" y="28852"/>
                </a:lnTo>
                <a:lnTo>
                  <a:pt x="544563" y="28937"/>
                </a:lnTo>
                <a:lnTo>
                  <a:pt x="545293" y="34490"/>
                </a:lnTo>
                <a:lnTo>
                  <a:pt x="547483" y="31641"/>
                </a:lnTo>
                <a:lnTo>
                  <a:pt x="548213" y="33070"/>
                </a:lnTo>
                <a:lnTo>
                  <a:pt x="548943" y="30108"/>
                </a:lnTo>
                <a:lnTo>
                  <a:pt x="549673" y="27555"/>
                </a:lnTo>
                <a:lnTo>
                  <a:pt x="550403" y="30224"/>
                </a:lnTo>
                <a:lnTo>
                  <a:pt x="553322" y="39480"/>
                </a:lnTo>
                <a:lnTo>
                  <a:pt x="554782" y="34215"/>
                </a:lnTo>
                <a:lnTo>
                  <a:pt x="556242" y="43980"/>
                </a:lnTo>
                <a:lnTo>
                  <a:pt x="557702" y="39989"/>
                </a:lnTo>
                <a:lnTo>
                  <a:pt x="559162" y="42341"/>
                </a:lnTo>
                <a:lnTo>
                  <a:pt x="559892" y="38047"/>
                </a:lnTo>
                <a:lnTo>
                  <a:pt x="560622" y="46402"/>
                </a:lnTo>
                <a:lnTo>
                  <a:pt x="562082" y="44040"/>
                </a:lnTo>
                <a:lnTo>
                  <a:pt x="562812" y="49684"/>
                </a:lnTo>
                <a:lnTo>
                  <a:pt x="563542" y="47084"/>
                </a:lnTo>
                <a:lnTo>
                  <a:pt x="564272" y="51238"/>
                </a:lnTo>
                <a:lnTo>
                  <a:pt x="565002" y="51722"/>
                </a:lnTo>
                <a:lnTo>
                  <a:pt x="565732" y="45790"/>
                </a:lnTo>
                <a:lnTo>
                  <a:pt x="566462" y="52719"/>
                </a:lnTo>
                <a:lnTo>
                  <a:pt x="567922" y="49358"/>
                </a:lnTo>
                <a:lnTo>
                  <a:pt x="568652" y="58690"/>
                </a:lnTo>
                <a:lnTo>
                  <a:pt x="569382" y="53981"/>
                </a:lnTo>
                <a:lnTo>
                  <a:pt x="570842" y="59490"/>
                </a:lnTo>
                <a:lnTo>
                  <a:pt x="571572" y="56908"/>
                </a:lnTo>
                <a:lnTo>
                  <a:pt x="572302" y="55682"/>
                </a:lnTo>
                <a:lnTo>
                  <a:pt x="573032" y="48854"/>
                </a:lnTo>
                <a:lnTo>
                  <a:pt x="574492" y="59053"/>
                </a:lnTo>
                <a:lnTo>
                  <a:pt x="577412" y="64124"/>
                </a:lnTo>
                <a:lnTo>
                  <a:pt x="579602" y="63749"/>
                </a:lnTo>
                <a:lnTo>
                  <a:pt x="580332" y="57505"/>
                </a:lnTo>
                <a:lnTo>
                  <a:pt x="581062" y="71601"/>
                </a:lnTo>
                <a:lnTo>
                  <a:pt x="583981" y="63732"/>
                </a:lnTo>
                <a:lnTo>
                  <a:pt x="584711" y="66832"/>
                </a:lnTo>
                <a:lnTo>
                  <a:pt x="586171" y="71437"/>
                </a:lnTo>
                <a:lnTo>
                  <a:pt x="586901" y="68290"/>
                </a:lnTo>
                <a:lnTo>
                  <a:pt x="587631" y="63108"/>
                </a:lnTo>
                <a:lnTo>
                  <a:pt x="588361" y="76641"/>
                </a:lnTo>
                <a:lnTo>
                  <a:pt x="589091" y="77833"/>
                </a:lnTo>
                <a:lnTo>
                  <a:pt x="589821" y="77275"/>
                </a:lnTo>
                <a:lnTo>
                  <a:pt x="590551" y="69113"/>
                </a:lnTo>
                <a:lnTo>
                  <a:pt x="592011" y="71216"/>
                </a:lnTo>
                <a:lnTo>
                  <a:pt x="592741" y="77087"/>
                </a:lnTo>
                <a:lnTo>
                  <a:pt x="594201" y="75568"/>
                </a:lnTo>
                <a:lnTo>
                  <a:pt x="594931" y="72711"/>
                </a:lnTo>
                <a:lnTo>
                  <a:pt x="595661" y="77653"/>
                </a:lnTo>
                <a:lnTo>
                  <a:pt x="596391" y="74648"/>
                </a:lnTo>
                <a:lnTo>
                  <a:pt x="597121" y="75231"/>
                </a:lnTo>
                <a:lnTo>
                  <a:pt x="600041" y="87718"/>
                </a:lnTo>
                <a:lnTo>
                  <a:pt x="602961" y="90844"/>
                </a:lnTo>
                <a:lnTo>
                  <a:pt x="603691" y="88192"/>
                </a:lnTo>
                <a:lnTo>
                  <a:pt x="604421" y="97178"/>
                </a:lnTo>
                <a:lnTo>
                  <a:pt x="605881" y="86558"/>
                </a:lnTo>
                <a:lnTo>
                  <a:pt x="606611" y="96952"/>
                </a:lnTo>
                <a:lnTo>
                  <a:pt x="608071" y="96306"/>
                </a:lnTo>
                <a:lnTo>
                  <a:pt x="608801" y="97497"/>
                </a:lnTo>
                <a:lnTo>
                  <a:pt x="609531" y="100987"/>
                </a:lnTo>
                <a:lnTo>
                  <a:pt x="610261" y="90465"/>
                </a:lnTo>
                <a:lnTo>
                  <a:pt x="611720" y="105740"/>
                </a:lnTo>
                <a:lnTo>
                  <a:pt x="615370" y="97676"/>
                </a:lnTo>
                <a:lnTo>
                  <a:pt x="616830" y="100552"/>
                </a:lnTo>
                <a:lnTo>
                  <a:pt x="618290" y="99162"/>
                </a:lnTo>
                <a:lnTo>
                  <a:pt x="622670" y="94721"/>
                </a:lnTo>
                <a:lnTo>
                  <a:pt x="624130" y="98237"/>
                </a:lnTo>
                <a:lnTo>
                  <a:pt x="624860" y="94905"/>
                </a:lnTo>
                <a:lnTo>
                  <a:pt x="626320" y="92978"/>
                </a:lnTo>
                <a:lnTo>
                  <a:pt x="627780" y="94953"/>
                </a:lnTo>
                <a:lnTo>
                  <a:pt x="628510" y="94907"/>
                </a:lnTo>
                <a:lnTo>
                  <a:pt x="632160" y="89352"/>
                </a:lnTo>
                <a:lnTo>
                  <a:pt x="638000" y="88059"/>
                </a:lnTo>
                <a:lnTo>
                  <a:pt x="639460" y="82293"/>
                </a:lnTo>
                <a:lnTo>
                  <a:pt x="641649" y="84476"/>
                </a:lnTo>
                <a:lnTo>
                  <a:pt x="643109" y="83066"/>
                </a:lnTo>
                <a:lnTo>
                  <a:pt x="646759" y="78588"/>
                </a:lnTo>
                <a:lnTo>
                  <a:pt x="647489" y="80200"/>
                </a:lnTo>
                <a:lnTo>
                  <a:pt x="651139" y="82277"/>
                </a:lnTo>
                <a:lnTo>
                  <a:pt x="651869" y="83175"/>
                </a:lnTo>
                <a:lnTo>
                  <a:pt x="653329" y="81652"/>
                </a:lnTo>
                <a:lnTo>
                  <a:pt x="654059" y="80219"/>
                </a:lnTo>
                <a:lnTo>
                  <a:pt x="654789" y="82205"/>
                </a:lnTo>
                <a:lnTo>
                  <a:pt x="656249" y="84844"/>
                </a:lnTo>
                <a:lnTo>
                  <a:pt x="656979" y="82194"/>
                </a:lnTo>
                <a:lnTo>
                  <a:pt x="658439" y="80657"/>
                </a:lnTo>
                <a:lnTo>
                  <a:pt x="659169" y="85459"/>
                </a:lnTo>
                <a:lnTo>
                  <a:pt x="660629" y="83674"/>
                </a:lnTo>
                <a:lnTo>
                  <a:pt x="661359" y="77160"/>
                </a:lnTo>
                <a:lnTo>
                  <a:pt x="662819" y="82484"/>
                </a:lnTo>
                <a:lnTo>
                  <a:pt x="667199" y="75112"/>
                </a:lnTo>
                <a:lnTo>
                  <a:pt x="667929" y="81115"/>
                </a:lnTo>
                <a:lnTo>
                  <a:pt x="670118" y="83764"/>
                </a:lnTo>
                <a:lnTo>
                  <a:pt x="670848" y="83222"/>
                </a:lnTo>
                <a:lnTo>
                  <a:pt x="673038" y="78991"/>
                </a:lnTo>
                <a:lnTo>
                  <a:pt x="673768" y="81560"/>
                </a:lnTo>
                <a:lnTo>
                  <a:pt x="674498" y="83475"/>
                </a:lnTo>
                <a:lnTo>
                  <a:pt x="676688" y="82140"/>
                </a:lnTo>
                <a:lnTo>
                  <a:pt x="680338" y="80786"/>
                </a:lnTo>
                <a:lnTo>
                  <a:pt x="681068" y="84466"/>
                </a:lnTo>
                <a:lnTo>
                  <a:pt x="683258" y="83194"/>
                </a:lnTo>
                <a:lnTo>
                  <a:pt x="683988" y="82571"/>
                </a:lnTo>
                <a:lnTo>
                  <a:pt x="685448" y="84476"/>
                </a:lnTo>
                <a:lnTo>
                  <a:pt x="694208" y="83776"/>
                </a:lnTo>
                <a:lnTo>
                  <a:pt x="697128" y="75957"/>
                </a:lnTo>
                <a:lnTo>
                  <a:pt x="703697" y="67485"/>
                </a:lnTo>
                <a:lnTo>
                  <a:pt x="725597" y="95842"/>
                </a:lnTo>
                <a:lnTo>
                  <a:pt x="726327" y="94972"/>
                </a:lnTo>
                <a:lnTo>
                  <a:pt x="729246" y="90848"/>
                </a:lnTo>
                <a:lnTo>
                  <a:pt x="732896" y="96431"/>
                </a:lnTo>
                <a:lnTo>
                  <a:pt x="735816" y="95720"/>
                </a:lnTo>
                <a:lnTo>
                  <a:pt x="751876" y="104934"/>
                </a:lnTo>
                <a:lnTo>
                  <a:pt x="752606" y="101038"/>
                </a:lnTo>
                <a:lnTo>
                  <a:pt x="753336" y="103967"/>
                </a:lnTo>
                <a:lnTo>
                  <a:pt x="754066" y="109193"/>
                </a:lnTo>
                <a:lnTo>
                  <a:pt x="755525" y="104963"/>
                </a:lnTo>
                <a:lnTo>
                  <a:pt x="765745" y="113257"/>
                </a:lnTo>
                <a:lnTo>
                  <a:pt x="771585" y="112821"/>
                </a:lnTo>
                <a:lnTo>
                  <a:pt x="772315" y="118441"/>
                </a:lnTo>
                <a:lnTo>
                  <a:pt x="773775" y="113929"/>
                </a:lnTo>
                <a:lnTo>
                  <a:pt x="774505" y="112343"/>
                </a:lnTo>
                <a:lnTo>
                  <a:pt x="775235" y="115154"/>
                </a:lnTo>
                <a:lnTo>
                  <a:pt x="775965" y="118858"/>
                </a:lnTo>
                <a:lnTo>
                  <a:pt x="777425" y="114586"/>
                </a:lnTo>
                <a:lnTo>
                  <a:pt x="780345" y="114301"/>
                </a:lnTo>
                <a:lnTo>
                  <a:pt x="781805" y="115930"/>
                </a:lnTo>
                <a:lnTo>
                  <a:pt x="782535" y="113171"/>
                </a:lnTo>
                <a:lnTo>
                  <a:pt x="783265" y="114320"/>
                </a:lnTo>
                <a:lnTo>
                  <a:pt x="797134" y="123707"/>
                </a:lnTo>
                <a:lnTo>
                  <a:pt x="802244" y="139705"/>
                </a:lnTo>
                <a:lnTo>
                  <a:pt x="803704" y="134724"/>
                </a:lnTo>
                <a:lnTo>
                  <a:pt x="804434" y="132425"/>
                </a:lnTo>
                <a:lnTo>
                  <a:pt x="805164" y="135372"/>
                </a:lnTo>
                <a:lnTo>
                  <a:pt x="810274" y="149776"/>
                </a:lnTo>
                <a:lnTo>
                  <a:pt x="811004" y="146159"/>
                </a:lnTo>
                <a:lnTo>
                  <a:pt x="813193" y="147638"/>
                </a:lnTo>
                <a:lnTo>
                  <a:pt x="814653" y="147366"/>
                </a:lnTo>
                <a:lnTo>
                  <a:pt x="816113" y="149610"/>
                </a:lnTo>
                <a:lnTo>
                  <a:pt x="817573" y="148306"/>
                </a:lnTo>
                <a:lnTo>
                  <a:pt x="818303" y="146421"/>
                </a:lnTo>
                <a:lnTo>
                  <a:pt x="819763" y="149069"/>
                </a:lnTo>
                <a:lnTo>
                  <a:pt x="824143" y="156397"/>
                </a:lnTo>
                <a:lnTo>
                  <a:pt x="827063" y="159589"/>
                </a:lnTo>
                <a:lnTo>
                  <a:pt x="827793" y="158033"/>
                </a:lnTo>
                <a:lnTo>
                  <a:pt x="829253" y="148153"/>
                </a:lnTo>
                <a:lnTo>
                  <a:pt x="830713" y="150442"/>
                </a:lnTo>
                <a:lnTo>
                  <a:pt x="833633" y="155294"/>
                </a:lnTo>
                <a:lnTo>
                  <a:pt x="835823" y="163077"/>
                </a:lnTo>
                <a:lnTo>
                  <a:pt x="836553" y="161920"/>
                </a:lnTo>
                <a:lnTo>
                  <a:pt x="837283" y="155654"/>
                </a:lnTo>
                <a:lnTo>
                  <a:pt x="838743" y="165688"/>
                </a:lnTo>
                <a:lnTo>
                  <a:pt x="840203" y="161807"/>
                </a:lnTo>
                <a:lnTo>
                  <a:pt x="840933" y="166455"/>
                </a:lnTo>
                <a:lnTo>
                  <a:pt x="841663" y="164536"/>
                </a:lnTo>
                <a:lnTo>
                  <a:pt x="843852" y="165738"/>
                </a:lnTo>
                <a:lnTo>
                  <a:pt x="846772" y="169932"/>
                </a:lnTo>
                <a:lnTo>
                  <a:pt x="861372" y="174149"/>
                </a:lnTo>
                <a:lnTo>
                  <a:pt x="864292" y="174206"/>
                </a:lnTo>
                <a:lnTo>
                  <a:pt x="867942" y="174132"/>
                </a:lnTo>
                <a:lnTo>
                  <a:pt x="877431" y="174252"/>
                </a:lnTo>
                <a:lnTo>
                  <a:pt x="878161" y="171735"/>
                </a:lnTo>
                <a:lnTo>
                  <a:pt x="879621" y="174285"/>
                </a:lnTo>
                <a:lnTo>
                  <a:pt x="885461" y="174654"/>
                </a:lnTo>
                <a:lnTo>
                  <a:pt x="886922" y="173444"/>
                </a:lnTo>
                <a:lnTo>
                  <a:pt x="887652" y="175163"/>
                </a:lnTo>
                <a:lnTo>
                  <a:pt x="888382" y="175913"/>
                </a:lnTo>
                <a:lnTo>
                  <a:pt x="889111" y="173473"/>
                </a:lnTo>
                <a:lnTo>
                  <a:pt x="892761" y="169492"/>
                </a:lnTo>
                <a:lnTo>
                  <a:pt x="893491" y="173510"/>
                </a:lnTo>
                <a:lnTo>
                  <a:pt x="894221" y="169188"/>
                </a:lnTo>
                <a:lnTo>
                  <a:pt x="895681" y="172030"/>
                </a:lnTo>
                <a:lnTo>
                  <a:pt x="900061" y="173184"/>
                </a:lnTo>
                <a:lnTo>
                  <a:pt x="902251" y="170714"/>
                </a:lnTo>
                <a:lnTo>
                  <a:pt x="902981" y="171165"/>
                </a:lnTo>
                <a:lnTo>
                  <a:pt x="903711" y="172546"/>
                </a:lnTo>
                <a:lnTo>
                  <a:pt x="905901" y="171381"/>
                </a:lnTo>
                <a:lnTo>
                  <a:pt x="909551" y="171721"/>
                </a:lnTo>
                <a:lnTo>
                  <a:pt x="922690" y="167716"/>
                </a:lnTo>
                <a:lnTo>
                  <a:pt x="925610" y="164705"/>
                </a:lnTo>
                <a:lnTo>
                  <a:pt x="929260" y="165023"/>
                </a:lnTo>
                <a:lnTo>
                  <a:pt x="929990" y="168293"/>
                </a:lnTo>
                <a:lnTo>
                  <a:pt x="930720" y="162921"/>
                </a:lnTo>
                <a:lnTo>
                  <a:pt x="931450" y="164828"/>
                </a:lnTo>
                <a:lnTo>
                  <a:pt x="935100" y="161263"/>
                </a:lnTo>
                <a:lnTo>
                  <a:pt x="935830" y="167935"/>
                </a:lnTo>
                <a:lnTo>
                  <a:pt x="937290" y="163433"/>
                </a:lnTo>
                <a:lnTo>
                  <a:pt x="939480" y="161195"/>
                </a:lnTo>
                <a:lnTo>
                  <a:pt x="940210" y="162984"/>
                </a:lnTo>
                <a:lnTo>
                  <a:pt x="943130" y="162824"/>
                </a:lnTo>
                <a:lnTo>
                  <a:pt x="944590" y="161266"/>
                </a:lnTo>
                <a:lnTo>
                  <a:pt x="946050" y="163187"/>
                </a:lnTo>
                <a:lnTo>
                  <a:pt x="949699" y="161122"/>
                </a:lnTo>
                <a:lnTo>
                  <a:pt x="954079" y="156518"/>
                </a:lnTo>
                <a:lnTo>
                  <a:pt x="956269" y="148921"/>
                </a:lnTo>
                <a:lnTo>
                  <a:pt x="957729" y="151117"/>
                </a:lnTo>
                <a:lnTo>
                  <a:pt x="959189" y="150736"/>
                </a:lnTo>
                <a:lnTo>
                  <a:pt x="967949" y="138315"/>
                </a:lnTo>
                <a:lnTo>
                  <a:pt x="976709" y="131947"/>
                </a:lnTo>
                <a:lnTo>
                  <a:pt x="985468" y="126870"/>
                </a:lnTo>
                <a:lnTo>
                  <a:pt x="989118" y="125688"/>
                </a:lnTo>
                <a:lnTo>
                  <a:pt x="1005178" y="113244"/>
                </a:lnTo>
                <a:lnTo>
                  <a:pt x="1005908" y="118033"/>
                </a:lnTo>
                <a:lnTo>
                  <a:pt x="1007368" y="112689"/>
                </a:lnTo>
                <a:lnTo>
                  <a:pt x="1008097" y="111906"/>
                </a:lnTo>
                <a:lnTo>
                  <a:pt x="1009557" y="116679"/>
                </a:lnTo>
                <a:lnTo>
                  <a:pt x="1011017" y="115901"/>
                </a:lnTo>
                <a:lnTo>
                  <a:pt x="1014667" y="106277"/>
                </a:lnTo>
                <a:lnTo>
                  <a:pt x="1017587" y="105077"/>
                </a:lnTo>
                <a:lnTo>
                  <a:pt x="1021967" y="98931"/>
                </a:lnTo>
                <a:lnTo>
                  <a:pt x="1032187" y="95410"/>
                </a:lnTo>
                <a:lnTo>
                  <a:pt x="1034377" y="99495"/>
                </a:lnTo>
                <a:lnTo>
                  <a:pt x="1037296" y="95220"/>
                </a:lnTo>
                <a:lnTo>
                  <a:pt x="1042406" y="94450"/>
                </a:lnTo>
                <a:lnTo>
                  <a:pt x="1044596" y="92947"/>
                </a:lnTo>
                <a:lnTo>
                  <a:pt x="1047516" y="91616"/>
                </a:lnTo>
                <a:lnTo>
                  <a:pt x="1048246" y="97079"/>
                </a:lnTo>
                <a:lnTo>
                  <a:pt x="1049706" y="89817"/>
                </a:lnTo>
                <a:lnTo>
                  <a:pt x="1050436" y="89097"/>
                </a:lnTo>
                <a:lnTo>
                  <a:pt x="1051166" y="90168"/>
                </a:lnTo>
                <a:lnTo>
                  <a:pt x="1058466" y="100246"/>
                </a:lnTo>
                <a:lnTo>
                  <a:pt x="1059196" y="99090"/>
                </a:lnTo>
                <a:lnTo>
                  <a:pt x="1062846" y="105581"/>
                </a:lnTo>
                <a:lnTo>
                  <a:pt x="1070145" y="124429"/>
                </a:lnTo>
                <a:lnTo>
                  <a:pt x="1071605" y="118577"/>
                </a:lnTo>
                <a:lnTo>
                  <a:pt x="1072335" y="123945"/>
                </a:lnTo>
                <a:lnTo>
                  <a:pt x="1074525" y="130704"/>
                </a:lnTo>
                <a:lnTo>
                  <a:pt x="1075985" y="128875"/>
                </a:lnTo>
                <a:lnTo>
                  <a:pt x="1078175" y="135439"/>
                </a:lnTo>
                <a:lnTo>
                  <a:pt x="1081825" y="149553"/>
                </a:lnTo>
                <a:lnTo>
                  <a:pt x="1082555" y="148687"/>
                </a:lnTo>
                <a:lnTo>
                  <a:pt x="1083285" y="144933"/>
                </a:lnTo>
                <a:lnTo>
                  <a:pt x="1084015" y="151383"/>
                </a:lnTo>
                <a:lnTo>
                  <a:pt x="1087665" y="167276"/>
                </a:lnTo>
                <a:lnTo>
                  <a:pt x="1088395" y="166907"/>
                </a:lnTo>
                <a:lnTo>
                  <a:pt x="1094964" y="191173"/>
                </a:lnTo>
                <a:lnTo>
                  <a:pt x="1095694" y="189462"/>
                </a:lnTo>
                <a:lnTo>
                  <a:pt x="1096424" y="192198"/>
                </a:lnTo>
                <a:lnTo>
                  <a:pt x="1105184" y="208331"/>
                </a:lnTo>
                <a:lnTo>
                  <a:pt x="1105914" y="204977"/>
                </a:lnTo>
                <a:lnTo>
                  <a:pt x="1106644" y="208101"/>
                </a:lnTo>
                <a:lnTo>
                  <a:pt x="1107374" y="210723"/>
                </a:lnTo>
                <a:lnTo>
                  <a:pt x="1109564" y="209083"/>
                </a:lnTo>
                <a:lnTo>
                  <a:pt x="1110294" y="210334"/>
                </a:lnTo>
                <a:lnTo>
                  <a:pt x="1111024" y="209301"/>
                </a:lnTo>
                <a:lnTo>
                  <a:pt x="1111754" y="206414"/>
                </a:lnTo>
                <a:lnTo>
                  <a:pt x="1112484" y="209262"/>
                </a:lnTo>
                <a:lnTo>
                  <a:pt x="1113214" y="213770"/>
                </a:lnTo>
                <a:lnTo>
                  <a:pt x="1115404" y="212637"/>
                </a:lnTo>
                <a:lnTo>
                  <a:pt x="1117594" y="210873"/>
                </a:lnTo>
                <a:lnTo>
                  <a:pt x="1118324" y="208527"/>
                </a:lnTo>
                <a:lnTo>
                  <a:pt x="1119784" y="221331"/>
                </a:lnTo>
                <a:lnTo>
                  <a:pt x="1121974" y="219906"/>
                </a:lnTo>
                <a:lnTo>
                  <a:pt x="1124893" y="227193"/>
                </a:lnTo>
                <a:lnTo>
                  <a:pt x="1125623" y="221690"/>
                </a:lnTo>
                <a:lnTo>
                  <a:pt x="1127083" y="226955"/>
                </a:lnTo>
                <a:lnTo>
                  <a:pt x="1131463" y="237877"/>
                </a:lnTo>
                <a:lnTo>
                  <a:pt x="1132193" y="232387"/>
                </a:lnTo>
                <a:lnTo>
                  <a:pt x="1132923" y="235078"/>
                </a:lnTo>
                <a:lnTo>
                  <a:pt x="1134383" y="243346"/>
                </a:lnTo>
                <a:lnTo>
                  <a:pt x="1135843" y="242284"/>
                </a:lnTo>
                <a:lnTo>
                  <a:pt x="1136573" y="244860"/>
                </a:lnTo>
                <a:lnTo>
                  <a:pt x="1137303" y="242128"/>
                </a:lnTo>
                <a:lnTo>
                  <a:pt x="1138033" y="238016"/>
                </a:lnTo>
                <a:lnTo>
                  <a:pt x="1138763" y="242997"/>
                </a:lnTo>
                <a:lnTo>
                  <a:pt x="1142413" y="250873"/>
                </a:lnTo>
                <a:lnTo>
                  <a:pt x="1144603" y="252562"/>
                </a:lnTo>
                <a:lnTo>
                  <a:pt x="1145333" y="250721"/>
                </a:lnTo>
                <a:lnTo>
                  <a:pt x="1148253" y="243518"/>
                </a:lnTo>
                <a:lnTo>
                  <a:pt x="1147523" y="251703"/>
                </a:lnTo>
                <a:lnTo>
                  <a:pt x="1148983" y="244038"/>
                </a:lnTo>
                <a:lnTo>
                  <a:pt x="1152632" y="250040"/>
                </a:lnTo>
                <a:lnTo>
                  <a:pt x="1153362" y="248377"/>
                </a:lnTo>
                <a:lnTo>
                  <a:pt x="1154092" y="241873"/>
                </a:lnTo>
                <a:lnTo>
                  <a:pt x="1156282" y="245082"/>
                </a:lnTo>
                <a:lnTo>
                  <a:pt x="1157012" y="250591"/>
                </a:lnTo>
                <a:lnTo>
                  <a:pt x="1157742" y="243087"/>
                </a:lnTo>
                <a:lnTo>
                  <a:pt x="1158472" y="246001"/>
                </a:lnTo>
                <a:lnTo>
                  <a:pt x="1162122" y="242142"/>
                </a:lnTo>
                <a:lnTo>
                  <a:pt x="1162852" y="245878"/>
                </a:lnTo>
                <a:lnTo>
                  <a:pt x="1163582" y="247577"/>
                </a:lnTo>
                <a:lnTo>
                  <a:pt x="1165042" y="234919"/>
                </a:lnTo>
                <a:lnTo>
                  <a:pt x="1166502" y="243526"/>
                </a:lnTo>
                <a:lnTo>
                  <a:pt x="1168692" y="237953"/>
                </a:lnTo>
                <a:lnTo>
                  <a:pt x="1169422" y="242535"/>
                </a:lnTo>
                <a:lnTo>
                  <a:pt x="1170882" y="240475"/>
                </a:lnTo>
                <a:lnTo>
                  <a:pt x="1172342" y="248506"/>
                </a:lnTo>
                <a:lnTo>
                  <a:pt x="1174532" y="239938"/>
                </a:lnTo>
                <a:lnTo>
                  <a:pt x="1173802" y="249246"/>
                </a:lnTo>
                <a:lnTo>
                  <a:pt x="1175992" y="244215"/>
                </a:lnTo>
                <a:lnTo>
                  <a:pt x="1177452" y="247039"/>
                </a:lnTo>
                <a:lnTo>
                  <a:pt x="1178182" y="246559"/>
                </a:lnTo>
                <a:lnTo>
                  <a:pt x="1181831" y="237774"/>
                </a:lnTo>
                <a:lnTo>
                  <a:pt x="1183291" y="246589"/>
                </a:lnTo>
                <a:lnTo>
                  <a:pt x="1186211" y="245428"/>
                </a:lnTo>
                <a:lnTo>
                  <a:pt x="1189131" y="241550"/>
                </a:lnTo>
                <a:lnTo>
                  <a:pt x="1189861" y="241073"/>
                </a:lnTo>
                <a:lnTo>
                  <a:pt x="1191321" y="247910"/>
                </a:lnTo>
                <a:lnTo>
                  <a:pt x="1192781" y="247056"/>
                </a:lnTo>
                <a:lnTo>
                  <a:pt x="1193511" y="242258"/>
                </a:lnTo>
                <a:lnTo>
                  <a:pt x="1195701" y="245115"/>
                </a:lnTo>
                <a:lnTo>
                  <a:pt x="1198621" y="241215"/>
                </a:lnTo>
                <a:lnTo>
                  <a:pt x="1200811" y="243062"/>
                </a:lnTo>
                <a:lnTo>
                  <a:pt x="1201541" y="238343"/>
                </a:lnTo>
                <a:lnTo>
                  <a:pt x="1203001" y="243764"/>
                </a:lnTo>
                <a:lnTo>
                  <a:pt x="1205921" y="253865"/>
                </a:lnTo>
                <a:lnTo>
                  <a:pt x="1207381" y="248043"/>
                </a:lnTo>
                <a:lnTo>
                  <a:pt x="1209571" y="249173"/>
                </a:lnTo>
                <a:lnTo>
                  <a:pt x="1210300" y="254959"/>
                </a:lnTo>
                <a:lnTo>
                  <a:pt x="1212490" y="252473"/>
                </a:lnTo>
                <a:lnTo>
                  <a:pt x="1216140" y="257676"/>
                </a:lnTo>
                <a:lnTo>
                  <a:pt x="1216870" y="262593"/>
                </a:lnTo>
                <a:lnTo>
                  <a:pt x="1218330" y="257233"/>
                </a:lnTo>
                <a:lnTo>
                  <a:pt x="1221250" y="259291"/>
                </a:lnTo>
                <a:lnTo>
                  <a:pt x="1224900" y="255932"/>
                </a:lnTo>
                <a:lnTo>
                  <a:pt x="1227820" y="254827"/>
                </a:lnTo>
                <a:lnTo>
                  <a:pt x="1232930" y="261708"/>
                </a:lnTo>
                <a:lnTo>
                  <a:pt x="1239499" y="261661"/>
                </a:lnTo>
                <a:lnTo>
                  <a:pt x="1242419" y="266916"/>
                </a:lnTo>
                <a:lnTo>
                  <a:pt x="1243149" y="266609"/>
                </a:lnTo>
                <a:lnTo>
                  <a:pt x="1246069" y="265966"/>
                </a:lnTo>
                <a:lnTo>
                  <a:pt x="1248259" y="269368"/>
                </a:lnTo>
                <a:lnTo>
                  <a:pt x="1248989" y="268059"/>
                </a:lnTo>
                <a:lnTo>
                  <a:pt x="1250449" y="267278"/>
                </a:lnTo>
                <a:lnTo>
                  <a:pt x="1251179" y="269315"/>
                </a:lnTo>
                <a:lnTo>
                  <a:pt x="1252639" y="270568"/>
                </a:lnTo>
                <a:lnTo>
                  <a:pt x="1253369" y="269439"/>
                </a:lnTo>
                <a:lnTo>
                  <a:pt x="1254829" y="267943"/>
                </a:lnTo>
                <a:lnTo>
                  <a:pt x="1255559" y="268761"/>
                </a:lnTo>
                <a:lnTo>
                  <a:pt x="1259939" y="274278"/>
                </a:lnTo>
                <a:lnTo>
                  <a:pt x="1263589" y="273269"/>
                </a:lnTo>
                <a:lnTo>
                  <a:pt x="1286948" y="283326"/>
                </a:lnTo>
                <a:lnTo>
                  <a:pt x="1288408" y="282606"/>
                </a:lnTo>
                <a:lnTo>
                  <a:pt x="1289138" y="284003"/>
                </a:lnTo>
                <a:lnTo>
                  <a:pt x="1290598" y="286837"/>
                </a:lnTo>
                <a:lnTo>
                  <a:pt x="1292058" y="285189"/>
                </a:lnTo>
                <a:lnTo>
                  <a:pt x="1293518" y="285854"/>
                </a:lnTo>
                <a:lnTo>
                  <a:pt x="1295708" y="291129"/>
                </a:lnTo>
                <a:lnTo>
                  <a:pt x="1297167" y="288571"/>
                </a:lnTo>
                <a:lnTo>
                  <a:pt x="1300817" y="285862"/>
                </a:lnTo>
                <a:lnTo>
                  <a:pt x="1303007" y="291705"/>
                </a:lnTo>
                <a:lnTo>
                  <a:pt x="1304467" y="287232"/>
                </a:lnTo>
                <a:lnTo>
                  <a:pt x="1305197" y="286616"/>
                </a:lnTo>
                <a:lnTo>
                  <a:pt x="1305927" y="287564"/>
                </a:lnTo>
                <a:lnTo>
                  <a:pt x="1307387" y="286856"/>
                </a:lnTo>
                <a:lnTo>
                  <a:pt x="1310307" y="294511"/>
                </a:lnTo>
                <a:lnTo>
                  <a:pt x="1311767" y="290291"/>
                </a:lnTo>
                <a:lnTo>
                  <a:pt x="1313227" y="292572"/>
                </a:lnTo>
                <a:lnTo>
                  <a:pt x="1314687" y="295974"/>
                </a:lnTo>
                <a:lnTo>
                  <a:pt x="1315417" y="293163"/>
                </a:lnTo>
                <a:lnTo>
                  <a:pt x="1318337" y="287623"/>
                </a:lnTo>
                <a:lnTo>
                  <a:pt x="1319067" y="286140"/>
                </a:lnTo>
                <a:lnTo>
                  <a:pt x="1319797" y="289084"/>
                </a:lnTo>
                <a:lnTo>
                  <a:pt x="1324907" y="298135"/>
                </a:lnTo>
                <a:lnTo>
                  <a:pt x="1325637" y="295863"/>
                </a:lnTo>
                <a:lnTo>
                  <a:pt x="1326367" y="298864"/>
                </a:lnTo>
                <a:lnTo>
                  <a:pt x="1327097" y="299933"/>
                </a:lnTo>
                <a:lnTo>
                  <a:pt x="1328557" y="298658"/>
                </a:lnTo>
                <a:lnTo>
                  <a:pt x="1330017" y="296096"/>
                </a:lnTo>
                <a:lnTo>
                  <a:pt x="1331477" y="298133"/>
                </a:lnTo>
                <a:lnTo>
                  <a:pt x="1332937" y="296869"/>
                </a:lnTo>
                <a:lnTo>
                  <a:pt x="1334397" y="293886"/>
                </a:lnTo>
                <a:lnTo>
                  <a:pt x="1335857" y="295318"/>
                </a:lnTo>
                <a:lnTo>
                  <a:pt x="1338777" y="296101"/>
                </a:lnTo>
                <a:lnTo>
                  <a:pt x="1341697" y="292210"/>
                </a:lnTo>
                <a:lnTo>
                  <a:pt x="1342427" y="294311"/>
                </a:lnTo>
                <a:lnTo>
                  <a:pt x="1351916" y="292526"/>
                </a:lnTo>
                <a:lnTo>
                  <a:pt x="1353376" y="290728"/>
                </a:lnTo>
                <a:lnTo>
                  <a:pt x="1354106" y="294194"/>
                </a:lnTo>
                <a:lnTo>
                  <a:pt x="1355566" y="289782"/>
                </a:lnTo>
                <a:lnTo>
                  <a:pt x="1357026" y="292741"/>
                </a:lnTo>
                <a:lnTo>
                  <a:pt x="1358486" y="291120"/>
                </a:lnTo>
                <a:lnTo>
                  <a:pt x="1362136" y="281548"/>
                </a:lnTo>
                <a:lnTo>
                  <a:pt x="1362866" y="282917"/>
                </a:lnTo>
                <a:lnTo>
                  <a:pt x="1364326" y="289032"/>
                </a:lnTo>
                <a:lnTo>
                  <a:pt x="1365786" y="287569"/>
                </a:lnTo>
                <a:lnTo>
                  <a:pt x="1367976" y="284911"/>
                </a:lnTo>
                <a:lnTo>
                  <a:pt x="1368706" y="285282"/>
                </a:lnTo>
                <a:lnTo>
                  <a:pt x="1369436" y="288651"/>
                </a:lnTo>
                <a:lnTo>
                  <a:pt x="1370896" y="283613"/>
                </a:lnTo>
                <a:lnTo>
                  <a:pt x="1374546" y="280814"/>
                </a:lnTo>
                <a:lnTo>
                  <a:pt x="1376735" y="277725"/>
                </a:lnTo>
                <a:lnTo>
                  <a:pt x="1377465" y="284514"/>
                </a:lnTo>
                <a:lnTo>
                  <a:pt x="1378925" y="280120"/>
                </a:lnTo>
                <a:lnTo>
                  <a:pt x="1381845" y="281818"/>
                </a:lnTo>
                <a:lnTo>
                  <a:pt x="1382575" y="275758"/>
                </a:lnTo>
                <a:lnTo>
                  <a:pt x="1384765" y="276413"/>
                </a:lnTo>
                <a:lnTo>
                  <a:pt x="1386955" y="278836"/>
                </a:lnTo>
                <a:lnTo>
                  <a:pt x="1387685" y="281316"/>
                </a:lnTo>
                <a:lnTo>
                  <a:pt x="1389875" y="280036"/>
                </a:lnTo>
                <a:lnTo>
                  <a:pt x="1390605" y="280390"/>
                </a:lnTo>
                <a:lnTo>
                  <a:pt x="1393525" y="288704"/>
                </a:lnTo>
                <a:lnTo>
                  <a:pt x="1396445" y="287307"/>
                </a:lnTo>
                <a:lnTo>
                  <a:pt x="1397175" y="289634"/>
                </a:lnTo>
                <a:lnTo>
                  <a:pt x="1399365" y="294840"/>
                </a:lnTo>
                <a:lnTo>
                  <a:pt x="1400825" y="298707"/>
                </a:lnTo>
                <a:lnTo>
                  <a:pt x="1401555" y="296826"/>
                </a:lnTo>
                <a:lnTo>
                  <a:pt x="1403015" y="292652"/>
                </a:lnTo>
                <a:lnTo>
                  <a:pt x="1406664" y="301572"/>
                </a:lnTo>
                <a:lnTo>
                  <a:pt x="1407394" y="302802"/>
                </a:lnTo>
                <a:lnTo>
                  <a:pt x="1408854" y="300318"/>
                </a:lnTo>
                <a:lnTo>
                  <a:pt x="1409584" y="300923"/>
                </a:lnTo>
                <a:lnTo>
                  <a:pt x="1410314" y="299428"/>
                </a:lnTo>
                <a:lnTo>
                  <a:pt x="1411044" y="298617"/>
                </a:lnTo>
                <a:lnTo>
                  <a:pt x="1411774" y="300211"/>
                </a:lnTo>
                <a:lnTo>
                  <a:pt x="1416884" y="313698"/>
                </a:lnTo>
                <a:lnTo>
                  <a:pt x="1419074" y="306473"/>
                </a:lnTo>
                <a:lnTo>
                  <a:pt x="1419804" y="307945"/>
                </a:lnTo>
                <a:lnTo>
                  <a:pt x="1430754" y="324413"/>
                </a:lnTo>
                <a:lnTo>
                  <a:pt x="1434403" y="323059"/>
                </a:lnTo>
                <a:lnTo>
                  <a:pt x="1438053" y="332893"/>
                </a:lnTo>
                <a:lnTo>
                  <a:pt x="1438783" y="328914"/>
                </a:lnTo>
                <a:lnTo>
                  <a:pt x="1440973" y="323404"/>
                </a:lnTo>
                <a:lnTo>
                  <a:pt x="1444623" y="336575"/>
                </a:lnTo>
                <a:lnTo>
                  <a:pt x="1446083" y="333922"/>
                </a:lnTo>
                <a:lnTo>
                  <a:pt x="1446813" y="336319"/>
                </a:lnTo>
                <a:lnTo>
                  <a:pt x="1449003" y="343800"/>
                </a:lnTo>
                <a:lnTo>
                  <a:pt x="1449733" y="339220"/>
                </a:lnTo>
                <a:lnTo>
                  <a:pt x="1451193" y="336948"/>
                </a:lnTo>
                <a:lnTo>
                  <a:pt x="1453383" y="333514"/>
                </a:lnTo>
                <a:lnTo>
                  <a:pt x="1454113" y="335646"/>
                </a:lnTo>
                <a:lnTo>
                  <a:pt x="1456303" y="342457"/>
                </a:lnTo>
                <a:lnTo>
                  <a:pt x="1457033" y="335145"/>
                </a:lnTo>
                <a:lnTo>
                  <a:pt x="1459223" y="337106"/>
                </a:lnTo>
                <a:lnTo>
                  <a:pt x="1461413" y="342092"/>
                </a:lnTo>
                <a:lnTo>
                  <a:pt x="1462872" y="340876"/>
                </a:lnTo>
                <a:lnTo>
                  <a:pt x="1468712" y="339933"/>
                </a:lnTo>
                <a:lnTo>
                  <a:pt x="1472362" y="345709"/>
                </a:lnTo>
                <a:lnTo>
                  <a:pt x="1473092" y="344823"/>
                </a:lnTo>
                <a:lnTo>
                  <a:pt x="1474552" y="346404"/>
                </a:lnTo>
                <a:lnTo>
                  <a:pt x="1481122" y="349295"/>
                </a:lnTo>
                <a:lnTo>
                  <a:pt x="1484042" y="347108"/>
                </a:lnTo>
                <a:lnTo>
                  <a:pt x="1484772" y="347685"/>
                </a:lnTo>
                <a:lnTo>
                  <a:pt x="1489882" y="352618"/>
                </a:lnTo>
                <a:lnTo>
                  <a:pt x="1491341" y="349711"/>
                </a:lnTo>
                <a:lnTo>
                  <a:pt x="1492071" y="353450"/>
                </a:lnTo>
                <a:lnTo>
                  <a:pt x="1492801" y="352386"/>
                </a:lnTo>
                <a:lnTo>
                  <a:pt x="1494261" y="353952"/>
                </a:lnTo>
                <a:lnTo>
                  <a:pt x="1497181" y="352278"/>
                </a:lnTo>
                <a:lnTo>
                  <a:pt x="1498641" y="351097"/>
                </a:lnTo>
                <a:lnTo>
                  <a:pt x="1499371" y="353539"/>
                </a:lnTo>
                <a:lnTo>
                  <a:pt x="1501561" y="355235"/>
                </a:lnTo>
                <a:lnTo>
                  <a:pt x="1502291" y="354679"/>
                </a:lnTo>
                <a:lnTo>
                  <a:pt x="1503751" y="351940"/>
                </a:lnTo>
                <a:lnTo>
                  <a:pt x="1505211" y="353442"/>
                </a:lnTo>
                <a:lnTo>
                  <a:pt x="1508131" y="357936"/>
                </a:lnTo>
                <a:lnTo>
                  <a:pt x="1510321" y="346715"/>
                </a:lnTo>
                <a:lnTo>
                  <a:pt x="1513241" y="349153"/>
                </a:lnTo>
                <a:lnTo>
                  <a:pt x="1516891" y="356228"/>
                </a:lnTo>
                <a:lnTo>
                  <a:pt x="1517621" y="353181"/>
                </a:lnTo>
                <a:lnTo>
                  <a:pt x="1519081" y="351072"/>
                </a:lnTo>
                <a:lnTo>
                  <a:pt x="1519810" y="354328"/>
                </a:lnTo>
                <a:lnTo>
                  <a:pt x="1521270" y="356409"/>
                </a:lnTo>
                <a:lnTo>
                  <a:pt x="1522000" y="355423"/>
                </a:lnTo>
                <a:lnTo>
                  <a:pt x="1522730" y="354462"/>
                </a:lnTo>
                <a:lnTo>
                  <a:pt x="1523460" y="355846"/>
                </a:lnTo>
                <a:lnTo>
                  <a:pt x="1527110" y="360922"/>
                </a:lnTo>
                <a:lnTo>
                  <a:pt x="1527840" y="360437"/>
                </a:lnTo>
                <a:lnTo>
                  <a:pt x="1530030" y="358292"/>
                </a:lnTo>
                <a:lnTo>
                  <a:pt x="1531490" y="356640"/>
                </a:lnTo>
                <a:lnTo>
                  <a:pt x="1533680" y="361369"/>
                </a:lnTo>
                <a:lnTo>
                  <a:pt x="1534410" y="362150"/>
                </a:lnTo>
                <a:lnTo>
                  <a:pt x="1535870" y="360482"/>
                </a:lnTo>
                <a:lnTo>
                  <a:pt x="1536600" y="357508"/>
                </a:lnTo>
                <a:lnTo>
                  <a:pt x="1538060" y="360674"/>
                </a:lnTo>
                <a:lnTo>
                  <a:pt x="1543900" y="365409"/>
                </a:lnTo>
                <a:lnTo>
                  <a:pt x="1544630" y="361830"/>
                </a:lnTo>
                <a:lnTo>
                  <a:pt x="1545360" y="365052"/>
                </a:lnTo>
                <a:lnTo>
                  <a:pt x="1546090" y="373078"/>
                </a:lnTo>
                <a:lnTo>
                  <a:pt x="1548280" y="371807"/>
                </a:lnTo>
                <a:lnTo>
                  <a:pt x="1552659" y="374449"/>
                </a:lnTo>
                <a:lnTo>
                  <a:pt x="1553389" y="371002"/>
                </a:lnTo>
                <a:lnTo>
                  <a:pt x="1554119" y="374935"/>
                </a:lnTo>
                <a:lnTo>
                  <a:pt x="1555579" y="379138"/>
                </a:lnTo>
                <a:lnTo>
                  <a:pt x="1557039" y="377211"/>
                </a:lnTo>
                <a:lnTo>
                  <a:pt x="1558499" y="376335"/>
                </a:lnTo>
                <a:lnTo>
                  <a:pt x="1559959" y="380863"/>
                </a:lnTo>
                <a:lnTo>
                  <a:pt x="1560689" y="378313"/>
                </a:lnTo>
                <a:lnTo>
                  <a:pt x="1562149" y="375028"/>
                </a:lnTo>
                <a:lnTo>
                  <a:pt x="1567259" y="305128"/>
                </a:lnTo>
                <a:lnTo>
                  <a:pt x="1573099" y="141050"/>
                </a:lnTo>
                <a:lnTo>
                  <a:pt x="1573829" y="144027"/>
                </a:lnTo>
                <a:lnTo>
                  <a:pt x="1576749" y="107861"/>
                </a:lnTo>
                <a:lnTo>
                  <a:pt x="1577478" y="111581"/>
                </a:lnTo>
                <a:lnTo>
                  <a:pt x="1578208" y="116160"/>
                </a:lnTo>
                <a:lnTo>
                  <a:pt x="1578938" y="113045"/>
                </a:lnTo>
                <a:lnTo>
                  <a:pt x="1581128" y="77832"/>
                </a:lnTo>
                <a:lnTo>
                  <a:pt x="1581858" y="103326"/>
                </a:lnTo>
                <a:lnTo>
                  <a:pt x="1585508" y="83914"/>
                </a:lnTo>
                <a:lnTo>
                  <a:pt x="1587698" y="109591"/>
                </a:lnTo>
                <a:lnTo>
                  <a:pt x="1588428" y="96631"/>
                </a:lnTo>
                <a:lnTo>
                  <a:pt x="1589158" y="92379"/>
                </a:lnTo>
                <a:lnTo>
                  <a:pt x="1589888" y="107508"/>
                </a:lnTo>
                <a:lnTo>
                  <a:pt x="1591348" y="91397"/>
                </a:lnTo>
                <a:lnTo>
                  <a:pt x="1592808" y="69693"/>
                </a:lnTo>
                <a:lnTo>
                  <a:pt x="1593538" y="86221"/>
                </a:lnTo>
                <a:lnTo>
                  <a:pt x="1594998" y="101337"/>
                </a:lnTo>
                <a:lnTo>
                  <a:pt x="1596458" y="98822"/>
                </a:lnTo>
                <a:lnTo>
                  <a:pt x="1597188" y="102238"/>
                </a:lnTo>
                <a:lnTo>
                  <a:pt x="1599378" y="107596"/>
                </a:lnTo>
                <a:lnTo>
                  <a:pt x="1600838" y="85057"/>
                </a:lnTo>
                <a:lnTo>
                  <a:pt x="1604488" y="109065"/>
                </a:lnTo>
                <a:lnTo>
                  <a:pt x="1605218" y="109199"/>
                </a:lnTo>
                <a:lnTo>
                  <a:pt x="1610327" y="122737"/>
                </a:lnTo>
                <a:lnTo>
                  <a:pt x="1611787" y="127086"/>
                </a:lnTo>
                <a:lnTo>
                  <a:pt x="1613247" y="132352"/>
                </a:lnTo>
                <a:lnTo>
                  <a:pt x="1613977" y="130659"/>
                </a:lnTo>
                <a:lnTo>
                  <a:pt x="1614707" y="127847"/>
                </a:lnTo>
                <a:lnTo>
                  <a:pt x="1615437" y="130054"/>
                </a:lnTo>
                <a:lnTo>
                  <a:pt x="1616897" y="141080"/>
                </a:lnTo>
                <a:lnTo>
                  <a:pt x="1617627" y="127873"/>
                </a:lnTo>
                <a:lnTo>
                  <a:pt x="1618357" y="120297"/>
                </a:lnTo>
                <a:lnTo>
                  <a:pt x="1619817" y="128899"/>
                </a:lnTo>
                <a:lnTo>
                  <a:pt x="1620547" y="129154"/>
                </a:lnTo>
                <a:lnTo>
                  <a:pt x="1625657" y="152453"/>
                </a:lnTo>
                <a:lnTo>
                  <a:pt x="1629307" y="161088"/>
                </a:lnTo>
                <a:lnTo>
                  <a:pt x="1636606" y="179602"/>
                </a:lnTo>
                <a:lnTo>
                  <a:pt x="1637336" y="177150"/>
                </a:lnTo>
                <a:lnTo>
                  <a:pt x="1638066" y="181545"/>
                </a:lnTo>
                <a:lnTo>
                  <a:pt x="1638796" y="180832"/>
                </a:lnTo>
                <a:lnTo>
                  <a:pt x="1643176" y="190950"/>
                </a:lnTo>
                <a:lnTo>
                  <a:pt x="1643906" y="187743"/>
                </a:lnTo>
                <a:lnTo>
                  <a:pt x="1644636" y="183338"/>
                </a:lnTo>
                <a:lnTo>
                  <a:pt x="1646096" y="188848"/>
                </a:lnTo>
                <a:lnTo>
                  <a:pt x="1649746" y="203750"/>
                </a:lnTo>
                <a:lnTo>
                  <a:pt x="1651206" y="194341"/>
                </a:lnTo>
                <a:lnTo>
                  <a:pt x="1651936" y="197992"/>
                </a:lnTo>
                <a:lnTo>
                  <a:pt x="1653396" y="205207"/>
                </a:lnTo>
                <a:lnTo>
                  <a:pt x="1654856" y="199544"/>
                </a:lnTo>
                <a:lnTo>
                  <a:pt x="1657046" y="206393"/>
                </a:lnTo>
                <a:lnTo>
                  <a:pt x="1657776" y="203848"/>
                </a:lnTo>
                <a:lnTo>
                  <a:pt x="1658506" y="198709"/>
                </a:lnTo>
                <a:lnTo>
                  <a:pt x="1659966" y="203285"/>
                </a:lnTo>
                <a:lnTo>
                  <a:pt x="1661426" y="209902"/>
                </a:lnTo>
                <a:lnTo>
                  <a:pt x="1662156" y="205331"/>
                </a:lnTo>
                <a:lnTo>
                  <a:pt x="1663616" y="198436"/>
                </a:lnTo>
                <a:lnTo>
                  <a:pt x="1664345" y="205831"/>
                </a:lnTo>
                <a:lnTo>
                  <a:pt x="1665805" y="213660"/>
                </a:lnTo>
                <a:lnTo>
                  <a:pt x="1666535" y="205758"/>
                </a:lnTo>
                <a:lnTo>
                  <a:pt x="1669455" y="199125"/>
                </a:lnTo>
                <a:lnTo>
                  <a:pt x="1673835" y="207532"/>
                </a:lnTo>
                <a:lnTo>
                  <a:pt x="1676755" y="201377"/>
                </a:lnTo>
                <a:lnTo>
                  <a:pt x="1679675" y="207936"/>
                </a:lnTo>
                <a:lnTo>
                  <a:pt x="1680405" y="207400"/>
                </a:lnTo>
                <a:lnTo>
                  <a:pt x="1681865" y="202490"/>
                </a:lnTo>
                <a:lnTo>
                  <a:pt x="1683325" y="203105"/>
                </a:lnTo>
                <a:lnTo>
                  <a:pt x="1684055" y="205069"/>
                </a:lnTo>
                <a:lnTo>
                  <a:pt x="1685515" y="202208"/>
                </a:lnTo>
                <a:lnTo>
                  <a:pt x="1686245" y="203804"/>
                </a:lnTo>
                <a:lnTo>
                  <a:pt x="1686975" y="203940"/>
                </a:lnTo>
                <a:lnTo>
                  <a:pt x="1687705" y="208724"/>
                </a:lnTo>
                <a:lnTo>
                  <a:pt x="1688435" y="206979"/>
                </a:lnTo>
                <a:lnTo>
                  <a:pt x="1689165" y="197941"/>
                </a:lnTo>
                <a:lnTo>
                  <a:pt x="1691355" y="202011"/>
                </a:lnTo>
                <a:lnTo>
                  <a:pt x="1694274" y="210511"/>
                </a:lnTo>
                <a:lnTo>
                  <a:pt x="1696464" y="197384"/>
                </a:lnTo>
                <a:lnTo>
                  <a:pt x="1697194" y="199835"/>
                </a:lnTo>
                <a:lnTo>
                  <a:pt x="1698654" y="209337"/>
                </a:lnTo>
                <a:lnTo>
                  <a:pt x="1700114" y="208325"/>
                </a:lnTo>
                <a:lnTo>
                  <a:pt x="1700844" y="202038"/>
                </a:lnTo>
                <a:lnTo>
                  <a:pt x="1703034" y="203672"/>
                </a:lnTo>
                <a:lnTo>
                  <a:pt x="1704494" y="211273"/>
                </a:lnTo>
                <a:lnTo>
                  <a:pt x="1705954" y="208591"/>
                </a:lnTo>
                <a:lnTo>
                  <a:pt x="1708144" y="208181"/>
                </a:lnTo>
                <a:lnTo>
                  <a:pt x="1708874" y="203037"/>
                </a:lnTo>
                <a:lnTo>
                  <a:pt x="1710334" y="209317"/>
                </a:lnTo>
                <a:lnTo>
                  <a:pt x="1711794" y="215862"/>
                </a:lnTo>
                <a:lnTo>
                  <a:pt x="1713254" y="211918"/>
                </a:lnTo>
                <a:lnTo>
                  <a:pt x="1713984" y="209452"/>
                </a:lnTo>
                <a:lnTo>
                  <a:pt x="1715444" y="210358"/>
                </a:lnTo>
                <a:lnTo>
                  <a:pt x="1716904" y="212615"/>
                </a:lnTo>
                <a:lnTo>
                  <a:pt x="1718364" y="205072"/>
                </a:lnTo>
                <a:lnTo>
                  <a:pt x="1719824" y="205729"/>
                </a:lnTo>
                <a:lnTo>
                  <a:pt x="1722013" y="212970"/>
                </a:lnTo>
                <a:lnTo>
                  <a:pt x="1722743" y="211088"/>
                </a:lnTo>
                <a:lnTo>
                  <a:pt x="1724933" y="204941"/>
                </a:lnTo>
                <a:lnTo>
                  <a:pt x="1725663" y="209644"/>
                </a:lnTo>
                <a:lnTo>
                  <a:pt x="1726393" y="215962"/>
                </a:lnTo>
                <a:lnTo>
                  <a:pt x="1727853" y="207759"/>
                </a:lnTo>
                <a:lnTo>
                  <a:pt x="1730043" y="213033"/>
                </a:lnTo>
                <a:lnTo>
                  <a:pt x="1730773" y="215600"/>
                </a:lnTo>
                <a:lnTo>
                  <a:pt x="1732233" y="212436"/>
                </a:lnTo>
                <a:lnTo>
                  <a:pt x="1733693" y="213163"/>
                </a:lnTo>
                <a:lnTo>
                  <a:pt x="1734423" y="211210"/>
                </a:lnTo>
                <a:lnTo>
                  <a:pt x="1736613" y="201856"/>
                </a:lnTo>
                <a:lnTo>
                  <a:pt x="1738073" y="202496"/>
                </a:lnTo>
                <a:lnTo>
                  <a:pt x="1738803" y="208404"/>
                </a:lnTo>
                <a:lnTo>
                  <a:pt x="1739533" y="201814"/>
                </a:lnTo>
                <a:lnTo>
                  <a:pt x="1740993" y="205832"/>
                </a:lnTo>
                <a:lnTo>
                  <a:pt x="1745373" y="213248"/>
                </a:lnTo>
                <a:lnTo>
                  <a:pt x="1746103" y="208720"/>
                </a:lnTo>
                <a:lnTo>
                  <a:pt x="1748293" y="200999"/>
                </a:lnTo>
                <a:lnTo>
                  <a:pt x="1749023" y="206024"/>
                </a:lnTo>
                <a:lnTo>
                  <a:pt x="1749753" y="205673"/>
                </a:lnTo>
                <a:lnTo>
                  <a:pt x="1751212" y="206841"/>
                </a:lnTo>
                <a:lnTo>
                  <a:pt x="1752672" y="197069"/>
                </a:lnTo>
                <a:lnTo>
                  <a:pt x="1753403" y="204249"/>
                </a:lnTo>
                <a:lnTo>
                  <a:pt x="1754862" y="203430"/>
                </a:lnTo>
                <a:lnTo>
                  <a:pt x="1757053" y="198331"/>
                </a:lnTo>
                <a:lnTo>
                  <a:pt x="1757783" y="201408"/>
                </a:lnTo>
                <a:lnTo>
                  <a:pt x="1758512" y="202400"/>
                </a:lnTo>
                <a:lnTo>
                  <a:pt x="1759973" y="201015"/>
                </a:lnTo>
                <a:lnTo>
                  <a:pt x="1762163" y="203100"/>
                </a:lnTo>
                <a:lnTo>
                  <a:pt x="1762893" y="203102"/>
                </a:lnTo>
                <a:lnTo>
                  <a:pt x="1764353" y="193138"/>
                </a:lnTo>
                <a:lnTo>
                  <a:pt x="1765083" y="199241"/>
                </a:lnTo>
                <a:lnTo>
                  <a:pt x="1765813" y="201682"/>
                </a:lnTo>
                <a:lnTo>
                  <a:pt x="1766543" y="198108"/>
                </a:lnTo>
                <a:lnTo>
                  <a:pt x="1768003" y="200528"/>
                </a:lnTo>
                <a:lnTo>
                  <a:pt x="1769463" y="197845"/>
                </a:lnTo>
                <a:lnTo>
                  <a:pt x="1770193" y="199245"/>
                </a:lnTo>
                <a:lnTo>
                  <a:pt x="1770923" y="205916"/>
                </a:lnTo>
                <a:lnTo>
                  <a:pt x="1772382" y="199739"/>
                </a:lnTo>
                <a:lnTo>
                  <a:pt x="1774572" y="193081"/>
                </a:lnTo>
                <a:lnTo>
                  <a:pt x="1775302" y="199588"/>
                </a:lnTo>
                <a:lnTo>
                  <a:pt x="1776762" y="198574"/>
                </a:lnTo>
                <a:lnTo>
                  <a:pt x="1778222" y="190276"/>
                </a:lnTo>
                <a:lnTo>
                  <a:pt x="1779682" y="195250"/>
                </a:lnTo>
                <a:lnTo>
                  <a:pt x="1780412" y="205072"/>
                </a:lnTo>
                <a:lnTo>
                  <a:pt x="1781872" y="191543"/>
                </a:lnTo>
                <a:lnTo>
                  <a:pt x="1782602" y="196907"/>
                </a:lnTo>
                <a:lnTo>
                  <a:pt x="1783332" y="187851"/>
                </a:lnTo>
                <a:lnTo>
                  <a:pt x="1784062" y="188540"/>
                </a:lnTo>
                <a:lnTo>
                  <a:pt x="1788442" y="203818"/>
                </a:lnTo>
                <a:lnTo>
                  <a:pt x="1789902" y="206311"/>
                </a:lnTo>
                <a:lnTo>
                  <a:pt x="1792092" y="197189"/>
                </a:lnTo>
                <a:lnTo>
                  <a:pt x="1792822" y="203164"/>
                </a:lnTo>
                <a:lnTo>
                  <a:pt x="1794282" y="196729"/>
                </a:lnTo>
                <a:lnTo>
                  <a:pt x="1795012" y="194241"/>
                </a:lnTo>
                <a:lnTo>
                  <a:pt x="1796472" y="204621"/>
                </a:lnTo>
                <a:lnTo>
                  <a:pt x="1797932" y="199232"/>
                </a:lnTo>
                <a:lnTo>
                  <a:pt x="1799392" y="188166"/>
                </a:lnTo>
                <a:lnTo>
                  <a:pt x="1800122" y="190964"/>
                </a:lnTo>
                <a:lnTo>
                  <a:pt x="1803041" y="199645"/>
                </a:lnTo>
                <a:lnTo>
                  <a:pt x="1805231" y="193214"/>
                </a:lnTo>
                <a:lnTo>
                  <a:pt x="1805961" y="196917"/>
                </a:lnTo>
                <a:lnTo>
                  <a:pt x="1806691" y="201164"/>
                </a:lnTo>
                <a:lnTo>
                  <a:pt x="1807421" y="200906"/>
                </a:lnTo>
                <a:lnTo>
                  <a:pt x="1808151" y="193125"/>
                </a:lnTo>
                <a:lnTo>
                  <a:pt x="1809611" y="197285"/>
                </a:lnTo>
                <a:lnTo>
                  <a:pt x="1810341" y="202796"/>
                </a:lnTo>
                <a:lnTo>
                  <a:pt x="1811071" y="194718"/>
                </a:lnTo>
                <a:lnTo>
                  <a:pt x="1812531" y="200658"/>
                </a:lnTo>
                <a:lnTo>
                  <a:pt x="1813991" y="194616"/>
                </a:lnTo>
                <a:lnTo>
                  <a:pt x="1814721" y="188094"/>
                </a:lnTo>
                <a:lnTo>
                  <a:pt x="1816181" y="192060"/>
                </a:lnTo>
                <a:lnTo>
                  <a:pt x="1819831" y="206839"/>
                </a:lnTo>
                <a:lnTo>
                  <a:pt x="1822021" y="190494"/>
                </a:lnTo>
                <a:lnTo>
                  <a:pt x="1823481" y="198433"/>
                </a:lnTo>
                <a:lnTo>
                  <a:pt x="1824941" y="204623"/>
                </a:lnTo>
                <a:lnTo>
                  <a:pt x="1825671" y="196368"/>
                </a:lnTo>
                <a:lnTo>
                  <a:pt x="1826401" y="187505"/>
                </a:lnTo>
                <a:lnTo>
                  <a:pt x="1827861" y="190514"/>
                </a:lnTo>
                <a:lnTo>
                  <a:pt x="1829320" y="207387"/>
                </a:lnTo>
                <a:lnTo>
                  <a:pt x="1830050" y="203306"/>
                </a:lnTo>
                <a:lnTo>
                  <a:pt x="1832970" y="190514"/>
                </a:lnTo>
                <a:lnTo>
                  <a:pt x="1834430" y="202343"/>
                </a:lnTo>
                <a:lnTo>
                  <a:pt x="1835890" y="193951"/>
                </a:lnTo>
                <a:lnTo>
                  <a:pt x="1836620" y="194110"/>
                </a:lnTo>
                <a:lnTo>
                  <a:pt x="1837350" y="197761"/>
                </a:lnTo>
                <a:lnTo>
                  <a:pt x="1838810" y="185425"/>
                </a:lnTo>
                <a:lnTo>
                  <a:pt x="1839540" y="202401"/>
                </a:lnTo>
                <a:lnTo>
                  <a:pt x="1841730" y="185267"/>
                </a:lnTo>
                <a:lnTo>
                  <a:pt x="1842460" y="190676"/>
                </a:lnTo>
                <a:lnTo>
                  <a:pt x="1843190" y="193781"/>
                </a:lnTo>
                <a:lnTo>
                  <a:pt x="1843920" y="190603"/>
                </a:lnTo>
                <a:lnTo>
                  <a:pt x="1844650" y="188184"/>
                </a:lnTo>
                <a:lnTo>
                  <a:pt x="1846840" y="209144"/>
                </a:lnTo>
                <a:lnTo>
                  <a:pt x="1848300" y="203364"/>
                </a:lnTo>
                <a:lnTo>
                  <a:pt x="1849760" y="190935"/>
                </a:lnTo>
                <a:lnTo>
                  <a:pt x="1851220" y="194504"/>
                </a:lnTo>
                <a:lnTo>
                  <a:pt x="1851950" y="195056"/>
                </a:lnTo>
                <a:lnTo>
                  <a:pt x="1852680" y="204042"/>
                </a:lnTo>
                <a:lnTo>
                  <a:pt x="1854140" y="196402"/>
                </a:lnTo>
                <a:lnTo>
                  <a:pt x="1855600" y="189380"/>
                </a:lnTo>
                <a:lnTo>
                  <a:pt x="1856330" y="202708"/>
                </a:lnTo>
                <a:lnTo>
                  <a:pt x="1858519" y="198072"/>
                </a:lnTo>
                <a:lnTo>
                  <a:pt x="1859249" y="190061"/>
                </a:lnTo>
                <a:lnTo>
                  <a:pt x="1860709" y="192795"/>
                </a:lnTo>
                <a:lnTo>
                  <a:pt x="1862169" y="203427"/>
                </a:lnTo>
                <a:lnTo>
                  <a:pt x="1862899" y="199566"/>
                </a:lnTo>
                <a:lnTo>
                  <a:pt x="1864359" y="186153"/>
                </a:lnTo>
                <a:lnTo>
                  <a:pt x="1865819" y="191788"/>
                </a:lnTo>
                <a:lnTo>
                  <a:pt x="1867279" y="192427"/>
                </a:lnTo>
                <a:lnTo>
                  <a:pt x="1870199" y="180520"/>
                </a:lnTo>
                <a:lnTo>
                  <a:pt x="1872389" y="192140"/>
                </a:lnTo>
                <a:lnTo>
                  <a:pt x="1873119" y="191408"/>
                </a:lnTo>
                <a:lnTo>
                  <a:pt x="1874579" y="186609"/>
                </a:lnTo>
                <a:lnTo>
                  <a:pt x="1875309" y="198086"/>
                </a:lnTo>
                <a:lnTo>
                  <a:pt x="1876039" y="180043"/>
                </a:lnTo>
                <a:lnTo>
                  <a:pt x="1877499" y="160863"/>
                </a:lnTo>
                <a:lnTo>
                  <a:pt x="1878229" y="192903"/>
                </a:lnTo>
                <a:lnTo>
                  <a:pt x="1880419" y="174510"/>
                </a:lnTo>
                <a:lnTo>
                  <a:pt x="1881149" y="187921"/>
                </a:lnTo>
                <a:lnTo>
                  <a:pt x="1883339" y="179848"/>
                </a:lnTo>
                <a:lnTo>
                  <a:pt x="1884069" y="192617"/>
                </a:lnTo>
                <a:lnTo>
                  <a:pt x="1885529" y="181490"/>
                </a:lnTo>
                <a:lnTo>
                  <a:pt x="1886259" y="181187"/>
                </a:lnTo>
                <a:lnTo>
                  <a:pt x="1886989" y="187726"/>
                </a:lnTo>
                <a:lnTo>
                  <a:pt x="1888448" y="186515"/>
                </a:lnTo>
                <a:lnTo>
                  <a:pt x="1889178" y="181492"/>
                </a:lnTo>
                <a:lnTo>
                  <a:pt x="1889908" y="187815"/>
                </a:lnTo>
                <a:lnTo>
                  <a:pt x="1890638" y="187830"/>
                </a:lnTo>
                <a:lnTo>
                  <a:pt x="1892098" y="193213"/>
                </a:lnTo>
                <a:lnTo>
                  <a:pt x="1893558" y="189081"/>
                </a:lnTo>
                <a:lnTo>
                  <a:pt x="1895018" y="193036"/>
                </a:lnTo>
                <a:lnTo>
                  <a:pt x="1895748" y="181224"/>
                </a:lnTo>
                <a:lnTo>
                  <a:pt x="1897208" y="187637"/>
                </a:lnTo>
                <a:lnTo>
                  <a:pt x="1900128" y="196689"/>
                </a:lnTo>
                <a:lnTo>
                  <a:pt x="1900858" y="196584"/>
                </a:lnTo>
                <a:lnTo>
                  <a:pt x="1901588" y="184681"/>
                </a:lnTo>
                <a:lnTo>
                  <a:pt x="1903048" y="193081"/>
                </a:lnTo>
                <a:lnTo>
                  <a:pt x="1903778" y="192914"/>
                </a:lnTo>
                <a:lnTo>
                  <a:pt x="1905238" y="203102"/>
                </a:lnTo>
                <a:lnTo>
                  <a:pt x="1905968" y="200493"/>
                </a:lnTo>
                <a:lnTo>
                  <a:pt x="1906698" y="191896"/>
                </a:lnTo>
                <a:lnTo>
                  <a:pt x="1908158" y="197250"/>
                </a:lnTo>
                <a:lnTo>
                  <a:pt x="1908888" y="204535"/>
                </a:lnTo>
                <a:lnTo>
                  <a:pt x="1909618" y="195731"/>
                </a:lnTo>
                <a:lnTo>
                  <a:pt x="1910348" y="188842"/>
                </a:lnTo>
                <a:lnTo>
                  <a:pt x="1911078" y="197846"/>
                </a:lnTo>
                <a:lnTo>
                  <a:pt x="1912538" y="206804"/>
                </a:lnTo>
                <a:lnTo>
                  <a:pt x="1913998" y="205246"/>
                </a:lnTo>
                <a:lnTo>
                  <a:pt x="1916917" y="212405"/>
                </a:lnTo>
                <a:lnTo>
                  <a:pt x="1917647" y="211843"/>
                </a:lnTo>
                <a:lnTo>
                  <a:pt x="1919107" y="194126"/>
                </a:lnTo>
                <a:lnTo>
                  <a:pt x="1920567" y="204655"/>
                </a:lnTo>
                <a:lnTo>
                  <a:pt x="1921297" y="209708"/>
                </a:lnTo>
                <a:lnTo>
                  <a:pt x="1922757" y="208023"/>
                </a:lnTo>
                <a:lnTo>
                  <a:pt x="1924217" y="197937"/>
                </a:lnTo>
                <a:lnTo>
                  <a:pt x="1924947" y="204926"/>
                </a:lnTo>
                <a:lnTo>
                  <a:pt x="1926407" y="210435"/>
                </a:lnTo>
                <a:lnTo>
                  <a:pt x="1927137" y="203042"/>
                </a:lnTo>
                <a:lnTo>
                  <a:pt x="1927867" y="211260"/>
                </a:lnTo>
                <a:lnTo>
                  <a:pt x="1929327" y="206062"/>
                </a:lnTo>
                <a:lnTo>
                  <a:pt x="1932977" y="212394"/>
                </a:lnTo>
                <a:lnTo>
                  <a:pt x="1934437" y="217253"/>
                </a:lnTo>
                <a:lnTo>
                  <a:pt x="1935167" y="205200"/>
                </a:lnTo>
                <a:lnTo>
                  <a:pt x="1937357" y="210014"/>
                </a:lnTo>
                <a:lnTo>
                  <a:pt x="1938087" y="209271"/>
                </a:lnTo>
                <a:lnTo>
                  <a:pt x="1938817" y="202813"/>
                </a:lnTo>
                <a:lnTo>
                  <a:pt x="1939547" y="205048"/>
                </a:lnTo>
                <a:lnTo>
                  <a:pt x="1940277" y="218964"/>
                </a:lnTo>
                <a:lnTo>
                  <a:pt x="1941737" y="212601"/>
                </a:lnTo>
                <a:lnTo>
                  <a:pt x="1943197" y="202485"/>
                </a:lnTo>
                <a:lnTo>
                  <a:pt x="1943927" y="211124"/>
                </a:lnTo>
                <a:lnTo>
                  <a:pt x="1945386" y="224346"/>
                </a:lnTo>
                <a:lnTo>
                  <a:pt x="1946846" y="216242"/>
                </a:lnTo>
                <a:lnTo>
                  <a:pt x="1949036" y="224149"/>
                </a:lnTo>
                <a:lnTo>
                  <a:pt x="1949766" y="222222"/>
                </a:lnTo>
                <a:lnTo>
                  <a:pt x="1951226" y="218339"/>
                </a:lnTo>
                <a:lnTo>
                  <a:pt x="1952686" y="227255"/>
                </a:lnTo>
                <a:lnTo>
                  <a:pt x="1953416" y="218073"/>
                </a:lnTo>
                <a:lnTo>
                  <a:pt x="1954876" y="219951"/>
                </a:lnTo>
                <a:lnTo>
                  <a:pt x="1955606" y="212834"/>
                </a:lnTo>
                <a:lnTo>
                  <a:pt x="1959256" y="229096"/>
                </a:lnTo>
                <a:lnTo>
                  <a:pt x="1960716" y="214971"/>
                </a:lnTo>
                <a:lnTo>
                  <a:pt x="1962176" y="219747"/>
                </a:lnTo>
                <a:lnTo>
                  <a:pt x="1963636" y="227313"/>
                </a:lnTo>
                <a:lnTo>
                  <a:pt x="1964366" y="218185"/>
                </a:lnTo>
                <a:lnTo>
                  <a:pt x="1965096" y="215470"/>
                </a:lnTo>
                <a:lnTo>
                  <a:pt x="1965826" y="221503"/>
                </a:lnTo>
                <a:lnTo>
                  <a:pt x="1966556" y="217064"/>
                </a:lnTo>
                <a:lnTo>
                  <a:pt x="1968016" y="216453"/>
                </a:lnTo>
                <a:lnTo>
                  <a:pt x="1968746" y="218962"/>
                </a:lnTo>
                <a:lnTo>
                  <a:pt x="1972396" y="214313"/>
                </a:lnTo>
                <a:lnTo>
                  <a:pt x="1973126" y="215286"/>
                </a:lnTo>
                <a:lnTo>
                  <a:pt x="1973855" y="221288"/>
                </a:lnTo>
                <a:lnTo>
                  <a:pt x="1974585" y="215108"/>
                </a:lnTo>
                <a:lnTo>
                  <a:pt x="1976045" y="219081"/>
                </a:lnTo>
                <a:lnTo>
                  <a:pt x="1977505" y="212370"/>
                </a:lnTo>
                <a:lnTo>
                  <a:pt x="1978235" y="221972"/>
                </a:lnTo>
                <a:lnTo>
                  <a:pt x="1980425" y="220869"/>
                </a:lnTo>
                <a:lnTo>
                  <a:pt x="1981885" y="212829"/>
                </a:lnTo>
                <a:lnTo>
                  <a:pt x="1982615" y="214741"/>
                </a:lnTo>
                <a:lnTo>
                  <a:pt x="1983345" y="223208"/>
                </a:lnTo>
                <a:lnTo>
                  <a:pt x="1984805" y="216246"/>
                </a:lnTo>
                <a:lnTo>
                  <a:pt x="1986265" y="218305"/>
                </a:lnTo>
                <a:lnTo>
                  <a:pt x="1986995" y="221554"/>
                </a:lnTo>
                <a:lnTo>
                  <a:pt x="1987725" y="215497"/>
                </a:lnTo>
                <a:lnTo>
                  <a:pt x="1988455" y="205212"/>
                </a:lnTo>
                <a:lnTo>
                  <a:pt x="1989915" y="217056"/>
                </a:lnTo>
                <a:lnTo>
                  <a:pt x="1990645" y="216038"/>
                </a:lnTo>
                <a:lnTo>
                  <a:pt x="1991375" y="222776"/>
                </a:lnTo>
                <a:lnTo>
                  <a:pt x="1992105" y="211875"/>
                </a:lnTo>
                <a:lnTo>
                  <a:pt x="1992835" y="217750"/>
                </a:lnTo>
                <a:lnTo>
                  <a:pt x="1993565" y="217342"/>
                </a:lnTo>
                <a:lnTo>
                  <a:pt x="1994295" y="219868"/>
                </a:lnTo>
                <a:lnTo>
                  <a:pt x="1997215" y="210663"/>
                </a:lnTo>
                <a:lnTo>
                  <a:pt x="1998675" y="223740"/>
                </a:lnTo>
                <a:lnTo>
                  <a:pt x="1999405" y="218124"/>
                </a:lnTo>
                <a:lnTo>
                  <a:pt x="2001595" y="209361"/>
                </a:lnTo>
                <a:lnTo>
                  <a:pt x="2000865" y="219309"/>
                </a:lnTo>
                <a:lnTo>
                  <a:pt x="2002325" y="212514"/>
                </a:lnTo>
                <a:lnTo>
                  <a:pt x="2003054" y="212101"/>
                </a:lnTo>
                <a:lnTo>
                  <a:pt x="2003784" y="218589"/>
                </a:lnTo>
                <a:lnTo>
                  <a:pt x="2005244" y="209101"/>
                </a:lnTo>
                <a:lnTo>
                  <a:pt x="2005974" y="214692"/>
                </a:lnTo>
                <a:lnTo>
                  <a:pt x="2007434" y="209202"/>
                </a:lnTo>
                <a:lnTo>
                  <a:pt x="2008164" y="214280"/>
                </a:lnTo>
                <a:lnTo>
                  <a:pt x="2008894" y="219895"/>
                </a:lnTo>
                <a:lnTo>
                  <a:pt x="2010354" y="213619"/>
                </a:lnTo>
                <a:lnTo>
                  <a:pt x="2011814" y="211227"/>
                </a:lnTo>
                <a:lnTo>
                  <a:pt x="2012544" y="215368"/>
                </a:lnTo>
                <a:lnTo>
                  <a:pt x="2013274" y="211552"/>
                </a:lnTo>
                <a:lnTo>
                  <a:pt x="2014734" y="217568"/>
                </a:lnTo>
                <a:lnTo>
                  <a:pt x="2016194" y="212079"/>
                </a:lnTo>
                <a:lnTo>
                  <a:pt x="2016924" y="220597"/>
                </a:lnTo>
                <a:lnTo>
                  <a:pt x="2018384" y="217925"/>
                </a:lnTo>
                <a:lnTo>
                  <a:pt x="2021304" y="208186"/>
                </a:lnTo>
                <a:lnTo>
                  <a:pt x="2022764" y="208209"/>
                </a:lnTo>
                <a:lnTo>
                  <a:pt x="2026414" y="215688"/>
                </a:lnTo>
                <a:lnTo>
                  <a:pt x="2027874" y="209630"/>
                </a:lnTo>
                <a:lnTo>
                  <a:pt x="2028604" y="217635"/>
                </a:lnTo>
                <a:lnTo>
                  <a:pt x="2030064" y="211794"/>
                </a:lnTo>
                <a:lnTo>
                  <a:pt x="2030794" y="205478"/>
                </a:lnTo>
                <a:lnTo>
                  <a:pt x="2032253" y="214619"/>
                </a:lnTo>
                <a:lnTo>
                  <a:pt x="2035173" y="203944"/>
                </a:lnTo>
                <a:lnTo>
                  <a:pt x="2035903" y="205949"/>
                </a:lnTo>
                <a:lnTo>
                  <a:pt x="2036633" y="212201"/>
                </a:lnTo>
                <a:lnTo>
                  <a:pt x="2037363" y="204669"/>
                </a:lnTo>
                <a:lnTo>
                  <a:pt x="2038093" y="206264"/>
                </a:lnTo>
                <a:lnTo>
                  <a:pt x="2041013" y="209623"/>
                </a:lnTo>
                <a:lnTo>
                  <a:pt x="2041743" y="206211"/>
                </a:lnTo>
                <a:lnTo>
                  <a:pt x="2042473" y="213288"/>
                </a:lnTo>
                <a:lnTo>
                  <a:pt x="2043933" y="213089"/>
                </a:lnTo>
                <a:lnTo>
                  <a:pt x="2044663" y="207228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path 202"/>
          <p:cNvSpPr/>
          <p:nvPr/>
        </p:nvSpPr>
        <p:spPr>
          <a:xfrm>
            <a:off x="9759991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path 203"/>
          <p:cNvSpPr/>
          <p:nvPr/>
        </p:nvSpPr>
        <p:spPr>
          <a:xfrm>
            <a:off x="12009119" y="4619069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path 204"/>
          <p:cNvSpPr/>
          <p:nvPr/>
        </p:nvSpPr>
        <p:spPr>
          <a:xfrm>
            <a:off x="9759991" y="5794077"/>
            <a:ext cx="2249128" cy="0"/>
          </a:xfrm>
          <a:custGeom>
            <a:avLst/>
            <a:gdLst/>
            <a:ahLst/>
            <a:cxnLst/>
            <a:rect l="l" t="t" r="r" b="b"/>
            <a:pathLst>
              <a:path w="2249128" h="0">
                <a:moveTo>
                  <a:pt x="0" y="0"/>
                </a:moveTo>
                <a:lnTo>
                  <a:pt x="2249128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path 205"/>
          <p:cNvSpPr/>
          <p:nvPr/>
        </p:nvSpPr>
        <p:spPr>
          <a:xfrm>
            <a:off x="9759991" y="4619069"/>
            <a:ext cx="2249128" cy="0"/>
          </a:xfrm>
          <a:custGeom>
            <a:avLst/>
            <a:gdLst/>
            <a:ahLst/>
            <a:cxnLst/>
            <a:rect l="l" t="t" r="r" b="b"/>
            <a:pathLst>
              <a:path w="2249128" h="0">
                <a:moveTo>
                  <a:pt x="0" y="0"/>
                </a:moveTo>
                <a:lnTo>
                  <a:pt x="2249128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path 206"/>
          <p:cNvSpPr/>
          <p:nvPr/>
        </p:nvSpPr>
        <p:spPr>
          <a:xfrm>
            <a:off x="4001330" y="544265"/>
            <a:ext cx="319720" cy="0"/>
          </a:xfrm>
          <a:custGeom>
            <a:avLst/>
            <a:gdLst/>
            <a:ahLst/>
            <a:cxnLst/>
            <a:rect l="l" t="t" r="r" b="b"/>
            <a:pathLst>
              <a:path w="319720" h="0">
                <a:moveTo>
                  <a:pt x="0" y="0"/>
                </a:moveTo>
                <a:lnTo>
                  <a:pt x="159860" y="0"/>
                </a:lnTo>
                <a:lnTo>
                  <a:pt x="319720" y="0"/>
                </a:lnTo>
              </a:path>
            </a:pathLst>
          </a:custGeom>
          <a:noFill/>
          <a:ln w="4736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4463148" y="461017"/>
            <a:ext cx="966976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2B2B2B"/>
                </a:solidFill>
                <a:latin typeface="Times New Roman"/>
              </a:rPr>
              <a:t>x component</a:t>
            </a:r>
          </a:p>
        </p:txBody>
      </p:sp>
      <p:sp>
        <p:nvSpPr>
          <p:cNvPr id="289" name="Editable path 207"/>
          <p:cNvSpPr/>
          <p:nvPr/>
        </p:nvSpPr>
        <p:spPr>
          <a:xfrm>
            <a:off x="5652478" y="544265"/>
            <a:ext cx="319720" cy="0"/>
          </a:xfrm>
          <a:custGeom>
            <a:avLst/>
            <a:gdLst/>
            <a:ahLst/>
            <a:cxnLst/>
            <a:rect l="l" t="t" r="r" b="b"/>
            <a:pathLst>
              <a:path w="319720" h="0">
                <a:moveTo>
                  <a:pt x="0" y="0"/>
                </a:moveTo>
                <a:lnTo>
                  <a:pt x="159860" y="0"/>
                </a:lnTo>
                <a:lnTo>
                  <a:pt x="319720" y="0"/>
                </a:lnTo>
              </a:path>
            </a:pathLst>
          </a:custGeom>
          <a:noFill/>
          <a:ln w="47365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114296" y="461017"/>
            <a:ext cx="966975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2B2B2B"/>
                </a:solidFill>
                <a:latin typeface="Times New Roman"/>
              </a:rPr>
              <a:t>y component</a:t>
            </a:r>
          </a:p>
        </p:txBody>
      </p:sp>
      <p:sp>
        <p:nvSpPr>
          <p:cNvPr id="291" name="Editable path 208"/>
          <p:cNvSpPr/>
          <p:nvPr/>
        </p:nvSpPr>
        <p:spPr>
          <a:xfrm>
            <a:off x="7303626" y="544265"/>
            <a:ext cx="319721" cy="0"/>
          </a:xfrm>
          <a:custGeom>
            <a:avLst/>
            <a:gdLst/>
            <a:ahLst/>
            <a:cxnLst/>
            <a:rect l="l" t="t" r="r" b="b"/>
            <a:pathLst>
              <a:path w="319721" h="0">
                <a:moveTo>
                  <a:pt x="0" y="0"/>
                </a:moveTo>
                <a:lnTo>
                  <a:pt x="159860" y="0"/>
                </a:lnTo>
                <a:lnTo>
                  <a:pt x="319721" y="0"/>
                </a:lnTo>
              </a:path>
            </a:pathLst>
          </a:custGeom>
          <a:noFill/>
          <a:ln w="4736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7765444" y="461017"/>
            <a:ext cx="957029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2B2B2B"/>
                </a:solidFill>
                <a:latin typeface="Times New Roman"/>
              </a:rPr>
              <a:t>z component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771122" y="0"/>
            <a:ext cx="10649755" cy="6858000"/>
          </a:xfrm>
          <a:custGeom>
            <a:avLst/>
            <a:gdLst/>
            <a:ahLst/>
            <a:cxnLst/>
            <a:rect l="l" t="t" r="r" b="b"/>
            <a:pathLst>
              <a:path w="10649755" h="6858000">
                <a:moveTo>
                  <a:pt x="0" y="0"/>
                </a:moveTo>
                <a:lnTo>
                  <a:pt x="10649755" y="0"/>
                </a:lnTo>
                <a:lnTo>
                  <a:pt x="1064975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33" y="386569"/>
            <a:ext cx="2770354" cy="1430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83038" y="126712"/>
            <a:ext cx="975371" cy="198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Couch · failed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083" y="386569"/>
            <a:ext cx="2770354" cy="14302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38272" y="126712"/>
            <a:ext cx="901655" cy="198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Crate · failed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434" y="386569"/>
            <a:ext cx="2770354" cy="14302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42871" y="126712"/>
            <a:ext cx="929319" cy="198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Beam · failed</a:t>
            </a:r>
          </a:p>
        </p:txBody>
      </p:sp>
      <p:sp>
        <p:nvSpPr>
          <p:cNvPr id="9" name="Editable path 2"/>
          <p:cNvSpPr/>
          <p:nvPr/>
        </p:nvSpPr>
        <p:spPr>
          <a:xfrm>
            <a:off x="1464734" y="2682243"/>
            <a:ext cx="2770354" cy="1450049"/>
          </a:xfrm>
          <a:custGeom>
            <a:avLst/>
            <a:gdLst/>
            <a:ahLst/>
            <a:cxnLst/>
            <a:rect l="l" t="t" r="r" b="b"/>
            <a:pathLst>
              <a:path w="2770354" h="1450049">
                <a:moveTo>
                  <a:pt x="0" y="0"/>
                </a:moveTo>
                <a:lnTo>
                  <a:pt x="2770354" y="0"/>
                </a:lnTo>
                <a:lnTo>
                  <a:pt x="2770354" y="1450049"/>
                </a:lnTo>
                <a:lnTo>
                  <a:pt x="0" y="14500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path 3"/>
          <p:cNvSpPr/>
          <p:nvPr/>
        </p:nvSpPr>
        <p:spPr>
          <a:xfrm>
            <a:off x="1580462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4"/>
          <p:cNvSpPr/>
          <p:nvPr/>
        </p:nvSpPr>
        <p:spPr>
          <a:xfrm>
            <a:off x="1580462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49402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3" name="Editable path 5"/>
          <p:cNvSpPr/>
          <p:nvPr/>
        </p:nvSpPr>
        <p:spPr>
          <a:xfrm>
            <a:off x="2090281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6"/>
          <p:cNvSpPr/>
          <p:nvPr/>
        </p:nvSpPr>
        <p:spPr>
          <a:xfrm>
            <a:off x="2090281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9220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6" name="Editable path 7"/>
          <p:cNvSpPr/>
          <p:nvPr/>
        </p:nvSpPr>
        <p:spPr>
          <a:xfrm>
            <a:off x="2600100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8"/>
          <p:cNvSpPr/>
          <p:nvPr/>
        </p:nvSpPr>
        <p:spPr>
          <a:xfrm>
            <a:off x="2600100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9039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9" name="Editable path 9"/>
          <p:cNvSpPr/>
          <p:nvPr/>
        </p:nvSpPr>
        <p:spPr>
          <a:xfrm>
            <a:off x="3109918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0"/>
          <p:cNvSpPr/>
          <p:nvPr/>
        </p:nvSpPr>
        <p:spPr>
          <a:xfrm>
            <a:off x="3109918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8858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22" name="Editable path 11"/>
          <p:cNvSpPr/>
          <p:nvPr/>
        </p:nvSpPr>
        <p:spPr>
          <a:xfrm>
            <a:off x="3619737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2"/>
          <p:cNvSpPr/>
          <p:nvPr/>
        </p:nvSpPr>
        <p:spPr>
          <a:xfrm>
            <a:off x="3619737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8676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25" name="Editable path 13"/>
          <p:cNvSpPr/>
          <p:nvPr/>
        </p:nvSpPr>
        <p:spPr>
          <a:xfrm>
            <a:off x="4129556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4"/>
          <p:cNvSpPr/>
          <p:nvPr/>
        </p:nvSpPr>
        <p:spPr>
          <a:xfrm>
            <a:off x="4129556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8495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28" name="Editable path 15"/>
          <p:cNvSpPr/>
          <p:nvPr/>
        </p:nvSpPr>
        <p:spPr>
          <a:xfrm>
            <a:off x="1464734" y="4007918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16"/>
          <p:cNvSpPr/>
          <p:nvPr/>
        </p:nvSpPr>
        <p:spPr>
          <a:xfrm>
            <a:off x="1392260" y="4007918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425" y="3948589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31" name="Editable path 17"/>
          <p:cNvSpPr/>
          <p:nvPr/>
        </p:nvSpPr>
        <p:spPr>
          <a:xfrm>
            <a:off x="1464734" y="3597351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18"/>
          <p:cNvSpPr/>
          <p:nvPr/>
        </p:nvSpPr>
        <p:spPr>
          <a:xfrm>
            <a:off x="1392260" y="3597351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3425" y="3538022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200</a:t>
            </a:r>
          </a:p>
        </p:txBody>
      </p:sp>
      <p:sp>
        <p:nvSpPr>
          <p:cNvPr id="34" name="Editable path 19"/>
          <p:cNvSpPr/>
          <p:nvPr/>
        </p:nvSpPr>
        <p:spPr>
          <a:xfrm>
            <a:off x="1464734" y="3186783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20"/>
          <p:cNvSpPr/>
          <p:nvPr/>
        </p:nvSpPr>
        <p:spPr>
          <a:xfrm>
            <a:off x="1392260" y="3186783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3425" y="3127454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300</a:t>
            </a:r>
          </a:p>
        </p:txBody>
      </p:sp>
      <p:sp>
        <p:nvSpPr>
          <p:cNvPr id="37" name="Editable path 21"/>
          <p:cNvSpPr/>
          <p:nvPr/>
        </p:nvSpPr>
        <p:spPr>
          <a:xfrm>
            <a:off x="1464734" y="2776215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2"/>
          <p:cNvSpPr/>
          <p:nvPr/>
        </p:nvSpPr>
        <p:spPr>
          <a:xfrm>
            <a:off x="1392260" y="2776215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425" y="2716886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400</a:t>
            </a:r>
          </a:p>
        </p:txBody>
      </p:sp>
      <p:sp>
        <p:nvSpPr>
          <p:cNvPr id="40" name="TextBox 39"/>
          <p:cNvSpPr txBox="1"/>
          <p:nvPr/>
        </p:nvSpPr>
        <p:spPr>
          <a:xfrm rot="16200000">
            <a:off x="503248" y="3317650"/>
            <a:ext cx="1010572" cy="173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1" b="0" i="0">
                <a:solidFill>
                  <a:srgbClr val="2B2B2B"/>
                </a:solidFill>
                <a:latin typeface="Times New Roman"/>
              </a:rPr>
              <a:t>Palm error (mm)</a:t>
            </a:r>
          </a:p>
        </p:txBody>
      </p:sp>
      <p:sp>
        <p:nvSpPr>
          <p:cNvPr id="41" name="Editable path 23"/>
          <p:cNvSpPr/>
          <p:nvPr/>
        </p:nvSpPr>
        <p:spPr>
          <a:xfrm>
            <a:off x="1590659" y="3192938"/>
            <a:ext cx="2518504" cy="873442"/>
          </a:xfrm>
          <a:custGeom>
            <a:avLst/>
            <a:gdLst/>
            <a:ahLst/>
            <a:cxnLst/>
            <a:rect l="l" t="t" r="r" b="b"/>
            <a:pathLst>
              <a:path w="2518504" h="873442">
                <a:moveTo>
                  <a:pt x="0" y="873442"/>
                </a:moveTo>
                <a:lnTo>
                  <a:pt x="50982" y="811323"/>
                </a:lnTo>
                <a:lnTo>
                  <a:pt x="101964" y="796927"/>
                </a:lnTo>
                <a:lnTo>
                  <a:pt x="152945" y="804051"/>
                </a:lnTo>
                <a:lnTo>
                  <a:pt x="203927" y="803622"/>
                </a:lnTo>
                <a:lnTo>
                  <a:pt x="254909" y="794314"/>
                </a:lnTo>
                <a:lnTo>
                  <a:pt x="305891" y="783448"/>
                </a:lnTo>
                <a:lnTo>
                  <a:pt x="356873" y="771342"/>
                </a:lnTo>
                <a:lnTo>
                  <a:pt x="407855" y="757978"/>
                </a:lnTo>
                <a:lnTo>
                  <a:pt x="458837" y="743650"/>
                </a:lnTo>
                <a:lnTo>
                  <a:pt x="509818" y="729249"/>
                </a:lnTo>
                <a:lnTo>
                  <a:pt x="560800" y="715011"/>
                </a:lnTo>
                <a:lnTo>
                  <a:pt x="611782" y="700654"/>
                </a:lnTo>
                <a:lnTo>
                  <a:pt x="662764" y="685254"/>
                </a:lnTo>
                <a:lnTo>
                  <a:pt x="713746" y="668945"/>
                </a:lnTo>
                <a:lnTo>
                  <a:pt x="764728" y="652146"/>
                </a:lnTo>
                <a:lnTo>
                  <a:pt x="815710" y="634779"/>
                </a:lnTo>
                <a:lnTo>
                  <a:pt x="866691" y="616878"/>
                </a:lnTo>
                <a:lnTo>
                  <a:pt x="917673" y="598530"/>
                </a:lnTo>
                <a:lnTo>
                  <a:pt x="968655" y="580227"/>
                </a:lnTo>
                <a:lnTo>
                  <a:pt x="1019637" y="561657"/>
                </a:lnTo>
                <a:lnTo>
                  <a:pt x="1070619" y="543096"/>
                </a:lnTo>
                <a:lnTo>
                  <a:pt x="1121601" y="524286"/>
                </a:lnTo>
                <a:lnTo>
                  <a:pt x="1172583" y="505107"/>
                </a:lnTo>
                <a:lnTo>
                  <a:pt x="1223565" y="486264"/>
                </a:lnTo>
                <a:lnTo>
                  <a:pt x="1274546" y="467712"/>
                </a:lnTo>
                <a:lnTo>
                  <a:pt x="1325528" y="448845"/>
                </a:lnTo>
                <a:lnTo>
                  <a:pt x="1376510" y="430233"/>
                </a:lnTo>
                <a:lnTo>
                  <a:pt x="1427492" y="411657"/>
                </a:lnTo>
                <a:lnTo>
                  <a:pt x="1478474" y="393026"/>
                </a:lnTo>
                <a:lnTo>
                  <a:pt x="1529456" y="375284"/>
                </a:lnTo>
                <a:lnTo>
                  <a:pt x="1580438" y="357855"/>
                </a:lnTo>
                <a:lnTo>
                  <a:pt x="1631419" y="340574"/>
                </a:lnTo>
                <a:lnTo>
                  <a:pt x="1682401" y="322741"/>
                </a:lnTo>
                <a:lnTo>
                  <a:pt x="1733383" y="305065"/>
                </a:lnTo>
                <a:lnTo>
                  <a:pt x="1784365" y="288182"/>
                </a:lnTo>
                <a:lnTo>
                  <a:pt x="1835347" y="270472"/>
                </a:lnTo>
                <a:lnTo>
                  <a:pt x="1886329" y="252809"/>
                </a:lnTo>
                <a:lnTo>
                  <a:pt x="1937311" y="235280"/>
                </a:lnTo>
                <a:lnTo>
                  <a:pt x="1988293" y="216329"/>
                </a:lnTo>
                <a:lnTo>
                  <a:pt x="2039274" y="197970"/>
                </a:lnTo>
                <a:lnTo>
                  <a:pt x="2090256" y="178948"/>
                </a:lnTo>
                <a:lnTo>
                  <a:pt x="2141238" y="159394"/>
                </a:lnTo>
                <a:lnTo>
                  <a:pt x="2192220" y="139560"/>
                </a:lnTo>
                <a:lnTo>
                  <a:pt x="2243202" y="118864"/>
                </a:lnTo>
                <a:lnTo>
                  <a:pt x="2294184" y="98049"/>
                </a:lnTo>
                <a:lnTo>
                  <a:pt x="2345166" y="76677"/>
                </a:lnTo>
                <a:lnTo>
                  <a:pt x="2396147" y="54167"/>
                </a:lnTo>
                <a:lnTo>
                  <a:pt x="2447129" y="30491"/>
                </a:lnTo>
                <a:lnTo>
                  <a:pt x="2498111" y="6411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24"/>
          <p:cNvSpPr/>
          <p:nvPr/>
        </p:nvSpPr>
        <p:spPr>
          <a:xfrm>
            <a:off x="1590659" y="3380917"/>
            <a:ext cx="2518504" cy="612835"/>
          </a:xfrm>
          <a:custGeom>
            <a:avLst/>
            <a:gdLst/>
            <a:ahLst/>
            <a:cxnLst/>
            <a:rect l="l" t="t" r="r" b="b"/>
            <a:pathLst>
              <a:path w="2518504" h="612835">
                <a:moveTo>
                  <a:pt x="0" y="612835"/>
                </a:moveTo>
                <a:lnTo>
                  <a:pt x="50982" y="558773"/>
                </a:lnTo>
                <a:lnTo>
                  <a:pt x="101964" y="543582"/>
                </a:lnTo>
                <a:lnTo>
                  <a:pt x="152945" y="556490"/>
                </a:lnTo>
                <a:lnTo>
                  <a:pt x="203927" y="562526"/>
                </a:lnTo>
                <a:lnTo>
                  <a:pt x="254909" y="560187"/>
                </a:lnTo>
                <a:lnTo>
                  <a:pt x="305891" y="554339"/>
                </a:lnTo>
                <a:lnTo>
                  <a:pt x="356873" y="546618"/>
                </a:lnTo>
                <a:lnTo>
                  <a:pt x="407855" y="537332"/>
                </a:lnTo>
                <a:lnTo>
                  <a:pt x="458837" y="526731"/>
                </a:lnTo>
                <a:lnTo>
                  <a:pt x="509818" y="514951"/>
                </a:lnTo>
                <a:lnTo>
                  <a:pt x="560800" y="502564"/>
                </a:lnTo>
                <a:lnTo>
                  <a:pt x="611782" y="489431"/>
                </a:lnTo>
                <a:lnTo>
                  <a:pt x="662764" y="475638"/>
                </a:lnTo>
                <a:lnTo>
                  <a:pt x="713746" y="461838"/>
                </a:lnTo>
                <a:lnTo>
                  <a:pt x="764728" y="447216"/>
                </a:lnTo>
                <a:lnTo>
                  <a:pt x="815710" y="432151"/>
                </a:lnTo>
                <a:lnTo>
                  <a:pt x="866691" y="417218"/>
                </a:lnTo>
                <a:lnTo>
                  <a:pt x="917673" y="402197"/>
                </a:lnTo>
                <a:lnTo>
                  <a:pt x="968655" y="386933"/>
                </a:lnTo>
                <a:lnTo>
                  <a:pt x="1019637" y="371492"/>
                </a:lnTo>
                <a:lnTo>
                  <a:pt x="1070619" y="355931"/>
                </a:lnTo>
                <a:lnTo>
                  <a:pt x="1121601" y="340388"/>
                </a:lnTo>
                <a:lnTo>
                  <a:pt x="1172583" y="325260"/>
                </a:lnTo>
                <a:lnTo>
                  <a:pt x="1223565" y="309936"/>
                </a:lnTo>
                <a:lnTo>
                  <a:pt x="1274546" y="294461"/>
                </a:lnTo>
                <a:lnTo>
                  <a:pt x="1325528" y="279862"/>
                </a:lnTo>
                <a:lnTo>
                  <a:pt x="1376510" y="265409"/>
                </a:lnTo>
                <a:lnTo>
                  <a:pt x="1427492" y="251252"/>
                </a:lnTo>
                <a:lnTo>
                  <a:pt x="1478474" y="237275"/>
                </a:lnTo>
                <a:lnTo>
                  <a:pt x="1529456" y="223280"/>
                </a:lnTo>
                <a:lnTo>
                  <a:pt x="1580438" y="209381"/>
                </a:lnTo>
                <a:lnTo>
                  <a:pt x="1631419" y="195698"/>
                </a:lnTo>
                <a:lnTo>
                  <a:pt x="1682401" y="182606"/>
                </a:lnTo>
                <a:lnTo>
                  <a:pt x="1733383" y="169979"/>
                </a:lnTo>
                <a:lnTo>
                  <a:pt x="1784365" y="157166"/>
                </a:lnTo>
                <a:lnTo>
                  <a:pt x="1835347" y="145416"/>
                </a:lnTo>
                <a:lnTo>
                  <a:pt x="1886329" y="134079"/>
                </a:lnTo>
                <a:lnTo>
                  <a:pt x="1937311" y="123140"/>
                </a:lnTo>
                <a:lnTo>
                  <a:pt x="1988293" y="112622"/>
                </a:lnTo>
                <a:lnTo>
                  <a:pt x="2039274" y="102577"/>
                </a:lnTo>
                <a:lnTo>
                  <a:pt x="2090256" y="91798"/>
                </a:lnTo>
                <a:lnTo>
                  <a:pt x="2141238" y="81579"/>
                </a:lnTo>
                <a:lnTo>
                  <a:pt x="2192220" y="71602"/>
                </a:lnTo>
                <a:lnTo>
                  <a:pt x="2243202" y="61376"/>
                </a:lnTo>
                <a:lnTo>
                  <a:pt x="2294184" y="50842"/>
                </a:lnTo>
                <a:lnTo>
                  <a:pt x="2345166" y="40424"/>
                </a:lnTo>
                <a:lnTo>
                  <a:pt x="2396147" y="29111"/>
                </a:lnTo>
                <a:lnTo>
                  <a:pt x="2447129" y="16933"/>
                </a:lnTo>
                <a:lnTo>
                  <a:pt x="2498111" y="3626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path 25"/>
          <p:cNvSpPr/>
          <p:nvPr/>
        </p:nvSpPr>
        <p:spPr>
          <a:xfrm>
            <a:off x="1590659" y="2748155"/>
            <a:ext cx="2518504" cy="1048990"/>
          </a:xfrm>
          <a:custGeom>
            <a:avLst/>
            <a:gdLst/>
            <a:ahLst/>
            <a:cxnLst/>
            <a:rect l="l" t="t" r="r" b="b"/>
            <a:pathLst>
              <a:path w="2518504" h="1048990">
                <a:moveTo>
                  <a:pt x="0" y="1048990"/>
                </a:moveTo>
                <a:lnTo>
                  <a:pt x="50982" y="1014265"/>
                </a:lnTo>
                <a:lnTo>
                  <a:pt x="101964" y="1021343"/>
                </a:lnTo>
                <a:lnTo>
                  <a:pt x="152945" y="1033312"/>
                </a:lnTo>
                <a:lnTo>
                  <a:pt x="203927" y="1029223"/>
                </a:lnTo>
                <a:lnTo>
                  <a:pt x="254909" y="1012213"/>
                </a:lnTo>
                <a:lnTo>
                  <a:pt x="305891" y="990082"/>
                </a:lnTo>
                <a:lnTo>
                  <a:pt x="356873" y="966837"/>
                </a:lnTo>
                <a:lnTo>
                  <a:pt x="407855" y="943123"/>
                </a:lnTo>
                <a:lnTo>
                  <a:pt x="458837" y="919431"/>
                </a:lnTo>
                <a:lnTo>
                  <a:pt x="509818" y="895622"/>
                </a:lnTo>
                <a:lnTo>
                  <a:pt x="560800" y="871746"/>
                </a:lnTo>
                <a:lnTo>
                  <a:pt x="611782" y="848753"/>
                </a:lnTo>
                <a:lnTo>
                  <a:pt x="662764" y="825735"/>
                </a:lnTo>
                <a:lnTo>
                  <a:pt x="713746" y="803223"/>
                </a:lnTo>
                <a:lnTo>
                  <a:pt x="764728" y="781683"/>
                </a:lnTo>
                <a:lnTo>
                  <a:pt x="815710" y="760433"/>
                </a:lnTo>
                <a:lnTo>
                  <a:pt x="866691" y="739194"/>
                </a:lnTo>
                <a:lnTo>
                  <a:pt x="917673" y="718491"/>
                </a:lnTo>
                <a:lnTo>
                  <a:pt x="968655" y="697761"/>
                </a:lnTo>
                <a:lnTo>
                  <a:pt x="1019637" y="677386"/>
                </a:lnTo>
                <a:lnTo>
                  <a:pt x="1070619" y="656921"/>
                </a:lnTo>
                <a:lnTo>
                  <a:pt x="1121601" y="637039"/>
                </a:lnTo>
                <a:lnTo>
                  <a:pt x="1172583" y="617029"/>
                </a:lnTo>
                <a:lnTo>
                  <a:pt x="1223565" y="596477"/>
                </a:lnTo>
                <a:lnTo>
                  <a:pt x="1274546" y="576764"/>
                </a:lnTo>
                <a:lnTo>
                  <a:pt x="1325528" y="558252"/>
                </a:lnTo>
                <a:lnTo>
                  <a:pt x="1376510" y="537246"/>
                </a:lnTo>
                <a:lnTo>
                  <a:pt x="1427492" y="518931"/>
                </a:lnTo>
                <a:lnTo>
                  <a:pt x="1478474" y="499372"/>
                </a:lnTo>
                <a:lnTo>
                  <a:pt x="1529456" y="479310"/>
                </a:lnTo>
                <a:lnTo>
                  <a:pt x="1580438" y="458492"/>
                </a:lnTo>
                <a:lnTo>
                  <a:pt x="1631419" y="436499"/>
                </a:lnTo>
                <a:lnTo>
                  <a:pt x="1682401" y="412698"/>
                </a:lnTo>
                <a:lnTo>
                  <a:pt x="1733383" y="387180"/>
                </a:lnTo>
                <a:lnTo>
                  <a:pt x="1784365" y="360821"/>
                </a:lnTo>
                <a:lnTo>
                  <a:pt x="1835347" y="333947"/>
                </a:lnTo>
                <a:lnTo>
                  <a:pt x="1886329" y="307238"/>
                </a:lnTo>
                <a:lnTo>
                  <a:pt x="1937311" y="281606"/>
                </a:lnTo>
                <a:lnTo>
                  <a:pt x="1988293" y="255459"/>
                </a:lnTo>
                <a:lnTo>
                  <a:pt x="2039274" y="229869"/>
                </a:lnTo>
                <a:lnTo>
                  <a:pt x="2090256" y="205018"/>
                </a:lnTo>
                <a:lnTo>
                  <a:pt x="2141238" y="177228"/>
                </a:lnTo>
                <a:lnTo>
                  <a:pt x="2192220" y="151335"/>
                </a:lnTo>
                <a:lnTo>
                  <a:pt x="2243202" y="125152"/>
                </a:lnTo>
                <a:lnTo>
                  <a:pt x="2294184" y="100384"/>
                </a:lnTo>
                <a:lnTo>
                  <a:pt x="2345166" y="75565"/>
                </a:lnTo>
                <a:lnTo>
                  <a:pt x="2396147" y="51207"/>
                </a:lnTo>
                <a:lnTo>
                  <a:pt x="2447129" y="28027"/>
                </a:lnTo>
                <a:lnTo>
                  <a:pt x="2498111" y="5529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path 26"/>
          <p:cNvSpPr/>
          <p:nvPr/>
        </p:nvSpPr>
        <p:spPr>
          <a:xfrm>
            <a:off x="1590659" y="3389184"/>
            <a:ext cx="2518504" cy="551804"/>
          </a:xfrm>
          <a:custGeom>
            <a:avLst/>
            <a:gdLst/>
            <a:ahLst/>
            <a:cxnLst/>
            <a:rect l="l" t="t" r="r" b="b"/>
            <a:pathLst>
              <a:path w="2518504" h="551804">
                <a:moveTo>
                  <a:pt x="0" y="551804"/>
                </a:moveTo>
                <a:lnTo>
                  <a:pt x="50982" y="503818"/>
                </a:lnTo>
                <a:lnTo>
                  <a:pt x="101964" y="500585"/>
                </a:lnTo>
                <a:lnTo>
                  <a:pt x="152945" y="517260"/>
                </a:lnTo>
                <a:lnTo>
                  <a:pt x="203927" y="524541"/>
                </a:lnTo>
                <a:lnTo>
                  <a:pt x="254909" y="519714"/>
                </a:lnTo>
                <a:lnTo>
                  <a:pt x="305891" y="508071"/>
                </a:lnTo>
                <a:lnTo>
                  <a:pt x="356873" y="492824"/>
                </a:lnTo>
                <a:lnTo>
                  <a:pt x="407855" y="475487"/>
                </a:lnTo>
                <a:lnTo>
                  <a:pt x="458837" y="457219"/>
                </a:lnTo>
                <a:lnTo>
                  <a:pt x="509818" y="438603"/>
                </a:lnTo>
                <a:lnTo>
                  <a:pt x="560800" y="419428"/>
                </a:lnTo>
                <a:lnTo>
                  <a:pt x="611782" y="399933"/>
                </a:lnTo>
                <a:lnTo>
                  <a:pt x="662764" y="380407"/>
                </a:lnTo>
                <a:lnTo>
                  <a:pt x="713746" y="360805"/>
                </a:lnTo>
                <a:lnTo>
                  <a:pt x="764728" y="341268"/>
                </a:lnTo>
                <a:lnTo>
                  <a:pt x="815710" y="321605"/>
                </a:lnTo>
                <a:lnTo>
                  <a:pt x="866691" y="301960"/>
                </a:lnTo>
                <a:lnTo>
                  <a:pt x="917673" y="281889"/>
                </a:lnTo>
                <a:lnTo>
                  <a:pt x="968655" y="261574"/>
                </a:lnTo>
                <a:lnTo>
                  <a:pt x="1019637" y="240885"/>
                </a:lnTo>
                <a:lnTo>
                  <a:pt x="1070619" y="219928"/>
                </a:lnTo>
                <a:lnTo>
                  <a:pt x="1121601" y="198564"/>
                </a:lnTo>
                <a:lnTo>
                  <a:pt x="1172583" y="177020"/>
                </a:lnTo>
                <a:lnTo>
                  <a:pt x="1223565" y="155368"/>
                </a:lnTo>
                <a:lnTo>
                  <a:pt x="1274546" y="132955"/>
                </a:lnTo>
                <a:lnTo>
                  <a:pt x="1325528" y="110295"/>
                </a:lnTo>
                <a:lnTo>
                  <a:pt x="1376510" y="87275"/>
                </a:lnTo>
                <a:lnTo>
                  <a:pt x="1427492" y="63541"/>
                </a:lnTo>
                <a:lnTo>
                  <a:pt x="1478474" y="39314"/>
                </a:lnTo>
                <a:lnTo>
                  <a:pt x="1529456" y="38659"/>
                </a:lnTo>
                <a:lnTo>
                  <a:pt x="1580438" y="42597"/>
                </a:lnTo>
                <a:lnTo>
                  <a:pt x="1631419" y="44638"/>
                </a:lnTo>
                <a:lnTo>
                  <a:pt x="1682401" y="46472"/>
                </a:lnTo>
                <a:lnTo>
                  <a:pt x="1733383" y="46634"/>
                </a:lnTo>
                <a:lnTo>
                  <a:pt x="1784365" y="44442"/>
                </a:lnTo>
                <a:lnTo>
                  <a:pt x="1835347" y="38517"/>
                </a:lnTo>
                <a:lnTo>
                  <a:pt x="1886329" y="31469"/>
                </a:lnTo>
                <a:lnTo>
                  <a:pt x="1937311" y="25299"/>
                </a:lnTo>
                <a:lnTo>
                  <a:pt x="1988293" y="18859"/>
                </a:lnTo>
                <a:lnTo>
                  <a:pt x="2039274" y="13278"/>
                </a:lnTo>
                <a:lnTo>
                  <a:pt x="2090256" y="8809"/>
                </a:lnTo>
                <a:lnTo>
                  <a:pt x="2141238" y="4427"/>
                </a:lnTo>
                <a:lnTo>
                  <a:pt x="2192220" y="1379"/>
                </a:lnTo>
                <a:lnTo>
                  <a:pt x="2243202" y="131"/>
                </a:lnTo>
                <a:lnTo>
                  <a:pt x="2294184" y="239"/>
                </a:lnTo>
                <a:lnTo>
                  <a:pt x="2345166" y="0"/>
                </a:lnTo>
                <a:lnTo>
                  <a:pt x="2396147" y="575"/>
                </a:lnTo>
                <a:lnTo>
                  <a:pt x="2447129" y="1876"/>
                </a:lnTo>
                <a:lnTo>
                  <a:pt x="2498111" y="4406"/>
                </a:lnTo>
                <a:lnTo>
                  <a:pt x="2518504" y="5446"/>
                </a:lnTo>
              </a:path>
            </a:pathLst>
          </a:custGeom>
          <a:noFill/>
          <a:ln w="20706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27"/>
          <p:cNvSpPr/>
          <p:nvPr/>
        </p:nvSpPr>
        <p:spPr>
          <a:xfrm>
            <a:off x="1464734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path 28"/>
          <p:cNvSpPr/>
          <p:nvPr/>
        </p:nvSpPr>
        <p:spPr>
          <a:xfrm>
            <a:off x="1464734" y="4132292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path 29"/>
          <p:cNvSpPr/>
          <p:nvPr/>
        </p:nvSpPr>
        <p:spPr>
          <a:xfrm>
            <a:off x="4983084" y="2682243"/>
            <a:ext cx="2770355" cy="1450049"/>
          </a:xfrm>
          <a:custGeom>
            <a:avLst/>
            <a:gdLst/>
            <a:ahLst/>
            <a:cxnLst/>
            <a:rect l="l" t="t" r="r" b="b"/>
            <a:pathLst>
              <a:path w="2770355" h="1450049">
                <a:moveTo>
                  <a:pt x="0" y="0"/>
                </a:moveTo>
                <a:lnTo>
                  <a:pt x="2770355" y="0"/>
                </a:lnTo>
                <a:lnTo>
                  <a:pt x="2770355" y="1450049"/>
                </a:lnTo>
                <a:lnTo>
                  <a:pt x="0" y="14500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30"/>
          <p:cNvSpPr/>
          <p:nvPr/>
        </p:nvSpPr>
        <p:spPr>
          <a:xfrm>
            <a:off x="5100203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31"/>
          <p:cNvSpPr/>
          <p:nvPr/>
        </p:nvSpPr>
        <p:spPr>
          <a:xfrm>
            <a:off x="5100203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69142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51" name="Editable path 32"/>
          <p:cNvSpPr/>
          <p:nvPr/>
        </p:nvSpPr>
        <p:spPr>
          <a:xfrm>
            <a:off x="5540501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3"/>
          <p:cNvSpPr/>
          <p:nvPr/>
        </p:nvSpPr>
        <p:spPr>
          <a:xfrm>
            <a:off x="5540501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09440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54" name="Editable path 34"/>
          <p:cNvSpPr/>
          <p:nvPr/>
        </p:nvSpPr>
        <p:spPr>
          <a:xfrm>
            <a:off x="5980799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35"/>
          <p:cNvSpPr/>
          <p:nvPr/>
        </p:nvSpPr>
        <p:spPr>
          <a:xfrm>
            <a:off x="5980799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9739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57" name="Editable path 36"/>
          <p:cNvSpPr/>
          <p:nvPr/>
        </p:nvSpPr>
        <p:spPr>
          <a:xfrm>
            <a:off x="6421097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37"/>
          <p:cNvSpPr/>
          <p:nvPr/>
        </p:nvSpPr>
        <p:spPr>
          <a:xfrm>
            <a:off x="6421097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90037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60" name="Editable path 38"/>
          <p:cNvSpPr/>
          <p:nvPr/>
        </p:nvSpPr>
        <p:spPr>
          <a:xfrm>
            <a:off x="6861395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39"/>
          <p:cNvSpPr/>
          <p:nvPr/>
        </p:nvSpPr>
        <p:spPr>
          <a:xfrm>
            <a:off x="6861395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30334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63" name="Editable path 40"/>
          <p:cNvSpPr/>
          <p:nvPr/>
        </p:nvSpPr>
        <p:spPr>
          <a:xfrm>
            <a:off x="7301693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1"/>
          <p:cNvSpPr/>
          <p:nvPr/>
        </p:nvSpPr>
        <p:spPr>
          <a:xfrm>
            <a:off x="7301693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70632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66" name="Editable path 42"/>
          <p:cNvSpPr/>
          <p:nvPr/>
        </p:nvSpPr>
        <p:spPr>
          <a:xfrm>
            <a:off x="7741991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3"/>
          <p:cNvSpPr/>
          <p:nvPr/>
        </p:nvSpPr>
        <p:spPr>
          <a:xfrm>
            <a:off x="7741991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10930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6</a:t>
            </a:r>
          </a:p>
        </p:txBody>
      </p:sp>
      <p:sp>
        <p:nvSpPr>
          <p:cNvPr id="69" name="Editable path 44"/>
          <p:cNvSpPr/>
          <p:nvPr/>
        </p:nvSpPr>
        <p:spPr>
          <a:xfrm>
            <a:off x="4983084" y="3972989"/>
            <a:ext cx="2770355" cy="0"/>
          </a:xfrm>
          <a:custGeom>
            <a:avLst/>
            <a:gdLst/>
            <a:ahLst/>
            <a:cxnLst/>
            <a:rect l="l" t="t" r="r" b="b"/>
            <a:pathLst>
              <a:path w="2770355" h="0">
                <a:moveTo>
                  <a:pt x="0" y="0"/>
                </a:moveTo>
                <a:lnTo>
                  <a:pt x="2770355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45"/>
          <p:cNvSpPr/>
          <p:nvPr/>
        </p:nvSpPr>
        <p:spPr>
          <a:xfrm>
            <a:off x="4910610" y="3972989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3895" y="3913660"/>
            <a:ext cx="15530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60</a:t>
            </a:r>
          </a:p>
        </p:txBody>
      </p:sp>
      <p:sp>
        <p:nvSpPr>
          <p:cNvPr id="72" name="Editable path 46"/>
          <p:cNvSpPr/>
          <p:nvPr/>
        </p:nvSpPr>
        <p:spPr>
          <a:xfrm>
            <a:off x="4983084" y="3681010"/>
            <a:ext cx="2770355" cy="0"/>
          </a:xfrm>
          <a:custGeom>
            <a:avLst/>
            <a:gdLst/>
            <a:ahLst/>
            <a:cxnLst/>
            <a:rect l="l" t="t" r="r" b="b"/>
            <a:pathLst>
              <a:path w="2770355" h="0">
                <a:moveTo>
                  <a:pt x="0" y="0"/>
                </a:moveTo>
                <a:lnTo>
                  <a:pt x="2770355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47"/>
          <p:cNvSpPr/>
          <p:nvPr/>
        </p:nvSpPr>
        <p:spPr>
          <a:xfrm>
            <a:off x="4910610" y="3681010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13895" y="3621681"/>
            <a:ext cx="15530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80</a:t>
            </a:r>
          </a:p>
        </p:txBody>
      </p:sp>
      <p:sp>
        <p:nvSpPr>
          <p:cNvPr id="75" name="Editable path 48"/>
          <p:cNvSpPr/>
          <p:nvPr/>
        </p:nvSpPr>
        <p:spPr>
          <a:xfrm>
            <a:off x="4983084" y="3389032"/>
            <a:ext cx="2770355" cy="0"/>
          </a:xfrm>
          <a:custGeom>
            <a:avLst/>
            <a:gdLst/>
            <a:ahLst/>
            <a:cxnLst/>
            <a:rect l="l" t="t" r="r" b="b"/>
            <a:pathLst>
              <a:path w="2770355" h="0">
                <a:moveTo>
                  <a:pt x="0" y="0"/>
                </a:moveTo>
                <a:lnTo>
                  <a:pt x="2770355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49"/>
          <p:cNvSpPr/>
          <p:nvPr/>
        </p:nvSpPr>
        <p:spPr>
          <a:xfrm>
            <a:off x="4910610" y="3389032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51775" y="3329703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78" name="Editable path 50"/>
          <p:cNvSpPr/>
          <p:nvPr/>
        </p:nvSpPr>
        <p:spPr>
          <a:xfrm>
            <a:off x="4983084" y="3097054"/>
            <a:ext cx="2770355" cy="0"/>
          </a:xfrm>
          <a:custGeom>
            <a:avLst/>
            <a:gdLst/>
            <a:ahLst/>
            <a:cxnLst/>
            <a:rect l="l" t="t" r="r" b="b"/>
            <a:pathLst>
              <a:path w="2770355" h="0">
                <a:moveTo>
                  <a:pt x="0" y="0"/>
                </a:moveTo>
                <a:lnTo>
                  <a:pt x="2770355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1"/>
          <p:cNvSpPr/>
          <p:nvPr/>
        </p:nvSpPr>
        <p:spPr>
          <a:xfrm>
            <a:off x="4910610" y="3097054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51775" y="3037725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120</a:t>
            </a:r>
          </a:p>
        </p:txBody>
      </p:sp>
      <p:sp>
        <p:nvSpPr>
          <p:cNvPr id="81" name="Editable path 52"/>
          <p:cNvSpPr/>
          <p:nvPr/>
        </p:nvSpPr>
        <p:spPr>
          <a:xfrm>
            <a:off x="4983084" y="2805075"/>
            <a:ext cx="2770355" cy="0"/>
          </a:xfrm>
          <a:custGeom>
            <a:avLst/>
            <a:gdLst/>
            <a:ahLst/>
            <a:cxnLst/>
            <a:rect l="l" t="t" r="r" b="b"/>
            <a:pathLst>
              <a:path w="2770355" h="0">
                <a:moveTo>
                  <a:pt x="0" y="0"/>
                </a:moveTo>
                <a:lnTo>
                  <a:pt x="2770355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53"/>
          <p:cNvSpPr/>
          <p:nvPr/>
        </p:nvSpPr>
        <p:spPr>
          <a:xfrm>
            <a:off x="4910610" y="2805075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51775" y="2745746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140</a:t>
            </a:r>
          </a:p>
        </p:txBody>
      </p:sp>
      <p:sp>
        <p:nvSpPr>
          <p:cNvPr id="84" name="Editable path 54"/>
          <p:cNvSpPr/>
          <p:nvPr/>
        </p:nvSpPr>
        <p:spPr>
          <a:xfrm>
            <a:off x="5109009" y="2748155"/>
            <a:ext cx="2518504" cy="1124888"/>
          </a:xfrm>
          <a:custGeom>
            <a:avLst/>
            <a:gdLst/>
            <a:ahLst/>
            <a:cxnLst/>
            <a:rect l="l" t="t" r="r" b="b"/>
            <a:pathLst>
              <a:path w="2518504" h="1124888">
                <a:moveTo>
                  <a:pt x="0" y="103382"/>
                </a:moveTo>
                <a:lnTo>
                  <a:pt x="44030" y="0"/>
                </a:lnTo>
                <a:lnTo>
                  <a:pt x="88060" y="111506"/>
                </a:lnTo>
                <a:lnTo>
                  <a:pt x="132090" y="242236"/>
                </a:lnTo>
                <a:lnTo>
                  <a:pt x="176119" y="295522"/>
                </a:lnTo>
                <a:lnTo>
                  <a:pt x="220149" y="311328"/>
                </a:lnTo>
                <a:lnTo>
                  <a:pt x="264179" y="316165"/>
                </a:lnTo>
                <a:lnTo>
                  <a:pt x="308209" y="334390"/>
                </a:lnTo>
                <a:lnTo>
                  <a:pt x="352239" y="358210"/>
                </a:lnTo>
                <a:lnTo>
                  <a:pt x="396268" y="379318"/>
                </a:lnTo>
                <a:lnTo>
                  <a:pt x="440298" y="402845"/>
                </a:lnTo>
                <a:lnTo>
                  <a:pt x="484328" y="431163"/>
                </a:lnTo>
                <a:lnTo>
                  <a:pt x="528358" y="460483"/>
                </a:lnTo>
                <a:lnTo>
                  <a:pt x="572388" y="489756"/>
                </a:lnTo>
                <a:lnTo>
                  <a:pt x="616417" y="518495"/>
                </a:lnTo>
                <a:lnTo>
                  <a:pt x="660447" y="549262"/>
                </a:lnTo>
                <a:lnTo>
                  <a:pt x="704477" y="578621"/>
                </a:lnTo>
                <a:lnTo>
                  <a:pt x="748507" y="608506"/>
                </a:lnTo>
                <a:lnTo>
                  <a:pt x="792536" y="640263"/>
                </a:lnTo>
                <a:lnTo>
                  <a:pt x="836566" y="674992"/>
                </a:lnTo>
                <a:lnTo>
                  <a:pt x="880596" y="707499"/>
                </a:lnTo>
                <a:lnTo>
                  <a:pt x="924626" y="742020"/>
                </a:lnTo>
                <a:lnTo>
                  <a:pt x="968655" y="777529"/>
                </a:lnTo>
                <a:lnTo>
                  <a:pt x="1012686" y="809807"/>
                </a:lnTo>
                <a:lnTo>
                  <a:pt x="1056715" y="844135"/>
                </a:lnTo>
                <a:lnTo>
                  <a:pt x="1100745" y="878078"/>
                </a:lnTo>
                <a:lnTo>
                  <a:pt x="1144775" y="910166"/>
                </a:lnTo>
                <a:lnTo>
                  <a:pt x="1188804" y="944792"/>
                </a:lnTo>
                <a:lnTo>
                  <a:pt x="1232834" y="977825"/>
                </a:lnTo>
                <a:lnTo>
                  <a:pt x="1276864" y="1003663"/>
                </a:lnTo>
                <a:lnTo>
                  <a:pt x="1320894" y="1035852"/>
                </a:lnTo>
                <a:lnTo>
                  <a:pt x="1364924" y="1061573"/>
                </a:lnTo>
                <a:lnTo>
                  <a:pt x="1408953" y="1072083"/>
                </a:lnTo>
                <a:lnTo>
                  <a:pt x="1452983" y="1078562"/>
                </a:lnTo>
                <a:lnTo>
                  <a:pt x="1497013" y="1083793"/>
                </a:lnTo>
                <a:lnTo>
                  <a:pt x="1541043" y="1088680"/>
                </a:lnTo>
                <a:lnTo>
                  <a:pt x="1585073" y="1089872"/>
                </a:lnTo>
                <a:lnTo>
                  <a:pt x="1629102" y="1091611"/>
                </a:lnTo>
                <a:lnTo>
                  <a:pt x="1673132" y="1093768"/>
                </a:lnTo>
                <a:lnTo>
                  <a:pt x="1717162" y="1095316"/>
                </a:lnTo>
                <a:lnTo>
                  <a:pt x="1761192" y="1096888"/>
                </a:lnTo>
                <a:lnTo>
                  <a:pt x="1805222" y="1097775"/>
                </a:lnTo>
                <a:lnTo>
                  <a:pt x="1849251" y="1098150"/>
                </a:lnTo>
                <a:lnTo>
                  <a:pt x="1893281" y="1099146"/>
                </a:lnTo>
                <a:lnTo>
                  <a:pt x="1937311" y="1103106"/>
                </a:lnTo>
                <a:lnTo>
                  <a:pt x="1981341" y="1105342"/>
                </a:lnTo>
                <a:lnTo>
                  <a:pt x="2025371" y="1105258"/>
                </a:lnTo>
                <a:lnTo>
                  <a:pt x="2069401" y="1105809"/>
                </a:lnTo>
                <a:lnTo>
                  <a:pt x="2113430" y="1106732"/>
                </a:lnTo>
                <a:lnTo>
                  <a:pt x="2157460" y="1109126"/>
                </a:lnTo>
                <a:lnTo>
                  <a:pt x="2201490" y="1112109"/>
                </a:lnTo>
                <a:lnTo>
                  <a:pt x="2245520" y="1114609"/>
                </a:lnTo>
                <a:lnTo>
                  <a:pt x="2289550" y="1117468"/>
                </a:lnTo>
                <a:lnTo>
                  <a:pt x="2333579" y="1120152"/>
                </a:lnTo>
                <a:lnTo>
                  <a:pt x="2377609" y="1122429"/>
                </a:lnTo>
                <a:lnTo>
                  <a:pt x="2421639" y="1123508"/>
                </a:lnTo>
                <a:lnTo>
                  <a:pt x="2465668" y="1124888"/>
                </a:lnTo>
                <a:lnTo>
                  <a:pt x="2509699" y="1124116"/>
                </a:lnTo>
                <a:lnTo>
                  <a:pt x="2518504" y="1123982"/>
                </a:lnTo>
              </a:path>
            </a:pathLst>
          </a:custGeom>
          <a:noFill/>
          <a:ln w="207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55"/>
          <p:cNvSpPr/>
          <p:nvPr/>
        </p:nvSpPr>
        <p:spPr>
          <a:xfrm>
            <a:off x="5109009" y="3149046"/>
            <a:ext cx="2518504" cy="904980"/>
          </a:xfrm>
          <a:custGeom>
            <a:avLst/>
            <a:gdLst/>
            <a:ahLst/>
            <a:cxnLst/>
            <a:rect l="l" t="t" r="r" b="b"/>
            <a:pathLst>
              <a:path w="2518504" h="904980">
                <a:moveTo>
                  <a:pt x="0" y="156528"/>
                </a:moveTo>
                <a:lnTo>
                  <a:pt x="44030" y="0"/>
                </a:lnTo>
                <a:lnTo>
                  <a:pt x="88060" y="37326"/>
                </a:lnTo>
                <a:lnTo>
                  <a:pt x="132090" y="140598"/>
                </a:lnTo>
                <a:lnTo>
                  <a:pt x="176119" y="188560"/>
                </a:lnTo>
                <a:lnTo>
                  <a:pt x="220149" y="212836"/>
                </a:lnTo>
                <a:lnTo>
                  <a:pt x="264179" y="232136"/>
                </a:lnTo>
                <a:lnTo>
                  <a:pt x="308209" y="240451"/>
                </a:lnTo>
                <a:lnTo>
                  <a:pt x="352239" y="247304"/>
                </a:lnTo>
                <a:lnTo>
                  <a:pt x="396268" y="253021"/>
                </a:lnTo>
                <a:lnTo>
                  <a:pt x="440298" y="255979"/>
                </a:lnTo>
                <a:lnTo>
                  <a:pt x="484328" y="262004"/>
                </a:lnTo>
                <a:lnTo>
                  <a:pt x="528358" y="270849"/>
                </a:lnTo>
                <a:lnTo>
                  <a:pt x="572388" y="281021"/>
                </a:lnTo>
                <a:lnTo>
                  <a:pt x="616417" y="292528"/>
                </a:lnTo>
                <a:lnTo>
                  <a:pt x="660447" y="305256"/>
                </a:lnTo>
                <a:lnTo>
                  <a:pt x="704477" y="321634"/>
                </a:lnTo>
                <a:lnTo>
                  <a:pt x="748507" y="339731"/>
                </a:lnTo>
                <a:lnTo>
                  <a:pt x="792536" y="360105"/>
                </a:lnTo>
                <a:lnTo>
                  <a:pt x="836566" y="386820"/>
                </a:lnTo>
                <a:lnTo>
                  <a:pt x="880596" y="415195"/>
                </a:lnTo>
                <a:lnTo>
                  <a:pt x="924626" y="443552"/>
                </a:lnTo>
                <a:lnTo>
                  <a:pt x="968655" y="472952"/>
                </a:lnTo>
                <a:lnTo>
                  <a:pt x="1012686" y="502931"/>
                </a:lnTo>
                <a:lnTo>
                  <a:pt x="1056715" y="533798"/>
                </a:lnTo>
                <a:lnTo>
                  <a:pt x="1100745" y="565079"/>
                </a:lnTo>
                <a:lnTo>
                  <a:pt x="1144775" y="597177"/>
                </a:lnTo>
                <a:lnTo>
                  <a:pt x="1188804" y="629911"/>
                </a:lnTo>
                <a:lnTo>
                  <a:pt x="1232834" y="661472"/>
                </a:lnTo>
                <a:lnTo>
                  <a:pt x="1276864" y="675081"/>
                </a:lnTo>
                <a:lnTo>
                  <a:pt x="1320894" y="701249"/>
                </a:lnTo>
                <a:lnTo>
                  <a:pt x="1364924" y="725645"/>
                </a:lnTo>
                <a:lnTo>
                  <a:pt x="1408953" y="744983"/>
                </a:lnTo>
                <a:lnTo>
                  <a:pt x="1452983" y="773819"/>
                </a:lnTo>
                <a:lnTo>
                  <a:pt x="1497013" y="794016"/>
                </a:lnTo>
                <a:lnTo>
                  <a:pt x="1541043" y="811772"/>
                </a:lnTo>
                <a:lnTo>
                  <a:pt x="1585073" y="831437"/>
                </a:lnTo>
                <a:lnTo>
                  <a:pt x="1629102" y="846107"/>
                </a:lnTo>
                <a:lnTo>
                  <a:pt x="1673132" y="850266"/>
                </a:lnTo>
                <a:lnTo>
                  <a:pt x="1717162" y="852658"/>
                </a:lnTo>
                <a:lnTo>
                  <a:pt x="1761192" y="852446"/>
                </a:lnTo>
                <a:lnTo>
                  <a:pt x="1805222" y="854059"/>
                </a:lnTo>
                <a:lnTo>
                  <a:pt x="1849251" y="855858"/>
                </a:lnTo>
                <a:lnTo>
                  <a:pt x="1893281" y="860119"/>
                </a:lnTo>
                <a:lnTo>
                  <a:pt x="1937311" y="858131"/>
                </a:lnTo>
                <a:lnTo>
                  <a:pt x="1981341" y="858184"/>
                </a:lnTo>
                <a:lnTo>
                  <a:pt x="2025371" y="855806"/>
                </a:lnTo>
                <a:lnTo>
                  <a:pt x="2069401" y="859352"/>
                </a:lnTo>
                <a:lnTo>
                  <a:pt x="2113430" y="857170"/>
                </a:lnTo>
                <a:lnTo>
                  <a:pt x="2157460" y="849847"/>
                </a:lnTo>
                <a:lnTo>
                  <a:pt x="2201490" y="851688"/>
                </a:lnTo>
                <a:lnTo>
                  <a:pt x="2245520" y="856622"/>
                </a:lnTo>
                <a:lnTo>
                  <a:pt x="2289550" y="863581"/>
                </a:lnTo>
                <a:lnTo>
                  <a:pt x="2333579" y="873497"/>
                </a:lnTo>
                <a:lnTo>
                  <a:pt x="2377609" y="883079"/>
                </a:lnTo>
                <a:lnTo>
                  <a:pt x="2421639" y="892874"/>
                </a:lnTo>
                <a:lnTo>
                  <a:pt x="2465668" y="899411"/>
                </a:lnTo>
                <a:lnTo>
                  <a:pt x="2509699" y="904688"/>
                </a:lnTo>
                <a:lnTo>
                  <a:pt x="2518504" y="904980"/>
                </a:lnTo>
              </a:path>
            </a:pathLst>
          </a:custGeom>
          <a:noFill/>
          <a:ln w="2070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56"/>
          <p:cNvSpPr/>
          <p:nvPr/>
        </p:nvSpPr>
        <p:spPr>
          <a:xfrm>
            <a:off x="5109009" y="3123697"/>
            <a:ext cx="2518504" cy="942683"/>
          </a:xfrm>
          <a:custGeom>
            <a:avLst/>
            <a:gdLst/>
            <a:ahLst/>
            <a:cxnLst/>
            <a:rect l="l" t="t" r="r" b="b"/>
            <a:pathLst>
              <a:path w="2518504" h="942683">
                <a:moveTo>
                  <a:pt x="0" y="72561"/>
                </a:moveTo>
                <a:lnTo>
                  <a:pt x="44030" y="28711"/>
                </a:lnTo>
                <a:lnTo>
                  <a:pt x="88060" y="177874"/>
                </a:lnTo>
                <a:lnTo>
                  <a:pt x="132090" y="312448"/>
                </a:lnTo>
                <a:lnTo>
                  <a:pt x="176119" y="384242"/>
                </a:lnTo>
                <a:lnTo>
                  <a:pt x="220149" y="425135"/>
                </a:lnTo>
                <a:lnTo>
                  <a:pt x="264179" y="457647"/>
                </a:lnTo>
                <a:lnTo>
                  <a:pt x="308209" y="484857"/>
                </a:lnTo>
                <a:lnTo>
                  <a:pt x="352239" y="512515"/>
                </a:lnTo>
                <a:lnTo>
                  <a:pt x="396268" y="533437"/>
                </a:lnTo>
                <a:lnTo>
                  <a:pt x="440298" y="551963"/>
                </a:lnTo>
                <a:lnTo>
                  <a:pt x="484328" y="587515"/>
                </a:lnTo>
                <a:lnTo>
                  <a:pt x="528358" y="634792"/>
                </a:lnTo>
                <a:lnTo>
                  <a:pt x="572388" y="689549"/>
                </a:lnTo>
                <a:lnTo>
                  <a:pt x="616417" y="741323"/>
                </a:lnTo>
                <a:lnTo>
                  <a:pt x="660447" y="790932"/>
                </a:lnTo>
                <a:lnTo>
                  <a:pt x="704477" y="833762"/>
                </a:lnTo>
                <a:lnTo>
                  <a:pt x="748507" y="852725"/>
                </a:lnTo>
                <a:lnTo>
                  <a:pt x="792536" y="866972"/>
                </a:lnTo>
                <a:lnTo>
                  <a:pt x="836566" y="873860"/>
                </a:lnTo>
                <a:lnTo>
                  <a:pt x="880596" y="877187"/>
                </a:lnTo>
                <a:lnTo>
                  <a:pt x="924626" y="879455"/>
                </a:lnTo>
                <a:lnTo>
                  <a:pt x="968655" y="882143"/>
                </a:lnTo>
                <a:lnTo>
                  <a:pt x="1012686" y="885371"/>
                </a:lnTo>
                <a:lnTo>
                  <a:pt x="1056715" y="890777"/>
                </a:lnTo>
                <a:lnTo>
                  <a:pt x="1100745" y="896276"/>
                </a:lnTo>
                <a:lnTo>
                  <a:pt x="1144775" y="904949"/>
                </a:lnTo>
                <a:lnTo>
                  <a:pt x="1188804" y="912626"/>
                </a:lnTo>
                <a:lnTo>
                  <a:pt x="1232834" y="915760"/>
                </a:lnTo>
                <a:lnTo>
                  <a:pt x="1276864" y="924260"/>
                </a:lnTo>
                <a:lnTo>
                  <a:pt x="1320894" y="933140"/>
                </a:lnTo>
                <a:lnTo>
                  <a:pt x="1364924" y="939461"/>
                </a:lnTo>
                <a:lnTo>
                  <a:pt x="1408953" y="941795"/>
                </a:lnTo>
                <a:lnTo>
                  <a:pt x="1452983" y="942683"/>
                </a:lnTo>
                <a:lnTo>
                  <a:pt x="1497013" y="942190"/>
                </a:lnTo>
                <a:lnTo>
                  <a:pt x="1541043" y="941351"/>
                </a:lnTo>
                <a:lnTo>
                  <a:pt x="1585073" y="939630"/>
                </a:lnTo>
                <a:lnTo>
                  <a:pt x="1629102" y="938649"/>
                </a:lnTo>
                <a:lnTo>
                  <a:pt x="1673132" y="936251"/>
                </a:lnTo>
                <a:lnTo>
                  <a:pt x="1717162" y="929513"/>
                </a:lnTo>
                <a:lnTo>
                  <a:pt x="1761192" y="921827"/>
                </a:lnTo>
                <a:lnTo>
                  <a:pt x="1805222" y="911566"/>
                </a:lnTo>
                <a:lnTo>
                  <a:pt x="1849251" y="898087"/>
                </a:lnTo>
                <a:lnTo>
                  <a:pt x="1893281" y="879159"/>
                </a:lnTo>
                <a:lnTo>
                  <a:pt x="1937311" y="873725"/>
                </a:lnTo>
                <a:lnTo>
                  <a:pt x="1981341" y="859617"/>
                </a:lnTo>
                <a:lnTo>
                  <a:pt x="2025371" y="801705"/>
                </a:lnTo>
                <a:lnTo>
                  <a:pt x="2069401" y="498801"/>
                </a:lnTo>
                <a:lnTo>
                  <a:pt x="2113430" y="259599"/>
                </a:lnTo>
                <a:lnTo>
                  <a:pt x="2157460" y="168116"/>
                </a:lnTo>
                <a:lnTo>
                  <a:pt x="2201490" y="116584"/>
                </a:lnTo>
                <a:lnTo>
                  <a:pt x="2245520" y="67692"/>
                </a:lnTo>
                <a:lnTo>
                  <a:pt x="2289550" y="45999"/>
                </a:lnTo>
                <a:lnTo>
                  <a:pt x="2333579" y="42073"/>
                </a:lnTo>
                <a:lnTo>
                  <a:pt x="2377609" y="38028"/>
                </a:lnTo>
                <a:lnTo>
                  <a:pt x="2421639" y="29532"/>
                </a:lnTo>
                <a:lnTo>
                  <a:pt x="2465668" y="16998"/>
                </a:lnTo>
                <a:lnTo>
                  <a:pt x="2509699" y="1035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57"/>
          <p:cNvSpPr/>
          <p:nvPr/>
        </p:nvSpPr>
        <p:spPr>
          <a:xfrm>
            <a:off x="5109009" y="2865783"/>
            <a:ext cx="2518504" cy="1052697"/>
          </a:xfrm>
          <a:custGeom>
            <a:avLst/>
            <a:gdLst/>
            <a:ahLst/>
            <a:cxnLst/>
            <a:rect l="l" t="t" r="r" b="b"/>
            <a:pathLst>
              <a:path w="2518504" h="1052697">
                <a:moveTo>
                  <a:pt x="0" y="47267"/>
                </a:moveTo>
                <a:lnTo>
                  <a:pt x="44030" y="0"/>
                </a:lnTo>
                <a:lnTo>
                  <a:pt x="88060" y="115638"/>
                </a:lnTo>
                <a:lnTo>
                  <a:pt x="132090" y="264680"/>
                </a:lnTo>
                <a:lnTo>
                  <a:pt x="176119" y="366648"/>
                </a:lnTo>
                <a:lnTo>
                  <a:pt x="220149" y="448149"/>
                </a:lnTo>
                <a:lnTo>
                  <a:pt x="264179" y="519842"/>
                </a:lnTo>
                <a:lnTo>
                  <a:pt x="308209" y="584384"/>
                </a:lnTo>
                <a:lnTo>
                  <a:pt x="352239" y="642240"/>
                </a:lnTo>
                <a:lnTo>
                  <a:pt x="396268" y="685454"/>
                </a:lnTo>
                <a:lnTo>
                  <a:pt x="440298" y="719003"/>
                </a:lnTo>
                <a:lnTo>
                  <a:pt x="484328" y="757710"/>
                </a:lnTo>
                <a:lnTo>
                  <a:pt x="528358" y="796364"/>
                </a:lnTo>
                <a:lnTo>
                  <a:pt x="572388" y="833060"/>
                </a:lnTo>
                <a:lnTo>
                  <a:pt x="616417" y="866901"/>
                </a:lnTo>
                <a:lnTo>
                  <a:pt x="660447" y="898418"/>
                </a:lnTo>
                <a:lnTo>
                  <a:pt x="704477" y="925670"/>
                </a:lnTo>
                <a:lnTo>
                  <a:pt x="748507" y="954946"/>
                </a:lnTo>
                <a:lnTo>
                  <a:pt x="792536" y="980247"/>
                </a:lnTo>
                <a:lnTo>
                  <a:pt x="836566" y="998470"/>
                </a:lnTo>
                <a:lnTo>
                  <a:pt x="880596" y="1011432"/>
                </a:lnTo>
                <a:lnTo>
                  <a:pt x="924626" y="1020669"/>
                </a:lnTo>
                <a:lnTo>
                  <a:pt x="968655" y="1027807"/>
                </a:lnTo>
                <a:lnTo>
                  <a:pt x="1012686" y="1034681"/>
                </a:lnTo>
                <a:lnTo>
                  <a:pt x="1056715" y="1040739"/>
                </a:lnTo>
                <a:lnTo>
                  <a:pt x="1100745" y="1045648"/>
                </a:lnTo>
                <a:lnTo>
                  <a:pt x="1144775" y="1050270"/>
                </a:lnTo>
                <a:lnTo>
                  <a:pt x="1188804" y="1052697"/>
                </a:lnTo>
                <a:lnTo>
                  <a:pt x="1232834" y="1038833"/>
                </a:lnTo>
                <a:lnTo>
                  <a:pt x="1276864" y="1018252"/>
                </a:lnTo>
                <a:lnTo>
                  <a:pt x="1320894" y="996414"/>
                </a:lnTo>
                <a:lnTo>
                  <a:pt x="1364924" y="972604"/>
                </a:lnTo>
                <a:lnTo>
                  <a:pt x="1408953" y="948653"/>
                </a:lnTo>
                <a:lnTo>
                  <a:pt x="1452983" y="923846"/>
                </a:lnTo>
                <a:lnTo>
                  <a:pt x="1497013" y="899355"/>
                </a:lnTo>
                <a:lnTo>
                  <a:pt x="1541043" y="873597"/>
                </a:lnTo>
                <a:lnTo>
                  <a:pt x="1585073" y="848775"/>
                </a:lnTo>
                <a:lnTo>
                  <a:pt x="1629102" y="822326"/>
                </a:lnTo>
                <a:lnTo>
                  <a:pt x="1673132" y="793062"/>
                </a:lnTo>
                <a:lnTo>
                  <a:pt x="1717162" y="764269"/>
                </a:lnTo>
                <a:lnTo>
                  <a:pt x="1761192" y="733422"/>
                </a:lnTo>
                <a:lnTo>
                  <a:pt x="1805222" y="700802"/>
                </a:lnTo>
                <a:lnTo>
                  <a:pt x="1849251" y="669522"/>
                </a:lnTo>
                <a:lnTo>
                  <a:pt x="1893281" y="633163"/>
                </a:lnTo>
                <a:lnTo>
                  <a:pt x="1937311" y="595507"/>
                </a:lnTo>
                <a:lnTo>
                  <a:pt x="1981341" y="557897"/>
                </a:lnTo>
                <a:lnTo>
                  <a:pt x="2025371" y="523106"/>
                </a:lnTo>
                <a:lnTo>
                  <a:pt x="2069401" y="504442"/>
                </a:lnTo>
                <a:lnTo>
                  <a:pt x="2113430" y="495254"/>
                </a:lnTo>
                <a:lnTo>
                  <a:pt x="2157460" y="470600"/>
                </a:lnTo>
                <a:lnTo>
                  <a:pt x="2201490" y="438874"/>
                </a:lnTo>
                <a:lnTo>
                  <a:pt x="2245520" y="404118"/>
                </a:lnTo>
                <a:lnTo>
                  <a:pt x="2289550" y="368992"/>
                </a:lnTo>
                <a:lnTo>
                  <a:pt x="2333579" y="334816"/>
                </a:lnTo>
                <a:lnTo>
                  <a:pt x="2377609" y="303537"/>
                </a:lnTo>
                <a:lnTo>
                  <a:pt x="2421639" y="275551"/>
                </a:lnTo>
                <a:lnTo>
                  <a:pt x="2465668" y="245280"/>
                </a:lnTo>
                <a:lnTo>
                  <a:pt x="2509699" y="212708"/>
                </a:lnTo>
                <a:lnTo>
                  <a:pt x="2518504" y="210688"/>
                </a:lnTo>
              </a:path>
            </a:pathLst>
          </a:custGeom>
          <a:noFill/>
          <a:ln w="20706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58"/>
          <p:cNvSpPr/>
          <p:nvPr/>
        </p:nvSpPr>
        <p:spPr>
          <a:xfrm>
            <a:off x="4983084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59"/>
          <p:cNvSpPr/>
          <p:nvPr/>
        </p:nvSpPr>
        <p:spPr>
          <a:xfrm>
            <a:off x="4983084" y="4132292"/>
            <a:ext cx="2770355" cy="0"/>
          </a:xfrm>
          <a:custGeom>
            <a:avLst/>
            <a:gdLst/>
            <a:ahLst/>
            <a:cxnLst/>
            <a:rect l="l" t="t" r="r" b="b"/>
            <a:pathLst>
              <a:path w="2770355" h="0">
                <a:moveTo>
                  <a:pt x="0" y="0"/>
                </a:moveTo>
                <a:lnTo>
                  <a:pt x="2770355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60"/>
          <p:cNvSpPr/>
          <p:nvPr/>
        </p:nvSpPr>
        <p:spPr>
          <a:xfrm>
            <a:off x="5129996" y="2330027"/>
            <a:ext cx="186361" cy="0"/>
          </a:xfrm>
          <a:custGeom>
            <a:avLst/>
            <a:gdLst/>
            <a:ahLst/>
            <a:cxnLst/>
            <a:rect l="l" t="t" r="r" b="b"/>
            <a:pathLst>
              <a:path w="186361" h="0">
                <a:moveTo>
                  <a:pt x="0" y="0"/>
                </a:moveTo>
                <a:lnTo>
                  <a:pt x="93181" y="0"/>
                </a:lnTo>
                <a:lnTo>
                  <a:pt x="186361" y="0"/>
                </a:lnTo>
              </a:path>
            </a:pathLst>
          </a:custGeom>
          <a:noFill/>
          <a:ln w="207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15749" y="2271798"/>
            <a:ext cx="289853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A · L</a:t>
            </a:r>
          </a:p>
        </p:txBody>
      </p:sp>
      <p:sp>
        <p:nvSpPr>
          <p:cNvPr id="92" name="Editable path 61"/>
          <p:cNvSpPr/>
          <p:nvPr/>
        </p:nvSpPr>
        <p:spPr>
          <a:xfrm>
            <a:off x="5773977" y="2330027"/>
            <a:ext cx="186361" cy="0"/>
          </a:xfrm>
          <a:custGeom>
            <a:avLst/>
            <a:gdLst/>
            <a:ahLst/>
            <a:cxnLst/>
            <a:rect l="l" t="t" r="r" b="b"/>
            <a:pathLst>
              <a:path w="186361" h="0">
                <a:moveTo>
                  <a:pt x="0" y="0"/>
                </a:moveTo>
                <a:lnTo>
                  <a:pt x="93180" y="0"/>
                </a:lnTo>
                <a:lnTo>
                  <a:pt x="186361" y="0"/>
                </a:lnTo>
              </a:path>
            </a:pathLst>
          </a:custGeom>
          <a:noFill/>
          <a:ln w="2070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59730" y="2271798"/>
            <a:ext cx="29681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A · R</a:t>
            </a:r>
          </a:p>
        </p:txBody>
      </p:sp>
      <p:sp>
        <p:nvSpPr>
          <p:cNvPr id="94" name="Editable path 62"/>
          <p:cNvSpPr/>
          <p:nvPr/>
        </p:nvSpPr>
        <p:spPr>
          <a:xfrm>
            <a:off x="6424752" y="2330027"/>
            <a:ext cx="186361" cy="0"/>
          </a:xfrm>
          <a:custGeom>
            <a:avLst/>
            <a:gdLst/>
            <a:ahLst/>
            <a:cxnLst/>
            <a:rect l="l" t="t" r="r" b="b"/>
            <a:pathLst>
              <a:path w="186361" h="0">
                <a:moveTo>
                  <a:pt x="0" y="0"/>
                </a:moveTo>
                <a:lnTo>
                  <a:pt x="93180" y="0"/>
                </a:lnTo>
                <a:lnTo>
                  <a:pt x="186361" y="0"/>
                </a:lnTo>
              </a:path>
            </a:pathLst>
          </a:custGeom>
          <a:noFill/>
          <a:ln w="2070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10505" y="2271798"/>
            <a:ext cx="28302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B · L</a:t>
            </a:r>
          </a:p>
        </p:txBody>
      </p:sp>
      <p:sp>
        <p:nvSpPr>
          <p:cNvPr id="96" name="Editable path 63"/>
          <p:cNvSpPr/>
          <p:nvPr/>
        </p:nvSpPr>
        <p:spPr>
          <a:xfrm>
            <a:off x="7061938" y="2330027"/>
            <a:ext cx="186361" cy="0"/>
          </a:xfrm>
          <a:custGeom>
            <a:avLst/>
            <a:gdLst/>
            <a:ahLst/>
            <a:cxnLst/>
            <a:rect l="l" t="t" r="r" b="b"/>
            <a:pathLst>
              <a:path w="186361" h="0">
                <a:moveTo>
                  <a:pt x="0" y="0"/>
                </a:moveTo>
                <a:lnTo>
                  <a:pt x="93180" y="0"/>
                </a:lnTo>
                <a:lnTo>
                  <a:pt x="186361" y="0"/>
                </a:lnTo>
              </a:path>
            </a:pathLst>
          </a:custGeom>
          <a:noFill/>
          <a:ln w="20706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47691" y="2271798"/>
            <a:ext cx="289978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B · R</a:t>
            </a:r>
          </a:p>
        </p:txBody>
      </p:sp>
      <p:sp>
        <p:nvSpPr>
          <p:cNvPr id="98" name="Editable path 64"/>
          <p:cNvSpPr/>
          <p:nvPr/>
        </p:nvSpPr>
        <p:spPr>
          <a:xfrm>
            <a:off x="8501435" y="2682243"/>
            <a:ext cx="2770354" cy="1450049"/>
          </a:xfrm>
          <a:custGeom>
            <a:avLst/>
            <a:gdLst/>
            <a:ahLst/>
            <a:cxnLst/>
            <a:rect l="l" t="t" r="r" b="b"/>
            <a:pathLst>
              <a:path w="2770354" h="1450049">
                <a:moveTo>
                  <a:pt x="0" y="0"/>
                </a:moveTo>
                <a:lnTo>
                  <a:pt x="2770354" y="0"/>
                </a:lnTo>
                <a:lnTo>
                  <a:pt x="2770354" y="1450049"/>
                </a:lnTo>
                <a:lnTo>
                  <a:pt x="0" y="14500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65"/>
          <p:cNvSpPr/>
          <p:nvPr/>
        </p:nvSpPr>
        <p:spPr>
          <a:xfrm>
            <a:off x="8612632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66"/>
          <p:cNvSpPr/>
          <p:nvPr/>
        </p:nvSpPr>
        <p:spPr>
          <a:xfrm>
            <a:off x="8612632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81570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02" name="Editable path 67"/>
          <p:cNvSpPr/>
          <p:nvPr/>
        </p:nvSpPr>
        <p:spPr>
          <a:xfrm>
            <a:off x="9349036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path 68"/>
          <p:cNvSpPr/>
          <p:nvPr/>
        </p:nvSpPr>
        <p:spPr>
          <a:xfrm>
            <a:off x="9349036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17976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05" name="Editable path 69"/>
          <p:cNvSpPr/>
          <p:nvPr/>
        </p:nvSpPr>
        <p:spPr>
          <a:xfrm>
            <a:off x="10085441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path 70"/>
          <p:cNvSpPr/>
          <p:nvPr/>
        </p:nvSpPr>
        <p:spPr>
          <a:xfrm>
            <a:off x="10085441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54380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08" name="Editable path 71"/>
          <p:cNvSpPr/>
          <p:nvPr/>
        </p:nvSpPr>
        <p:spPr>
          <a:xfrm>
            <a:off x="10821845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path 72"/>
          <p:cNvSpPr/>
          <p:nvPr/>
        </p:nvSpPr>
        <p:spPr>
          <a:xfrm>
            <a:off x="10821845" y="4132292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790785" y="4260294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111" name="Editable path 73"/>
          <p:cNvSpPr/>
          <p:nvPr/>
        </p:nvSpPr>
        <p:spPr>
          <a:xfrm>
            <a:off x="8501435" y="4088425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path 74"/>
          <p:cNvSpPr/>
          <p:nvPr/>
        </p:nvSpPr>
        <p:spPr>
          <a:xfrm>
            <a:off x="8428961" y="4088425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32246" y="4029096"/>
            <a:ext cx="15530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114" name="Editable path 75"/>
          <p:cNvSpPr/>
          <p:nvPr/>
        </p:nvSpPr>
        <p:spPr>
          <a:xfrm>
            <a:off x="8501435" y="3684354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path 76"/>
          <p:cNvSpPr/>
          <p:nvPr/>
        </p:nvSpPr>
        <p:spPr>
          <a:xfrm>
            <a:off x="8428961" y="3684354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70126" y="3625025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117" name="Editable path 77"/>
          <p:cNvSpPr/>
          <p:nvPr/>
        </p:nvSpPr>
        <p:spPr>
          <a:xfrm>
            <a:off x="8501435" y="3280283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78"/>
          <p:cNvSpPr/>
          <p:nvPr/>
        </p:nvSpPr>
        <p:spPr>
          <a:xfrm>
            <a:off x="8428961" y="3280283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170126" y="3220954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150</a:t>
            </a:r>
          </a:p>
        </p:txBody>
      </p:sp>
      <p:sp>
        <p:nvSpPr>
          <p:cNvPr id="120" name="Editable path 79"/>
          <p:cNvSpPr/>
          <p:nvPr/>
        </p:nvSpPr>
        <p:spPr>
          <a:xfrm>
            <a:off x="8501435" y="2876211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path 80"/>
          <p:cNvSpPr/>
          <p:nvPr/>
        </p:nvSpPr>
        <p:spPr>
          <a:xfrm>
            <a:off x="8428961" y="2876211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70126" y="2816882"/>
            <a:ext cx="217421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200</a:t>
            </a:r>
          </a:p>
        </p:txBody>
      </p:sp>
      <p:sp>
        <p:nvSpPr>
          <p:cNvPr id="123" name="Editable path 81"/>
          <p:cNvSpPr/>
          <p:nvPr/>
        </p:nvSpPr>
        <p:spPr>
          <a:xfrm>
            <a:off x="8627359" y="2748155"/>
            <a:ext cx="2518505" cy="734162"/>
          </a:xfrm>
          <a:custGeom>
            <a:avLst/>
            <a:gdLst/>
            <a:ahLst/>
            <a:cxnLst/>
            <a:rect l="l" t="t" r="r" b="b"/>
            <a:pathLst>
              <a:path w="2518505" h="734162">
                <a:moveTo>
                  <a:pt x="0" y="583129"/>
                </a:moveTo>
                <a:lnTo>
                  <a:pt x="73641" y="519914"/>
                </a:lnTo>
                <a:lnTo>
                  <a:pt x="147281" y="552399"/>
                </a:lnTo>
                <a:lnTo>
                  <a:pt x="220922" y="616277"/>
                </a:lnTo>
                <a:lnTo>
                  <a:pt x="294562" y="658976"/>
                </a:lnTo>
                <a:lnTo>
                  <a:pt x="368203" y="683649"/>
                </a:lnTo>
                <a:lnTo>
                  <a:pt x="441843" y="702915"/>
                </a:lnTo>
                <a:lnTo>
                  <a:pt x="515484" y="718822"/>
                </a:lnTo>
                <a:lnTo>
                  <a:pt x="589124" y="729017"/>
                </a:lnTo>
                <a:lnTo>
                  <a:pt x="662765" y="734162"/>
                </a:lnTo>
                <a:lnTo>
                  <a:pt x="736405" y="733745"/>
                </a:lnTo>
                <a:lnTo>
                  <a:pt x="810046" y="726921"/>
                </a:lnTo>
                <a:lnTo>
                  <a:pt x="883686" y="712714"/>
                </a:lnTo>
                <a:lnTo>
                  <a:pt x="957327" y="691009"/>
                </a:lnTo>
                <a:lnTo>
                  <a:pt x="1030967" y="663689"/>
                </a:lnTo>
                <a:lnTo>
                  <a:pt x="1104608" y="630257"/>
                </a:lnTo>
                <a:lnTo>
                  <a:pt x="1178248" y="590307"/>
                </a:lnTo>
                <a:lnTo>
                  <a:pt x="1251889" y="546552"/>
                </a:lnTo>
                <a:lnTo>
                  <a:pt x="1325529" y="497077"/>
                </a:lnTo>
                <a:lnTo>
                  <a:pt x="1399170" y="443512"/>
                </a:lnTo>
                <a:lnTo>
                  <a:pt x="1472810" y="387444"/>
                </a:lnTo>
                <a:lnTo>
                  <a:pt x="1546450" y="328667"/>
                </a:lnTo>
                <a:lnTo>
                  <a:pt x="1620091" y="268318"/>
                </a:lnTo>
                <a:lnTo>
                  <a:pt x="1693731" y="205362"/>
                </a:lnTo>
                <a:lnTo>
                  <a:pt x="1767372" y="141055"/>
                </a:lnTo>
                <a:lnTo>
                  <a:pt x="1841012" y="77614"/>
                </a:lnTo>
                <a:lnTo>
                  <a:pt x="1914652" y="25512"/>
                </a:lnTo>
                <a:lnTo>
                  <a:pt x="1988293" y="9872"/>
                </a:lnTo>
                <a:lnTo>
                  <a:pt x="2061933" y="1971"/>
                </a:lnTo>
                <a:lnTo>
                  <a:pt x="2135574" y="0"/>
                </a:lnTo>
                <a:lnTo>
                  <a:pt x="2209215" y="3246"/>
                </a:lnTo>
                <a:lnTo>
                  <a:pt x="2282855" y="10233"/>
                </a:lnTo>
                <a:lnTo>
                  <a:pt x="2356496" y="17376"/>
                </a:lnTo>
                <a:lnTo>
                  <a:pt x="2430136" y="22298"/>
                </a:lnTo>
                <a:lnTo>
                  <a:pt x="2503777" y="24159"/>
                </a:lnTo>
                <a:lnTo>
                  <a:pt x="2518505" y="22900"/>
                </a:lnTo>
              </a:path>
            </a:pathLst>
          </a:custGeom>
          <a:noFill/>
          <a:ln w="207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82"/>
          <p:cNvSpPr/>
          <p:nvPr/>
        </p:nvSpPr>
        <p:spPr>
          <a:xfrm>
            <a:off x="8627359" y="2950409"/>
            <a:ext cx="2518505" cy="442637"/>
          </a:xfrm>
          <a:custGeom>
            <a:avLst/>
            <a:gdLst/>
            <a:ahLst/>
            <a:cxnLst/>
            <a:rect l="l" t="t" r="r" b="b"/>
            <a:pathLst>
              <a:path w="2518505" h="442637">
                <a:moveTo>
                  <a:pt x="0" y="55851"/>
                </a:moveTo>
                <a:lnTo>
                  <a:pt x="73641" y="0"/>
                </a:lnTo>
                <a:lnTo>
                  <a:pt x="147281" y="21976"/>
                </a:lnTo>
                <a:lnTo>
                  <a:pt x="220922" y="95174"/>
                </a:lnTo>
                <a:lnTo>
                  <a:pt x="294562" y="154911"/>
                </a:lnTo>
                <a:lnTo>
                  <a:pt x="368203" y="200391"/>
                </a:lnTo>
                <a:lnTo>
                  <a:pt x="441843" y="239823"/>
                </a:lnTo>
                <a:lnTo>
                  <a:pt x="515484" y="276629"/>
                </a:lnTo>
                <a:lnTo>
                  <a:pt x="589124" y="308938"/>
                </a:lnTo>
                <a:lnTo>
                  <a:pt x="662765" y="339523"/>
                </a:lnTo>
                <a:lnTo>
                  <a:pt x="736405" y="366835"/>
                </a:lnTo>
                <a:lnTo>
                  <a:pt x="810046" y="390618"/>
                </a:lnTo>
                <a:lnTo>
                  <a:pt x="883686" y="409644"/>
                </a:lnTo>
                <a:lnTo>
                  <a:pt x="957327" y="423721"/>
                </a:lnTo>
                <a:lnTo>
                  <a:pt x="1030967" y="434252"/>
                </a:lnTo>
                <a:lnTo>
                  <a:pt x="1104608" y="440192"/>
                </a:lnTo>
                <a:lnTo>
                  <a:pt x="1178248" y="440226"/>
                </a:lnTo>
                <a:lnTo>
                  <a:pt x="1251889" y="436419"/>
                </a:lnTo>
                <a:lnTo>
                  <a:pt x="1325529" y="426778"/>
                </a:lnTo>
                <a:lnTo>
                  <a:pt x="1399170" y="412367"/>
                </a:lnTo>
                <a:lnTo>
                  <a:pt x="1472810" y="394687"/>
                </a:lnTo>
                <a:lnTo>
                  <a:pt x="1546450" y="374198"/>
                </a:lnTo>
                <a:lnTo>
                  <a:pt x="1620091" y="351444"/>
                </a:lnTo>
                <a:lnTo>
                  <a:pt x="1693731" y="325127"/>
                </a:lnTo>
                <a:lnTo>
                  <a:pt x="1767372" y="296184"/>
                </a:lnTo>
                <a:lnTo>
                  <a:pt x="1841012" y="267835"/>
                </a:lnTo>
                <a:lnTo>
                  <a:pt x="1914652" y="243397"/>
                </a:lnTo>
                <a:lnTo>
                  <a:pt x="1988293" y="253824"/>
                </a:lnTo>
                <a:lnTo>
                  <a:pt x="2061933" y="269808"/>
                </a:lnTo>
                <a:lnTo>
                  <a:pt x="2135574" y="295945"/>
                </a:lnTo>
                <a:lnTo>
                  <a:pt x="2209215" y="327432"/>
                </a:lnTo>
                <a:lnTo>
                  <a:pt x="2282855" y="362773"/>
                </a:lnTo>
                <a:lnTo>
                  <a:pt x="2356496" y="397085"/>
                </a:lnTo>
                <a:lnTo>
                  <a:pt x="2430136" y="424211"/>
                </a:lnTo>
                <a:lnTo>
                  <a:pt x="2503777" y="441352"/>
                </a:lnTo>
                <a:lnTo>
                  <a:pt x="2518505" y="442637"/>
                </a:lnTo>
              </a:path>
            </a:pathLst>
          </a:custGeom>
          <a:noFill/>
          <a:ln w="2070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path 83"/>
          <p:cNvSpPr/>
          <p:nvPr/>
        </p:nvSpPr>
        <p:spPr>
          <a:xfrm>
            <a:off x="8627359" y="3334062"/>
            <a:ext cx="2518505" cy="732318"/>
          </a:xfrm>
          <a:custGeom>
            <a:avLst/>
            <a:gdLst/>
            <a:ahLst/>
            <a:cxnLst/>
            <a:rect l="l" t="t" r="r" b="b"/>
            <a:pathLst>
              <a:path w="2518505" h="732318">
                <a:moveTo>
                  <a:pt x="0" y="48953"/>
                </a:moveTo>
                <a:lnTo>
                  <a:pt x="73641" y="0"/>
                </a:lnTo>
                <a:lnTo>
                  <a:pt x="147281" y="66131"/>
                </a:lnTo>
                <a:lnTo>
                  <a:pt x="220922" y="148263"/>
                </a:lnTo>
                <a:lnTo>
                  <a:pt x="294562" y="198734"/>
                </a:lnTo>
                <a:lnTo>
                  <a:pt x="368203" y="222617"/>
                </a:lnTo>
                <a:lnTo>
                  <a:pt x="441843" y="237610"/>
                </a:lnTo>
                <a:lnTo>
                  <a:pt x="515484" y="249878"/>
                </a:lnTo>
                <a:lnTo>
                  <a:pt x="589124" y="261820"/>
                </a:lnTo>
                <a:lnTo>
                  <a:pt x="662765" y="272823"/>
                </a:lnTo>
                <a:lnTo>
                  <a:pt x="736405" y="284260"/>
                </a:lnTo>
                <a:lnTo>
                  <a:pt x="810046" y="294730"/>
                </a:lnTo>
                <a:lnTo>
                  <a:pt x="883686" y="305787"/>
                </a:lnTo>
                <a:lnTo>
                  <a:pt x="957327" y="316751"/>
                </a:lnTo>
                <a:lnTo>
                  <a:pt x="1030967" y="328743"/>
                </a:lnTo>
                <a:lnTo>
                  <a:pt x="1104608" y="340176"/>
                </a:lnTo>
                <a:lnTo>
                  <a:pt x="1178248" y="353101"/>
                </a:lnTo>
                <a:lnTo>
                  <a:pt x="1251889" y="365617"/>
                </a:lnTo>
                <a:lnTo>
                  <a:pt x="1325529" y="378719"/>
                </a:lnTo>
                <a:lnTo>
                  <a:pt x="1399170" y="392225"/>
                </a:lnTo>
                <a:lnTo>
                  <a:pt x="1472810" y="406052"/>
                </a:lnTo>
                <a:lnTo>
                  <a:pt x="1546450" y="420710"/>
                </a:lnTo>
                <a:lnTo>
                  <a:pt x="1620091" y="435930"/>
                </a:lnTo>
                <a:lnTo>
                  <a:pt x="1693731" y="451470"/>
                </a:lnTo>
                <a:lnTo>
                  <a:pt x="1767372" y="468277"/>
                </a:lnTo>
                <a:lnTo>
                  <a:pt x="1841012" y="486404"/>
                </a:lnTo>
                <a:lnTo>
                  <a:pt x="1914652" y="510309"/>
                </a:lnTo>
                <a:lnTo>
                  <a:pt x="1988293" y="556315"/>
                </a:lnTo>
                <a:lnTo>
                  <a:pt x="2061933" y="608127"/>
                </a:lnTo>
                <a:lnTo>
                  <a:pt x="2135574" y="656971"/>
                </a:lnTo>
                <a:lnTo>
                  <a:pt x="2209215" y="701321"/>
                </a:lnTo>
                <a:lnTo>
                  <a:pt x="2282855" y="728239"/>
                </a:lnTo>
                <a:lnTo>
                  <a:pt x="2356496" y="732318"/>
                </a:lnTo>
                <a:lnTo>
                  <a:pt x="2430136" y="707405"/>
                </a:lnTo>
                <a:lnTo>
                  <a:pt x="2503777" y="661429"/>
                </a:lnTo>
                <a:lnTo>
                  <a:pt x="2518505" y="651331"/>
                </a:lnTo>
              </a:path>
            </a:pathLst>
          </a:custGeom>
          <a:noFill/>
          <a:ln w="2070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path 84"/>
          <p:cNvSpPr/>
          <p:nvPr/>
        </p:nvSpPr>
        <p:spPr>
          <a:xfrm>
            <a:off x="8627359" y="3607356"/>
            <a:ext cx="2518505" cy="312026"/>
          </a:xfrm>
          <a:custGeom>
            <a:avLst/>
            <a:gdLst/>
            <a:ahLst/>
            <a:cxnLst/>
            <a:rect l="l" t="t" r="r" b="b"/>
            <a:pathLst>
              <a:path w="2518505" h="312026">
                <a:moveTo>
                  <a:pt x="0" y="80994"/>
                </a:moveTo>
                <a:lnTo>
                  <a:pt x="73641" y="0"/>
                </a:lnTo>
                <a:lnTo>
                  <a:pt x="147281" y="31902"/>
                </a:lnTo>
                <a:lnTo>
                  <a:pt x="220922" y="107804"/>
                </a:lnTo>
                <a:lnTo>
                  <a:pt x="294562" y="164641"/>
                </a:lnTo>
                <a:lnTo>
                  <a:pt x="368203" y="195959"/>
                </a:lnTo>
                <a:lnTo>
                  <a:pt x="441843" y="215552"/>
                </a:lnTo>
                <a:lnTo>
                  <a:pt x="515484" y="229980"/>
                </a:lnTo>
                <a:lnTo>
                  <a:pt x="589124" y="242341"/>
                </a:lnTo>
                <a:lnTo>
                  <a:pt x="662765" y="252180"/>
                </a:lnTo>
                <a:lnTo>
                  <a:pt x="736405" y="259101"/>
                </a:lnTo>
                <a:lnTo>
                  <a:pt x="810046" y="265080"/>
                </a:lnTo>
                <a:lnTo>
                  <a:pt x="883686" y="270021"/>
                </a:lnTo>
                <a:lnTo>
                  <a:pt x="957327" y="273498"/>
                </a:lnTo>
                <a:lnTo>
                  <a:pt x="1030967" y="276699"/>
                </a:lnTo>
                <a:lnTo>
                  <a:pt x="1104608" y="278702"/>
                </a:lnTo>
                <a:lnTo>
                  <a:pt x="1178248" y="281167"/>
                </a:lnTo>
                <a:lnTo>
                  <a:pt x="1251889" y="282967"/>
                </a:lnTo>
                <a:lnTo>
                  <a:pt x="1325529" y="284675"/>
                </a:lnTo>
                <a:lnTo>
                  <a:pt x="1399170" y="286026"/>
                </a:lnTo>
                <a:lnTo>
                  <a:pt x="1472810" y="286463"/>
                </a:lnTo>
                <a:lnTo>
                  <a:pt x="1546450" y="286166"/>
                </a:lnTo>
                <a:lnTo>
                  <a:pt x="1620091" y="284967"/>
                </a:lnTo>
                <a:lnTo>
                  <a:pt x="1693731" y="284041"/>
                </a:lnTo>
                <a:lnTo>
                  <a:pt x="1767372" y="282731"/>
                </a:lnTo>
                <a:lnTo>
                  <a:pt x="1841012" y="281828"/>
                </a:lnTo>
                <a:lnTo>
                  <a:pt x="1914652" y="282913"/>
                </a:lnTo>
                <a:lnTo>
                  <a:pt x="1988293" y="291295"/>
                </a:lnTo>
                <a:lnTo>
                  <a:pt x="2061933" y="301996"/>
                </a:lnTo>
                <a:lnTo>
                  <a:pt x="2135574" y="307641"/>
                </a:lnTo>
                <a:lnTo>
                  <a:pt x="2209215" y="312026"/>
                </a:lnTo>
                <a:lnTo>
                  <a:pt x="2282855" y="303914"/>
                </a:lnTo>
                <a:lnTo>
                  <a:pt x="2356496" y="285017"/>
                </a:lnTo>
                <a:lnTo>
                  <a:pt x="2430136" y="257343"/>
                </a:lnTo>
                <a:lnTo>
                  <a:pt x="2503777" y="222772"/>
                </a:lnTo>
                <a:lnTo>
                  <a:pt x="2518505" y="217138"/>
                </a:lnTo>
              </a:path>
            </a:pathLst>
          </a:custGeom>
          <a:noFill/>
          <a:ln w="20706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path 85"/>
          <p:cNvSpPr/>
          <p:nvPr/>
        </p:nvSpPr>
        <p:spPr>
          <a:xfrm>
            <a:off x="8501435" y="2682243"/>
            <a:ext cx="0" cy="1450049"/>
          </a:xfrm>
          <a:custGeom>
            <a:avLst/>
            <a:gdLst/>
            <a:ahLst/>
            <a:cxnLst/>
            <a:rect l="l" t="t" r="r" b="b"/>
            <a:pathLst>
              <a:path w="0" h="1450049">
                <a:moveTo>
                  <a:pt x="0" y="1450049"/>
                </a:moveTo>
                <a:lnTo>
                  <a:pt x="0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path 86"/>
          <p:cNvSpPr/>
          <p:nvPr/>
        </p:nvSpPr>
        <p:spPr>
          <a:xfrm>
            <a:off x="8501435" y="4132292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path 87"/>
          <p:cNvSpPr/>
          <p:nvPr/>
        </p:nvSpPr>
        <p:spPr>
          <a:xfrm>
            <a:off x="1464734" y="4770313"/>
            <a:ext cx="2770354" cy="1450048"/>
          </a:xfrm>
          <a:custGeom>
            <a:avLst/>
            <a:gdLst/>
            <a:ahLst/>
            <a:cxnLst/>
            <a:rect l="l" t="t" r="r" b="b"/>
            <a:pathLst>
              <a:path w="2770354" h="1450048">
                <a:moveTo>
                  <a:pt x="0" y="0"/>
                </a:moveTo>
                <a:lnTo>
                  <a:pt x="2770354" y="0"/>
                </a:lnTo>
                <a:lnTo>
                  <a:pt x="2770354" y="1450048"/>
                </a:lnTo>
                <a:lnTo>
                  <a:pt x="0" y="14500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88"/>
          <p:cNvSpPr/>
          <p:nvPr/>
        </p:nvSpPr>
        <p:spPr>
          <a:xfrm>
            <a:off x="1580462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path 89"/>
          <p:cNvSpPr/>
          <p:nvPr/>
        </p:nvSpPr>
        <p:spPr>
          <a:xfrm>
            <a:off x="1580462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49402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33" name="Editable path 90"/>
          <p:cNvSpPr/>
          <p:nvPr/>
        </p:nvSpPr>
        <p:spPr>
          <a:xfrm>
            <a:off x="2090281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path 91"/>
          <p:cNvSpPr/>
          <p:nvPr/>
        </p:nvSpPr>
        <p:spPr>
          <a:xfrm>
            <a:off x="2090281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059220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36" name="Editable path 92"/>
          <p:cNvSpPr/>
          <p:nvPr/>
        </p:nvSpPr>
        <p:spPr>
          <a:xfrm>
            <a:off x="2600100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path 93"/>
          <p:cNvSpPr/>
          <p:nvPr/>
        </p:nvSpPr>
        <p:spPr>
          <a:xfrm>
            <a:off x="2600100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569039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39" name="Editable path 94"/>
          <p:cNvSpPr/>
          <p:nvPr/>
        </p:nvSpPr>
        <p:spPr>
          <a:xfrm>
            <a:off x="3109918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path 95"/>
          <p:cNvSpPr/>
          <p:nvPr/>
        </p:nvSpPr>
        <p:spPr>
          <a:xfrm>
            <a:off x="3109918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078858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142" name="Editable path 96"/>
          <p:cNvSpPr/>
          <p:nvPr/>
        </p:nvSpPr>
        <p:spPr>
          <a:xfrm>
            <a:off x="3619737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path 97"/>
          <p:cNvSpPr/>
          <p:nvPr/>
        </p:nvSpPr>
        <p:spPr>
          <a:xfrm>
            <a:off x="3619737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588676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145" name="Editable path 98"/>
          <p:cNvSpPr/>
          <p:nvPr/>
        </p:nvSpPr>
        <p:spPr>
          <a:xfrm>
            <a:off x="4129556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path 99"/>
          <p:cNvSpPr/>
          <p:nvPr/>
        </p:nvSpPr>
        <p:spPr>
          <a:xfrm>
            <a:off x="4129556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098495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566972" y="6537380"/>
            <a:ext cx="607288" cy="198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149" name="Editable path 100"/>
          <p:cNvSpPr/>
          <p:nvPr/>
        </p:nvSpPr>
        <p:spPr>
          <a:xfrm>
            <a:off x="1464734" y="6104357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path 101"/>
          <p:cNvSpPr/>
          <p:nvPr/>
        </p:nvSpPr>
        <p:spPr>
          <a:xfrm>
            <a:off x="1392260" y="6104357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257665" y="6045028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52" name="Editable path 102"/>
          <p:cNvSpPr/>
          <p:nvPr/>
        </p:nvSpPr>
        <p:spPr>
          <a:xfrm>
            <a:off x="1464734" y="4944318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path 103"/>
          <p:cNvSpPr/>
          <p:nvPr/>
        </p:nvSpPr>
        <p:spPr>
          <a:xfrm>
            <a:off x="1392260" y="4944318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57665" y="4884989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55" name="TextBox 154"/>
          <p:cNvSpPr txBox="1"/>
          <p:nvPr/>
        </p:nvSpPr>
        <p:spPr>
          <a:xfrm rot="16200000">
            <a:off x="613502" y="5405967"/>
            <a:ext cx="1038547" cy="173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41" b="0" i="0">
                <a:solidFill>
                  <a:srgbClr val="2B2B2B"/>
                </a:solidFill>
                <a:latin typeface="Times New Roman"/>
              </a:rPr>
              <a:t>Qualified contact</a:t>
            </a:r>
          </a:p>
        </p:txBody>
      </p:sp>
      <p:sp>
        <p:nvSpPr>
          <p:cNvPr id="156" name="Editable path 104"/>
          <p:cNvSpPr/>
          <p:nvPr/>
        </p:nvSpPr>
        <p:spPr>
          <a:xfrm>
            <a:off x="1590659" y="6104357"/>
            <a:ext cx="2518504" cy="0"/>
          </a:xfrm>
          <a:custGeom>
            <a:avLst/>
            <a:gdLst/>
            <a:ahLst/>
            <a:cxnLst/>
            <a:rect l="l" t="t" r="r" b="b"/>
            <a:pathLst>
              <a:path w="2518504" h="0">
                <a:moveTo>
                  <a:pt x="0" y="0"/>
                </a:moveTo>
                <a:lnTo>
                  <a:pt x="50982" y="0"/>
                </a:lnTo>
                <a:lnTo>
                  <a:pt x="101964" y="0"/>
                </a:lnTo>
                <a:lnTo>
                  <a:pt x="152945" y="0"/>
                </a:lnTo>
                <a:lnTo>
                  <a:pt x="203927" y="0"/>
                </a:lnTo>
                <a:lnTo>
                  <a:pt x="254909" y="0"/>
                </a:lnTo>
                <a:lnTo>
                  <a:pt x="305891" y="0"/>
                </a:lnTo>
                <a:lnTo>
                  <a:pt x="356873" y="0"/>
                </a:lnTo>
                <a:lnTo>
                  <a:pt x="407855" y="0"/>
                </a:lnTo>
                <a:lnTo>
                  <a:pt x="458837" y="0"/>
                </a:lnTo>
                <a:lnTo>
                  <a:pt x="509818" y="0"/>
                </a:lnTo>
                <a:lnTo>
                  <a:pt x="560800" y="0"/>
                </a:lnTo>
                <a:lnTo>
                  <a:pt x="611782" y="0"/>
                </a:lnTo>
                <a:lnTo>
                  <a:pt x="662764" y="0"/>
                </a:lnTo>
                <a:lnTo>
                  <a:pt x="713746" y="0"/>
                </a:lnTo>
                <a:lnTo>
                  <a:pt x="764728" y="0"/>
                </a:lnTo>
                <a:lnTo>
                  <a:pt x="815710" y="0"/>
                </a:lnTo>
                <a:lnTo>
                  <a:pt x="866691" y="0"/>
                </a:lnTo>
                <a:lnTo>
                  <a:pt x="917673" y="0"/>
                </a:lnTo>
                <a:lnTo>
                  <a:pt x="968655" y="0"/>
                </a:lnTo>
                <a:lnTo>
                  <a:pt x="1019637" y="0"/>
                </a:lnTo>
                <a:lnTo>
                  <a:pt x="1070619" y="0"/>
                </a:lnTo>
                <a:lnTo>
                  <a:pt x="1121601" y="0"/>
                </a:lnTo>
                <a:lnTo>
                  <a:pt x="1172583" y="0"/>
                </a:lnTo>
                <a:lnTo>
                  <a:pt x="1223565" y="0"/>
                </a:lnTo>
                <a:lnTo>
                  <a:pt x="1274546" y="0"/>
                </a:lnTo>
                <a:lnTo>
                  <a:pt x="1325528" y="0"/>
                </a:lnTo>
                <a:lnTo>
                  <a:pt x="1376510" y="0"/>
                </a:lnTo>
                <a:lnTo>
                  <a:pt x="1427492" y="0"/>
                </a:lnTo>
                <a:lnTo>
                  <a:pt x="1478474" y="0"/>
                </a:lnTo>
                <a:lnTo>
                  <a:pt x="1529456" y="0"/>
                </a:lnTo>
                <a:lnTo>
                  <a:pt x="1580438" y="0"/>
                </a:lnTo>
                <a:lnTo>
                  <a:pt x="1631419" y="0"/>
                </a:lnTo>
                <a:lnTo>
                  <a:pt x="1682401" y="0"/>
                </a:lnTo>
                <a:lnTo>
                  <a:pt x="1733383" y="0"/>
                </a:lnTo>
                <a:lnTo>
                  <a:pt x="1784365" y="0"/>
                </a:lnTo>
                <a:lnTo>
                  <a:pt x="1835347" y="0"/>
                </a:lnTo>
                <a:lnTo>
                  <a:pt x="1886329" y="0"/>
                </a:lnTo>
                <a:lnTo>
                  <a:pt x="1937311" y="0"/>
                </a:lnTo>
                <a:lnTo>
                  <a:pt x="1988293" y="0"/>
                </a:lnTo>
                <a:lnTo>
                  <a:pt x="2039274" y="0"/>
                </a:lnTo>
                <a:lnTo>
                  <a:pt x="2090256" y="0"/>
                </a:lnTo>
                <a:lnTo>
                  <a:pt x="2141238" y="0"/>
                </a:lnTo>
                <a:lnTo>
                  <a:pt x="2192220" y="0"/>
                </a:lnTo>
                <a:lnTo>
                  <a:pt x="2243202" y="0"/>
                </a:lnTo>
                <a:lnTo>
                  <a:pt x="2294184" y="0"/>
                </a:lnTo>
                <a:lnTo>
                  <a:pt x="2345166" y="0"/>
                </a:lnTo>
                <a:lnTo>
                  <a:pt x="2396147" y="0"/>
                </a:lnTo>
                <a:lnTo>
                  <a:pt x="2447129" y="0"/>
                </a:lnTo>
                <a:lnTo>
                  <a:pt x="2498111" y="0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path 105"/>
          <p:cNvSpPr/>
          <p:nvPr/>
        </p:nvSpPr>
        <p:spPr>
          <a:xfrm>
            <a:off x="1590659" y="6104357"/>
            <a:ext cx="2518504" cy="0"/>
          </a:xfrm>
          <a:custGeom>
            <a:avLst/>
            <a:gdLst/>
            <a:ahLst/>
            <a:cxnLst/>
            <a:rect l="l" t="t" r="r" b="b"/>
            <a:pathLst>
              <a:path w="2518504" h="0">
                <a:moveTo>
                  <a:pt x="0" y="0"/>
                </a:moveTo>
                <a:lnTo>
                  <a:pt x="50982" y="0"/>
                </a:lnTo>
                <a:lnTo>
                  <a:pt x="101964" y="0"/>
                </a:lnTo>
                <a:lnTo>
                  <a:pt x="152945" y="0"/>
                </a:lnTo>
                <a:lnTo>
                  <a:pt x="203927" y="0"/>
                </a:lnTo>
                <a:lnTo>
                  <a:pt x="254909" y="0"/>
                </a:lnTo>
                <a:lnTo>
                  <a:pt x="305891" y="0"/>
                </a:lnTo>
                <a:lnTo>
                  <a:pt x="356873" y="0"/>
                </a:lnTo>
                <a:lnTo>
                  <a:pt x="407855" y="0"/>
                </a:lnTo>
                <a:lnTo>
                  <a:pt x="458837" y="0"/>
                </a:lnTo>
                <a:lnTo>
                  <a:pt x="509818" y="0"/>
                </a:lnTo>
                <a:lnTo>
                  <a:pt x="560800" y="0"/>
                </a:lnTo>
                <a:lnTo>
                  <a:pt x="611782" y="0"/>
                </a:lnTo>
                <a:lnTo>
                  <a:pt x="662764" y="0"/>
                </a:lnTo>
                <a:lnTo>
                  <a:pt x="713746" y="0"/>
                </a:lnTo>
                <a:lnTo>
                  <a:pt x="764728" y="0"/>
                </a:lnTo>
                <a:lnTo>
                  <a:pt x="815710" y="0"/>
                </a:lnTo>
                <a:lnTo>
                  <a:pt x="866691" y="0"/>
                </a:lnTo>
                <a:lnTo>
                  <a:pt x="917673" y="0"/>
                </a:lnTo>
                <a:lnTo>
                  <a:pt x="968655" y="0"/>
                </a:lnTo>
                <a:lnTo>
                  <a:pt x="1019637" y="0"/>
                </a:lnTo>
                <a:lnTo>
                  <a:pt x="1070619" y="0"/>
                </a:lnTo>
                <a:lnTo>
                  <a:pt x="1121601" y="0"/>
                </a:lnTo>
                <a:lnTo>
                  <a:pt x="1172583" y="0"/>
                </a:lnTo>
                <a:lnTo>
                  <a:pt x="1223565" y="0"/>
                </a:lnTo>
                <a:lnTo>
                  <a:pt x="1274546" y="0"/>
                </a:lnTo>
                <a:lnTo>
                  <a:pt x="1325528" y="0"/>
                </a:lnTo>
                <a:lnTo>
                  <a:pt x="1376510" y="0"/>
                </a:lnTo>
                <a:lnTo>
                  <a:pt x="1427492" y="0"/>
                </a:lnTo>
                <a:lnTo>
                  <a:pt x="1478474" y="0"/>
                </a:lnTo>
                <a:lnTo>
                  <a:pt x="1529456" y="0"/>
                </a:lnTo>
                <a:lnTo>
                  <a:pt x="1580438" y="0"/>
                </a:lnTo>
                <a:lnTo>
                  <a:pt x="1631419" y="0"/>
                </a:lnTo>
                <a:lnTo>
                  <a:pt x="1682401" y="0"/>
                </a:lnTo>
                <a:lnTo>
                  <a:pt x="1733383" y="0"/>
                </a:lnTo>
                <a:lnTo>
                  <a:pt x="1784365" y="0"/>
                </a:lnTo>
                <a:lnTo>
                  <a:pt x="1835347" y="0"/>
                </a:lnTo>
                <a:lnTo>
                  <a:pt x="1886329" y="0"/>
                </a:lnTo>
                <a:lnTo>
                  <a:pt x="1937311" y="0"/>
                </a:lnTo>
                <a:lnTo>
                  <a:pt x="1988293" y="0"/>
                </a:lnTo>
                <a:lnTo>
                  <a:pt x="2039274" y="0"/>
                </a:lnTo>
                <a:lnTo>
                  <a:pt x="2090256" y="0"/>
                </a:lnTo>
                <a:lnTo>
                  <a:pt x="2141238" y="0"/>
                </a:lnTo>
                <a:lnTo>
                  <a:pt x="2192220" y="0"/>
                </a:lnTo>
                <a:lnTo>
                  <a:pt x="2243202" y="0"/>
                </a:lnTo>
                <a:lnTo>
                  <a:pt x="2294184" y="0"/>
                </a:lnTo>
                <a:lnTo>
                  <a:pt x="2345166" y="0"/>
                </a:lnTo>
                <a:lnTo>
                  <a:pt x="2396147" y="0"/>
                </a:lnTo>
                <a:lnTo>
                  <a:pt x="2447129" y="0"/>
                </a:lnTo>
                <a:lnTo>
                  <a:pt x="2498111" y="0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path 106"/>
          <p:cNvSpPr/>
          <p:nvPr/>
        </p:nvSpPr>
        <p:spPr>
          <a:xfrm>
            <a:off x="1590659" y="6104357"/>
            <a:ext cx="2518504" cy="0"/>
          </a:xfrm>
          <a:custGeom>
            <a:avLst/>
            <a:gdLst/>
            <a:ahLst/>
            <a:cxnLst/>
            <a:rect l="l" t="t" r="r" b="b"/>
            <a:pathLst>
              <a:path w="2518504" h="0">
                <a:moveTo>
                  <a:pt x="0" y="0"/>
                </a:moveTo>
                <a:lnTo>
                  <a:pt x="50982" y="0"/>
                </a:lnTo>
                <a:lnTo>
                  <a:pt x="101964" y="0"/>
                </a:lnTo>
                <a:lnTo>
                  <a:pt x="152945" y="0"/>
                </a:lnTo>
                <a:lnTo>
                  <a:pt x="203927" y="0"/>
                </a:lnTo>
                <a:lnTo>
                  <a:pt x="254909" y="0"/>
                </a:lnTo>
                <a:lnTo>
                  <a:pt x="305891" y="0"/>
                </a:lnTo>
                <a:lnTo>
                  <a:pt x="356873" y="0"/>
                </a:lnTo>
                <a:lnTo>
                  <a:pt x="407855" y="0"/>
                </a:lnTo>
                <a:lnTo>
                  <a:pt x="458837" y="0"/>
                </a:lnTo>
                <a:lnTo>
                  <a:pt x="509818" y="0"/>
                </a:lnTo>
                <a:lnTo>
                  <a:pt x="560800" y="0"/>
                </a:lnTo>
                <a:lnTo>
                  <a:pt x="611782" y="0"/>
                </a:lnTo>
                <a:lnTo>
                  <a:pt x="662764" y="0"/>
                </a:lnTo>
                <a:lnTo>
                  <a:pt x="713746" y="0"/>
                </a:lnTo>
                <a:lnTo>
                  <a:pt x="764728" y="0"/>
                </a:lnTo>
                <a:lnTo>
                  <a:pt x="815710" y="0"/>
                </a:lnTo>
                <a:lnTo>
                  <a:pt x="866691" y="0"/>
                </a:lnTo>
                <a:lnTo>
                  <a:pt x="917673" y="0"/>
                </a:lnTo>
                <a:lnTo>
                  <a:pt x="968655" y="0"/>
                </a:lnTo>
                <a:lnTo>
                  <a:pt x="1019637" y="0"/>
                </a:lnTo>
                <a:lnTo>
                  <a:pt x="1070619" y="0"/>
                </a:lnTo>
                <a:lnTo>
                  <a:pt x="1121601" y="0"/>
                </a:lnTo>
                <a:lnTo>
                  <a:pt x="1172583" y="0"/>
                </a:lnTo>
                <a:lnTo>
                  <a:pt x="1223565" y="0"/>
                </a:lnTo>
                <a:lnTo>
                  <a:pt x="1274546" y="0"/>
                </a:lnTo>
                <a:lnTo>
                  <a:pt x="1325528" y="0"/>
                </a:lnTo>
                <a:lnTo>
                  <a:pt x="1376510" y="0"/>
                </a:lnTo>
                <a:lnTo>
                  <a:pt x="1427492" y="0"/>
                </a:lnTo>
                <a:lnTo>
                  <a:pt x="1478474" y="0"/>
                </a:lnTo>
                <a:lnTo>
                  <a:pt x="1529456" y="0"/>
                </a:lnTo>
                <a:lnTo>
                  <a:pt x="1580438" y="0"/>
                </a:lnTo>
                <a:lnTo>
                  <a:pt x="1631419" y="0"/>
                </a:lnTo>
                <a:lnTo>
                  <a:pt x="1682401" y="0"/>
                </a:lnTo>
                <a:lnTo>
                  <a:pt x="1733383" y="0"/>
                </a:lnTo>
                <a:lnTo>
                  <a:pt x="1784365" y="0"/>
                </a:lnTo>
                <a:lnTo>
                  <a:pt x="1835347" y="0"/>
                </a:lnTo>
                <a:lnTo>
                  <a:pt x="1886329" y="0"/>
                </a:lnTo>
                <a:lnTo>
                  <a:pt x="1937311" y="0"/>
                </a:lnTo>
                <a:lnTo>
                  <a:pt x="1988293" y="0"/>
                </a:lnTo>
                <a:lnTo>
                  <a:pt x="2039274" y="0"/>
                </a:lnTo>
                <a:lnTo>
                  <a:pt x="2090256" y="0"/>
                </a:lnTo>
                <a:lnTo>
                  <a:pt x="2141238" y="0"/>
                </a:lnTo>
                <a:lnTo>
                  <a:pt x="2192220" y="0"/>
                </a:lnTo>
                <a:lnTo>
                  <a:pt x="2243202" y="0"/>
                </a:lnTo>
                <a:lnTo>
                  <a:pt x="2294184" y="0"/>
                </a:lnTo>
                <a:lnTo>
                  <a:pt x="2345166" y="0"/>
                </a:lnTo>
                <a:lnTo>
                  <a:pt x="2396147" y="0"/>
                </a:lnTo>
                <a:lnTo>
                  <a:pt x="2447129" y="0"/>
                </a:lnTo>
                <a:lnTo>
                  <a:pt x="2498111" y="0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path 107"/>
          <p:cNvSpPr/>
          <p:nvPr/>
        </p:nvSpPr>
        <p:spPr>
          <a:xfrm>
            <a:off x="1590659" y="6104357"/>
            <a:ext cx="2518504" cy="0"/>
          </a:xfrm>
          <a:custGeom>
            <a:avLst/>
            <a:gdLst/>
            <a:ahLst/>
            <a:cxnLst/>
            <a:rect l="l" t="t" r="r" b="b"/>
            <a:pathLst>
              <a:path w="2518504" h="0">
                <a:moveTo>
                  <a:pt x="0" y="0"/>
                </a:moveTo>
                <a:lnTo>
                  <a:pt x="50982" y="0"/>
                </a:lnTo>
                <a:lnTo>
                  <a:pt x="101964" y="0"/>
                </a:lnTo>
                <a:lnTo>
                  <a:pt x="152945" y="0"/>
                </a:lnTo>
                <a:lnTo>
                  <a:pt x="203927" y="0"/>
                </a:lnTo>
                <a:lnTo>
                  <a:pt x="254909" y="0"/>
                </a:lnTo>
                <a:lnTo>
                  <a:pt x="305891" y="0"/>
                </a:lnTo>
                <a:lnTo>
                  <a:pt x="356873" y="0"/>
                </a:lnTo>
                <a:lnTo>
                  <a:pt x="407855" y="0"/>
                </a:lnTo>
                <a:lnTo>
                  <a:pt x="458837" y="0"/>
                </a:lnTo>
                <a:lnTo>
                  <a:pt x="509818" y="0"/>
                </a:lnTo>
                <a:lnTo>
                  <a:pt x="560800" y="0"/>
                </a:lnTo>
                <a:lnTo>
                  <a:pt x="611782" y="0"/>
                </a:lnTo>
                <a:lnTo>
                  <a:pt x="662764" y="0"/>
                </a:lnTo>
                <a:lnTo>
                  <a:pt x="713746" y="0"/>
                </a:lnTo>
                <a:lnTo>
                  <a:pt x="764728" y="0"/>
                </a:lnTo>
                <a:lnTo>
                  <a:pt x="815710" y="0"/>
                </a:lnTo>
                <a:lnTo>
                  <a:pt x="866691" y="0"/>
                </a:lnTo>
                <a:lnTo>
                  <a:pt x="917673" y="0"/>
                </a:lnTo>
                <a:lnTo>
                  <a:pt x="968655" y="0"/>
                </a:lnTo>
                <a:lnTo>
                  <a:pt x="1019637" y="0"/>
                </a:lnTo>
                <a:lnTo>
                  <a:pt x="1070619" y="0"/>
                </a:lnTo>
                <a:lnTo>
                  <a:pt x="1121601" y="0"/>
                </a:lnTo>
                <a:lnTo>
                  <a:pt x="1172583" y="0"/>
                </a:lnTo>
                <a:lnTo>
                  <a:pt x="1223565" y="0"/>
                </a:lnTo>
                <a:lnTo>
                  <a:pt x="1274546" y="0"/>
                </a:lnTo>
                <a:lnTo>
                  <a:pt x="1325528" y="0"/>
                </a:lnTo>
                <a:lnTo>
                  <a:pt x="1376510" y="0"/>
                </a:lnTo>
                <a:lnTo>
                  <a:pt x="1427492" y="0"/>
                </a:lnTo>
                <a:lnTo>
                  <a:pt x="1478474" y="0"/>
                </a:lnTo>
                <a:lnTo>
                  <a:pt x="1529456" y="0"/>
                </a:lnTo>
                <a:lnTo>
                  <a:pt x="1580438" y="0"/>
                </a:lnTo>
                <a:lnTo>
                  <a:pt x="1631419" y="0"/>
                </a:lnTo>
                <a:lnTo>
                  <a:pt x="1682401" y="0"/>
                </a:lnTo>
                <a:lnTo>
                  <a:pt x="1733383" y="0"/>
                </a:lnTo>
                <a:lnTo>
                  <a:pt x="1784365" y="0"/>
                </a:lnTo>
                <a:lnTo>
                  <a:pt x="1835347" y="0"/>
                </a:lnTo>
                <a:lnTo>
                  <a:pt x="1886329" y="0"/>
                </a:lnTo>
                <a:lnTo>
                  <a:pt x="1937311" y="0"/>
                </a:lnTo>
                <a:lnTo>
                  <a:pt x="1988293" y="0"/>
                </a:lnTo>
                <a:lnTo>
                  <a:pt x="2039274" y="0"/>
                </a:lnTo>
                <a:lnTo>
                  <a:pt x="2090256" y="0"/>
                </a:lnTo>
                <a:lnTo>
                  <a:pt x="2141238" y="0"/>
                </a:lnTo>
                <a:lnTo>
                  <a:pt x="2192220" y="0"/>
                </a:lnTo>
                <a:lnTo>
                  <a:pt x="2243202" y="0"/>
                </a:lnTo>
                <a:lnTo>
                  <a:pt x="2294184" y="0"/>
                </a:lnTo>
                <a:lnTo>
                  <a:pt x="2345166" y="0"/>
                </a:lnTo>
                <a:lnTo>
                  <a:pt x="2396147" y="0"/>
                </a:lnTo>
                <a:lnTo>
                  <a:pt x="2447129" y="0"/>
                </a:lnTo>
                <a:lnTo>
                  <a:pt x="2498111" y="0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path 108"/>
          <p:cNvSpPr/>
          <p:nvPr/>
        </p:nvSpPr>
        <p:spPr>
          <a:xfrm>
            <a:off x="1464734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path 109"/>
          <p:cNvSpPr/>
          <p:nvPr/>
        </p:nvSpPr>
        <p:spPr>
          <a:xfrm>
            <a:off x="1464734" y="6220361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path 110"/>
          <p:cNvSpPr/>
          <p:nvPr/>
        </p:nvSpPr>
        <p:spPr>
          <a:xfrm>
            <a:off x="4983084" y="4770313"/>
            <a:ext cx="2770355" cy="1450048"/>
          </a:xfrm>
          <a:custGeom>
            <a:avLst/>
            <a:gdLst/>
            <a:ahLst/>
            <a:cxnLst/>
            <a:rect l="l" t="t" r="r" b="b"/>
            <a:pathLst>
              <a:path w="2770355" h="1450048">
                <a:moveTo>
                  <a:pt x="0" y="0"/>
                </a:moveTo>
                <a:lnTo>
                  <a:pt x="2770355" y="0"/>
                </a:lnTo>
                <a:lnTo>
                  <a:pt x="2770355" y="1450048"/>
                </a:lnTo>
                <a:lnTo>
                  <a:pt x="0" y="14500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path 111"/>
          <p:cNvSpPr/>
          <p:nvPr/>
        </p:nvSpPr>
        <p:spPr>
          <a:xfrm>
            <a:off x="5100203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path 112"/>
          <p:cNvSpPr/>
          <p:nvPr/>
        </p:nvSpPr>
        <p:spPr>
          <a:xfrm>
            <a:off x="5100203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069142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66" name="Editable path 113"/>
          <p:cNvSpPr/>
          <p:nvPr/>
        </p:nvSpPr>
        <p:spPr>
          <a:xfrm>
            <a:off x="5540501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path 114"/>
          <p:cNvSpPr/>
          <p:nvPr/>
        </p:nvSpPr>
        <p:spPr>
          <a:xfrm>
            <a:off x="5540501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509440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69" name="Editable path 115"/>
          <p:cNvSpPr/>
          <p:nvPr/>
        </p:nvSpPr>
        <p:spPr>
          <a:xfrm>
            <a:off x="5980799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path 116"/>
          <p:cNvSpPr/>
          <p:nvPr/>
        </p:nvSpPr>
        <p:spPr>
          <a:xfrm>
            <a:off x="5980799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949739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72" name="Editable path 117"/>
          <p:cNvSpPr/>
          <p:nvPr/>
        </p:nvSpPr>
        <p:spPr>
          <a:xfrm>
            <a:off x="6421097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path 118"/>
          <p:cNvSpPr/>
          <p:nvPr/>
        </p:nvSpPr>
        <p:spPr>
          <a:xfrm>
            <a:off x="6421097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90037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175" name="Editable path 119"/>
          <p:cNvSpPr/>
          <p:nvPr/>
        </p:nvSpPr>
        <p:spPr>
          <a:xfrm>
            <a:off x="6861395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path 120"/>
          <p:cNvSpPr/>
          <p:nvPr/>
        </p:nvSpPr>
        <p:spPr>
          <a:xfrm>
            <a:off x="6861395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830334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178" name="Editable path 121"/>
          <p:cNvSpPr/>
          <p:nvPr/>
        </p:nvSpPr>
        <p:spPr>
          <a:xfrm>
            <a:off x="7301693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path 122"/>
          <p:cNvSpPr/>
          <p:nvPr/>
        </p:nvSpPr>
        <p:spPr>
          <a:xfrm>
            <a:off x="7301693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270632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181" name="Editable path 123"/>
          <p:cNvSpPr/>
          <p:nvPr/>
        </p:nvSpPr>
        <p:spPr>
          <a:xfrm>
            <a:off x="7741991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path 124"/>
          <p:cNvSpPr/>
          <p:nvPr/>
        </p:nvSpPr>
        <p:spPr>
          <a:xfrm>
            <a:off x="7741991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710930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85322" y="6537380"/>
            <a:ext cx="607288" cy="198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185" name="Editable path 125"/>
          <p:cNvSpPr/>
          <p:nvPr/>
        </p:nvSpPr>
        <p:spPr>
          <a:xfrm>
            <a:off x="4983084" y="6104357"/>
            <a:ext cx="2770355" cy="0"/>
          </a:xfrm>
          <a:custGeom>
            <a:avLst/>
            <a:gdLst/>
            <a:ahLst/>
            <a:cxnLst/>
            <a:rect l="l" t="t" r="r" b="b"/>
            <a:pathLst>
              <a:path w="2770355" h="0">
                <a:moveTo>
                  <a:pt x="0" y="0"/>
                </a:moveTo>
                <a:lnTo>
                  <a:pt x="2770355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path 126"/>
          <p:cNvSpPr/>
          <p:nvPr/>
        </p:nvSpPr>
        <p:spPr>
          <a:xfrm>
            <a:off x="4910610" y="6104357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776016" y="6045028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88" name="Editable path 127"/>
          <p:cNvSpPr/>
          <p:nvPr/>
        </p:nvSpPr>
        <p:spPr>
          <a:xfrm>
            <a:off x="4983084" y="4944318"/>
            <a:ext cx="2770355" cy="0"/>
          </a:xfrm>
          <a:custGeom>
            <a:avLst/>
            <a:gdLst/>
            <a:ahLst/>
            <a:cxnLst/>
            <a:rect l="l" t="t" r="r" b="b"/>
            <a:pathLst>
              <a:path w="2770355" h="0">
                <a:moveTo>
                  <a:pt x="0" y="0"/>
                </a:moveTo>
                <a:lnTo>
                  <a:pt x="2770355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path 128"/>
          <p:cNvSpPr/>
          <p:nvPr/>
        </p:nvSpPr>
        <p:spPr>
          <a:xfrm>
            <a:off x="4910610" y="4944318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776016" y="4884989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91" name="Editable path 129"/>
          <p:cNvSpPr/>
          <p:nvPr/>
        </p:nvSpPr>
        <p:spPr>
          <a:xfrm>
            <a:off x="5109009" y="6104357"/>
            <a:ext cx="2518504" cy="0"/>
          </a:xfrm>
          <a:custGeom>
            <a:avLst/>
            <a:gdLst/>
            <a:ahLst/>
            <a:cxnLst/>
            <a:rect l="l" t="t" r="r" b="b"/>
            <a:pathLst>
              <a:path w="2518504" h="0">
                <a:moveTo>
                  <a:pt x="0" y="0"/>
                </a:moveTo>
                <a:lnTo>
                  <a:pt x="44030" y="0"/>
                </a:lnTo>
                <a:lnTo>
                  <a:pt x="88060" y="0"/>
                </a:lnTo>
                <a:lnTo>
                  <a:pt x="132090" y="0"/>
                </a:lnTo>
                <a:lnTo>
                  <a:pt x="176119" y="0"/>
                </a:lnTo>
                <a:lnTo>
                  <a:pt x="220149" y="0"/>
                </a:lnTo>
                <a:lnTo>
                  <a:pt x="264179" y="0"/>
                </a:lnTo>
                <a:lnTo>
                  <a:pt x="308209" y="0"/>
                </a:lnTo>
                <a:lnTo>
                  <a:pt x="352239" y="0"/>
                </a:lnTo>
                <a:lnTo>
                  <a:pt x="396268" y="0"/>
                </a:lnTo>
                <a:lnTo>
                  <a:pt x="440298" y="0"/>
                </a:lnTo>
                <a:lnTo>
                  <a:pt x="484328" y="0"/>
                </a:lnTo>
                <a:lnTo>
                  <a:pt x="528358" y="0"/>
                </a:lnTo>
                <a:lnTo>
                  <a:pt x="572388" y="0"/>
                </a:lnTo>
                <a:lnTo>
                  <a:pt x="616417" y="0"/>
                </a:lnTo>
                <a:lnTo>
                  <a:pt x="660447" y="0"/>
                </a:lnTo>
                <a:lnTo>
                  <a:pt x="704477" y="0"/>
                </a:lnTo>
                <a:lnTo>
                  <a:pt x="748507" y="0"/>
                </a:lnTo>
                <a:lnTo>
                  <a:pt x="792536" y="0"/>
                </a:lnTo>
                <a:lnTo>
                  <a:pt x="836566" y="0"/>
                </a:lnTo>
                <a:lnTo>
                  <a:pt x="880596" y="0"/>
                </a:lnTo>
                <a:lnTo>
                  <a:pt x="924626" y="0"/>
                </a:lnTo>
                <a:lnTo>
                  <a:pt x="968655" y="0"/>
                </a:lnTo>
                <a:lnTo>
                  <a:pt x="1012686" y="0"/>
                </a:lnTo>
                <a:lnTo>
                  <a:pt x="1056715" y="0"/>
                </a:lnTo>
                <a:lnTo>
                  <a:pt x="1100745" y="0"/>
                </a:lnTo>
                <a:lnTo>
                  <a:pt x="1144775" y="0"/>
                </a:lnTo>
                <a:lnTo>
                  <a:pt x="1188804" y="0"/>
                </a:lnTo>
                <a:lnTo>
                  <a:pt x="1232834" y="0"/>
                </a:lnTo>
                <a:lnTo>
                  <a:pt x="1276864" y="0"/>
                </a:lnTo>
                <a:lnTo>
                  <a:pt x="1320894" y="0"/>
                </a:lnTo>
                <a:lnTo>
                  <a:pt x="1364924" y="0"/>
                </a:lnTo>
                <a:lnTo>
                  <a:pt x="1408953" y="0"/>
                </a:lnTo>
                <a:lnTo>
                  <a:pt x="1452983" y="0"/>
                </a:lnTo>
                <a:lnTo>
                  <a:pt x="1497013" y="0"/>
                </a:lnTo>
                <a:lnTo>
                  <a:pt x="1541043" y="0"/>
                </a:lnTo>
                <a:lnTo>
                  <a:pt x="1585073" y="0"/>
                </a:lnTo>
                <a:lnTo>
                  <a:pt x="1629102" y="0"/>
                </a:lnTo>
                <a:lnTo>
                  <a:pt x="1673132" y="0"/>
                </a:lnTo>
                <a:lnTo>
                  <a:pt x="1717162" y="0"/>
                </a:lnTo>
                <a:lnTo>
                  <a:pt x="1761192" y="0"/>
                </a:lnTo>
                <a:lnTo>
                  <a:pt x="1805222" y="0"/>
                </a:lnTo>
                <a:lnTo>
                  <a:pt x="1849251" y="0"/>
                </a:lnTo>
                <a:lnTo>
                  <a:pt x="1893281" y="0"/>
                </a:lnTo>
                <a:lnTo>
                  <a:pt x="1937311" y="0"/>
                </a:lnTo>
                <a:lnTo>
                  <a:pt x="1981341" y="0"/>
                </a:lnTo>
                <a:lnTo>
                  <a:pt x="2025371" y="0"/>
                </a:lnTo>
                <a:lnTo>
                  <a:pt x="2069401" y="0"/>
                </a:lnTo>
                <a:lnTo>
                  <a:pt x="2113430" y="0"/>
                </a:lnTo>
                <a:lnTo>
                  <a:pt x="2157460" y="0"/>
                </a:lnTo>
                <a:lnTo>
                  <a:pt x="2201490" y="0"/>
                </a:lnTo>
                <a:lnTo>
                  <a:pt x="2245520" y="0"/>
                </a:lnTo>
                <a:lnTo>
                  <a:pt x="2289550" y="0"/>
                </a:lnTo>
                <a:lnTo>
                  <a:pt x="2333579" y="0"/>
                </a:lnTo>
                <a:lnTo>
                  <a:pt x="2377609" y="0"/>
                </a:lnTo>
                <a:lnTo>
                  <a:pt x="2421639" y="0"/>
                </a:lnTo>
                <a:lnTo>
                  <a:pt x="2465668" y="0"/>
                </a:lnTo>
                <a:lnTo>
                  <a:pt x="2509699" y="0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path 130"/>
          <p:cNvSpPr/>
          <p:nvPr/>
        </p:nvSpPr>
        <p:spPr>
          <a:xfrm>
            <a:off x="5109009" y="6104357"/>
            <a:ext cx="2518504" cy="0"/>
          </a:xfrm>
          <a:custGeom>
            <a:avLst/>
            <a:gdLst/>
            <a:ahLst/>
            <a:cxnLst/>
            <a:rect l="l" t="t" r="r" b="b"/>
            <a:pathLst>
              <a:path w="2518504" h="0">
                <a:moveTo>
                  <a:pt x="0" y="0"/>
                </a:moveTo>
                <a:lnTo>
                  <a:pt x="44030" y="0"/>
                </a:lnTo>
                <a:lnTo>
                  <a:pt x="88060" y="0"/>
                </a:lnTo>
                <a:lnTo>
                  <a:pt x="132090" y="0"/>
                </a:lnTo>
                <a:lnTo>
                  <a:pt x="176119" y="0"/>
                </a:lnTo>
                <a:lnTo>
                  <a:pt x="220149" y="0"/>
                </a:lnTo>
                <a:lnTo>
                  <a:pt x="264179" y="0"/>
                </a:lnTo>
                <a:lnTo>
                  <a:pt x="308209" y="0"/>
                </a:lnTo>
                <a:lnTo>
                  <a:pt x="352239" y="0"/>
                </a:lnTo>
                <a:lnTo>
                  <a:pt x="396268" y="0"/>
                </a:lnTo>
                <a:lnTo>
                  <a:pt x="440298" y="0"/>
                </a:lnTo>
                <a:lnTo>
                  <a:pt x="484328" y="0"/>
                </a:lnTo>
                <a:lnTo>
                  <a:pt x="528358" y="0"/>
                </a:lnTo>
                <a:lnTo>
                  <a:pt x="572388" y="0"/>
                </a:lnTo>
                <a:lnTo>
                  <a:pt x="616417" y="0"/>
                </a:lnTo>
                <a:lnTo>
                  <a:pt x="660447" y="0"/>
                </a:lnTo>
                <a:lnTo>
                  <a:pt x="704477" y="0"/>
                </a:lnTo>
                <a:lnTo>
                  <a:pt x="748507" y="0"/>
                </a:lnTo>
                <a:lnTo>
                  <a:pt x="792536" y="0"/>
                </a:lnTo>
                <a:lnTo>
                  <a:pt x="836566" y="0"/>
                </a:lnTo>
                <a:lnTo>
                  <a:pt x="880596" y="0"/>
                </a:lnTo>
                <a:lnTo>
                  <a:pt x="924626" y="0"/>
                </a:lnTo>
                <a:lnTo>
                  <a:pt x="968655" y="0"/>
                </a:lnTo>
                <a:lnTo>
                  <a:pt x="1012686" y="0"/>
                </a:lnTo>
                <a:lnTo>
                  <a:pt x="1056715" y="0"/>
                </a:lnTo>
                <a:lnTo>
                  <a:pt x="1100745" y="0"/>
                </a:lnTo>
                <a:lnTo>
                  <a:pt x="1144775" y="0"/>
                </a:lnTo>
                <a:lnTo>
                  <a:pt x="1188804" y="0"/>
                </a:lnTo>
                <a:lnTo>
                  <a:pt x="1232834" y="0"/>
                </a:lnTo>
                <a:lnTo>
                  <a:pt x="1276864" y="0"/>
                </a:lnTo>
                <a:lnTo>
                  <a:pt x="1320894" y="0"/>
                </a:lnTo>
                <a:lnTo>
                  <a:pt x="1364924" y="0"/>
                </a:lnTo>
                <a:lnTo>
                  <a:pt x="1408953" y="0"/>
                </a:lnTo>
                <a:lnTo>
                  <a:pt x="1452983" y="0"/>
                </a:lnTo>
                <a:lnTo>
                  <a:pt x="1497013" y="0"/>
                </a:lnTo>
                <a:lnTo>
                  <a:pt x="1541043" y="0"/>
                </a:lnTo>
                <a:lnTo>
                  <a:pt x="1585073" y="0"/>
                </a:lnTo>
                <a:lnTo>
                  <a:pt x="1629102" y="0"/>
                </a:lnTo>
                <a:lnTo>
                  <a:pt x="1673132" y="0"/>
                </a:lnTo>
                <a:lnTo>
                  <a:pt x="1717162" y="0"/>
                </a:lnTo>
                <a:lnTo>
                  <a:pt x="1761192" y="0"/>
                </a:lnTo>
                <a:lnTo>
                  <a:pt x="1805222" y="0"/>
                </a:lnTo>
                <a:lnTo>
                  <a:pt x="1849251" y="0"/>
                </a:lnTo>
                <a:lnTo>
                  <a:pt x="1893281" y="0"/>
                </a:lnTo>
                <a:lnTo>
                  <a:pt x="1937311" y="0"/>
                </a:lnTo>
                <a:lnTo>
                  <a:pt x="1981341" y="0"/>
                </a:lnTo>
                <a:lnTo>
                  <a:pt x="2025371" y="0"/>
                </a:lnTo>
                <a:lnTo>
                  <a:pt x="2069401" y="0"/>
                </a:lnTo>
                <a:lnTo>
                  <a:pt x="2113430" y="0"/>
                </a:lnTo>
                <a:lnTo>
                  <a:pt x="2157460" y="0"/>
                </a:lnTo>
                <a:lnTo>
                  <a:pt x="2201490" y="0"/>
                </a:lnTo>
                <a:lnTo>
                  <a:pt x="2245520" y="0"/>
                </a:lnTo>
                <a:lnTo>
                  <a:pt x="2289550" y="0"/>
                </a:lnTo>
                <a:lnTo>
                  <a:pt x="2333579" y="0"/>
                </a:lnTo>
                <a:lnTo>
                  <a:pt x="2377609" y="0"/>
                </a:lnTo>
                <a:lnTo>
                  <a:pt x="2421639" y="0"/>
                </a:lnTo>
                <a:lnTo>
                  <a:pt x="2465668" y="0"/>
                </a:lnTo>
                <a:lnTo>
                  <a:pt x="2509699" y="0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path 131"/>
          <p:cNvSpPr/>
          <p:nvPr/>
        </p:nvSpPr>
        <p:spPr>
          <a:xfrm>
            <a:off x="5109009" y="6104357"/>
            <a:ext cx="2518504" cy="0"/>
          </a:xfrm>
          <a:custGeom>
            <a:avLst/>
            <a:gdLst/>
            <a:ahLst/>
            <a:cxnLst/>
            <a:rect l="l" t="t" r="r" b="b"/>
            <a:pathLst>
              <a:path w="2518504" h="0">
                <a:moveTo>
                  <a:pt x="0" y="0"/>
                </a:moveTo>
                <a:lnTo>
                  <a:pt x="44030" y="0"/>
                </a:lnTo>
                <a:lnTo>
                  <a:pt x="88060" y="0"/>
                </a:lnTo>
                <a:lnTo>
                  <a:pt x="132090" y="0"/>
                </a:lnTo>
                <a:lnTo>
                  <a:pt x="176119" y="0"/>
                </a:lnTo>
                <a:lnTo>
                  <a:pt x="220149" y="0"/>
                </a:lnTo>
                <a:lnTo>
                  <a:pt x="264179" y="0"/>
                </a:lnTo>
                <a:lnTo>
                  <a:pt x="308209" y="0"/>
                </a:lnTo>
                <a:lnTo>
                  <a:pt x="352239" y="0"/>
                </a:lnTo>
                <a:lnTo>
                  <a:pt x="396268" y="0"/>
                </a:lnTo>
                <a:lnTo>
                  <a:pt x="440298" y="0"/>
                </a:lnTo>
                <a:lnTo>
                  <a:pt x="484328" y="0"/>
                </a:lnTo>
                <a:lnTo>
                  <a:pt x="528358" y="0"/>
                </a:lnTo>
                <a:lnTo>
                  <a:pt x="572388" y="0"/>
                </a:lnTo>
                <a:lnTo>
                  <a:pt x="616417" y="0"/>
                </a:lnTo>
                <a:lnTo>
                  <a:pt x="660447" y="0"/>
                </a:lnTo>
                <a:lnTo>
                  <a:pt x="704477" y="0"/>
                </a:lnTo>
                <a:lnTo>
                  <a:pt x="748507" y="0"/>
                </a:lnTo>
                <a:lnTo>
                  <a:pt x="792536" y="0"/>
                </a:lnTo>
                <a:lnTo>
                  <a:pt x="836566" y="0"/>
                </a:lnTo>
                <a:lnTo>
                  <a:pt x="880596" y="0"/>
                </a:lnTo>
                <a:lnTo>
                  <a:pt x="924626" y="0"/>
                </a:lnTo>
                <a:lnTo>
                  <a:pt x="968655" y="0"/>
                </a:lnTo>
                <a:lnTo>
                  <a:pt x="1012686" y="0"/>
                </a:lnTo>
                <a:lnTo>
                  <a:pt x="1056715" y="0"/>
                </a:lnTo>
                <a:lnTo>
                  <a:pt x="1100745" y="0"/>
                </a:lnTo>
                <a:lnTo>
                  <a:pt x="1144775" y="0"/>
                </a:lnTo>
                <a:lnTo>
                  <a:pt x="1188804" y="0"/>
                </a:lnTo>
                <a:lnTo>
                  <a:pt x="1232834" y="0"/>
                </a:lnTo>
                <a:lnTo>
                  <a:pt x="1276864" y="0"/>
                </a:lnTo>
                <a:lnTo>
                  <a:pt x="1320894" y="0"/>
                </a:lnTo>
                <a:lnTo>
                  <a:pt x="1364924" y="0"/>
                </a:lnTo>
                <a:lnTo>
                  <a:pt x="1408953" y="0"/>
                </a:lnTo>
                <a:lnTo>
                  <a:pt x="1452983" y="0"/>
                </a:lnTo>
                <a:lnTo>
                  <a:pt x="1497013" y="0"/>
                </a:lnTo>
                <a:lnTo>
                  <a:pt x="1541043" y="0"/>
                </a:lnTo>
                <a:lnTo>
                  <a:pt x="1585073" y="0"/>
                </a:lnTo>
                <a:lnTo>
                  <a:pt x="1629102" y="0"/>
                </a:lnTo>
                <a:lnTo>
                  <a:pt x="1673132" y="0"/>
                </a:lnTo>
                <a:lnTo>
                  <a:pt x="1717162" y="0"/>
                </a:lnTo>
                <a:lnTo>
                  <a:pt x="1761192" y="0"/>
                </a:lnTo>
                <a:lnTo>
                  <a:pt x="1805222" y="0"/>
                </a:lnTo>
                <a:lnTo>
                  <a:pt x="1849251" y="0"/>
                </a:lnTo>
                <a:lnTo>
                  <a:pt x="1893281" y="0"/>
                </a:lnTo>
                <a:lnTo>
                  <a:pt x="1937311" y="0"/>
                </a:lnTo>
                <a:lnTo>
                  <a:pt x="1981341" y="0"/>
                </a:lnTo>
                <a:lnTo>
                  <a:pt x="2025371" y="0"/>
                </a:lnTo>
                <a:lnTo>
                  <a:pt x="2069401" y="0"/>
                </a:lnTo>
                <a:lnTo>
                  <a:pt x="2113430" y="0"/>
                </a:lnTo>
                <a:lnTo>
                  <a:pt x="2157460" y="0"/>
                </a:lnTo>
                <a:lnTo>
                  <a:pt x="2201490" y="0"/>
                </a:lnTo>
                <a:lnTo>
                  <a:pt x="2245520" y="0"/>
                </a:lnTo>
                <a:lnTo>
                  <a:pt x="2289550" y="0"/>
                </a:lnTo>
                <a:lnTo>
                  <a:pt x="2333579" y="0"/>
                </a:lnTo>
                <a:lnTo>
                  <a:pt x="2377609" y="0"/>
                </a:lnTo>
                <a:lnTo>
                  <a:pt x="2421639" y="0"/>
                </a:lnTo>
                <a:lnTo>
                  <a:pt x="2465668" y="0"/>
                </a:lnTo>
                <a:lnTo>
                  <a:pt x="2509699" y="0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path 132"/>
          <p:cNvSpPr/>
          <p:nvPr/>
        </p:nvSpPr>
        <p:spPr>
          <a:xfrm>
            <a:off x="5109009" y="6104357"/>
            <a:ext cx="2518504" cy="0"/>
          </a:xfrm>
          <a:custGeom>
            <a:avLst/>
            <a:gdLst/>
            <a:ahLst/>
            <a:cxnLst/>
            <a:rect l="l" t="t" r="r" b="b"/>
            <a:pathLst>
              <a:path w="2518504" h="0">
                <a:moveTo>
                  <a:pt x="0" y="0"/>
                </a:moveTo>
                <a:lnTo>
                  <a:pt x="44030" y="0"/>
                </a:lnTo>
                <a:lnTo>
                  <a:pt x="88060" y="0"/>
                </a:lnTo>
                <a:lnTo>
                  <a:pt x="132090" y="0"/>
                </a:lnTo>
                <a:lnTo>
                  <a:pt x="176119" y="0"/>
                </a:lnTo>
                <a:lnTo>
                  <a:pt x="220149" y="0"/>
                </a:lnTo>
                <a:lnTo>
                  <a:pt x="264179" y="0"/>
                </a:lnTo>
                <a:lnTo>
                  <a:pt x="308209" y="0"/>
                </a:lnTo>
                <a:lnTo>
                  <a:pt x="352239" y="0"/>
                </a:lnTo>
                <a:lnTo>
                  <a:pt x="396268" y="0"/>
                </a:lnTo>
                <a:lnTo>
                  <a:pt x="440298" y="0"/>
                </a:lnTo>
                <a:lnTo>
                  <a:pt x="484328" y="0"/>
                </a:lnTo>
                <a:lnTo>
                  <a:pt x="528358" y="0"/>
                </a:lnTo>
                <a:lnTo>
                  <a:pt x="572388" y="0"/>
                </a:lnTo>
                <a:lnTo>
                  <a:pt x="616417" y="0"/>
                </a:lnTo>
                <a:lnTo>
                  <a:pt x="660447" y="0"/>
                </a:lnTo>
                <a:lnTo>
                  <a:pt x="704477" y="0"/>
                </a:lnTo>
                <a:lnTo>
                  <a:pt x="748507" y="0"/>
                </a:lnTo>
                <a:lnTo>
                  <a:pt x="792536" y="0"/>
                </a:lnTo>
                <a:lnTo>
                  <a:pt x="836566" y="0"/>
                </a:lnTo>
                <a:lnTo>
                  <a:pt x="880596" y="0"/>
                </a:lnTo>
                <a:lnTo>
                  <a:pt x="924626" y="0"/>
                </a:lnTo>
                <a:lnTo>
                  <a:pt x="968655" y="0"/>
                </a:lnTo>
                <a:lnTo>
                  <a:pt x="1012686" y="0"/>
                </a:lnTo>
                <a:lnTo>
                  <a:pt x="1056715" y="0"/>
                </a:lnTo>
                <a:lnTo>
                  <a:pt x="1100745" y="0"/>
                </a:lnTo>
                <a:lnTo>
                  <a:pt x="1144775" y="0"/>
                </a:lnTo>
                <a:lnTo>
                  <a:pt x="1188804" y="0"/>
                </a:lnTo>
                <a:lnTo>
                  <a:pt x="1232834" y="0"/>
                </a:lnTo>
                <a:lnTo>
                  <a:pt x="1276864" y="0"/>
                </a:lnTo>
                <a:lnTo>
                  <a:pt x="1320894" y="0"/>
                </a:lnTo>
                <a:lnTo>
                  <a:pt x="1364924" y="0"/>
                </a:lnTo>
                <a:lnTo>
                  <a:pt x="1408953" y="0"/>
                </a:lnTo>
                <a:lnTo>
                  <a:pt x="1452983" y="0"/>
                </a:lnTo>
                <a:lnTo>
                  <a:pt x="1497013" y="0"/>
                </a:lnTo>
                <a:lnTo>
                  <a:pt x="1541043" y="0"/>
                </a:lnTo>
                <a:lnTo>
                  <a:pt x="1585073" y="0"/>
                </a:lnTo>
                <a:lnTo>
                  <a:pt x="1629102" y="0"/>
                </a:lnTo>
                <a:lnTo>
                  <a:pt x="1673132" y="0"/>
                </a:lnTo>
                <a:lnTo>
                  <a:pt x="1717162" y="0"/>
                </a:lnTo>
                <a:lnTo>
                  <a:pt x="1761192" y="0"/>
                </a:lnTo>
                <a:lnTo>
                  <a:pt x="1805222" y="0"/>
                </a:lnTo>
                <a:lnTo>
                  <a:pt x="1849251" y="0"/>
                </a:lnTo>
                <a:lnTo>
                  <a:pt x="1893281" y="0"/>
                </a:lnTo>
                <a:lnTo>
                  <a:pt x="1937311" y="0"/>
                </a:lnTo>
                <a:lnTo>
                  <a:pt x="1981341" y="0"/>
                </a:lnTo>
                <a:lnTo>
                  <a:pt x="2025371" y="0"/>
                </a:lnTo>
                <a:lnTo>
                  <a:pt x="2069401" y="0"/>
                </a:lnTo>
                <a:lnTo>
                  <a:pt x="2113430" y="0"/>
                </a:lnTo>
                <a:lnTo>
                  <a:pt x="2157460" y="0"/>
                </a:lnTo>
                <a:lnTo>
                  <a:pt x="2201490" y="0"/>
                </a:lnTo>
                <a:lnTo>
                  <a:pt x="2245520" y="0"/>
                </a:lnTo>
                <a:lnTo>
                  <a:pt x="2289550" y="0"/>
                </a:lnTo>
                <a:lnTo>
                  <a:pt x="2333579" y="0"/>
                </a:lnTo>
                <a:lnTo>
                  <a:pt x="2377609" y="0"/>
                </a:lnTo>
                <a:lnTo>
                  <a:pt x="2421639" y="0"/>
                </a:lnTo>
                <a:lnTo>
                  <a:pt x="2465668" y="0"/>
                </a:lnTo>
                <a:lnTo>
                  <a:pt x="2509699" y="0"/>
                </a:lnTo>
                <a:lnTo>
                  <a:pt x="2518504" y="0"/>
                </a:lnTo>
              </a:path>
            </a:pathLst>
          </a:custGeom>
          <a:noFill/>
          <a:ln w="20706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path 133"/>
          <p:cNvSpPr/>
          <p:nvPr/>
        </p:nvSpPr>
        <p:spPr>
          <a:xfrm>
            <a:off x="4983084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path 134"/>
          <p:cNvSpPr/>
          <p:nvPr/>
        </p:nvSpPr>
        <p:spPr>
          <a:xfrm>
            <a:off x="4983084" y="6220361"/>
            <a:ext cx="2770355" cy="0"/>
          </a:xfrm>
          <a:custGeom>
            <a:avLst/>
            <a:gdLst/>
            <a:ahLst/>
            <a:cxnLst/>
            <a:rect l="l" t="t" r="r" b="b"/>
            <a:pathLst>
              <a:path w="2770355" h="0">
                <a:moveTo>
                  <a:pt x="0" y="0"/>
                </a:moveTo>
                <a:lnTo>
                  <a:pt x="2770355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path 135"/>
          <p:cNvSpPr/>
          <p:nvPr/>
        </p:nvSpPr>
        <p:spPr>
          <a:xfrm>
            <a:off x="8501435" y="4770313"/>
            <a:ext cx="2770354" cy="1450048"/>
          </a:xfrm>
          <a:custGeom>
            <a:avLst/>
            <a:gdLst/>
            <a:ahLst/>
            <a:cxnLst/>
            <a:rect l="l" t="t" r="r" b="b"/>
            <a:pathLst>
              <a:path w="2770354" h="1450048">
                <a:moveTo>
                  <a:pt x="0" y="0"/>
                </a:moveTo>
                <a:lnTo>
                  <a:pt x="2770354" y="0"/>
                </a:lnTo>
                <a:lnTo>
                  <a:pt x="2770354" y="1450048"/>
                </a:lnTo>
                <a:lnTo>
                  <a:pt x="0" y="14500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path 136"/>
          <p:cNvSpPr/>
          <p:nvPr/>
        </p:nvSpPr>
        <p:spPr>
          <a:xfrm>
            <a:off x="8612632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path 137"/>
          <p:cNvSpPr/>
          <p:nvPr/>
        </p:nvSpPr>
        <p:spPr>
          <a:xfrm>
            <a:off x="8612632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81570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01" name="Editable path 138"/>
          <p:cNvSpPr/>
          <p:nvPr/>
        </p:nvSpPr>
        <p:spPr>
          <a:xfrm>
            <a:off x="9349036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path 139"/>
          <p:cNvSpPr/>
          <p:nvPr/>
        </p:nvSpPr>
        <p:spPr>
          <a:xfrm>
            <a:off x="9349036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317976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204" name="Editable path 140"/>
          <p:cNvSpPr/>
          <p:nvPr/>
        </p:nvSpPr>
        <p:spPr>
          <a:xfrm>
            <a:off x="10085441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path 141"/>
          <p:cNvSpPr/>
          <p:nvPr/>
        </p:nvSpPr>
        <p:spPr>
          <a:xfrm>
            <a:off x="10085441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054380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207" name="Editable path 142"/>
          <p:cNvSpPr/>
          <p:nvPr/>
        </p:nvSpPr>
        <p:spPr>
          <a:xfrm>
            <a:off x="10821845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path 143"/>
          <p:cNvSpPr/>
          <p:nvPr/>
        </p:nvSpPr>
        <p:spPr>
          <a:xfrm>
            <a:off x="10821845" y="6220361"/>
            <a:ext cx="0" cy="72473"/>
          </a:xfrm>
          <a:custGeom>
            <a:avLst/>
            <a:gdLst/>
            <a:ahLst/>
            <a:cxnLst/>
            <a:rect l="l" t="t" r="r" b="b"/>
            <a:pathLst>
              <a:path w="0" h="72473">
                <a:moveTo>
                  <a:pt x="0" y="0"/>
                </a:moveTo>
                <a:lnTo>
                  <a:pt x="0" y="72473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790785" y="6348363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603672" y="6537380"/>
            <a:ext cx="607288" cy="198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211" name="Editable path 144"/>
          <p:cNvSpPr/>
          <p:nvPr/>
        </p:nvSpPr>
        <p:spPr>
          <a:xfrm>
            <a:off x="8501435" y="6104357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path 145"/>
          <p:cNvSpPr/>
          <p:nvPr/>
        </p:nvSpPr>
        <p:spPr>
          <a:xfrm>
            <a:off x="8428961" y="6104357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294366" y="6045028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14" name="Editable path 146"/>
          <p:cNvSpPr/>
          <p:nvPr/>
        </p:nvSpPr>
        <p:spPr>
          <a:xfrm>
            <a:off x="8501435" y="4944318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65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path 147"/>
          <p:cNvSpPr/>
          <p:nvPr/>
        </p:nvSpPr>
        <p:spPr>
          <a:xfrm>
            <a:off x="8428961" y="4944318"/>
            <a:ext cx="72474" cy="0"/>
          </a:xfrm>
          <a:custGeom>
            <a:avLst/>
            <a:gdLst/>
            <a:ahLst/>
            <a:cxnLst/>
            <a:rect l="l" t="t" r="r" b="b"/>
            <a:pathLst>
              <a:path w="72474" h="0">
                <a:moveTo>
                  <a:pt x="72474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65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294366" y="4884989"/>
            <a:ext cx="93180" cy="14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217" name="Editable path 148"/>
          <p:cNvSpPr/>
          <p:nvPr/>
        </p:nvSpPr>
        <p:spPr>
          <a:xfrm>
            <a:off x="8627359" y="6104357"/>
            <a:ext cx="2518505" cy="0"/>
          </a:xfrm>
          <a:custGeom>
            <a:avLst/>
            <a:gdLst/>
            <a:ahLst/>
            <a:cxnLst/>
            <a:rect l="l" t="t" r="r" b="b"/>
            <a:pathLst>
              <a:path w="2518505" h="0">
                <a:moveTo>
                  <a:pt x="0" y="0"/>
                </a:moveTo>
                <a:lnTo>
                  <a:pt x="73641" y="0"/>
                </a:lnTo>
                <a:lnTo>
                  <a:pt x="147281" y="0"/>
                </a:lnTo>
                <a:lnTo>
                  <a:pt x="220922" y="0"/>
                </a:lnTo>
                <a:lnTo>
                  <a:pt x="294562" y="0"/>
                </a:lnTo>
                <a:lnTo>
                  <a:pt x="368203" y="0"/>
                </a:lnTo>
                <a:lnTo>
                  <a:pt x="441843" y="0"/>
                </a:lnTo>
                <a:lnTo>
                  <a:pt x="515484" y="0"/>
                </a:lnTo>
                <a:lnTo>
                  <a:pt x="589124" y="0"/>
                </a:lnTo>
                <a:lnTo>
                  <a:pt x="662765" y="0"/>
                </a:lnTo>
                <a:lnTo>
                  <a:pt x="736405" y="0"/>
                </a:lnTo>
                <a:lnTo>
                  <a:pt x="810046" y="0"/>
                </a:lnTo>
                <a:lnTo>
                  <a:pt x="883686" y="0"/>
                </a:lnTo>
                <a:lnTo>
                  <a:pt x="957327" y="0"/>
                </a:lnTo>
                <a:lnTo>
                  <a:pt x="1030967" y="0"/>
                </a:lnTo>
                <a:lnTo>
                  <a:pt x="1104608" y="0"/>
                </a:lnTo>
                <a:lnTo>
                  <a:pt x="1178248" y="0"/>
                </a:lnTo>
                <a:lnTo>
                  <a:pt x="1251889" y="0"/>
                </a:lnTo>
                <a:lnTo>
                  <a:pt x="1325529" y="0"/>
                </a:lnTo>
                <a:lnTo>
                  <a:pt x="1399170" y="0"/>
                </a:lnTo>
                <a:lnTo>
                  <a:pt x="1472810" y="0"/>
                </a:lnTo>
                <a:lnTo>
                  <a:pt x="1546450" y="0"/>
                </a:lnTo>
                <a:lnTo>
                  <a:pt x="1620091" y="0"/>
                </a:lnTo>
                <a:lnTo>
                  <a:pt x="1693731" y="0"/>
                </a:lnTo>
                <a:lnTo>
                  <a:pt x="1767372" y="0"/>
                </a:lnTo>
                <a:lnTo>
                  <a:pt x="1841012" y="0"/>
                </a:lnTo>
                <a:lnTo>
                  <a:pt x="1914652" y="0"/>
                </a:lnTo>
                <a:lnTo>
                  <a:pt x="1988293" y="0"/>
                </a:lnTo>
                <a:lnTo>
                  <a:pt x="2061933" y="0"/>
                </a:lnTo>
                <a:lnTo>
                  <a:pt x="2135574" y="0"/>
                </a:lnTo>
                <a:lnTo>
                  <a:pt x="2209215" y="0"/>
                </a:lnTo>
                <a:lnTo>
                  <a:pt x="2282855" y="0"/>
                </a:lnTo>
                <a:lnTo>
                  <a:pt x="2356496" y="0"/>
                </a:lnTo>
                <a:lnTo>
                  <a:pt x="2430136" y="0"/>
                </a:lnTo>
                <a:lnTo>
                  <a:pt x="2503777" y="0"/>
                </a:lnTo>
                <a:lnTo>
                  <a:pt x="2518505" y="0"/>
                </a:lnTo>
              </a:path>
            </a:pathLst>
          </a:custGeom>
          <a:noFill/>
          <a:ln w="207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path 149"/>
          <p:cNvSpPr/>
          <p:nvPr/>
        </p:nvSpPr>
        <p:spPr>
          <a:xfrm>
            <a:off x="8627359" y="6104357"/>
            <a:ext cx="2518505" cy="0"/>
          </a:xfrm>
          <a:custGeom>
            <a:avLst/>
            <a:gdLst/>
            <a:ahLst/>
            <a:cxnLst/>
            <a:rect l="l" t="t" r="r" b="b"/>
            <a:pathLst>
              <a:path w="2518505" h="0">
                <a:moveTo>
                  <a:pt x="0" y="0"/>
                </a:moveTo>
                <a:lnTo>
                  <a:pt x="73641" y="0"/>
                </a:lnTo>
                <a:lnTo>
                  <a:pt x="147281" y="0"/>
                </a:lnTo>
                <a:lnTo>
                  <a:pt x="220922" y="0"/>
                </a:lnTo>
                <a:lnTo>
                  <a:pt x="294562" y="0"/>
                </a:lnTo>
                <a:lnTo>
                  <a:pt x="368203" y="0"/>
                </a:lnTo>
                <a:lnTo>
                  <a:pt x="441843" y="0"/>
                </a:lnTo>
                <a:lnTo>
                  <a:pt x="515484" y="0"/>
                </a:lnTo>
                <a:lnTo>
                  <a:pt x="589124" y="0"/>
                </a:lnTo>
                <a:lnTo>
                  <a:pt x="662765" y="0"/>
                </a:lnTo>
                <a:lnTo>
                  <a:pt x="736405" y="0"/>
                </a:lnTo>
                <a:lnTo>
                  <a:pt x="810046" y="0"/>
                </a:lnTo>
                <a:lnTo>
                  <a:pt x="883686" y="0"/>
                </a:lnTo>
                <a:lnTo>
                  <a:pt x="957327" y="0"/>
                </a:lnTo>
                <a:lnTo>
                  <a:pt x="1030967" y="0"/>
                </a:lnTo>
                <a:lnTo>
                  <a:pt x="1104608" y="0"/>
                </a:lnTo>
                <a:lnTo>
                  <a:pt x="1178248" y="0"/>
                </a:lnTo>
                <a:lnTo>
                  <a:pt x="1251889" y="0"/>
                </a:lnTo>
                <a:lnTo>
                  <a:pt x="1325529" y="0"/>
                </a:lnTo>
                <a:lnTo>
                  <a:pt x="1399170" y="0"/>
                </a:lnTo>
                <a:lnTo>
                  <a:pt x="1472810" y="0"/>
                </a:lnTo>
                <a:lnTo>
                  <a:pt x="1546450" y="0"/>
                </a:lnTo>
                <a:lnTo>
                  <a:pt x="1620091" y="0"/>
                </a:lnTo>
                <a:lnTo>
                  <a:pt x="1693731" y="0"/>
                </a:lnTo>
                <a:lnTo>
                  <a:pt x="1767372" y="0"/>
                </a:lnTo>
                <a:lnTo>
                  <a:pt x="1841012" y="0"/>
                </a:lnTo>
                <a:lnTo>
                  <a:pt x="1914652" y="0"/>
                </a:lnTo>
                <a:lnTo>
                  <a:pt x="1988293" y="0"/>
                </a:lnTo>
                <a:lnTo>
                  <a:pt x="2061933" y="0"/>
                </a:lnTo>
                <a:lnTo>
                  <a:pt x="2135574" y="0"/>
                </a:lnTo>
                <a:lnTo>
                  <a:pt x="2209215" y="0"/>
                </a:lnTo>
                <a:lnTo>
                  <a:pt x="2282855" y="0"/>
                </a:lnTo>
                <a:lnTo>
                  <a:pt x="2356496" y="0"/>
                </a:lnTo>
                <a:lnTo>
                  <a:pt x="2430136" y="0"/>
                </a:lnTo>
                <a:lnTo>
                  <a:pt x="2503777" y="0"/>
                </a:lnTo>
                <a:lnTo>
                  <a:pt x="2518505" y="0"/>
                </a:lnTo>
              </a:path>
            </a:pathLst>
          </a:custGeom>
          <a:noFill/>
          <a:ln w="2070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path 150"/>
          <p:cNvSpPr/>
          <p:nvPr/>
        </p:nvSpPr>
        <p:spPr>
          <a:xfrm>
            <a:off x="8627359" y="6104357"/>
            <a:ext cx="2518505" cy="0"/>
          </a:xfrm>
          <a:custGeom>
            <a:avLst/>
            <a:gdLst/>
            <a:ahLst/>
            <a:cxnLst/>
            <a:rect l="l" t="t" r="r" b="b"/>
            <a:pathLst>
              <a:path w="2518505" h="0">
                <a:moveTo>
                  <a:pt x="0" y="0"/>
                </a:moveTo>
                <a:lnTo>
                  <a:pt x="73641" y="0"/>
                </a:lnTo>
                <a:lnTo>
                  <a:pt x="147281" y="0"/>
                </a:lnTo>
                <a:lnTo>
                  <a:pt x="220922" y="0"/>
                </a:lnTo>
                <a:lnTo>
                  <a:pt x="294562" y="0"/>
                </a:lnTo>
                <a:lnTo>
                  <a:pt x="368203" y="0"/>
                </a:lnTo>
                <a:lnTo>
                  <a:pt x="441843" y="0"/>
                </a:lnTo>
                <a:lnTo>
                  <a:pt x="515484" y="0"/>
                </a:lnTo>
                <a:lnTo>
                  <a:pt x="589124" y="0"/>
                </a:lnTo>
                <a:lnTo>
                  <a:pt x="662765" y="0"/>
                </a:lnTo>
                <a:lnTo>
                  <a:pt x="736405" y="0"/>
                </a:lnTo>
                <a:lnTo>
                  <a:pt x="810046" y="0"/>
                </a:lnTo>
                <a:lnTo>
                  <a:pt x="883686" y="0"/>
                </a:lnTo>
                <a:lnTo>
                  <a:pt x="957327" y="0"/>
                </a:lnTo>
                <a:lnTo>
                  <a:pt x="1030967" y="0"/>
                </a:lnTo>
                <a:lnTo>
                  <a:pt x="1104608" y="0"/>
                </a:lnTo>
                <a:lnTo>
                  <a:pt x="1178248" y="0"/>
                </a:lnTo>
                <a:lnTo>
                  <a:pt x="1251889" y="0"/>
                </a:lnTo>
                <a:lnTo>
                  <a:pt x="1325529" y="0"/>
                </a:lnTo>
                <a:lnTo>
                  <a:pt x="1399170" y="0"/>
                </a:lnTo>
                <a:lnTo>
                  <a:pt x="1472810" y="0"/>
                </a:lnTo>
                <a:lnTo>
                  <a:pt x="1546450" y="0"/>
                </a:lnTo>
                <a:lnTo>
                  <a:pt x="1620091" y="0"/>
                </a:lnTo>
                <a:lnTo>
                  <a:pt x="1693731" y="0"/>
                </a:lnTo>
                <a:lnTo>
                  <a:pt x="1767372" y="0"/>
                </a:lnTo>
                <a:lnTo>
                  <a:pt x="1841012" y="0"/>
                </a:lnTo>
                <a:lnTo>
                  <a:pt x="1914652" y="0"/>
                </a:lnTo>
                <a:lnTo>
                  <a:pt x="1988293" y="0"/>
                </a:lnTo>
                <a:lnTo>
                  <a:pt x="2061933" y="0"/>
                </a:lnTo>
                <a:lnTo>
                  <a:pt x="2135574" y="0"/>
                </a:lnTo>
                <a:lnTo>
                  <a:pt x="2209215" y="0"/>
                </a:lnTo>
                <a:lnTo>
                  <a:pt x="2282855" y="0"/>
                </a:lnTo>
                <a:lnTo>
                  <a:pt x="2356496" y="0"/>
                </a:lnTo>
                <a:lnTo>
                  <a:pt x="2430136" y="0"/>
                </a:lnTo>
                <a:lnTo>
                  <a:pt x="2503777" y="0"/>
                </a:lnTo>
                <a:lnTo>
                  <a:pt x="2518505" y="0"/>
                </a:lnTo>
              </a:path>
            </a:pathLst>
          </a:custGeom>
          <a:noFill/>
          <a:ln w="2070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path 151"/>
          <p:cNvSpPr/>
          <p:nvPr/>
        </p:nvSpPr>
        <p:spPr>
          <a:xfrm>
            <a:off x="8627359" y="6104357"/>
            <a:ext cx="2518505" cy="0"/>
          </a:xfrm>
          <a:custGeom>
            <a:avLst/>
            <a:gdLst/>
            <a:ahLst/>
            <a:cxnLst/>
            <a:rect l="l" t="t" r="r" b="b"/>
            <a:pathLst>
              <a:path w="2518505" h="0">
                <a:moveTo>
                  <a:pt x="0" y="0"/>
                </a:moveTo>
                <a:lnTo>
                  <a:pt x="73641" y="0"/>
                </a:lnTo>
                <a:lnTo>
                  <a:pt x="147281" y="0"/>
                </a:lnTo>
                <a:lnTo>
                  <a:pt x="220922" y="0"/>
                </a:lnTo>
                <a:lnTo>
                  <a:pt x="294562" y="0"/>
                </a:lnTo>
                <a:lnTo>
                  <a:pt x="368203" y="0"/>
                </a:lnTo>
                <a:lnTo>
                  <a:pt x="441843" y="0"/>
                </a:lnTo>
                <a:lnTo>
                  <a:pt x="515484" y="0"/>
                </a:lnTo>
                <a:lnTo>
                  <a:pt x="589124" y="0"/>
                </a:lnTo>
                <a:lnTo>
                  <a:pt x="662765" y="0"/>
                </a:lnTo>
                <a:lnTo>
                  <a:pt x="736405" y="0"/>
                </a:lnTo>
                <a:lnTo>
                  <a:pt x="810046" y="0"/>
                </a:lnTo>
                <a:lnTo>
                  <a:pt x="883686" y="0"/>
                </a:lnTo>
                <a:lnTo>
                  <a:pt x="957327" y="0"/>
                </a:lnTo>
                <a:lnTo>
                  <a:pt x="1030967" y="0"/>
                </a:lnTo>
                <a:lnTo>
                  <a:pt x="1104608" y="0"/>
                </a:lnTo>
                <a:lnTo>
                  <a:pt x="1178248" y="0"/>
                </a:lnTo>
                <a:lnTo>
                  <a:pt x="1251889" y="0"/>
                </a:lnTo>
                <a:lnTo>
                  <a:pt x="1325529" y="0"/>
                </a:lnTo>
                <a:lnTo>
                  <a:pt x="1399170" y="0"/>
                </a:lnTo>
                <a:lnTo>
                  <a:pt x="1472810" y="0"/>
                </a:lnTo>
                <a:lnTo>
                  <a:pt x="1546450" y="0"/>
                </a:lnTo>
                <a:lnTo>
                  <a:pt x="1620091" y="0"/>
                </a:lnTo>
                <a:lnTo>
                  <a:pt x="1693731" y="0"/>
                </a:lnTo>
                <a:lnTo>
                  <a:pt x="1767372" y="0"/>
                </a:lnTo>
                <a:lnTo>
                  <a:pt x="1841012" y="0"/>
                </a:lnTo>
                <a:lnTo>
                  <a:pt x="1914652" y="0"/>
                </a:lnTo>
                <a:lnTo>
                  <a:pt x="1988293" y="0"/>
                </a:lnTo>
                <a:lnTo>
                  <a:pt x="2061933" y="0"/>
                </a:lnTo>
                <a:lnTo>
                  <a:pt x="2135574" y="0"/>
                </a:lnTo>
                <a:lnTo>
                  <a:pt x="2209215" y="0"/>
                </a:lnTo>
                <a:lnTo>
                  <a:pt x="2282855" y="0"/>
                </a:lnTo>
                <a:lnTo>
                  <a:pt x="2356496" y="0"/>
                </a:lnTo>
                <a:lnTo>
                  <a:pt x="2430136" y="0"/>
                </a:lnTo>
                <a:lnTo>
                  <a:pt x="2503777" y="0"/>
                </a:lnTo>
                <a:lnTo>
                  <a:pt x="2518505" y="0"/>
                </a:lnTo>
              </a:path>
            </a:pathLst>
          </a:custGeom>
          <a:noFill/>
          <a:ln w="20706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path 152"/>
          <p:cNvSpPr/>
          <p:nvPr/>
        </p:nvSpPr>
        <p:spPr>
          <a:xfrm>
            <a:off x="8501435" y="4770313"/>
            <a:ext cx="0" cy="1450048"/>
          </a:xfrm>
          <a:custGeom>
            <a:avLst/>
            <a:gdLst/>
            <a:ahLst/>
            <a:cxnLst/>
            <a:rect l="l" t="t" r="r" b="b"/>
            <a:pathLst>
              <a:path w="0" h="1450048">
                <a:moveTo>
                  <a:pt x="0" y="1450048"/>
                </a:moveTo>
                <a:lnTo>
                  <a:pt x="0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path 153"/>
          <p:cNvSpPr/>
          <p:nvPr/>
        </p:nvSpPr>
        <p:spPr>
          <a:xfrm>
            <a:off x="8501435" y="6220361"/>
            <a:ext cx="2770354" cy="0"/>
          </a:xfrm>
          <a:custGeom>
            <a:avLst/>
            <a:gdLst/>
            <a:ahLst/>
            <a:cxnLst/>
            <a:rect l="l" t="t" r="r" b="b"/>
            <a:pathLst>
              <a:path w="2770354" h="0">
                <a:moveTo>
                  <a:pt x="0" y="0"/>
                </a:moveTo>
                <a:lnTo>
                  <a:pt x="2770354" y="0"/>
                </a:lnTo>
              </a:path>
            </a:pathLst>
          </a:custGeom>
          <a:noFill/>
          <a:ln w="12424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717772"/>
            <a:ext cx="12191999" cy="5422456"/>
          </a:xfrm>
          <a:custGeom>
            <a:avLst/>
            <a:gdLst/>
            <a:ahLst/>
            <a:cxnLst/>
            <a:rect l="l" t="t" r="r" b="b"/>
            <a:pathLst>
              <a:path w="12191999" h="5422456">
                <a:moveTo>
                  <a:pt x="0" y="0"/>
                </a:moveTo>
                <a:lnTo>
                  <a:pt x="12191999" y="0"/>
                </a:lnTo>
                <a:lnTo>
                  <a:pt x="12191999" y="5422456"/>
                </a:lnTo>
                <a:lnTo>
                  <a:pt x="0" y="5422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21920" y="1109083"/>
            <a:ext cx="2438400" cy="3130491"/>
          </a:xfrm>
          <a:custGeom>
            <a:avLst/>
            <a:gdLst/>
            <a:ahLst/>
            <a:cxnLst/>
            <a:rect l="l" t="t" r="r" b="b"/>
            <a:pathLst>
              <a:path w="2438400" h="3130491">
                <a:moveTo>
                  <a:pt x="152400" y="3130491"/>
                </a:moveTo>
                <a:lnTo>
                  <a:pt x="2286000" y="3130491"/>
                </a:lnTo>
                <a:lnTo>
                  <a:pt x="2310341" y="3130005"/>
                </a:lnTo>
                <a:lnTo>
                  <a:pt x="2332566" y="3128549"/>
                </a:lnTo>
                <a:lnTo>
                  <a:pt x="2352675" y="3126123"/>
                </a:lnTo>
                <a:lnTo>
                  <a:pt x="2370666" y="3122726"/>
                </a:lnTo>
                <a:lnTo>
                  <a:pt x="2386541" y="3118359"/>
                </a:lnTo>
                <a:lnTo>
                  <a:pt x="2400300" y="3113021"/>
                </a:lnTo>
                <a:lnTo>
                  <a:pt x="2411942" y="3106713"/>
                </a:lnTo>
                <a:lnTo>
                  <a:pt x="2421467" y="3099434"/>
                </a:lnTo>
                <a:lnTo>
                  <a:pt x="2428875" y="3091184"/>
                </a:lnTo>
                <a:lnTo>
                  <a:pt x="2434167" y="3081964"/>
                </a:lnTo>
                <a:lnTo>
                  <a:pt x="2437342" y="3071774"/>
                </a:lnTo>
                <a:lnTo>
                  <a:pt x="2438400" y="3060613"/>
                </a:lnTo>
                <a:lnTo>
                  <a:pt x="2438400" y="69877"/>
                </a:lnTo>
                <a:lnTo>
                  <a:pt x="2437342" y="58716"/>
                </a:lnTo>
                <a:lnTo>
                  <a:pt x="2434167" y="48526"/>
                </a:lnTo>
                <a:lnTo>
                  <a:pt x="2428875" y="39306"/>
                </a:lnTo>
                <a:lnTo>
                  <a:pt x="2421467" y="31057"/>
                </a:lnTo>
                <a:lnTo>
                  <a:pt x="2411942" y="23778"/>
                </a:lnTo>
                <a:lnTo>
                  <a:pt x="2400300" y="17470"/>
                </a:lnTo>
                <a:lnTo>
                  <a:pt x="2386541" y="12132"/>
                </a:lnTo>
                <a:lnTo>
                  <a:pt x="2370666" y="7764"/>
                </a:lnTo>
                <a:lnTo>
                  <a:pt x="2352675" y="4368"/>
                </a:lnTo>
                <a:lnTo>
                  <a:pt x="2332566" y="1941"/>
                </a:lnTo>
                <a:lnTo>
                  <a:pt x="2310341" y="486"/>
                </a:lnTo>
                <a:lnTo>
                  <a:pt x="2286000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4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3060613"/>
                </a:lnTo>
                <a:lnTo>
                  <a:pt x="1058" y="3071774"/>
                </a:lnTo>
                <a:lnTo>
                  <a:pt x="4233" y="3081964"/>
                </a:lnTo>
                <a:lnTo>
                  <a:pt x="9525" y="3091184"/>
                </a:lnTo>
                <a:lnTo>
                  <a:pt x="16933" y="3099434"/>
                </a:lnTo>
                <a:lnTo>
                  <a:pt x="26458" y="3106713"/>
                </a:lnTo>
                <a:lnTo>
                  <a:pt x="38100" y="3113021"/>
                </a:lnTo>
                <a:lnTo>
                  <a:pt x="51858" y="3118359"/>
                </a:lnTo>
                <a:lnTo>
                  <a:pt x="67733" y="3122726"/>
                </a:lnTo>
                <a:lnTo>
                  <a:pt x="85725" y="3126123"/>
                </a:lnTo>
                <a:lnTo>
                  <a:pt x="105833" y="3128549"/>
                </a:lnTo>
                <a:lnTo>
                  <a:pt x="128058" y="3130005"/>
                </a:lnTo>
                <a:lnTo>
                  <a:pt x="152400" y="3130491"/>
                </a:lnTo>
                <a:close/>
              </a:path>
            </a:pathLst>
          </a:custGeom>
          <a:solidFill>
            <a:srgbClr val="FBF1E0"/>
          </a:solidFill>
          <a:ln w="15393">
            <a:solidFill>
              <a:srgbClr val="B8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2926080" y="1109083"/>
            <a:ext cx="2560320" cy="3130491"/>
          </a:xfrm>
          <a:custGeom>
            <a:avLst/>
            <a:gdLst/>
            <a:ahLst/>
            <a:cxnLst/>
            <a:rect l="l" t="t" r="r" b="b"/>
            <a:pathLst>
              <a:path w="2560320" h="3130491">
                <a:moveTo>
                  <a:pt x="152400" y="3130491"/>
                </a:moveTo>
                <a:lnTo>
                  <a:pt x="2407920" y="3130491"/>
                </a:lnTo>
                <a:lnTo>
                  <a:pt x="2432261" y="3130005"/>
                </a:lnTo>
                <a:lnTo>
                  <a:pt x="2454486" y="3128549"/>
                </a:lnTo>
                <a:lnTo>
                  <a:pt x="2474595" y="3126123"/>
                </a:lnTo>
                <a:lnTo>
                  <a:pt x="2492586" y="3122726"/>
                </a:lnTo>
                <a:lnTo>
                  <a:pt x="2508461" y="3118359"/>
                </a:lnTo>
                <a:lnTo>
                  <a:pt x="2522220" y="3113021"/>
                </a:lnTo>
                <a:lnTo>
                  <a:pt x="2533861" y="3106713"/>
                </a:lnTo>
                <a:lnTo>
                  <a:pt x="2543386" y="3099434"/>
                </a:lnTo>
                <a:lnTo>
                  <a:pt x="2550795" y="3091184"/>
                </a:lnTo>
                <a:lnTo>
                  <a:pt x="2556086" y="3081964"/>
                </a:lnTo>
                <a:lnTo>
                  <a:pt x="2559261" y="3071774"/>
                </a:lnTo>
                <a:lnTo>
                  <a:pt x="2560320" y="3060613"/>
                </a:lnTo>
                <a:lnTo>
                  <a:pt x="2560320" y="69877"/>
                </a:lnTo>
                <a:lnTo>
                  <a:pt x="2559261" y="58716"/>
                </a:lnTo>
                <a:lnTo>
                  <a:pt x="2556086" y="48526"/>
                </a:lnTo>
                <a:lnTo>
                  <a:pt x="2550795" y="39306"/>
                </a:lnTo>
                <a:lnTo>
                  <a:pt x="2543386" y="31057"/>
                </a:lnTo>
                <a:lnTo>
                  <a:pt x="2533861" y="23778"/>
                </a:lnTo>
                <a:lnTo>
                  <a:pt x="2522220" y="17470"/>
                </a:lnTo>
                <a:lnTo>
                  <a:pt x="2508461" y="12132"/>
                </a:lnTo>
                <a:lnTo>
                  <a:pt x="2492586" y="7764"/>
                </a:lnTo>
                <a:lnTo>
                  <a:pt x="2474595" y="4368"/>
                </a:lnTo>
                <a:lnTo>
                  <a:pt x="2454486" y="1941"/>
                </a:lnTo>
                <a:lnTo>
                  <a:pt x="2432261" y="486"/>
                </a:lnTo>
                <a:lnTo>
                  <a:pt x="2407920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4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3060613"/>
                </a:lnTo>
                <a:lnTo>
                  <a:pt x="1058" y="3071774"/>
                </a:lnTo>
                <a:lnTo>
                  <a:pt x="4233" y="3081964"/>
                </a:lnTo>
                <a:lnTo>
                  <a:pt x="9525" y="3091184"/>
                </a:lnTo>
                <a:lnTo>
                  <a:pt x="16933" y="3099434"/>
                </a:lnTo>
                <a:lnTo>
                  <a:pt x="26458" y="3106713"/>
                </a:lnTo>
                <a:lnTo>
                  <a:pt x="38100" y="3113021"/>
                </a:lnTo>
                <a:lnTo>
                  <a:pt x="51858" y="3118359"/>
                </a:lnTo>
                <a:lnTo>
                  <a:pt x="67733" y="3122726"/>
                </a:lnTo>
                <a:lnTo>
                  <a:pt x="85725" y="3126123"/>
                </a:lnTo>
                <a:lnTo>
                  <a:pt x="105833" y="3128549"/>
                </a:lnTo>
                <a:lnTo>
                  <a:pt x="128058" y="3130005"/>
                </a:lnTo>
                <a:lnTo>
                  <a:pt x="152400" y="3130491"/>
                </a:lnTo>
                <a:close/>
              </a:path>
            </a:pathLst>
          </a:custGeom>
          <a:solidFill>
            <a:srgbClr val="EFE9F5"/>
          </a:solidFill>
          <a:ln w="15393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5852160" y="1109083"/>
            <a:ext cx="3535679" cy="3130491"/>
          </a:xfrm>
          <a:custGeom>
            <a:avLst/>
            <a:gdLst/>
            <a:ahLst/>
            <a:cxnLst/>
            <a:rect l="l" t="t" r="r" b="b"/>
            <a:pathLst>
              <a:path w="3535679" h="3130491">
                <a:moveTo>
                  <a:pt x="152400" y="3130491"/>
                </a:moveTo>
                <a:lnTo>
                  <a:pt x="3383279" y="3130491"/>
                </a:lnTo>
                <a:lnTo>
                  <a:pt x="3407621" y="3130005"/>
                </a:lnTo>
                <a:lnTo>
                  <a:pt x="3429846" y="3128549"/>
                </a:lnTo>
                <a:lnTo>
                  <a:pt x="3449954" y="3126123"/>
                </a:lnTo>
                <a:lnTo>
                  <a:pt x="3467946" y="3122726"/>
                </a:lnTo>
                <a:lnTo>
                  <a:pt x="3483821" y="3118359"/>
                </a:lnTo>
                <a:lnTo>
                  <a:pt x="3497579" y="3113021"/>
                </a:lnTo>
                <a:lnTo>
                  <a:pt x="3509221" y="3106713"/>
                </a:lnTo>
                <a:lnTo>
                  <a:pt x="3518746" y="3099434"/>
                </a:lnTo>
                <a:lnTo>
                  <a:pt x="3526154" y="3091184"/>
                </a:lnTo>
                <a:lnTo>
                  <a:pt x="3531446" y="3081964"/>
                </a:lnTo>
                <a:lnTo>
                  <a:pt x="3534621" y="3071774"/>
                </a:lnTo>
                <a:lnTo>
                  <a:pt x="3535679" y="3060613"/>
                </a:lnTo>
                <a:lnTo>
                  <a:pt x="3535679" y="69877"/>
                </a:lnTo>
                <a:lnTo>
                  <a:pt x="3534621" y="58716"/>
                </a:lnTo>
                <a:lnTo>
                  <a:pt x="3531446" y="48526"/>
                </a:lnTo>
                <a:lnTo>
                  <a:pt x="3526154" y="39306"/>
                </a:lnTo>
                <a:lnTo>
                  <a:pt x="3518746" y="31057"/>
                </a:lnTo>
                <a:lnTo>
                  <a:pt x="3509221" y="23778"/>
                </a:lnTo>
                <a:lnTo>
                  <a:pt x="3497579" y="17470"/>
                </a:lnTo>
                <a:lnTo>
                  <a:pt x="3483821" y="12132"/>
                </a:lnTo>
                <a:lnTo>
                  <a:pt x="3467946" y="7764"/>
                </a:lnTo>
                <a:lnTo>
                  <a:pt x="3449954" y="4368"/>
                </a:lnTo>
                <a:lnTo>
                  <a:pt x="3429846" y="1941"/>
                </a:lnTo>
                <a:lnTo>
                  <a:pt x="3407621" y="486"/>
                </a:lnTo>
                <a:lnTo>
                  <a:pt x="3383279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4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3060613"/>
                </a:lnTo>
                <a:lnTo>
                  <a:pt x="1058" y="3071774"/>
                </a:lnTo>
                <a:lnTo>
                  <a:pt x="4233" y="3081964"/>
                </a:lnTo>
                <a:lnTo>
                  <a:pt x="9525" y="3091184"/>
                </a:lnTo>
                <a:lnTo>
                  <a:pt x="16933" y="3099434"/>
                </a:lnTo>
                <a:lnTo>
                  <a:pt x="26458" y="3106713"/>
                </a:lnTo>
                <a:lnTo>
                  <a:pt x="38100" y="3113021"/>
                </a:lnTo>
                <a:lnTo>
                  <a:pt x="51858" y="3118359"/>
                </a:lnTo>
                <a:lnTo>
                  <a:pt x="67733" y="3122726"/>
                </a:lnTo>
                <a:lnTo>
                  <a:pt x="85725" y="3126123"/>
                </a:lnTo>
                <a:lnTo>
                  <a:pt x="105833" y="3128549"/>
                </a:lnTo>
                <a:lnTo>
                  <a:pt x="128058" y="3130005"/>
                </a:lnTo>
                <a:lnTo>
                  <a:pt x="152400" y="3130491"/>
                </a:lnTo>
                <a:close/>
              </a:path>
            </a:pathLst>
          </a:custGeom>
          <a:solidFill>
            <a:srgbClr val="EEF0F3"/>
          </a:solidFill>
          <a:ln w="1539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path 5"/>
          <p:cNvSpPr/>
          <p:nvPr/>
        </p:nvSpPr>
        <p:spPr>
          <a:xfrm>
            <a:off x="6010656" y="1668099"/>
            <a:ext cx="3218688" cy="838525"/>
          </a:xfrm>
          <a:custGeom>
            <a:avLst/>
            <a:gdLst/>
            <a:ahLst/>
            <a:cxnLst/>
            <a:rect l="l" t="t" r="r" b="b"/>
            <a:pathLst>
              <a:path w="3218688" h="838525">
                <a:moveTo>
                  <a:pt x="152400" y="838525"/>
                </a:moveTo>
                <a:lnTo>
                  <a:pt x="3066287" y="838525"/>
                </a:lnTo>
                <a:lnTo>
                  <a:pt x="3090629" y="838039"/>
                </a:lnTo>
                <a:lnTo>
                  <a:pt x="3112854" y="836584"/>
                </a:lnTo>
                <a:lnTo>
                  <a:pt x="3132962" y="834157"/>
                </a:lnTo>
                <a:lnTo>
                  <a:pt x="3150954" y="830761"/>
                </a:lnTo>
                <a:lnTo>
                  <a:pt x="3166829" y="826393"/>
                </a:lnTo>
                <a:lnTo>
                  <a:pt x="3180588" y="821055"/>
                </a:lnTo>
                <a:lnTo>
                  <a:pt x="3192229" y="814747"/>
                </a:lnTo>
                <a:lnTo>
                  <a:pt x="3201754" y="807468"/>
                </a:lnTo>
                <a:lnTo>
                  <a:pt x="3209163" y="799219"/>
                </a:lnTo>
                <a:lnTo>
                  <a:pt x="3214454" y="789999"/>
                </a:lnTo>
                <a:lnTo>
                  <a:pt x="3217629" y="779809"/>
                </a:lnTo>
                <a:lnTo>
                  <a:pt x="3218688" y="768648"/>
                </a:lnTo>
                <a:lnTo>
                  <a:pt x="3218688" y="69877"/>
                </a:lnTo>
                <a:lnTo>
                  <a:pt x="3217629" y="58717"/>
                </a:lnTo>
                <a:lnTo>
                  <a:pt x="3214454" y="48526"/>
                </a:lnTo>
                <a:lnTo>
                  <a:pt x="3209163" y="39306"/>
                </a:lnTo>
                <a:lnTo>
                  <a:pt x="3201754" y="31057"/>
                </a:lnTo>
                <a:lnTo>
                  <a:pt x="3192229" y="23778"/>
                </a:lnTo>
                <a:lnTo>
                  <a:pt x="3180588" y="17470"/>
                </a:lnTo>
                <a:lnTo>
                  <a:pt x="3166829" y="12132"/>
                </a:lnTo>
                <a:lnTo>
                  <a:pt x="3150954" y="7765"/>
                </a:lnTo>
                <a:lnTo>
                  <a:pt x="3132962" y="4368"/>
                </a:lnTo>
                <a:lnTo>
                  <a:pt x="3112854" y="1942"/>
                </a:lnTo>
                <a:lnTo>
                  <a:pt x="3090629" y="486"/>
                </a:lnTo>
                <a:lnTo>
                  <a:pt x="3066287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2"/>
                </a:lnTo>
                <a:lnTo>
                  <a:pt x="85725" y="4368"/>
                </a:lnTo>
                <a:lnTo>
                  <a:pt x="67733" y="7765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7"/>
                </a:lnTo>
                <a:lnTo>
                  <a:pt x="0" y="69877"/>
                </a:lnTo>
                <a:lnTo>
                  <a:pt x="0" y="768648"/>
                </a:lnTo>
                <a:lnTo>
                  <a:pt x="1058" y="779809"/>
                </a:lnTo>
                <a:lnTo>
                  <a:pt x="4233" y="789999"/>
                </a:lnTo>
                <a:lnTo>
                  <a:pt x="9525" y="799219"/>
                </a:lnTo>
                <a:lnTo>
                  <a:pt x="16933" y="807468"/>
                </a:lnTo>
                <a:lnTo>
                  <a:pt x="26458" y="814747"/>
                </a:lnTo>
                <a:lnTo>
                  <a:pt x="38100" y="821055"/>
                </a:lnTo>
                <a:lnTo>
                  <a:pt x="51858" y="826393"/>
                </a:lnTo>
                <a:lnTo>
                  <a:pt x="67733" y="830761"/>
                </a:lnTo>
                <a:lnTo>
                  <a:pt x="85725" y="834157"/>
                </a:lnTo>
                <a:lnTo>
                  <a:pt x="105833" y="836584"/>
                </a:lnTo>
                <a:lnTo>
                  <a:pt x="128058" y="838039"/>
                </a:lnTo>
                <a:lnTo>
                  <a:pt x="152400" y="838525"/>
                </a:lnTo>
                <a:close/>
              </a:path>
            </a:pathLst>
          </a:custGeom>
          <a:solidFill>
            <a:srgbClr val="EFE9F5"/>
          </a:solidFill>
          <a:ln w="15393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path 6"/>
          <p:cNvSpPr/>
          <p:nvPr/>
        </p:nvSpPr>
        <p:spPr>
          <a:xfrm>
            <a:off x="6010656" y="2674328"/>
            <a:ext cx="1536191" cy="1062131"/>
          </a:xfrm>
          <a:custGeom>
            <a:avLst/>
            <a:gdLst/>
            <a:ahLst/>
            <a:cxnLst/>
            <a:rect l="l" t="t" r="r" b="b"/>
            <a:pathLst>
              <a:path w="1536191" h="1062131">
                <a:moveTo>
                  <a:pt x="152400" y="1062131"/>
                </a:moveTo>
                <a:lnTo>
                  <a:pt x="1383791" y="1062131"/>
                </a:lnTo>
                <a:lnTo>
                  <a:pt x="1408133" y="1061646"/>
                </a:lnTo>
                <a:lnTo>
                  <a:pt x="1430358" y="1060190"/>
                </a:lnTo>
                <a:lnTo>
                  <a:pt x="1450467" y="1057764"/>
                </a:lnTo>
                <a:lnTo>
                  <a:pt x="1468458" y="1054367"/>
                </a:lnTo>
                <a:lnTo>
                  <a:pt x="1484333" y="1049999"/>
                </a:lnTo>
                <a:lnTo>
                  <a:pt x="1498092" y="1044662"/>
                </a:lnTo>
                <a:lnTo>
                  <a:pt x="1509733" y="1038353"/>
                </a:lnTo>
                <a:lnTo>
                  <a:pt x="1519258" y="1031074"/>
                </a:lnTo>
                <a:lnTo>
                  <a:pt x="1526666" y="1022825"/>
                </a:lnTo>
                <a:lnTo>
                  <a:pt x="1531958" y="1013605"/>
                </a:lnTo>
                <a:lnTo>
                  <a:pt x="1535133" y="1003415"/>
                </a:lnTo>
                <a:lnTo>
                  <a:pt x="1536191" y="992254"/>
                </a:lnTo>
                <a:lnTo>
                  <a:pt x="1536191" y="69877"/>
                </a:lnTo>
                <a:lnTo>
                  <a:pt x="1535133" y="58717"/>
                </a:lnTo>
                <a:lnTo>
                  <a:pt x="1531958" y="48526"/>
                </a:lnTo>
                <a:lnTo>
                  <a:pt x="1526666" y="39306"/>
                </a:lnTo>
                <a:lnTo>
                  <a:pt x="1519258" y="31057"/>
                </a:lnTo>
                <a:lnTo>
                  <a:pt x="1509733" y="23778"/>
                </a:lnTo>
                <a:lnTo>
                  <a:pt x="1498092" y="17470"/>
                </a:lnTo>
                <a:lnTo>
                  <a:pt x="1484333" y="12132"/>
                </a:lnTo>
                <a:lnTo>
                  <a:pt x="1468458" y="7765"/>
                </a:lnTo>
                <a:lnTo>
                  <a:pt x="1450467" y="4368"/>
                </a:lnTo>
                <a:lnTo>
                  <a:pt x="1430358" y="1941"/>
                </a:lnTo>
                <a:lnTo>
                  <a:pt x="1408133" y="486"/>
                </a:lnTo>
                <a:lnTo>
                  <a:pt x="1383791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5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7"/>
                </a:lnTo>
                <a:lnTo>
                  <a:pt x="0" y="69877"/>
                </a:lnTo>
                <a:lnTo>
                  <a:pt x="0" y="992254"/>
                </a:lnTo>
                <a:lnTo>
                  <a:pt x="1058" y="1003415"/>
                </a:lnTo>
                <a:lnTo>
                  <a:pt x="4233" y="1013605"/>
                </a:lnTo>
                <a:lnTo>
                  <a:pt x="9525" y="1022825"/>
                </a:lnTo>
                <a:lnTo>
                  <a:pt x="16933" y="1031074"/>
                </a:lnTo>
                <a:lnTo>
                  <a:pt x="26458" y="1038353"/>
                </a:lnTo>
                <a:lnTo>
                  <a:pt x="38100" y="1044662"/>
                </a:lnTo>
                <a:lnTo>
                  <a:pt x="51858" y="1049999"/>
                </a:lnTo>
                <a:lnTo>
                  <a:pt x="67733" y="1054367"/>
                </a:lnTo>
                <a:lnTo>
                  <a:pt x="85725" y="1057764"/>
                </a:lnTo>
                <a:lnTo>
                  <a:pt x="105833" y="1060190"/>
                </a:lnTo>
                <a:lnTo>
                  <a:pt x="128058" y="1061646"/>
                </a:lnTo>
                <a:lnTo>
                  <a:pt x="152400" y="1062131"/>
                </a:lnTo>
                <a:close/>
              </a:path>
            </a:pathLst>
          </a:custGeom>
          <a:solidFill>
            <a:srgbClr val="FFF7EB"/>
          </a:solidFill>
          <a:ln w="1539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7"/>
          <p:cNvSpPr/>
          <p:nvPr/>
        </p:nvSpPr>
        <p:spPr>
          <a:xfrm>
            <a:off x="7693152" y="2674328"/>
            <a:ext cx="1536192" cy="1062131"/>
          </a:xfrm>
          <a:custGeom>
            <a:avLst/>
            <a:gdLst/>
            <a:ahLst/>
            <a:cxnLst/>
            <a:rect l="l" t="t" r="r" b="b"/>
            <a:pathLst>
              <a:path w="1536192" h="1062131">
                <a:moveTo>
                  <a:pt x="152400" y="1062131"/>
                </a:moveTo>
                <a:lnTo>
                  <a:pt x="1383791" y="1062131"/>
                </a:lnTo>
                <a:lnTo>
                  <a:pt x="1408133" y="1061646"/>
                </a:lnTo>
                <a:lnTo>
                  <a:pt x="1430358" y="1060190"/>
                </a:lnTo>
                <a:lnTo>
                  <a:pt x="1450466" y="1057764"/>
                </a:lnTo>
                <a:lnTo>
                  <a:pt x="1468458" y="1054367"/>
                </a:lnTo>
                <a:lnTo>
                  <a:pt x="1484333" y="1049999"/>
                </a:lnTo>
                <a:lnTo>
                  <a:pt x="1498092" y="1044662"/>
                </a:lnTo>
                <a:lnTo>
                  <a:pt x="1509733" y="1038353"/>
                </a:lnTo>
                <a:lnTo>
                  <a:pt x="1519258" y="1031074"/>
                </a:lnTo>
                <a:lnTo>
                  <a:pt x="1526667" y="1022825"/>
                </a:lnTo>
                <a:lnTo>
                  <a:pt x="1531958" y="1013605"/>
                </a:lnTo>
                <a:lnTo>
                  <a:pt x="1535133" y="1003415"/>
                </a:lnTo>
                <a:lnTo>
                  <a:pt x="1536192" y="992254"/>
                </a:lnTo>
                <a:lnTo>
                  <a:pt x="1536192" y="69877"/>
                </a:lnTo>
                <a:lnTo>
                  <a:pt x="1535133" y="58717"/>
                </a:lnTo>
                <a:lnTo>
                  <a:pt x="1531958" y="48526"/>
                </a:lnTo>
                <a:lnTo>
                  <a:pt x="1526667" y="39306"/>
                </a:lnTo>
                <a:lnTo>
                  <a:pt x="1519258" y="31057"/>
                </a:lnTo>
                <a:lnTo>
                  <a:pt x="1509733" y="23778"/>
                </a:lnTo>
                <a:lnTo>
                  <a:pt x="1498092" y="17470"/>
                </a:lnTo>
                <a:lnTo>
                  <a:pt x="1484333" y="12132"/>
                </a:lnTo>
                <a:lnTo>
                  <a:pt x="1468458" y="7765"/>
                </a:lnTo>
                <a:lnTo>
                  <a:pt x="1450466" y="4368"/>
                </a:lnTo>
                <a:lnTo>
                  <a:pt x="1430358" y="1941"/>
                </a:lnTo>
                <a:lnTo>
                  <a:pt x="1408133" y="486"/>
                </a:lnTo>
                <a:lnTo>
                  <a:pt x="1383791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5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7"/>
                </a:lnTo>
                <a:lnTo>
                  <a:pt x="0" y="69877"/>
                </a:lnTo>
                <a:lnTo>
                  <a:pt x="0" y="992254"/>
                </a:lnTo>
                <a:lnTo>
                  <a:pt x="1058" y="1003415"/>
                </a:lnTo>
                <a:lnTo>
                  <a:pt x="4233" y="1013605"/>
                </a:lnTo>
                <a:lnTo>
                  <a:pt x="9525" y="1022825"/>
                </a:lnTo>
                <a:lnTo>
                  <a:pt x="16933" y="1031074"/>
                </a:lnTo>
                <a:lnTo>
                  <a:pt x="26458" y="1038353"/>
                </a:lnTo>
                <a:lnTo>
                  <a:pt x="38100" y="1044662"/>
                </a:lnTo>
                <a:lnTo>
                  <a:pt x="51858" y="1049999"/>
                </a:lnTo>
                <a:lnTo>
                  <a:pt x="67733" y="1054367"/>
                </a:lnTo>
                <a:lnTo>
                  <a:pt x="85725" y="1057764"/>
                </a:lnTo>
                <a:lnTo>
                  <a:pt x="105833" y="1060190"/>
                </a:lnTo>
                <a:lnTo>
                  <a:pt x="128058" y="1061646"/>
                </a:lnTo>
                <a:lnTo>
                  <a:pt x="152400" y="1062131"/>
                </a:lnTo>
                <a:close/>
              </a:path>
            </a:pathLst>
          </a:custGeom>
          <a:solidFill>
            <a:srgbClr val="EBF9F9"/>
          </a:solidFill>
          <a:ln w="15393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path 8"/>
          <p:cNvSpPr/>
          <p:nvPr/>
        </p:nvSpPr>
        <p:spPr>
          <a:xfrm>
            <a:off x="9753599" y="1109083"/>
            <a:ext cx="2316480" cy="3130491"/>
          </a:xfrm>
          <a:custGeom>
            <a:avLst/>
            <a:gdLst/>
            <a:ahLst/>
            <a:cxnLst/>
            <a:rect l="l" t="t" r="r" b="b"/>
            <a:pathLst>
              <a:path w="2316480" h="3130491">
                <a:moveTo>
                  <a:pt x="152400" y="3130491"/>
                </a:moveTo>
                <a:lnTo>
                  <a:pt x="2164081" y="3130491"/>
                </a:lnTo>
                <a:lnTo>
                  <a:pt x="2188422" y="3130005"/>
                </a:lnTo>
                <a:lnTo>
                  <a:pt x="2210647" y="3128549"/>
                </a:lnTo>
                <a:lnTo>
                  <a:pt x="2230755" y="3126123"/>
                </a:lnTo>
                <a:lnTo>
                  <a:pt x="2248747" y="3122726"/>
                </a:lnTo>
                <a:lnTo>
                  <a:pt x="2264622" y="3118359"/>
                </a:lnTo>
                <a:lnTo>
                  <a:pt x="2278380" y="3113021"/>
                </a:lnTo>
                <a:lnTo>
                  <a:pt x="2290022" y="3106713"/>
                </a:lnTo>
                <a:lnTo>
                  <a:pt x="2299547" y="3099434"/>
                </a:lnTo>
                <a:lnTo>
                  <a:pt x="2306955" y="3091184"/>
                </a:lnTo>
                <a:lnTo>
                  <a:pt x="2312247" y="3081964"/>
                </a:lnTo>
                <a:lnTo>
                  <a:pt x="2315422" y="3071774"/>
                </a:lnTo>
                <a:lnTo>
                  <a:pt x="2316480" y="3060613"/>
                </a:lnTo>
                <a:lnTo>
                  <a:pt x="2316480" y="69877"/>
                </a:lnTo>
                <a:lnTo>
                  <a:pt x="2315422" y="58716"/>
                </a:lnTo>
                <a:lnTo>
                  <a:pt x="2312247" y="48526"/>
                </a:lnTo>
                <a:lnTo>
                  <a:pt x="2306955" y="39306"/>
                </a:lnTo>
                <a:lnTo>
                  <a:pt x="2299547" y="31057"/>
                </a:lnTo>
                <a:lnTo>
                  <a:pt x="2290022" y="23778"/>
                </a:lnTo>
                <a:lnTo>
                  <a:pt x="2278380" y="17470"/>
                </a:lnTo>
                <a:lnTo>
                  <a:pt x="2264622" y="12132"/>
                </a:lnTo>
                <a:lnTo>
                  <a:pt x="2248747" y="7764"/>
                </a:lnTo>
                <a:lnTo>
                  <a:pt x="2230755" y="4368"/>
                </a:lnTo>
                <a:lnTo>
                  <a:pt x="2210647" y="1941"/>
                </a:lnTo>
                <a:lnTo>
                  <a:pt x="2188422" y="486"/>
                </a:lnTo>
                <a:lnTo>
                  <a:pt x="2164081" y="0"/>
                </a:lnTo>
                <a:lnTo>
                  <a:pt x="152400" y="0"/>
                </a:lnTo>
                <a:lnTo>
                  <a:pt x="128059" y="486"/>
                </a:lnTo>
                <a:lnTo>
                  <a:pt x="105834" y="1941"/>
                </a:lnTo>
                <a:lnTo>
                  <a:pt x="85725" y="4368"/>
                </a:lnTo>
                <a:lnTo>
                  <a:pt x="67734" y="7764"/>
                </a:lnTo>
                <a:lnTo>
                  <a:pt x="51859" y="12132"/>
                </a:lnTo>
                <a:lnTo>
                  <a:pt x="38100" y="17470"/>
                </a:lnTo>
                <a:lnTo>
                  <a:pt x="26459" y="23778"/>
                </a:lnTo>
                <a:lnTo>
                  <a:pt x="16934" y="31057"/>
                </a:lnTo>
                <a:lnTo>
                  <a:pt x="9525" y="39306"/>
                </a:lnTo>
                <a:lnTo>
                  <a:pt x="4234" y="48526"/>
                </a:lnTo>
                <a:lnTo>
                  <a:pt x="1059" y="58716"/>
                </a:lnTo>
                <a:lnTo>
                  <a:pt x="0" y="69877"/>
                </a:lnTo>
                <a:lnTo>
                  <a:pt x="0" y="3060613"/>
                </a:lnTo>
                <a:lnTo>
                  <a:pt x="1059" y="3071774"/>
                </a:lnTo>
                <a:lnTo>
                  <a:pt x="4234" y="3081964"/>
                </a:lnTo>
                <a:lnTo>
                  <a:pt x="9525" y="3091184"/>
                </a:lnTo>
                <a:lnTo>
                  <a:pt x="16934" y="3099434"/>
                </a:lnTo>
                <a:lnTo>
                  <a:pt x="26459" y="3106713"/>
                </a:lnTo>
                <a:lnTo>
                  <a:pt x="38100" y="3113021"/>
                </a:lnTo>
                <a:lnTo>
                  <a:pt x="51859" y="3118359"/>
                </a:lnTo>
                <a:lnTo>
                  <a:pt x="67734" y="3122726"/>
                </a:lnTo>
                <a:lnTo>
                  <a:pt x="85725" y="3126123"/>
                </a:lnTo>
                <a:lnTo>
                  <a:pt x="105834" y="3128549"/>
                </a:lnTo>
                <a:lnTo>
                  <a:pt x="128059" y="3130005"/>
                </a:lnTo>
                <a:lnTo>
                  <a:pt x="152400" y="3130491"/>
                </a:lnTo>
                <a:close/>
              </a:path>
            </a:pathLst>
          </a:custGeom>
          <a:solidFill>
            <a:srgbClr val="EAF6EC"/>
          </a:solidFill>
          <a:ln w="15393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path 9"/>
          <p:cNvSpPr/>
          <p:nvPr/>
        </p:nvSpPr>
        <p:spPr>
          <a:xfrm>
            <a:off x="9875520" y="1668099"/>
            <a:ext cx="2072639" cy="894426"/>
          </a:xfrm>
          <a:custGeom>
            <a:avLst/>
            <a:gdLst/>
            <a:ahLst/>
            <a:cxnLst/>
            <a:rect l="l" t="t" r="r" b="b"/>
            <a:pathLst>
              <a:path w="2072639" h="894426">
                <a:moveTo>
                  <a:pt x="152400" y="894426"/>
                </a:moveTo>
                <a:lnTo>
                  <a:pt x="1920239" y="894426"/>
                </a:lnTo>
                <a:lnTo>
                  <a:pt x="1944581" y="893941"/>
                </a:lnTo>
                <a:lnTo>
                  <a:pt x="1966806" y="892485"/>
                </a:lnTo>
                <a:lnTo>
                  <a:pt x="1986914" y="890059"/>
                </a:lnTo>
                <a:lnTo>
                  <a:pt x="2004906" y="886662"/>
                </a:lnTo>
                <a:lnTo>
                  <a:pt x="2020781" y="882295"/>
                </a:lnTo>
                <a:lnTo>
                  <a:pt x="2034539" y="876957"/>
                </a:lnTo>
                <a:lnTo>
                  <a:pt x="2046181" y="870649"/>
                </a:lnTo>
                <a:lnTo>
                  <a:pt x="2055706" y="863370"/>
                </a:lnTo>
                <a:lnTo>
                  <a:pt x="2063114" y="855120"/>
                </a:lnTo>
                <a:lnTo>
                  <a:pt x="2068406" y="845901"/>
                </a:lnTo>
                <a:lnTo>
                  <a:pt x="2071581" y="835710"/>
                </a:lnTo>
                <a:lnTo>
                  <a:pt x="2072639" y="824549"/>
                </a:lnTo>
                <a:lnTo>
                  <a:pt x="2072639" y="69877"/>
                </a:lnTo>
                <a:lnTo>
                  <a:pt x="2071581" y="58717"/>
                </a:lnTo>
                <a:lnTo>
                  <a:pt x="2068406" y="48526"/>
                </a:lnTo>
                <a:lnTo>
                  <a:pt x="2063114" y="39306"/>
                </a:lnTo>
                <a:lnTo>
                  <a:pt x="2055706" y="31057"/>
                </a:lnTo>
                <a:lnTo>
                  <a:pt x="2046181" y="23778"/>
                </a:lnTo>
                <a:lnTo>
                  <a:pt x="2034539" y="17470"/>
                </a:lnTo>
                <a:lnTo>
                  <a:pt x="2020781" y="12132"/>
                </a:lnTo>
                <a:lnTo>
                  <a:pt x="2004906" y="7765"/>
                </a:lnTo>
                <a:lnTo>
                  <a:pt x="1986914" y="4368"/>
                </a:lnTo>
                <a:lnTo>
                  <a:pt x="1966806" y="1942"/>
                </a:lnTo>
                <a:lnTo>
                  <a:pt x="1944581" y="486"/>
                </a:lnTo>
                <a:lnTo>
                  <a:pt x="1920239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2"/>
                </a:lnTo>
                <a:lnTo>
                  <a:pt x="85724" y="4368"/>
                </a:lnTo>
                <a:lnTo>
                  <a:pt x="67733" y="7765"/>
                </a:lnTo>
                <a:lnTo>
                  <a:pt x="51858" y="12132"/>
                </a:lnTo>
                <a:lnTo>
                  <a:pt x="38099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7"/>
                </a:lnTo>
                <a:lnTo>
                  <a:pt x="0" y="69877"/>
                </a:lnTo>
                <a:lnTo>
                  <a:pt x="0" y="824549"/>
                </a:lnTo>
                <a:lnTo>
                  <a:pt x="1058" y="835710"/>
                </a:lnTo>
                <a:lnTo>
                  <a:pt x="4233" y="845901"/>
                </a:lnTo>
                <a:lnTo>
                  <a:pt x="9525" y="855120"/>
                </a:lnTo>
                <a:lnTo>
                  <a:pt x="16933" y="863370"/>
                </a:lnTo>
                <a:lnTo>
                  <a:pt x="26458" y="870649"/>
                </a:lnTo>
                <a:lnTo>
                  <a:pt x="38099" y="876957"/>
                </a:lnTo>
                <a:lnTo>
                  <a:pt x="51858" y="882295"/>
                </a:lnTo>
                <a:lnTo>
                  <a:pt x="67733" y="886662"/>
                </a:lnTo>
                <a:lnTo>
                  <a:pt x="85724" y="890059"/>
                </a:lnTo>
                <a:lnTo>
                  <a:pt x="105833" y="892485"/>
                </a:lnTo>
                <a:lnTo>
                  <a:pt x="128058" y="893941"/>
                </a:lnTo>
                <a:lnTo>
                  <a:pt x="152400" y="894426"/>
                </a:lnTo>
                <a:close/>
              </a:path>
            </a:pathLst>
          </a:custGeom>
          <a:solidFill>
            <a:srgbClr val="EAF6EC"/>
          </a:solidFill>
          <a:ln w="15393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10"/>
          <p:cNvSpPr/>
          <p:nvPr/>
        </p:nvSpPr>
        <p:spPr>
          <a:xfrm>
            <a:off x="121920" y="4574983"/>
            <a:ext cx="5364480" cy="1453442"/>
          </a:xfrm>
          <a:custGeom>
            <a:avLst/>
            <a:gdLst/>
            <a:ahLst/>
            <a:cxnLst/>
            <a:rect l="l" t="t" r="r" b="b"/>
            <a:pathLst>
              <a:path w="5364480" h="1453442">
                <a:moveTo>
                  <a:pt x="152400" y="1453442"/>
                </a:moveTo>
                <a:lnTo>
                  <a:pt x="5212080" y="1453442"/>
                </a:lnTo>
                <a:lnTo>
                  <a:pt x="5236421" y="1452956"/>
                </a:lnTo>
                <a:lnTo>
                  <a:pt x="5258646" y="1451501"/>
                </a:lnTo>
                <a:lnTo>
                  <a:pt x="5278755" y="1449074"/>
                </a:lnTo>
                <a:lnTo>
                  <a:pt x="5296746" y="1445678"/>
                </a:lnTo>
                <a:lnTo>
                  <a:pt x="5312621" y="1441310"/>
                </a:lnTo>
                <a:lnTo>
                  <a:pt x="5326380" y="1435972"/>
                </a:lnTo>
                <a:lnTo>
                  <a:pt x="5338021" y="1429664"/>
                </a:lnTo>
                <a:lnTo>
                  <a:pt x="5347546" y="1422385"/>
                </a:lnTo>
                <a:lnTo>
                  <a:pt x="5354955" y="1414136"/>
                </a:lnTo>
                <a:lnTo>
                  <a:pt x="5360246" y="1404916"/>
                </a:lnTo>
                <a:lnTo>
                  <a:pt x="5363421" y="1394726"/>
                </a:lnTo>
                <a:lnTo>
                  <a:pt x="5364480" y="1383565"/>
                </a:lnTo>
                <a:lnTo>
                  <a:pt x="5364480" y="69877"/>
                </a:lnTo>
                <a:lnTo>
                  <a:pt x="5363421" y="58716"/>
                </a:lnTo>
                <a:lnTo>
                  <a:pt x="5360246" y="48526"/>
                </a:lnTo>
                <a:lnTo>
                  <a:pt x="5354955" y="39306"/>
                </a:lnTo>
                <a:lnTo>
                  <a:pt x="5347546" y="31056"/>
                </a:lnTo>
                <a:lnTo>
                  <a:pt x="5338021" y="23778"/>
                </a:lnTo>
                <a:lnTo>
                  <a:pt x="5326380" y="17469"/>
                </a:lnTo>
                <a:lnTo>
                  <a:pt x="5312621" y="12131"/>
                </a:lnTo>
                <a:lnTo>
                  <a:pt x="5296746" y="7764"/>
                </a:lnTo>
                <a:lnTo>
                  <a:pt x="5278755" y="4367"/>
                </a:lnTo>
                <a:lnTo>
                  <a:pt x="5258646" y="1941"/>
                </a:lnTo>
                <a:lnTo>
                  <a:pt x="5236421" y="485"/>
                </a:lnTo>
                <a:lnTo>
                  <a:pt x="5212080" y="0"/>
                </a:lnTo>
                <a:lnTo>
                  <a:pt x="152400" y="0"/>
                </a:lnTo>
                <a:lnTo>
                  <a:pt x="128058" y="485"/>
                </a:lnTo>
                <a:lnTo>
                  <a:pt x="105833" y="1941"/>
                </a:lnTo>
                <a:lnTo>
                  <a:pt x="85725" y="4367"/>
                </a:lnTo>
                <a:lnTo>
                  <a:pt x="67733" y="7764"/>
                </a:lnTo>
                <a:lnTo>
                  <a:pt x="51858" y="12131"/>
                </a:lnTo>
                <a:lnTo>
                  <a:pt x="38100" y="17469"/>
                </a:lnTo>
                <a:lnTo>
                  <a:pt x="26458" y="23778"/>
                </a:lnTo>
                <a:lnTo>
                  <a:pt x="16933" y="31056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1383565"/>
                </a:lnTo>
                <a:lnTo>
                  <a:pt x="1058" y="1394726"/>
                </a:lnTo>
                <a:lnTo>
                  <a:pt x="4233" y="1404916"/>
                </a:lnTo>
                <a:lnTo>
                  <a:pt x="9525" y="1414136"/>
                </a:lnTo>
                <a:lnTo>
                  <a:pt x="16933" y="1422385"/>
                </a:lnTo>
                <a:lnTo>
                  <a:pt x="26458" y="1429664"/>
                </a:lnTo>
                <a:lnTo>
                  <a:pt x="38100" y="1435972"/>
                </a:lnTo>
                <a:lnTo>
                  <a:pt x="51858" y="1441310"/>
                </a:lnTo>
                <a:lnTo>
                  <a:pt x="67733" y="1445678"/>
                </a:lnTo>
                <a:lnTo>
                  <a:pt x="85725" y="1449074"/>
                </a:lnTo>
                <a:lnTo>
                  <a:pt x="105833" y="1451501"/>
                </a:lnTo>
                <a:lnTo>
                  <a:pt x="128058" y="1452956"/>
                </a:lnTo>
                <a:lnTo>
                  <a:pt x="152400" y="1453442"/>
                </a:lnTo>
                <a:close/>
              </a:path>
            </a:pathLst>
          </a:custGeom>
          <a:solidFill>
            <a:srgbClr val="EFE9F5"/>
          </a:solidFill>
          <a:ln w="15393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11"/>
          <p:cNvSpPr/>
          <p:nvPr/>
        </p:nvSpPr>
        <p:spPr>
          <a:xfrm>
            <a:off x="5852160" y="4574983"/>
            <a:ext cx="6217919" cy="1453442"/>
          </a:xfrm>
          <a:custGeom>
            <a:avLst/>
            <a:gdLst/>
            <a:ahLst/>
            <a:cxnLst/>
            <a:rect l="l" t="t" r="r" b="b"/>
            <a:pathLst>
              <a:path w="6217919" h="1453442">
                <a:moveTo>
                  <a:pt x="152400" y="1453442"/>
                </a:moveTo>
                <a:lnTo>
                  <a:pt x="6065520" y="1453442"/>
                </a:lnTo>
                <a:lnTo>
                  <a:pt x="6089861" y="1452956"/>
                </a:lnTo>
                <a:lnTo>
                  <a:pt x="6112086" y="1451501"/>
                </a:lnTo>
                <a:lnTo>
                  <a:pt x="6132194" y="1449074"/>
                </a:lnTo>
                <a:lnTo>
                  <a:pt x="6150186" y="1445678"/>
                </a:lnTo>
                <a:lnTo>
                  <a:pt x="6166061" y="1441310"/>
                </a:lnTo>
                <a:lnTo>
                  <a:pt x="6179819" y="1435972"/>
                </a:lnTo>
                <a:lnTo>
                  <a:pt x="6191461" y="1429664"/>
                </a:lnTo>
                <a:lnTo>
                  <a:pt x="6200986" y="1422385"/>
                </a:lnTo>
                <a:lnTo>
                  <a:pt x="6208394" y="1414136"/>
                </a:lnTo>
                <a:lnTo>
                  <a:pt x="6213686" y="1404916"/>
                </a:lnTo>
                <a:lnTo>
                  <a:pt x="6216861" y="1394726"/>
                </a:lnTo>
                <a:lnTo>
                  <a:pt x="6217919" y="1383565"/>
                </a:lnTo>
                <a:lnTo>
                  <a:pt x="6217919" y="69877"/>
                </a:lnTo>
                <a:lnTo>
                  <a:pt x="6216861" y="58716"/>
                </a:lnTo>
                <a:lnTo>
                  <a:pt x="6213686" y="48526"/>
                </a:lnTo>
                <a:lnTo>
                  <a:pt x="6208394" y="39306"/>
                </a:lnTo>
                <a:lnTo>
                  <a:pt x="6200986" y="31056"/>
                </a:lnTo>
                <a:lnTo>
                  <a:pt x="6191461" y="23778"/>
                </a:lnTo>
                <a:lnTo>
                  <a:pt x="6179819" y="17469"/>
                </a:lnTo>
                <a:lnTo>
                  <a:pt x="6166061" y="12131"/>
                </a:lnTo>
                <a:lnTo>
                  <a:pt x="6150186" y="7764"/>
                </a:lnTo>
                <a:lnTo>
                  <a:pt x="6132194" y="4367"/>
                </a:lnTo>
                <a:lnTo>
                  <a:pt x="6112086" y="1941"/>
                </a:lnTo>
                <a:lnTo>
                  <a:pt x="6089861" y="485"/>
                </a:lnTo>
                <a:lnTo>
                  <a:pt x="6065520" y="0"/>
                </a:lnTo>
                <a:lnTo>
                  <a:pt x="152400" y="0"/>
                </a:lnTo>
                <a:lnTo>
                  <a:pt x="128058" y="485"/>
                </a:lnTo>
                <a:lnTo>
                  <a:pt x="105833" y="1941"/>
                </a:lnTo>
                <a:lnTo>
                  <a:pt x="85725" y="4367"/>
                </a:lnTo>
                <a:lnTo>
                  <a:pt x="67733" y="7764"/>
                </a:lnTo>
                <a:lnTo>
                  <a:pt x="51858" y="12131"/>
                </a:lnTo>
                <a:lnTo>
                  <a:pt x="38100" y="17469"/>
                </a:lnTo>
                <a:lnTo>
                  <a:pt x="26458" y="23778"/>
                </a:lnTo>
                <a:lnTo>
                  <a:pt x="16933" y="31056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1383565"/>
                </a:lnTo>
                <a:lnTo>
                  <a:pt x="1058" y="1394726"/>
                </a:lnTo>
                <a:lnTo>
                  <a:pt x="4233" y="1404916"/>
                </a:lnTo>
                <a:lnTo>
                  <a:pt x="9525" y="1414136"/>
                </a:lnTo>
                <a:lnTo>
                  <a:pt x="16933" y="1422385"/>
                </a:lnTo>
                <a:lnTo>
                  <a:pt x="26458" y="1429664"/>
                </a:lnTo>
                <a:lnTo>
                  <a:pt x="38100" y="1435972"/>
                </a:lnTo>
                <a:lnTo>
                  <a:pt x="51858" y="1441310"/>
                </a:lnTo>
                <a:lnTo>
                  <a:pt x="67733" y="1445678"/>
                </a:lnTo>
                <a:lnTo>
                  <a:pt x="85725" y="1449074"/>
                </a:lnTo>
                <a:lnTo>
                  <a:pt x="105833" y="1451501"/>
                </a:lnTo>
                <a:lnTo>
                  <a:pt x="128058" y="1452956"/>
                </a:lnTo>
                <a:lnTo>
                  <a:pt x="152400" y="1453442"/>
                </a:lnTo>
                <a:close/>
              </a:path>
            </a:pathLst>
          </a:custGeom>
          <a:solidFill>
            <a:srgbClr val="EEF0F3"/>
          </a:solidFill>
          <a:ln w="1539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path 12"/>
          <p:cNvSpPr/>
          <p:nvPr/>
        </p:nvSpPr>
        <p:spPr>
          <a:xfrm>
            <a:off x="3291840" y="1779903"/>
            <a:ext cx="1828800" cy="279508"/>
          </a:xfrm>
          <a:custGeom>
            <a:avLst/>
            <a:gdLst/>
            <a:ahLst/>
            <a:cxnLst/>
            <a:rect l="l" t="t" r="r" b="b"/>
            <a:pathLst>
              <a:path w="1828800" h="279508">
                <a:moveTo>
                  <a:pt x="0" y="223606"/>
                </a:moveTo>
                <a:lnTo>
                  <a:pt x="365760" y="223606"/>
                </a:lnTo>
                <a:lnTo>
                  <a:pt x="853440" y="0"/>
                </a:lnTo>
                <a:lnTo>
                  <a:pt x="1341120" y="0"/>
                </a:lnTo>
                <a:lnTo>
                  <a:pt x="1828800" y="279508"/>
                </a:lnTo>
              </a:path>
            </a:pathLst>
          </a:custGeom>
          <a:noFill/>
          <a:ln w="2841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13"/>
          <p:cNvSpPr/>
          <p:nvPr/>
        </p:nvSpPr>
        <p:spPr>
          <a:xfrm>
            <a:off x="3263420" y="1975090"/>
            <a:ext cx="56839" cy="56839"/>
          </a:xfrm>
          <a:custGeom>
            <a:avLst/>
            <a:gdLst/>
            <a:ahLst/>
            <a:cxnLst/>
            <a:rect l="l" t="t" r="r" b="b"/>
            <a:pathLst>
              <a:path w="56839" h="56839">
                <a:moveTo>
                  <a:pt x="28420" y="56839"/>
                </a:moveTo>
                <a:lnTo>
                  <a:pt x="30297" y="56777"/>
                </a:lnTo>
                <a:lnTo>
                  <a:pt x="32155" y="56592"/>
                </a:lnTo>
                <a:lnTo>
                  <a:pt x="33990" y="56288"/>
                </a:lnTo>
                <a:lnTo>
                  <a:pt x="35795" y="55865"/>
                </a:lnTo>
                <a:lnTo>
                  <a:pt x="37566" y="55327"/>
                </a:lnTo>
                <a:lnTo>
                  <a:pt x="39295" y="54675"/>
                </a:lnTo>
                <a:lnTo>
                  <a:pt x="40979" y="53913"/>
                </a:lnTo>
                <a:lnTo>
                  <a:pt x="42612" y="53041"/>
                </a:lnTo>
                <a:lnTo>
                  <a:pt x="44187" y="52064"/>
                </a:lnTo>
                <a:lnTo>
                  <a:pt x="45700" y="50982"/>
                </a:lnTo>
                <a:lnTo>
                  <a:pt x="47144" y="49798"/>
                </a:lnTo>
                <a:lnTo>
                  <a:pt x="48515" y="48515"/>
                </a:lnTo>
                <a:lnTo>
                  <a:pt x="49799" y="47144"/>
                </a:lnTo>
                <a:lnTo>
                  <a:pt x="50983" y="45699"/>
                </a:lnTo>
                <a:lnTo>
                  <a:pt x="52064" y="44186"/>
                </a:lnTo>
                <a:lnTo>
                  <a:pt x="53042" y="42611"/>
                </a:lnTo>
                <a:lnTo>
                  <a:pt x="53913" y="40979"/>
                </a:lnTo>
                <a:lnTo>
                  <a:pt x="54676" y="39295"/>
                </a:lnTo>
                <a:lnTo>
                  <a:pt x="55327" y="37565"/>
                </a:lnTo>
                <a:lnTo>
                  <a:pt x="55866" y="35795"/>
                </a:lnTo>
                <a:lnTo>
                  <a:pt x="56288" y="33989"/>
                </a:lnTo>
                <a:lnTo>
                  <a:pt x="56593" y="32155"/>
                </a:lnTo>
                <a:lnTo>
                  <a:pt x="56777" y="30296"/>
                </a:lnTo>
                <a:lnTo>
                  <a:pt x="56839" y="28419"/>
                </a:lnTo>
                <a:lnTo>
                  <a:pt x="56777" y="26542"/>
                </a:lnTo>
                <a:lnTo>
                  <a:pt x="56593" y="24684"/>
                </a:lnTo>
                <a:lnTo>
                  <a:pt x="56288" y="22849"/>
                </a:lnTo>
                <a:lnTo>
                  <a:pt x="55866" y="21044"/>
                </a:lnTo>
                <a:lnTo>
                  <a:pt x="55327" y="19273"/>
                </a:lnTo>
                <a:lnTo>
                  <a:pt x="54676" y="17543"/>
                </a:lnTo>
                <a:lnTo>
                  <a:pt x="53913" y="15860"/>
                </a:lnTo>
                <a:lnTo>
                  <a:pt x="53042" y="14227"/>
                </a:lnTo>
                <a:lnTo>
                  <a:pt x="52064" y="12652"/>
                </a:lnTo>
                <a:lnTo>
                  <a:pt x="50983" y="11139"/>
                </a:lnTo>
                <a:lnTo>
                  <a:pt x="49799" y="9694"/>
                </a:lnTo>
                <a:lnTo>
                  <a:pt x="48515" y="8323"/>
                </a:lnTo>
                <a:lnTo>
                  <a:pt x="47144" y="7040"/>
                </a:lnTo>
                <a:lnTo>
                  <a:pt x="45700" y="5856"/>
                </a:lnTo>
                <a:lnTo>
                  <a:pt x="44187" y="4774"/>
                </a:lnTo>
                <a:lnTo>
                  <a:pt x="42612" y="3797"/>
                </a:lnTo>
                <a:lnTo>
                  <a:pt x="40979" y="2925"/>
                </a:lnTo>
                <a:lnTo>
                  <a:pt x="39295" y="2163"/>
                </a:lnTo>
                <a:lnTo>
                  <a:pt x="37566" y="1511"/>
                </a:lnTo>
                <a:lnTo>
                  <a:pt x="35795" y="973"/>
                </a:lnTo>
                <a:lnTo>
                  <a:pt x="33990" y="551"/>
                </a:lnTo>
                <a:lnTo>
                  <a:pt x="32155" y="246"/>
                </a:lnTo>
                <a:lnTo>
                  <a:pt x="30297" y="62"/>
                </a:lnTo>
                <a:lnTo>
                  <a:pt x="28420" y="0"/>
                </a:lnTo>
                <a:lnTo>
                  <a:pt x="26543" y="62"/>
                </a:lnTo>
                <a:lnTo>
                  <a:pt x="24684" y="246"/>
                </a:lnTo>
                <a:lnTo>
                  <a:pt x="22850" y="551"/>
                </a:lnTo>
                <a:lnTo>
                  <a:pt x="21045" y="973"/>
                </a:lnTo>
                <a:lnTo>
                  <a:pt x="19274" y="1511"/>
                </a:lnTo>
                <a:lnTo>
                  <a:pt x="17544" y="2163"/>
                </a:lnTo>
                <a:lnTo>
                  <a:pt x="15860" y="2925"/>
                </a:lnTo>
                <a:lnTo>
                  <a:pt x="14228" y="3797"/>
                </a:lnTo>
                <a:lnTo>
                  <a:pt x="12653" y="4774"/>
                </a:lnTo>
                <a:lnTo>
                  <a:pt x="11140" y="5856"/>
                </a:lnTo>
                <a:lnTo>
                  <a:pt x="9695" y="7040"/>
                </a:lnTo>
                <a:lnTo>
                  <a:pt x="8324" y="8323"/>
                </a:lnTo>
                <a:lnTo>
                  <a:pt x="7041" y="9694"/>
                </a:lnTo>
                <a:lnTo>
                  <a:pt x="5857" y="11139"/>
                </a:lnTo>
                <a:lnTo>
                  <a:pt x="4775" y="12652"/>
                </a:lnTo>
                <a:lnTo>
                  <a:pt x="3798" y="14227"/>
                </a:lnTo>
                <a:lnTo>
                  <a:pt x="2926" y="15860"/>
                </a:lnTo>
                <a:lnTo>
                  <a:pt x="2164" y="17543"/>
                </a:lnTo>
                <a:lnTo>
                  <a:pt x="1512" y="19273"/>
                </a:lnTo>
                <a:lnTo>
                  <a:pt x="974" y="21044"/>
                </a:lnTo>
                <a:lnTo>
                  <a:pt x="551" y="22849"/>
                </a:lnTo>
                <a:lnTo>
                  <a:pt x="247" y="24684"/>
                </a:lnTo>
                <a:lnTo>
                  <a:pt x="62" y="26542"/>
                </a:lnTo>
                <a:lnTo>
                  <a:pt x="0" y="28419"/>
                </a:lnTo>
                <a:lnTo>
                  <a:pt x="62" y="30296"/>
                </a:lnTo>
                <a:lnTo>
                  <a:pt x="247" y="32155"/>
                </a:lnTo>
                <a:lnTo>
                  <a:pt x="551" y="33989"/>
                </a:lnTo>
                <a:lnTo>
                  <a:pt x="974" y="35795"/>
                </a:lnTo>
                <a:lnTo>
                  <a:pt x="1512" y="37565"/>
                </a:lnTo>
                <a:lnTo>
                  <a:pt x="2164" y="39295"/>
                </a:lnTo>
                <a:lnTo>
                  <a:pt x="2926" y="40979"/>
                </a:lnTo>
                <a:lnTo>
                  <a:pt x="3798" y="42611"/>
                </a:lnTo>
                <a:lnTo>
                  <a:pt x="4775" y="44186"/>
                </a:lnTo>
                <a:lnTo>
                  <a:pt x="5857" y="45699"/>
                </a:lnTo>
                <a:lnTo>
                  <a:pt x="7041" y="47144"/>
                </a:lnTo>
                <a:lnTo>
                  <a:pt x="8324" y="48515"/>
                </a:lnTo>
                <a:lnTo>
                  <a:pt x="9695" y="49798"/>
                </a:lnTo>
                <a:lnTo>
                  <a:pt x="11140" y="50982"/>
                </a:lnTo>
                <a:lnTo>
                  <a:pt x="12653" y="52064"/>
                </a:lnTo>
                <a:lnTo>
                  <a:pt x="14228" y="53041"/>
                </a:lnTo>
                <a:lnTo>
                  <a:pt x="15860" y="53913"/>
                </a:lnTo>
                <a:lnTo>
                  <a:pt x="17544" y="54675"/>
                </a:lnTo>
                <a:lnTo>
                  <a:pt x="19274" y="55327"/>
                </a:lnTo>
                <a:lnTo>
                  <a:pt x="21045" y="55865"/>
                </a:lnTo>
                <a:lnTo>
                  <a:pt x="22850" y="56288"/>
                </a:lnTo>
                <a:lnTo>
                  <a:pt x="24684" y="56592"/>
                </a:lnTo>
                <a:lnTo>
                  <a:pt x="26543" y="56777"/>
                </a:lnTo>
                <a:lnTo>
                  <a:pt x="28420" y="56839"/>
                </a:lnTo>
                <a:close/>
              </a:path>
            </a:pathLst>
          </a:custGeom>
          <a:solidFill>
            <a:srgbClr val="7C5AA6"/>
          </a:solidFill>
          <a:ln w="2368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path 14"/>
          <p:cNvSpPr/>
          <p:nvPr/>
        </p:nvSpPr>
        <p:spPr>
          <a:xfrm>
            <a:off x="3629180" y="1975090"/>
            <a:ext cx="56839" cy="56839"/>
          </a:xfrm>
          <a:custGeom>
            <a:avLst/>
            <a:gdLst/>
            <a:ahLst/>
            <a:cxnLst/>
            <a:rect l="l" t="t" r="r" b="b"/>
            <a:pathLst>
              <a:path w="56839" h="56839">
                <a:moveTo>
                  <a:pt x="28420" y="56839"/>
                </a:moveTo>
                <a:lnTo>
                  <a:pt x="30297" y="56777"/>
                </a:lnTo>
                <a:lnTo>
                  <a:pt x="32155" y="56592"/>
                </a:lnTo>
                <a:lnTo>
                  <a:pt x="33990" y="56288"/>
                </a:lnTo>
                <a:lnTo>
                  <a:pt x="35795" y="55865"/>
                </a:lnTo>
                <a:lnTo>
                  <a:pt x="37566" y="55327"/>
                </a:lnTo>
                <a:lnTo>
                  <a:pt x="39295" y="54675"/>
                </a:lnTo>
                <a:lnTo>
                  <a:pt x="40979" y="53913"/>
                </a:lnTo>
                <a:lnTo>
                  <a:pt x="42612" y="53041"/>
                </a:lnTo>
                <a:lnTo>
                  <a:pt x="44187" y="52064"/>
                </a:lnTo>
                <a:lnTo>
                  <a:pt x="45700" y="50982"/>
                </a:lnTo>
                <a:lnTo>
                  <a:pt x="47144" y="49798"/>
                </a:lnTo>
                <a:lnTo>
                  <a:pt x="48515" y="48515"/>
                </a:lnTo>
                <a:lnTo>
                  <a:pt x="49799" y="47144"/>
                </a:lnTo>
                <a:lnTo>
                  <a:pt x="50983" y="45699"/>
                </a:lnTo>
                <a:lnTo>
                  <a:pt x="52064" y="44186"/>
                </a:lnTo>
                <a:lnTo>
                  <a:pt x="53042" y="42611"/>
                </a:lnTo>
                <a:lnTo>
                  <a:pt x="53913" y="40979"/>
                </a:lnTo>
                <a:lnTo>
                  <a:pt x="54676" y="39295"/>
                </a:lnTo>
                <a:lnTo>
                  <a:pt x="55327" y="37565"/>
                </a:lnTo>
                <a:lnTo>
                  <a:pt x="55866" y="35795"/>
                </a:lnTo>
                <a:lnTo>
                  <a:pt x="56288" y="33989"/>
                </a:lnTo>
                <a:lnTo>
                  <a:pt x="56593" y="32155"/>
                </a:lnTo>
                <a:lnTo>
                  <a:pt x="56777" y="30296"/>
                </a:lnTo>
                <a:lnTo>
                  <a:pt x="56839" y="28419"/>
                </a:lnTo>
                <a:lnTo>
                  <a:pt x="56777" y="26542"/>
                </a:lnTo>
                <a:lnTo>
                  <a:pt x="56593" y="24684"/>
                </a:lnTo>
                <a:lnTo>
                  <a:pt x="56288" y="22849"/>
                </a:lnTo>
                <a:lnTo>
                  <a:pt x="55866" y="21044"/>
                </a:lnTo>
                <a:lnTo>
                  <a:pt x="55327" y="19273"/>
                </a:lnTo>
                <a:lnTo>
                  <a:pt x="54676" y="17543"/>
                </a:lnTo>
                <a:lnTo>
                  <a:pt x="53913" y="15860"/>
                </a:lnTo>
                <a:lnTo>
                  <a:pt x="53042" y="14227"/>
                </a:lnTo>
                <a:lnTo>
                  <a:pt x="52064" y="12652"/>
                </a:lnTo>
                <a:lnTo>
                  <a:pt x="50983" y="11139"/>
                </a:lnTo>
                <a:lnTo>
                  <a:pt x="49799" y="9694"/>
                </a:lnTo>
                <a:lnTo>
                  <a:pt x="48515" y="8323"/>
                </a:lnTo>
                <a:lnTo>
                  <a:pt x="47144" y="7040"/>
                </a:lnTo>
                <a:lnTo>
                  <a:pt x="45700" y="5856"/>
                </a:lnTo>
                <a:lnTo>
                  <a:pt x="44187" y="4774"/>
                </a:lnTo>
                <a:lnTo>
                  <a:pt x="42612" y="3797"/>
                </a:lnTo>
                <a:lnTo>
                  <a:pt x="40979" y="2925"/>
                </a:lnTo>
                <a:lnTo>
                  <a:pt x="39295" y="2163"/>
                </a:lnTo>
                <a:lnTo>
                  <a:pt x="37566" y="1511"/>
                </a:lnTo>
                <a:lnTo>
                  <a:pt x="35795" y="973"/>
                </a:lnTo>
                <a:lnTo>
                  <a:pt x="33990" y="551"/>
                </a:lnTo>
                <a:lnTo>
                  <a:pt x="32155" y="246"/>
                </a:lnTo>
                <a:lnTo>
                  <a:pt x="30297" y="62"/>
                </a:lnTo>
                <a:lnTo>
                  <a:pt x="28420" y="0"/>
                </a:lnTo>
                <a:lnTo>
                  <a:pt x="26543" y="62"/>
                </a:lnTo>
                <a:lnTo>
                  <a:pt x="24684" y="246"/>
                </a:lnTo>
                <a:lnTo>
                  <a:pt x="22850" y="551"/>
                </a:lnTo>
                <a:lnTo>
                  <a:pt x="21045" y="973"/>
                </a:lnTo>
                <a:lnTo>
                  <a:pt x="19274" y="1511"/>
                </a:lnTo>
                <a:lnTo>
                  <a:pt x="17544" y="2163"/>
                </a:lnTo>
                <a:lnTo>
                  <a:pt x="15860" y="2925"/>
                </a:lnTo>
                <a:lnTo>
                  <a:pt x="14228" y="3797"/>
                </a:lnTo>
                <a:lnTo>
                  <a:pt x="12653" y="4774"/>
                </a:lnTo>
                <a:lnTo>
                  <a:pt x="11140" y="5856"/>
                </a:lnTo>
                <a:lnTo>
                  <a:pt x="9695" y="7040"/>
                </a:lnTo>
                <a:lnTo>
                  <a:pt x="8324" y="8323"/>
                </a:lnTo>
                <a:lnTo>
                  <a:pt x="7041" y="9694"/>
                </a:lnTo>
                <a:lnTo>
                  <a:pt x="5857" y="11139"/>
                </a:lnTo>
                <a:lnTo>
                  <a:pt x="4775" y="12652"/>
                </a:lnTo>
                <a:lnTo>
                  <a:pt x="3797" y="14227"/>
                </a:lnTo>
                <a:lnTo>
                  <a:pt x="2926" y="15860"/>
                </a:lnTo>
                <a:lnTo>
                  <a:pt x="2164" y="17543"/>
                </a:lnTo>
                <a:lnTo>
                  <a:pt x="1512" y="19273"/>
                </a:lnTo>
                <a:lnTo>
                  <a:pt x="974" y="21044"/>
                </a:lnTo>
                <a:lnTo>
                  <a:pt x="551" y="22849"/>
                </a:lnTo>
                <a:lnTo>
                  <a:pt x="247" y="24684"/>
                </a:lnTo>
                <a:lnTo>
                  <a:pt x="62" y="26542"/>
                </a:lnTo>
                <a:lnTo>
                  <a:pt x="0" y="28419"/>
                </a:lnTo>
                <a:lnTo>
                  <a:pt x="62" y="30296"/>
                </a:lnTo>
                <a:lnTo>
                  <a:pt x="247" y="32155"/>
                </a:lnTo>
                <a:lnTo>
                  <a:pt x="551" y="33989"/>
                </a:lnTo>
                <a:lnTo>
                  <a:pt x="974" y="35795"/>
                </a:lnTo>
                <a:lnTo>
                  <a:pt x="1512" y="37565"/>
                </a:lnTo>
                <a:lnTo>
                  <a:pt x="2164" y="39295"/>
                </a:lnTo>
                <a:lnTo>
                  <a:pt x="2926" y="40979"/>
                </a:lnTo>
                <a:lnTo>
                  <a:pt x="3797" y="42611"/>
                </a:lnTo>
                <a:lnTo>
                  <a:pt x="4775" y="44186"/>
                </a:lnTo>
                <a:lnTo>
                  <a:pt x="5857" y="45699"/>
                </a:lnTo>
                <a:lnTo>
                  <a:pt x="7041" y="47144"/>
                </a:lnTo>
                <a:lnTo>
                  <a:pt x="8324" y="48515"/>
                </a:lnTo>
                <a:lnTo>
                  <a:pt x="9695" y="49798"/>
                </a:lnTo>
                <a:lnTo>
                  <a:pt x="11140" y="50982"/>
                </a:lnTo>
                <a:lnTo>
                  <a:pt x="12653" y="52064"/>
                </a:lnTo>
                <a:lnTo>
                  <a:pt x="14228" y="53041"/>
                </a:lnTo>
                <a:lnTo>
                  <a:pt x="15860" y="53913"/>
                </a:lnTo>
                <a:lnTo>
                  <a:pt x="17544" y="54675"/>
                </a:lnTo>
                <a:lnTo>
                  <a:pt x="19274" y="55327"/>
                </a:lnTo>
                <a:lnTo>
                  <a:pt x="21045" y="55865"/>
                </a:lnTo>
                <a:lnTo>
                  <a:pt x="22850" y="56288"/>
                </a:lnTo>
                <a:lnTo>
                  <a:pt x="24684" y="56592"/>
                </a:lnTo>
                <a:lnTo>
                  <a:pt x="26543" y="56777"/>
                </a:lnTo>
                <a:lnTo>
                  <a:pt x="28420" y="56839"/>
                </a:lnTo>
                <a:close/>
              </a:path>
            </a:pathLst>
          </a:custGeom>
          <a:solidFill>
            <a:srgbClr val="7C5AA6"/>
          </a:solidFill>
          <a:ln w="2368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path 15"/>
          <p:cNvSpPr/>
          <p:nvPr/>
        </p:nvSpPr>
        <p:spPr>
          <a:xfrm>
            <a:off x="4116860" y="1751483"/>
            <a:ext cx="56839" cy="56839"/>
          </a:xfrm>
          <a:custGeom>
            <a:avLst/>
            <a:gdLst/>
            <a:ahLst/>
            <a:cxnLst/>
            <a:rect l="l" t="t" r="r" b="b"/>
            <a:pathLst>
              <a:path w="56839" h="56839">
                <a:moveTo>
                  <a:pt x="28420" y="56839"/>
                </a:moveTo>
                <a:lnTo>
                  <a:pt x="30297" y="56777"/>
                </a:lnTo>
                <a:lnTo>
                  <a:pt x="32155" y="56593"/>
                </a:lnTo>
                <a:lnTo>
                  <a:pt x="33990" y="56288"/>
                </a:lnTo>
                <a:lnTo>
                  <a:pt x="35795" y="55866"/>
                </a:lnTo>
                <a:lnTo>
                  <a:pt x="37565" y="55327"/>
                </a:lnTo>
                <a:lnTo>
                  <a:pt x="39295" y="54676"/>
                </a:lnTo>
                <a:lnTo>
                  <a:pt x="40979" y="53913"/>
                </a:lnTo>
                <a:lnTo>
                  <a:pt x="42612" y="53042"/>
                </a:lnTo>
                <a:lnTo>
                  <a:pt x="44187" y="52064"/>
                </a:lnTo>
                <a:lnTo>
                  <a:pt x="45700" y="50982"/>
                </a:lnTo>
                <a:lnTo>
                  <a:pt x="47144" y="49799"/>
                </a:lnTo>
                <a:lnTo>
                  <a:pt x="48515" y="48515"/>
                </a:lnTo>
                <a:lnTo>
                  <a:pt x="49799" y="47144"/>
                </a:lnTo>
                <a:lnTo>
                  <a:pt x="50982" y="45700"/>
                </a:lnTo>
                <a:lnTo>
                  <a:pt x="52064" y="44187"/>
                </a:lnTo>
                <a:lnTo>
                  <a:pt x="53042" y="42612"/>
                </a:lnTo>
                <a:lnTo>
                  <a:pt x="53913" y="40979"/>
                </a:lnTo>
                <a:lnTo>
                  <a:pt x="54676" y="39295"/>
                </a:lnTo>
                <a:lnTo>
                  <a:pt x="55327" y="37565"/>
                </a:lnTo>
                <a:lnTo>
                  <a:pt x="55866" y="35795"/>
                </a:lnTo>
                <a:lnTo>
                  <a:pt x="56288" y="33990"/>
                </a:lnTo>
                <a:lnTo>
                  <a:pt x="56593" y="32155"/>
                </a:lnTo>
                <a:lnTo>
                  <a:pt x="56777" y="30297"/>
                </a:lnTo>
                <a:lnTo>
                  <a:pt x="56839" y="28420"/>
                </a:lnTo>
                <a:lnTo>
                  <a:pt x="56777" y="26543"/>
                </a:lnTo>
                <a:lnTo>
                  <a:pt x="56593" y="24684"/>
                </a:lnTo>
                <a:lnTo>
                  <a:pt x="56288" y="22850"/>
                </a:lnTo>
                <a:lnTo>
                  <a:pt x="55866" y="21044"/>
                </a:lnTo>
                <a:lnTo>
                  <a:pt x="55327" y="19274"/>
                </a:lnTo>
                <a:lnTo>
                  <a:pt x="54676" y="17544"/>
                </a:lnTo>
                <a:lnTo>
                  <a:pt x="53913" y="15860"/>
                </a:lnTo>
                <a:lnTo>
                  <a:pt x="53042" y="14228"/>
                </a:lnTo>
                <a:lnTo>
                  <a:pt x="52064" y="12652"/>
                </a:lnTo>
                <a:lnTo>
                  <a:pt x="50982" y="11140"/>
                </a:lnTo>
                <a:lnTo>
                  <a:pt x="49799" y="9695"/>
                </a:lnTo>
                <a:lnTo>
                  <a:pt x="48515" y="8324"/>
                </a:lnTo>
                <a:lnTo>
                  <a:pt x="47144" y="7041"/>
                </a:lnTo>
                <a:lnTo>
                  <a:pt x="45700" y="5857"/>
                </a:lnTo>
                <a:lnTo>
                  <a:pt x="44187" y="4775"/>
                </a:lnTo>
                <a:lnTo>
                  <a:pt x="42612" y="3797"/>
                </a:lnTo>
                <a:lnTo>
                  <a:pt x="40979" y="2926"/>
                </a:lnTo>
                <a:lnTo>
                  <a:pt x="39295" y="2164"/>
                </a:lnTo>
                <a:lnTo>
                  <a:pt x="37565" y="1512"/>
                </a:lnTo>
                <a:lnTo>
                  <a:pt x="35795" y="974"/>
                </a:lnTo>
                <a:lnTo>
                  <a:pt x="33990" y="551"/>
                </a:lnTo>
                <a:lnTo>
                  <a:pt x="32155" y="247"/>
                </a:lnTo>
                <a:lnTo>
                  <a:pt x="30297" y="62"/>
                </a:lnTo>
                <a:lnTo>
                  <a:pt x="28420" y="0"/>
                </a:lnTo>
                <a:lnTo>
                  <a:pt x="26543" y="62"/>
                </a:lnTo>
                <a:lnTo>
                  <a:pt x="24684" y="247"/>
                </a:lnTo>
                <a:lnTo>
                  <a:pt x="22850" y="551"/>
                </a:lnTo>
                <a:lnTo>
                  <a:pt x="21044" y="974"/>
                </a:lnTo>
                <a:lnTo>
                  <a:pt x="19274" y="1512"/>
                </a:lnTo>
                <a:lnTo>
                  <a:pt x="17544" y="2164"/>
                </a:lnTo>
                <a:lnTo>
                  <a:pt x="15860" y="2926"/>
                </a:lnTo>
                <a:lnTo>
                  <a:pt x="14228" y="3797"/>
                </a:lnTo>
                <a:lnTo>
                  <a:pt x="12653" y="4775"/>
                </a:lnTo>
                <a:lnTo>
                  <a:pt x="11140" y="5857"/>
                </a:lnTo>
                <a:lnTo>
                  <a:pt x="9695" y="7041"/>
                </a:lnTo>
                <a:lnTo>
                  <a:pt x="8324" y="8324"/>
                </a:lnTo>
                <a:lnTo>
                  <a:pt x="7041" y="9695"/>
                </a:lnTo>
                <a:lnTo>
                  <a:pt x="5857" y="11140"/>
                </a:lnTo>
                <a:lnTo>
                  <a:pt x="4775" y="12652"/>
                </a:lnTo>
                <a:lnTo>
                  <a:pt x="3797" y="14228"/>
                </a:lnTo>
                <a:lnTo>
                  <a:pt x="2926" y="15860"/>
                </a:lnTo>
                <a:lnTo>
                  <a:pt x="2164" y="17544"/>
                </a:lnTo>
                <a:lnTo>
                  <a:pt x="1512" y="19274"/>
                </a:lnTo>
                <a:lnTo>
                  <a:pt x="974" y="21044"/>
                </a:lnTo>
                <a:lnTo>
                  <a:pt x="551" y="22850"/>
                </a:lnTo>
                <a:lnTo>
                  <a:pt x="247" y="24684"/>
                </a:lnTo>
                <a:lnTo>
                  <a:pt x="62" y="26543"/>
                </a:lnTo>
                <a:lnTo>
                  <a:pt x="0" y="28420"/>
                </a:lnTo>
                <a:lnTo>
                  <a:pt x="62" y="30297"/>
                </a:lnTo>
                <a:lnTo>
                  <a:pt x="247" y="32155"/>
                </a:lnTo>
                <a:lnTo>
                  <a:pt x="551" y="33990"/>
                </a:lnTo>
                <a:lnTo>
                  <a:pt x="974" y="35795"/>
                </a:lnTo>
                <a:lnTo>
                  <a:pt x="1512" y="37565"/>
                </a:lnTo>
                <a:lnTo>
                  <a:pt x="2164" y="39295"/>
                </a:lnTo>
                <a:lnTo>
                  <a:pt x="2926" y="40979"/>
                </a:lnTo>
                <a:lnTo>
                  <a:pt x="3797" y="42612"/>
                </a:lnTo>
                <a:lnTo>
                  <a:pt x="4775" y="44187"/>
                </a:lnTo>
                <a:lnTo>
                  <a:pt x="5857" y="45700"/>
                </a:lnTo>
                <a:lnTo>
                  <a:pt x="7041" y="47144"/>
                </a:lnTo>
                <a:lnTo>
                  <a:pt x="8324" y="48515"/>
                </a:lnTo>
                <a:lnTo>
                  <a:pt x="9695" y="49799"/>
                </a:lnTo>
                <a:lnTo>
                  <a:pt x="11140" y="50982"/>
                </a:lnTo>
                <a:lnTo>
                  <a:pt x="12653" y="52064"/>
                </a:lnTo>
                <a:lnTo>
                  <a:pt x="14228" y="53042"/>
                </a:lnTo>
                <a:lnTo>
                  <a:pt x="15860" y="53913"/>
                </a:lnTo>
                <a:lnTo>
                  <a:pt x="17544" y="54676"/>
                </a:lnTo>
                <a:lnTo>
                  <a:pt x="19274" y="55327"/>
                </a:lnTo>
                <a:lnTo>
                  <a:pt x="21044" y="55866"/>
                </a:lnTo>
                <a:lnTo>
                  <a:pt x="22850" y="56288"/>
                </a:lnTo>
                <a:lnTo>
                  <a:pt x="24684" y="56593"/>
                </a:lnTo>
                <a:lnTo>
                  <a:pt x="26543" y="56777"/>
                </a:lnTo>
                <a:lnTo>
                  <a:pt x="28420" y="56839"/>
                </a:lnTo>
                <a:close/>
              </a:path>
            </a:pathLst>
          </a:custGeom>
          <a:solidFill>
            <a:srgbClr val="7C5AA6"/>
          </a:solidFill>
          <a:ln w="2368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6"/>
          <p:cNvSpPr/>
          <p:nvPr/>
        </p:nvSpPr>
        <p:spPr>
          <a:xfrm>
            <a:off x="4604540" y="1751483"/>
            <a:ext cx="56839" cy="56839"/>
          </a:xfrm>
          <a:custGeom>
            <a:avLst/>
            <a:gdLst/>
            <a:ahLst/>
            <a:cxnLst/>
            <a:rect l="l" t="t" r="r" b="b"/>
            <a:pathLst>
              <a:path w="56839" h="56839">
                <a:moveTo>
                  <a:pt x="28420" y="56839"/>
                </a:moveTo>
                <a:lnTo>
                  <a:pt x="30296" y="56777"/>
                </a:lnTo>
                <a:lnTo>
                  <a:pt x="32155" y="56593"/>
                </a:lnTo>
                <a:lnTo>
                  <a:pt x="33990" y="56288"/>
                </a:lnTo>
                <a:lnTo>
                  <a:pt x="35795" y="55866"/>
                </a:lnTo>
                <a:lnTo>
                  <a:pt x="37565" y="55327"/>
                </a:lnTo>
                <a:lnTo>
                  <a:pt x="39295" y="54676"/>
                </a:lnTo>
                <a:lnTo>
                  <a:pt x="40979" y="53913"/>
                </a:lnTo>
                <a:lnTo>
                  <a:pt x="42611" y="53042"/>
                </a:lnTo>
                <a:lnTo>
                  <a:pt x="44187" y="52064"/>
                </a:lnTo>
                <a:lnTo>
                  <a:pt x="45699" y="50982"/>
                </a:lnTo>
                <a:lnTo>
                  <a:pt x="47144" y="49799"/>
                </a:lnTo>
                <a:lnTo>
                  <a:pt x="48515" y="48515"/>
                </a:lnTo>
                <a:lnTo>
                  <a:pt x="49799" y="47144"/>
                </a:lnTo>
                <a:lnTo>
                  <a:pt x="50982" y="45700"/>
                </a:lnTo>
                <a:lnTo>
                  <a:pt x="52064" y="44187"/>
                </a:lnTo>
                <a:lnTo>
                  <a:pt x="53042" y="42612"/>
                </a:lnTo>
                <a:lnTo>
                  <a:pt x="53913" y="40979"/>
                </a:lnTo>
                <a:lnTo>
                  <a:pt x="54676" y="39295"/>
                </a:lnTo>
                <a:lnTo>
                  <a:pt x="55327" y="37565"/>
                </a:lnTo>
                <a:lnTo>
                  <a:pt x="55865" y="35795"/>
                </a:lnTo>
                <a:lnTo>
                  <a:pt x="56288" y="33990"/>
                </a:lnTo>
                <a:lnTo>
                  <a:pt x="56593" y="32155"/>
                </a:lnTo>
                <a:lnTo>
                  <a:pt x="56777" y="30297"/>
                </a:lnTo>
                <a:lnTo>
                  <a:pt x="56839" y="28420"/>
                </a:lnTo>
                <a:lnTo>
                  <a:pt x="56777" y="26543"/>
                </a:lnTo>
                <a:lnTo>
                  <a:pt x="56593" y="24684"/>
                </a:lnTo>
                <a:lnTo>
                  <a:pt x="56288" y="22850"/>
                </a:lnTo>
                <a:lnTo>
                  <a:pt x="55865" y="21044"/>
                </a:lnTo>
                <a:lnTo>
                  <a:pt x="55327" y="19274"/>
                </a:lnTo>
                <a:lnTo>
                  <a:pt x="54676" y="17544"/>
                </a:lnTo>
                <a:lnTo>
                  <a:pt x="53913" y="15860"/>
                </a:lnTo>
                <a:lnTo>
                  <a:pt x="53042" y="14228"/>
                </a:lnTo>
                <a:lnTo>
                  <a:pt x="52064" y="12652"/>
                </a:lnTo>
                <a:lnTo>
                  <a:pt x="50982" y="11140"/>
                </a:lnTo>
                <a:lnTo>
                  <a:pt x="49799" y="9695"/>
                </a:lnTo>
                <a:lnTo>
                  <a:pt x="48515" y="8324"/>
                </a:lnTo>
                <a:lnTo>
                  <a:pt x="47144" y="7041"/>
                </a:lnTo>
                <a:lnTo>
                  <a:pt x="45699" y="5857"/>
                </a:lnTo>
                <a:lnTo>
                  <a:pt x="44187" y="4775"/>
                </a:lnTo>
                <a:lnTo>
                  <a:pt x="42611" y="3797"/>
                </a:lnTo>
                <a:lnTo>
                  <a:pt x="40979" y="2926"/>
                </a:lnTo>
                <a:lnTo>
                  <a:pt x="39295" y="2164"/>
                </a:lnTo>
                <a:lnTo>
                  <a:pt x="37565" y="1512"/>
                </a:lnTo>
                <a:lnTo>
                  <a:pt x="35795" y="974"/>
                </a:lnTo>
                <a:lnTo>
                  <a:pt x="33990" y="551"/>
                </a:lnTo>
                <a:lnTo>
                  <a:pt x="32155" y="247"/>
                </a:lnTo>
                <a:lnTo>
                  <a:pt x="30296" y="62"/>
                </a:lnTo>
                <a:lnTo>
                  <a:pt x="28420" y="0"/>
                </a:lnTo>
                <a:lnTo>
                  <a:pt x="26543" y="62"/>
                </a:lnTo>
                <a:lnTo>
                  <a:pt x="24684" y="247"/>
                </a:lnTo>
                <a:lnTo>
                  <a:pt x="22849" y="551"/>
                </a:lnTo>
                <a:lnTo>
                  <a:pt x="21044" y="974"/>
                </a:lnTo>
                <a:lnTo>
                  <a:pt x="19274" y="1512"/>
                </a:lnTo>
                <a:lnTo>
                  <a:pt x="17544" y="2164"/>
                </a:lnTo>
                <a:lnTo>
                  <a:pt x="15860" y="2926"/>
                </a:lnTo>
                <a:lnTo>
                  <a:pt x="14228" y="3797"/>
                </a:lnTo>
                <a:lnTo>
                  <a:pt x="12652" y="4775"/>
                </a:lnTo>
                <a:lnTo>
                  <a:pt x="11140" y="5857"/>
                </a:lnTo>
                <a:lnTo>
                  <a:pt x="9695" y="7041"/>
                </a:lnTo>
                <a:lnTo>
                  <a:pt x="8324" y="8324"/>
                </a:lnTo>
                <a:lnTo>
                  <a:pt x="7041" y="9695"/>
                </a:lnTo>
                <a:lnTo>
                  <a:pt x="5857" y="11140"/>
                </a:lnTo>
                <a:lnTo>
                  <a:pt x="4775" y="12652"/>
                </a:lnTo>
                <a:lnTo>
                  <a:pt x="3797" y="14228"/>
                </a:lnTo>
                <a:lnTo>
                  <a:pt x="2926" y="15860"/>
                </a:lnTo>
                <a:lnTo>
                  <a:pt x="2163" y="17544"/>
                </a:lnTo>
                <a:lnTo>
                  <a:pt x="1512" y="19274"/>
                </a:lnTo>
                <a:lnTo>
                  <a:pt x="974" y="21044"/>
                </a:lnTo>
                <a:lnTo>
                  <a:pt x="551" y="22850"/>
                </a:lnTo>
                <a:lnTo>
                  <a:pt x="247" y="24684"/>
                </a:lnTo>
                <a:lnTo>
                  <a:pt x="62" y="26543"/>
                </a:lnTo>
                <a:lnTo>
                  <a:pt x="0" y="28420"/>
                </a:lnTo>
                <a:lnTo>
                  <a:pt x="62" y="30297"/>
                </a:lnTo>
                <a:lnTo>
                  <a:pt x="247" y="32155"/>
                </a:lnTo>
                <a:lnTo>
                  <a:pt x="551" y="33990"/>
                </a:lnTo>
                <a:lnTo>
                  <a:pt x="974" y="35795"/>
                </a:lnTo>
                <a:lnTo>
                  <a:pt x="1512" y="37565"/>
                </a:lnTo>
                <a:lnTo>
                  <a:pt x="2163" y="39295"/>
                </a:lnTo>
                <a:lnTo>
                  <a:pt x="2926" y="40979"/>
                </a:lnTo>
                <a:lnTo>
                  <a:pt x="3797" y="42612"/>
                </a:lnTo>
                <a:lnTo>
                  <a:pt x="4775" y="44187"/>
                </a:lnTo>
                <a:lnTo>
                  <a:pt x="5857" y="45700"/>
                </a:lnTo>
                <a:lnTo>
                  <a:pt x="7041" y="47144"/>
                </a:lnTo>
                <a:lnTo>
                  <a:pt x="8324" y="48515"/>
                </a:lnTo>
                <a:lnTo>
                  <a:pt x="9695" y="49799"/>
                </a:lnTo>
                <a:lnTo>
                  <a:pt x="11140" y="50982"/>
                </a:lnTo>
                <a:lnTo>
                  <a:pt x="12652" y="52064"/>
                </a:lnTo>
                <a:lnTo>
                  <a:pt x="14228" y="53042"/>
                </a:lnTo>
                <a:lnTo>
                  <a:pt x="15860" y="53913"/>
                </a:lnTo>
                <a:lnTo>
                  <a:pt x="17544" y="54676"/>
                </a:lnTo>
                <a:lnTo>
                  <a:pt x="19274" y="55327"/>
                </a:lnTo>
                <a:lnTo>
                  <a:pt x="21044" y="55866"/>
                </a:lnTo>
                <a:lnTo>
                  <a:pt x="22849" y="56288"/>
                </a:lnTo>
                <a:lnTo>
                  <a:pt x="24684" y="56593"/>
                </a:lnTo>
                <a:lnTo>
                  <a:pt x="26543" y="56777"/>
                </a:lnTo>
                <a:lnTo>
                  <a:pt x="28420" y="56839"/>
                </a:lnTo>
                <a:close/>
              </a:path>
            </a:pathLst>
          </a:custGeom>
          <a:solidFill>
            <a:srgbClr val="7C5AA6"/>
          </a:solidFill>
          <a:ln w="2368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7"/>
          <p:cNvSpPr/>
          <p:nvPr/>
        </p:nvSpPr>
        <p:spPr>
          <a:xfrm>
            <a:off x="5092220" y="2030991"/>
            <a:ext cx="56839" cy="56839"/>
          </a:xfrm>
          <a:custGeom>
            <a:avLst/>
            <a:gdLst/>
            <a:ahLst/>
            <a:cxnLst/>
            <a:rect l="l" t="t" r="r" b="b"/>
            <a:pathLst>
              <a:path w="56839" h="56839">
                <a:moveTo>
                  <a:pt x="28419" y="56839"/>
                </a:moveTo>
                <a:lnTo>
                  <a:pt x="30296" y="56777"/>
                </a:lnTo>
                <a:lnTo>
                  <a:pt x="32155" y="56593"/>
                </a:lnTo>
                <a:lnTo>
                  <a:pt x="33989" y="56288"/>
                </a:lnTo>
                <a:lnTo>
                  <a:pt x="35795" y="55866"/>
                </a:lnTo>
                <a:lnTo>
                  <a:pt x="37565" y="55327"/>
                </a:lnTo>
                <a:lnTo>
                  <a:pt x="39295" y="54676"/>
                </a:lnTo>
                <a:lnTo>
                  <a:pt x="40979" y="53913"/>
                </a:lnTo>
                <a:lnTo>
                  <a:pt x="42611" y="53042"/>
                </a:lnTo>
                <a:lnTo>
                  <a:pt x="44187" y="52064"/>
                </a:lnTo>
                <a:lnTo>
                  <a:pt x="45699" y="50983"/>
                </a:lnTo>
                <a:lnTo>
                  <a:pt x="47144" y="49799"/>
                </a:lnTo>
                <a:lnTo>
                  <a:pt x="48515" y="48515"/>
                </a:lnTo>
                <a:lnTo>
                  <a:pt x="49798" y="47144"/>
                </a:lnTo>
                <a:lnTo>
                  <a:pt x="50982" y="45700"/>
                </a:lnTo>
                <a:lnTo>
                  <a:pt x="52064" y="44187"/>
                </a:lnTo>
                <a:lnTo>
                  <a:pt x="53042" y="42612"/>
                </a:lnTo>
                <a:lnTo>
                  <a:pt x="53913" y="40979"/>
                </a:lnTo>
                <a:lnTo>
                  <a:pt x="54676" y="39295"/>
                </a:lnTo>
                <a:lnTo>
                  <a:pt x="55327" y="37566"/>
                </a:lnTo>
                <a:lnTo>
                  <a:pt x="55865" y="35795"/>
                </a:lnTo>
                <a:lnTo>
                  <a:pt x="56288" y="33990"/>
                </a:lnTo>
                <a:lnTo>
                  <a:pt x="56592" y="32155"/>
                </a:lnTo>
                <a:lnTo>
                  <a:pt x="56777" y="30297"/>
                </a:lnTo>
                <a:lnTo>
                  <a:pt x="56839" y="28420"/>
                </a:lnTo>
                <a:lnTo>
                  <a:pt x="56777" y="26543"/>
                </a:lnTo>
                <a:lnTo>
                  <a:pt x="56592" y="24684"/>
                </a:lnTo>
                <a:lnTo>
                  <a:pt x="56288" y="22850"/>
                </a:lnTo>
                <a:lnTo>
                  <a:pt x="55865" y="21044"/>
                </a:lnTo>
                <a:lnTo>
                  <a:pt x="55327" y="19274"/>
                </a:lnTo>
                <a:lnTo>
                  <a:pt x="54676" y="17544"/>
                </a:lnTo>
                <a:lnTo>
                  <a:pt x="53913" y="15860"/>
                </a:lnTo>
                <a:lnTo>
                  <a:pt x="53042" y="14228"/>
                </a:lnTo>
                <a:lnTo>
                  <a:pt x="52064" y="12652"/>
                </a:lnTo>
                <a:lnTo>
                  <a:pt x="50982" y="11140"/>
                </a:lnTo>
                <a:lnTo>
                  <a:pt x="49798" y="9695"/>
                </a:lnTo>
                <a:lnTo>
                  <a:pt x="48515" y="8324"/>
                </a:lnTo>
                <a:lnTo>
                  <a:pt x="47144" y="7041"/>
                </a:lnTo>
                <a:lnTo>
                  <a:pt x="45699" y="5857"/>
                </a:lnTo>
                <a:lnTo>
                  <a:pt x="44187" y="4775"/>
                </a:lnTo>
                <a:lnTo>
                  <a:pt x="42611" y="3797"/>
                </a:lnTo>
                <a:lnTo>
                  <a:pt x="40979" y="2926"/>
                </a:lnTo>
                <a:lnTo>
                  <a:pt x="39295" y="2164"/>
                </a:lnTo>
                <a:lnTo>
                  <a:pt x="37565" y="1512"/>
                </a:lnTo>
                <a:lnTo>
                  <a:pt x="35795" y="974"/>
                </a:lnTo>
                <a:lnTo>
                  <a:pt x="33989" y="551"/>
                </a:lnTo>
                <a:lnTo>
                  <a:pt x="32155" y="247"/>
                </a:lnTo>
                <a:lnTo>
                  <a:pt x="30296" y="62"/>
                </a:lnTo>
                <a:lnTo>
                  <a:pt x="28419" y="0"/>
                </a:lnTo>
                <a:lnTo>
                  <a:pt x="26543" y="62"/>
                </a:lnTo>
                <a:lnTo>
                  <a:pt x="24684" y="247"/>
                </a:lnTo>
                <a:lnTo>
                  <a:pt x="22849" y="551"/>
                </a:lnTo>
                <a:lnTo>
                  <a:pt x="21044" y="974"/>
                </a:lnTo>
                <a:lnTo>
                  <a:pt x="19274" y="1512"/>
                </a:lnTo>
                <a:lnTo>
                  <a:pt x="17544" y="2164"/>
                </a:lnTo>
                <a:lnTo>
                  <a:pt x="15860" y="2926"/>
                </a:lnTo>
                <a:lnTo>
                  <a:pt x="14228" y="3797"/>
                </a:lnTo>
                <a:lnTo>
                  <a:pt x="12652" y="4775"/>
                </a:lnTo>
                <a:lnTo>
                  <a:pt x="11140" y="5857"/>
                </a:lnTo>
                <a:lnTo>
                  <a:pt x="9695" y="7041"/>
                </a:lnTo>
                <a:lnTo>
                  <a:pt x="8324" y="8324"/>
                </a:lnTo>
                <a:lnTo>
                  <a:pt x="7040" y="9695"/>
                </a:lnTo>
                <a:lnTo>
                  <a:pt x="5857" y="11140"/>
                </a:lnTo>
                <a:lnTo>
                  <a:pt x="4775" y="12652"/>
                </a:lnTo>
                <a:lnTo>
                  <a:pt x="3797" y="14228"/>
                </a:lnTo>
                <a:lnTo>
                  <a:pt x="2926" y="15860"/>
                </a:lnTo>
                <a:lnTo>
                  <a:pt x="2163" y="17544"/>
                </a:lnTo>
                <a:lnTo>
                  <a:pt x="1512" y="19274"/>
                </a:lnTo>
                <a:lnTo>
                  <a:pt x="974" y="21044"/>
                </a:lnTo>
                <a:lnTo>
                  <a:pt x="551" y="22850"/>
                </a:lnTo>
                <a:lnTo>
                  <a:pt x="246" y="24684"/>
                </a:lnTo>
                <a:lnTo>
                  <a:pt x="62" y="26543"/>
                </a:lnTo>
                <a:lnTo>
                  <a:pt x="0" y="28420"/>
                </a:lnTo>
                <a:lnTo>
                  <a:pt x="62" y="30297"/>
                </a:lnTo>
                <a:lnTo>
                  <a:pt x="246" y="32155"/>
                </a:lnTo>
                <a:lnTo>
                  <a:pt x="551" y="33990"/>
                </a:lnTo>
                <a:lnTo>
                  <a:pt x="974" y="35795"/>
                </a:lnTo>
                <a:lnTo>
                  <a:pt x="1512" y="37566"/>
                </a:lnTo>
                <a:lnTo>
                  <a:pt x="2163" y="39295"/>
                </a:lnTo>
                <a:lnTo>
                  <a:pt x="2926" y="40979"/>
                </a:lnTo>
                <a:lnTo>
                  <a:pt x="3797" y="42612"/>
                </a:lnTo>
                <a:lnTo>
                  <a:pt x="4775" y="44187"/>
                </a:lnTo>
                <a:lnTo>
                  <a:pt x="5857" y="45700"/>
                </a:lnTo>
                <a:lnTo>
                  <a:pt x="7040" y="47144"/>
                </a:lnTo>
                <a:lnTo>
                  <a:pt x="8324" y="48515"/>
                </a:lnTo>
                <a:lnTo>
                  <a:pt x="9695" y="49799"/>
                </a:lnTo>
                <a:lnTo>
                  <a:pt x="11140" y="50983"/>
                </a:lnTo>
                <a:lnTo>
                  <a:pt x="12652" y="52064"/>
                </a:lnTo>
                <a:lnTo>
                  <a:pt x="14228" y="53042"/>
                </a:lnTo>
                <a:lnTo>
                  <a:pt x="15860" y="53913"/>
                </a:lnTo>
                <a:lnTo>
                  <a:pt x="17544" y="54676"/>
                </a:lnTo>
                <a:lnTo>
                  <a:pt x="19274" y="55327"/>
                </a:lnTo>
                <a:lnTo>
                  <a:pt x="21044" y="55866"/>
                </a:lnTo>
                <a:lnTo>
                  <a:pt x="22849" y="56288"/>
                </a:lnTo>
                <a:lnTo>
                  <a:pt x="24684" y="56593"/>
                </a:lnTo>
                <a:lnTo>
                  <a:pt x="26543" y="56777"/>
                </a:lnTo>
                <a:lnTo>
                  <a:pt x="28419" y="56839"/>
                </a:lnTo>
                <a:close/>
              </a:path>
            </a:pathLst>
          </a:custGeom>
          <a:solidFill>
            <a:srgbClr val="7C5AA6"/>
          </a:solidFill>
          <a:ln w="2368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18"/>
          <p:cNvSpPr/>
          <p:nvPr/>
        </p:nvSpPr>
        <p:spPr>
          <a:xfrm>
            <a:off x="7546847" y="3261295"/>
            <a:ext cx="73153" cy="0"/>
          </a:xfrm>
          <a:custGeom>
            <a:avLst/>
            <a:gdLst/>
            <a:ahLst/>
            <a:cxnLst/>
            <a:rect l="l" t="t" r="r" b="b"/>
            <a:pathLst>
              <a:path w="73153" h="0">
                <a:moveTo>
                  <a:pt x="0" y="0"/>
                </a:moveTo>
                <a:lnTo>
                  <a:pt x="73153" y="0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9"/>
          <p:cNvSpPr/>
          <p:nvPr/>
        </p:nvSpPr>
        <p:spPr>
          <a:xfrm>
            <a:off x="9229344" y="3261295"/>
            <a:ext cx="341376" cy="0"/>
          </a:xfrm>
          <a:custGeom>
            <a:avLst/>
            <a:gdLst/>
            <a:ahLst/>
            <a:cxnLst/>
            <a:rect l="l" t="t" r="r" b="b"/>
            <a:pathLst>
              <a:path w="341376" h="0">
                <a:moveTo>
                  <a:pt x="0" y="0"/>
                </a:moveTo>
                <a:lnTo>
                  <a:pt x="341376" y="0"/>
                </a:lnTo>
              </a:path>
            </a:pathLst>
          </a:custGeom>
          <a:noFill/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20"/>
          <p:cNvSpPr/>
          <p:nvPr/>
        </p:nvSpPr>
        <p:spPr>
          <a:xfrm>
            <a:off x="9570720" y="2450722"/>
            <a:ext cx="0" cy="810573"/>
          </a:xfrm>
          <a:custGeom>
            <a:avLst/>
            <a:gdLst/>
            <a:ahLst/>
            <a:cxnLst/>
            <a:rect l="l" t="t" r="r" b="b"/>
            <a:pathLst>
              <a:path w="0" h="810573">
                <a:moveTo>
                  <a:pt x="0" y="810573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21"/>
          <p:cNvSpPr/>
          <p:nvPr/>
        </p:nvSpPr>
        <p:spPr>
          <a:xfrm>
            <a:off x="7620000" y="3803541"/>
            <a:ext cx="1950720" cy="0"/>
          </a:xfrm>
          <a:custGeom>
            <a:avLst/>
            <a:gdLst/>
            <a:ahLst/>
            <a:cxnLst/>
            <a:rect l="l" t="t" r="r" b="b"/>
            <a:pathLst>
              <a:path w="1950720" h="0">
                <a:moveTo>
                  <a:pt x="0" y="0"/>
                </a:moveTo>
                <a:lnTo>
                  <a:pt x="1950720" y="0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22"/>
          <p:cNvSpPr/>
          <p:nvPr/>
        </p:nvSpPr>
        <p:spPr>
          <a:xfrm>
            <a:off x="12070079" y="3456951"/>
            <a:ext cx="85345" cy="0"/>
          </a:xfrm>
          <a:custGeom>
            <a:avLst/>
            <a:gdLst/>
            <a:ahLst/>
            <a:cxnLst/>
            <a:rect l="l" t="t" r="r" b="b"/>
            <a:pathLst>
              <a:path w="85345" h="0">
                <a:moveTo>
                  <a:pt x="0" y="0"/>
                </a:moveTo>
                <a:lnTo>
                  <a:pt x="85345" y="0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23"/>
          <p:cNvSpPr/>
          <p:nvPr/>
        </p:nvSpPr>
        <p:spPr>
          <a:xfrm>
            <a:off x="12155424" y="885477"/>
            <a:ext cx="0" cy="2571474"/>
          </a:xfrm>
          <a:custGeom>
            <a:avLst/>
            <a:gdLst/>
            <a:ahLst/>
            <a:cxnLst/>
            <a:rect l="l" t="t" r="r" b="b"/>
            <a:pathLst>
              <a:path w="0" h="2571474">
                <a:moveTo>
                  <a:pt x="0" y="2571474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24"/>
          <p:cNvSpPr/>
          <p:nvPr/>
        </p:nvSpPr>
        <p:spPr>
          <a:xfrm>
            <a:off x="4206240" y="885477"/>
            <a:ext cx="7949184" cy="0"/>
          </a:xfrm>
          <a:custGeom>
            <a:avLst/>
            <a:gdLst/>
            <a:ahLst/>
            <a:cxnLst/>
            <a:rect l="l" t="t" r="r" b="b"/>
            <a:pathLst>
              <a:path w="7949184" h="0">
                <a:moveTo>
                  <a:pt x="7949184" y="0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25"/>
          <p:cNvSpPr/>
          <p:nvPr/>
        </p:nvSpPr>
        <p:spPr>
          <a:xfrm>
            <a:off x="9570720" y="885477"/>
            <a:ext cx="0" cy="1062131"/>
          </a:xfrm>
          <a:custGeom>
            <a:avLst/>
            <a:gdLst/>
            <a:ahLst/>
            <a:cxnLst/>
            <a:rect l="l" t="t" r="r" b="b"/>
            <a:pathLst>
              <a:path w="0" h="1062131">
                <a:moveTo>
                  <a:pt x="0" y="0"/>
                </a:moveTo>
                <a:lnTo>
                  <a:pt x="0" y="1062131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26"/>
          <p:cNvSpPr/>
          <p:nvPr/>
        </p:nvSpPr>
        <p:spPr>
          <a:xfrm>
            <a:off x="10911839" y="4239574"/>
            <a:ext cx="0" cy="167704"/>
          </a:xfrm>
          <a:custGeom>
            <a:avLst/>
            <a:gdLst/>
            <a:ahLst/>
            <a:cxnLst/>
            <a:rect l="l" t="t" r="r" b="b"/>
            <a:pathLst>
              <a:path w="0" h="167704">
                <a:moveTo>
                  <a:pt x="0" y="0"/>
                </a:moveTo>
                <a:lnTo>
                  <a:pt x="0" y="167704"/>
                </a:lnTo>
              </a:path>
            </a:pathLst>
          </a:custGeom>
          <a:noFill/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27"/>
          <p:cNvSpPr/>
          <p:nvPr/>
        </p:nvSpPr>
        <p:spPr>
          <a:xfrm>
            <a:off x="1280160" y="4407278"/>
            <a:ext cx="9631679" cy="0"/>
          </a:xfrm>
          <a:custGeom>
            <a:avLst/>
            <a:gdLst/>
            <a:ahLst/>
            <a:cxnLst/>
            <a:rect l="l" t="t" r="r" b="b"/>
            <a:pathLst>
              <a:path w="9631679" h="0">
                <a:moveTo>
                  <a:pt x="9631679" y="0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28"/>
          <p:cNvSpPr/>
          <p:nvPr/>
        </p:nvSpPr>
        <p:spPr>
          <a:xfrm>
            <a:off x="5486400" y="5301704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8946">
            <a:solidFill>
              <a:srgbClr val="B889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9"/>
          <p:cNvSpPr/>
          <p:nvPr/>
        </p:nvSpPr>
        <p:spPr>
          <a:xfrm>
            <a:off x="5669280" y="3261295"/>
            <a:ext cx="0" cy="2040409"/>
          </a:xfrm>
          <a:custGeom>
            <a:avLst/>
            <a:gdLst/>
            <a:ahLst/>
            <a:cxnLst/>
            <a:rect l="l" t="t" r="r" b="b"/>
            <a:pathLst>
              <a:path w="0" h="2040409">
                <a:moveTo>
                  <a:pt x="0" y="2040409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889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30"/>
          <p:cNvSpPr/>
          <p:nvPr/>
        </p:nvSpPr>
        <p:spPr>
          <a:xfrm>
            <a:off x="3779520" y="1788731"/>
            <a:ext cx="346505" cy="158877"/>
          </a:xfrm>
          <a:custGeom>
            <a:avLst/>
            <a:gdLst/>
            <a:ahLst/>
            <a:cxnLst/>
            <a:rect l="l" t="t" r="r" b="b"/>
            <a:pathLst>
              <a:path w="346505" h="158877">
                <a:moveTo>
                  <a:pt x="0" y="158877"/>
                </a:moveTo>
                <a:lnTo>
                  <a:pt x="30346" y="144962"/>
                </a:lnTo>
                <a:lnTo>
                  <a:pt x="60425" y="131171"/>
                </a:lnTo>
                <a:lnTo>
                  <a:pt x="90236" y="117502"/>
                </a:lnTo>
                <a:lnTo>
                  <a:pt x="119780" y="103956"/>
                </a:lnTo>
                <a:lnTo>
                  <a:pt x="149057" y="90532"/>
                </a:lnTo>
                <a:lnTo>
                  <a:pt x="178066" y="77231"/>
                </a:lnTo>
                <a:lnTo>
                  <a:pt x="206808" y="64053"/>
                </a:lnTo>
                <a:lnTo>
                  <a:pt x="235282" y="50997"/>
                </a:lnTo>
                <a:lnTo>
                  <a:pt x="263489" y="38064"/>
                </a:lnTo>
                <a:lnTo>
                  <a:pt x="291428" y="25254"/>
                </a:lnTo>
                <a:lnTo>
                  <a:pt x="319100" y="12566"/>
                </a:lnTo>
                <a:lnTo>
                  <a:pt x="346505" y="0"/>
                </a:lnTo>
              </a:path>
            </a:pathLst>
          </a:custGeom>
          <a:noFill/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31"/>
          <p:cNvSpPr/>
          <p:nvPr/>
        </p:nvSpPr>
        <p:spPr>
          <a:xfrm>
            <a:off x="4051927" y="1786231"/>
            <a:ext cx="74098" cy="60278"/>
          </a:xfrm>
          <a:custGeom>
            <a:avLst/>
            <a:gdLst/>
            <a:ahLst/>
            <a:cxnLst/>
            <a:rect l="l" t="t" r="r" b="b"/>
            <a:pathLst>
              <a:path w="74098" h="60278">
                <a:moveTo>
                  <a:pt x="0" y="0"/>
                </a:moveTo>
                <a:lnTo>
                  <a:pt x="74098" y="2500"/>
                </a:lnTo>
                <a:lnTo>
                  <a:pt x="27638" y="60278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32"/>
          <p:cNvSpPr/>
          <p:nvPr/>
        </p:nvSpPr>
        <p:spPr>
          <a:xfrm>
            <a:off x="2560320" y="2115312"/>
            <a:ext cx="344577" cy="0"/>
          </a:xfrm>
          <a:custGeom>
            <a:avLst/>
            <a:gdLst/>
            <a:ahLst/>
            <a:cxnLst/>
            <a:rect l="l" t="t" r="r" b="b"/>
            <a:pathLst>
              <a:path w="344577" h="0">
                <a:moveTo>
                  <a:pt x="0" y="0"/>
                </a:moveTo>
                <a:lnTo>
                  <a:pt x="30333" y="0"/>
                </a:lnTo>
                <a:lnTo>
                  <a:pt x="60371" y="0"/>
                </a:lnTo>
                <a:lnTo>
                  <a:pt x="90116" y="0"/>
                </a:lnTo>
                <a:lnTo>
                  <a:pt x="119566" y="0"/>
                </a:lnTo>
                <a:lnTo>
                  <a:pt x="148722" y="0"/>
                </a:lnTo>
                <a:lnTo>
                  <a:pt x="177584" y="0"/>
                </a:lnTo>
                <a:lnTo>
                  <a:pt x="206152" y="0"/>
                </a:lnTo>
                <a:lnTo>
                  <a:pt x="234425" y="0"/>
                </a:lnTo>
                <a:lnTo>
                  <a:pt x="262405" y="0"/>
                </a:lnTo>
                <a:lnTo>
                  <a:pt x="290090" y="0"/>
                </a:lnTo>
                <a:lnTo>
                  <a:pt x="317480" y="0"/>
                </a:lnTo>
                <a:lnTo>
                  <a:pt x="344577" y="0"/>
                </a:lnTo>
              </a:path>
            </a:pathLst>
          </a:custGeom>
          <a:noFill/>
          <a:ln w="18946">
            <a:solidFill>
              <a:srgbClr val="B8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33"/>
          <p:cNvSpPr/>
          <p:nvPr/>
        </p:nvSpPr>
        <p:spPr>
          <a:xfrm>
            <a:off x="2838585" y="2082156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B8893E"/>
          </a:solidFill>
          <a:ln w="18946">
            <a:solidFill>
              <a:srgbClr val="B8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34"/>
          <p:cNvSpPr/>
          <p:nvPr/>
        </p:nvSpPr>
        <p:spPr>
          <a:xfrm>
            <a:off x="6778751" y="2506624"/>
            <a:ext cx="0" cy="146522"/>
          </a:xfrm>
          <a:custGeom>
            <a:avLst/>
            <a:gdLst/>
            <a:ahLst/>
            <a:cxnLst/>
            <a:rect l="l" t="t" r="r" b="b"/>
            <a:pathLst>
              <a:path w="0" h="146522">
                <a:moveTo>
                  <a:pt x="0" y="0"/>
                </a:moveTo>
                <a:lnTo>
                  <a:pt x="0" y="13828"/>
                </a:lnTo>
                <a:lnTo>
                  <a:pt x="0" y="27362"/>
                </a:lnTo>
                <a:lnTo>
                  <a:pt x="0" y="40602"/>
                </a:lnTo>
                <a:lnTo>
                  <a:pt x="0" y="53548"/>
                </a:lnTo>
                <a:lnTo>
                  <a:pt x="0" y="66199"/>
                </a:lnTo>
                <a:lnTo>
                  <a:pt x="0" y="78556"/>
                </a:lnTo>
                <a:lnTo>
                  <a:pt x="0" y="90619"/>
                </a:lnTo>
                <a:lnTo>
                  <a:pt x="0" y="102388"/>
                </a:lnTo>
                <a:lnTo>
                  <a:pt x="0" y="113863"/>
                </a:lnTo>
                <a:lnTo>
                  <a:pt x="0" y="125043"/>
                </a:lnTo>
                <a:lnTo>
                  <a:pt x="0" y="135930"/>
                </a:lnTo>
                <a:lnTo>
                  <a:pt x="0" y="146522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path 35"/>
          <p:cNvSpPr/>
          <p:nvPr/>
        </p:nvSpPr>
        <p:spPr>
          <a:xfrm>
            <a:off x="6745595" y="2586833"/>
            <a:ext cx="66313" cy="66313"/>
          </a:xfrm>
          <a:custGeom>
            <a:avLst/>
            <a:gdLst/>
            <a:ahLst/>
            <a:cxnLst/>
            <a:rect l="l" t="t" r="r" b="b"/>
            <a:pathLst>
              <a:path w="66313" h="66313">
                <a:moveTo>
                  <a:pt x="66313" y="0"/>
                </a:moveTo>
                <a:lnTo>
                  <a:pt x="33156" y="66313"/>
                </a:lnTo>
                <a:lnTo>
                  <a:pt x="0" y="0"/>
                </a:lnTo>
                <a:lnTo>
                  <a:pt x="66313" y="0"/>
                </a:lnTo>
                <a:close/>
              </a:path>
            </a:pathLst>
          </a:custGeom>
          <a:solidFill>
            <a:srgbClr val="FF9500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path 36"/>
          <p:cNvSpPr/>
          <p:nvPr/>
        </p:nvSpPr>
        <p:spPr>
          <a:xfrm>
            <a:off x="8461248" y="2506624"/>
            <a:ext cx="0" cy="146522"/>
          </a:xfrm>
          <a:custGeom>
            <a:avLst/>
            <a:gdLst/>
            <a:ahLst/>
            <a:cxnLst/>
            <a:rect l="l" t="t" r="r" b="b"/>
            <a:pathLst>
              <a:path w="0" h="146522">
                <a:moveTo>
                  <a:pt x="0" y="0"/>
                </a:moveTo>
                <a:lnTo>
                  <a:pt x="0" y="13828"/>
                </a:lnTo>
                <a:lnTo>
                  <a:pt x="0" y="27362"/>
                </a:lnTo>
                <a:lnTo>
                  <a:pt x="0" y="40602"/>
                </a:lnTo>
                <a:lnTo>
                  <a:pt x="0" y="53548"/>
                </a:lnTo>
                <a:lnTo>
                  <a:pt x="0" y="66199"/>
                </a:lnTo>
                <a:lnTo>
                  <a:pt x="0" y="78556"/>
                </a:lnTo>
                <a:lnTo>
                  <a:pt x="0" y="90619"/>
                </a:lnTo>
                <a:lnTo>
                  <a:pt x="0" y="102388"/>
                </a:lnTo>
                <a:lnTo>
                  <a:pt x="0" y="113863"/>
                </a:lnTo>
                <a:lnTo>
                  <a:pt x="0" y="125043"/>
                </a:lnTo>
                <a:lnTo>
                  <a:pt x="0" y="135930"/>
                </a:lnTo>
                <a:lnTo>
                  <a:pt x="0" y="146522"/>
                </a:lnTo>
              </a:path>
            </a:pathLst>
          </a:custGeom>
          <a:noFill/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37"/>
          <p:cNvSpPr/>
          <p:nvPr/>
        </p:nvSpPr>
        <p:spPr>
          <a:xfrm>
            <a:off x="8428091" y="2586833"/>
            <a:ext cx="66313" cy="66313"/>
          </a:xfrm>
          <a:custGeom>
            <a:avLst/>
            <a:gdLst/>
            <a:ahLst/>
            <a:cxnLst/>
            <a:rect l="l" t="t" r="r" b="b"/>
            <a:pathLst>
              <a:path w="66313" h="66313">
                <a:moveTo>
                  <a:pt x="66313" y="0"/>
                </a:moveTo>
                <a:lnTo>
                  <a:pt x="33157" y="66313"/>
                </a:lnTo>
                <a:lnTo>
                  <a:pt x="0" y="0"/>
                </a:lnTo>
                <a:lnTo>
                  <a:pt x="66313" y="0"/>
                </a:lnTo>
                <a:close/>
              </a:path>
            </a:pathLst>
          </a:custGeom>
          <a:solidFill>
            <a:srgbClr val="0ABAB5"/>
          </a:solidFill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38"/>
          <p:cNvSpPr/>
          <p:nvPr/>
        </p:nvSpPr>
        <p:spPr>
          <a:xfrm>
            <a:off x="5486400" y="2227116"/>
            <a:ext cx="503073" cy="0"/>
          </a:xfrm>
          <a:custGeom>
            <a:avLst/>
            <a:gdLst/>
            <a:ahLst/>
            <a:cxnLst/>
            <a:rect l="l" t="t" r="r" b="b"/>
            <a:pathLst>
              <a:path w="503073" h="0">
                <a:moveTo>
                  <a:pt x="0" y="0"/>
                </a:moveTo>
                <a:lnTo>
                  <a:pt x="43541" y="0"/>
                </a:lnTo>
                <a:lnTo>
                  <a:pt x="86787" y="0"/>
                </a:lnTo>
                <a:lnTo>
                  <a:pt x="129740" y="0"/>
                </a:lnTo>
                <a:lnTo>
                  <a:pt x="172398" y="0"/>
                </a:lnTo>
                <a:lnTo>
                  <a:pt x="214762" y="0"/>
                </a:lnTo>
                <a:lnTo>
                  <a:pt x="256832" y="0"/>
                </a:lnTo>
                <a:lnTo>
                  <a:pt x="298608" y="0"/>
                </a:lnTo>
                <a:lnTo>
                  <a:pt x="340089" y="0"/>
                </a:lnTo>
                <a:lnTo>
                  <a:pt x="381276" y="0"/>
                </a:lnTo>
                <a:lnTo>
                  <a:pt x="422170" y="0"/>
                </a:lnTo>
                <a:lnTo>
                  <a:pt x="462768" y="0"/>
                </a:lnTo>
                <a:lnTo>
                  <a:pt x="503073" y="0"/>
                </a:lnTo>
              </a:path>
            </a:pathLst>
          </a:custGeom>
          <a:noFill/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path 39"/>
          <p:cNvSpPr/>
          <p:nvPr/>
        </p:nvSpPr>
        <p:spPr>
          <a:xfrm>
            <a:off x="5923161" y="2193960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path 40"/>
          <p:cNvSpPr/>
          <p:nvPr/>
        </p:nvSpPr>
        <p:spPr>
          <a:xfrm>
            <a:off x="7620000" y="3261295"/>
            <a:ext cx="0" cy="521063"/>
          </a:xfrm>
          <a:custGeom>
            <a:avLst/>
            <a:gdLst/>
            <a:ahLst/>
            <a:cxnLst/>
            <a:rect l="l" t="t" r="r" b="b"/>
            <a:pathLst>
              <a:path w="0" h="521063">
                <a:moveTo>
                  <a:pt x="0" y="0"/>
                </a:moveTo>
                <a:lnTo>
                  <a:pt x="0" y="45040"/>
                </a:lnTo>
                <a:lnTo>
                  <a:pt x="0" y="89786"/>
                </a:lnTo>
                <a:lnTo>
                  <a:pt x="0" y="134238"/>
                </a:lnTo>
                <a:lnTo>
                  <a:pt x="0" y="178395"/>
                </a:lnTo>
                <a:lnTo>
                  <a:pt x="0" y="222258"/>
                </a:lnTo>
                <a:lnTo>
                  <a:pt x="0" y="265827"/>
                </a:lnTo>
                <a:lnTo>
                  <a:pt x="0" y="309102"/>
                </a:lnTo>
                <a:lnTo>
                  <a:pt x="0" y="352083"/>
                </a:lnTo>
                <a:lnTo>
                  <a:pt x="0" y="394769"/>
                </a:lnTo>
                <a:lnTo>
                  <a:pt x="0" y="437161"/>
                </a:lnTo>
                <a:lnTo>
                  <a:pt x="0" y="479259"/>
                </a:lnTo>
                <a:lnTo>
                  <a:pt x="0" y="521063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41"/>
          <p:cNvSpPr/>
          <p:nvPr/>
        </p:nvSpPr>
        <p:spPr>
          <a:xfrm>
            <a:off x="7586844" y="3716046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66312" y="0"/>
                </a:moveTo>
                <a:lnTo>
                  <a:pt x="33156" y="66312"/>
                </a:lnTo>
                <a:lnTo>
                  <a:pt x="0" y="0"/>
                </a:lnTo>
                <a:lnTo>
                  <a:pt x="66312" y="0"/>
                </a:lnTo>
                <a:close/>
              </a:path>
            </a:pathLst>
          </a:custGeom>
          <a:solidFill>
            <a:srgbClr val="FF9500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path 42"/>
          <p:cNvSpPr/>
          <p:nvPr/>
        </p:nvSpPr>
        <p:spPr>
          <a:xfrm>
            <a:off x="9570720" y="2450722"/>
            <a:ext cx="283617" cy="0"/>
          </a:xfrm>
          <a:custGeom>
            <a:avLst/>
            <a:gdLst/>
            <a:ahLst/>
            <a:cxnLst/>
            <a:rect l="l" t="t" r="r" b="b"/>
            <a:pathLst>
              <a:path w="283617" h="0">
                <a:moveTo>
                  <a:pt x="0" y="0"/>
                </a:moveTo>
                <a:lnTo>
                  <a:pt x="25253" y="0"/>
                </a:lnTo>
                <a:lnTo>
                  <a:pt x="50211" y="0"/>
                </a:lnTo>
                <a:lnTo>
                  <a:pt x="74876" y="0"/>
                </a:lnTo>
                <a:lnTo>
                  <a:pt x="99246" y="0"/>
                </a:lnTo>
                <a:lnTo>
                  <a:pt x="123322" y="0"/>
                </a:lnTo>
                <a:lnTo>
                  <a:pt x="147104" y="0"/>
                </a:lnTo>
                <a:lnTo>
                  <a:pt x="170591" y="0"/>
                </a:lnTo>
                <a:lnTo>
                  <a:pt x="193785" y="0"/>
                </a:lnTo>
                <a:lnTo>
                  <a:pt x="216684" y="0"/>
                </a:lnTo>
                <a:lnTo>
                  <a:pt x="239289" y="0"/>
                </a:lnTo>
                <a:lnTo>
                  <a:pt x="261600" y="0"/>
                </a:lnTo>
                <a:lnTo>
                  <a:pt x="283617" y="0"/>
                </a:lnTo>
              </a:path>
            </a:pathLst>
          </a:custGeom>
          <a:noFill/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path 43"/>
          <p:cNvSpPr/>
          <p:nvPr/>
        </p:nvSpPr>
        <p:spPr>
          <a:xfrm>
            <a:off x="9788025" y="2417566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0ABAB5"/>
          </a:solidFill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44"/>
          <p:cNvSpPr/>
          <p:nvPr/>
        </p:nvSpPr>
        <p:spPr>
          <a:xfrm>
            <a:off x="9570720" y="3282478"/>
            <a:ext cx="0" cy="521063"/>
          </a:xfrm>
          <a:custGeom>
            <a:avLst/>
            <a:gdLst/>
            <a:ahLst/>
            <a:cxnLst/>
            <a:rect l="l" t="t" r="r" b="b"/>
            <a:pathLst>
              <a:path w="0" h="521063">
                <a:moveTo>
                  <a:pt x="0" y="521063"/>
                </a:moveTo>
                <a:lnTo>
                  <a:pt x="0" y="476023"/>
                </a:lnTo>
                <a:lnTo>
                  <a:pt x="0" y="431277"/>
                </a:lnTo>
                <a:lnTo>
                  <a:pt x="0" y="386825"/>
                </a:lnTo>
                <a:lnTo>
                  <a:pt x="0" y="342668"/>
                </a:lnTo>
                <a:lnTo>
                  <a:pt x="0" y="298805"/>
                </a:lnTo>
                <a:lnTo>
                  <a:pt x="0" y="255236"/>
                </a:lnTo>
                <a:lnTo>
                  <a:pt x="0" y="211961"/>
                </a:lnTo>
                <a:lnTo>
                  <a:pt x="0" y="168980"/>
                </a:lnTo>
                <a:lnTo>
                  <a:pt x="0" y="126294"/>
                </a:lnTo>
                <a:lnTo>
                  <a:pt x="0" y="83902"/>
                </a:lnTo>
                <a:lnTo>
                  <a:pt x="0" y="41804"/>
                </a:lnTo>
                <a:lnTo>
                  <a:pt x="0" y="0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path 45"/>
          <p:cNvSpPr/>
          <p:nvPr/>
        </p:nvSpPr>
        <p:spPr>
          <a:xfrm>
            <a:off x="9537563" y="3282478"/>
            <a:ext cx="66313" cy="66312"/>
          </a:xfrm>
          <a:custGeom>
            <a:avLst/>
            <a:gdLst/>
            <a:ahLst/>
            <a:cxnLst/>
            <a:rect l="l" t="t" r="r" b="b"/>
            <a:pathLst>
              <a:path w="66313" h="66312">
                <a:moveTo>
                  <a:pt x="0" y="66312"/>
                </a:moveTo>
                <a:lnTo>
                  <a:pt x="33157" y="0"/>
                </a:lnTo>
                <a:lnTo>
                  <a:pt x="66313" y="66312"/>
                </a:lnTo>
                <a:lnTo>
                  <a:pt x="0" y="66312"/>
                </a:lnTo>
                <a:close/>
              </a:path>
            </a:pathLst>
          </a:custGeom>
          <a:solidFill>
            <a:srgbClr val="FF9500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path 46"/>
          <p:cNvSpPr/>
          <p:nvPr/>
        </p:nvSpPr>
        <p:spPr>
          <a:xfrm>
            <a:off x="10911839" y="2562525"/>
            <a:ext cx="0" cy="202424"/>
          </a:xfrm>
          <a:custGeom>
            <a:avLst/>
            <a:gdLst/>
            <a:ahLst/>
            <a:cxnLst/>
            <a:rect l="l" t="t" r="r" b="b"/>
            <a:pathLst>
              <a:path w="0" h="202424">
                <a:moveTo>
                  <a:pt x="0" y="0"/>
                </a:moveTo>
                <a:lnTo>
                  <a:pt x="0" y="18487"/>
                </a:lnTo>
                <a:lnTo>
                  <a:pt x="0" y="36680"/>
                </a:lnTo>
                <a:lnTo>
                  <a:pt x="0" y="54578"/>
                </a:lnTo>
                <a:lnTo>
                  <a:pt x="0" y="72182"/>
                </a:lnTo>
                <a:lnTo>
                  <a:pt x="0" y="89492"/>
                </a:lnTo>
                <a:lnTo>
                  <a:pt x="0" y="106508"/>
                </a:lnTo>
                <a:lnTo>
                  <a:pt x="0" y="123229"/>
                </a:lnTo>
                <a:lnTo>
                  <a:pt x="0" y="139657"/>
                </a:lnTo>
                <a:lnTo>
                  <a:pt x="0" y="155790"/>
                </a:lnTo>
                <a:lnTo>
                  <a:pt x="0" y="171629"/>
                </a:lnTo>
                <a:lnTo>
                  <a:pt x="0" y="187173"/>
                </a:lnTo>
                <a:lnTo>
                  <a:pt x="0" y="202424"/>
                </a:lnTo>
              </a:path>
            </a:pathLst>
          </a:custGeom>
          <a:noFill/>
          <a:ln w="18946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47"/>
          <p:cNvSpPr/>
          <p:nvPr/>
        </p:nvSpPr>
        <p:spPr>
          <a:xfrm>
            <a:off x="10878683" y="2698637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66312" y="0"/>
                </a:moveTo>
                <a:lnTo>
                  <a:pt x="33156" y="66312"/>
                </a:lnTo>
                <a:lnTo>
                  <a:pt x="0" y="0"/>
                </a:lnTo>
                <a:lnTo>
                  <a:pt x="66312" y="0"/>
                </a:lnTo>
                <a:close/>
              </a:path>
            </a:pathLst>
          </a:custGeom>
          <a:solidFill>
            <a:srgbClr val="4E8C5A"/>
          </a:solidFill>
          <a:ln w="18946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48"/>
          <p:cNvSpPr/>
          <p:nvPr/>
        </p:nvSpPr>
        <p:spPr>
          <a:xfrm>
            <a:off x="4206240" y="885477"/>
            <a:ext cx="0" cy="202424"/>
          </a:xfrm>
          <a:custGeom>
            <a:avLst/>
            <a:gdLst/>
            <a:ahLst/>
            <a:cxnLst/>
            <a:rect l="l" t="t" r="r" b="b"/>
            <a:pathLst>
              <a:path w="0" h="202424">
                <a:moveTo>
                  <a:pt x="0" y="0"/>
                </a:moveTo>
                <a:lnTo>
                  <a:pt x="0" y="18487"/>
                </a:lnTo>
                <a:lnTo>
                  <a:pt x="0" y="36679"/>
                </a:lnTo>
                <a:lnTo>
                  <a:pt x="0" y="54578"/>
                </a:lnTo>
                <a:lnTo>
                  <a:pt x="0" y="72182"/>
                </a:lnTo>
                <a:lnTo>
                  <a:pt x="0" y="89492"/>
                </a:lnTo>
                <a:lnTo>
                  <a:pt x="0" y="106507"/>
                </a:lnTo>
                <a:lnTo>
                  <a:pt x="0" y="123229"/>
                </a:lnTo>
                <a:lnTo>
                  <a:pt x="0" y="139656"/>
                </a:lnTo>
                <a:lnTo>
                  <a:pt x="0" y="155790"/>
                </a:lnTo>
                <a:lnTo>
                  <a:pt x="0" y="171628"/>
                </a:lnTo>
                <a:lnTo>
                  <a:pt x="0" y="187173"/>
                </a:lnTo>
                <a:lnTo>
                  <a:pt x="0" y="202424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49"/>
          <p:cNvSpPr/>
          <p:nvPr/>
        </p:nvSpPr>
        <p:spPr>
          <a:xfrm>
            <a:off x="4173083" y="1021588"/>
            <a:ext cx="66313" cy="66313"/>
          </a:xfrm>
          <a:custGeom>
            <a:avLst/>
            <a:gdLst/>
            <a:ahLst/>
            <a:cxnLst/>
            <a:rect l="l" t="t" r="r" b="b"/>
            <a:pathLst>
              <a:path w="66313" h="66313">
                <a:moveTo>
                  <a:pt x="66313" y="0"/>
                </a:moveTo>
                <a:lnTo>
                  <a:pt x="33157" y="66313"/>
                </a:lnTo>
                <a:lnTo>
                  <a:pt x="0" y="0"/>
                </a:lnTo>
                <a:lnTo>
                  <a:pt x="66313" y="0"/>
                </a:lnTo>
                <a:close/>
              </a:path>
            </a:pathLst>
          </a:custGeom>
          <a:solidFill>
            <a:srgbClr val="6B7280"/>
          </a:solidFill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50"/>
          <p:cNvSpPr/>
          <p:nvPr/>
        </p:nvSpPr>
        <p:spPr>
          <a:xfrm>
            <a:off x="9250526" y="1947608"/>
            <a:ext cx="320194" cy="0"/>
          </a:xfrm>
          <a:custGeom>
            <a:avLst/>
            <a:gdLst/>
            <a:ahLst/>
            <a:cxnLst/>
            <a:rect l="l" t="t" r="r" b="b"/>
            <a:pathLst>
              <a:path w="320194" h="0">
                <a:moveTo>
                  <a:pt x="320194" y="0"/>
                </a:moveTo>
                <a:lnTo>
                  <a:pt x="291893" y="0"/>
                </a:lnTo>
                <a:lnTo>
                  <a:pt x="263886" y="0"/>
                </a:lnTo>
                <a:lnTo>
                  <a:pt x="236174" y="0"/>
                </a:lnTo>
                <a:lnTo>
                  <a:pt x="208755" y="0"/>
                </a:lnTo>
                <a:lnTo>
                  <a:pt x="181631" y="0"/>
                </a:lnTo>
                <a:lnTo>
                  <a:pt x="154801" y="0"/>
                </a:lnTo>
                <a:lnTo>
                  <a:pt x="128266" y="0"/>
                </a:lnTo>
                <a:lnTo>
                  <a:pt x="102024" y="0"/>
                </a:lnTo>
                <a:lnTo>
                  <a:pt x="76077" y="0"/>
                </a:lnTo>
                <a:lnTo>
                  <a:pt x="50424" y="0"/>
                </a:lnTo>
                <a:lnTo>
                  <a:pt x="25065" y="0"/>
                </a:ln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51"/>
          <p:cNvSpPr/>
          <p:nvPr/>
        </p:nvSpPr>
        <p:spPr>
          <a:xfrm>
            <a:off x="9250526" y="1914451"/>
            <a:ext cx="66313" cy="66313"/>
          </a:xfrm>
          <a:custGeom>
            <a:avLst/>
            <a:gdLst/>
            <a:ahLst/>
            <a:cxnLst/>
            <a:rect l="l" t="t" r="r" b="b"/>
            <a:pathLst>
              <a:path w="66313" h="66313">
                <a:moveTo>
                  <a:pt x="66313" y="66313"/>
                </a:moveTo>
                <a:lnTo>
                  <a:pt x="0" y="33157"/>
                </a:lnTo>
                <a:lnTo>
                  <a:pt x="66313" y="0"/>
                </a:lnTo>
                <a:lnTo>
                  <a:pt x="66313" y="66313"/>
                </a:lnTo>
                <a:close/>
              </a:path>
            </a:pathLst>
          </a:custGeom>
          <a:solidFill>
            <a:srgbClr val="6B7280"/>
          </a:solidFill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52"/>
          <p:cNvSpPr/>
          <p:nvPr/>
        </p:nvSpPr>
        <p:spPr>
          <a:xfrm>
            <a:off x="2560320" y="5301704"/>
            <a:ext cx="466497" cy="0"/>
          </a:xfrm>
          <a:custGeom>
            <a:avLst/>
            <a:gdLst/>
            <a:ahLst/>
            <a:cxnLst/>
            <a:rect l="l" t="t" r="r" b="b"/>
            <a:pathLst>
              <a:path w="466497" h="0">
                <a:moveTo>
                  <a:pt x="0" y="0"/>
                </a:moveTo>
                <a:lnTo>
                  <a:pt x="40493" y="0"/>
                </a:lnTo>
                <a:lnTo>
                  <a:pt x="80691" y="0"/>
                </a:lnTo>
                <a:lnTo>
                  <a:pt x="120596" y="0"/>
                </a:lnTo>
                <a:lnTo>
                  <a:pt x="160206" y="0"/>
                </a:lnTo>
                <a:lnTo>
                  <a:pt x="199522" y="0"/>
                </a:lnTo>
                <a:lnTo>
                  <a:pt x="238544" y="0"/>
                </a:lnTo>
                <a:lnTo>
                  <a:pt x="277272" y="0"/>
                </a:lnTo>
                <a:lnTo>
                  <a:pt x="315705" y="0"/>
                </a:lnTo>
                <a:lnTo>
                  <a:pt x="353845" y="0"/>
                </a:lnTo>
                <a:lnTo>
                  <a:pt x="391690" y="0"/>
                </a:lnTo>
                <a:lnTo>
                  <a:pt x="429240" y="0"/>
                </a:lnTo>
                <a:lnTo>
                  <a:pt x="466497" y="0"/>
                </a:lnTo>
              </a:path>
            </a:pathLst>
          </a:custGeom>
          <a:noFill/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53"/>
          <p:cNvSpPr/>
          <p:nvPr/>
        </p:nvSpPr>
        <p:spPr>
          <a:xfrm>
            <a:off x="2960505" y="5268548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54"/>
          <p:cNvSpPr/>
          <p:nvPr/>
        </p:nvSpPr>
        <p:spPr>
          <a:xfrm>
            <a:off x="1280160" y="4407278"/>
            <a:ext cx="0" cy="146522"/>
          </a:xfrm>
          <a:custGeom>
            <a:avLst/>
            <a:gdLst/>
            <a:ahLst/>
            <a:cxnLst/>
            <a:rect l="l" t="t" r="r" b="b"/>
            <a:pathLst>
              <a:path w="0" h="146522">
                <a:moveTo>
                  <a:pt x="0" y="0"/>
                </a:moveTo>
                <a:lnTo>
                  <a:pt x="0" y="13829"/>
                </a:lnTo>
                <a:lnTo>
                  <a:pt x="0" y="27363"/>
                </a:lnTo>
                <a:lnTo>
                  <a:pt x="0" y="40603"/>
                </a:lnTo>
                <a:lnTo>
                  <a:pt x="0" y="53548"/>
                </a:lnTo>
                <a:lnTo>
                  <a:pt x="0" y="66200"/>
                </a:lnTo>
                <a:lnTo>
                  <a:pt x="0" y="78557"/>
                </a:lnTo>
                <a:lnTo>
                  <a:pt x="0" y="90620"/>
                </a:lnTo>
                <a:lnTo>
                  <a:pt x="0" y="102389"/>
                </a:lnTo>
                <a:lnTo>
                  <a:pt x="0" y="113863"/>
                </a:lnTo>
                <a:lnTo>
                  <a:pt x="0" y="125044"/>
                </a:lnTo>
                <a:lnTo>
                  <a:pt x="0" y="135930"/>
                </a:lnTo>
                <a:lnTo>
                  <a:pt x="0" y="146522"/>
                </a:lnTo>
              </a:path>
            </a:pathLst>
          </a:custGeom>
          <a:noFill/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55"/>
          <p:cNvSpPr/>
          <p:nvPr/>
        </p:nvSpPr>
        <p:spPr>
          <a:xfrm>
            <a:off x="1247004" y="4487488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66312" y="0"/>
                </a:moveTo>
                <a:lnTo>
                  <a:pt x="33156" y="66312"/>
                </a:lnTo>
                <a:lnTo>
                  <a:pt x="0" y="0"/>
                </a:lnTo>
                <a:lnTo>
                  <a:pt x="66312" y="0"/>
                </a:lnTo>
                <a:close/>
              </a:path>
            </a:pathLst>
          </a:custGeom>
          <a:solidFill>
            <a:srgbClr val="6B7280"/>
          </a:solidFill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56"/>
          <p:cNvSpPr/>
          <p:nvPr/>
        </p:nvSpPr>
        <p:spPr>
          <a:xfrm>
            <a:off x="5669280" y="3261295"/>
            <a:ext cx="320193" cy="0"/>
          </a:xfrm>
          <a:custGeom>
            <a:avLst/>
            <a:gdLst/>
            <a:ahLst/>
            <a:cxnLst/>
            <a:rect l="l" t="t" r="r" b="b"/>
            <a:pathLst>
              <a:path w="320193" h="0">
                <a:moveTo>
                  <a:pt x="0" y="0"/>
                </a:moveTo>
                <a:lnTo>
                  <a:pt x="28301" y="0"/>
                </a:lnTo>
                <a:lnTo>
                  <a:pt x="56307" y="0"/>
                </a:lnTo>
                <a:lnTo>
                  <a:pt x="84020" y="0"/>
                </a:lnTo>
                <a:lnTo>
                  <a:pt x="111438" y="0"/>
                </a:lnTo>
                <a:lnTo>
                  <a:pt x="138562" y="0"/>
                </a:lnTo>
                <a:lnTo>
                  <a:pt x="165392" y="0"/>
                </a:lnTo>
                <a:lnTo>
                  <a:pt x="191928" y="0"/>
                </a:lnTo>
                <a:lnTo>
                  <a:pt x="218169" y="0"/>
                </a:lnTo>
                <a:lnTo>
                  <a:pt x="244116" y="0"/>
                </a:lnTo>
                <a:lnTo>
                  <a:pt x="269769" y="0"/>
                </a:lnTo>
                <a:lnTo>
                  <a:pt x="295128" y="0"/>
                </a:lnTo>
                <a:lnTo>
                  <a:pt x="320193" y="0"/>
                </a:lnTo>
              </a:path>
            </a:pathLst>
          </a:custGeom>
          <a:noFill/>
          <a:ln w="18946">
            <a:solidFill>
              <a:srgbClr val="B889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57"/>
          <p:cNvSpPr/>
          <p:nvPr/>
        </p:nvSpPr>
        <p:spPr>
          <a:xfrm>
            <a:off x="5923161" y="3228139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B8893E"/>
          </a:solidFill>
          <a:ln w="18946">
            <a:solidFill>
              <a:srgbClr val="B889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68" y="1807853"/>
            <a:ext cx="647950" cy="1285737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5" y="3189428"/>
            <a:ext cx="524255" cy="322619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9" y="3160266"/>
            <a:ext cx="524256" cy="380942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503" y="3209637"/>
            <a:ext cx="524255" cy="2822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527" y="3159311"/>
            <a:ext cx="524255" cy="382853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991" y="3669376"/>
            <a:ext cx="805521" cy="514295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6414" y="2909115"/>
            <a:ext cx="388770" cy="771442"/>
          </a:xfrm>
          <a:prstGeom prst="rect">
            <a:avLst/>
          </a:prstGeom>
        </p:spPr>
      </p:pic>
      <p:sp>
        <p:nvSpPr>
          <p:cNvPr id="66" name="Editable path 58"/>
          <p:cNvSpPr/>
          <p:nvPr/>
        </p:nvSpPr>
        <p:spPr>
          <a:xfrm>
            <a:off x="6936329" y="3262693"/>
            <a:ext cx="177703" cy="65469"/>
          </a:xfrm>
          <a:custGeom>
            <a:avLst/>
            <a:gdLst/>
            <a:ahLst/>
            <a:cxnLst/>
            <a:rect l="l" t="t" r="r" b="b"/>
            <a:pathLst>
              <a:path w="177703" h="65469">
                <a:moveTo>
                  <a:pt x="0" y="0"/>
                </a:moveTo>
                <a:lnTo>
                  <a:pt x="177703" y="65469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59"/>
          <p:cNvSpPr/>
          <p:nvPr/>
        </p:nvSpPr>
        <p:spPr>
          <a:xfrm>
            <a:off x="6936329" y="3141107"/>
            <a:ext cx="177703" cy="121586"/>
          </a:xfrm>
          <a:custGeom>
            <a:avLst/>
            <a:gdLst/>
            <a:ahLst/>
            <a:cxnLst/>
            <a:rect l="l" t="t" r="r" b="b"/>
            <a:pathLst>
              <a:path w="177703" h="121586">
                <a:moveTo>
                  <a:pt x="0" y="121586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60"/>
          <p:cNvSpPr/>
          <p:nvPr/>
        </p:nvSpPr>
        <p:spPr>
          <a:xfrm>
            <a:off x="6936329" y="2954052"/>
            <a:ext cx="177703" cy="308641"/>
          </a:xfrm>
          <a:custGeom>
            <a:avLst/>
            <a:gdLst/>
            <a:ahLst/>
            <a:cxnLst/>
            <a:rect l="l" t="t" r="r" b="b"/>
            <a:pathLst>
              <a:path w="177703" h="308641">
                <a:moveTo>
                  <a:pt x="0" y="308641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61"/>
          <p:cNvSpPr/>
          <p:nvPr/>
        </p:nvSpPr>
        <p:spPr>
          <a:xfrm>
            <a:off x="6936329" y="3019521"/>
            <a:ext cx="177703" cy="308641"/>
          </a:xfrm>
          <a:custGeom>
            <a:avLst/>
            <a:gdLst/>
            <a:ahLst/>
            <a:cxnLst/>
            <a:rect l="l" t="t" r="r" b="b"/>
            <a:pathLst>
              <a:path w="177703" h="308641">
                <a:moveTo>
                  <a:pt x="0" y="0"/>
                </a:moveTo>
                <a:lnTo>
                  <a:pt x="177703" y="308641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62"/>
          <p:cNvSpPr/>
          <p:nvPr/>
        </p:nvSpPr>
        <p:spPr>
          <a:xfrm>
            <a:off x="6936329" y="3019521"/>
            <a:ext cx="177703" cy="121586"/>
          </a:xfrm>
          <a:custGeom>
            <a:avLst/>
            <a:gdLst/>
            <a:ahLst/>
            <a:cxnLst/>
            <a:rect l="l" t="t" r="r" b="b"/>
            <a:pathLst>
              <a:path w="177703" h="121586">
                <a:moveTo>
                  <a:pt x="0" y="0"/>
                </a:moveTo>
                <a:lnTo>
                  <a:pt x="177703" y="121586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63"/>
          <p:cNvSpPr/>
          <p:nvPr/>
        </p:nvSpPr>
        <p:spPr>
          <a:xfrm>
            <a:off x="6936329" y="2954052"/>
            <a:ext cx="177703" cy="65469"/>
          </a:xfrm>
          <a:custGeom>
            <a:avLst/>
            <a:gdLst/>
            <a:ahLst/>
            <a:cxnLst/>
            <a:rect l="l" t="t" r="r" b="b"/>
            <a:pathLst>
              <a:path w="177703" h="65469">
                <a:moveTo>
                  <a:pt x="0" y="65469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64"/>
          <p:cNvSpPr/>
          <p:nvPr/>
        </p:nvSpPr>
        <p:spPr>
          <a:xfrm>
            <a:off x="7114032" y="3262693"/>
            <a:ext cx="177702" cy="65469"/>
          </a:xfrm>
          <a:custGeom>
            <a:avLst/>
            <a:gdLst/>
            <a:ahLst/>
            <a:cxnLst/>
            <a:rect l="l" t="t" r="r" b="b"/>
            <a:pathLst>
              <a:path w="177702" h="65469">
                <a:moveTo>
                  <a:pt x="0" y="65469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65"/>
          <p:cNvSpPr/>
          <p:nvPr/>
        </p:nvSpPr>
        <p:spPr>
          <a:xfrm>
            <a:off x="7114032" y="3019521"/>
            <a:ext cx="177702" cy="308641"/>
          </a:xfrm>
          <a:custGeom>
            <a:avLst/>
            <a:gdLst/>
            <a:ahLst/>
            <a:cxnLst/>
            <a:rect l="l" t="t" r="r" b="b"/>
            <a:pathLst>
              <a:path w="177702" h="308641">
                <a:moveTo>
                  <a:pt x="0" y="308641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66"/>
          <p:cNvSpPr/>
          <p:nvPr/>
        </p:nvSpPr>
        <p:spPr>
          <a:xfrm>
            <a:off x="7114032" y="3141107"/>
            <a:ext cx="177702" cy="121586"/>
          </a:xfrm>
          <a:custGeom>
            <a:avLst/>
            <a:gdLst/>
            <a:ahLst/>
            <a:cxnLst/>
            <a:rect l="l" t="t" r="r" b="b"/>
            <a:pathLst>
              <a:path w="177702" h="121586">
                <a:moveTo>
                  <a:pt x="0" y="0"/>
                </a:moveTo>
                <a:lnTo>
                  <a:pt x="177702" y="121586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67"/>
          <p:cNvSpPr/>
          <p:nvPr/>
        </p:nvSpPr>
        <p:spPr>
          <a:xfrm>
            <a:off x="7114032" y="3019521"/>
            <a:ext cx="177702" cy="121586"/>
          </a:xfrm>
          <a:custGeom>
            <a:avLst/>
            <a:gdLst/>
            <a:ahLst/>
            <a:cxnLst/>
            <a:rect l="l" t="t" r="r" b="b"/>
            <a:pathLst>
              <a:path w="177702" h="121586">
                <a:moveTo>
                  <a:pt x="0" y="121586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68"/>
          <p:cNvSpPr/>
          <p:nvPr/>
        </p:nvSpPr>
        <p:spPr>
          <a:xfrm>
            <a:off x="7114032" y="2954052"/>
            <a:ext cx="177702" cy="308641"/>
          </a:xfrm>
          <a:custGeom>
            <a:avLst/>
            <a:gdLst/>
            <a:ahLst/>
            <a:cxnLst/>
            <a:rect l="l" t="t" r="r" b="b"/>
            <a:pathLst>
              <a:path w="177702" h="308641">
                <a:moveTo>
                  <a:pt x="0" y="0"/>
                </a:moveTo>
                <a:lnTo>
                  <a:pt x="177702" y="308641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69"/>
          <p:cNvSpPr/>
          <p:nvPr/>
        </p:nvSpPr>
        <p:spPr>
          <a:xfrm>
            <a:off x="7114032" y="2954052"/>
            <a:ext cx="177702" cy="65469"/>
          </a:xfrm>
          <a:custGeom>
            <a:avLst/>
            <a:gdLst/>
            <a:ahLst/>
            <a:cxnLst/>
            <a:rect l="l" t="t" r="r" b="b"/>
            <a:pathLst>
              <a:path w="177702" h="65469">
                <a:moveTo>
                  <a:pt x="0" y="0"/>
                </a:moveTo>
                <a:lnTo>
                  <a:pt x="177702" y="65469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70"/>
          <p:cNvSpPr/>
          <p:nvPr/>
        </p:nvSpPr>
        <p:spPr>
          <a:xfrm>
            <a:off x="6913882" y="3240246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1" y="43699"/>
                </a:lnTo>
                <a:lnTo>
                  <a:pt x="31037" y="43185"/>
                </a:lnTo>
                <a:lnTo>
                  <a:pt x="32367" y="42582"/>
                </a:lnTo>
                <a:lnTo>
                  <a:pt x="33656" y="41894"/>
                </a:lnTo>
                <a:lnTo>
                  <a:pt x="34901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8" y="36095"/>
                </a:lnTo>
                <a:lnTo>
                  <a:pt x="41122" y="34900"/>
                </a:lnTo>
                <a:lnTo>
                  <a:pt x="41895" y="33656"/>
                </a:lnTo>
                <a:lnTo>
                  <a:pt x="42583" y="32367"/>
                </a:lnTo>
                <a:lnTo>
                  <a:pt x="43185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5" y="13857"/>
                </a:lnTo>
                <a:lnTo>
                  <a:pt x="42583" y="12527"/>
                </a:lnTo>
                <a:lnTo>
                  <a:pt x="41895" y="11238"/>
                </a:lnTo>
                <a:lnTo>
                  <a:pt x="41122" y="9993"/>
                </a:lnTo>
                <a:lnTo>
                  <a:pt x="40268" y="8799"/>
                </a:lnTo>
                <a:lnTo>
                  <a:pt x="39333" y="7658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1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1" y="1194"/>
                </a:lnTo>
                <a:lnTo>
                  <a:pt x="28272" y="769"/>
                </a:lnTo>
                <a:lnTo>
                  <a:pt x="26846" y="436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5" y="49"/>
                </a:lnTo>
                <a:lnTo>
                  <a:pt x="19497" y="195"/>
                </a:lnTo>
                <a:lnTo>
                  <a:pt x="18047" y="436"/>
                </a:lnTo>
                <a:lnTo>
                  <a:pt x="16622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8" y="2999"/>
                </a:lnTo>
                <a:lnTo>
                  <a:pt x="9993" y="3772"/>
                </a:lnTo>
                <a:lnTo>
                  <a:pt x="8799" y="4626"/>
                </a:lnTo>
                <a:lnTo>
                  <a:pt x="7658" y="5561"/>
                </a:lnTo>
                <a:lnTo>
                  <a:pt x="6575" y="6575"/>
                </a:lnTo>
                <a:lnTo>
                  <a:pt x="5561" y="7658"/>
                </a:lnTo>
                <a:lnTo>
                  <a:pt x="4626" y="8799"/>
                </a:lnTo>
                <a:lnTo>
                  <a:pt x="3772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2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5" y="38319"/>
                </a:lnTo>
                <a:lnTo>
                  <a:pt x="7658" y="39333"/>
                </a:lnTo>
                <a:lnTo>
                  <a:pt x="8799" y="40268"/>
                </a:lnTo>
                <a:lnTo>
                  <a:pt x="9993" y="41122"/>
                </a:lnTo>
                <a:lnTo>
                  <a:pt x="11238" y="41894"/>
                </a:lnTo>
                <a:lnTo>
                  <a:pt x="12527" y="42582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2" y="44124"/>
                </a:lnTo>
                <a:lnTo>
                  <a:pt x="18047" y="44458"/>
                </a:lnTo>
                <a:lnTo>
                  <a:pt x="19497" y="44699"/>
                </a:lnTo>
                <a:lnTo>
                  <a:pt x="20965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71"/>
          <p:cNvSpPr/>
          <p:nvPr/>
        </p:nvSpPr>
        <p:spPr>
          <a:xfrm>
            <a:off x="6913882" y="2997074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1" y="43699"/>
                </a:lnTo>
                <a:lnTo>
                  <a:pt x="31037" y="43185"/>
                </a:lnTo>
                <a:lnTo>
                  <a:pt x="32367" y="42583"/>
                </a:lnTo>
                <a:lnTo>
                  <a:pt x="33656" y="41894"/>
                </a:lnTo>
                <a:lnTo>
                  <a:pt x="34901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8" y="36095"/>
                </a:lnTo>
                <a:lnTo>
                  <a:pt x="41122" y="34900"/>
                </a:lnTo>
                <a:lnTo>
                  <a:pt x="41895" y="33656"/>
                </a:lnTo>
                <a:lnTo>
                  <a:pt x="42583" y="32367"/>
                </a:lnTo>
                <a:lnTo>
                  <a:pt x="43185" y="31037"/>
                </a:lnTo>
                <a:lnTo>
                  <a:pt x="43699" y="29671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5" y="13857"/>
                </a:lnTo>
                <a:lnTo>
                  <a:pt x="42583" y="12527"/>
                </a:lnTo>
                <a:lnTo>
                  <a:pt x="41895" y="11238"/>
                </a:lnTo>
                <a:lnTo>
                  <a:pt x="41122" y="9993"/>
                </a:lnTo>
                <a:lnTo>
                  <a:pt x="40268" y="8798"/>
                </a:lnTo>
                <a:lnTo>
                  <a:pt x="39333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1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1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5" y="49"/>
                </a:lnTo>
                <a:lnTo>
                  <a:pt x="19497" y="195"/>
                </a:lnTo>
                <a:lnTo>
                  <a:pt x="18047" y="435"/>
                </a:lnTo>
                <a:lnTo>
                  <a:pt x="16622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8" y="2999"/>
                </a:lnTo>
                <a:lnTo>
                  <a:pt x="9993" y="3772"/>
                </a:lnTo>
                <a:lnTo>
                  <a:pt x="8799" y="4626"/>
                </a:lnTo>
                <a:lnTo>
                  <a:pt x="7658" y="5561"/>
                </a:lnTo>
                <a:lnTo>
                  <a:pt x="6575" y="6575"/>
                </a:lnTo>
                <a:lnTo>
                  <a:pt x="5561" y="7657"/>
                </a:lnTo>
                <a:lnTo>
                  <a:pt x="4626" y="8798"/>
                </a:lnTo>
                <a:lnTo>
                  <a:pt x="3772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1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2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5" y="38319"/>
                </a:lnTo>
                <a:lnTo>
                  <a:pt x="7658" y="39333"/>
                </a:lnTo>
                <a:lnTo>
                  <a:pt x="8799" y="40268"/>
                </a:lnTo>
                <a:lnTo>
                  <a:pt x="9993" y="41122"/>
                </a:lnTo>
                <a:lnTo>
                  <a:pt x="11238" y="41894"/>
                </a:lnTo>
                <a:lnTo>
                  <a:pt x="12527" y="42583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2" y="44124"/>
                </a:lnTo>
                <a:lnTo>
                  <a:pt x="18047" y="44458"/>
                </a:lnTo>
                <a:lnTo>
                  <a:pt x="19497" y="44699"/>
                </a:lnTo>
                <a:lnTo>
                  <a:pt x="20965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72"/>
          <p:cNvSpPr/>
          <p:nvPr/>
        </p:nvSpPr>
        <p:spPr>
          <a:xfrm>
            <a:off x="7091585" y="3305716"/>
            <a:ext cx="44893" cy="44893"/>
          </a:xfrm>
          <a:custGeom>
            <a:avLst/>
            <a:gdLst/>
            <a:ahLst/>
            <a:cxnLst/>
            <a:rect l="l" t="t" r="r" b="b"/>
            <a:pathLst>
              <a:path w="44893" h="44893">
                <a:moveTo>
                  <a:pt x="22447" y="44893"/>
                </a:moveTo>
                <a:lnTo>
                  <a:pt x="23929" y="44844"/>
                </a:lnTo>
                <a:lnTo>
                  <a:pt x="25397" y="44698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7" y="43184"/>
                </a:lnTo>
                <a:lnTo>
                  <a:pt x="32367" y="42582"/>
                </a:lnTo>
                <a:lnTo>
                  <a:pt x="33656" y="41894"/>
                </a:lnTo>
                <a:lnTo>
                  <a:pt x="34900" y="41121"/>
                </a:lnTo>
                <a:lnTo>
                  <a:pt x="36095" y="40267"/>
                </a:lnTo>
                <a:lnTo>
                  <a:pt x="37236" y="39332"/>
                </a:lnTo>
                <a:lnTo>
                  <a:pt x="38319" y="38318"/>
                </a:lnTo>
                <a:lnTo>
                  <a:pt x="39333" y="37236"/>
                </a:lnTo>
                <a:lnTo>
                  <a:pt x="40267" y="36094"/>
                </a:lnTo>
                <a:lnTo>
                  <a:pt x="41122" y="34900"/>
                </a:lnTo>
                <a:lnTo>
                  <a:pt x="41894" y="33655"/>
                </a:lnTo>
                <a:lnTo>
                  <a:pt x="42582" y="32366"/>
                </a:lnTo>
                <a:lnTo>
                  <a:pt x="43184" y="31036"/>
                </a:lnTo>
                <a:lnTo>
                  <a:pt x="43699" y="29670"/>
                </a:lnTo>
                <a:lnTo>
                  <a:pt x="44124" y="28271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6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6"/>
                </a:lnTo>
                <a:lnTo>
                  <a:pt x="42582" y="12526"/>
                </a:lnTo>
                <a:lnTo>
                  <a:pt x="41894" y="11237"/>
                </a:lnTo>
                <a:lnTo>
                  <a:pt x="41122" y="9993"/>
                </a:lnTo>
                <a:lnTo>
                  <a:pt x="40267" y="8798"/>
                </a:lnTo>
                <a:lnTo>
                  <a:pt x="39333" y="7657"/>
                </a:lnTo>
                <a:lnTo>
                  <a:pt x="38319" y="6574"/>
                </a:lnTo>
                <a:lnTo>
                  <a:pt x="37236" y="5560"/>
                </a:lnTo>
                <a:lnTo>
                  <a:pt x="36095" y="4625"/>
                </a:lnTo>
                <a:lnTo>
                  <a:pt x="34900" y="3771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8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4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4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8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1"/>
                </a:lnTo>
                <a:lnTo>
                  <a:pt x="8798" y="4625"/>
                </a:lnTo>
                <a:lnTo>
                  <a:pt x="7657" y="5560"/>
                </a:lnTo>
                <a:lnTo>
                  <a:pt x="6574" y="6574"/>
                </a:lnTo>
                <a:lnTo>
                  <a:pt x="5561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7"/>
                </a:lnTo>
                <a:lnTo>
                  <a:pt x="2311" y="12526"/>
                </a:lnTo>
                <a:lnTo>
                  <a:pt x="1709" y="13856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6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1"/>
                </a:lnTo>
                <a:lnTo>
                  <a:pt x="1194" y="29670"/>
                </a:lnTo>
                <a:lnTo>
                  <a:pt x="1709" y="31036"/>
                </a:lnTo>
                <a:lnTo>
                  <a:pt x="2311" y="32366"/>
                </a:lnTo>
                <a:lnTo>
                  <a:pt x="2999" y="33655"/>
                </a:lnTo>
                <a:lnTo>
                  <a:pt x="3771" y="34900"/>
                </a:lnTo>
                <a:lnTo>
                  <a:pt x="4626" y="36094"/>
                </a:lnTo>
                <a:lnTo>
                  <a:pt x="5561" y="37236"/>
                </a:lnTo>
                <a:lnTo>
                  <a:pt x="6574" y="38318"/>
                </a:lnTo>
                <a:lnTo>
                  <a:pt x="7657" y="39332"/>
                </a:lnTo>
                <a:lnTo>
                  <a:pt x="8798" y="40267"/>
                </a:lnTo>
                <a:lnTo>
                  <a:pt x="9993" y="41121"/>
                </a:lnTo>
                <a:lnTo>
                  <a:pt x="11237" y="41894"/>
                </a:lnTo>
                <a:lnTo>
                  <a:pt x="12527" y="42582"/>
                </a:lnTo>
                <a:lnTo>
                  <a:pt x="13857" y="43184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8"/>
                </a:lnTo>
                <a:lnTo>
                  <a:pt x="20964" y="44844"/>
                </a:lnTo>
                <a:lnTo>
                  <a:pt x="22447" y="44893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73"/>
          <p:cNvSpPr/>
          <p:nvPr/>
        </p:nvSpPr>
        <p:spPr>
          <a:xfrm>
            <a:off x="7091585" y="3118660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7" y="43185"/>
                </a:lnTo>
                <a:lnTo>
                  <a:pt x="32367" y="42583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7" y="8799"/>
                </a:lnTo>
                <a:lnTo>
                  <a:pt x="39333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1" y="7657"/>
                </a:lnTo>
                <a:lnTo>
                  <a:pt x="4626" y="8799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7" y="42583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74"/>
          <p:cNvSpPr/>
          <p:nvPr/>
        </p:nvSpPr>
        <p:spPr>
          <a:xfrm>
            <a:off x="7091585" y="2931605"/>
            <a:ext cx="44893" cy="44893"/>
          </a:xfrm>
          <a:custGeom>
            <a:avLst/>
            <a:gdLst/>
            <a:ahLst/>
            <a:cxnLst/>
            <a:rect l="l" t="t" r="r" b="b"/>
            <a:pathLst>
              <a:path w="44893" h="44893">
                <a:moveTo>
                  <a:pt x="22447" y="44893"/>
                </a:moveTo>
                <a:lnTo>
                  <a:pt x="23929" y="44844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7" y="43184"/>
                </a:lnTo>
                <a:lnTo>
                  <a:pt x="32367" y="42582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7"/>
                </a:lnTo>
                <a:lnTo>
                  <a:pt x="37236" y="39332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6"/>
                </a:lnTo>
                <a:lnTo>
                  <a:pt x="43184" y="31036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7"/>
                </a:lnTo>
                <a:lnTo>
                  <a:pt x="41122" y="9993"/>
                </a:lnTo>
                <a:lnTo>
                  <a:pt x="40267" y="8798"/>
                </a:lnTo>
                <a:lnTo>
                  <a:pt x="39333" y="7657"/>
                </a:lnTo>
                <a:lnTo>
                  <a:pt x="38319" y="6574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1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4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4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1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4"/>
                </a:lnTo>
                <a:lnTo>
                  <a:pt x="5561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7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6"/>
                </a:lnTo>
                <a:lnTo>
                  <a:pt x="2311" y="32366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4" y="38319"/>
                </a:lnTo>
                <a:lnTo>
                  <a:pt x="7657" y="39332"/>
                </a:lnTo>
                <a:lnTo>
                  <a:pt x="8798" y="40267"/>
                </a:lnTo>
                <a:lnTo>
                  <a:pt x="9993" y="41122"/>
                </a:lnTo>
                <a:lnTo>
                  <a:pt x="11237" y="41894"/>
                </a:lnTo>
                <a:lnTo>
                  <a:pt x="12527" y="42582"/>
                </a:lnTo>
                <a:lnTo>
                  <a:pt x="13857" y="43184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4"/>
                </a:lnTo>
                <a:lnTo>
                  <a:pt x="22447" y="44893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75"/>
          <p:cNvSpPr/>
          <p:nvPr/>
        </p:nvSpPr>
        <p:spPr>
          <a:xfrm>
            <a:off x="7269288" y="3240246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1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2"/>
                </a:lnTo>
                <a:lnTo>
                  <a:pt x="33655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7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7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7" y="8799"/>
                </a:lnTo>
                <a:lnTo>
                  <a:pt x="39332" y="7658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5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1" y="769"/>
                </a:lnTo>
                <a:lnTo>
                  <a:pt x="26846" y="436"/>
                </a:lnTo>
                <a:lnTo>
                  <a:pt x="25397" y="195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6"/>
                </a:lnTo>
                <a:lnTo>
                  <a:pt x="16621" y="769"/>
                </a:lnTo>
                <a:lnTo>
                  <a:pt x="15222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8"/>
                </a:lnTo>
                <a:lnTo>
                  <a:pt x="4625" y="8799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8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8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5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6" y="42582"/>
                </a:lnTo>
                <a:lnTo>
                  <a:pt x="13856" y="43185"/>
                </a:lnTo>
                <a:lnTo>
                  <a:pt x="15222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76"/>
          <p:cNvSpPr/>
          <p:nvPr/>
        </p:nvSpPr>
        <p:spPr>
          <a:xfrm>
            <a:off x="7269288" y="2997074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1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3"/>
                </a:lnTo>
                <a:lnTo>
                  <a:pt x="33655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1"/>
                </a:lnTo>
                <a:lnTo>
                  <a:pt x="44124" y="28272"/>
                </a:lnTo>
                <a:lnTo>
                  <a:pt x="44457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7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7" y="8798"/>
                </a:lnTo>
                <a:lnTo>
                  <a:pt x="39332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5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1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2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7"/>
                </a:lnTo>
                <a:lnTo>
                  <a:pt x="4625" y="8798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8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1"/>
                </a:lnTo>
                <a:lnTo>
                  <a:pt x="1708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5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6" y="42583"/>
                </a:lnTo>
                <a:lnTo>
                  <a:pt x="13856" y="43185"/>
                </a:lnTo>
                <a:lnTo>
                  <a:pt x="15222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4172" y="2909115"/>
            <a:ext cx="378246" cy="771442"/>
          </a:xfrm>
          <a:prstGeom prst="rect">
            <a:avLst/>
          </a:prstGeom>
        </p:spPr>
      </p:pic>
      <p:sp>
        <p:nvSpPr>
          <p:cNvPr id="86" name="Editable path 77"/>
          <p:cNvSpPr/>
          <p:nvPr/>
        </p:nvSpPr>
        <p:spPr>
          <a:xfrm>
            <a:off x="8618825" y="3262693"/>
            <a:ext cx="177702" cy="65469"/>
          </a:xfrm>
          <a:custGeom>
            <a:avLst/>
            <a:gdLst/>
            <a:ahLst/>
            <a:cxnLst/>
            <a:rect l="l" t="t" r="r" b="b"/>
            <a:pathLst>
              <a:path w="177702" h="65469">
                <a:moveTo>
                  <a:pt x="0" y="0"/>
                </a:moveTo>
                <a:lnTo>
                  <a:pt x="177702" y="65469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78"/>
          <p:cNvSpPr/>
          <p:nvPr/>
        </p:nvSpPr>
        <p:spPr>
          <a:xfrm>
            <a:off x="8618825" y="3141107"/>
            <a:ext cx="177702" cy="121586"/>
          </a:xfrm>
          <a:custGeom>
            <a:avLst/>
            <a:gdLst/>
            <a:ahLst/>
            <a:cxnLst/>
            <a:rect l="l" t="t" r="r" b="b"/>
            <a:pathLst>
              <a:path w="177702" h="121586">
                <a:moveTo>
                  <a:pt x="0" y="121586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79"/>
          <p:cNvSpPr/>
          <p:nvPr/>
        </p:nvSpPr>
        <p:spPr>
          <a:xfrm>
            <a:off x="8618825" y="2954052"/>
            <a:ext cx="177702" cy="308641"/>
          </a:xfrm>
          <a:custGeom>
            <a:avLst/>
            <a:gdLst/>
            <a:ahLst/>
            <a:cxnLst/>
            <a:rect l="l" t="t" r="r" b="b"/>
            <a:pathLst>
              <a:path w="177702" h="308641">
                <a:moveTo>
                  <a:pt x="0" y="308641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80"/>
          <p:cNvSpPr/>
          <p:nvPr/>
        </p:nvSpPr>
        <p:spPr>
          <a:xfrm>
            <a:off x="8618825" y="3019521"/>
            <a:ext cx="177702" cy="308641"/>
          </a:xfrm>
          <a:custGeom>
            <a:avLst/>
            <a:gdLst/>
            <a:ahLst/>
            <a:cxnLst/>
            <a:rect l="l" t="t" r="r" b="b"/>
            <a:pathLst>
              <a:path w="177702" h="308641">
                <a:moveTo>
                  <a:pt x="0" y="0"/>
                </a:moveTo>
                <a:lnTo>
                  <a:pt x="177702" y="308641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81"/>
          <p:cNvSpPr/>
          <p:nvPr/>
        </p:nvSpPr>
        <p:spPr>
          <a:xfrm>
            <a:off x="8618825" y="3019521"/>
            <a:ext cx="177702" cy="121586"/>
          </a:xfrm>
          <a:custGeom>
            <a:avLst/>
            <a:gdLst/>
            <a:ahLst/>
            <a:cxnLst/>
            <a:rect l="l" t="t" r="r" b="b"/>
            <a:pathLst>
              <a:path w="177702" h="121586">
                <a:moveTo>
                  <a:pt x="0" y="0"/>
                </a:moveTo>
                <a:lnTo>
                  <a:pt x="177702" y="121586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82"/>
          <p:cNvSpPr/>
          <p:nvPr/>
        </p:nvSpPr>
        <p:spPr>
          <a:xfrm>
            <a:off x="8618825" y="2954052"/>
            <a:ext cx="177702" cy="65469"/>
          </a:xfrm>
          <a:custGeom>
            <a:avLst/>
            <a:gdLst/>
            <a:ahLst/>
            <a:cxnLst/>
            <a:rect l="l" t="t" r="r" b="b"/>
            <a:pathLst>
              <a:path w="177702" h="65469">
                <a:moveTo>
                  <a:pt x="0" y="65469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83"/>
          <p:cNvSpPr/>
          <p:nvPr/>
        </p:nvSpPr>
        <p:spPr>
          <a:xfrm>
            <a:off x="8796527" y="3262693"/>
            <a:ext cx="177703" cy="65469"/>
          </a:xfrm>
          <a:custGeom>
            <a:avLst/>
            <a:gdLst/>
            <a:ahLst/>
            <a:cxnLst/>
            <a:rect l="l" t="t" r="r" b="b"/>
            <a:pathLst>
              <a:path w="177703" h="65469">
                <a:moveTo>
                  <a:pt x="0" y="65469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path 84"/>
          <p:cNvSpPr/>
          <p:nvPr/>
        </p:nvSpPr>
        <p:spPr>
          <a:xfrm>
            <a:off x="8796527" y="3019521"/>
            <a:ext cx="177703" cy="308641"/>
          </a:xfrm>
          <a:custGeom>
            <a:avLst/>
            <a:gdLst/>
            <a:ahLst/>
            <a:cxnLst/>
            <a:rect l="l" t="t" r="r" b="b"/>
            <a:pathLst>
              <a:path w="177703" h="308641">
                <a:moveTo>
                  <a:pt x="0" y="308641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path 85"/>
          <p:cNvSpPr/>
          <p:nvPr/>
        </p:nvSpPr>
        <p:spPr>
          <a:xfrm>
            <a:off x="8796527" y="3141107"/>
            <a:ext cx="177703" cy="121586"/>
          </a:xfrm>
          <a:custGeom>
            <a:avLst/>
            <a:gdLst/>
            <a:ahLst/>
            <a:cxnLst/>
            <a:rect l="l" t="t" r="r" b="b"/>
            <a:pathLst>
              <a:path w="177703" h="121586">
                <a:moveTo>
                  <a:pt x="0" y="0"/>
                </a:moveTo>
                <a:lnTo>
                  <a:pt x="177703" y="121586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86"/>
          <p:cNvSpPr/>
          <p:nvPr/>
        </p:nvSpPr>
        <p:spPr>
          <a:xfrm>
            <a:off x="8796527" y="3019521"/>
            <a:ext cx="177703" cy="121586"/>
          </a:xfrm>
          <a:custGeom>
            <a:avLst/>
            <a:gdLst/>
            <a:ahLst/>
            <a:cxnLst/>
            <a:rect l="l" t="t" r="r" b="b"/>
            <a:pathLst>
              <a:path w="177703" h="121586">
                <a:moveTo>
                  <a:pt x="0" y="121586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path 87"/>
          <p:cNvSpPr/>
          <p:nvPr/>
        </p:nvSpPr>
        <p:spPr>
          <a:xfrm>
            <a:off x="8796527" y="2954052"/>
            <a:ext cx="177703" cy="308641"/>
          </a:xfrm>
          <a:custGeom>
            <a:avLst/>
            <a:gdLst/>
            <a:ahLst/>
            <a:cxnLst/>
            <a:rect l="l" t="t" r="r" b="b"/>
            <a:pathLst>
              <a:path w="177703" h="308641">
                <a:moveTo>
                  <a:pt x="0" y="0"/>
                </a:moveTo>
                <a:lnTo>
                  <a:pt x="177703" y="308641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path 88"/>
          <p:cNvSpPr/>
          <p:nvPr/>
        </p:nvSpPr>
        <p:spPr>
          <a:xfrm>
            <a:off x="8796527" y="2954052"/>
            <a:ext cx="177703" cy="65469"/>
          </a:xfrm>
          <a:custGeom>
            <a:avLst/>
            <a:gdLst/>
            <a:ahLst/>
            <a:cxnLst/>
            <a:rect l="l" t="t" r="r" b="b"/>
            <a:pathLst>
              <a:path w="177703" h="65469">
                <a:moveTo>
                  <a:pt x="0" y="0"/>
                </a:moveTo>
                <a:lnTo>
                  <a:pt x="177703" y="65469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path 89"/>
          <p:cNvSpPr/>
          <p:nvPr/>
        </p:nvSpPr>
        <p:spPr>
          <a:xfrm>
            <a:off x="8596378" y="3240246"/>
            <a:ext cx="44894" cy="44894"/>
          </a:xfrm>
          <a:custGeom>
            <a:avLst/>
            <a:gdLst/>
            <a:ahLst/>
            <a:cxnLst/>
            <a:rect l="l" t="t" r="r" b="b"/>
            <a:pathLst>
              <a:path w="44894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1" y="43699"/>
                </a:lnTo>
                <a:lnTo>
                  <a:pt x="31037" y="43185"/>
                </a:lnTo>
                <a:lnTo>
                  <a:pt x="32367" y="42582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8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3" y="32367"/>
                </a:lnTo>
                <a:lnTo>
                  <a:pt x="43185" y="31037"/>
                </a:lnTo>
                <a:lnTo>
                  <a:pt x="43699" y="29670"/>
                </a:lnTo>
                <a:lnTo>
                  <a:pt x="44125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5" y="23929"/>
                </a:lnTo>
                <a:lnTo>
                  <a:pt x="44894" y="22447"/>
                </a:lnTo>
                <a:lnTo>
                  <a:pt x="44845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5" y="16621"/>
                </a:lnTo>
                <a:lnTo>
                  <a:pt x="43699" y="15223"/>
                </a:lnTo>
                <a:lnTo>
                  <a:pt x="43185" y="13857"/>
                </a:lnTo>
                <a:lnTo>
                  <a:pt x="42583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8" y="8799"/>
                </a:lnTo>
                <a:lnTo>
                  <a:pt x="39333" y="7658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1" y="1194"/>
                </a:lnTo>
                <a:lnTo>
                  <a:pt x="28272" y="769"/>
                </a:lnTo>
                <a:lnTo>
                  <a:pt x="26846" y="436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6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1" y="7658"/>
                </a:lnTo>
                <a:lnTo>
                  <a:pt x="4626" y="8799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7" y="42582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90"/>
          <p:cNvSpPr/>
          <p:nvPr/>
        </p:nvSpPr>
        <p:spPr>
          <a:xfrm>
            <a:off x="8596378" y="2997074"/>
            <a:ext cx="44894" cy="44894"/>
          </a:xfrm>
          <a:custGeom>
            <a:avLst/>
            <a:gdLst/>
            <a:ahLst/>
            <a:cxnLst/>
            <a:rect l="l" t="t" r="r" b="b"/>
            <a:pathLst>
              <a:path w="44894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1" y="43699"/>
                </a:lnTo>
                <a:lnTo>
                  <a:pt x="31037" y="43185"/>
                </a:lnTo>
                <a:lnTo>
                  <a:pt x="32367" y="42583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8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3" y="32367"/>
                </a:lnTo>
                <a:lnTo>
                  <a:pt x="43185" y="31037"/>
                </a:lnTo>
                <a:lnTo>
                  <a:pt x="43699" y="29671"/>
                </a:lnTo>
                <a:lnTo>
                  <a:pt x="44125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5" y="23929"/>
                </a:lnTo>
                <a:lnTo>
                  <a:pt x="44894" y="22447"/>
                </a:lnTo>
                <a:lnTo>
                  <a:pt x="44845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5" y="16621"/>
                </a:lnTo>
                <a:lnTo>
                  <a:pt x="43699" y="15223"/>
                </a:lnTo>
                <a:lnTo>
                  <a:pt x="43185" y="13857"/>
                </a:lnTo>
                <a:lnTo>
                  <a:pt x="42583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8" y="8798"/>
                </a:lnTo>
                <a:lnTo>
                  <a:pt x="39333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1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1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2"/>
                </a:lnTo>
                <a:lnTo>
                  <a:pt x="1194" y="29671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7" y="42583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91"/>
          <p:cNvSpPr/>
          <p:nvPr/>
        </p:nvSpPr>
        <p:spPr>
          <a:xfrm>
            <a:off x="8774081" y="3305716"/>
            <a:ext cx="44893" cy="44893"/>
          </a:xfrm>
          <a:custGeom>
            <a:avLst/>
            <a:gdLst/>
            <a:ahLst/>
            <a:cxnLst/>
            <a:rect l="l" t="t" r="r" b="b"/>
            <a:pathLst>
              <a:path w="44893" h="44893">
                <a:moveTo>
                  <a:pt x="22446" y="44893"/>
                </a:moveTo>
                <a:lnTo>
                  <a:pt x="23929" y="44844"/>
                </a:lnTo>
                <a:lnTo>
                  <a:pt x="25397" y="44698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6" y="43184"/>
                </a:lnTo>
                <a:lnTo>
                  <a:pt x="32366" y="42582"/>
                </a:lnTo>
                <a:lnTo>
                  <a:pt x="33656" y="41894"/>
                </a:lnTo>
                <a:lnTo>
                  <a:pt x="34900" y="41121"/>
                </a:lnTo>
                <a:lnTo>
                  <a:pt x="36095" y="40267"/>
                </a:lnTo>
                <a:lnTo>
                  <a:pt x="37236" y="39332"/>
                </a:lnTo>
                <a:lnTo>
                  <a:pt x="38319" y="38318"/>
                </a:lnTo>
                <a:lnTo>
                  <a:pt x="39332" y="37236"/>
                </a:lnTo>
                <a:lnTo>
                  <a:pt x="40267" y="36094"/>
                </a:lnTo>
                <a:lnTo>
                  <a:pt x="41122" y="34900"/>
                </a:lnTo>
                <a:lnTo>
                  <a:pt x="41894" y="33655"/>
                </a:lnTo>
                <a:lnTo>
                  <a:pt x="42582" y="32366"/>
                </a:lnTo>
                <a:lnTo>
                  <a:pt x="43184" y="31036"/>
                </a:lnTo>
                <a:lnTo>
                  <a:pt x="43699" y="29670"/>
                </a:lnTo>
                <a:lnTo>
                  <a:pt x="44124" y="28271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6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6"/>
                </a:lnTo>
                <a:lnTo>
                  <a:pt x="42582" y="12526"/>
                </a:lnTo>
                <a:lnTo>
                  <a:pt x="41894" y="11237"/>
                </a:lnTo>
                <a:lnTo>
                  <a:pt x="41122" y="9993"/>
                </a:lnTo>
                <a:lnTo>
                  <a:pt x="40267" y="8798"/>
                </a:lnTo>
                <a:lnTo>
                  <a:pt x="39332" y="7657"/>
                </a:lnTo>
                <a:lnTo>
                  <a:pt x="38319" y="6574"/>
                </a:lnTo>
                <a:lnTo>
                  <a:pt x="37236" y="5560"/>
                </a:lnTo>
                <a:lnTo>
                  <a:pt x="36095" y="4625"/>
                </a:lnTo>
                <a:lnTo>
                  <a:pt x="34900" y="3771"/>
                </a:lnTo>
                <a:lnTo>
                  <a:pt x="33656" y="2999"/>
                </a:lnTo>
                <a:lnTo>
                  <a:pt x="32366" y="2311"/>
                </a:lnTo>
                <a:lnTo>
                  <a:pt x="31036" y="1708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4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4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6" y="1708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1"/>
                </a:lnTo>
                <a:lnTo>
                  <a:pt x="8798" y="4625"/>
                </a:lnTo>
                <a:lnTo>
                  <a:pt x="7657" y="5560"/>
                </a:lnTo>
                <a:lnTo>
                  <a:pt x="6574" y="6574"/>
                </a:lnTo>
                <a:lnTo>
                  <a:pt x="5560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7"/>
                </a:lnTo>
                <a:lnTo>
                  <a:pt x="2311" y="12526"/>
                </a:lnTo>
                <a:lnTo>
                  <a:pt x="1709" y="13856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6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1"/>
                </a:lnTo>
                <a:lnTo>
                  <a:pt x="1194" y="29670"/>
                </a:lnTo>
                <a:lnTo>
                  <a:pt x="1709" y="31036"/>
                </a:lnTo>
                <a:lnTo>
                  <a:pt x="2311" y="32366"/>
                </a:lnTo>
                <a:lnTo>
                  <a:pt x="2999" y="33655"/>
                </a:lnTo>
                <a:lnTo>
                  <a:pt x="3771" y="34900"/>
                </a:lnTo>
                <a:lnTo>
                  <a:pt x="4626" y="36094"/>
                </a:lnTo>
                <a:lnTo>
                  <a:pt x="5560" y="37236"/>
                </a:lnTo>
                <a:lnTo>
                  <a:pt x="6574" y="38318"/>
                </a:lnTo>
                <a:lnTo>
                  <a:pt x="7657" y="39332"/>
                </a:lnTo>
                <a:lnTo>
                  <a:pt x="8798" y="40267"/>
                </a:lnTo>
                <a:lnTo>
                  <a:pt x="9993" y="41121"/>
                </a:lnTo>
                <a:lnTo>
                  <a:pt x="11237" y="41894"/>
                </a:lnTo>
                <a:lnTo>
                  <a:pt x="12526" y="42582"/>
                </a:lnTo>
                <a:lnTo>
                  <a:pt x="13856" y="43184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8"/>
                </a:lnTo>
                <a:lnTo>
                  <a:pt x="20964" y="44844"/>
                </a:lnTo>
                <a:lnTo>
                  <a:pt x="22446" y="44893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path 92"/>
          <p:cNvSpPr/>
          <p:nvPr/>
        </p:nvSpPr>
        <p:spPr>
          <a:xfrm>
            <a:off x="8774081" y="3118660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3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7" y="8799"/>
                </a:lnTo>
                <a:lnTo>
                  <a:pt x="39332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6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7"/>
                </a:lnTo>
                <a:lnTo>
                  <a:pt x="4626" y="8799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6" y="42583"/>
                </a:lnTo>
                <a:lnTo>
                  <a:pt x="13856" y="43185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93"/>
          <p:cNvSpPr/>
          <p:nvPr/>
        </p:nvSpPr>
        <p:spPr>
          <a:xfrm>
            <a:off x="8774081" y="2931605"/>
            <a:ext cx="44893" cy="44893"/>
          </a:xfrm>
          <a:custGeom>
            <a:avLst/>
            <a:gdLst/>
            <a:ahLst/>
            <a:cxnLst/>
            <a:rect l="l" t="t" r="r" b="b"/>
            <a:pathLst>
              <a:path w="44893" h="44893">
                <a:moveTo>
                  <a:pt x="22446" y="44893"/>
                </a:moveTo>
                <a:lnTo>
                  <a:pt x="23929" y="44844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6" y="43184"/>
                </a:lnTo>
                <a:lnTo>
                  <a:pt x="32366" y="42582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7"/>
                </a:lnTo>
                <a:lnTo>
                  <a:pt x="37236" y="39332"/>
                </a:lnTo>
                <a:lnTo>
                  <a:pt x="38319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6"/>
                </a:lnTo>
                <a:lnTo>
                  <a:pt x="43184" y="31036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7"/>
                </a:lnTo>
                <a:lnTo>
                  <a:pt x="41122" y="9993"/>
                </a:lnTo>
                <a:lnTo>
                  <a:pt x="40267" y="8798"/>
                </a:lnTo>
                <a:lnTo>
                  <a:pt x="39332" y="7657"/>
                </a:lnTo>
                <a:lnTo>
                  <a:pt x="38319" y="6574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1"/>
                </a:lnTo>
                <a:lnTo>
                  <a:pt x="33656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4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4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1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4"/>
                </a:lnTo>
                <a:lnTo>
                  <a:pt x="5560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7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6"/>
                </a:lnTo>
                <a:lnTo>
                  <a:pt x="2311" y="32366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2"/>
                </a:lnTo>
                <a:lnTo>
                  <a:pt x="8798" y="40267"/>
                </a:lnTo>
                <a:lnTo>
                  <a:pt x="9993" y="41122"/>
                </a:lnTo>
                <a:lnTo>
                  <a:pt x="11237" y="41894"/>
                </a:lnTo>
                <a:lnTo>
                  <a:pt x="12526" y="42582"/>
                </a:lnTo>
                <a:lnTo>
                  <a:pt x="13856" y="43184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4"/>
                </a:lnTo>
                <a:lnTo>
                  <a:pt x="22446" y="44893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path 94"/>
          <p:cNvSpPr/>
          <p:nvPr/>
        </p:nvSpPr>
        <p:spPr>
          <a:xfrm>
            <a:off x="8951784" y="3240246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8" y="44845"/>
                </a:lnTo>
                <a:lnTo>
                  <a:pt x="25396" y="44699"/>
                </a:lnTo>
                <a:lnTo>
                  <a:pt x="26846" y="44458"/>
                </a:lnTo>
                <a:lnTo>
                  <a:pt x="28271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2"/>
                </a:lnTo>
                <a:lnTo>
                  <a:pt x="33655" y="41894"/>
                </a:lnTo>
                <a:lnTo>
                  <a:pt x="34899" y="41122"/>
                </a:lnTo>
                <a:lnTo>
                  <a:pt x="36094" y="40268"/>
                </a:lnTo>
                <a:lnTo>
                  <a:pt x="37235" y="39333"/>
                </a:lnTo>
                <a:lnTo>
                  <a:pt x="38318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1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1" y="9993"/>
                </a:lnTo>
                <a:lnTo>
                  <a:pt x="40267" y="8799"/>
                </a:lnTo>
                <a:lnTo>
                  <a:pt x="39332" y="7658"/>
                </a:lnTo>
                <a:lnTo>
                  <a:pt x="38318" y="6575"/>
                </a:lnTo>
                <a:lnTo>
                  <a:pt x="37235" y="5561"/>
                </a:lnTo>
                <a:lnTo>
                  <a:pt x="36094" y="4626"/>
                </a:lnTo>
                <a:lnTo>
                  <a:pt x="34899" y="3772"/>
                </a:lnTo>
                <a:lnTo>
                  <a:pt x="33655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1" y="769"/>
                </a:lnTo>
                <a:lnTo>
                  <a:pt x="26846" y="436"/>
                </a:lnTo>
                <a:lnTo>
                  <a:pt x="25396" y="195"/>
                </a:lnTo>
                <a:lnTo>
                  <a:pt x="23928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6"/>
                </a:lnTo>
                <a:lnTo>
                  <a:pt x="16621" y="769"/>
                </a:lnTo>
                <a:lnTo>
                  <a:pt x="15222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2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8"/>
                </a:lnTo>
                <a:lnTo>
                  <a:pt x="4625" y="8799"/>
                </a:lnTo>
                <a:lnTo>
                  <a:pt x="3771" y="9993"/>
                </a:lnTo>
                <a:lnTo>
                  <a:pt x="2998" y="11238"/>
                </a:lnTo>
                <a:lnTo>
                  <a:pt x="2310" y="12527"/>
                </a:lnTo>
                <a:lnTo>
                  <a:pt x="1708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4" y="19496"/>
                </a:lnTo>
                <a:lnTo>
                  <a:pt x="48" y="20964"/>
                </a:lnTo>
                <a:lnTo>
                  <a:pt x="0" y="22447"/>
                </a:lnTo>
                <a:lnTo>
                  <a:pt x="48" y="23929"/>
                </a:lnTo>
                <a:lnTo>
                  <a:pt x="194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8" y="31037"/>
                </a:lnTo>
                <a:lnTo>
                  <a:pt x="2310" y="32367"/>
                </a:lnTo>
                <a:lnTo>
                  <a:pt x="2998" y="33656"/>
                </a:lnTo>
                <a:lnTo>
                  <a:pt x="3771" y="34900"/>
                </a:lnTo>
                <a:lnTo>
                  <a:pt x="4625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2" y="41122"/>
                </a:lnTo>
                <a:lnTo>
                  <a:pt x="11237" y="41894"/>
                </a:lnTo>
                <a:lnTo>
                  <a:pt x="12526" y="42582"/>
                </a:lnTo>
                <a:lnTo>
                  <a:pt x="13856" y="43185"/>
                </a:lnTo>
                <a:lnTo>
                  <a:pt x="15222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path 95"/>
          <p:cNvSpPr/>
          <p:nvPr/>
        </p:nvSpPr>
        <p:spPr>
          <a:xfrm>
            <a:off x="8951784" y="2997074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8" y="44845"/>
                </a:lnTo>
                <a:lnTo>
                  <a:pt x="25396" y="44699"/>
                </a:lnTo>
                <a:lnTo>
                  <a:pt x="26846" y="44458"/>
                </a:lnTo>
                <a:lnTo>
                  <a:pt x="28271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3"/>
                </a:lnTo>
                <a:lnTo>
                  <a:pt x="33655" y="41894"/>
                </a:lnTo>
                <a:lnTo>
                  <a:pt x="34899" y="41122"/>
                </a:lnTo>
                <a:lnTo>
                  <a:pt x="36094" y="40268"/>
                </a:lnTo>
                <a:lnTo>
                  <a:pt x="37235" y="39333"/>
                </a:lnTo>
                <a:lnTo>
                  <a:pt x="38318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1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1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1" y="9993"/>
                </a:lnTo>
                <a:lnTo>
                  <a:pt x="40267" y="8798"/>
                </a:lnTo>
                <a:lnTo>
                  <a:pt x="39332" y="7657"/>
                </a:lnTo>
                <a:lnTo>
                  <a:pt x="38318" y="6575"/>
                </a:lnTo>
                <a:lnTo>
                  <a:pt x="37235" y="5561"/>
                </a:lnTo>
                <a:lnTo>
                  <a:pt x="36094" y="4626"/>
                </a:lnTo>
                <a:lnTo>
                  <a:pt x="34899" y="3772"/>
                </a:lnTo>
                <a:lnTo>
                  <a:pt x="33655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1" y="769"/>
                </a:lnTo>
                <a:lnTo>
                  <a:pt x="26846" y="435"/>
                </a:lnTo>
                <a:lnTo>
                  <a:pt x="25396" y="195"/>
                </a:lnTo>
                <a:lnTo>
                  <a:pt x="23928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2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2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7"/>
                </a:lnTo>
                <a:lnTo>
                  <a:pt x="4625" y="8798"/>
                </a:lnTo>
                <a:lnTo>
                  <a:pt x="3771" y="9993"/>
                </a:lnTo>
                <a:lnTo>
                  <a:pt x="2998" y="11238"/>
                </a:lnTo>
                <a:lnTo>
                  <a:pt x="2310" y="12527"/>
                </a:lnTo>
                <a:lnTo>
                  <a:pt x="1708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4" y="19496"/>
                </a:lnTo>
                <a:lnTo>
                  <a:pt x="48" y="20964"/>
                </a:lnTo>
                <a:lnTo>
                  <a:pt x="0" y="22447"/>
                </a:lnTo>
                <a:lnTo>
                  <a:pt x="48" y="23929"/>
                </a:lnTo>
                <a:lnTo>
                  <a:pt x="194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1"/>
                </a:lnTo>
                <a:lnTo>
                  <a:pt x="1708" y="31037"/>
                </a:lnTo>
                <a:lnTo>
                  <a:pt x="2310" y="32367"/>
                </a:lnTo>
                <a:lnTo>
                  <a:pt x="2998" y="33656"/>
                </a:lnTo>
                <a:lnTo>
                  <a:pt x="3771" y="34900"/>
                </a:lnTo>
                <a:lnTo>
                  <a:pt x="4625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2" y="41122"/>
                </a:lnTo>
                <a:lnTo>
                  <a:pt x="11237" y="41894"/>
                </a:lnTo>
                <a:lnTo>
                  <a:pt x="12526" y="42583"/>
                </a:lnTo>
                <a:lnTo>
                  <a:pt x="13856" y="43185"/>
                </a:lnTo>
                <a:lnTo>
                  <a:pt x="15222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01201" y="1261296"/>
            <a:ext cx="1923827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B8893E"/>
                </a:solidFill>
                <a:latin typeface="Times New Roman"/>
              </a:rPr>
              <a:t>Robot &amp; grasp geometry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9686" y="1606835"/>
            <a:ext cx="1853695" cy="179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4" b="0" i="0">
                <a:solidFill>
                  <a:srgbClr val="2B2B2B"/>
                </a:solidFill>
                <a:latin typeface="Times New Roman"/>
              </a:rPr>
              <a:t>Object + goal + assigned rails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27425" y="2026282"/>
            <a:ext cx="998912" cy="179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4" b="0" i="0">
                <a:solidFill>
                  <a:srgbClr val="2B2B2B"/>
                </a:solidFill>
                <a:latin typeface="Times New Roman"/>
              </a:rPr>
              <a:t>2 × 7-DoF arms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08738" y="2318538"/>
            <a:ext cx="1035915" cy="179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4" b="0" i="0">
                <a:solidFill>
                  <a:srgbClr val="2B2B2B"/>
                </a:solidFill>
                <a:latin typeface="Times New Roman"/>
              </a:rPr>
              <a:t>Dexterous hands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57867" y="2460747"/>
            <a:ext cx="736315" cy="179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4" b="0" i="0">
                <a:solidFill>
                  <a:srgbClr val="2B2B2B"/>
                </a:solidFill>
                <a:latin typeface="Times New Roman"/>
              </a:rPr>
              <a:t>Lift + torso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21135" y="2782893"/>
            <a:ext cx="995097" cy="176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6" b="0" i="0">
                <a:solidFill>
                  <a:srgbClr val="2B2B2B"/>
                </a:solidFill>
                <a:latin typeface="Times New Roman"/>
              </a:rPr>
              <a:t>Holonomic base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06722" y="3714923"/>
            <a:ext cx="905748" cy="185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0">
                <a:solidFill>
                  <a:srgbClr val="2B2B2B"/>
                </a:solidFill>
                <a:latin typeface="Times New Roman"/>
              </a:rPr>
              <a:t>Grasp frame 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94833" y="3749041"/>
            <a:ext cx="122166" cy="181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1">
                <a:solidFill>
                  <a:srgbClr val="2B2B2B"/>
                </a:solidFill>
                <a:latin typeface="Times New Roman"/>
              </a:rPr>
              <a:t>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183613" y="3805029"/>
            <a:ext cx="108955" cy="1273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35" b="0" i="1">
                <a:solidFill>
                  <a:srgbClr val="2B2B2B"/>
                </a:solidFill>
                <a:latin typeface="Times New Roman"/>
              </a:rPr>
              <a:t>ih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30220" y="4001548"/>
            <a:ext cx="952662" cy="176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6" b="0" i="0">
                <a:solidFill>
                  <a:srgbClr val="2B2B2B"/>
                </a:solidFill>
                <a:latin typeface="Times New Roman"/>
              </a:rPr>
              <a:t>Clearance + IK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04163" y="1261296"/>
            <a:ext cx="1647803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7C5AA6"/>
                </a:solidFill>
                <a:latin typeface="Times New Roman"/>
              </a:rPr>
              <a:t>Object / hand targets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69292" y="2297584"/>
            <a:ext cx="1514905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SE(3) path / pose goal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37848" y="2815086"/>
            <a:ext cx="190884" cy="284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64" b="0" i="1">
                <a:solidFill>
                  <a:srgbClr val="7C5AA6"/>
                </a:solidFill>
                <a:latin typeface="Times New Roman"/>
              </a:rPr>
              <a:t>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18642" y="2789770"/>
            <a:ext cx="124335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7C5AA6"/>
                </a:solidFill>
                <a:latin typeface="Times New Roman"/>
              </a:rPr>
              <a:t>*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769525" y="2935864"/>
            <a:ext cx="170422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1">
                <a:solidFill>
                  <a:srgbClr val="7C5AA6"/>
                </a:solidFill>
                <a:latin typeface="Times New Roman"/>
              </a:rPr>
              <a:t>ih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970104" y="2815086"/>
            <a:ext cx="221436" cy="284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64" b="0" i="0">
                <a:solidFill>
                  <a:srgbClr val="7C5AA6"/>
                </a:solidFill>
                <a:latin typeface="Times New Roman"/>
              </a:rPr>
              <a:t>=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66530" y="2815086"/>
            <a:ext cx="190884" cy="284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64" b="0" i="1">
                <a:solidFill>
                  <a:srgbClr val="7C5AA6"/>
                </a:solidFill>
                <a:latin typeface="Times New Roman"/>
              </a:rPr>
              <a:t>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347324" y="2789770"/>
            <a:ext cx="124335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7C5AA6"/>
                </a:solidFill>
                <a:latin typeface="Times New Roman"/>
              </a:rPr>
              <a:t>*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98207" y="2935864"/>
            <a:ext cx="161139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1">
                <a:solidFill>
                  <a:srgbClr val="7C5AA6"/>
                </a:solidFill>
                <a:latin typeface="Times New Roman"/>
              </a:rPr>
              <a:t>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29912" y="2760319"/>
            <a:ext cx="82890" cy="284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64" b="0" i="0">
                <a:solidFill>
                  <a:srgbClr val="7C5AA6"/>
                </a:solidFill>
                <a:latin typeface="Times New Roman"/>
              </a:rPr>
              <a:t>̄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93087" y="2815086"/>
            <a:ext cx="190884" cy="2841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64" b="0" i="1">
                <a:solidFill>
                  <a:srgbClr val="7C5AA6"/>
                </a:solidFill>
                <a:latin typeface="Times New Roman"/>
              </a:rPr>
              <a:t>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32546" y="2904558"/>
            <a:ext cx="170422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1">
                <a:solidFill>
                  <a:srgbClr val="7C5AA6"/>
                </a:solidFill>
                <a:latin typeface="Times New Roman"/>
              </a:rPr>
              <a:t>ih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571239" y="3332559"/>
            <a:ext cx="1311990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Measured-progress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865426" y="3499043"/>
            <a:ext cx="722804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lookahead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74745" y="3956376"/>
            <a:ext cx="1700106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Object pose + hand targets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642891" y="1259816"/>
            <a:ext cx="1998073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2B2B2B"/>
                </a:solidFill>
                <a:latin typeface="Times New Roman"/>
              </a:rPr>
              <a:t>Shared local actor · 50 Hz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66564" y="1740418"/>
            <a:ext cx="2348120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1" i="0">
                <a:solidFill>
                  <a:srgbClr val="7C5AA6"/>
                </a:solidFill>
                <a:latin typeface="Times New Roman"/>
              </a:rPr>
              <a:t>Own sensor history + references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12635" y="2028381"/>
            <a:ext cx="2250747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Joints / fingers · object / hand errors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29384" y="2194865"/>
            <a:ext cx="2017837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Local load / contact · sensor age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360043" y="2702569"/>
            <a:ext cx="880630" cy="1960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6" b="1" i="0">
                <a:solidFill>
                  <a:srgbClr val="FF9500"/>
                </a:solidFill>
                <a:latin typeface="Times New Roman"/>
              </a:rPr>
              <a:t>A · MABEL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013203" y="3420885"/>
            <a:ext cx="148212" cy="235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7" b="0" i="1">
                <a:solidFill>
                  <a:srgbClr val="FF9500"/>
                </a:solidFill>
                <a:latin typeface="Times New Roman"/>
              </a:rPr>
              <a:t>π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111676" y="3494252"/>
            <a:ext cx="100446" cy="1651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3" b="0" i="1">
                <a:solidFill>
                  <a:srgbClr val="FF9500"/>
                </a:solidFill>
                <a:latin typeface="Times New Roman"/>
              </a:rPr>
              <a:t>θ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19694" y="2702569"/>
            <a:ext cx="726368" cy="1960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6" b="1" i="0">
                <a:solidFill>
                  <a:srgbClr val="0ABAB5"/>
                </a:solidFill>
                <a:latin typeface="Times New Roman"/>
              </a:rPr>
              <a:t>B · MILO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95699" y="3420885"/>
            <a:ext cx="148212" cy="235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7" b="0" i="1">
                <a:solidFill>
                  <a:srgbClr val="0ABAB5"/>
                </a:solidFill>
                <a:latin typeface="Times New Roman"/>
              </a:rPr>
              <a:t>π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794173" y="3494252"/>
            <a:ext cx="100446" cy="1651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3" b="0" i="1">
                <a:solidFill>
                  <a:srgbClr val="0ABAB5"/>
                </a:solidFill>
                <a:latin typeface="Times New Roman"/>
              </a:rPr>
              <a:t>θ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63048" y="3829780"/>
            <a:ext cx="2361932" cy="181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0">
                <a:solidFill>
                  <a:srgbClr val="2B2B2B"/>
                </a:solidFill>
                <a:latin typeface="Times New Roman"/>
              </a:rPr>
              <a:t>Same MLP weights; separate histories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672680" y="4052516"/>
            <a:ext cx="1923447" cy="193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0" i="0">
                <a:solidFill>
                  <a:srgbClr val="2B2B2B"/>
                </a:solidFill>
                <a:latin typeface="Times New Roman"/>
              </a:rPr>
              <a:t>8×352→128→128→23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149358" y="1259816"/>
            <a:ext cx="1568761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4E8C5A"/>
                </a:solidFill>
                <a:latin typeface="Times New Roman"/>
              </a:rPr>
              <a:t>Actuation + contact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301632" y="1739123"/>
            <a:ext cx="1261758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1" i="0">
                <a:solidFill>
                  <a:srgbClr val="4E8C5A"/>
                </a:solidFill>
                <a:latin typeface="Times New Roman"/>
              </a:rPr>
              <a:t>23 actions / robot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074794" y="1917743"/>
            <a:ext cx="1710112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Base (3) · lift (1) · torso (1)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348998" y="2083857"/>
            <a:ext cx="116301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Arms / wrists (16)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321245" y="2249971"/>
            <a:ext cx="1218276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Gripper closure (2)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170266" y="2916935"/>
            <a:ext cx="1534108" cy="193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4E8C5A"/>
                </a:solidFill>
                <a:latin typeface="Times New Roman"/>
              </a:rPr>
              <a:t>Motor limits + servos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323650" y="3303998"/>
            <a:ext cx="1217660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MuJoCo · 500 Hz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051296" y="3649712"/>
            <a:ext cx="1757218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Finger–rail friction contacts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122159" y="3816196"/>
            <a:ext cx="1616055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Measured motion / forces</a:t>
            </a:r>
          </a:p>
        </p:txBody>
      </p:sp>
      <p:sp>
        <p:nvSpPr>
          <p:cNvPr id="151" name="Editable path 96"/>
          <p:cNvSpPr/>
          <p:nvPr/>
        </p:nvSpPr>
        <p:spPr>
          <a:xfrm>
            <a:off x="5695926" y="798413"/>
            <a:ext cx="3970067" cy="174129"/>
          </a:xfrm>
          <a:custGeom>
            <a:avLst/>
            <a:gdLst/>
            <a:ahLst/>
            <a:cxnLst/>
            <a:rect l="l" t="t" r="r" b="b"/>
            <a:pathLst>
              <a:path w="3970067" h="174129">
                <a:moveTo>
                  <a:pt x="0" y="0"/>
                </a:moveTo>
                <a:lnTo>
                  <a:pt x="3970067" y="0"/>
                </a:lnTo>
                <a:lnTo>
                  <a:pt x="3970067" y="174129"/>
                </a:lnTo>
                <a:lnTo>
                  <a:pt x="0" y="174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708241" y="797935"/>
            <a:ext cx="3979950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6B7280"/>
                </a:solidFill>
                <a:latin typeface="Times New Roman"/>
              </a:rPr>
              <a:t>Measured object / hand poses, encoders and local contact forces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755077" y="4699244"/>
            <a:ext cx="2141415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7C5AA6"/>
                </a:solidFill>
                <a:latin typeface="Times New Roman"/>
              </a:rPr>
              <a:t>Central training only · PPO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61442" y="5127227"/>
            <a:ext cx="1267821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Rollouts + rewards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73926" y="5293341"/>
            <a:ext cx="1441570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Pose / grasp / stability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754129" y="5127227"/>
            <a:ext cx="1057892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Privileged critic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32199" y="5293711"/>
            <a:ext cx="1299873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Shared actor update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56254" y="5717276"/>
            <a:ext cx="3129895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7C5AA6"/>
                </a:solidFill>
                <a:latin typeface="Times New Roman"/>
              </a:rPr>
              <a:t>Critic uses simulator state; actors use local history</a:t>
            </a:r>
          </a:p>
        </p:txBody>
      </p:sp>
      <p:sp>
        <p:nvSpPr>
          <p:cNvPr id="159" name="Editable path 97"/>
          <p:cNvSpPr/>
          <p:nvPr/>
        </p:nvSpPr>
        <p:spPr>
          <a:xfrm>
            <a:off x="2173497" y="4320213"/>
            <a:ext cx="1261326" cy="174130"/>
          </a:xfrm>
          <a:custGeom>
            <a:avLst/>
            <a:gdLst/>
            <a:ahLst/>
            <a:cxnLst/>
            <a:rect l="l" t="t" r="r" b="b"/>
            <a:pathLst>
              <a:path w="1261326" h="174130">
                <a:moveTo>
                  <a:pt x="0" y="0"/>
                </a:moveTo>
                <a:lnTo>
                  <a:pt x="1261326" y="0"/>
                </a:lnTo>
                <a:lnTo>
                  <a:pt x="1261326" y="174130"/>
                </a:lnTo>
                <a:lnTo>
                  <a:pt x="0" y="1741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185811" y="4319736"/>
            <a:ext cx="1273848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6B7280"/>
                </a:solidFill>
                <a:latin typeface="Times New Roman"/>
              </a:rPr>
              <a:t>Training experience</a:t>
            </a:r>
          </a:p>
        </p:txBody>
      </p:sp>
      <p:sp>
        <p:nvSpPr>
          <p:cNvPr id="161" name="Editable path 98"/>
          <p:cNvSpPr/>
          <p:nvPr/>
        </p:nvSpPr>
        <p:spPr>
          <a:xfrm>
            <a:off x="5562233" y="4647482"/>
            <a:ext cx="214094" cy="190411"/>
          </a:xfrm>
          <a:custGeom>
            <a:avLst/>
            <a:gdLst/>
            <a:ahLst/>
            <a:cxnLst/>
            <a:rect l="l" t="t" r="r" b="b"/>
            <a:pathLst>
              <a:path w="214094" h="190411">
                <a:moveTo>
                  <a:pt x="0" y="0"/>
                </a:moveTo>
                <a:lnTo>
                  <a:pt x="214094" y="0"/>
                </a:lnTo>
                <a:lnTo>
                  <a:pt x="214094" y="190411"/>
                </a:lnTo>
                <a:lnTo>
                  <a:pt x="0" y="190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574547" y="4658661"/>
            <a:ext cx="112375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1">
                <a:solidFill>
                  <a:srgbClr val="B8893E"/>
                </a:solidFill>
                <a:latin typeface="Times New Roman"/>
              </a:rPr>
              <a:t>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682493" y="4637854"/>
            <a:ext cx="80818" cy="129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8" b="0" i="0">
                <a:solidFill>
                  <a:srgbClr val="B8893E"/>
                </a:solidFill>
                <a:latin typeface="Times New Roman"/>
              </a:rPr>
              <a:t>*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971193" y="4699326"/>
            <a:ext cx="3993007" cy="204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42" b="1" i="0">
                <a:solidFill>
                  <a:srgbClr val="6B7280"/>
                </a:solidFill>
                <a:latin typeface="Times New Roman"/>
              </a:rPr>
              <a:t>Full-mission baseline · separate actor and grasp model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215979" y="5092849"/>
            <a:ext cx="3530303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SE(2) RRT → MPC (10 Hz) → 21-action local actor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398042" y="5433890"/>
            <a:ext cx="3142260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Imitation / DAgger · phase and height supervisor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719057" y="5741349"/>
            <a:ext cx="2505176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Contact-gated welds · MuJoCo 200 Hz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