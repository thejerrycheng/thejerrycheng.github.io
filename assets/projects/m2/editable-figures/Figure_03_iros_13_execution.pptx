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2105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iros_13_execution.pdf.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9210566"/>
          </a:xfrm>
          <a:custGeom>
            <a:avLst/>
            <a:gdLst/>
            <a:ahLst/>
            <a:cxnLst/>
            <a:rect l="l" t="t" r="r" b="b"/>
            <a:pathLst>
              <a:path w="12191999" h="9210566">
                <a:moveTo>
                  <a:pt x="0" y="0"/>
                </a:moveTo>
                <a:lnTo>
                  <a:pt x="12191999" y="0"/>
                </a:lnTo>
                <a:lnTo>
                  <a:pt x="12191999" y="9210566"/>
                </a:lnTo>
                <a:lnTo>
                  <a:pt x="0" y="92105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22" y="170522"/>
            <a:ext cx="2160336" cy="1327063"/>
          </a:xfrm>
          <a:prstGeom prst="rect">
            <a:avLst/>
          </a:prstGeom>
        </p:spPr>
      </p:pic>
      <p:sp>
        <p:nvSpPr>
          <p:cNvPr id="4" name="Editable path 2"/>
          <p:cNvSpPr/>
          <p:nvPr/>
        </p:nvSpPr>
        <p:spPr>
          <a:xfrm>
            <a:off x="212503" y="223151"/>
            <a:ext cx="1056424" cy="216394"/>
          </a:xfrm>
          <a:custGeom>
            <a:avLst/>
            <a:gdLst/>
            <a:ahLst/>
            <a:cxnLst/>
            <a:rect l="l" t="t" r="r" b="b"/>
            <a:pathLst>
              <a:path w="1056424" h="216394">
                <a:moveTo>
                  <a:pt x="33631" y="216394"/>
                </a:moveTo>
                <a:lnTo>
                  <a:pt x="1022793" y="216394"/>
                </a:lnTo>
                <a:lnTo>
                  <a:pt x="1028164" y="216161"/>
                </a:lnTo>
                <a:lnTo>
                  <a:pt x="1033069" y="215460"/>
                </a:lnTo>
                <a:lnTo>
                  <a:pt x="1037506" y="214292"/>
                </a:lnTo>
                <a:lnTo>
                  <a:pt x="1041477" y="212657"/>
                </a:lnTo>
                <a:lnTo>
                  <a:pt x="1044980" y="210555"/>
                </a:lnTo>
                <a:lnTo>
                  <a:pt x="1048016" y="207986"/>
                </a:lnTo>
                <a:lnTo>
                  <a:pt x="1050585" y="204950"/>
                </a:lnTo>
                <a:lnTo>
                  <a:pt x="1052687" y="201447"/>
                </a:lnTo>
                <a:lnTo>
                  <a:pt x="1054322" y="197476"/>
                </a:lnTo>
                <a:lnTo>
                  <a:pt x="1055490" y="193039"/>
                </a:lnTo>
                <a:lnTo>
                  <a:pt x="1056190" y="188135"/>
                </a:lnTo>
                <a:lnTo>
                  <a:pt x="1056424" y="182763"/>
                </a:lnTo>
                <a:lnTo>
                  <a:pt x="1056424" y="33630"/>
                </a:lnTo>
                <a:lnTo>
                  <a:pt x="1056190" y="28259"/>
                </a:lnTo>
                <a:lnTo>
                  <a:pt x="1055490" y="23354"/>
                </a:lnTo>
                <a:lnTo>
                  <a:pt x="1054322" y="18917"/>
                </a:lnTo>
                <a:lnTo>
                  <a:pt x="1052687" y="14947"/>
                </a:lnTo>
                <a:lnTo>
                  <a:pt x="1050585" y="11443"/>
                </a:lnTo>
                <a:lnTo>
                  <a:pt x="1048016" y="8407"/>
                </a:lnTo>
                <a:lnTo>
                  <a:pt x="1044980" y="5838"/>
                </a:lnTo>
                <a:lnTo>
                  <a:pt x="1041477" y="3736"/>
                </a:lnTo>
                <a:lnTo>
                  <a:pt x="1037506" y="2102"/>
                </a:lnTo>
                <a:lnTo>
                  <a:pt x="1033069" y="934"/>
                </a:lnTo>
                <a:lnTo>
                  <a:pt x="1028164" y="233"/>
                </a:lnTo>
                <a:lnTo>
                  <a:pt x="1022793" y="0"/>
                </a:lnTo>
                <a:lnTo>
                  <a:pt x="33631" y="0"/>
                </a:lnTo>
                <a:lnTo>
                  <a:pt x="28259" y="233"/>
                </a:lnTo>
                <a:lnTo>
                  <a:pt x="23355" y="934"/>
                </a:lnTo>
                <a:lnTo>
                  <a:pt x="18918" y="2102"/>
                </a:lnTo>
                <a:lnTo>
                  <a:pt x="14947" y="3736"/>
                </a:lnTo>
                <a:lnTo>
                  <a:pt x="11444" y="5838"/>
                </a:lnTo>
                <a:lnTo>
                  <a:pt x="8408" y="8407"/>
                </a:lnTo>
                <a:lnTo>
                  <a:pt x="5839" y="11443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4" y="28259"/>
                </a:lnTo>
                <a:lnTo>
                  <a:pt x="0" y="33630"/>
                </a:lnTo>
                <a:lnTo>
                  <a:pt x="0" y="182763"/>
                </a:lnTo>
                <a:lnTo>
                  <a:pt x="234" y="188135"/>
                </a:lnTo>
                <a:lnTo>
                  <a:pt x="934" y="193039"/>
                </a:lnTo>
                <a:lnTo>
                  <a:pt x="2102" y="197476"/>
                </a:lnTo>
                <a:lnTo>
                  <a:pt x="3737" y="201447"/>
                </a:lnTo>
                <a:lnTo>
                  <a:pt x="5839" y="204950"/>
                </a:lnTo>
                <a:lnTo>
                  <a:pt x="8408" y="207986"/>
                </a:lnTo>
                <a:lnTo>
                  <a:pt x="11444" y="210555"/>
                </a:lnTo>
                <a:lnTo>
                  <a:pt x="14947" y="212657"/>
                </a:lnTo>
                <a:lnTo>
                  <a:pt x="18918" y="214292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4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134" y="232355"/>
            <a:ext cx="1027419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Acquire · 3.7 s</a:t>
            </a:r>
          </a:p>
        </p:txBody>
      </p:sp>
      <p:sp>
        <p:nvSpPr>
          <p:cNvPr id="6" name="Editable path 3"/>
          <p:cNvSpPr/>
          <p:nvPr/>
        </p:nvSpPr>
        <p:spPr>
          <a:xfrm>
            <a:off x="1376006" y="1114331"/>
            <a:ext cx="931915" cy="378681"/>
          </a:xfrm>
          <a:custGeom>
            <a:avLst/>
            <a:gdLst/>
            <a:ahLst/>
            <a:cxnLst/>
            <a:rect l="l" t="t" r="r" b="b"/>
            <a:pathLst>
              <a:path w="931915" h="378681">
                <a:moveTo>
                  <a:pt x="0" y="0"/>
                </a:moveTo>
                <a:lnTo>
                  <a:pt x="931915" y="0"/>
                </a:lnTo>
                <a:lnTo>
                  <a:pt x="931915" y="378681"/>
                </a:lnTo>
                <a:lnTo>
                  <a:pt x="0" y="378681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878" y="1139074"/>
            <a:ext cx="894786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Living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0726" y="1285246"/>
            <a:ext cx="317588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sofa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47" y="170522"/>
            <a:ext cx="2160336" cy="1327063"/>
          </a:xfrm>
          <a:prstGeom prst="rect">
            <a:avLst/>
          </a:prstGeom>
        </p:spPr>
      </p:pic>
      <p:sp>
        <p:nvSpPr>
          <p:cNvPr id="10" name="Editable path 4"/>
          <p:cNvSpPr/>
          <p:nvPr/>
        </p:nvSpPr>
        <p:spPr>
          <a:xfrm>
            <a:off x="2635128" y="223151"/>
            <a:ext cx="765929" cy="216394"/>
          </a:xfrm>
          <a:custGeom>
            <a:avLst/>
            <a:gdLst/>
            <a:ahLst/>
            <a:cxnLst/>
            <a:rect l="l" t="t" r="r" b="b"/>
            <a:pathLst>
              <a:path w="765929" h="216394">
                <a:moveTo>
                  <a:pt x="33631" y="216394"/>
                </a:moveTo>
                <a:lnTo>
                  <a:pt x="732298" y="216394"/>
                </a:lnTo>
                <a:lnTo>
                  <a:pt x="737670" y="216161"/>
                </a:lnTo>
                <a:lnTo>
                  <a:pt x="742574" y="215460"/>
                </a:lnTo>
                <a:lnTo>
                  <a:pt x="747012" y="214292"/>
                </a:lnTo>
                <a:lnTo>
                  <a:pt x="750982" y="212657"/>
                </a:lnTo>
                <a:lnTo>
                  <a:pt x="754485" y="210555"/>
                </a:lnTo>
                <a:lnTo>
                  <a:pt x="757521" y="207986"/>
                </a:lnTo>
                <a:lnTo>
                  <a:pt x="760090" y="204950"/>
                </a:lnTo>
                <a:lnTo>
                  <a:pt x="762192" y="201447"/>
                </a:lnTo>
                <a:lnTo>
                  <a:pt x="763827" y="197476"/>
                </a:lnTo>
                <a:lnTo>
                  <a:pt x="764995" y="193039"/>
                </a:lnTo>
                <a:lnTo>
                  <a:pt x="765695" y="188135"/>
                </a:lnTo>
                <a:lnTo>
                  <a:pt x="765929" y="182763"/>
                </a:lnTo>
                <a:lnTo>
                  <a:pt x="765929" y="33630"/>
                </a:lnTo>
                <a:lnTo>
                  <a:pt x="765695" y="28259"/>
                </a:lnTo>
                <a:lnTo>
                  <a:pt x="764995" y="23354"/>
                </a:lnTo>
                <a:lnTo>
                  <a:pt x="763827" y="18917"/>
                </a:lnTo>
                <a:lnTo>
                  <a:pt x="762192" y="14947"/>
                </a:lnTo>
                <a:lnTo>
                  <a:pt x="760090" y="11443"/>
                </a:lnTo>
                <a:lnTo>
                  <a:pt x="757521" y="8407"/>
                </a:lnTo>
                <a:lnTo>
                  <a:pt x="754485" y="5838"/>
                </a:lnTo>
                <a:lnTo>
                  <a:pt x="750982" y="3736"/>
                </a:lnTo>
                <a:lnTo>
                  <a:pt x="747012" y="2102"/>
                </a:lnTo>
                <a:lnTo>
                  <a:pt x="742574" y="934"/>
                </a:lnTo>
                <a:lnTo>
                  <a:pt x="737670" y="233"/>
                </a:lnTo>
                <a:lnTo>
                  <a:pt x="732298" y="0"/>
                </a:lnTo>
                <a:lnTo>
                  <a:pt x="33631" y="0"/>
                </a:lnTo>
                <a:lnTo>
                  <a:pt x="28259" y="233"/>
                </a:lnTo>
                <a:lnTo>
                  <a:pt x="23355" y="934"/>
                </a:lnTo>
                <a:lnTo>
                  <a:pt x="18917" y="2102"/>
                </a:lnTo>
                <a:lnTo>
                  <a:pt x="14947" y="3736"/>
                </a:lnTo>
                <a:lnTo>
                  <a:pt x="11444" y="5838"/>
                </a:lnTo>
                <a:lnTo>
                  <a:pt x="8408" y="8407"/>
                </a:lnTo>
                <a:lnTo>
                  <a:pt x="5839" y="11443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4" y="28259"/>
                </a:lnTo>
                <a:lnTo>
                  <a:pt x="0" y="33630"/>
                </a:lnTo>
                <a:lnTo>
                  <a:pt x="0" y="182763"/>
                </a:lnTo>
                <a:lnTo>
                  <a:pt x="234" y="188135"/>
                </a:lnTo>
                <a:lnTo>
                  <a:pt x="934" y="193039"/>
                </a:lnTo>
                <a:lnTo>
                  <a:pt x="2102" y="197476"/>
                </a:lnTo>
                <a:lnTo>
                  <a:pt x="3737" y="201447"/>
                </a:lnTo>
                <a:lnTo>
                  <a:pt x="5839" y="204950"/>
                </a:lnTo>
                <a:lnTo>
                  <a:pt x="8408" y="207986"/>
                </a:lnTo>
                <a:lnTo>
                  <a:pt x="11444" y="210555"/>
                </a:lnTo>
                <a:lnTo>
                  <a:pt x="14947" y="212657"/>
                </a:lnTo>
                <a:lnTo>
                  <a:pt x="18917" y="214292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4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8758" y="232355"/>
            <a:ext cx="738027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Lift · 8.6 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771" y="170522"/>
            <a:ext cx="2160336" cy="1327063"/>
          </a:xfrm>
          <a:prstGeom prst="rect">
            <a:avLst/>
          </a:prstGeom>
        </p:spPr>
      </p:pic>
      <p:sp>
        <p:nvSpPr>
          <p:cNvPr id="13" name="Editable path 5"/>
          <p:cNvSpPr/>
          <p:nvPr/>
        </p:nvSpPr>
        <p:spPr>
          <a:xfrm>
            <a:off x="5057753" y="223151"/>
            <a:ext cx="1224799" cy="217504"/>
          </a:xfrm>
          <a:custGeom>
            <a:avLst/>
            <a:gdLst/>
            <a:ahLst/>
            <a:cxnLst/>
            <a:rect l="l" t="t" r="r" b="b"/>
            <a:pathLst>
              <a:path w="1224799" h="217504">
                <a:moveTo>
                  <a:pt x="33630" y="217504"/>
                </a:moveTo>
                <a:lnTo>
                  <a:pt x="1191168" y="217504"/>
                </a:lnTo>
                <a:lnTo>
                  <a:pt x="1196540" y="217271"/>
                </a:lnTo>
                <a:lnTo>
                  <a:pt x="1201444" y="216570"/>
                </a:lnTo>
                <a:lnTo>
                  <a:pt x="1205882" y="215402"/>
                </a:lnTo>
                <a:lnTo>
                  <a:pt x="1209852" y="213767"/>
                </a:lnTo>
                <a:lnTo>
                  <a:pt x="1213355" y="211665"/>
                </a:lnTo>
                <a:lnTo>
                  <a:pt x="1216392" y="209096"/>
                </a:lnTo>
                <a:lnTo>
                  <a:pt x="1218961" y="206060"/>
                </a:lnTo>
                <a:lnTo>
                  <a:pt x="1221062" y="202557"/>
                </a:lnTo>
                <a:lnTo>
                  <a:pt x="1222697" y="198587"/>
                </a:lnTo>
                <a:lnTo>
                  <a:pt x="1223865" y="194149"/>
                </a:lnTo>
                <a:lnTo>
                  <a:pt x="1224566" y="189245"/>
                </a:lnTo>
                <a:lnTo>
                  <a:pt x="1224799" y="183873"/>
                </a:lnTo>
                <a:lnTo>
                  <a:pt x="1224799" y="33630"/>
                </a:lnTo>
                <a:lnTo>
                  <a:pt x="1224566" y="28259"/>
                </a:lnTo>
                <a:lnTo>
                  <a:pt x="1223865" y="23354"/>
                </a:lnTo>
                <a:lnTo>
                  <a:pt x="1222697" y="18917"/>
                </a:lnTo>
                <a:lnTo>
                  <a:pt x="1221062" y="14947"/>
                </a:lnTo>
                <a:lnTo>
                  <a:pt x="1218961" y="11443"/>
                </a:lnTo>
                <a:lnTo>
                  <a:pt x="1216392" y="8407"/>
                </a:lnTo>
                <a:lnTo>
                  <a:pt x="1213355" y="5838"/>
                </a:lnTo>
                <a:lnTo>
                  <a:pt x="1209852" y="3736"/>
                </a:lnTo>
                <a:lnTo>
                  <a:pt x="1205882" y="2102"/>
                </a:lnTo>
                <a:lnTo>
                  <a:pt x="1201444" y="934"/>
                </a:lnTo>
                <a:lnTo>
                  <a:pt x="1196540" y="233"/>
                </a:lnTo>
                <a:lnTo>
                  <a:pt x="1191168" y="0"/>
                </a:lnTo>
                <a:lnTo>
                  <a:pt x="33630" y="0"/>
                </a:lnTo>
                <a:lnTo>
                  <a:pt x="28259" y="233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6"/>
                </a:lnTo>
                <a:lnTo>
                  <a:pt x="11443" y="5838"/>
                </a:lnTo>
                <a:lnTo>
                  <a:pt x="8407" y="8407"/>
                </a:lnTo>
                <a:lnTo>
                  <a:pt x="5838" y="11443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3" y="28259"/>
                </a:lnTo>
                <a:lnTo>
                  <a:pt x="0" y="33630"/>
                </a:lnTo>
                <a:lnTo>
                  <a:pt x="0" y="183873"/>
                </a:lnTo>
                <a:lnTo>
                  <a:pt x="233" y="189245"/>
                </a:lnTo>
                <a:lnTo>
                  <a:pt x="934" y="194149"/>
                </a:lnTo>
                <a:lnTo>
                  <a:pt x="2102" y="198587"/>
                </a:lnTo>
                <a:lnTo>
                  <a:pt x="3736" y="202557"/>
                </a:lnTo>
                <a:lnTo>
                  <a:pt x="5838" y="206060"/>
                </a:lnTo>
                <a:lnTo>
                  <a:pt x="8407" y="209096"/>
                </a:lnTo>
                <a:lnTo>
                  <a:pt x="11443" y="211665"/>
                </a:lnTo>
                <a:lnTo>
                  <a:pt x="14947" y="213767"/>
                </a:lnTo>
                <a:lnTo>
                  <a:pt x="18917" y="215402"/>
                </a:lnTo>
                <a:lnTo>
                  <a:pt x="23354" y="216570"/>
                </a:lnTo>
                <a:lnTo>
                  <a:pt x="28259" y="217271"/>
                </a:lnTo>
                <a:lnTo>
                  <a:pt x="33630" y="217504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1383" y="233095"/>
            <a:ext cx="119557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Doorway · 55.5 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396" y="170522"/>
            <a:ext cx="2160336" cy="1327063"/>
          </a:xfrm>
          <a:prstGeom prst="rect">
            <a:avLst/>
          </a:prstGeom>
        </p:spPr>
      </p:pic>
      <p:sp>
        <p:nvSpPr>
          <p:cNvPr id="16" name="Editable path 6"/>
          <p:cNvSpPr/>
          <p:nvPr/>
        </p:nvSpPr>
        <p:spPr>
          <a:xfrm>
            <a:off x="7480378" y="223151"/>
            <a:ext cx="925053" cy="216394"/>
          </a:xfrm>
          <a:custGeom>
            <a:avLst/>
            <a:gdLst/>
            <a:ahLst/>
            <a:cxnLst/>
            <a:rect l="l" t="t" r="r" b="b"/>
            <a:pathLst>
              <a:path w="925053" h="216394">
                <a:moveTo>
                  <a:pt x="33630" y="216394"/>
                </a:moveTo>
                <a:lnTo>
                  <a:pt x="891422" y="216394"/>
                </a:lnTo>
                <a:lnTo>
                  <a:pt x="896793" y="216161"/>
                </a:lnTo>
                <a:lnTo>
                  <a:pt x="901698" y="215460"/>
                </a:lnTo>
                <a:lnTo>
                  <a:pt x="906135" y="214292"/>
                </a:lnTo>
                <a:lnTo>
                  <a:pt x="910106" y="212657"/>
                </a:lnTo>
                <a:lnTo>
                  <a:pt x="913609" y="210555"/>
                </a:lnTo>
                <a:lnTo>
                  <a:pt x="916645" y="207986"/>
                </a:lnTo>
                <a:lnTo>
                  <a:pt x="919214" y="204950"/>
                </a:lnTo>
                <a:lnTo>
                  <a:pt x="921316" y="201447"/>
                </a:lnTo>
                <a:lnTo>
                  <a:pt x="922951" y="197476"/>
                </a:lnTo>
                <a:lnTo>
                  <a:pt x="924119" y="193039"/>
                </a:lnTo>
                <a:lnTo>
                  <a:pt x="924819" y="188135"/>
                </a:lnTo>
                <a:lnTo>
                  <a:pt x="925053" y="182763"/>
                </a:lnTo>
                <a:lnTo>
                  <a:pt x="925053" y="33630"/>
                </a:lnTo>
                <a:lnTo>
                  <a:pt x="924819" y="28259"/>
                </a:lnTo>
                <a:lnTo>
                  <a:pt x="924119" y="23354"/>
                </a:lnTo>
                <a:lnTo>
                  <a:pt x="922951" y="18917"/>
                </a:lnTo>
                <a:lnTo>
                  <a:pt x="921316" y="14947"/>
                </a:lnTo>
                <a:lnTo>
                  <a:pt x="919214" y="11443"/>
                </a:lnTo>
                <a:lnTo>
                  <a:pt x="916645" y="8407"/>
                </a:lnTo>
                <a:lnTo>
                  <a:pt x="913609" y="5838"/>
                </a:lnTo>
                <a:lnTo>
                  <a:pt x="910106" y="3736"/>
                </a:lnTo>
                <a:lnTo>
                  <a:pt x="906135" y="2102"/>
                </a:lnTo>
                <a:lnTo>
                  <a:pt x="901698" y="934"/>
                </a:lnTo>
                <a:lnTo>
                  <a:pt x="896793" y="233"/>
                </a:lnTo>
                <a:lnTo>
                  <a:pt x="891422" y="0"/>
                </a:lnTo>
                <a:lnTo>
                  <a:pt x="33630" y="0"/>
                </a:lnTo>
                <a:lnTo>
                  <a:pt x="28259" y="233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6"/>
                </a:lnTo>
                <a:lnTo>
                  <a:pt x="11443" y="5838"/>
                </a:lnTo>
                <a:lnTo>
                  <a:pt x="8407" y="8407"/>
                </a:lnTo>
                <a:lnTo>
                  <a:pt x="5838" y="11443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3" y="28259"/>
                </a:lnTo>
                <a:lnTo>
                  <a:pt x="0" y="33630"/>
                </a:lnTo>
                <a:lnTo>
                  <a:pt x="0" y="182763"/>
                </a:lnTo>
                <a:lnTo>
                  <a:pt x="233" y="188135"/>
                </a:lnTo>
                <a:lnTo>
                  <a:pt x="934" y="193039"/>
                </a:lnTo>
                <a:lnTo>
                  <a:pt x="2102" y="197476"/>
                </a:lnTo>
                <a:lnTo>
                  <a:pt x="3736" y="201447"/>
                </a:lnTo>
                <a:lnTo>
                  <a:pt x="5838" y="204950"/>
                </a:lnTo>
                <a:lnTo>
                  <a:pt x="8407" y="207986"/>
                </a:lnTo>
                <a:lnTo>
                  <a:pt x="11443" y="210555"/>
                </a:lnTo>
                <a:lnTo>
                  <a:pt x="14947" y="212657"/>
                </a:lnTo>
                <a:lnTo>
                  <a:pt x="18917" y="214292"/>
                </a:lnTo>
                <a:lnTo>
                  <a:pt x="23354" y="215460"/>
                </a:lnTo>
                <a:lnTo>
                  <a:pt x="28259" y="216161"/>
                </a:lnTo>
                <a:lnTo>
                  <a:pt x="33630" y="216394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4008" y="232355"/>
            <a:ext cx="896764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Goal · 98.3 s</a:t>
            </a:r>
          </a:p>
        </p:txBody>
      </p:sp>
      <p:sp>
        <p:nvSpPr>
          <p:cNvPr id="18" name="Editable path 7"/>
          <p:cNvSpPr/>
          <p:nvPr/>
        </p:nvSpPr>
        <p:spPr>
          <a:xfrm>
            <a:off x="9938370" y="170522"/>
            <a:ext cx="2073537" cy="1327064"/>
          </a:xfrm>
          <a:custGeom>
            <a:avLst/>
            <a:gdLst/>
            <a:ahLst/>
            <a:cxnLst/>
            <a:rect l="l" t="t" r="r" b="b"/>
            <a:pathLst>
              <a:path w="2073537" h="1327064">
                <a:moveTo>
                  <a:pt x="0" y="0"/>
                </a:moveTo>
                <a:lnTo>
                  <a:pt x="2073537" y="0"/>
                </a:lnTo>
                <a:lnTo>
                  <a:pt x="2073537" y="1327064"/>
                </a:lnTo>
                <a:lnTo>
                  <a:pt x="0" y="1327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8"/>
          <p:cNvSpPr/>
          <p:nvPr/>
        </p:nvSpPr>
        <p:spPr>
          <a:xfrm>
            <a:off x="10962697" y="968834"/>
            <a:ext cx="24883" cy="590958"/>
          </a:xfrm>
          <a:custGeom>
            <a:avLst/>
            <a:gdLst/>
            <a:ahLst/>
            <a:cxnLst/>
            <a:rect l="l" t="t" r="r" b="b"/>
            <a:pathLst>
              <a:path w="24883" h="590958">
                <a:moveTo>
                  <a:pt x="0" y="0"/>
                </a:moveTo>
                <a:lnTo>
                  <a:pt x="24883" y="0"/>
                </a:lnTo>
                <a:lnTo>
                  <a:pt x="24883" y="590958"/>
                </a:lnTo>
                <a:lnTo>
                  <a:pt x="0" y="590958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9"/>
          <p:cNvSpPr/>
          <p:nvPr/>
        </p:nvSpPr>
        <p:spPr>
          <a:xfrm>
            <a:off x="10962697" y="108316"/>
            <a:ext cx="24883" cy="590958"/>
          </a:xfrm>
          <a:custGeom>
            <a:avLst/>
            <a:gdLst/>
            <a:ahLst/>
            <a:cxnLst/>
            <a:rect l="l" t="t" r="r" b="b"/>
            <a:pathLst>
              <a:path w="24883" h="590958">
                <a:moveTo>
                  <a:pt x="0" y="0"/>
                </a:moveTo>
                <a:lnTo>
                  <a:pt x="24883" y="0"/>
                </a:lnTo>
                <a:lnTo>
                  <a:pt x="24883" y="590958"/>
                </a:lnTo>
                <a:lnTo>
                  <a:pt x="0" y="590958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0"/>
          <p:cNvSpPr/>
          <p:nvPr/>
        </p:nvSpPr>
        <p:spPr>
          <a:xfrm>
            <a:off x="10962697" y="699274"/>
            <a:ext cx="24883" cy="269560"/>
          </a:xfrm>
          <a:custGeom>
            <a:avLst/>
            <a:gdLst/>
            <a:ahLst/>
            <a:cxnLst/>
            <a:rect l="l" t="t" r="r" b="b"/>
            <a:pathLst>
              <a:path w="24883" h="269560">
                <a:moveTo>
                  <a:pt x="0" y="0"/>
                </a:moveTo>
                <a:lnTo>
                  <a:pt x="24883" y="0"/>
                </a:lnTo>
                <a:lnTo>
                  <a:pt x="24883" y="269560"/>
                </a:lnTo>
                <a:lnTo>
                  <a:pt x="0" y="26956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11"/>
          <p:cNvSpPr/>
          <p:nvPr/>
        </p:nvSpPr>
        <p:spPr>
          <a:xfrm>
            <a:off x="10958550" y="960540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2"/>
          <p:cNvSpPr/>
          <p:nvPr/>
        </p:nvSpPr>
        <p:spPr>
          <a:xfrm>
            <a:off x="10958550" y="699274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3"/>
          <p:cNvSpPr/>
          <p:nvPr/>
        </p:nvSpPr>
        <p:spPr>
          <a:xfrm>
            <a:off x="9594162" y="108316"/>
            <a:ext cx="24882" cy="1451476"/>
          </a:xfrm>
          <a:custGeom>
            <a:avLst/>
            <a:gdLst/>
            <a:ahLst/>
            <a:cxnLst/>
            <a:rect l="l" t="t" r="r" b="b"/>
            <a:pathLst>
              <a:path w="24882" h="1451476">
                <a:moveTo>
                  <a:pt x="0" y="0"/>
                </a:moveTo>
                <a:lnTo>
                  <a:pt x="24882" y="0"/>
                </a:lnTo>
                <a:lnTo>
                  <a:pt x="24882" y="1451476"/>
                </a:lnTo>
                <a:lnTo>
                  <a:pt x="0" y="14514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4"/>
          <p:cNvSpPr/>
          <p:nvPr/>
        </p:nvSpPr>
        <p:spPr>
          <a:xfrm>
            <a:off x="9606603" y="1547351"/>
            <a:ext cx="1368535" cy="24882"/>
          </a:xfrm>
          <a:custGeom>
            <a:avLst/>
            <a:gdLst/>
            <a:ahLst/>
            <a:cxnLst/>
            <a:rect l="l" t="t" r="r" b="b"/>
            <a:pathLst>
              <a:path w="1368535" h="24882">
                <a:moveTo>
                  <a:pt x="0" y="0"/>
                </a:moveTo>
                <a:lnTo>
                  <a:pt x="1368535" y="0"/>
                </a:lnTo>
                <a:lnTo>
                  <a:pt x="1368535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5"/>
          <p:cNvSpPr/>
          <p:nvPr/>
        </p:nvSpPr>
        <p:spPr>
          <a:xfrm>
            <a:off x="9606603" y="95874"/>
            <a:ext cx="1368535" cy="24883"/>
          </a:xfrm>
          <a:custGeom>
            <a:avLst/>
            <a:gdLst/>
            <a:ahLst/>
            <a:cxnLst/>
            <a:rect l="l" t="t" r="r" b="b"/>
            <a:pathLst>
              <a:path w="1368535" h="24883">
                <a:moveTo>
                  <a:pt x="0" y="0"/>
                </a:moveTo>
                <a:lnTo>
                  <a:pt x="1368535" y="0"/>
                </a:lnTo>
                <a:lnTo>
                  <a:pt x="1368535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6"/>
          <p:cNvSpPr/>
          <p:nvPr/>
        </p:nvSpPr>
        <p:spPr>
          <a:xfrm>
            <a:off x="12331231" y="108316"/>
            <a:ext cx="24882" cy="1451476"/>
          </a:xfrm>
          <a:custGeom>
            <a:avLst/>
            <a:gdLst/>
            <a:ahLst/>
            <a:cxnLst/>
            <a:rect l="l" t="t" r="r" b="b"/>
            <a:pathLst>
              <a:path w="24882" h="1451476">
                <a:moveTo>
                  <a:pt x="0" y="0"/>
                </a:moveTo>
                <a:lnTo>
                  <a:pt x="24882" y="0"/>
                </a:lnTo>
                <a:lnTo>
                  <a:pt x="24882" y="1451476"/>
                </a:lnTo>
                <a:lnTo>
                  <a:pt x="0" y="14514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7"/>
          <p:cNvSpPr/>
          <p:nvPr/>
        </p:nvSpPr>
        <p:spPr>
          <a:xfrm>
            <a:off x="10975138" y="1547351"/>
            <a:ext cx="1368535" cy="24882"/>
          </a:xfrm>
          <a:custGeom>
            <a:avLst/>
            <a:gdLst/>
            <a:ahLst/>
            <a:cxnLst/>
            <a:rect l="l" t="t" r="r" b="b"/>
            <a:pathLst>
              <a:path w="1368535" h="24882">
                <a:moveTo>
                  <a:pt x="0" y="0"/>
                </a:moveTo>
                <a:lnTo>
                  <a:pt x="1368535" y="0"/>
                </a:lnTo>
                <a:lnTo>
                  <a:pt x="1368535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8"/>
          <p:cNvSpPr/>
          <p:nvPr/>
        </p:nvSpPr>
        <p:spPr>
          <a:xfrm>
            <a:off x="10975138" y="95874"/>
            <a:ext cx="1368535" cy="24883"/>
          </a:xfrm>
          <a:custGeom>
            <a:avLst/>
            <a:gdLst/>
            <a:ahLst/>
            <a:cxnLst/>
            <a:rect l="l" t="t" r="r" b="b"/>
            <a:pathLst>
              <a:path w="1368535" h="24883">
                <a:moveTo>
                  <a:pt x="0" y="0"/>
                </a:moveTo>
                <a:lnTo>
                  <a:pt x="1368535" y="0"/>
                </a:lnTo>
                <a:lnTo>
                  <a:pt x="1368535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19"/>
          <p:cNvSpPr/>
          <p:nvPr/>
        </p:nvSpPr>
        <p:spPr>
          <a:xfrm>
            <a:off x="11130654" y="185037"/>
            <a:ext cx="228088" cy="74647"/>
          </a:xfrm>
          <a:custGeom>
            <a:avLst/>
            <a:gdLst/>
            <a:ahLst/>
            <a:cxnLst/>
            <a:rect l="l" t="t" r="r" b="b"/>
            <a:pathLst>
              <a:path w="228088" h="74647">
                <a:moveTo>
                  <a:pt x="0" y="0"/>
                </a:moveTo>
                <a:lnTo>
                  <a:pt x="228088" y="0"/>
                </a:lnTo>
                <a:lnTo>
                  <a:pt x="228088" y="74647"/>
                </a:lnTo>
                <a:lnTo>
                  <a:pt x="0" y="7464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0"/>
          <p:cNvSpPr/>
          <p:nvPr/>
        </p:nvSpPr>
        <p:spPr>
          <a:xfrm>
            <a:off x="10145724" y="1497586"/>
            <a:ext cx="0" cy="35525"/>
          </a:xfrm>
          <a:custGeom>
            <a:avLst/>
            <a:gdLst/>
            <a:ahLst/>
            <a:cxnLst/>
            <a:rect l="l" t="t" r="r" b="b"/>
            <a:pathLst>
              <a:path w="0" h="35525">
                <a:moveTo>
                  <a:pt x="0" y="0"/>
                </a:moveTo>
                <a:lnTo>
                  <a:pt x="0" y="35525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1"/>
          <p:cNvSpPr/>
          <p:nvPr/>
        </p:nvSpPr>
        <p:spPr>
          <a:xfrm>
            <a:off x="10975138" y="1497586"/>
            <a:ext cx="0" cy="35525"/>
          </a:xfrm>
          <a:custGeom>
            <a:avLst/>
            <a:gdLst/>
            <a:ahLst/>
            <a:cxnLst/>
            <a:rect l="l" t="t" r="r" b="b"/>
            <a:pathLst>
              <a:path w="0" h="35525">
                <a:moveTo>
                  <a:pt x="0" y="0"/>
                </a:moveTo>
                <a:lnTo>
                  <a:pt x="0" y="35525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2"/>
          <p:cNvSpPr/>
          <p:nvPr/>
        </p:nvSpPr>
        <p:spPr>
          <a:xfrm>
            <a:off x="11804553" y="1497586"/>
            <a:ext cx="0" cy="35525"/>
          </a:xfrm>
          <a:custGeom>
            <a:avLst/>
            <a:gdLst/>
            <a:ahLst/>
            <a:cxnLst/>
            <a:rect l="l" t="t" r="r" b="b"/>
            <a:pathLst>
              <a:path w="0" h="35525">
                <a:moveTo>
                  <a:pt x="0" y="0"/>
                </a:moveTo>
                <a:lnTo>
                  <a:pt x="0" y="35525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3"/>
          <p:cNvSpPr/>
          <p:nvPr/>
        </p:nvSpPr>
        <p:spPr>
          <a:xfrm>
            <a:off x="9938370" y="1248761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4"/>
          <p:cNvSpPr/>
          <p:nvPr/>
        </p:nvSpPr>
        <p:spPr>
          <a:xfrm>
            <a:off x="9902844" y="1248761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89691" y="1175472"/>
            <a:ext cx="227706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37" name="Editable path 25"/>
          <p:cNvSpPr/>
          <p:nvPr/>
        </p:nvSpPr>
        <p:spPr>
          <a:xfrm>
            <a:off x="9938370" y="834054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6"/>
          <p:cNvSpPr/>
          <p:nvPr/>
        </p:nvSpPr>
        <p:spPr>
          <a:xfrm>
            <a:off x="9902844" y="834054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99228" y="760764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0" name="Editable path 27"/>
          <p:cNvSpPr/>
          <p:nvPr/>
        </p:nvSpPr>
        <p:spPr>
          <a:xfrm>
            <a:off x="9938370" y="419347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28"/>
          <p:cNvSpPr/>
          <p:nvPr/>
        </p:nvSpPr>
        <p:spPr>
          <a:xfrm>
            <a:off x="9902844" y="419347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9228" y="346057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43" name="Editable path 29"/>
          <p:cNvSpPr/>
          <p:nvPr/>
        </p:nvSpPr>
        <p:spPr>
          <a:xfrm>
            <a:off x="9938370" y="170522"/>
            <a:ext cx="0" cy="1327064"/>
          </a:xfrm>
          <a:custGeom>
            <a:avLst/>
            <a:gdLst/>
            <a:ahLst/>
            <a:cxnLst/>
            <a:rect l="l" t="t" r="r" b="b"/>
            <a:pathLst>
              <a:path w="0" h="1327064">
                <a:moveTo>
                  <a:pt x="0" y="1327064"/>
                </a:moveTo>
                <a:lnTo>
                  <a:pt x="0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30"/>
          <p:cNvSpPr/>
          <p:nvPr/>
        </p:nvSpPr>
        <p:spPr>
          <a:xfrm>
            <a:off x="9938370" y="1497586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1"/>
          <p:cNvSpPr/>
          <p:nvPr/>
        </p:nvSpPr>
        <p:spPr>
          <a:xfrm>
            <a:off x="10180038" y="835019"/>
            <a:ext cx="1500763" cy="414734"/>
          </a:xfrm>
          <a:custGeom>
            <a:avLst/>
            <a:gdLst/>
            <a:ahLst/>
            <a:cxnLst/>
            <a:rect l="l" t="t" r="r" b="b"/>
            <a:pathLst>
              <a:path w="1500763" h="414734">
                <a:moveTo>
                  <a:pt x="70857" y="414734"/>
                </a:moveTo>
                <a:lnTo>
                  <a:pt x="69570" y="413255"/>
                </a:lnTo>
                <a:lnTo>
                  <a:pt x="62255" y="403612"/>
                </a:lnTo>
                <a:lnTo>
                  <a:pt x="62038" y="363020"/>
                </a:lnTo>
                <a:lnTo>
                  <a:pt x="62369" y="356826"/>
                </a:lnTo>
                <a:lnTo>
                  <a:pt x="59851" y="358530"/>
                </a:lnTo>
                <a:lnTo>
                  <a:pt x="46799" y="361033"/>
                </a:lnTo>
                <a:lnTo>
                  <a:pt x="33665" y="358508"/>
                </a:lnTo>
                <a:lnTo>
                  <a:pt x="21708" y="350538"/>
                </a:lnTo>
                <a:lnTo>
                  <a:pt x="11742" y="337377"/>
                </a:lnTo>
                <a:lnTo>
                  <a:pt x="4138" y="318398"/>
                </a:lnTo>
                <a:lnTo>
                  <a:pt x="0" y="293246"/>
                </a:lnTo>
                <a:lnTo>
                  <a:pt x="491" y="262789"/>
                </a:lnTo>
                <a:lnTo>
                  <a:pt x="6551" y="227092"/>
                </a:lnTo>
                <a:lnTo>
                  <a:pt x="17570" y="191996"/>
                </a:lnTo>
                <a:lnTo>
                  <a:pt x="33584" y="157880"/>
                </a:lnTo>
                <a:lnTo>
                  <a:pt x="54824" y="124848"/>
                </a:lnTo>
                <a:lnTo>
                  <a:pt x="82932" y="91027"/>
                </a:lnTo>
                <a:lnTo>
                  <a:pt x="113199" y="62635"/>
                </a:lnTo>
                <a:lnTo>
                  <a:pt x="148741" y="37129"/>
                </a:lnTo>
                <a:lnTo>
                  <a:pt x="162798" y="30652"/>
                </a:lnTo>
                <a:lnTo>
                  <a:pt x="215519" y="13654"/>
                </a:lnTo>
                <a:lnTo>
                  <a:pt x="259685" y="6543"/>
                </a:lnTo>
                <a:lnTo>
                  <a:pt x="322658" y="2286"/>
                </a:lnTo>
                <a:lnTo>
                  <a:pt x="460209" y="0"/>
                </a:lnTo>
                <a:lnTo>
                  <a:pt x="632570" y="1266"/>
                </a:lnTo>
                <a:lnTo>
                  <a:pt x="746705" y="7938"/>
                </a:lnTo>
                <a:lnTo>
                  <a:pt x="781156" y="14387"/>
                </a:lnTo>
                <a:lnTo>
                  <a:pt x="807439" y="24488"/>
                </a:lnTo>
                <a:lnTo>
                  <a:pt x="833088" y="39923"/>
                </a:lnTo>
                <a:lnTo>
                  <a:pt x="865548" y="66225"/>
                </a:lnTo>
                <a:lnTo>
                  <a:pt x="985430" y="170091"/>
                </a:lnTo>
                <a:lnTo>
                  <a:pt x="1042432" y="210072"/>
                </a:lnTo>
                <a:lnTo>
                  <a:pt x="1104571" y="247147"/>
                </a:lnTo>
                <a:lnTo>
                  <a:pt x="1166719" y="278310"/>
                </a:lnTo>
                <a:lnTo>
                  <a:pt x="1233535" y="306103"/>
                </a:lnTo>
                <a:lnTo>
                  <a:pt x="1304803" y="329913"/>
                </a:lnTo>
                <a:lnTo>
                  <a:pt x="1374916" y="347865"/>
                </a:lnTo>
                <a:lnTo>
                  <a:pt x="1446143" y="360766"/>
                </a:lnTo>
                <a:lnTo>
                  <a:pt x="1500763" y="367278"/>
                </a:lnTo>
                <a:lnTo>
                  <a:pt x="1499766" y="365776"/>
                </a:lnTo>
                <a:lnTo>
                  <a:pt x="1499779" y="365688"/>
                </a:lnTo>
                <a:lnTo>
                  <a:pt x="1499726" y="365919"/>
                </a:lnTo>
                <a:lnTo>
                  <a:pt x="1499635" y="365747"/>
                </a:lnTo>
              </a:path>
            </a:pathLst>
          </a:custGeom>
          <a:noFill/>
          <a:ln w="27236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32"/>
          <p:cNvSpPr/>
          <p:nvPr/>
        </p:nvSpPr>
        <p:spPr>
          <a:xfrm>
            <a:off x="10187601" y="416065"/>
            <a:ext cx="1567356" cy="413787"/>
          </a:xfrm>
          <a:custGeom>
            <a:avLst/>
            <a:gdLst/>
            <a:ahLst/>
            <a:cxnLst/>
            <a:rect l="l" t="t" r="r" b="b"/>
            <a:pathLst>
              <a:path w="1567356" h="413787">
                <a:moveTo>
                  <a:pt x="0" y="24532"/>
                </a:moveTo>
                <a:lnTo>
                  <a:pt x="8694" y="18120"/>
                </a:lnTo>
                <a:lnTo>
                  <a:pt x="23233" y="6212"/>
                </a:lnTo>
                <a:lnTo>
                  <a:pt x="40777" y="542"/>
                </a:lnTo>
                <a:lnTo>
                  <a:pt x="52451" y="0"/>
                </a:lnTo>
                <a:lnTo>
                  <a:pt x="54196" y="32600"/>
                </a:lnTo>
                <a:lnTo>
                  <a:pt x="54360" y="45838"/>
                </a:lnTo>
                <a:lnTo>
                  <a:pt x="56503" y="45712"/>
                </a:lnTo>
                <a:lnTo>
                  <a:pt x="119138" y="51891"/>
                </a:lnTo>
                <a:lnTo>
                  <a:pt x="192986" y="64228"/>
                </a:lnTo>
                <a:lnTo>
                  <a:pt x="260492" y="80455"/>
                </a:lnTo>
                <a:lnTo>
                  <a:pt x="329381" y="102143"/>
                </a:lnTo>
                <a:lnTo>
                  <a:pt x="396581" y="128605"/>
                </a:lnTo>
                <a:lnTo>
                  <a:pt x="461771" y="159790"/>
                </a:lnTo>
                <a:lnTo>
                  <a:pt x="524567" y="195632"/>
                </a:lnTo>
                <a:lnTo>
                  <a:pt x="582385" y="234307"/>
                </a:lnTo>
                <a:lnTo>
                  <a:pt x="639416" y="278729"/>
                </a:lnTo>
                <a:lnTo>
                  <a:pt x="703830" y="335989"/>
                </a:lnTo>
                <a:lnTo>
                  <a:pt x="752820" y="377095"/>
                </a:lnTo>
                <a:lnTo>
                  <a:pt x="780864" y="394044"/>
                </a:lnTo>
                <a:lnTo>
                  <a:pt x="808622" y="404456"/>
                </a:lnTo>
                <a:lnTo>
                  <a:pt x="840874" y="410345"/>
                </a:lnTo>
                <a:lnTo>
                  <a:pt x="868876" y="411043"/>
                </a:lnTo>
                <a:lnTo>
                  <a:pt x="878689" y="411015"/>
                </a:lnTo>
                <a:lnTo>
                  <a:pt x="985571" y="413787"/>
                </a:lnTo>
                <a:lnTo>
                  <a:pt x="1270074" y="411940"/>
                </a:lnTo>
                <a:lnTo>
                  <a:pt x="1325975" y="406177"/>
                </a:lnTo>
                <a:lnTo>
                  <a:pt x="1370022" y="396354"/>
                </a:lnTo>
                <a:lnTo>
                  <a:pt x="1402026" y="384934"/>
                </a:lnTo>
                <a:lnTo>
                  <a:pt x="1426320" y="370202"/>
                </a:lnTo>
                <a:lnTo>
                  <a:pt x="1453458" y="346812"/>
                </a:lnTo>
                <a:lnTo>
                  <a:pt x="1496378" y="303659"/>
                </a:lnTo>
                <a:lnTo>
                  <a:pt x="1525122" y="267684"/>
                </a:lnTo>
                <a:lnTo>
                  <a:pt x="1543155" y="237770"/>
                </a:lnTo>
                <a:lnTo>
                  <a:pt x="1556274" y="205995"/>
                </a:lnTo>
                <a:lnTo>
                  <a:pt x="1564520" y="171719"/>
                </a:lnTo>
                <a:lnTo>
                  <a:pt x="1567356" y="138345"/>
                </a:lnTo>
                <a:lnTo>
                  <a:pt x="1564895" y="109046"/>
                </a:lnTo>
                <a:lnTo>
                  <a:pt x="1557624" y="84534"/>
                </a:lnTo>
                <a:lnTo>
                  <a:pt x="1546927" y="66595"/>
                </a:lnTo>
                <a:lnTo>
                  <a:pt x="1533972" y="54670"/>
                </a:lnTo>
                <a:lnTo>
                  <a:pt x="1519561" y="48412"/>
                </a:lnTo>
                <a:lnTo>
                  <a:pt x="1503817" y="47502"/>
                </a:lnTo>
                <a:lnTo>
                  <a:pt x="1492433" y="50739"/>
                </a:lnTo>
                <a:lnTo>
                  <a:pt x="1492822" y="51109"/>
                </a:lnTo>
              </a:path>
            </a:pathLst>
          </a:custGeom>
          <a:noFill/>
          <a:ln w="27236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path 33"/>
          <p:cNvSpPr/>
          <p:nvPr/>
        </p:nvSpPr>
        <p:spPr>
          <a:xfrm>
            <a:off x="9969893" y="187116"/>
            <a:ext cx="660463" cy="169028"/>
          </a:xfrm>
          <a:custGeom>
            <a:avLst/>
            <a:gdLst/>
            <a:ahLst/>
            <a:cxnLst/>
            <a:rect l="l" t="t" r="r" b="b"/>
            <a:pathLst>
              <a:path w="660463" h="169028">
                <a:moveTo>
                  <a:pt x="0" y="0"/>
                </a:moveTo>
                <a:lnTo>
                  <a:pt x="660463" y="0"/>
                </a:lnTo>
                <a:lnTo>
                  <a:pt x="660463" y="169028"/>
                </a:lnTo>
                <a:lnTo>
                  <a:pt x="0" y="1690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79840" y="174576"/>
            <a:ext cx="681709" cy="1989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Paths (m)</a:t>
            </a:r>
          </a:p>
        </p:txBody>
      </p:sp>
      <p:sp>
        <p:nvSpPr>
          <p:cNvPr id="49" name="Editable path 34"/>
          <p:cNvSpPr/>
          <p:nvPr/>
        </p:nvSpPr>
        <p:spPr>
          <a:xfrm>
            <a:off x="10242365" y="774722"/>
            <a:ext cx="1438145" cy="108692"/>
          </a:xfrm>
          <a:custGeom>
            <a:avLst/>
            <a:gdLst/>
            <a:ahLst/>
            <a:cxnLst/>
            <a:rect l="l" t="t" r="r" b="b"/>
            <a:pathLst>
              <a:path w="1438145" h="108692">
                <a:moveTo>
                  <a:pt x="25" y="52561"/>
                </a:moveTo>
                <a:lnTo>
                  <a:pt x="0" y="53269"/>
                </a:lnTo>
                <a:lnTo>
                  <a:pt x="2618" y="52934"/>
                </a:lnTo>
                <a:lnTo>
                  <a:pt x="232239" y="95872"/>
                </a:lnTo>
                <a:lnTo>
                  <a:pt x="315331" y="108692"/>
                </a:lnTo>
                <a:lnTo>
                  <a:pt x="344977" y="107481"/>
                </a:lnTo>
                <a:lnTo>
                  <a:pt x="377138" y="100376"/>
                </a:lnTo>
                <a:lnTo>
                  <a:pt x="491657" y="69022"/>
                </a:lnTo>
                <a:lnTo>
                  <a:pt x="547283" y="62792"/>
                </a:lnTo>
                <a:lnTo>
                  <a:pt x="631189" y="59628"/>
                </a:lnTo>
                <a:lnTo>
                  <a:pt x="936572" y="51819"/>
                </a:lnTo>
                <a:lnTo>
                  <a:pt x="987231" y="43948"/>
                </a:lnTo>
                <a:lnTo>
                  <a:pt x="1020408" y="33217"/>
                </a:lnTo>
                <a:lnTo>
                  <a:pt x="1096656" y="5399"/>
                </a:lnTo>
                <a:lnTo>
                  <a:pt x="1127092" y="0"/>
                </a:lnTo>
                <a:lnTo>
                  <a:pt x="1155692" y="589"/>
                </a:lnTo>
                <a:lnTo>
                  <a:pt x="1197814" y="7910"/>
                </a:lnTo>
                <a:lnTo>
                  <a:pt x="1438145" y="59419"/>
                </a:lnTo>
                <a:lnTo>
                  <a:pt x="1437735" y="59383"/>
                </a:lnTo>
              </a:path>
            </a:pathLst>
          </a:custGeom>
          <a:noFill/>
          <a:ln w="3907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35"/>
          <p:cNvSpPr/>
          <p:nvPr/>
        </p:nvSpPr>
        <p:spPr>
          <a:xfrm>
            <a:off x="10242508" y="774452"/>
            <a:ext cx="1437633" cy="109022"/>
          </a:xfrm>
          <a:custGeom>
            <a:avLst/>
            <a:gdLst/>
            <a:ahLst/>
            <a:cxnLst/>
            <a:rect l="l" t="t" r="r" b="b"/>
            <a:pathLst>
              <a:path w="1437633" h="109022">
                <a:moveTo>
                  <a:pt x="0" y="52723"/>
                </a:moveTo>
                <a:lnTo>
                  <a:pt x="314051" y="109022"/>
                </a:lnTo>
                <a:lnTo>
                  <a:pt x="344200" y="107964"/>
                </a:lnTo>
                <a:lnTo>
                  <a:pt x="375788" y="101070"/>
                </a:lnTo>
                <a:lnTo>
                  <a:pt x="502027" y="67653"/>
                </a:lnTo>
                <a:lnTo>
                  <a:pt x="554748" y="62538"/>
                </a:lnTo>
                <a:lnTo>
                  <a:pt x="638051" y="59773"/>
                </a:lnTo>
                <a:lnTo>
                  <a:pt x="928176" y="52965"/>
                </a:lnTo>
                <a:lnTo>
                  <a:pt x="984038" y="44997"/>
                </a:lnTo>
                <a:lnTo>
                  <a:pt x="1015526" y="35356"/>
                </a:lnTo>
                <a:lnTo>
                  <a:pt x="1100519" y="4490"/>
                </a:lnTo>
                <a:lnTo>
                  <a:pt x="1128540" y="0"/>
                </a:lnTo>
                <a:lnTo>
                  <a:pt x="1155222" y="684"/>
                </a:lnTo>
                <a:lnTo>
                  <a:pt x="1196563" y="7834"/>
                </a:lnTo>
                <a:lnTo>
                  <a:pt x="1437633" y="59602"/>
                </a:lnTo>
              </a:path>
            </a:pathLst>
          </a:custGeom>
          <a:noFill/>
          <a:ln w="378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6"/>
          <p:cNvSpPr/>
          <p:nvPr/>
        </p:nvSpPr>
        <p:spPr>
          <a:xfrm>
            <a:off x="10199694" y="784587"/>
            <a:ext cx="85393" cy="85393"/>
          </a:xfrm>
          <a:custGeom>
            <a:avLst/>
            <a:gdLst/>
            <a:ahLst/>
            <a:cxnLst/>
            <a:rect l="l" t="t" r="r" b="b"/>
            <a:pathLst>
              <a:path w="85393" h="85393">
                <a:moveTo>
                  <a:pt x="42696" y="85393"/>
                </a:moveTo>
                <a:lnTo>
                  <a:pt x="45516" y="85300"/>
                </a:lnTo>
                <a:lnTo>
                  <a:pt x="48308" y="85022"/>
                </a:lnTo>
                <a:lnTo>
                  <a:pt x="51065" y="84565"/>
                </a:lnTo>
                <a:lnTo>
                  <a:pt x="53777" y="83930"/>
                </a:lnTo>
                <a:lnTo>
                  <a:pt x="56437" y="83121"/>
                </a:lnTo>
                <a:lnTo>
                  <a:pt x="59036" y="82142"/>
                </a:lnTo>
                <a:lnTo>
                  <a:pt x="61565" y="80997"/>
                </a:lnTo>
                <a:lnTo>
                  <a:pt x="64018" y="79688"/>
                </a:lnTo>
                <a:lnTo>
                  <a:pt x="66385" y="78219"/>
                </a:lnTo>
                <a:lnTo>
                  <a:pt x="68657" y="76594"/>
                </a:lnTo>
                <a:lnTo>
                  <a:pt x="70828" y="74815"/>
                </a:lnTo>
                <a:lnTo>
                  <a:pt x="72887" y="72887"/>
                </a:lnTo>
                <a:lnTo>
                  <a:pt x="74815" y="70828"/>
                </a:lnTo>
                <a:lnTo>
                  <a:pt x="76594" y="68657"/>
                </a:lnTo>
                <a:lnTo>
                  <a:pt x="78219" y="66385"/>
                </a:lnTo>
                <a:lnTo>
                  <a:pt x="79688" y="64018"/>
                </a:lnTo>
                <a:lnTo>
                  <a:pt x="80997" y="61565"/>
                </a:lnTo>
                <a:lnTo>
                  <a:pt x="82142" y="59035"/>
                </a:lnTo>
                <a:lnTo>
                  <a:pt x="83121" y="56437"/>
                </a:lnTo>
                <a:lnTo>
                  <a:pt x="83930" y="53777"/>
                </a:lnTo>
                <a:lnTo>
                  <a:pt x="84565" y="51065"/>
                </a:lnTo>
                <a:lnTo>
                  <a:pt x="85022" y="48308"/>
                </a:lnTo>
                <a:lnTo>
                  <a:pt x="85300" y="45516"/>
                </a:lnTo>
                <a:lnTo>
                  <a:pt x="85393" y="42696"/>
                </a:lnTo>
                <a:lnTo>
                  <a:pt x="85300" y="39876"/>
                </a:lnTo>
                <a:lnTo>
                  <a:pt x="85022" y="37084"/>
                </a:lnTo>
                <a:lnTo>
                  <a:pt x="84565" y="34328"/>
                </a:lnTo>
                <a:lnTo>
                  <a:pt x="83930" y="31616"/>
                </a:lnTo>
                <a:lnTo>
                  <a:pt x="83121" y="28956"/>
                </a:lnTo>
                <a:lnTo>
                  <a:pt x="82142" y="26357"/>
                </a:lnTo>
                <a:lnTo>
                  <a:pt x="80997" y="23827"/>
                </a:lnTo>
                <a:lnTo>
                  <a:pt x="79688" y="21375"/>
                </a:lnTo>
                <a:lnTo>
                  <a:pt x="78219" y="19008"/>
                </a:lnTo>
                <a:lnTo>
                  <a:pt x="76594" y="16735"/>
                </a:lnTo>
                <a:lnTo>
                  <a:pt x="74815" y="14565"/>
                </a:lnTo>
                <a:lnTo>
                  <a:pt x="72887" y="12505"/>
                </a:lnTo>
                <a:lnTo>
                  <a:pt x="70828" y="10577"/>
                </a:lnTo>
                <a:lnTo>
                  <a:pt x="68657" y="8799"/>
                </a:lnTo>
                <a:lnTo>
                  <a:pt x="66385" y="7173"/>
                </a:lnTo>
                <a:lnTo>
                  <a:pt x="64018" y="5705"/>
                </a:lnTo>
                <a:lnTo>
                  <a:pt x="61565" y="4396"/>
                </a:lnTo>
                <a:lnTo>
                  <a:pt x="59036" y="3250"/>
                </a:lnTo>
                <a:lnTo>
                  <a:pt x="56437" y="2271"/>
                </a:lnTo>
                <a:lnTo>
                  <a:pt x="53777" y="1463"/>
                </a:lnTo>
                <a:lnTo>
                  <a:pt x="51065" y="828"/>
                </a:lnTo>
                <a:lnTo>
                  <a:pt x="48308" y="370"/>
                </a:lnTo>
                <a:lnTo>
                  <a:pt x="45516" y="93"/>
                </a:lnTo>
                <a:lnTo>
                  <a:pt x="42696" y="0"/>
                </a:lnTo>
                <a:lnTo>
                  <a:pt x="39876" y="93"/>
                </a:lnTo>
                <a:lnTo>
                  <a:pt x="37084" y="370"/>
                </a:lnTo>
                <a:lnTo>
                  <a:pt x="34328" y="828"/>
                </a:lnTo>
                <a:lnTo>
                  <a:pt x="31616" y="1463"/>
                </a:lnTo>
                <a:lnTo>
                  <a:pt x="28956" y="2271"/>
                </a:lnTo>
                <a:lnTo>
                  <a:pt x="26357" y="3250"/>
                </a:lnTo>
                <a:lnTo>
                  <a:pt x="23827" y="4396"/>
                </a:lnTo>
                <a:lnTo>
                  <a:pt x="21375" y="5705"/>
                </a:lnTo>
                <a:lnTo>
                  <a:pt x="19008" y="7173"/>
                </a:lnTo>
                <a:lnTo>
                  <a:pt x="16735" y="8799"/>
                </a:lnTo>
                <a:lnTo>
                  <a:pt x="14565" y="10577"/>
                </a:lnTo>
                <a:lnTo>
                  <a:pt x="12505" y="12505"/>
                </a:lnTo>
                <a:lnTo>
                  <a:pt x="10577" y="14565"/>
                </a:lnTo>
                <a:lnTo>
                  <a:pt x="8799" y="16735"/>
                </a:lnTo>
                <a:lnTo>
                  <a:pt x="7173" y="19008"/>
                </a:lnTo>
                <a:lnTo>
                  <a:pt x="5705" y="21375"/>
                </a:lnTo>
                <a:lnTo>
                  <a:pt x="4396" y="23827"/>
                </a:lnTo>
                <a:lnTo>
                  <a:pt x="3250" y="26357"/>
                </a:lnTo>
                <a:lnTo>
                  <a:pt x="2271" y="28956"/>
                </a:lnTo>
                <a:lnTo>
                  <a:pt x="1463" y="31616"/>
                </a:lnTo>
                <a:lnTo>
                  <a:pt x="828" y="34328"/>
                </a:lnTo>
                <a:lnTo>
                  <a:pt x="370" y="37084"/>
                </a:lnTo>
                <a:lnTo>
                  <a:pt x="93" y="39876"/>
                </a:lnTo>
                <a:lnTo>
                  <a:pt x="0" y="42696"/>
                </a:lnTo>
                <a:lnTo>
                  <a:pt x="93" y="45516"/>
                </a:lnTo>
                <a:lnTo>
                  <a:pt x="370" y="48308"/>
                </a:lnTo>
                <a:lnTo>
                  <a:pt x="828" y="51065"/>
                </a:lnTo>
                <a:lnTo>
                  <a:pt x="1463" y="53777"/>
                </a:lnTo>
                <a:lnTo>
                  <a:pt x="2271" y="56437"/>
                </a:lnTo>
                <a:lnTo>
                  <a:pt x="3250" y="59035"/>
                </a:lnTo>
                <a:lnTo>
                  <a:pt x="4396" y="61565"/>
                </a:lnTo>
                <a:lnTo>
                  <a:pt x="5705" y="64018"/>
                </a:lnTo>
                <a:lnTo>
                  <a:pt x="7173" y="66385"/>
                </a:lnTo>
                <a:lnTo>
                  <a:pt x="8799" y="68657"/>
                </a:lnTo>
                <a:lnTo>
                  <a:pt x="10577" y="70828"/>
                </a:lnTo>
                <a:lnTo>
                  <a:pt x="12505" y="72887"/>
                </a:lnTo>
                <a:lnTo>
                  <a:pt x="14565" y="74815"/>
                </a:lnTo>
                <a:lnTo>
                  <a:pt x="16735" y="76594"/>
                </a:lnTo>
                <a:lnTo>
                  <a:pt x="19008" y="78219"/>
                </a:lnTo>
                <a:lnTo>
                  <a:pt x="21375" y="79688"/>
                </a:lnTo>
                <a:lnTo>
                  <a:pt x="23827" y="80997"/>
                </a:lnTo>
                <a:lnTo>
                  <a:pt x="26357" y="82142"/>
                </a:lnTo>
                <a:lnTo>
                  <a:pt x="28956" y="83121"/>
                </a:lnTo>
                <a:lnTo>
                  <a:pt x="31616" y="83930"/>
                </a:lnTo>
                <a:lnTo>
                  <a:pt x="34328" y="84565"/>
                </a:lnTo>
                <a:lnTo>
                  <a:pt x="37084" y="85022"/>
                </a:lnTo>
                <a:lnTo>
                  <a:pt x="39876" y="85300"/>
                </a:lnTo>
                <a:lnTo>
                  <a:pt x="42696" y="85393"/>
                </a:lnTo>
                <a:close/>
              </a:path>
            </a:pathLst>
          </a:custGeom>
          <a:solidFill>
            <a:srgbClr val="FFFFFF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7"/>
          <p:cNvSpPr/>
          <p:nvPr/>
        </p:nvSpPr>
        <p:spPr>
          <a:xfrm>
            <a:off x="11629734" y="781147"/>
            <a:ext cx="100733" cy="95802"/>
          </a:xfrm>
          <a:custGeom>
            <a:avLst/>
            <a:gdLst/>
            <a:ahLst/>
            <a:cxnLst/>
            <a:rect l="l" t="t" r="r" b="b"/>
            <a:pathLst>
              <a:path w="100733" h="95802">
                <a:moveTo>
                  <a:pt x="50366" y="0"/>
                </a:moveTo>
                <a:lnTo>
                  <a:pt x="38476" y="36593"/>
                </a:lnTo>
                <a:lnTo>
                  <a:pt x="0" y="36593"/>
                </a:lnTo>
                <a:lnTo>
                  <a:pt x="31128" y="59209"/>
                </a:lnTo>
                <a:lnTo>
                  <a:pt x="19238" y="95802"/>
                </a:lnTo>
                <a:lnTo>
                  <a:pt x="50366" y="73187"/>
                </a:lnTo>
                <a:lnTo>
                  <a:pt x="81494" y="95802"/>
                </a:lnTo>
                <a:lnTo>
                  <a:pt x="69604" y="59209"/>
                </a:lnTo>
                <a:lnTo>
                  <a:pt x="100733" y="36593"/>
                </a:lnTo>
                <a:lnTo>
                  <a:pt x="62256" y="36593"/>
                </a:lnTo>
                <a:lnTo>
                  <a:pt x="50366" y="0"/>
                </a:lnTo>
                <a:close/>
              </a:path>
            </a:pathLst>
          </a:custGeom>
          <a:solidFill>
            <a:srgbClr val="FF9500"/>
          </a:solidFill>
          <a:ln w="236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8"/>
          <p:cNvSpPr/>
          <p:nvPr/>
        </p:nvSpPr>
        <p:spPr>
          <a:xfrm>
            <a:off x="10274658" y="881274"/>
            <a:ext cx="45541" cy="32936"/>
          </a:xfrm>
          <a:custGeom>
            <a:avLst/>
            <a:gdLst/>
            <a:ahLst/>
            <a:cxnLst/>
            <a:rect l="l" t="t" r="r" b="b"/>
            <a:pathLst>
              <a:path w="45541" h="32936">
                <a:moveTo>
                  <a:pt x="0" y="32936"/>
                </a:moveTo>
                <a:lnTo>
                  <a:pt x="5352" y="29065"/>
                </a:lnTo>
                <a:lnTo>
                  <a:pt x="10421" y="25399"/>
                </a:lnTo>
                <a:lnTo>
                  <a:pt x="15207" y="21938"/>
                </a:lnTo>
                <a:lnTo>
                  <a:pt x="19710" y="18681"/>
                </a:lnTo>
                <a:lnTo>
                  <a:pt x="23929" y="15629"/>
                </a:lnTo>
                <a:lnTo>
                  <a:pt x="27866" y="12782"/>
                </a:lnTo>
                <a:lnTo>
                  <a:pt x="31519" y="10140"/>
                </a:lnTo>
                <a:lnTo>
                  <a:pt x="34890" y="7702"/>
                </a:lnTo>
                <a:lnTo>
                  <a:pt x="37977" y="5470"/>
                </a:lnTo>
                <a:lnTo>
                  <a:pt x="40781" y="3442"/>
                </a:lnTo>
                <a:lnTo>
                  <a:pt x="43303" y="1618"/>
                </a:lnTo>
                <a:lnTo>
                  <a:pt x="45541" y="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9"/>
          <p:cNvSpPr/>
          <p:nvPr/>
        </p:nvSpPr>
        <p:spPr>
          <a:xfrm>
            <a:off x="10255395" y="881274"/>
            <a:ext cx="64804" cy="58216"/>
          </a:xfrm>
          <a:custGeom>
            <a:avLst/>
            <a:gdLst/>
            <a:ahLst/>
            <a:cxnLst/>
            <a:rect l="l" t="t" r="r" b="b"/>
            <a:pathLst>
              <a:path w="64804" h="58216">
                <a:moveTo>
                  <a:pt x="0" y="10624"/>
                </a:moveTo>
                <a:lnTo>
                  <a:pt x="64804" y="0"/>
                </a:lnTo>
                <a:lnTo>
                  <a:pt x="34421" y="58216"/>
                </a:lnTo>
                <a:lnTo>
                  <a:pt x="0" y="10624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40"/>
          <p:cNvSpPr/>
          <p:nvPr/>
        </p:nvSpPr>
        <p:spPr>
          <a:xfrm>
            <a:off x="11156648" y="998337"/>
            <a:ext cx="47591" cy="33702"/>
          </a:xfrm>
          <a:custGeom>
            <a:avLst/>
            <a:gdLst/>
            <a:ahLst/>
            <a:cxnLst/>
            <a:rect l="l" t="t" r="r" b="b"/>
            <a:pathLst>
              <a:path w="47591" h="33702">
                <a:moveTo>
                  <a:pt x="0" y="0"/>
                </a:moveTo>
                <a:lnTo>
                  <a:pt x="5534" y="3919"/>
                </a:lnTo>
                <a:lnTo>
                  <a:pt x="10783" y="7637"/>
                </a:lnTo>
                <a:lnTo>
                  <a:pt x="15747" y="11152"/>
                </a:lnTo>
                <a:lnTo>
                  <a:pt x="20426" y="14465"/>
                </a:lnTo>
                <a:lnTo>
                  <a:pt x="24819" y="17577"/>
                </a:lnTo>
                <a:lnTo>
                  <a:pt x="28928" y="20486"/>
                </a:lnTo>
                <a:lnTo>
                  <a:pt x="32751" y="23194"/>
                </a:lnTo>
                <a:lnTo>
                  <a:pt x="36289" y="25699"/>
                </a:lnTo>
                <a:lnTo>
                  <a:pt x="39542" y="28003"/>
                </a:lnTo>
                <a:lnTo>
                  <a:pt x="42511" y="30105"/>
                </a:lnTo>
                <a:lnTo>
                  <a:pt x="45193" y="32004"/>
                </a:lnTo>
                <a:lnTo>
                  <a:pt x="47591" y="33702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41"/>
          <p:cNvSpPr/>
          <p:nvPr/>
        </p:nvSpPr>
        <p:spPr>
          <a:xfrm>
            <a:off x="11139333" y="974128"/>
            <a:ext cx="64906" cy="57911"/>
          </a:xfrm>
          <a:custGeom>
            <a:avLst/>
            <a:gdLst/>
            <a:ahLst/>
            <a:cxnLst/>
            <a:rect l="l" t="t" r="r" b="b"/>
            <a:pathLst>
              <a:path w="64906" h="57911">
                <a:moveTo>
                  <a:pt x="33945" y="0"/>
                </a:moveTo>
                <a:lnTo>
                  <a:pt x="64906" y="57911"/>
                </a:lnTo>
                <a:lnTo>
                  <a:pt x="0" y="47934"/>
                </a:lnTo>
                <a:lnTo>
                  <a:pt x="33945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42"/>
          <p:cNvSpPr/>
          <p:nvPr/>
        </p:nvSpPr>
        <p:spPr>
          <a:xfrm>
            <a:off x="10550844" y="530860"/>
            <a:ext cx="53240" cy="23518"/>
          </a:xfrm>
          <a:custGeom>
            <a:avLst/>
            <a:gdLst/>
            <a:ahLst/>
            <a:cxnLst/>
            <a:rect l="l" t="t" r="r" b="b"/>
            <a:pathLst>
              <a:path w="53240" h="23518">
                <a:moveTo>
                  <a:pt x="0" y="0"/>
                </a:moveTo>
                <a:lnTo>
                  <a:pt x="6194" y="2737"/>
                </a:lnTo>
                <a:lnTo>
                  <a:pt x="12069" y="5332"/>
                </a:lnTo>
                <a:lnTo>
                  <a:pt x="17624" y="7786"/>
                </a:lnTo>
                <a:lnTo>
                  <a:pt x="22860" y="10098"/>
                </a:lnTo>
                <a:lnTo>
                  <a:pt x="27776" y="12270"/>
                </a:lnTo>
                <a:lnTo>
                  <a:pt x="32373" y="14300"/>
                </a:lnTo>
                <a:lnTo>
                  <a:pt x="36650" y="16190"/>
                </a:lnTo>
                <a:lnTo>
                  <a:pt x="40607" y="17938"/>
                </a:lnTo>
                <a:lnTo>
                  <a:pt x="44245" y="19545"/>
                </a:lnTo>
                <a:lnTo>
                  <a:pt x="47563" y="21010"/>
                </a:lnTo>
                <a:lnTo>
                  <a:pt x="50561" y="22335"/>
                </a:lnTo>
                <a:lnTo>
                  <a:pt x="53240" y="23518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43"/>
          <p:cNvSpPr/>
          <p:nvPr/>
        </p:nvSpPr>
        <p:spPr>
          <a:xfrm>
            <a:off x="10538490" y="503782"/>
            <a:ext cx="65594" cy="53727"/>
          </a:xfrm>
          <a:custGeom>
            <a:avLst/>
            <a:gdLst/>
            <a:ahLst/>
            <a:cxnLst/>
            <a:rect l="l" t="t" r="r" b="b"/>
            <a:pathLst>
              <a:path w="65594" h="53727">
                <a:moveTo>
                  <a:pt x="23734" y="0"/>
                </a:moveTo>
                <a:lnTo>
                  <a:pt x="65594" y="50596"/>
                </a:lnTo>
                <a:lnTo>
                  <a:pt x="0" y="53727"/>
                </a:lnTo>
                <a:lnTo>
                  <a:pt x="23734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4"/>
          <p:cNvSpPr/>
          <p:nvPr/>
        </p:nvSpPr>
        <p:spPr>
          <a:xfrm>
            <a:off x="11448347" y="822070"/>
            <a:ext cx="56509" cy="6427"/>
          </a:xfrm>
          <a:custGeom>
            <a:avLst/>
            <a:gdLst/>
            <a:ahLst/>
            <a:cxnLst/>
            <a:rect l="l" t="t" r="r" b="b"/>
            <a:pathLst>
              <a:path w="56509" h="6427">
                <a:moveTo>
                  <a:pt x="0" y="6427"/>
                </a:moveTo>
                <a:lnTo>
                  <a:pt x="6619" y="5674"/>
                </a:lnTo>
                <a:lnTo>
                  <a:pt x="12890" y="4961"/>
                </a:lnTo>
                <a:lnTo>
                  <a:pt x="18814" y="4287"/>
                </a:lnTo>
                <a:lnTo>
                  <a:pt x="24391" y="3653"/>
                </a:lnTo>
                <a:lnTo>
                  <a:pt x="29621" y="3058"/>
                </a:lnTo>
                <a:lnTo>
                  <a:pt x="34503" y="2502"/>
                </a:lnTo>
                <a:lnTo>
                  <a:pt x="39039" y="1987"/>
                </a:lnTo>
                <a:lnTo>
                  <a:pt x="43227" y="1510"/>
                </a:lnTo>
                <a:lnTo>
                  <a:pt x="47068" y="1073"/>
                </a:lnTo>
                <a:lnTo>
                  <a:pt x="50562" y="676"/>
                </a:lnTo>
                <a:lnTo>
                  <a:pt x="53709" y="318"/>
                </a:lnTo>
                <a:lnTo>
                  <a:pt x="56509" y="0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5"/>
          <p:cNvSpPr/>
          <p:nvPr/>
        </p:nvSpPr>
        <p:spPr>
          <a:xfrm>
            <a:off x="11443178" y="799527"/>
            <a:ext cx="61678" cy="58359"/>
          </a:xfrm>
          <a:custGeom>
            <a:avLst/>
            <a:gdLst/>
            <a:ahLst/>
            <a:cxnLst/>
            <a:rect l="l" t="t" r="r" b="b"/>
            <a:pathLst>
              <a:path w="61678" h="58359">
                <a:moveTo>
                  <a:pt x="0" y="0"/>
                </a:moveTo>
                <a:lnTo>
                  <a:pt x="61678" y="22543"/>
                </a:lnTo>
                <a:lnTo>
                  <a:pt x="6638" y="58359"/>
                </a:lnTo>
                <a:lnTo>
                  <a:pt x="0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46"/>
          <p:cNvSpPr/>
          <p:nvPr/>
        </p:nvSpPr>
        <p:spPr>
          <a:xfrm>
            <a:off x="10708860" y="840648"/>
            <a:ext cx="55828" cy="7012"/>
          </a:xfrm>
          <a:custGeom>
            <a:avLst/>
            <a:gdLst/>
            <a:ahLst/>
            <a:cxnLst/>
            <a:rect l="l" t="t" r="r" b="b"/>
            <a:pathLst>
              <a:path w="55828" h="7012">
                <a:moveTo>
                  <a:pt x="0" y="7012"/>
                </a:moveTo>
                <a:lnTo>
                  <a:pt x="6559" y="6188"/>
                </a:lnTo>
                <a:lnTo>
                  <a:pt x="12771" y="5408"/>
                </a:lnTo>
                <a:lnTo>
                  <a:pt x="18636" y="4671"/>
                </a:lnTo>
                <a:lnTo>
                  <a:pt x="24155" y="3978"/>
                </a:lnTo>
                <a:lnTo>
                  <a:pt x="29328" y="3329"/>
                </a:lnTo>
                <a:lnTo>
                  <a:pt x="34154" y="2723"/>
                </a:lnTo>
                <a:lnTo>
                  <a:pt x="38633" y="2160"/>
                </a:lnTo>
                <a:lnTo>
                  <a:pt x="42765" y="1641"/>
                </a:lnTo>
                <a:lnTo>
                  <a:pt x="46551" y="1166"/>
                </a:lnTo>
                <a:lnTo>
                  <a:pt x="49990" y="734"/>
                </a:lnTo>
                <a:lnTo>
                  <a:pt x="53083" y="345"/>
                </a:lnTo>
                <a:lnTo>
                  <a:pt x="55828" y="0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7"/>
          <p:cNvSpPr/>
          <p:nvPr/>
        </p:nvSpPr>
        <p:spPr>
          <a:xfrm>
            <a:off x="10702752" y="818829"/>
            <a:ext cx="61936" cy="58277"/>
          </a:xfrm>
          <a:custGeom>
            <a:avLst/>
            <a:gdLst/>
            <a:ahLst/>
            <a:cxnLst/>
            <a:rect l="l" t="t" r="r" b="b"/>
            <a:pathLst>
              <a:path w="61936" h="58277">
                <a:moveTo>
                  <a:pt x="0" y="0"/>
                </a:moveTo>
                <a:lnTo>
                  <a:pt x="61936" y="21819"/>
                </a:lnTo>
                <a:lnTo>
                  <a:pt x="7318" y="58277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8"/>
          <p:cNvSpPr/>
          <p:nvPr/>
        </p:nvSpPr>
        <p:spPr>
          <a:xfrm>
            <a:off x="11408566" y="776692"/>
            <a:ext cx="57430" cy="11690"/>
          </a:xfrm>
          <a:custGeom>
            <a:avLst/>
            <a:gdLst/>
            <a:ahLst/>
            <a:cxnLst/>
            <a:rect l="l" t="t" r="r" b="b"/>
            <a:pathLst>
              <a:path w="57430" h="11690">
                <a:moveTo>
                  <a:pt x="0" y="0"/>
                </a:moveTo>
                <a:lnTo>
                  <a:pt x="6669" y="1358"/>
                </a:lnTo>
                <a:lnTo>
                  <a:pt x="12995" y="2645"/>
                </a:lnTo>
                <a:lnTo>
                  <a:pt x="18979" y="3863"/>
                </a:lnTo>
                <a:lnTo>
                  <a:pt x="24621" y="5012"/>
                </a:lnTo>
                <a:lnTo>
                  <a:pt x="29920" y="6090"/>
                </a:lnTo>
                <a:lnTo>
                  <a:pt x="34877" y="7099"/>
                </a:lnTo>
                <a:lnTo>
                  <a:pt x="39492" y="8039"/>
                </a:lnTo>
                <a:lnTo>
                  <a:pt x="43764" y="8908"/>
                </a:lnTo>
                <a:lnTo>
                  <a:pt x="47694" y="9708"/>
                </a:lnTo>
                <a:lnTo>
                  <a:pt x="51282" y="10439"/>
                </a:lnTo>
                <a:lnTo>
                  <a:pt x="54527" y="11099"/>
                </a:lnTo>
                <a:lnTo>
                  <a:pt x="57430" y="11690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9"/>
          <p:cNvSpPr/>
          <p:nvPr/>
        </p:nvSpPr>
        <p:spPr>
          <a:xfrm>
            <a:off x="11402583" y="747888"/>
            <a:ext cx="63413" cy="57556"/>
          </a:xfrm>
          <a:custGeom>
            <a:avLst/>
            <a:gdLst/>
            <a:ahLst/>
            <a:cxnLst/>
            <a:rect l="l" t="t" r="r" b="b"/>
            <a:pathLst>
              <a:path w="63413" h="57556">
                <a:moveTo>
                  <a:pt x="11716" y="0"/>
                </a:moveTo>
                <a:lnTo>
                  <a:pt x="63413" y="40494"/>
                </a:lnTo>
                <a:lnTo>
                  <a:pt x="0" y="57556"/>
                </a:lnTo>
                <a:lnTo>
                  <a:pt x="11716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50"/>
          <p:cNvSpPr/>
          <p:nvPr/>
        </p:nvSpPr>
        <p:spPr>
          <a:xfrm>
            <a:off x="10996152" y="832640"/>
            <a:ext cx="57525" cy="690"/>
          </a:xfrm>
          <a:custGeom>
            <a:avLst/>
            <a:gdLst/>
            <a:ahLst/>
            <a:cxnLst/>
            <a:rect l="l" t="t" r="r" b="b"/>
            <a:pathLst>
              <a:path w="57525" h="690">
                <a:moveTo>
                  <a:pt x="0" y="690"/>
                </a:moveTo>
                <a:lnTo>
                  <a:pt x="6715" y="609"/>
                </a:lnTo>
                <a:lnTo>
                  <a:pt x="13081" y="533"/>
                </a:lnTo>
                <a:lnTo>
                  <a:pt x="19097" y="461"/>
                </a:lnTo>
                <a:lnTo>
                  <a:pt x="24765" y="393"/>
                </a:lnTo>
                <a:lnTo>
                  <a:pt x="30082" y="329"/>
                </a:lnTo>
                <a:lnTo>
                  <a:pt x="35051" y="270"/>
                </a:lnTo>
                <a:lnTo>
                  <a:pt x="39670" y="214"/>
                </a:lnTo>
                <a:lnTo>
                  <a:pt x="43940" y="163"/>
                </a:lnTo>
                <a:lnTo>
                  <a:pt x="47860" y="116"/>
                </a:lnTo>
                <a:lnTo>
                  <a:pt x="51431" y="73"/>
                </a:lnTo>
                <a:lnTo>
                  <a:pt x="54653" y="35"/>
                </a:lnTo>
                <a:lnTo>
                  <a:pt x="57525" y="0"/>
                </a:lnTo>
              </a:path>
            </a:pathLst>
          </a:custGeom>
          <a:noFill/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51"/>
          <p:cNvSpPr/>
          <p:nvPr/>
        </p:nvSpPr>
        <p:spPr>
          <a:xfrm>
            <a:off x="10994594" y="803978"/>
            <a:ext cx="59083" cy="58731"/>
          </a:xfrm>
          <a:custGeom>
            <a:avLst/>
            <a:gdLst/>
            <a:ahLst/>
            <a:cxnLst/>
            <a:rect l="l" t="t" r="r" b="b"/>
            <a:pathLst>
              <a:path w="59083" h="58731">
                <a:moveTo>
                  <a:pt x="0" y="0"/>
                </a:moveTo>
                <a:lnTo>
                  <a:pt x="59083" y="28662"/>
                </a:lnTo>
                <a:lnTo>
                  <a:pt x="704" y="58731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522" y="1597116"/>
            <a:ext cx="2160336" cy="1327063"/>
          </a:xfrm>
          <a:prstGeom prst="rect">
            <a:avLst/>
          </a:prstGeom>
        </p:spPr>
      </p:pic>
      <p:sp>
        <p:nvSpPr>
          <p:cNvPr id="68" name="Editable path 52"/>
          <p:cNvSpPr/>
          <p:nvPr/>
        </p:nvSpPr>
        <p:spPr>
          <a:xfrm>
            <a:off x="212503" y="1649744"/>
            <a:ext cx="1056424" cy="217135"/>
          </a:xfrm>
          <a:custGeom>
            <a:avLst/>
            <a:gdLst/>
            <a:ahLst/>
            <a:cxnLst/>
            <a:rect l="l" t="t" r="r" b="b"/>
            <a:pathLst>
              <a:path w="1056424" h="217135">
                <a:moveTo>
                  <a:pt x="33631" y="217135"/>
                </a:moveTo>
                <a:lnTo>
                  <a:pt x="1022793" y="217135"/>
                </a:lnTo>
                <a:lnTo>
                  <a:pt x="1028164" y="216901"/>
                </a:lnTo>
                <a:lnTo>
                  <a:pt x="1033069" y="216201"/>
                </a:lnTo>
                <a:lnTo>
                  <a:pt x="1037506" y="215033"/>
                </a:lnTo>
                <a:lnTo>
                  <a:pt x="1041477" y="213398"/>
                </a:lnTo>
                <a:lnTo>
                  <a:pt x="1044980" y="211296"/>
                </a:lnTo>
                <a:lnTo>
                  <a:pt x="1048016" y="208727"/>
                </a:lnTo>
                <a:lnTo>
                  <a:pt x="1050585" y="205691"/>
                </a:lnTo>
                <a:lnTo>
                  <a:pt x="1052687" y="202187"/>
                </a:lnTo>
                <a:lnTo>
                  <a:pt x="1054322" y="198217"/>
                </a:lnTo>
                <a:lnTo>
                  <a:pt x="1055490" y="193780"/>
                </a:lnTo>
                <a:lnTo>
                  <a:pt x="1056190" y="188875"/>
                </a:lnTo>
                <a:lnTo>
                  <a:pt x="1056424" y="183504"/>
                </a:lnTo>
                <a:lnTo>
                  <a:pt x="1056424" y="33631"/>
                </a:lnTo>
                <a:lnTo>
                  <a:pt x="1056190" y="28259"/>
                </a:lnTo>
                <a:lnTo>
                  <a:pt x="1055490" y="23355"/>
                </a:lnTo>
                <a:lnTo>
                  <a:pt x="1054322" y="18917"/>
                </a:lnTo>
                <a:lnTo>
                  <a:pt x="1052687" y="14947"/>
                </a:lnTo>
                <a:lnTo>
                  <a:pt x="1050585" y="11444"/>
                </a:lnTo>
                <a:lnTo>
                  <a:pt x="1048016" y="8408"/>
                </a:lnTo>
                <a:lnTo>
                  <a:pt x="1044980" y="5839"/>
                </a:lnTo>
                <a:lnTo>
                  <a:pt x="1041477" y="3737"/>
                </a:lnTo>
                <a:lnTo>
                  <a:pt x="1037506" y="2102"/>
                </a:lnTo>
                <a:lnTo>
                  <a:pt x="1033069" y="934"/>
                </a:lnTo>
                <a:lnTo>
                  <a:pt x="1028164" y="233"/>
                </a:lnTo>
                <a:lnTo>
                  <a:pt x="1022793" y="0"/>
                </a:lnTo>
                <a:lnTo>
                  <a:pt x="33631" y="0"/>
                </a:lnTo>
                <a:lnTo>
                  <a:pt x="28259" y="233"/>
                </a:lnTo>
                <a:lnTo>
                  <a:pt x="23355" y="934"/>
                </a:lnTo>
                <a:lnTo>
                  <a:pt x="18918" y="2102"/>
                </a:lnTo>
                <a:lnTo>
                  <a:pt x="14947" y="3737"/>
                </a:lnTo>
                <a:lnTo>
                  <a:pt x="11444" y="5839"/>
                </a:lnTo>
                <a:lnTo>
                  <a:pt x="8408" y="8408"/>
                </a:lnTo>
                <a:lnTo>
                  <a:pt x="5839" y="11444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4" y="28259"/>
                </a:lnTo>
                <a:lnTo>
                  <a:pt x="0" y="33631"/>
                </a:lnTo>
                <a:lnTo>
                  <a:pt x="0" y="183504"/>
                </a:lnTo>
                <a:lnTo>
                  <a:pt x="234" y="188875"/>
                </a:lnTo>
                <a:lnTo>
                  <a:pt x="934" y="193780"/>
                </a:lnTo>
                <a:lnTo>
                  <a:pt x="2102" y="198217"/>
                </a:lnTo>
                <a:lnTo>
                  <a:pt x="3737" y="202187"/>
                </a:lnTo>
                <a:lnTo>
                  <a:pt x="5839" y="205691"/>
                </a:lnTo>
                <a:lnTo>
                  <a:pt x="8408" y="208727"/>
                </a:lnTo>
                <a:lnTo>
                  <a:pt x="11444" y="211296"/>
                </a:lnTo>
                <a:lnTo>
                  <a:pt x="14947" y="213398"/>
                </a:lnTo>
                <a:lnTo>
                  <a:pt x="18918" y="215033"/>
                </a:lnTo>
                <a:lnTo>
                  <a:pt x="23355" y="216201"/>
                </a:lnTo>
                <a:lnTo>
                  <a:pt x="28259" y="216901"/>
                </a:lnTo>
                <a:lnTo>
                  <a:pt x="33631" y="21713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134" y="1659688"/>
            <a:ext cx="1027419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Acquire · 5.0 s</a:t>
            </a:r>
          </a:p>
        </p:txBody>
      </p:sp>
      <p:sp>
        <p:nvSpPr>
          <p:cNvPr id="70" name="Editable path 53"/>
          <p:cNvSpPr/>
          <p:nvPr/>
        </p:nvSpPr>
        <p:spPr>
          <a:xfrm>
            <a:off x="1558074" y="2543515"/>
            <a:ext cx="749847" cy="376090"/>
          </a:xfrm>
          <a:custGeom>
            <a:avLst/>
            <a:gdLst/>
            <a:ahLst/>
            <a:cxnLst/>
            <a:rect l="l" t="t" r="r" b="b"/>
            <a:pathLst>
              <a:path w="749847" h="376090">
                <a:moveTo>
                  <a:pt x="0" y="0"/>
                </a:moveTo>
                <a:lnTo>
                  <a:pt x="749847" y="0"/>
                </a:lnTo>
                <a:lnTo>
                  <a:pt x="749847" y="376090"/>
                </a:lnTo>
                <a:lnTo>
                  <a:pt x="0" y="376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35471" y="2565668"/>
            <a:ext cx="675438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Bedroom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99946" y="2711840"/>
            <a:ext cx="711191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wardrobe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3147" y="1597116"/>
            <a:ext cx="2160336" cy="1327063"/>
          </a:xfrm>
          <a:prstGeom prst="rect">
            <a:avLst/>
          </a:prstGeom>
        </p:spPr>
      </p:pic>
      <p:sp>
        <p:nvSpPr>
          <p:cNvPr id="74" name="Editable path 54"/>
          <p:cNvSpPr/>
          <p:nvPr/>
        </p:nvSpPr>
        <p:spPr>
          <a:xfrm>
            <a:off x="2635128" y="1649744"/>
            <a:ext cx="850302" cy="216395"/>
          </a:xfrm>
          <a:custGeom>
            <a:avLst/>
            <a:gdLst/>
            <a:ahLst/>
            <a:cxnLst/>
            <a:rect l="l" t="t" r="r" b="b"/>
            <a:pathLst>
              <a:path w="850302" h="216395">
                <a:moveTo>
                  <a:pt x="33631" y="216395"/>
                </a:moveTo>
                <a:lnTo>
                  <a:pt x="816671" y="216395"/>
                </a:lnTo>
                <a:lnTo>
                  <a:pt x="822043" y="216161"/>
                </a:lnTo>
                <a:lnTo>
                  <a:pt x="826947" y="215460"/>
                </a:lnTo>
                <a:lnTo>
                  <a:pt x="831384" y="214293"/>
                </a:lnTo>
                <a:lnTo>
                  <a:pt x="835355" y="212658"/>
                </a:lnTo>
                <a:lnTo>
                  <a:pt x="838858" y="210556"/>
                </a:lnTo>
                <a:lnTo>
                  <a:pt x="841894" y="207987"/>
                </a:lnTo>
                <a:lnTo>
                  <a:pt x="844463" y="204951"/>
                </a:lnTo>
                <a:lnTo>
                  <a:pt x="846565" y="201447"/>
                </a:lnTo>
                <a:lnTo>
                  <a:pt x="848200" y="197477"/>
                </a:lnTo>
                <a:lnTo>
                  <a:pt x="849368" y="193040"/>
                </a:lnTo>
                <a:lnTo>
                  <a:pt x="850068" y="188135"/>
                </a:lnTo>
                <a:lnTo>
                  <a:pt x="850302" y="182764"/>
                </a:lnTo>
                <a:lnTo>
                  <a:pt x="850302" y="33631"/>
                </a:lnTo>
                <a:lnTo>
                  <a:pt x="850068" y="28259"/>
                </a:lnTo>
                <a:lnTo>
                  <a:pt x="849368" y="23355"/>
                </a:lnTo>
                <a:lnTo>
                  <a:pt x="848200" y="18917"/>
                </a:lnTo>
                <a:lnTo>
                  <a:pt x="846565" y="14947"/>
                </a:lnTo>
                <a:lnTo>
                  <a:pt x="844463" y="11444"/>
                </a:lnTo>
                <a:lnTo>
                  <a:pt x="841894" y="8408"/>
                </a:lnTo>
                <a:lnTo>
                  <a:pt x="838858" y="5839"/>
                </a:lnTo>
                <a:lnTo>
                  <a:pt x="835355" y="3737"/>
                </a:lnTo>
                <a:lnTo>
                  <a:pt x="831384" y="2102"/>
                </a:lnTo>
                <a:lnTo>
                  <a:pt x="826947" y="934"/>
                </a:lnTo>
                <a:lnTo>
                  <a:pt x="822043" y="233"/>
                </a:lnTo>
                <a:lnTo>
                  <a:pt x="816671" y="0"/>
                </a:lnTo>
                <a:lnTo>
                  <a:pt x="33631" y="0"/>
                </a:lnTo>
                <a:lnTo>
                  <a:pt x="28259" y="233"/>
                </a:lnTo>
                <a:lnTo>
                  <a:pt x="23355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4" y="5839"/>
                </a:lnTo>
                <a:lnTo>
                  <a:pt x="8408" y="8408"/>
                </a:lnTo>
                <a:lnTo>
                  <a:pt x="5839" y="11444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4" y="28259"/>
                </a:lnTo>
                <a:lnTo>
                  <a:pt x="0" y="33631"/>
                </a:lnTo>
                <a:lnTo>
                  <a:pt x="0" y="182764"/>
                </a:lnTo>
                <a:lnTo>
                  <a:pt x="234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7" y="201447"/>
                </a:lnTo>
                <a:lnTo>
                  <a:pt x="5839" y="204951"/>
                </a:lnTo>
                <a:lnTo>
                  <a:pt x="8408" y="207987"/>
                </a:lnTo>
                <a:lnTo>
                  <a:pt x="11444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68758" y="1658948"/>
            <a:ext cx="82210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Lift · 12.6 s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5771" y="1597116"/>
            <a:ext cx="2160336" cy="1327063"/>
          </a:xfrm>
          <a:prstGeom prst="rect">
            <a:avLst/>
          </a:prstGeom>
        </p:spPr>
      </p:pic>
      <p:sp>
        <p:nvSpPr>
          <p:cNvPr id="77" name="Editable path 55"/>
          <p:cNvSpPr/>
          <p:nvPr/>
        </p:nvSpPr>
        <p:spPr>
          <a:xfrm>
            <a:off x="5057753" y="1649744"/>
            <a:ext cx="1224799" cy="217505"/>
          </a:xfrm>
          <a:custGeom>
            <a:avLst/>
            <a:gdLst/>
            <a:ahLst/>
            <a:cxnLst/>
            <a:rect l="l" t="t" r="r" b="b"/>
            <a:pathLst>
              <a:path w="1224799" h="217505">
                <a:moveTo>
                  <a:pt x="33630" y="217505"/>
                </a:moveTo>
                <a:lnTo>
                  <a:pt x="1191168" y="217505"/>
                </a:lnTo>
                <a:lnTo>
                  <a:pt x="1196540" y="217271"/>
                </a:lnTo>
                <a:lnTo>
                  <a:pt x="1201444" y="216571"/>
                </a:lnTo>
                <a:lnTo>
                  <a:pt x="1205882" y="215403"/>
                </a:lnTo>
                <a:lnTo>
                  <a:pt x="1209852" y="213768"/>
                </a:lnTo>
                <a:lnTo>
                  <a:pt x="1213355" y="211666"/>
                </a:lnTo>
                <a:lnTo>
                  <a:pt x="1216392" y="209097"/>
                </a:lnTo>
                <a:lnTo>
                  <a:pt x="1218961" y="206061"/>
                </a:lnTo>
                <a:lnTo>
                  <a:pt x="1221062" y="202558"/>
                </a:lnTo>
                <a:lnTo>
                  <a:pt x="1222697" y="198587"/>
                </a:lnTo>
                <a:lnTo>
                  <a:pt x="1223865" y="194150"/>
                </a:lnTo>
                <a:lnTo>
                  <a:pt x="1224566" y="189245"/>
                </a:lnTo>
                <a:lnTo>
                  <a:pt x="1224799" y="183874"/>
                </a:lnTo>
                <a:lnTo>
                  <a:pt x="1224799" y="33631"/>
                </a:lnTo>
                <a:lnTo>
                  <a:pt x="1224566" y="28259"/>
                </a:lnTo>
                <a:lnTo>
                  <a:pt x="1223865" y="23355"/>
                </a:lnTo>
                <a:lnTo>
                  <a:pt x="1222697" y="18917"/>
                </a:lnTo>
                <a:lnTo>
                  <a:pt x="1221062" y="14947"/>
                </a:lnTo>
                <a:lnTo>
                  <a:pt x="1218961" y="11444"/>
                </a:lnTo>
                <a:lnTo>
                  <a:pt x="1216392" y="8408"/>
                </a:lnTo>
                <a:lnTo>
                  <a:pt x="1213355" y="5839"/>
                </a:lnTo>
                <a:lnTo>
                  <a:pt x="1209852" y="3737"/>
                </a:lnTo>
                <a:lnTo>
                  <a:pt x="1205882" y="2102"/>
                </a:lnTo>
                <a:lnTo>
                  <a:pt x="1201444" y="934"/>
                </a:lnTo>
                <a:lnTo>
                  <a:pt x="1196540" y="233"/>
                </a:lnTo>
                <a:lnTo>
                  <a:pt x="1191168" y="0"/>
                </a:lnTo>
                <a:lnTo>
                  <a:pt x="33630" y="0"/>
                </a:lnTo>
                <a:lnTo>
                  <a:pt x="28259" y="233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9"/>
                </a:lnTo>
                <a:lnTo>
                  <a:pt x="8407" y="8408"/>
                </a:lnTo>
                <a:lnTo>
                  <a:pt x="5838" y="11444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3" y="28259"/>
                </a:lnTo>
                <a:lnTo>
                  <a:pt x="0" y="33631"/>
                </a:lnTo>
                <a:lnTo>
                  <a:pt x="0" y="183874"/>
                </a:lnTo>
                <a:lnTo>
                  <a:pt x="233" y="189245"/>
                </a:lnTo>
                <a:lnTo>
                  <a:pt x="934" y="194150"/>
                </a:lnTo>
                <a:lnTo>
                  <a:pt x="2102" y="198587"/>
                </a:lnTo>
                <a:lnTo>
                  <a:pt x="3736" y="202558"/>
                </a:lnTo>
                <a:lnTo>
                  <a:pt x="5838" y="206061"/>
                </a:lnTo>
                <a:lnTo>
                  <a:pt x="8407" y="209097"/>
                </a:lnTo>
                <a:lnTo>
                  <a:pt x="11443" y="211666"/>
                </a:lnTo>
                <a:lnTo>
                  <a:pt x="14947" y="213768"/>
                </a:lnTo>
                <a:lnTo>
                  <a:pt x="18917" y="215403"/>
                </a:lnTo>
                <a:lnTo>
                  <a:pt x="23354" y="216571"/>
                </a:lnTo>
                <a:lnTo>
                  <a:pt x="28259" y="217271"/>
                </a:lnTo>
                <a:lnTo>
                  <a:pt x="33630" y="21750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91383" y="1659688"/>
            <a:ext cx="119557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Doorway · 52.6 s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8396" y="1597116"/>
            <a:ext cx="2160336" cy="1327063"/>
          </a:xfrm>
          <a:prstGeom prst="rect">
            <a:avLst/>
          </a:prstGeom>
        </p:spPr>
      </p:pic>
      <p:sp>
        <p:nvSpPr>
          <p:cNvPr id="80" name="Editable path 56"/>
          <p:cNvSpPr/>
          <p:nvPr/>
        </p:nvSpPr>
        <p:spPr>
          <a:xfrm>
            <a:off x="7480378" y="1649744"/>
            <a:ext cx="925053" cy="216395"/>
          </a:xfrm>
          <a:custGeom>
            <a:avLst/>
            <a:gdLst/>
            <a:ahLst/>
            <a:cxnLst/>
            <a:rect l="l" t="t" r="r" b="b"/>
            <a:pathLst>
              <a:path w="925053" h="216395">
                <a:moveTo>
                  <a:pt x="33630" y="216395"/>
                </a:moveTo>
                <a:lnTo>
                  <a:pt x="891422" y="216395"/>
                </a:lnTo>
                <a:lnTo>
                  <a:pt x="896793" y="216161"/>
                </a:lnTo>
                <a:lnTo>
                  <a:pt x="901698" y="215460"/>
                </a:lnTo>
                <a:lnTo>
                  <a:pt x="906135" y="214293"/>
                </a:lnTo>
                <a:lnTo>
                  <a:pt x="910106" y="212658"/>
                </a:lnTo>
                <a:lnTo>
                  <a:pt x="913609" y="210556"/>
                </a:lnTo>
                <a:lnTo>
                  <a:pt x="916645" y="207987"/>
                </a:lnTo>
                <a:lnTo>
                  <a:pt x="919214" y="204951"/>
                </a:lnTo>
                <a:lnTo>
                  <a:pt x="921316" y="201447"/>
                </a:lnTo>
                <a:lnTo>
                  <a:pt x="922951" y="197477"/>
                </a:lnTo>
                <a:lnTo>
                  <a:pt x="924119" y="193040"/>
                </a:lnTo>
                <a:lnTo>
                  <a:pt x="924819" y="188135"/>
                </a:lnTo>
                <a:lnTo>
                  <a:pt x="925053" y="182764"/>
                </a:lnTo>
                <a:lnTo>
                  <a:pt x="925053" y="33631"/>
                </a:lnTo>
                <a:lnTo>
                  <a:pt x="924819" y="28259"/>
                </a:lnTo>
                <a:lnTo>
                  <a:pt x="924119" y="23355"/>
                </a:lnTo>
                <a:lnTo>
                  <a:pt x="922951" y="18917"/>
                </a:lnTo>
                <a:lnTo>
                  <a:pt x="921316" y="14947"/>
                </a:lnTo>
                <a:lnTo>
                  <a:pt x="919214" y="11444"/>
                </a:lnTo>
                <a:lnTo>
                  <a:pt x="916645" y="8408"/>
                </a:lnTo>
                <a:lnTo>
                  <a:pt x="913609" y="5839"/>
                </a:lnTo>
                <a:lnTo>
                  <a:pt x="910106" y="3737"/>
                </a:lnTo>
                <a:lnTo>
                  <a:pt x="906135" y="2102"/>
                </a:lnTo>
                <a:lnTo>
                  <a:pt x="901698" y="934"/>
                </a:lnTo>
                <a:lnTo>
                  <a:pt x="896793" y="233"/>
                </a:lnTo>
                <a:lnTo>
                  <a:pt x="891422" y="0"/>
                </a:lnTo>
                <a:lnTo>
                  <a:pt x="33630" y="0"/>
                </a:lnTo>
                <a:lnTo>
                  <a:pt x="28259" y="233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9"/>
                </a:lnTo>
                <a:lnTo>
                  <a:pt x="8407" y="8408"/>
                </a:lnTo>
                <a:lnTo>
                  <a:pt x="5838" y="11444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3" y="28259"/>
                </a:lnTo>
                <a:lnTo>
                  <a:pt x="0" y="33631"/>
                </a:lnTo>
                <a:lnTo>
                  <a:pt x="0" y="182764"/>
                </a:lnTo>
                <a:lnTo>
                  <a:pt x="233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6" y="201447"/>
                </a:lnTo>
                <a:lnTo>
                  <a:pt x="5838" y="204951"/>
                </a:lnTo>
                <a:lnTo>
                  <a:pt x="8407" y="207987"/>
                </a:lnTo>
                <a:lnTo>
                  <a:pt x="11443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4" y="215460"/>
                </a:lnTo>
                <a:lnTo>
                  <a:pt x="28259" y="216161"/>
                </a:lnTo>
                <a:lnTo>
                  <a:pt x="33630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14008" y="1658948"/>
            <a:ext cx="896764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Goal · 91.1 s</a:t>
            </a:r>
          </a:p>
        </p:txBody>
      </p:sp>
      <p:sp>
        <p:nvSpPr>
          <p:cNvPr id="82" name="Editable path 57"/>
          <p:cNvSpPr/>
          <p:nvPr/>
        </p:nvSpPr>
        <p:spPr>
          <a:xfrm>
            <a:off x="9938370" y="1597115"/>
            <a:ext cx="2073537" cy="1327065"/>
          </a:xfrm>
          <a:custGeom>
            <a:avLst/>
            <a:gdLst/>
            <a:ahLst/>
            <a:cxnLst/>
            <a:rect l="l" t="t" r="r" b="b"/>
            <a:pathLst>
              <a:path w="2073537" h="1327065">
                <a:moveTo>
                  <a:pt x="0" y="0"/>
                </a:moveTo>
                <a:lnTo>
                  <a:pt x="2073537" y="0"/>
                </a:lnTo>
                <a:lnTo>
                  <a:pt x="2073537" y="1327065"/>
                </a:lnTo>
                <a:lnTo>
                  <a:pt x="0" y="13270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8"/>
          <p:cNvSpPr/>
          <p:nvPr/>
        </p:nvSpPr>
        <p:spPr>
          <a:xfrm>
            <a:off x="10962697" y="2359140"/>
            <a:ext cx="24883" cy="565040"/>
          </a:xfrm>
          <a:custGeom>
            <a:avLst/>
            <a:gdLst/>
            <a:ahLst/>
            <a:cxnLst/>
            <a:rect l="l" t="t" r="r" b="b"/>
            <a:pathLst>
              <a:path w="24883" h="565040">
                <a:moveTo>
                  <a:pt x="0" y="0"/>
                </a:moveTo>
                <a:lnTo>
                  <a:pt x="24883" y="0"/>
                </a:lnTo>
                <a:lnTo>
                  <a:pt x="24883" y="565040"/>
                </a:lnTo>
                <a:lnTo>
                  <a:pt x="0" y="56504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59"/>
          <p:cNvSpPr/>
          <p:nvPr/>
        </p:nvSpPr>
        <p:spPr>
          <a:xfrm>
            <a:off x="10962697" y="1597115"/>
            <a:ext cx="24883" cy="565040"/>
          </a:xfrm>
          <a:custGeom>
            <a:avLst/>
            <a:gdLst/>
            <a:ahLst/>
            <a:cxnLst/>
            <a:rect l="l" t="t" r="r" b="b"/>
            <a:pathLst>
              <a:path w="24883" h="565040">
                <a:moveTo>
                  <a:pt x="0" y="0"/>
                </a:moveTo>
                <a:lnTo>
                  <a:pt x="24883" y="0"/>
                </a:lnTo>
                <a:lnTo>
                  <a:pt x="24883" y="565040"/>
                </a:lnTo>
                <a:lnTo>
                  <a:pt x="0" y="56504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60"/>
          <p:cNvSpPr/>
          <p:nvPr/>
        </p:nvSpPr>
        <p:spPr>
          <a:xfrm>
            <a:off x="10962697" y="2162155"/>
            <a:ext cx="24883" cy="196985"/>
          </a:xfrm>
          <a:custGeom>
            <a:avLst/>
            <a:gdLst/>
            <a:ahLst/>
            <a:cxnLst/>
            <a:rect l="l" t="t" r="r" b="b"/>
            <a:pathLst>
              <a:path w="24883" h="196985">
                <a:moveTo>
                  <a:pt x="0" y="0"/>
                </a:moveTo>
                <a:lnTo>
                  <a:pt x="24883" y="0"/>
                </a:lnTo>
                <a:lnTo>
                  <a:pt x="24883" y="196985"/>
                </a:lnTo>
                <a:lnTo>
                  <a:pt x="0" y="19698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61"/>
          <p:cNvSpPr/>
          <p:nvPr/>
        </p:nvSpPr>
        <p:spPr>
          <a:xfrm>
            <a:off x="10958550" y="2350847"/>
            <a:ext cx="33176" cy="8293"/>
          </a:xfrm>
          <a:custGeom>
            <a:avLst/>
            <a:gdLst/>
            <a:ahLst/>
            <a:cxnLst/>
            <a:rect l="l" t="t" r="r" b="b"/>
            <a:pathLst>
              <a:path w="33176" h="8293">
                <a:moveTo>
                  <a:pt x="0" y="0"/>
                </a:moveTo>
                <a:lnTo>
                  <a:pt x="33176" y="0"/>
                </a:lnTo>
                <a:lnTo>
                  <a:pt x="33176" y="8293"/>
                </a:lnTo>
                <a:lnTo>
                  <a:pt x="0" y="829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2"/>
          <p:cNvSpPr/>
          <p:nvPr/>
        </p:nvSpPr>
        <p:spPr>
          <a:xfrm>
            <a:off x="10958550" y="2162155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63"/>
          <p:cNvSpPr/>
          <p:nvPr/>
        </p:nvSpPr>
        <p:spPr>
          <a:xfrm>
            <a:off x="9677104" y="1597115"/>
            <a:ext cx="24882" cy="1327065"/>
          </a:xfrm>
          <a:custGeom>
            <a:avLst/>
            <a:gdLst/>
            <a:ahLst/>
            <a:cxnLst/>
            <a:rect l="l" t="t" r="r" b="b"/>
            <a:pathLst>
              <a:path w="24882" h="1327065">
                <a:moveTo>
                  <a:pt x="0" y="0"/>
                </a:moveTo>
                <a:lnTo>
                  <a:pt x="24882" y="0"/>
                </a:lnTo>
                <a:lnTo>
                  <a:pt x="24882" y="1327065"/>
                </a:lnTo>
                <a:lnTo>
                  <a:pt x="0" y="132706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4"/>
          <p:cNvSpPr/>
          <p:nvPr/>
        </p:nvSpPr>
        <p:spPr>
          <a:xfrm>
            <a:off x="9689545" y="2911738"/>
            <a:ext cx="1285593" cy="24883"/>
          </a:xfrm>
          <a:custGeom>
            <a:avLst/>
            <a:gdLst/>
            <a:ahLst/>
            <a:cxnLst/>
            <a:rect l="l" t="t" r="r" b="b"/>
            <a:pathLst>
              <a:path w="1285593" h="24883">
                <a:moveTo>
                  <a:pt x="0" y="0"/>
                </a:moveTo>
                <a:lnTo>
                  <a:pt x="1285593" y="0"/>
                </a:lnTo>
                <a:lnTo>
                  <a:pt x="1285593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5"/>
          <p:cNvSpPr/>
          <p:nvPr/>
        </p:nvSpPr>
        <p:spPr>
          <a:xfrm>
            <a:off x="9689545" y="1584674"/>
            <a:ext cx="1285593" cy="24883"/>
          </a:xfrm>
          <a:custGeom>
            <a:avLst/>
            <a:gdLst/>
            <a:ahLst/>
            <a:cxnLst/>
            <a:rect l="l" t="t" r="r" b="b"/>
            <a:pathLst>
              <a:path w="1285593" h="24883">
                <a:moveTo>
                  <a:pt x="0" y="0"/>
                </a:moveTo>
                <a:lnTo>
                  <a:pt x="1285593" y="0"/>
                </a:lnTo>
                <a:lnTo>
                  <a:pt x="1285593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6"/>
          <p:cNvSpPr/>
          <p:nvPr/>
        </p:nvSpPr>
        <p:spPr>
          <a:xfrm>
            <a:off x="12248289" y="1597115"/>
            <a:ext cx="24884" cy="1327065"/>
          </a:xfrm>
          <a:custGeom>
            <a:avLst/>
            <a:gdLst/>
            <a:ahLst/>
            <a:cxnLst/>
            <a:rect l="l" t="t" r="r" b="b"/>
            <a:pathLst>
              <a:path w="24884" h="1327065">
                <a:moveTo>
                  <a:pt x="0" y="0"/>
                </a:moveTo>
                <a:lnTo>
                  <a:pt x="24884" y="0"/>
                </a:lnTo>
                <a:lnTo>
                  <a:pt x="24884" y="1327065"/>
                </a:lnTo>
                <a:lnTo>
                  <a:pt x="0" y="132706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7"/>
          <p:cNvSpPr/>
          <p:nvPr/>
        </p:nvSpPr>
        <p:spPr>
          <a:xfrm>
            <a:off x="10975138" y="2911738"/>
            <a:ext cx="1285593" cy="24883"/>
          </a:xfrm>
          <a:custGeom>
            <a:avLst/>
            <a:gdLst/>
            <a:ahLst/>
            <a:cxnLst/>
            <a:rect l="l" t="t" r="r" b="b"/>
            <a:pathLst>
              <a:path w="1285593" h="24883">
                <a:moveTo>
                  <a:pt x="0" y="0"/>
                </a:moveTo>
                <a:lnTo>
                  <a:pt x="1285593" y="0"/>
                </a:lnTo>
                <a:lnTo>
                  <a:pt x="1285593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8"/>
          <p:cNvSpPr/>
          <p:nvPr/>
        </p:nvSpPr>
        <p:spPr>
          <a:xfrm>
            <a:off x="10975138" y="1584674"/>
            <a:ext cx="1285593" cy="24883"/>
          </a:xfrm>
          <a:custGeom>
            <a:avLst/>
            <a:gdLst/>
            <a:ahLst/>
            <a:cxnLst/>
            <a:rect l="l" t="t" r="r" b="b"/>
            <a:pathLst>
              <a:path w="1285593" h="24883">
                <a:moveTo>
                  <a:pt x="0" y="0"/>
                </a:moveTo>
                <a:lnTo>
                  <a:pt x="1285593" y="0"/>
                </a:lnTo>
                <a:lnTo>
                  <a:pt x="1285593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69"/>
          <p:cNvSpPr/>
          <p:nvPr/>
        </p:nvSpPr>
        <p:spPr>
          <a:xfrm>
            <a:off x="9896899" y="1669689"/>
            <a:ext cx="99530" cy="82942"/>
          </a:xfrm>
          <a:custGeom>
            <a:avLst/>
            <a:gdLst/>
            <a:ahLst/>
            <a:cxnLst/>
            <a:rect l="l" t="t" r="r" b="b"/>
            <a:pathLst>
              <a:path w="99530" h="82942">
                <a:moveTo>
                  <a:pt x="0" y="0"/>
                </a:moveTo>
                <a:lnTo>
                  <a:pt x="99530" y="0"/>
                </a:lnTo>
                <a:lnTo>
                  <a:pt x="99530" y="82942"/>
                </a:lnTo>
                <a:lnTo>
                  <a:pt x="0" y="8294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70"/>
          <p:cNvSpPr/>
          <p:nvPr/>
        </p:nvSpPr>
        <p:spPr>
          <a:xfrm>
            <a:off x="9936296" y="1700793"/>
            <a:ext cx="20735" cy="20735"/>
          </a:xfrm>
          <a:custGeom>
            <a:avLst/>
            <a:gdLst/>
            <a:ahLst/>
            <a:cxnLst/>
            <a:rect l="l" t="t" r="r" b="b"/>
            <a:pathLst>
              <a:path w="20735" h="20735">
                <a:moveTo>
                  <a:pt x="0" y="0"/>
                </a:moveTo>
                <a:lnTo>
                  <a:pt x="20735" y="0"/>
                </a:lnTo>
                <a:lnTo>
                  <a:pt x="20735" y="20735"/>
                </a:lnTo>
                <a:lnTo>
                  <a:pt x="0" y="207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path 71"/>
          <p:cNvSpPr/>
          <p:nvPr/>
        </p:nvSpPr>
        <p:spPr>
          <a:xfrm>
            <a:off x="10642543" y="1669689"/>
            <a:ext cx="99529" cy="82942"/>
          </a:xfrm>
          <a:custGeom>
            <a:avLst/>
            <a:gdLst/>
            <a:ahLst/>
            <a:cxnLst/>
            <a:rect l="l" t="t" r="r" b="b"/>
            <a:pathLst>
              <a:path w="99529" h="82942">
                <a:moveTo>
                  <a:pt x="0" y="0"/>
                </a:moveTo>
                <a:lnTo>
                  <a:pt x="99529" y="0"/>
                </a:lnTo>
                <a:lnTo>
                  <a:pt x="99529" y="82942"/>
                </a:lnTo>
                <a:lnTo>
                  <a:pt x="0" y="8294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72"/>
          <p:cNvSpPr/>
          <p:nvPr/>
        </p:nvSpPr>
        <p:spPr>
          <a:xfrm>
            <a:off x="10681940" y="1700793"/>
            <a:ext cx="20736" cy="20735"/>
          </a:xfrm>
          <a:custGeom>
            <a:avLst/>
            <a:gdLst/>
            <a:ahLst/>
            <a:cxnLst/>
            <a:rect l="l" t="t" r="r" b="b"/>
            <a:pathLst>
              <a:path w="20736" h="20735">
                <a:moveTo>
                  <a:pt x="0" y="0"/>
                </a:moveTo>
                <a:lnTo>
                  <a:pt x="20736" y="0"/>
                </a:lnTo>
                <a:lnTo>
                  <a:pt x="20736" y="20735"/>
                </a:lnTo>
                <a:lnTo>
                  <a:pt x="0" y="207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73"/>
          <p:cNvSpPr/>
          <p:nvPr/>
        </p:nvSpPr>
        <p:spPr>
          <a:xfrm>
            <a:off x="10145724" y="2924180"/>
            <a:ext cx="0" cy="35525"/>
          </a:xfrm>
          <a:custGeom>
            <a:avLst/>
            <a:gdLst/>
            <a:ahLst/>
            <a:cxnLst/>
            <a:rect l="l" t="t" r="r" b="b"/>
            <a:pathLst>
              <a:path w="0" h="35525">
                <a:moveTo>
                  <a:pt x="0" y="0"/>
                </a:moveTo>
                <a:lnTo>
                  <a:pt x="0" y="35525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74"/>
          <p:cNvSpPr/>
          <p:nvPr/>
        </p:nvSpPr>
        <p:spPr>
          <a:xfrm>
            <a:off x="10975138" y="2924180"/>
            <a:ext cx="0" cy="35525"/>
          </a:xfrm>
          <a:custGeom>
            <a:avLst/>
            <a:gdLst/>
            <a:ahLst/>
            <a:cxnLst/>
            <a:rect l="l" t="t" r="r" b="b"/>
            <a:pathLst>
              <a:path w="0" h="35525">
                <a:moveTo>
                  <a:pt x="0" y="0"/>
                </a:moveTo>
                <a:lnTo>
                  <a:pt x="0" y="35525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75"/>
          <p:cNvSpPr/>
          <p:nvPr/>
        </p:nvSpPr>
        <p:spPr>
          <a:xfrm>
            <a:off x="11804553" y="2924180"/>
            <a:ext cx="0" cy="35525"/>
          </a:xfrm>
          <a:custGeom>
            <a:avLst/>
            <a:gdLst/>
            <a:ahLst/>
            <a:cxnLst/>
            <a:rect l="l" t="t" r="r" b="b"/>
            <a:pathLst>
              <a:path w="0" h="35525">
                <a:moveTo>
                  <a:pt x="0" y="0"/>
                </a:moveTo>
                <a:lnTo>
                  <a:pt x="0" y="35525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76"/>
          <p:cNvSpPr/>
          <p:nvPr/>
        </p:nvSpPr>
        <p:spPr>
          <a:xfrm>
            <a:off x="9938370" y="2675355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77"/>
          <p:cNvSpPr/>
          <p:nvPr/>
        </p:nvSpPr>
        <p:spPr>
          <a:xfrm>
            <a:off x="9902844" y="2675355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89691" y="2602065"/>
            <a:ext cx="227706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104" name="Editable path 78"/>
          <p:cNvSpPr/>
          <p:nvPr/>
        </p:nvSpPr>
        <p:spPr>
          <a:xfrm>
            <a:off x="9938370" y="2260647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path 79"/>
          <p:cNvSpPr/>
          <p:nvPr/>
        </p:nvSpPr>
        <p:spPr>
          <a:xfrm>
            <a:off x="9902844" y="2260647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99228" y="2187358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7" name="Editable path 80"/>
          <p:cNvSpPr/>
          <p:nvPr/>
        </p:nvSpPr>
        <p:spPr>
          <a:xfrm>
            <a:off x="9938370" y="1845940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81"/>
          <p:cNvSpPr/>
          <p:nvPr/>
        </p:nvSpPr>
        <p:spPr>
          <a:xfrm>
            <a:off x="9902844" y="1845940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99228" y="1772651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10" name="Editable path 82"/>
          <p:cNvSpPr/>
          <p:nvPr/>
        </p:nvSpPr>
        <p:spPr>
          <a:xfrm>
            <a:off x="9938370" y="1597115"/>
            <a:ext cx="0" cy="1327065"/>
          </a:xfrm>
          <a:custGeom>
            <a:avLst/>
            <a:gdLst/>
            <a:ahLst/>
            <a:cxnLst/>
            <a:rect l="l" t="t" r="r" b="b"/>
            <a:pathLst>
              <a:path w="0" h="1327065">
                <a:moveTo>
                  <a:pt x="0" y="1327065"/>
                </a:moveTo>
                <a:lnTo>
                  <a:pt x="0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83"/>
          <p:cNvSpPr/>
          <p:nvPr/>
        </p:nvSpPr>
        <p:spPr>
          <a:xfrm>
            <a:off x="9938370" y="2924180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84"/>
          <p:cNvSpPr/>
          <p:nvPr/>
        </p:nvSpPr>
        <p:spPr>
          <a:xfrm>
            <a:off x="10238781" y="2247904"/>
            <a:ext cx="1381390" cy="354099"/>
          </a:xfrm>
          <a:custGeom>
            <a:avLst/>
            <a:gdLst/>
            <a:ahLst/>
            <a:cxnLst/>
            <a:rect l="l" t="t" r="r" b="b"/>
            <a:pathLst>
              <a:path w="1381390" h="354099">
                <a:moveTo>
                  <a:pt x="63163" y="319938"/>
                </a:moveTo>
                <a:lnTo>
                  <a:pt x="63165" y="319934"/>
                </a:lnTo>
                <a:lnTo>
                  <a:pt x="61304" y="320850"/>
                </a:lnTo>
                <a:lnTo>
                  <a:pt x="50240" y="330543"/>
                </a:lnTo>
                <a:lnTo>
                  <a:pt x="40334" y="344456"/>
                </a:lnTo>
                <a:lnTo>
                  <a:pt x="36255" y="354099"/>
                </a:lnTo>
                <a:lnTo>
                  <a:pt x="36462" y="348433"/>
                </a:lnTo>
                <a:lnTo>
                  <a:pt x="36418" y="311847"/>
                </a:lnTo>
                <a:lnTo>
                  <a:pt x="24950" y="304366"/>
                </a:lnTo>
                <a:lnTo>
                  <a:pt x="14636" y="291164"/>
                </a:lnTo>
                <a:lnTo>
                  <a:pt x="6174" y="271597"/>
                </a:lnTo>
                <a:lnTo>
                  <a:pt x="973" y="246110"/>
                </a:lnTo>
                <a:lnTo>
                  <a:pt x="0" y="214802"/>
                </a:lnTo>
                <a:lnTo>
                  <a:pt x="4213" y="179248"/>
                </a:lnTo>
                <a:lnTo>
                  <a:pt x="13908" y="142136"/>
                </a:lnTo>
                <a:lnTo>
                  <a:pt x="28412" y="106916"/>
                </a:lnTo>
                <a:lnTo>
                  <a:pt x="49805" y="69463"/>
                </a:lnTo>
                <a:lnTo>
                  <a:pt x="67344" y="46871"/>
                </a:lnTo>
                <a:lnTo>
                  <a:pt x="82008" y="37319"/>
                </a:lnTo>
                <a:lnTo>
                  <a:pt x="102752" y="31017"/>
                </a:lnTo>
                <a:lnTo>
                  <a:pt x="200650" y="16657"/>
                </a:lnTo>
                <a:lnTo>
                  <a:pt x="282432" y="8851"/>
                </a:lnTo>
                <a:lnTo>
                  <a:pt x="415933" y="1272"/>
                </a:lnTo>
                <a:lnTo>
                  <a:pt x="528383" y="0"/>
                </a:lnTo>
                <a:lnTo>
                  <a:pt x="626575" y="3810"/>
                </a:lnTo>
                <a:lnTo>
                  <a:pt x="707904" y="11607"/>
                </a:lnTo>
                <a:lnTo>
                  <a:pt x="760839" y="21555"/>
                </a:lnTo>
                <a:lnTo>
                  <a:pt x="790371" y="31113"/>
                </a:lnTo>
                <a:lnTo>
                  <a:pt x="821911" y="48974"/>
                </a:lnTo>
                <a:lnTo>
                  <a:pt x="846668" y="69130"/>
                </a:lnTo>
                <a:lnTo>
                  <a:pt x="876416" y="101337"/>
                </a:lnTo>
                <a:lnTo>
                  <a:pt x="934136" y="164870"/>
                </a:lnTo>
                <a:lnTo>
                  <a:pt x="971685" y="197803"/>
                </a:lnTo>
                <a:lnTo>
                  <a:pt x="1014739" y="228366"/>
                </a:lnTo>
                <a:lnTo>
                  <a:pt x="1060619" y="254417"/>
                </a:lnTo>
                <a:lnTo>
                  <a:pt x="1111445" y="276955"/>
                </a:lnTo>
                <a:lnTo>
                  <a:pt x="1164204" y="294490"/>
                </a:lnTo>
                <a:lnTo>
                  <a:pt x="1221132" y="307570"/>
                </a:lnTo>
                <a:lnTo>
                  <a:pt x="1278990" y="315249"/>
                </a:lnTo>
                <a:lnTo>
                  <a:pt x="1337323" y="317646"/>
                </a:lnTo>
                <a:lnTo>
                  <a:pt x="1381390" y="315819"/>
                </a:lnTo>
                <a:lnTo>
                  <a:pt x="1379279" y="315506"/>
                </a:lnTo>
              </a:path>
            </a:pathLst>
          </a:custGeom>
          <a:noFill/>
          <a:ln w="27236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path 85"/>
          <p:cNvSpPr/>
          <p:nvPr/>
        </p:nvSpPr>
        <p:spPr>
          <a:xfrm>
            <a:off x="10261475" y="1907972"/>
            <a:ext cx="1471484" cy="428187"/>
          </a:xfrm>
          <a:custGeom>
            <a:avLst/>
            <a:gdLst/>
            <a:ahLst/>
            <a:cxnLst/>
            <a:rect l="l" t="t" r="r" b="b"/>
            <a:pathLst>
              <a:path w="1471484" h="428187">
                <a:moveTo>
                  <a:pt x="0" y="21987"/>
                </a:moveTo>
                <a:lnTo>
                  <a:pt x="9427" y="16842"/>
                </a:lnTo>
                <a:lnTo>
                  <a:pt x="29502" y="3543"/>
                </a:lnTo>
                <a:lnTo>
                  <a:pt x="48386" y="0"/>
                </a:lnTo>
                <a:lnTo>
                  <a:pt x="81630" y="1700"/>
                </a:lnTo>
                <a:lnTo>
                  <a:pt x="85723" y="2853"/>
                </a:lnTo>
                <a:lnTo>
                  <a:pt x="84249" y="28291"/>
                </a:lnTo>
                <a:lnTo>
                  <a:pt x="82221" y="51665"/>
                </a:lnTo>
                <a:lnTo>
                  <a:pt x="84633" y="51610"/>
                </a:lnTo>
                <a:lnTo>
                  <a:pt x="146403" y="58310"/>
                </a:lnTo>
                <a:lnTo>
                  <a:pt x="211771" y="70519"/>
                </a:lnTo>
                <a:lnTo>
                  <a:pt x="275964" y="87820"/>
                </a:lnTo>
                <a:lnTo>
                  <a:pt x="338592" y="110169"/>
                </a:lnTo>
                <a:lnTo>
                  <a:pt x="399206" y="137531"/>
                </a:lnTo>
                <a:lnTo>
                  <a:pt x="454927" y="168396"/>
                </a:lnTo>
                <a:lnTo>
                  <a:pt x="508007" y="203733"/>
                </a:lnTo>
                <a:lnTo>
                  <a:pt x="560270" y="244939"/>
                </a:lnTo>
                <a:lnTo>
                  <a:pt x="615489" y="295480"/>
                </a:lnTo>
                <a:lnTo>
                  <a:pt x="656434" y="332542"/>
                </a:lnTo>
                <a:lnTo>
                  <a:pt x="675283" y="340550"/>
                </a:lnTo>
                <a:lnTo>
                  <a:pt x="703371" y="346176"/>
                </a:lnTo>
                <a:lnTo>
                  <a:pt x="803652" y="361016"/>
                </a:lnTo>
                <a:lnTo>
                  <a:pt x="943126" y="374849"/>
                </a:lnTo>
                <a:lnTo>
                  <a:pt x="1068265" y="389712"/>
                </a:lnTo>
                <a:lnTo>
                  <a:pt x="1183388" y="409328"/>
                </a:lnTo>
                <a:lnTo>
                  <a:pt x="1286997" y="425990"/>
                </a:lnTo>
                <a:lnTo>
                  <a:pt x="1335937" y="428187"/>
                </a:lnTo>
                <a:lnTo>
                  <a:pt x="1364302" y="425517"/>
                </a:lnTo>
                <a:lnTo>
                  <a:pt x="1390691" y="415650"/>
                </a:lnTo>
                <a:lnTo>
                  <a:pt x="1411430" y="403174"/>
                </a:lnTo>
                <a:lnTo>
                  <a:pt x="1428923" y="386772"/>
                </a:lnTo>
                <a:lnTo>
                  <a:pt x="1444585" y="364373"/>
                </a:lnTo>
                <a:lnTo>
                  <a:pt x="1456948" y="337249"/>
                </a:lnTo>
                <a:lnTo>
                  <a:pt x="1466593" y="301989"/>
                </a:lnTo>
                <a:lnTo>
                  <a:pt x="1471484" y="263179"/>
                </a:lnTo>
                <a:lnTo>
                  <a:pt x="1471303" y="222967"/>
                </a:lnTo>
                <a:lnTo>
                  <a:pt x="1465715" y="183190"/>
                </a:lnTo>
                <a:lnTo>
                  <a:pt x="1455113" y="147133"/>
                </a:lnTo>
                <a:lnTo>
                  <a:pt x="1440731" y="116741"/>
                </a:lnTo>
                <a:lnTo>
                  <a:pt x="1422645" y="90977"/>
                </a:lnTo>
                <a:lnTo>
                  <a:pt x="1402300" y="71249"/>
                </a:lnTo>
                <a:lnTo>
                  <a:pt x="1380515" y="57447"/>
                </a:lnTo>
                <a:lnTo>
                  <a:pt x="1357465" y="49305"/>
                </a:lnTo>
                <a:lnTo>
                  <a:pt x="1356196" y="48995"/>
                </a:lnTo>
                <a:lnTo>
                  <a:pt x="1356220" y="49862"/>
                </a:lnTo>
              </a:path>
            </a:pathLst>
          </a:custGeom>
          <a:noFill/>
          <a:ln w="27236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path 86"/>
          <p:cNvSpPr/>
          <p:nvPr/>
        </p:nvSpPr>
        <p:spPr>
          <a:xfrm>
            <a:off x="10310467" y="2260051"/>
            <a:ext cx="1307763" cy="46463"/>
          </a:xfrm>
          <a:custGeom>
            <a:avLst/>
            <a:gdLst/>
            <a:ahLst/>
            <a:cxnLst/>
            <a:rect l="l" t="t" r="r" b="b"/>
            <a:pathLst>
              <a:path w="1307763" h="46463">
                <a:moveTo>
                  <a:pt x="66" y="0"/>
                </a:moveTo>
                <a:lnTo>
                  <a:pt x="0" y="460"/>
                </a:lnTo>
                <a:lnTo>
                  <a:pt x="4888" y="70"/>
                </a:lnTo>
                <a:lnTo>
                  <a:pt x="456927" y="5904"/>
                </a:lnTo>
                <a:lnTo>
                  <a:pt x="662161" y="9852"/>
                </a:lnTo>
                <a:lnTo>
                  <a:pt x="771505" y="17568"/>
                </a:lnTo>
                <a:lnTo>
                  <a:pt x="889710" y="31135"/>
                </a:lnTo>
                <a:lnTo>
                  <a:pt x="1026480" y="46137"/>
                </a:lnTo>
                <a:lnTo>
                  <a:pt x="1087503" y="46463"/>
                </a:lnTo>
                <a:lnTo>
                  <a:pt x="1129417" y="40490"/>
                </a:lnTo>
                <a:lnTo>
                  <a:pt x="1262722" y="10806"/>
                </a:lnTo>
                <a:lnTo>
                  <a:pt x="1307763" y="864"/>
                </a:lnTo>
                <a:lnTo>
                  <a:pt x="1307519" y="587"/>
                </a:lnTo>
              </a:path>
            </a:pathLst>
          </a:custGeom>
          <a:noFill/>
          <a:ln w="3907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87"/>
          <p:cNvSpPr/>
          <p:nvPr/>
        </p:nvSpPr>
        <p:spPr>
          <a:xfrm>
            <a:off x="10310478" y="2260010"/>
            <a:ext cx="1307457" cy="47018"/>
          </a:xfrm>
          <a:custGeom>
            <a:avLst/>
            <a:gdLst/>
            <a:ahLst/>
            <a:cxnLst/>
            <a:rect l="l" t="t" r="r" b="b"/>
            <a:pathLst>
              <a:path w="1307457" h="47018">
                <a:moveTo>
                  <a:pt x="0" y="0"/>
                </a:moveTo>
                <a:lnTo>
                  <a:pt x="740147" y="14807"/>
                </a:lnTo>
                <a:lnTo>
                  <a:pt x="848288" y="26062"/>
                </a:lnTo>
                <a:lnTo>
                  <a:pt x="1043787" y="47018"/>
                </a:lnTo>
                <a:lnTo>
                  <a:pt x="1091418" y="46184"/>
                </a:lnTo>
                <a:lnTo>
                  <a:pt x="1133713" y="39590"/>
                </a:lnTo>
                <a:lnTo>
                  <a:pt x="1307457" y="637"/>
                </a:lnTo>
              </a:path>
            </a:pathLst>
          </a:custGeom>
          <a:noFill/>
          <a:ln w="378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path 88"/>
          <p:cNvSpPr/>
          <p:nvPr/>
        </p:nvSpPr>
        <p:spPr>
          <a:xfrm>
            <a:off x="10267836" y="2217355"/>
            <a:ext cx="85393" cy="85393"/>
          </a:xfrm>
          <a:custGeom>
            <a:avLst/>
            <a:gdLst/>
            <a:ahLst/>
            <a:cxnLst/>
            <a:rect l="l" t="t" r="r" b="b"/>
            <a:pathLst>
              <a:path w="85393" h="85393">
                <a:moveTo>
                  <a:pt x="42697" y="85393"/>
                </a:moveTo>
                <a:lnTo>
                  <a:pt x="45517" y="85300"/>
                </a:lnTo>
                <a:lnTo>
                  <a:pt x="48309" y="85023"/>
                </a:lnTo>
                <a:lnTo>
                  <a:pt x="51065" y="84565"/>
                </a:lnTo>
                <a:lnTo>
                  <a:pt x="53778" y="83930"/>
                </a:lnTo>
                <a:lnTo>
                  <a:pt x="56437" y="83121"/>
                </a:lnTo>
                <a:lnTo>
                  <a:pt x="59036" y="82142"/>
                </a:lnTo>
                <a:lnTo>
                  <a:pt x="61566" y="80997"/>
                </a:lnTo>
                <a:lnTo>
                  <a:pt x="64018" y="79688"/>
                </a:lnTo>
                <a:lnTo>
                  <a:pt x="66385" y="78219"/>
                </a:lnTo>
                <a:lnTo>
                  <a:pt x="68658" y="76593"/>
                </a:lnTo>
                <a:lnTo>
                  <a:pt x="70828" y="74815"/>
                </a:lnTo>
                <a:lnTo>
                  <a:pt x="72888" y="72887"/>
                </a:lnTo>
                <a:lnTo>
                  <a:pt x="74816" y="70827"/>
                </a:lnTo>
                <a:lnTo>
                  <a:pt x="76594" y="68657"/>
                </a:lnTo>
                <a:lnTo>
                  <a:pt x="78220" y="66384"/>
                </a:lnTo>
                <a:lnTo>
                  <a:pt x="79689" y="64017"/>
                </a:lnTo>
                <a:lnTo>
                  <a:pt x="80998" y="61565"/>
                </a:lnTo>
                <a:lnTo>
                  <a:pt x="82143" y="59035"/>
                </a:lnTo>
                <a:lnTo>
                  <a:pt x="83122" y="56436"/>
                </a:lnTo>
                <a:lnTo>
                  <a:pt x="83930" y="53777"/>
                </a:lnTo>
                <a:lnTo>
                  <a:pt x="84565" y="51065"/>
                </a:lnTo>
                <a:lnTo>
                  <a:pt x="85023" y="48308"/>
                </a:lnTo>
                <a:lnTo>
                  <a:pt x="85300" y="45516"/>
                </a:lnTo>
                <a:lnTo>
                  <a:pt x="85393" y="42696"/>
                </a:lnTo>
                <a:lnTo>
                  <a:pt x="85300" y="39876"/>
                </a:lnTo>
                <a:lnTo>
                  <a:pt x="85023" y="37084"/>
                </a:lnTo>
                <a:lnTo>
                  <a:pt x="84565" y="34328"/>
                </a:lnTo>
                <a:lnTo>
                  <a:pt x="83930" y="31616"/>
                </a:lnTo>
                <a:lnTo>
                  <a:pt x="83122" y="28956"/>
                </a:lnTo>
                <a:lnTo>
                  <a:pt x="82143" y="26357"/>
                </a:lnTo>
                <a:lnTo>
                  <a:pt x="80998" y="23827"/>
                </a:lnTo>
                <a:lnTo>
                  <a:pt x="79689" y="21375"/>
                </a:lnTo>
                <a:lnTo>
                  <a:pt x="78220" y="19008"/>
                </a:lnTo>
                <a:lnTo>
                  <a:pt x="76594" y="16736"/>
                </a:lnTo>
                <a:lnTo>
                  <a:pt x="74816" y="14565"/>
                </a:lnTo>
                <a:lnTo>
                  <a:pt x="72888" y="12505"/>
                </a:lnTo>
                <a:lnTo>
                  <a:pt x="70828" y="10577"/>
                </a:lnTo>
                <a:lnTo>
                  <a:pt x="68658" y="8799"/>
                </a:lnTo>
                <a:lnTo>
                  <a:pt x="66385" y="7174"/>
                </a:lnTo>
                <a:lnTo>
                  <a:pt x="64018" y="5705"/>
                </a:lnTo>
                <a:lnTo>
                  <a:pt x="61566" y="4396"/>
                </a:lnTo>
                <a:lnTo>
                  <a:pt x="59036" y="3250"/>
                </a:lnTo>
                <a:lnTo>
                  <a:pt x="56437" y="2271"/>
                </a:lnTo>
                <a:lnTo>
                  <a:pt x="53778" y="1463"/>
                </a:lnTo>
                <a:lnTo>
                  <a:pt x="51065" y="828"/>
                </a:lnTo>
                <a:lnTo>
                  <a:pt x="48309" y="370"/>
                </a:lnTo>
                <a:lnTo>
                  <a:pt x="45517" y="93"/>
                </a:lnTo>
                <a:lnTo>
                  <a:pt x="42697" y="0"/>
                </a:lnTo>
                <a:lnTo>
                  <a:pt x="39877" y="93"/>
                </a:lnTo>
                <a:lnTo>
                  <a:pt x="37085" y="370"/>
                </a:lnTo>
                <a:lnTo>
                  <a:pt x="34329" y="828"/>
                </a:lnTo>
                <a:lnTo>
                  <a:pt x="31617" y="1463"/>
                </a:lnTo>
                <a:lnTo>
                  <a:pt x="28957" y="2271"/>
                </a:lnTo>
                <a:lnTo>
                  <a:pt x="26358" y="3250"/>
                </a:lnTo>
                <a:lnTo>
                  <a:pt x="23828" y="4396"/>
                </a:lnTo>
                <a:lnTo>
                  <a:pt x="21376" y="5705"/>
                </a:lnTo>
                <a:lnTo>
                  <a:pt x="19009" y="7174"/>
                </a:lnTo>
                <a:lnTo>
                  <a:pt x="16737" y="8799"/>
                </a:lnTo>
                <a:lnTo>
                  <a:pt x="14566" y="10577"/>
                </a:lnTo>
                <a:lnTo>
                  <a:pt x="12507" y="12505"/>
                </a:lnTo>
                <a:lnTo>
                  <a:pt x="10578" y="14565"/>
                </a:lnTo>
                <a:lnTo>
                  <a:pt x="8800" y="16736"/>
                </a:lnTo>
                <a:lnTo>
                  <a:pt x="7175" y="19008"/>
                </a:lnTo>
                <a:lnTo>
                  <a:pt x="5706" y="21375"/>
                </a:lnTo>
                <a:lnTo>
                  <a:pt x="4397" y="23827"/>
                </a:lnTo>
                <a:lnTo>
                  <a:pt x="3251" y="26357"/>
                </a:lnTo>
                <a:lnTo>
                  <a:pt x="2272" y="28956"/>
                </a:lnTo>
                <a:lnTo>
                  <a:pt x="1463" y="31616"/>
                </a:lnTo>
                <a:lnTo>
                  <a:pt x="829" y="34328"/>
                </a:lnTo>
                <a:lnTo>
                  <a:pt x="371" y="37084"/>
                </a:lnTo>
                <a:lnTo>
                  <a:pt x="94" y="39876"/>
                </a:lnTo>
                <a:lnTo>
                  <a:pt x="0" y="42696"/>
                </a:lnTo>
                <a:lnTo>
                  <a:pt x="94" y="45516"/>
                </a:lnTo>
                <a:lnTo>
                  <a:pt x="371" y="48308"/>
                </a:lnTo>
                <a:lnTo>
                  <a:pt x="829" y="51065"/>
                </a:lnTo>
                <a:lnTo>
                  <a:pt x="1463" y="53777"/>
                </a:lnTo>
                <a:lnTo>
                  <a:pt x="2272" y="56436"/>
                </a:lnTo>
                <a:lnTo>
                  <a:pt x="3251" y="59035"/>
                </a:lnTo>
                <a:lnTo>
                  <a:pt x="4397" y="61565"/>
                </a:lnTo>
                <a:lnTo>
                  <a:pt x="5706" y="64017"/>
                </a:lnTo>
                <a:lnTo>
                  <a:pt x="7175" y="66384"/>
                </a:lnTo>
                <a:lnTo>
                  <a:pt x="8800" y="68657"/>
                </a:lnTo>
                <a:lnTo>
                  <a:pt x="10578" y="70827"/>
                </a:lnTo>
                <a:lnTo>
                  <a:pt x="12507" y="72887"/>
                </a:lnTo>
                <a:lnTo>
                  <a:pt x="14566" y="74815"/>
                </a:lnTo>
                <a:lnTo>
                  <a:pt x="16737" y="76593"/>
                </a:lnTo>
                <a:lnTo>
                  <a:pt x="19009" y="78219"/>
                </a:lnTo>
                <a:lnTo>
                  <a:pt x="21376" y="79688"/>
                </a:lnTo>
                <a:lnTo>
                  <a:pt x="23828" y="80997"/>
                </a:lnTo>
                <a:lnTo>
                  <a:pt x="26358" y="82142"/>
                </a:lnTo>
                <a:lnTo>
                  <a:pt x="28957" y="83121"/>
                </a:lnTo>
                <a:lnTo>
                  <a:pt x="31617" y="83930"/>
                </a:lnTo>
                <a:lnTo>
                  <a:pt x="34329" y="84565"/>
                </a:lnTo>
                <a:lnTo>
                  <a:pt x="37085" y="85023"/>
                </a:lnTo>
                <a:lnTo>
                  <a:pt x="39877" y="85300"/>
                </a:lnTo>
                <a:lnTo>
                  <a:pt x="42697" y="85393"/>
                </a:lnTo>
                <a:close/>
              </a:path>
            </a:pathLst>
          </a:custGeom>
          <a:solidFill>
            <a:srgbClr val="FFFFFF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path 89"/>
          <p:cNvSpPr/>
          <p:nvPr/>
        </p:nvSpPr>
        <p:spPr>
          <a:xfrm>
            <a:off x="11567619" y="2207680"/>
            <a:ext cx="100733" cy="95802"/>
          </a:xfrm>
          <a:custGeom>
            <a:avLst/>
            <a:gdLst/>
            <a:ahLst/>
            <a:cxnLst/>
            <a:rect l="l" t="t" r="r" b="b"/>
            <a:pathLst>
              <a:path w="100733" h="95802">
                <a:moveTo>
                  <a:pt x="50367" y="0"/>
                </a:moveTo>
                <a:lnTo>
                  <a:pt x="38477" y="36593"/>
                </a:lnTo>
                <a:lnTo>
                  <a:pt x="0" y="36593"/>
                </a:lnTo>
                <a:lnTo>
                  <a:pt x="31128" y="59209"/>
                </a:lnTo>
                <a:lnTo>
                  <a:pt x="19239" y="95802"/>
                </a:lnTo>
                <a:lnTo>
                  <a:pt x="50367" y="73187"/>
                </a:lnTo>
                <a:lnTo>
                  <a:pt x="81494" y="95802"/>
                </a:lnTo>
                <a:lnTo>
                  <a:pt x="69605" y="59209"/>
                </a:lnTo>
                <a:lnTo>
                  <a:pt x="100733" y="36593"/>
                </a:lnTo>
                <a:lnTo>
                  <a:pt x="62256" y="36593"/>
                </a:lnTo>
                <a:lnTo>
                  <a:pt x="50367" y="0"/>
                </a:lnTo>
                <a:close/>
              </a:path>
            </a:pathLst>
          </a:custGeom>
          <a:solidFill>
            <a:srgbClr val="FF9500"/>
          </a:solidFill>
          <a:ln w="236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90"/>
          <p:cNvSpPr/>
          <p:nvPr/>
        </p:nvSpPr>
        <p:spPr>
          <a:xfrm>
            <a:off x="10304229" y="2279995"/>
            <a:ext cx="52865" cy="16605"/>
          </a:xfrm>
          <a:custGeom>
            <a:avLst/>
            <a:gdLst/>
            <a:ahLst/>
            <a:cxnLst/>
            <a:rect l="l" t="t" r="r" b="b"/>
            <a:pathLst>
              <a:path w="52865" h="16605">
                <a:moveTo>
                  <a:pt x="0" y="16605"/>
                </a:moveTo>
                <a:lnTo>
                  <a:pt x="6238" y="14646"/>
                </a:lnTo>
                <a:lnTo>
                  <a:pt x="12144" y="12791"/>
                </a:lnTo>
                <a:lnTo>
                  <a:pt x="17716" y="11041"/>
                </a:lnTo>
                <a:lnTo>
                  <a:pt x="22954" y="9395"/>
                </a:lnTo>
                <a:lnTo>
                  <a:pt x="27860" y="7854"/>
                </a:lnTo>
                <a:lnTo>
                  <a:pt x="32432" y="6418"/>
                </a:lnTo>
                <a:lnTo>
                  <a:pt x="36671" y="5087"/>
                </a:lnTo>
                <a:lnTo>
                  <a:pt x="40576" y="3860"/>
                </a:lnTo>
                <a:lnTo>
                  <a:pt x="44148" y="2738"/>
                </a:lnTo>
                <a:lnTo>
                  <a:pt x="47387" y="1721"/>
                </a:lnTo>
                <a:lnTo>
                  <a:pt x="50293" y="808"/>
                </a:lnTo>
                <a:lnTo>
                  <a:pt x="52865" y="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path 91"/>
          <p:cNvSpPr/>
          <p:nvPr/>
        </p:nvSpPr>
        <p:spPr>
          <a:xfrm>
            <a:off x="10292257" y="2269578"/>
            <a:ext cx="64837" cy="56036"/>
          </a:xfrm>
          <a:custGeom>
            <a:avLst/>
            <a:gdLst/>
            <a:ahLst/>
            <a:cxnLst/>
            <a:rect l="l" t="t" r="r" b="b"/>
            <a:pathLst>
              <a:path w="64837" h="56036">
                <a:moveTo>
                  <a:pt x="0" y="0"/>
                </a:moveTo>
                <a:lnTo>
                  <a:pt x="64837" y="10417"/>
                </a:lnTo>
                <a:lnTo>
                  <a:pt x="17601" y="56036"/>
                </a:lnTo>
                <a:lnTo>
                  <a:pt x="0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path 92"/>
          <p:cNvSpPr/>
          <p:nvPr/>
        </p:nvSpPr>
        <p:spPr>
          <a:xfrm>
            <a:off x="11147896" y="2386901"/>
            <a:ext cx="40005" cy="38010"/>
          </a:xfrm>
          <a:custGeom>
            <a:avLst/>
            <a:gdLst/>
            <a:ahLst/>
            <a:cxnLst/>
            <a:rect l="l" t="t" r="r" b="b"/>
            <a:pathLst>
              <a:path w="40005" h="38010">
                <a:moveTo>
                  <a:pt x="0" y="0"/>
                </a:moveTo>
                <a:lnTo>
                  <a:pt x="4727" y="4491"/>
                </a:lnTo>
                <a:lnTo>
                  <a:pt x="9200" y="8742"/>
                </a:lnTo>
                <a:lnTo>
                  <a:pt x="13420" y="12752"/>
                </a:lnTo>
                <a:lnTo>
                  <a:pt x="17387" y="16521"/>
                </a:lnTo>
                <a:lnTo>
                  <a:pt x="21101" y="20049"/>
                </a:lnTo>
                <a:lnTo>
                  <a:pt x="24561" y="23337"/>
                </a:lnTo>
                <a:lnTo>
                  <a:pt x="27768" y="26384"/>
                </a:lnTo>
                <a:lnTo>
                  <a:pt x="30722" y="29191"/>
                </a:lnTo>
                <a:lnTo>
                  <a:pt x="33423" y="31757"/>
                </a:lnTo>
                <a:lnTo>
                  <a:pt x="35870" y="34082"/>
                </a:lnTo>
                <a:lnTo>
                  <a:pt x="38064" y="36167"/>
                </a:lnTo>
                <a:lnTo>
                  <a:pt x="40005" y="3801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93"/>
          <p:cNvSpPr/>
          <p:nvPr/>
        </p:nvSpPr>
        <p:spPr>
          <a:xfrm>
            <a:off x="11125092" y="2363165"/>
            <a:ext cx="62809" cy="61746"/>
          </a:xfrm>
          <a:custGeom>
            <a:avLst/>
            <a:gdLst/>
            <a:ahLst/>
            <a:cxnLst/>
            <a:rect l="l" t="t" r="r" b="b"/>
            <a:pathLst>
              <a:path w="62809" h="61746">
                <a:moveTo>
                  <a:pt x="40457" y="0"/>
                </a:moveTo>
                <a:lnTo>
                  <a:pt x="62809" y="61746"/>
                </a:lnTo>
                <a:lnTo>
                  <a:pt x="0" y="42579"/>
                </a:lnTo>
                <a:lnTo>
                  <a:pt x="40457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path 94"/>
          <p:cNvSpPr/>
          <p:nvPr/>
        </p:nvSpPr>
        <p:spPr>
          <a:xfrm>
            <a:off x="10615430" y="2024504"/>
            <a:ext cx="52051" cy="25484"/>
          </a:xfrm>
          <a:custGeom>
            <a:avLst/>
            <a:gdLst/>
            <a:ahLst/>
            <a:cxnLst/>
            <a:rect l="l" t="t" r="r" b="b"/>
            <a:pathLst>
              <a:path w="52051" h="25484">
                <a:moveTo>
                  <a:pt x="0" y="0"/>
                </a:moveTo>
                <a:lnTo>
                  <a:pt x="6063" y="2968"/>
                </a:lnTo>
                <a:lnTo>
                  <a:pt x="11813" y="5783"/>
                </a:lnTo>
                <a:lnTo>
                  <a:pt x="17249" y="8444"/>
                </a:lnTo>
                <a:lnTo>
                  <a:pt x="22371" y="10952"/>
                </a:lnTo>
                <a:lnTo>
                  <a:pt x="27179" y="13306"/>
                </a:lnTo>
                <a:lnTo>
                  <a:pt x="31674" y="15507"/>
                </a:lnTo>
                <a:lnTo>
                  <a:pt x="35854" y="17554"/>
                </a:lnTo>
                <a:lnTo>
                  <a:pt x="39721" y="19447"/>
                </a:lnTo>
                <a:lnTo>
                  <a:pt x="43274" y="21186"/>
                </a:lnTo>
                <a:lnTo>
                  <a:pt x="46514" y="22772"/>
                </a:lnTo>
                <a:lnTo>
                  <a:pt x="49439" y="24205"/>
                </a:lnTo>
                <a:lnTo>
                  <a:pt x="52051" y="25484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path 95"/>
          <p:cNvSpPr/>
          <p:nvPr/>
        </p:nvSpPr>
        <p:spPr>
          <a:xfrm>
            <a:off x="10601816" y="1997784"/>
            <a:ext cx="65665" cy="52753"/>
          </a:xfrm>
          <a:custGeom>
            <a:avLst/>
            <a:gdLst/>
            <a:ahLst/>
            <a:cxnLst/>
            <a:rect l="l" t="t" r="r" b="b"/>
            <a:pathLst>
              <a:path w="65665" h="52753">
                <a:moveTo>
                  <a:pt x="25826" y="0"/>
                </a:moveTo>
                <a:lnTo>
                  <a:pt x="65665" y="52204"/>
                </a:lnTo>
                <a:lnTo>
                  <a:pt x="0" y="52753"/>
                </a:lnTo>
                <a:lnTo>
                  <a:pt x="25826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96"/>
          <p:cNvSpPr/>
          <p:nvPr/>
        </p:nvSpPr>
        <p:spPr>
          <a:xfrm>
            <a:off x="11518388" y="2330212"/>
            <a:ext cx="58620" cy="4111"/>
          </a:xfrm>
          <a:custGeom>
            <a:avLst/>
            <a:gdLst/>
            <a:ahLst/>
            <a:cxnLst/>
            <a:rect l="l" t="t" r="r" b="b"/>
            <a:pathLst>
              <a:path w="58620" h="4111">
                <a:moveTo>
                  <a:pt x="0" y="0"/>
                </a:moveTo>
                <a:lnTo>
                  <a:pt x="6802" y="477"/>
                </a:lnTo>
                <a:lnTo>
                  <a:pt x="13255" y="930"/>
                </a:lnTo>
                <a:lnTo>
                  <a:pt x="19360" y="1358"/>
                </a:lnTo>
                <a:lnTo>
                  <a:pt x="25116" y="1761"/>
                </a:lnTo>
                <a:lnTo>
                  <a:pt x="30524" y="2141"/>
                </a:lnTo>
                <a:lnTo>
                  <a:pt x="35583" y="2495"/>
                </a:lnTo>
                <a:lnTo>
                  <a:pt x="40294" y="2826"/>
                </a:lnTo>
                <a:lnTo>
                  <a:pt x="44656" y="3132"/>
                </a:lnTo>
                <a:lnTo>
                  <a:pt x="48670" y="3413"/>
                </a:lnTo>
                <a:lnTo>
                  <a:pt x="52335" y="3670"/>
                </a:lnTo>
                <a:lnTo>
                  <a:pt x="55652" y="3903"/>
                </a:lnTo>
                <a:lnTo>
                  <a:pt x="58620" y="4111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path 97"/>
          <p:cNvSpPr/>
          <p:nvPr/>
        </p:nvSpPr>
        <p:spPr>
          <a:xfrm>
            <a:off x="11516362" y="2300919"/>
            <a:ext cx="60646" cy="58591"/>
          </a:xfrm>
          <a:custGeom>
            <a:avLst/>
            <a:gdLst/>
            <a:ahLst/>
            <a:cxnLst/>
            <a:rect l="l" t="t" r="r" b="b"/>
            <a:pathLst>
              <a:path w="60646" h="58591">
                <a:moveTo>
                  <a:pt x="4109" y="0"/>
                </a:moveTo>
                <a:lnTo>
                  <a:pt x="60646" y="33404"/>
                </a:lnTo>
                <a:lnTo>
                  <a:pt x="0" y="58591"/>
                </a:lnTo>
                <a:lnTo>
                  <a:pt x="4109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path 98"/>
          <p:cNvSpPr/>
          <p:nvPr/>
        </p:nvSpPr>
        <p:spPr>
          <a:xfrm>
            <a:off x="10737096" y="2265864"/>
            <a:ext cx="58794" cy="379"/>
          </a:xfrm>
          <a:custGeom>
            <a:avLst/>
            <a:gdLst/>
            <a:ahLst/>
            <a:cxnLst/>
            <a:rect l="l" t="t" r="r" b="b"/>
            <a:pathLst>
              <a:path w="58794" h="379">
                <a:moveTo>
                  <a:pt x="0" y="0"/>
                </a:moveTo>
                <a:lnTo>
                  <a:pt x="6821" y="44"/>
                </a:lnTo>
                <a:lnTo>
                  <a:pt x="13293" y="86"/>
                </a:lnTo>
                <a:lnTo>
                  <a:pt x="19415" y="125"/>
                </a:lnTo>
                <a:lnTo>
                  <a:pt x="25188" y="163"/>
                </a:lnTo>
                <a:lnTo>
                  <a:pt x="30611" y="197"/>
                </a:lnTo>
                <a:lnTo>
                  <a:pt x="35686" y="230"/>
                </a:lnTo>
                <a:lnTo>
                  <a:pt x="40411" y="261"/>
                </a:lnTo>
                <a:lnTo>
                  <a:pt x="44786" y="289"/>
                </a:lnTo>
                <a:lnTo>
                  <a:pt x="48812" y="315"/>
                </a:lnTo>
                <a:lnTo>
                  <a:pt x="52489" y="338"/>
                </a:lnTo>
                <a:lnTo>
                  <a:pt x="55816" y="360"/>
                </a:lnTo>
                <a:lnTo>
                  <a:pt x="58794" y="379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99"/>
          <p:cNvSpPr/>
          <p:nvPr/>
        </p:nvSpPr>
        <p:spPr>
          <a:xfrm>
            <a:off x="10736967" y="2236498"/>
            <a:ext cx="58923" cy="58734"/>
          </a:xfrm>
          <a:custGeom>
            <a:avLst/>
            <a:gdLst/>
            <a:ahLst/>
            <a:cxnLst/>
            <a:rect l="l" t="t" r="r" b="b"/>
            <a:pathLst>
              <a:path w="58923" h="58734">
                <a:moveTo>
                  <a:pt x="378" y="0"/>
                </a:moveTo>
                <a:lnTo>
                  <a:pt x="58923" y="29745"/>
                </a:lnTo>
                <a:lnTo>
                  <a:pt x="0" y="58734"/>
                </a:lnTo>
                <a:lnTo>
                  <a:pt x="378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100"/>
          <p:cNvSpPr/>
          <p:nvPr/>
        </p:nvSpPr>
        <p:spPr>
          <a:xfrm>
            <a:off x="11377486" y="2299820"/>
            <a:ext cx="56632" cy="7534"/>
          </a:xfrm>
          <a:custGeom>
            <a:avLst/>
            <a:gdLst/>
            <a:ahLst/>
            <a:cxnLst/>
            <a:rect l="l" t="t" r="r" b="b"/>
            <a:pathLst>
              <a:path w="56632" h="7534">
                <a:moveTo>
                  <a:pt x="0" y="7534"/>
                </a:moveTo>
                <a:lnTo>
                  <a:pt x="6624" y="6653"/>
                </a:lnTo>
                <a:lnTo>
                  <a:pt x="12902" y="5818"/>
                </a:lnTo>
                <a:lnTo>
                  <a:pt x="18833" y="5028"/>
                </a:lnTo>
                <a:lnTo>
                  <a:pt x="24418" y="4285"/>
                </a:lnTo>
                <a:lnTo>
                  <a:pt x="29657" y="3589"/>
                </a:lnTo>
                <a:lnTo>
                  <a:pt x="34550" y="2938"/>
                </a:lnTo>
                <a:lnTo>
                  <a:pt x="39096" y="2333"/>
                </a:lnTo>
                <a:lnTo>
                  <a:pt x="43296" y="1774"/>
                </a:lnTo>
                <a:lnTo>
                  <a:pt x="47150" y="1262"/>
                </a:lnTo>
                <a:lnTo>
                  <a:pt x="50657" y="795"/>
                </a:lnTo>
                <a:lnTo>
                  <a:pt x="53818" y="374"/>
                </a:lnTo>
                <a:lnTo>
                  <a:pt x="56632" y="0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101"/>
          <p:cNvSpPr/>
          <p:nvPr/>
        </p:nvSpPr>
        <p:spPr>
          <a:xfrm>
            <a:off x="11372023" y="2278454"/>
            <a:ext cx="62095" cy="58223"/>
          </a:xfrm>
          <a:custGeom>
            <a:avLst/>
            <a:gdLst/>
            <a:ahLst/>
            <a:cxnLst/>
            <a:rect l="l" t="t" r="r" b="b"/>
            <a:pathLst>
              <a:path w="62095" h="58223">
                <a:moveTo>
                  <a:pt x="0" y="0"/>
                </a:moveTo>
                <a:lnTo>
                  <a:pt x="62095" y="21366"/>
                </a:lnTo>
                <a:lnTo>
                  <a:pt x="7745" y="58223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102"/>
          <p:cNvSpPr/>
          <p:nvPr/>
        </p:nvSpPr>
        <p:spPr>
          <a:xfrm>
            <a:off x="10993584" y="2270935"/>
            <a:ext cx="57492" cy="4262"/>
          </a:xfrm>
          <a:custGeom>
            <a:avLst/>
            <a:gdLst/>
            <a:ahLst/>
            <a:cxnLst/>
            <a:rect l="l" t="t" r="r" b="b"/>
            <a:pathLst>
              <a:path w="57492" h="4262">
                <a:moveTo>
                  <a:pt x="0" y="0"/>
                </a:moveTo>
                <a:lnTo>
                  <a:pt x="6708" y="498"/>
                </a:lnTo>
                <a:lnTo>
                  <a:pt x="13067" y="969"/>
                </a:lnTo>
                <a:lnTo>
                  <a:pt x="19077" y="1414"/>
                </a:lnTo>
                <a:lnTo>
                  <a:pt x="24739" y="1834"/>
                </a:lnTo>
                <a:lnTo>
                  <a:pt x="30053" y="2228"/>
                </a:lnTo>
                <a:lnTo>
                  <a:pt x="35018" y="2596"/>
                </a:lnTo>
                <a:lnTo>
                  <a:pt x="39635" y="2939"/>
                </a:lnTo>
                <a:lnTo>
                  <a:pt x="43903" y="3255"/>
                </a:lnTo>
                <a:lnTo>
                  <a:pt x="47823" y="3546"/>
                </a:lnTo>
                <a:lnTo>
                  <a:pt x="51394" y="3810"/>
                </a:lnTo>
                <a:lnTo>
                  <a:pt x="54618" y="4049"/>
                </a:lnTo>
                <a:lnTo>
                  <a:pt x="57492" y="4262"/>
                </a:lnTo>
              </a:path>
            </a:pathLst>
          </a:custGeom>
          <a:noFill/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103"/>
          <p:cNvSpPr/>
          <p:nvPr/>
        </p:nvSpPr>
        <p:spPr>
          <a:xfrm>
            <a:off x="10990330" y="2241568"/>
            <a:ext cx="60746" cy="58575"/>
          </a:xfrm>
          <a:custGeom>
            <a:avLst/>
            <a:gdLst/>
            <a:ahLst/>
            <a:cxnLst/>
            <a:rect l="l" t="t" r="r" b="b"/>
            <a:pathLst>
              <a:path w="60746" h="58575">
                <a:moveTo>
                  <a:pt x="4342" y="0"/>
                </a:moveTo>
                <a:lnTo>
                  <a:pt x="60746" y="33629"/>
                </a:lnTo>
                <a:lnTo>
                  <a:pt x="0" y="58575"/>
                </a:lnTo>
                <a:lnTo>
                  <a:pt x="4342" y="0"/>
                </a:lnTo>
                <a:close/>
              </a:path>
            </a:pathLst>
          </a:custGeom>
          <a:solidFill>
            <a:srgbClr val="7C5AA6"/>
          </a:solidFill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522" y="3023709"/>
            <a:ext cx="2160336" cy="1327063"/>
          </a:xfrm>
          <a:prstGeom prst="rect">
            <a:avLst/>
          </a:prstGeom>
        </p:spPr>
      </p:pic>
      <p:sp>
        <p:nvSpPr>
          <p:cNvPr id="133" name="Editable path 104"/>
          <p:cNvSpPr/>
          <p:nvPr/>
        </p:nvSpPr>
        <p:spPr>
          <a:xfrm>
            <a:off x="212503" y="3076337"/>
            <a:ext cx="1056424" cy="217135"/>
          </a:xfrm>
          <a:custGeom>
            <a:avLst/>
            <a:gdLst/>
            <a:ahLst/>
            <a:cxnLst/>
            <a:rect l="l" t="t" r="r" b="b"/>
            <a:pathLst>
              <a:path w="1056424" h="217135">
                <a:moveTo>
                  <a:pt x="33631" y="217135"/>
                </a:moveTo>
                <a:lnTo>
                  <a:pt x="1022793" y="217135"/>
                </a:lnTo>
                <a:lnTo>
                  <a:pt x="1028164" y="216902"/>
                </a:lnTo>
                <a:lnTo>
                  <a:pt x="1033069" y="216201"/>
                </a:lnTo>
                <a:lnTo>
                  <a:pt x="1037506" y="215033"/>
                </a:lnTo>
                <a:lnTo>
                  <a:pt x="1041477" y="213398"/>
                </a:lnTo>
                <a:lnTo>
                  <a:pt x="1044980" y="211296"/>
                </a:lnTo>
                <a:lnTo>
                  <a:pt x="1048016" y="208727"/>
                </a:lnTo>
                <a:lnTo>
                  <a:pt x="1050585" y="205691"/>
                </a:lnTo>
                <a:lnTo>
                  <a:pt x="1052687" y="202188"/>
                </a:lnTo>
                <a:lnTo>
                  <a:pt x="1054322" y="198218"/>
                </a:lnTo>
                <a:lnTo>
                  <a:pt x="1055490" y="193780"/>
                </a:lnTo>
                <a:lnTo>
                  <a:pt x="1056190" y="188876"/>
                </a:lnTo>
                <a:lnTo>
                  <a:pt x="1056424" y="183504"/>
                </a:lnTo>
                <a:lnTo>
                  <a:pt x="1056424" y="33631"/>
                </a:lnTo>
                <a:lnTo>
                  <a:pt x="1056190" y="28260"/>
                </a:lnTo>
                <a:lnTo>
                  <a:pt x="1055490" y="23355"/>
                </a:lnTo>
                <a:lnTo>
                  <a:pt x="1054322" y="18918"/>
                </a:lnTo>
                <a:lnTo>
                  <a:pt x="1052687" y="14948"/>
                </a:lnTo>
                <a:lnTo>
                  <a:pt x="1050585" y="11444"/>
                </a:lnTo>
                <a:lnTo>
                  <a:pt x="1048016" y="8408"/>
                </a:lnTo>
                <a:lnTo>
                  <a:pt x="1044980" y="5839"/>
                </a:lnTo>
                <a:lnTo>
                  <a:pt x="1041477" y="3737"/>
                </a:lnTo>
                <a:lnTo>
                  <a:pt x="1037506" y="2102"/>
                </a:lnTo>
                <a:lnTo>
                  <a:pt x="1033069" y="934"/>
                </a:lnTo>
                <a:lnTo>
                  <a:pt x="1028164" y="234"/>
                </a:lnTo>
                <a:lnTo>
                  <a:pt x="1022793" y="0"/>
                </a:lnTo>
                <a:lnTo>
                  <a:pt x="33631" y="0"/>
                </a:lnTo>
                <a:lnTo>
                  <a:pt x="28259" y="234"/>
                </a:lnTo>
                <a:lnTo>
                  <a:pt x="23355" y="934"/>
                </a:lnTo>
                <a:lnTo>
                  <a:pt x="18918" y="2102"/>
                </a:lnTo>
                <a:lnTo>
                  <a:pt x="14947" y="3737"/>
                </a:lnTo>
                <a:lnTo>
                  <a:pt x="11444" y="5839"/>
                </a:lnTo>
                <a:lnTo>
                  <a:pt x="8408" y="8408"/>
                </a:lnTo>
                <a:lnTo>
                  <a:pt x="5839" y="11444"/>
                </a:lnTo>
                <a:lnTo>
                  <a:pt x="3737" y="14948"/>
                </a:lnTo>
                <a:lnTo>
                  <a:pt x="2102" y="18918"/>
                </a:lnTo>
                <a:lnTo>
                  <a:pt x="934" y="23355"/>
                </a:lnTo>
                <a:lnTo>
                  <a:pt x="234" y="28260"/>
                </a:lnTo>
                <a:lnTo>
                  <a:pt x="0" y="33631"/>
                </a:lnTo>
                <a:lnTo>
                  <a:pt x="0" y="183504"/>
                </a:lnTo>
                <a:lnTo>
                  <a:pt x="234" y="188876"/>
                </a:lnTo>
                <a:lnTo>
                  <a:pt x="934" y="193780"/>
                </a:lnTo>
                <a:lnTo>
                  <a:pt x="2102" y="198218"/>
                </a:lnTo>
                <a:lnTo>
                  <a:pt x="3737" y="202188"/>
                </a:lnTo>
                <a:lnTo>
                  <a:pt x="5839" y="205691"/>
                </a:lnTo>
                <a:lnTo>
                  <a:pt x="8408" y="208727"/>
                </a:lnTo>
                <a:lnTo>
                  <a:pt x="11444" y="211296"/>
                </a:lnTo>
                <a:lnTo>
                  <a:pt x="14947" y="213398"/>
                </a:lnTo>
                <a:lnTo>
                  <a:pt x="18918" y="215033"/>
                </a:lnTo>
                <a:lnTo>
                  <a:pt x="23355" y="216201"/>
                </a:lnTo>
                <a:lnTo>
                  <a:pt x="28259" y="216902"/>
                </a:lnTo>
                <a:lnTo>
                  <a:pt x="33631" y="21713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46134" y="3086282"/>
            <a:ext cx="1027419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Acquire · 4.5 s</a:t>
            </a:r>
          </a:p>
        </p:txBody>
      </p:sp>
      <p:sp>
        <p:nvSpPr>
          <p:cNvPr id="135" name="Editable path 105"/>
          <p:cNvSpPr/>
          <p:nvPr/>
        </p:nvSpPr>
        <p:spPr>
          <a:xfrm>
            <a:off x="1762345" y="3967518"/>
            <a:ext cx="545576" cy="378680"/>
          </a:xfrm>
          <a:custGeom>
            <a:avLst/>
            <a:gdLst/>
            <a:ahLst/>
            <a:cxnLst/>
            <a:rect l="l" t="t" r="r" b="b"/>
            <a:pathLst>
              <a:path w="545576" h="378680">
                <a:moveTo>
                  <a:pt x="0" y="0"/>
                </a:moveTo>
                <a:lnTo>
                  <a:pt x="545576" y="0"/>
                </a:lnTo>
                <a:lnTo>
                  <a:pt x="545576" y="378680"/>
                </a:lnTo>
                <a:lnTo>
                  <a:pt x="0" y="378680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804217" y="3992261"/>
            <a:ext cx="505693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Dining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28556" y="4138433"/>
            <a:ext cx="380236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table</a:t>
            </a:r>
          </a:p>
        </p:txBody>
      </p:sp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3147" y="3023709"/>
            <a:ext cx="2160336" cy="1327063"/>
          </a:xfrm>
          <a:prstGeom prst="rect">
            <a:avLst/>
          </a:prstGeom>
        </p:spPr>
      </p:pic>
      <p:sp>
        <p:nvSpPr>
          <p:cNvPr id="139" name="Editable path 106"/>
          <p:cNvSpPr/>
          <p:nvPr/>
        </p:nvSpPr>
        <p:spPr>
          <a:xfrm>
            <a:off x="2635128" y="3076337"/>
            <a:ext cx="765929" cy="216395"/>
          </a:xfrm>
          <a:custGeom>
            <a:avLst/>
            <a:gdLst/>
            <a:ahLst/>
            <a:cxnLst/>
            <a:rect l="l" t="t" r="r" b="b"/>
            <a:pathLst>
              <a:path w="765929" h="216395">
                <a:moveTo>
                  <a:pt x="33631" y="216395"/>
                </a:moveTo>
                <a:lnTo>
                  <a:pt x="732298" y="216395"/>
                </a:lnTo>
                <a:lnTo>
                  <a:pt x="737670" y="216161"/>
                </a:lnTo>
                <a:lnTo>
                  <a:pt x="742574" y="215461"/>
                </a:lnTo>
                <a:lnTo>
                  <a:pt x="747012" y="214293"/>
                </a:lnTo>
                <a:lnTo>
                  <a:pt x="750982" y="212658"/>
                </a:lnTo>
                <a:lnTo>
                  <a:pt x="754485" y="210556"/>
                </a:lnTo>
                <a:lnTo>
                  <a:pt x="757521" y="207987"/>
                </a:lnTo>
                <a:lnTo>
                  <a:pt x="760090" y="204951"/>
                </a:lnTo>
                <a:lnTo>
                  <a:pt x="762192" y="201448"/>
                </a:lnTo>
                <a:lnTo>
                  <a:pt x="763827" y="197478"/>
                </a:lnTo>
                <a:lnTo>
                  <a:pt x="764995" y="193040"/>
                </a:lnTo>
                <a:lnTo>
                  <a:pt x="765695" y="188136"/>
                </a:lnTo>
                <a:lnTo>
                  <a:pt x="765929" y="182764"/>
                </a:lnTo>
                <a:lnTo>
                  <a:pt x="765929" y="33631"/>
                </a:lnTo>
                <a:lnTo>
                  <a:pt x="765695" y="28260"/>
                </a:lnTo>
                <a:lnTo>
                  <a:pt x="764995" y="23355"/>
                </a:lnTo>
                <a:lnTo>
                  <a:pt x="763827" y="18918"/>
                </a:lnTo>
                <a:lnTo>
                  <a:pt x="762192" y="14948"/>
                </a:lnTo>
                <a:lnTo>
                  <a:pt x="760090" y="11444"/>
                </a:lnTo>
                <a:lnTo>
                  <a:pt x="757521" y="8408"/>
                </a:lnTo>
                <a:lnTo>
                  <a:pt x="754485" y="5839"/>
                </a:lnTo>
                <a:lnTo>
                  <a:pt x="750982" y="3737"/>
                </a:lnTo>
                <a:lnTo>
                  <a:pt x="747012" y="2102"/>
                </a:lnTo>
                <a:lnTo>
                  <a:pt x="742574" y="934"/>
                </a:lnTo>
                <a:lnTo>
                  <a:pt x="737670" y="234"/>
                </a:lnTo>
                <a:lnTo>
                  <a:pt x="732298" y="0"/>
                </a:lnTo>
                <a:lnTo>
                  <a:pt x="33631" y="0"/>
                </a:lnTo>
                <a:lnTo>
                  <a:pt x="28259" y="234"/>
                </a:lnTo>
                <a:lnTo>
                  <a:pt x="23355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4" y="5839"/>
                </a:lnTo>
                <a:lnTo>
                  <a:pt x="8408" y="8408"/>
                </a:lnTo>
                <a:lnTo>
                  <a:pt x="5839" y="11444"/>
                </a:lnTo>
                <a:lnTo>
                  <a:pt x="3737" y="14948"/>
                </a:lnTo>
                <a:lnTo>
                  <a:pt x="2102" y="18918"/>
                </a:lnTo>
                <a:lnTo>
                  <a:pt x="934" y="23355"/>
                </a:lnTo>
                <a:lnTo>
                  <a:pt x="234" y="28260"/>
                </a:lnTo>
                <a:lnTo>
                  <a:pt x="0" y="33631"/>
                </a:lnTo>
                <a:lnTo>
                  <a:pt x="0" y="182764"/>
                </a:lnTo>
                <a:lnTo>
                  <a:pt x="234" y="188136"/>
                </a:lnTo>
                <a:lnTo>
                  <a:pt x="934" y="193040"/>
                </a:lnTo>
                <a:lnTo>
                  <a:pt x="2102" y="197478"/>
                </a:lnTo>
                <a:lnTo>
                  <a:pt x="3737" y="201448"/>
                </a:lnTo>
                <a:lnTo>
                  <a:pt x="5839" y="204951"/>
                </a:lnTo>
                <a:lnTo>
                  <a:pt x="8408" y="207987"/>
                </a:lnTo>
                <a:lnTo>
                  <a:pt x="11444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5" y="215461"/>
                </a:lnTo>
                <a:lnTo>
                  <a:pt x="28259" y="216161"/>
                </a:lnTo>
                <a:lnTo>
                  <a:pt x="33631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668758" y="3085542"/>
            <a:ext cx="738027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Lift · 8.9 s</a:t>
            </a: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5771" y="3023709"/>
            <a:ext cx="2160336" cy="1327063"/>
          </a:xfrm>
          <a:prstGeom prst="rect">
            <a:avLst/>
          </a:prstGeom>
        </p:spPr>
      </p:pic>
      <p:sp>
        <p:nvSpPr>
          <p:cNvPr id="142" name="Editable path 107"/>
          <p:cNvSpPr/>
          <p:nvPr/>
        </p:nvSpPr>
        <p:spPr>
          <a:xfrm>
            <a:off x="5057753" y="3076337"/>
            <a:ext cx="1224799" cy="217505"/>
          </a:xfrm>
          <a:custGeom>
            <a:avLst/>
            <a:gdLst/>
            <a:ahLst/>
            <a:cxnLst/>
            <a:rect l="l" t="t" r="r" b="b"/>
            <a:pathLst>
              <a:path w="1224799" h="217505">
                <a:moveTo>
                  <a:pt x="33630" y="217505"/>
                </a:moveTo>
                <a:lnTo>
                  <a:pt x="1191168" y="217505"/>
                </a:lnTo>
                <a:lnTo>
                  <a:pt x="1196540" y="217272"/>
                </a:lnTo>
                <a:lnTo>
                  <a:pt x="1201444" y="216571"/>
                </a:lnTo>
                <a:lnTo>
                  <a:pt x="1205882" y="215403"/>
                </a:lnTo>
                <a:lnTo>
                  <a:pt x="1209852" y="213768"/>
                </a:lnTo>
                <a:lnTo>
                  <a:pt x="1213355" y="211666"/>
                </a:lnTo>
                <a:lnTo>
                  <a:pt x="1216392" y="209097"/>
                </a:lnTo>
                <a:lnTo>
                  <a:pt x="1218961" y="206061"/>
                </a:lnTo>
                <a:lnTo>
                  <a:pt x="1221062" y="202558"/>
                </a:lnTo>
                <a:lnTo>
                  <a:pt x="1222697" y="198588"/>
                </a:lnTo>
                <a:lnTo>
                  <a:pt x="1223865" y="194150"/>
                </a:lnTo>
                <a:lnTo>
                  <a:pt x="1224566" y="189246"/>
                </a:lnTo>
                <a:lnTo>
                  <a:pt x="1224799" y="183874"/>
                </a:lnTo>
                <a:lnTo>
                  <a:pt x="1224799" y="33631"/>
                </a:lnTo>
                <a:lnTo>
                  <a:pt x="1224566" y="28260"/>
                </a:lnTo>
                <a:lnTo>
                  <a:pt x="1223865" y="23355"/>
                </a:lnTo>
                <a:lnTo>
                  <a:pt x="1222697" y="18918"/>
                </a:lnTo>
                <a:lnTo>
                  <a:pt x="1221062" y="14948"/>
                </a:lnTo>
                <a:lnTo>
                  <a:pt x="1218961" y="11444"/>
                </a:lnTo>
                <a:lnTo>
                  <a:pt x="1216392" y="8408"/>
                </a:lnTo>
                <a:lnTo>
                  <a:pt x="1213355" y="5839"/>
                </a:lnTo>
                <a:lnTo>
                  <a:pt x="1209852" y="3737"/>
                </a:lnTo>
                <a:lnTo>
                  <a:pt x="1205882" y="2102"/>
                </a:lnTo>
                <a:lnTo>
                  <a:pt x="1201444" y="934"/>
                </a:lnTo>
                <a:lnTo>
                  <a:pt x="1196540" y="234"/>
                </a:lnTo>
                <a:lnTo>
                  <a:pt x="1191168" y="0"/>
                </a:lnTo>
                <a:lnTo>
                  <a:pt x="33630" y="0"/>
                </a:lnTo>
                <a:lnTo>
                  <a:pt x="28259" y="234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9"/>
                </a:lnTo>
                <a:lnTo>
                  <a:pt x="8407" y="8408"/>
                </a:lnTo>
                <a:lnTo>
                  <a:pt x="5838" y="11444"/>
                </a:lnTo>
                <a:lnTo>
                  <a:pt x="3736" y="14948"/>
                </a:lnTo>
                <a:lnTo>
                  <a:pt x="2102" y="18918"/>
                </a:lnTo>
                <a:lnTo>
                  <a:pt x="934" y="23355"/>
                </a:lnTo>
                <a:lnTo>
                  <a:pt x="233" y="28260"/>
                </a:lnTo>
                <a:lnTo>
                  <a:pt x="0" y="33631"/>
                </a:lnTo>
                <a:lnTo>
                  <a:pt x="0" y="183874"/>
                </a:lnTo>
                <a:lnTo>
                  <a:pt x="233" y="189246"/>
                </a:lnTo>
                <a:lnTo>
                  <a:pt x="934" y="194150"/>
                </a:lnTo>
                <a:lnTo>
                  <a:pt x="2102" y="198588"/>
                </a:lnTo>
                <a:lnTo>
                  <a:pt x="3736" y="202558"/>
                </a:lnTo>
                <a:lnTo>
                  <a:pt x="5838" y="206061"/>
                </a:lnTo>
                <a:lnTo>
                  <a:pt x="8407" y="209097"/>
                </a:lnTo>
                <a:lnTo>
                  <a:pt x="11443" y="211666"/>
                </a:lnTo>
                <a:lnTo>
                  <a:pt x="14947" y="213768"/>
                </a:lnTo>
                <a:lnTo>
                  <a:pt x="18917" y="215403"/>
                </a:lnTo>
                <a:lnTo>
                  <a:pt x="23354" y="216571"/>
                </a:lnTo>
                <a:lnTo>
                  <a:pt x="28259" y="217272"/>
                </a:lnTo>
                <a:lnTo>
                  <a:pt x="33630" y="21750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091383" y="3086282"/>
            <a:ext cx="119557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Doorway · 54.2 s</a:t>
            </a:r>
          </a:p>
        </p:txBody>
      </p:sp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8396" y="3023709"/>
            <a:ext cx="2160336" cy="1327063"/>
          </a:xfrm>
          <a:prstGeom prst="rect">
            <a:avLst/>
          </a:prstGeom>
        </p:spPr>
      </p:pic>
      <p:sp>
        <p:nvSpPr>
          <p:cNvPr id="145" name="Editable path 108"/>
          <p:cNvSpPr/>
          <p:nvPr/>
        </p:nvSpPr>
        <p:spPr>
          <a:xfrm>
            <a:off x="7480378" y="3076337"/>
            <a:ext cx="925053" cy="216395"/>
          </a:xfrm>
          <a:custGeom>
            <a:avLst/>
            <a:gdLst/>
            <a:ahLst/>
            <a:cxnLst/>
            <a:rect l="l" t="t" r="r" b="b"/>
            <a:pathLst>
              <a:path w="925053" h="216395">
                <a:moveTo>
                  <a:pt x="33630" y="216395"/>
                </a:moveTo>
                <a:lnTo>
                  <a:pt x="891422" y="216395"/>
                </a:lnTo>
                <a:lnTo>
                  <a:pt x="896793" y="216161"/>
                </a:lnTo>
                <a:lnTo>
                  <a:pt x="901698" y="215461"/>
                </a:lnTo>
                <a:lnTo>
                  <a:pt x="906135" y="214293"/>
                </a:lnTo>
                <a:lnTo>
                  <a:pt x="910106" y="212658"/>
                </a:lnTo>
                <a:lnTo>
                  <a:pt x="913609" y="210556"/>
                </a:lnTo>
                <a:lnTo>
                  <a:pt x="916645" y="207987"/>
                </a:lnTo>
                <a:lnTo>
                  <a:pt x="919214" y="204951"/>
                </a:lnTo>
                <a:lnTo>
                  <a:pt x="921316" y="201448"/>
                </a:lnTo>
                <a:lnTo>
                  <a:pt x="922951" y="197478"/>
                </a:lnTo>
                <a:lnTo>
                  <a:pt x="924119" y="193040"/>
                </a:lnTo>
                <a:lnTo>
                  <a:pt x="924819" y="188136"/>
                </a:lnTo>
                <a:lnTo>
                  <a:pt x="925053" y="182764"/>
                </a:lnTo>
                <a:lnTo>
                  <a:pt x="925053" y="33631"/>
                </a:lnTo>
                <a:lnTo>
                  <a:pt x="924819" y="28260"/>
                </a:lnTo>
                <a:lnTo>
                  <a:pt x="924119" y="23355"/>
                </a:lnTo>
                <a:lnTo>
                  <a:pt x="922951" y="18918"/>
                </a:lnTo>
                <a:lnTo>
                  <a:pt x="921316" y="14948"/>
                </a:lnTo>
                <a:lnTo>
                  <a:pt x="919214" y="11444"/>
                </a:lnTo>
                <a:lnTo>
                  <a:pt x="916645" y="8408"/>
                </a:lnTo>
                <a:lnTo>
                  <a:pt x="913609" y="5839"/>
                </a:lnTo>
                <a:lnTo>
                  <a:pt x="910106" y="3737"/>
                </a:lnTo>
                <a:lnTo>
                  <a:pt x="906135" y="2102"/>
                </a:lnTo>
                <a:lnTo>
                  <a:pt x="901698" y="934"/>
                </a:lnTo>
                <a:lnTo>
                  <a:pt x="896793" y="234"/>
                </a:lnTo>
                <a:lnTo>
                  <a:pt x="891422" y="0"/>
                </a:lnTo>
                <a:lnTo>
                  <a:pt x="33630" y="0"/>
                </a:lnTo>
                <a:lnTo>
                  <a:pt x="28259" y="234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9"/>
                </a:lnTo>
                <a:lnTo>
                  <a:pt x="8407" y="8408"/>
                </a:lnTo>
                <a:lnTo>
                  <a:pt x="5838" y="11444"/>
                </a:lnTo>
                <a:lnTo>
                  <a:pt x="3736" y="14948"/>
                </a:lnTo>
                <a:lnTo>
                  <a:pt x="2102" y="18918"/>
                </a:lnTo>
                <a:lnTo>
                  <a:pt x="934" y="23355"/>
                </a:lnTo>
                <a:lnTo>
                  <a:pt x="233" y="28260"/>
                </a:lnTo>
                <a:lnTo>
                  <a:pt x="0" y="33631"/>
                </a:lnTo>
                <a:lnTo>
                  <a:pt x="0" y="182764"/>
                </a:lnTo>
                <a:lnTo>
                  <a:pt x="233" y="188136"/>
                </a:lnTo>
                <a:lnTo>
                  <a:pt x="934" y="193040"/>
                </a:lnTo>
                <a:lnTo>
                  <a:pt x="2102" y="197478"/>
                </a:lnTo>
                <a:lnTo>
                  <a:pt x="3736" y="201448"/>
                </a:lnTo>
                <a:lnTo>
                  <a:pt x="5838" y="204951"/>
                </a:lnTo>
                <a:lnTo>
                  <a:pt x="8407" y="207987"/>
                </a:lnTo>
                <a:lnTo>
                  <a:pt x="11443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4" y="215461"/>
                </a:lnTo>
                <a:lnTo>
                  <a:pt x="28259" y="216161"/>
                </a:lnTo>
                <a:lnTo>
                  <a:pt x="33630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514008" y="3085542"/>
            <a:ext cx="896764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Goal · 96.1 s</a:t>
            </a:r>
          </a:p>
        </p:txBody>
      </p:sp>
      <p:sp>
        <p:nvSpPr>
          <p:cNvPr id="147" name="Editable path 109"/>
          <p:cNvSpPr/>
          <p:nvPr/>
        </p:nvSpPr>
        <p:spPr>
          <a:xfrm>
            <a:off x="9938370" y="3023709"/>
            <a:ext cx="2073537" cy="1327064"/>
          </a:xfrm>
          <a:custGeom>
            <a:avLst/>
            <a:gdLst/>
            <a:ahLst/>
            <a:cxnLst/>
            <a:rect l="l" t="t" r="r" b="b"/>
            <a:pathLst>
              <a:path w="2073537" h="1327064">
                <a:moveTo>
                  <a:pt x="0" y="0"/>
                </a:moveTo>
                <a:lnTo>
                  <a:pt x="2073537" y="0"/>
                </a:lnTo>
                <a:lnTo>
                  <a:pt x="2073537" y="1327064"/>
                </a:lnTo>
                <a:lnTo>
                  <a:pt x="0" y="1327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path 110"/>
          <p:cNvSpPr/>
          <p:nvPr/>
        </p:nvSpPr>
        <p:spPr>
          <a:xfrm>
            <a:off x="10962697" y="3806469"/>
            <a:ext cx="24883" cy="772393"/>
          </a:xfrm>
          <a:custGeom>
            <a:avLst/>
            <a:gdLst/>
            <a:ahLst/>
            <a:cxnLst/>
            <a:rect l="l" t="t" r="r" b="b"/>
            <a:pathLst>
              <a:path w="24883" h="772393">
                <a:moveTo>
                  <a:pt x="0" y="0"/>
                </a:moveTo>
                <a:lnTo>
                  <a:pt x="24883" y="0"/>
                </a:lnTo>
                <a:lnTo>
                  <a:pt x="24883" y="772393"/>
                </a:lnTo>
                <a:lnTo>
                  <a:pt x="0" y="77239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path 111"/>
          <p:cNvSpPr/>
          <p:nvPr/>
        </p:nvSpPr>
        <p:spPr>
          <a:xfrm>
            <a:off x="10962697" y="2795620"/>
            <a:ext cx="24883" cy="772393"/>
          </a:xfrm>
          <a:custGeom>
            <a:avLst/>
            <a:gdLst/>
            <a:ahLst/>
            <a:cxnLst/>
            <a:rect l="l" t="t" r="r" b="b"/>
            <a:pathLst>
              <a:path w="24883" h="772393">
                <a:moveTo>
                  <a:pt x="0" y="0"/>
                </a:moveTo>
                <a:lnTo>
                  <a:pt x="24883" y="0"/>
                </a:lnTo>
                <a:lnTo>
                  <a:pt x="24883" y="772393"/>
                </a:lnTo>
                <a:lnTo>
                  <a:pt x="0" y="77239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path 112"/>
          <p:cNvSpPr/>
          <p:nvPr/>
        </p:nvSpPr>
        <p:spPr>
          <a:xfrm>
            <a:off x="10962697" y="3568013"/>
            <a:ext cx="24883" cy="238456"/>
          </a:xfrm>
          <a:custGeom>
            <a:avLst/>
            <a:gdLst/>
            <a:ahLst/>
            <a:cxnLst/>
            <a:rect l="l" t="t" r="r" b="b"/>
            <a:pathLst>
              <a:path w="24883" h="238456">
                <a:moveTo>
                  <a:pt x="0" y="0"/>
                </a:moveTo>
                <a:lnTo>
                  <a:pt x="24883" y="0"/>
                </a:lnTo>
                <a:lnTo>
                  <a:pt x="24883" y="238456"/>
                </a:lnTo>
                <a:lnTo>
                  <a:pt x="0" y="23845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path 113"/>
          <p:cNvSpPr/>
          <p:nvPr/>
        </p:nvSpPr>
        <p:spPr>
          <a:xfrm>
            <a:off x="10958550" y="3798175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path 114"/>
          <p:cNvSpPr/>
          <p:nvPr/>
        </p:nvSpPr>
        <p:spPr>
          <a:xfrm>
            <a:off x="10958550" y="3568013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path 115"/>
          <p:cNvSpPr/>
          <p:nvPr/>
        </p:nvSpPr>
        <p:spPr>
          <a:xfrm>
            <a:off x="9552692" y="2795620"/>
            <a:ext cx="24882" cy="1783242"/>
          </a:xfrm>
          <a:custGeom>
            <a:avLst/>
            <a:gdLst/>
            <a:ahLst/>
            <a:cxnLst/>
            <a:rect l="l" t="t" r="r" b="b"/>
            <a:pathLst>
              <a:path w="24882" h="1783242">
                <a:moveTo>
                  <a:pt x="0" y="0"/>
                </a:moveTo>
                <a:lnTo>
                  <a:pt x="24882" y="0"/>
                </a:lnTo>
                <a:lnTo>
                  <a:pt x="24882" y="1783242"/>
                </a:lnTo>
                <a:lnTo>
                  <a:pt x="0" y="178324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path 116"/>
          <p:cNvSpPr/>
          <p:nvPr/>
        </p:nvSpPr>
        <p:spPr>
          <a:xfrm>
            <a:off x="9565133" y="4566421"/>
            <a:ext cx="1410005" cy="24882"/>
          </a:xfrm>
          <a:custGeom>
            <a:avLst/>
            <a:gdLst/>
            <a:ahLst/>
            <a:cxnLst/>
            <a:rect l="l" t="t" r="r" b="b"/>
            <a:pathLst>
              <a:path w="1410005" h="24882">
                <a:moveTo>
                  <a:pt x="0" y="0"/>
                </a:moveTo>
                <a:lnTo>
                  <a:pt x="1410005" y="0"/>
                </a:lnTo>
                <a:lnTo>
                  <a:pt x="1410005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path 117"/>
          <p:cNvSpPr/>
          <p:nvPr/>
        </p:nvSpPr>
        <p:spPr>
          <a:xfrm>
            <a:off x="9565133" y="2783179"/>
            <a:ext cx="1410005" cy="24882"/>
          </a:xfrm>
          <a:custGeom>
            <a:avLst/>
            <a:gdLst/>
            <a:ahLst/>
            <a:cxnLst/>
            <a:rect l="l" t="t" r="r" b="b"/>
            <a:pathLst>
              <a:path w="1410005" h="24882">
                <a:moveTo>
                  <a:pt x="0" y="0"/>
                </a:moveTo>
                <a:lnTo>
                  <a:pt x="1410005" y="0"/>
                </a:lnTo>
                <a:lnTo>
                  <a:pt x="1410005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path 118"/>
          <p:cNvSpPr/>
          <p:nvPr/>
        </p:nvSpPr>
        <p:spPr>
          <a:xfrm>
            <a:off x="12372702" y="2795620"/>
            <a:ext cx="24882" cy="1783242"/>
          </a:xfrm>
          <a:custGeom>
            <a:avLst/>
            <a:gdLst/>
            <a:ahLst/>
            <a:cxnLst/>
            <a:rect l="l" t="t" r="r" b="b"/>
            <a:pathLst>
              <a:path w="24882" h="1783242">
                <a:moveTo>
                  <a:pt x="0" y="0"/>
                </a:moveTo>
                <a:lnTo>
                  <a:pt x="24882" y="0"/>
                </a:lnTo>
                <a:lnTo>
                  <a:pt x="24882" y="1783242"/>
                </a:lnTo>
                <a:lnTo>
                  <a:pt x="0" y="178324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19"/>
          <p:cNvSpPr/>
          <p:nvPr/>
        </p:nvSpPr>
        <p:spPr>
          <a:xfrm>
            <a:off x="10975138" y="4566421"/>
            <a:ext cx="1410006" cy="24882"/>
          </a:xfrm>
          <a:custGeom>
            <a:avLst/>
            <a:gdLst/>
            <a:ahLst/>
            <a:cxnLst/>
            <a:rect l="l" t="t" r="r" b="b"/>
            <a:pathLst>
              <a:path w="1410006" h="24882">
                <a:moveTo>
                  <a:pt x="0" y="0"/>
                </a:moveTo>
                <a:lnTo>
                  <a:pt x="1410006" y="0"/>
                </a:lnTo>
                <a:lnTo>
                  <a:pt x="1410006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path 120"/>
          <p:cNvSpPr/>
          <p:nvPr/>
        </p:nvSpPr>
        <p:spPr>
          <a:xfrm>
            <a:off x="10975138" y="2783179"/>
            <a:ext cx="1410006" cy="24882"/>
          </a:xfrm>
          <a:custGeom>
            <a:avLst/>
            <a:gdLst/>
            <a:ahLst/>
            <a:cxnLst/>
            <a:rect l="l" t="t" r="r" b="b"/>
            <a:pathLst>
              <a:path w="1410006" h="24882">
                <a:moveTo>
                  <a:pt x="0" y="0"/>
                </a:moveTo>
                <a:lnTo>
                  <a:pt x="1410006" y="0"/>
                </a:lnTo>
                <a:lnTo>
                  <a:pt x="1410006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ath 121"/>
          <p:cNvSpPr/>
          <p:nvPr/>
        </p:nvSpPr>
        <p:spPr>
          <a:xfrm>
            <a:off x="9677933" y="4444082"/>
            <a:ext cx="1184405" cy="124413"/>
          </a:xfrm>
          <a:custGeom>
            <a:avLst/>
            <a:gdLst/>
            <a:ahLst/>
            <a:cxnLst/>
            <a:rect l="l" t="t" r="r" b="b"/>
            <a:pathLst>
              <a:path w="1184405" h="124413">
                <a:moveTo>
                  <a:pt x="0" y="0"/>
                </a:moveTo>
                <a:lnTo>
                  <a:pt x="1184405" y="0"/>
                </a:lnTo>
                <a:lnTo>
                  <a:pt x="1184405" y="124413"/>
                </a:lnTo>
                <a:lnTo>
                  <a:pt x="0" y="12441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path 122"/>
          <p:cNvSpPr/>
          <p:nvPr/>
        </p:nvSpPr>
        <p:spPr>
          <a:xfrm>
            <a:off x="9864966" y="4371508"/>
            <a:ext cx="20735" cy="20736"/>
          </a:xfrm>
          <a:custGeom>
            <a:avLst/>
            <a:gdLst/>
            <a:ahLst/>
            <a:cxnLst/>
            <a:rect l="l" t="t" r="r" b="b"/>
            <a:pathLst>
              <a:path w="20735" h="20736">
                <a:moveTo>
                  <a:pt x="0" y="0"/>
                </a:moveTo>
                <a:lnTo>
                  <a:pt x="20735" y="0"/>
                </a:lnTo>
                <a:lnTo>
                  <a:pt x="20735" y="20736"/>
                </a:lnTo>
                <a:lnTo>
                  <a:pt x="0" y="2073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path 123"/>
          <p:cNvSpPr/>
          <p:nvPr/>
        </p:nvSpPr>
        <p:spPr>
          <a:xfrm>
            <a:off x="9829716" y="4228434"/>
            <a:ext cx="91236" cy="91236"/>
          </a:xfrm>
          <a:custGeom>
            <a:avLst/>
            <a:gdLst/>
            <a:ahLst/>
            <a:cxnLst/>
            <a:rect l="l" t="t" r="r" b="b"/>
            <a:pathLst>
              <a:path w="91236" h="91236">
                <a:moveTo>
                  <a:pt x="0" y="0"/>
                </a:moveTo>
                <a:lnTo>
                  <a:pt x="91236" y="0"/>
                </a:lnTo>
                <a:lnTo>
                  <a:pt x="91236" y="91236"/>
                </a:lnTo>
                <a:lnTo>
                  <a:pt x="0" y="9123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path 124"/>
          <p:cNvSpPr/>
          <p:nvPr/>
        </p:nvSpPr>
        <p:spPr>
          <a:xfrm>
            <a:off x="10259767" y="4371508"/>
            <a:ext cx="20736" cy="20736"/>
          </a:xfrm>
          <a:custGeom>
            <a:avLst/>
            <a:gdLst/>
            <a:ahLst/>
            <a:cxnLst/>
            <a:rect l="l" t="t" r="r" b="b"/>
            <a:pathLst>
              <a:path w="20736" h="20736">
                <a:moveTo>
                  <a:pt x="0" y="0"/>
                </a:moveTo>
                <a:lnTo>
                  <a:pt x="20736" y="0"/>
                </a:lnTo>
                <a:lnTo>
                  <a:pt x="20736" y="20736"/>
                </a:lnTo>
                <a:lnTo>
                  <a:pt x="0" y="2073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25"/>
          <p:cNvSpPr/>
          <p:nvPr/>
        </p:nvSpPr>
        <p:spPr>
          <a:xfrm>
            <a:off x="10224517" y="4228434"/>
            <a:ext cx="91236" cy="91236"/>
          </a:xfrm>
          <a:custGeom>
            <a:avLst/>
            <a:gdLst/>
            <a:ahLst/>
            <a:cxnLst/>
            <a:rect l="l" t="t" r="r" b="b"/>
            <a:pathLst>
              <a:path w="91236" h="91236">
                <a:moveTo>
                  <a:pt x="0" y="0"/>
                </a:moveTo>
                <a:lnTo>
                  <a:pt x="91236" y="0"/>
                </a:lnTo>
                <a:lnTo>
                  <a:pt x="91236" y="91236"/>
                </a:lnTo>
                <a:lnTo>
                  <a:pt x="0" y="9123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path 126"/>
          <p:cNvSpPr/>
          <p:nvPr/>
        </p:nvSpPr>
        <p:spPr>
          <a:xfrm>
            <a:off x="10654569" y="4371508"/>
            <a:ext cx="20735" cy="20736"/>
          </a:xfrm>
          <a:custGeom>
            <a:avLst/>
            <a:gdLst/>
            <a:ahLst/>
            <a:cxnLst/>
            <a:rect l="l" t="t" r="r" b="b"/>
            <a:pathLst>
              <a:path w="20735" h="20736">
                <a:moveTo>
                  <a:pt x="0" y="0"/>
                </a:moveTo>
                <a:lnTo>
                  <a:pt x="20735" y="0"/>
                </a:lnTo>
                <a:lnTo>
                  <a:pt x="20735" y="20736"/>
                </a:lnTo>
                <a:lnTo>
                  <a:pt x="0" y="2073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path 127"/>
          <p:cNvSpPr/>
          <p:nvPr/>
        </p:nvSpPr>
        <p:spPr>
          <a:xfrm>
            <a:off x="10619319" y="4228434"/>
            <a:ext cx="91236" cy="91236"/>
          </a:xfrm>
          <a:custGeom>
            <a:avLst/>
            <a:gdLst/>
            <a:ahLst/>
            <a:cxnLst/>
            <a:rect l="l" t="t" r="r" b="b"/>
            <a:pathLst>
              <a:path w="91236" h="91236">
                <a:moveTo>
                  <a:pt x="0" y="0"/>
                </a:moveTo>
                <a:lnTo>
                  <a:pt x="91236" y="0"/>
                </a:lnTo>
                <a:lnTo>
                  <a:pt x="91236" y="91236"/>
                </a:lnTo>
                <a:lnTo>
                  <a:pt x="0" y="9123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path 128"/>
          <p:cNvSpPr/>
          <p:nvPr/>
        </p:nvSpPr>
        <p:spPr>
          <a:xfrm>
            <a:off x="9677933" y="2805988"/>
            <a:ext cx="1184405" cy="124412"/>
          </a:xfrm>
          <a:custGeom>
            <a:avLst/>
            <a:gdLst/>
            <a:ahLst/>
            <a:cxnLst/>
            <a:rect l="l" t="t" r="r" b="b"/>
            <a:pathLst>
              <a:path w="1184405" h="124412">
                <a:moveTo>
                  <a:pt x="0" y="0"/>
                </a:moveTo>
                <a:lnTo>
                  <a:pt x="1184405" y="0"/>
                </a:lnTo>
                <a:lnTo>
                  <a:pt x="1184405" y="124412"/>
                </a:lnTo>
                <a:lnTo>
                  <a:pt x="0" y="12441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path 129"/>
          <p:cNvSpPr/>
          <p:nvPr/>
        </p:nvSpPr>
        <p:spPr>
          <a:xfrm>
            <a:off x="9864966" y="2982239"/>
            <a:ext cx="20735" cy="20734"/>
          </a:xfrm>
          <a:custGeom>
            <a:avLst/>
            <a:gdLst/>
            <a:ahLst/>
            <a:cxnLst/>
            <a:rect l="l" t="t" r="r" b="b"/>
            <a:pathLst>
              <a:path w="20735" h="20734">
                <a:moveTo>
                  <a:pt x="0" y="0"/>
                </a:moveTo>
                <a:lnTo>
                  <a:pt x="20735" y="0"/>
                </a:lnTo>
                <a:lnTo>
                  <a:pt x="20735" y="20734"/>
                </a:lnTo>
                <a:lnTo>
                  <a:pt x="0" y="2073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path 130"/>
          <p:cNvSpPr/>
          <p:nvPr/>
        </p:nvSpPr>
        <p:spPr>
          <a:xfrm>
            <a:off x="9829716" y="3054813"/>
            <a:ext cx="91236" cy="91235"/>
          </a:xfrm>
          <a:custGeom>
            <a:avLst/>
            <a:gdLst/>
            <a:ahLst/>
            <a:cxnLst/>
            <a:rect l="l" t="t" r="r" b="b"/>
            <a:pathLst>
              <a:path w="91236" h="91235">
                <a:moveTo>
                  <a:pt x="0" y="0"/>
                </a:moveTo>
                <a:lnTo>
                  <a:pt x="91236" y="0"/>
                </a:lnTo>
                <a:lnTo>
                  <a:pt x="91236" y="91235"/>
                </a:lnTo>
                <a:lnTo>
                  <a:pt x="0" y="912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path 131"/>
          <p:cNvSpPr/>
          <p:nvPr/>
        </p:nvSpPr>
        <p:spPr>
          <a:xfrm>
            <a:off x="10259767" y="2982239"/>
            <a:ext cx="20736" cy="20734"/>
          </a:xfrm>
          <a:custGeom>
            <a:avLst/>
            <a:gdLst/>
            <a:ahLst/>
            <a:cxnLst/>
            <a:rect l="l" t="t" r="r" b="b"/>
            <a:pathLst>
              <a:path w="20736" h="20734">
                <a:moveTo>
                  <a:pt x="0" y="0"/>
                </a:moveTo>
                <a:lnTo>
                  <a:pt x="20736" y="0"/>
                </a:lnTo>
                <a:lnTo>
                  <a:pt x="20736" y="20734"/>
                </a:lnTo>
                <a:lnTo>
                  <a:pt x="0" y="2073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path 132"/>
          <p:cNvSpPr/>
          <p:nvPr/>
        </p:nvSpPr>
        <p:spPr>
          <a:xfrm>
            <a:off x="10224517" y="3054813"/>
            <a:ext cx="91236" cy="91235"/>
          </a:xfrm>
          <a:custGeom>
            <a:avLst/>
            <a:gdLst/>
            <a:ahLst/>
            <a:cxnLst/>
            <a:rect l="l" t="t" r="r" b="b"/>
            <a:pathLst>
              <a:path w="91236" h="91235">
                <a:moveTo>
                  <a:pt x="0" y="0"/>
                </a:moveTo>
                <a:lnTo>
                  <a:pt x="91236" y="0"/>
                </a:lnTo>
                <a:lnTo>
                  <a:pt x="91236" y="91235"/>
                </a:lnTo>
                <a:lnTo>
                  <a:pt x="0" y="912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path 133"/>
          <p:cNvSpPr/>
          <p:nvPr/>
        </p:nvSpPr>
        <p:spPr>
          <a:xfrm>
            <a:off x="10654569" y="2982239"/>
            <a:ext cx="20735" cy="20734"/>
          </a:xfrm>
          <a:custGeom>
            <a:avLst/>
            <a:gdLst/>
            <a:ahLst/>
            <a:cxnLst/>
            <a:rect l="l" t="t" r="r" b="b"/>
            <a:pathLst>
              <a:path w="20735" h="20734">
                <a:moveTo>
                  <a:pt x="0" y="0"/>
                </a:moveTo>
                <a:lnTo>
                  <a:pt x="20735" y="0"/>
                </a:lnTo>
                <a:lnTo>
                  <a:pt x="20735" y="20734"/>
                </a:lnTo>
                <a:lnTo>
                  <a:pt x="0" y="2073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path 134"/>
          <p:cNvSpPr/>
          <p:nvPr/>
        </p:nvSpPr>
        <p:spPr>
          <a:xfrm>
            <a:off x="10619319" y="3054813"/>
            <a:ext cx="91236" cy="91235"/>
          </a:xfrm>
          <a:custGeom>
            <a:avLst/>
            <a:gdLst/>
            <a:ahLst/>
            <a:cxnLst/>
            <a:rect l="l" t="t" r="r" b="b"/>
            <a:pathLst>
              <a:path w="91236" h="91235">
                <a:moveTo>
                  <a:pt x="0" y="0"/>
                </a:moveTo>
                <a:lnTo>
                  <a:pt x="91236" y="0"/>
                </a:lnTo>
                <a:lnTo>
                  <a:pt x="91236" y="91235"/>
                </a:lnTo>
                <a:lnTo>
                  <a:pt x="0" y="912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35"/>
          <p:cNvSpPr/>
          <p:nvPr/>
        </p:nvSpPr>
        <p:spPr>
          <a:xfrm>
            <a:off x="9598310" y="3152269"/>
            <a:ext cx="141000" cy="1069945"/>
          </a:xfrm>
          <a:custGeom>
            <a:avLst/>
            <a:gdLst/>
            <a:ahLst/>
            <a:cxnLst/>
            <a:rect l="l" t="t" r="r" b="b"/>
            <a:pathLst>
              <a:path w="141000" h="1069945">
                <a:moveTo>
                  <a:pt x="0" y="0"/>
                </a:moveTo>
                <a:lnTo>
                  <a:pt x="141000" y="0"/>
                </a:lnTo>
                <a:lnTo>
                  <a:pt x="141000" y="1069945"/>
                </a:lnTo>
                <a:lnTo>
                  <a:pt x="0" y="106994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path 136"/>
          <p:cNvSpPr/>
          <p:nvPr/>
        </p:nvSpPr>
        <p:spPr>
          <a:xfrm>
            <a:off x="9581721" y="3134436"/>
            <a:ext cx="174177" cy="1105610"/>
          </a:xfrm>
          <a:custGeom>
            <a:avLst/>
            <a:gdLst/>
            <a:ahLst/>
            <a:cxnLst/>
            <a:rect l="l" t="t" r="r" b="b"/>
            <a:pathLst>
              <a:path w="174177" h="1105610">
                <a:moveTo>
                  <a:pt x="0" y="0"/>
                </a:moveTo>
                <a:lnTo>
                  <a:pt x="174177" y="0"/>
                </a:lnTo>
                <a:lnTo>
                  <a:pt x="174177" y="1105610"/>
                </a:lnTo>
                <a:lnTo>
                  <a:pt x="0" y="110561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path 137"/>
          <p:cNvSpPr/>
          <p:nvPr/>
        </p:nvSpPr>
        <p:spPr>
          <a:xfrm>
            <a:off x="10145724" y="4350773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path 138"/>
          <p:cNvSpPr/>
          <p:nvPr/>
        </p:nvSpPr>
        <p:spPr>
          <a:xfrm>
            <a:off x="10975138" y="4350773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path 139"/>
          <p:cNvSpPr/>
          <p:nvPr/>
        </p:nvSpPr>
        <p:spPr>
          <a:xfrm>
            <a:off x="11804553" y="4350773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path 140"/>
          <p:cNvSpPr/>
          <p:nvPr/>
        </p:nvSpPr>
        <p:spPr>
          <a:xfrm>
            <a:off x="9938370" y="4101949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41"/>
          <p:cNvSpPr/>
          <p:nvPr/>
        </p:nvSpPr>
        <p:spPr>
          <a:xfrm>
            <a:off x="9902844" y="4101949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689691" y="4028659"/>
            <a:ext cx="227706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181" name="Editable path 142"/>
          <p:cNvSpPr/>
          <p:nvPr/>
        </p:nvSpPr>
        <p:spPr>
          <a:xfrm>
            <a:off x="9938370" y="3687241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43"/>
          <p:cNvSpPr/>
          <p:nvPr/>
        </p:nvSpPr>
        <p:spPr>
          <a:xfrm>
            <a:off x="9902844" y="3687241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799228" y="3613952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84" name="Editable path 144"/>
          <p:cNvSpPr/>
          <p:nvPr/>
        </p:nvSpPr>
        <p:spPr>
          <a:xfrm>
            <a:off x="9938370" y="3272533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path 145"/>
          <p:cNvSpPr/>
          <p:nvPr/>
        </p:nvSpPr>
        <p:spPr>
          <a:xfrm>
            <a:off x="9902844" y="3272533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799228" y="3199244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87" name="Editable path 146"/>
          <p:cNvSpPr/>
          <p:nvPr/>
        </p:nvSpPr>
        <p:spPr>
          <a:xfrm>
            <a:off x="9938370" y="3023709"/>
            <a:ext cx="0" cy="1327064"/>
          </a:xfrm>
          <a:custGeom>
            <a:avLst/>
            <a:gdLst/>
            <a:ahLst/>
            <a:cxnLst/>
            <a:rect l="l" t="t" r="r" b="b"/>
            <a:pathLst>
              <a:path w="0" h="1327064">
                <a:moveTo>
                  <a:pt x="0" y="1327064"/>
                </a:moveTo>
                <a:lnTo>
                  <a:pt x="0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path 147"/>
          <p:cNvSpPr/>
          <p:nvPr/>
        </p:nvSpPr>
        <p:spPr>
          <a:xfrm>
            <a:off x="9938370" y="4350773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path 148"/>
          <p:cNvSpPr/>
          <p:nvPr/>
        </p:nvSpPr>
        <p:spPr>
          <a:xfrm>
            <a:off x="10174140" y="3623941"/>
            <a:ext cx="1614408" cy="463220"/>
          </a:xfrm>
          <a:custGeom>
            <a:avLst/>
            <a:gdLst/>
            <a:ahLst/>
            <a:cxnLst/>
            <a:rect l="l" t="t" r="r" b="b"/>
            <a:pathLst>
              <a:path w="1614408" h="463220">
                <a:moveTo>
                  <a:pt x="0" y="463220"/>
                </a:moveTo>
                <a:lnTo>
                  <a:pt x="4081" y="459103"/>
                </a:lnTo>
                <a:lnTo>
                  <a:pt x="16932" y="446147"/>
                </a:lnTo>
                <a:lnTo>
                  <a:pt x="27721" y="424158"/>
                </a:lnTo>
                <a:lnTo>
                  <a:pt x="34511" y="391835"/>
                </a:lnTo>
                <a:lnTo>
                  <a:pt x="39425" y="377801"/>
                </a:lnTo>
                <a:lnTo>
                  <a:pt x="83956" y="375829"/>
                </a:lnTo>
                <a:lnTo>
                  <a:pt x="158622" y="368099"/>
                </a:lnTo>
                <a:lnTo>
                  <a:pt x="235403" y="355096"/>
                </a:lnTo>
                <a:lnTo>
                  <a:pt x="313801" y="336412"/>
                </a:lnTo>
                <a:lnTo>
                  <a:pt x="388283" y="313380"/>
                </a:lnTo>
                <a:lnTo>
                  <a:pt x="456050" y="287767"/>
                </a:lnTo>
                <a:lnTo>
                  <a:pt x="527042" y="255369"/>
                </a:lnTo>
                <a:lnTo>
                  <a:pt x="595684" y="218256"/>
                </a:lnTo>
                <a:lnTo>
                  <a:pt x="661649" y="176529"/>
                </a:lnTo>
                <a:lnTo>
                  <a:pt x="719342" y="133985"/>
                </a:lnTo>
                <a:lnTo>
                  <a:pt x="738010" y="113966"/>
                </a:lnTo>
                <a:lnTo>
                  <a:pt x="816224" y="85467"/>
                </a:lnTo>
                <a:lnTo>
                  <a:pt x="911199" y="76809"/>
                </a:lnTo>
                <a:lnTo>
                  <a:pt x="1067799" y="75856"/>
                </a:lnTo>
                <a:lnTo>
                  <a:pt x="1129348" y="67465"/>
                </a:lnTo>
                <a:lnTo>
                  <a:pt x="1213923" y="50156"/>
                </a:lnTo>
                <a:lnTo>
                  <a:pt x="1440862" y="1619"/>
                </a:lnTo>
                <a:lnTo>
                  <a:pt x="1478008" y="0"/>
                </a:lnTo>
                <a:lnTo>
                  <a:pt x="1506189" y="3554"/>
                </a:lnTo>
                <a:lnTo>
                  <a:pt x="1529785" y="11757"/>
                </a:lnTo>
                <a:lnTo>
                  <a:pt x="1550236" y="24967"/>
                </a:lnTo>
                <a:lnTo>
                  <a:pt x="1567081" y="42235"/>
                </a:lnTo>
                <a:lnTo>
                  <a:pt x="1581725" y="64688"/>
                </a:lnTo>
                <a:lnTo>
                  <a:pt x="1595639" y="96460"/>
                </a:lnTo>
                <a:lnTo>
                  <a:pt x="1606448" y="135062"/>
                </a:lnTo>
                <a:lnTo>
                  <a:pt x="1613024" y="178122"/>
                </a:lnTo>
                <a:lnTo>
                  <a:pt x="1614408" y="221539"/>
                </a:lnTo>
                <a:lnTo>
                  <a:pt x="1610560" y="261909"/>
                </a:lnTo>
                <a:lnTo>
                  <a:pt x="1602313" y="297123"/>
                </a:lnTo>
                <a:lnTo>
                  <a:pt x="1589949" y="328419"/>
                </a:lnTo>
                <a:lnTo>
                  <a:pt x="1573051" y="356276"/>
                </a:lnTo>
                <a:lnTo>
                  <a:pt x="1555201" y="376133"/>
                </a:lnTo>
                <a:lnTo>
                  <a:pt x="1534888" y="391156"/>
                </a:lnTo>
                <a:lnTo>
                  <a:pt x="1512309" y="400718"/>
                </a:lnTo>
                <a:lnTo>
                  <a:pt x="1506189" y="401679"/>
                </a:lnTo>
                <a:lnTo>
                  <a:pt x="1505827" y="399878"/>
                </a:lnTo>
                <a:lnTo>
                  <a:pt x="1505725" y="399626"/>
                </a:lnTo>
                <a:lnTo>
                  <a:pt x="1505807" y="399613"/>
                </a:lnTo>
              </a:path>
            </a:pathLst>
          </a:custGeom>
          <a:noFill/>
          <a:ln w="27236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path 149"/>
          <p:cNvSpPr/>
          <p:nvPr/>
        </p:nvSpPr>
        <p:spPr>
          <a:xfrm>
            <a:off x="10296098" y="3300794"/>
            <a:ext cx="1383750" cy="374138"/>
          </a:xfrm>
          <a:custGeom>
            <a:avLst/>
            <a:gdLst/>
            <a:ahLst/>
            <a:cxnLst/>
            <a:rect l="l" t="t" r="r" b="b"/>
            <a:pathLst>
              <a:path w="1383750" h="374138">
                <a:moveTo>
                  <a:pt x="103908" y="16178"/>
                </a:moveTo>
                <a:lnTo>
                  <a:pt x="95720" y="15594"/>
                </a:lnTo>
                <a:lnTo>
                  <a:pt x="32827" y="0"/>
                </a:lnTo>
                <a:lnTo>
                  <a:pt x="24039" y="44751"/>
                </a:lnTo>
                <a:lnTo>
                  <a:pt x="21393" y="35304"/>
                </a:lnTo>
                <a:lnTo>
                  <a:pt x="10618" y="17831"/>
                </a:lnTo>
                <a:lnTo>
                  <a:pt x="4349" y="17036"/>
                </a:lnTo>
                <a:lnTo>
                  <a:pt x="1077" y="21759"/>
                </a:lnTo>
                <a:lnTo>
                  <a:pt x="0" y="35695"/>
                </a:lnTo>
                <a:lnTo>
                  <a:pt x="3927" y="57730"/>
                </a:lnTo>
                <a:lnTo>
                  <a:pt x="15388" y="89169"/>
                </a:lnTo>
                <a:lnTo>
                  <a:pt x="32225" y="121683"/>
                </a:lnTo>
                <a:lnTo>
                  <a:pt x="44149" y="134972"/>
                </a:lnTo>
                <a:lnTo>
                  <a:pt x="93960" y="187820"/>
                </a:lnTo>
                <a:lnTo>
                  <a:pt x="159257" y="249059"/>
                </a:lnTo>
                <a:lnTo>
                  <a:pt x="209830" y="290143"/>
                </a:lnTo>
                <a:lnTo>
                  <a:pt x="250276" y="316270"/>
                </a:lnTo>
                <a:lnTo>
                  <a:pt x="285790" y="333349"/>
                </a:lnTo>
                <a:lnTo>
                  <a:pt x="326768" y="346890"/>
                </a:lnTo>
                <a:lnTo>
                  <a:pt x="372895" y="356367"/>
                </a:lnTo>
                <a:lnTo>
                  <a:pt x="437868" y="363953"/>
                </a:lnTo>
                <a:lnTo>
                  <a:pt x="556949" y="372068"/>
                </a:lnTo>
                <a:lnTo>
                  <a:pt x="646108" y="374138"/>
                </a:lnTo>
                <a:lnTo>
                  <a:pt x="692626" y="370046"/>
                </a:lnTo>
                <a:lnTo>
                  <a:pt x="722611" y="362586"/>
                </a:lnTo>
                <a:lnTo>
                  <a:pt x="748002" y="350838"/>
                </a:lnTo>
                <a:lnTo>
                  <a:pt x="769486" y="335374"/>
                </a:lnTo>
                <a:lnTo>
                  <a:pt x="796240" y="308614"/>
                </a:lnTo>
                <a:lnTo>
                  <a:pt x="879383" y="219937"/>
                </a:lnTo>
                <a:lnTo>
                  <a:pt x="922125" y="184714"/>
                </a:lnTo>
                <a:lnTo>
                  <a:pt x="970177" y="152117"/>
                </a:lnTo>
                <a:lnTo>
                  <a:pt x="1021165" y="123868"/>
                </a:lnTo>
                <a:lnTo>
                  <a:pt x="1074293" y="100206"/>
                </a:lnTo>
                <a:lnTo>
                  <a:pt x="1131982" y="80170"/>
                </a:lnTo>
                <a:lnTo>
                  <a:pt x="1191245" y="65034"/>
                </a:lnTo>
                <a:lnTo>
                  <a:pt x="1254429" y="54414"/>
                </a:lnTo>
                <a:lnTo>
                  <a:pt x="1318185" y="49104"/>
                </a:lnTo>
                <a:lnTo>
                  <a:pt x="1382381" y="49015"/>
                </a:lnTo>
                <a:lnTo>
                  <a:pt x="1383684" y="51197"/>
                </a:lnTo>
                <a:lnTo>
                  <a:pt x="1383750" y="51129"/>
                </a:lnTo>
              </a:path>
            </a:pathLst>
          </a:custGeom>
          <a:noFill/>
          <a:ln w="27236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path 150"/>
          <p:cNvSpPr/>
          <p:nvPr/>
        </p:nvSpPr>
        <p:spPr>
          <a:xfrm>
            <a:off x="10265615" y="3575851"/>
            <a:ext cx="1414928" cy="111507"/>
          </a:xfrm>
          <a:custGeom>
            <a:avLst/>
            <a:gdLst/>
            <a:ahLst/>
            <a:cxnLst/>
            <a:rect l="l" t="t" r="r" b="b"/>
            <a:pathLst>
              <a:path w="1414928" h="111507">
                <a:moveTo>
                  <a:pt x="71" y="97069"/>
                </a:moveTo>
                <a:lnTo>
                  <a:pt x="0" y="97482"/>
                </a:lnTo>
                <a:lnTo>
                  <a:pt x="4379" y="95749"/>
                </a:lnTo>
                <a:lnTo>
                  <a:pt x="134962" y="60971"/>
                </a:lnTo>
                <a:lnTo>
                  <a:pt x="364576" y="0"/>
                </a:lnTo>
                <a:lnTo>
                  <a:pt x="458562" y="26068"/>
                </a:lnTo>
                <a:lnTo>
                  <a:pt x="622867" y="85623"/>
                </a:lnTo>
                <a:lnTo>
                  <a:pt x="666565" y="92425"/>
                </a:lnTo>
                <a:lnTo>
                  <a:pt x="717815" y="94821"/>
                </a:lnTo>
                <a:lnTo>
                  <a:pt x="787727" y="92231"/>
                </a:lnTo>
                <a:lnTo>
                  <a:pt x="966830" y="77762"/>
                </a:lnTo>
                <a:lnTo>
                  <a:pt x="1094814" y="69739"/>
                </a:lnTo>
                <a:lnTo>
                  <a:pt x="1152260" y="71166"/>
                </a:lnTo>
                <a:lnTo>
                  <a:pt x="1209951" y="78855"/>
                </a:lnTo>
                <a:lnTo>
                  <a:pt x="1414928" y="111507"/>
                </a:lnTo>
                <a:lnTo>
                  <a:pt x="1414330" y="111385"/>
                </a:lnTo>
              </a:path>
            </a:pathLst>
          </a:custGeom>
          <a:noFill/>
          <a:ln w="3907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path 151"/>
          <p:cNvSpPr/>
          <p:nvPr/>
        </p:nvSpPr>
        <p:spPr>
          <a:xfrm>
            <a:off x="10265706" y="3577150"/>
            <a:ext cx="1414435" cy="110091"/>
          </a:xfrm>
          <a:custGeom>
            <a:avLst/>
            <a:gdLst/>
            <a:ahLst/>
            <a:cxnLst/>
            <a:rect l="l" t="t" r="r" b="b"/>
            <a:pathLst>
              <a:path w="1414435" h="110091">
                <a:moveTo>
                  <a:pt x="0" y="95611"/>
                </a:moveTo>
                <a:lnTo>
                  <a:pt x="367431" y="0"/>
                </a:lnTo>
                <a:lnTo>
                  <a:pt x="422808" y="12625"/>
                </a:lnTo>
                <a:lnTo>
                  <a:pt x="475701" y="31451"/>
                </a:lnTo>
                <a:lnTo>
                  <a:pt x="599960" y="78774"/>
                </a:lnTo>
                <a:lnTo>
                  <a:pt x="645017" y="88510"/>
                </a:lnTo>
                <a:lnTo>
                  <a:pt x="695744" y="93158"/>
                </a:lnTo>
                <a:lnTo>
                  <a:pt x="753429" y="92800"/>
                </a:lnTo>
                <a:lnTo>
                  <a:pt x="853346" y="86004"/>
                </a:lnTo>
                <a:lnTo>
                  <a:pt x="1096861" y="68385"/>
                </a:lnTo>
                <a:lnTo>
                  <a:pt x="1151993" y="69899"/>
                </a:lnTo>
                <a:lnTo>
                  <a:pt x="1211168" y="77800"/>
                </a:lnTo>
                <a:lnTo>
                  <a:pt x="1414435" y="110091"/>
                </a:lnTo>
              </a:path>
            </a:pathLst>
          </a:custGeom>
          <a:noFill/>
          <a:ln w="378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path 152"/>
          <p:cNvSpPr/>
          <p:nvPr/>
        </p:nvSpPr>
        <p:spPr>
          <a:xfrm>
            <a:off x="10222989" y="3630224"/>
            <a:ext cx="85393" cy="85392"/>
          </a:xfrm>
          <a:custGeom>
            <a:avLst/>
            <a:gdLst/>
            <a:ahLst/>
            <a:cxnLst/>
            <a:rect l="l" t="t" r="r" b="b"/>
            <a:pathLst>
              <a:path w="85393" h="85392">
                <a:moveTo>
                  <a:pt x="42697" y="85392"/>
                </a:moveTo>
                <a:lnTo>
                  <a:pt x="45516" y="85299"/>
                </a:lnTo>
                <a:lnTo>
                  <a:pt x="48308" y="85022"/>
                </a:lnTo>
                <a:lnTo>
                  <a:pt x="51065" y="84564"/>
                </a:lnTo>
                <a:lnTo>
                  <a:pt x="53777" y="83929"/>
                </a:lnTo>
                <a:lnTo>
                  <a:pt x="56436" y="83121"/>
                </a:lnTo>
                <a:lnTo>
                  <a:pt x="59035" y="82142"/>
                </a:lnTo>
                <a:lnTo>
                  <a:pt x="61565" y="80997"/>
                </a:lnTo>
                <a:lnTo>
                  <a:pt x="64018" y="79688"/>
                </a:lnTo>
                <a:lnTo>
                  <a:pt x="66384" y="78219"/>
                </a:lnTo>
                <a:lnTo>
                  <a:pt x="68657" y="76593"/>
                </a:lnTo>
                <a:lnTo>
                  <a:pt x="70827" y="74815"/>
                </a:lnTo>
                <a:lnTo>
                  <a:pt x="72887" y="72887"/>
                </a:lnTo>
                <a:lnTo>
                  <a:pt x="74815" y="70827"/>
                </a:lnTo>
                <a:lnTo>
                  <a:pt x="76594" y="68657"/>
                </a:lnTo>
                <a:lnTo>
                  <a:pt x="78219" y="66384"/>
                </a:lnTo>
                <a:lnTo>
                  <a:pt x="79688" y="64017"/>
                </a:lnTo>
                <a:lnTo>
                  <a:pt x="80997" y="61565"/>
                </a:lnTo>
                <a:lnTo>
                  <a:pt x="82142" y="59035"/>
                </a:lnTo>
                <a:lnTo>
                  <a:pt x="83121" y="56436"/>
                </a:lnTo>
                <a:lnTo>
                  <a:pt x="83930" y="53777"/>
                </a:lnTo>
                <a:lnTo>
                  <a:pt x="84565" y="51064"/>
                </a:lnTo>
                <a:lnTo>
                  <a:pt x="85022" y="48308"/>
                </a:lnTo>
                <a:lnTo>
                  <a:pt x="85299" y="45516"/>
                </a:lnTo>
                <a:lnTo>
                  <a:pt x="85393" y="42696"/>
                </a:lnTo>
                <a:lnTo>
                  <a:pt x="85299" y="39876"/>
                </a:lnTo>
                <a:lnTo>
                  <a:pt x="85022" y="37084"/>
                </a:lnTo>
                <a:lnTo>
                  <a:pt x="84565" y="34328"/>
                </a:lnTo>
                <a:lnTo>
                  <a:pt x="83930" y="31616"/>
                </a:lnTo>
                <a:lnTo>
                  <a:pt x="83121" y="28956"/>
                </a:lnTo>
                <a:lnTo>
                  <a:pt x="82142" y="26357"/>
                </a:lnTo>
                <a:lnTo>
                  <a:pt x="80997" y="23827"/>
                </a:lnTo>
                <a:lnTo>
                  <a:pt x="79688" y="21375"/>
                </a:lnTo>
                <a:lnTo>
                  <a:pt x="78219" y="19008"/>
                </a:lnTo>
                <a:lnTo>
                  <a:pt x="76594" y="16735"/>
                </a:lnTo>
                <a:lnTo>
                  <a:pt x="74815" y="14565"/>
                </a:lnTo>
                <a:lnTo>
                  <a:pt x="72887" y="12505"/>
                </a:lnTo>
                <a:lnTo>
                  <a:pt x="70827" y="10577"/>
                </a:lnTo>
                <a:lnTo>
                  <a:pt x="68657" y="8799"/>
                </a:lnTo>
                <a:lnTo>
                  <a:pt x="66384" y="7173"/>
                </a:lnTo>
                <a:lnTo>
                  <a:pt x="64018" y="5705"/>
                </a:lnTo>
                <a:lnTo>
                  <a:pt x="61565" y="4396"/>
                </a:lnTo>
                <a:lnTo>
                  <a:pt x="59035" y="3250"/>
                </a:lnTo>
                <a:lnTo>
                  <a:pt x="56436" y="2271"/>
                </a:lnTo>
                <a:lnTo>
                  <a:pt x="53777" y="1463"/>
                </a:lnTo>
                <a:lnTo>
                  <a:pt x="51065" y="828"/>
                </a:lnTo>
                <a:lnTo>
                  <a:pt x="48308" y="370"/>
                </a:lnTo>
                <a:lnTo>
                  <a:pt x="45516" y="93"/>
                </a:lnTo>
                <a:lnTo>
                  <a:pt x="42697" y="0"/>
                </a:lnTo>
                <a:lnTo>
                  <a:pt x="39877" y="93"/>
                </a:lnTo>
                <a:lnTo>
                  <a:pt x="37085" y="370"/>
                </a:lnTo>
                <a:lnTo>
                  <a:pt x="34328" y="828"/>
                </a:lnTo>
                <a:lnTo>
                  <a:pt x="31616" y="1463"/>
                </a:lnTo>
                <a:lnTo>
                  <a:pt x="28957" y="2271"/>
                </a:lnTo>
                <a:lnTo>
                  <a:pt x="26358" y="3250"/>
                </a:lnTo>
                <a:lnTo>
                  <a:pt x="23828" y="4396"/>
                </a:lnTo>
                <a:lnTo>
                  <a:pt x="21375" y="5705"/>
                </a:lnTo>
                <a:lnTo>
                  <a:pt x="19009" y="7173"/>
                </a:lnTo>
                <a:lnTo>
                  <a:pt x="16736" y="8799"/>
                </a:lnTo>
                <a:lnTo>
                  <a:pt x="14566" y="10577"/>
                </a:lnTo>
                <a:lnTo>
                  <a:pt x="12506" y="12505"/>
                </a:lnTo>
                <a:lnTo>
                  <a:pt x="10578" y="14565"/>
                </a:lnTo>
                <a:lnTo>
                  <a:pt x="8799" y="16735"/>
                </a:lnTo>
                <a:lnTo>
                  <a:pt x="7174" y="19008"/>
                </a:lnTo>
                <a:lnTo>
                  <a:pt x="5705" y="21375"/>
                </a:lnTo>
                <a:lnTo>
                  <a:pt x="4396" y="23827"/>
                </a:lnTo>
                <a:lnTo>
                  <a:pt x="3251" y="26357"/>
                </a:lnTo>
                <a:lnTo>
                  <a:pt x="2272" y="28956"/>
                </a:lnTo>
                <a:lnTo>
                  <a:pt x="1463" y="31616"/>
                </a:lnTo>
                <a:lnTo>
                  <a:pt x="828" y="34328"/>
                </a:lnTo>
                <a:lnTo>
                  <a:pt x="371" y="37084"/>
                </a:lnTo>
                <a:lnTo>
                  <a:pt x="94" y="39876"/>
                </a:lnTo>
                <a:lnTo>
                  <a:pt x="0" y="42696"/>
                </a:lnTo>
                <a:lnTo>
                  <a:pt x="94" y="45516"/>
                </a:lnTo>
                <a:lnTo>
                  <a:pt x="371" y="48308"/>
                </a:lnTo>
                <a:lnTo>
                  <a:pt x="828" y="51064"/>
                </a:lnTo>
                <a:lnTo>
                  <a:pt x="1463" y="53777"/>
                </a:lnTo>
                <a:lnTo>
                  <a:pt x="2272" y="56436"/>
                </a:lnTo>
                <a:lnTo>
                  <a:pt x="3251" y="59035"/>
                </a:lnTo>
                <a:lnTo>
                  <a:pt x="4396" y="61565"/>
                </a:lnTo>
                <a:lnTo>
                  <a:pt x="5705" y="64017"/>
                </a:lnTo>
                <a:lnTo>
                  <a:pt x="7174" y="66384"/>
                </a:lnTo>
                <a:lnTo>
                  <a:pt x="8799" y="68657"/>
                </a:lnTo>
                <a:lnTo>
                  <a:pt x="10578" y="70827"/>
                </a:lnTo>
                <a:lnTo>
                  <a:pt x="12506" y="72887"/>
                </a:lnTo>
                <a:lnTo>
                  <a:pt x="14566" y="74815"/>
                </a:lnTo>
                <a:lnTo>
                  <a:pt x="16736" y="76593"/>
                </a:lnTo>
                <a:lnTo>
                  <a:pt x="19009" y="78219"/>
                </a:lnTo>
                <a:lnTo>
                  <a:pt x="21375" y="79688"/>
                </a:lnTo>
                <a:lnTo>
                  <a:pt x="23828" y="80997"/>
                </a:lnTo>
                <a:lnTo>
                  <a:pt x="26358" y="82142"/>
                </a:lnTo>
                <a:lnTo>
                  <a:pt x="28957" y="83121"/>
                </a:lnTo>
                <a:lnTo>
                  <a:pt x="31616" y="83929"/>
                </a:lnTo>
                <a:lnTo>
                  <a:pt x="34328" y="84564"/>
                </a:lnTo>
                <a:lnTo>
                  <a:pt x="37085" y="85022"/>
                </a:lnTo>
                <a:lnTo>
                  <a:pt x="39877" y="85299"/>
                </a:lnTo>
                <a:lnTo>
                  <a:pt x="42697" y="85392"/>
                </a:lnTo>
                <a:close/>
              </a:path>
            </a:pathLst>
          </a:custGeom>
          <a:solidFill>
            <a:srgbClr val="FFFFFF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path 153"/>
          <p:cNvSpPr/>
          <p:nvPr/>
        </p:nvSpPr>
        <p:spPr>
          <a:xfrm>
            <a:off x="11629579" y="3634278"/>
            <a:ext cx="100733" cy="95802"/>
          </a:xfrm>
          <a:custGeom>
            <a:avLst/>
            <a:gdLst/>
            <a:ahLst/>
            <a:cxnLst/>
            <a:rect l="l" t="t" r="r" b="b"/>
            <a:pathLst>
              <a:path w="100733" h="95802">
                <a:moveTo>
                  <a:pt x="50366" y="0"/>
                </a:moveTo>
                <a:lnTo>
                  <a:pt x="38477" y="36593"/>
                </a:lnTo>
                <a:lnTo>
                  <a:pt x="0" y="36593"/>
                </a:lnTo>
                <a:lnTo>
                  <a:pt x="31128" y="59209"/>
                </a:lnTo>
                <a:lnTo>
                  <a:pt x="19239" y="95802"/>
                </a:lnTo>
                <a:lnTo>
                  <a:pt x="50366" y="73186"/>
                </a:lnTo>
                <a:lnTo>
                  <a:pt x="81494" y="95802"/>
                </a:lnTo>
                <a:lnTo>
                  <a:pt x="69605" y="59209"/>
                </a:lnTo>
                <a:lnTo>
                  <a:pt x="100733" y="36593"/>
                </a:lnTo>
                <a:lnTo>
                  <a:pt x="62256" y="36593"/>
                </a:lnTo>
                <a:lnTo>
                  <a:pt x="50366" y="0"/>
                </a:lnTo>
                <a:close/>
              </a:path>
            </a:pathLst>
          </a:custGeom>
          <a:solidFill>
            <a:srgbClr val="FF9500"/>
          </a:solidFill>
          <a:ln w="236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path 154"/>
          <p:cNvSpPr/>
          <p:nvPr/>
        </p:nvSpPr>
        <p:spPr>
          <a:xfrm>
            <a:off x="10559852" y="3917384"/>
            <a:ext cx="54625" cy="20820"/>
          </a:xfrm>
          <a:custGeom>
            <a:avLst/>
            <a:gdLst/>
            <a:ahLst/>
            <a:cxnLst/>
            <a:rect l="l" t="t" r="r" b="b"/>
            <a:pathLst>
              <a:path w="54625" h="20820">
                <a:moveTo>
                  <a:pt x="0" y="20820"/>
                </a:moveTo>
                <a:lnTo>
                  <a:pt x="6348" y="18401"/>
                </a:lnTo>
                <a:lnTo>
                  <a:pt x="12369" y="16106"/>
                </a:lnTo>
                <a:lnTo>
                  <a:pt x="18064" y="13935"/>
                </a:lnTo>
                <a:lnTo>
                  <a:pt x="23432" y="11889"/>
                </a:lnTo>
                <a:lnTo>
                  <a:pt x="28474" y="9967"/>
                </a:lnTo>
                <a:lnTo>
                  <a:pt x="33189" y="8170"/>
                </a:lnTo>
                <a:lnTo>
                  <a:pt x="37578" y="6497"/>
                </a:lnTo>
                <a:lnTo>
                  <a:pt x="41640" y="4949"/>
                </a:lnTo>
                <a:lnTo>
                  <a:pt x="45376" y="3525"/>
                </a:lnTo>
                <a:lnTo>
                  <a:pt x="48786" y="2226"/>
                </a:lnTo>
                <a:lnTo>
                  <a:pt x="51869" y="1051"/>
                </a:lnTo>
                <a:lnTo>
                  <a:pt x="54625" y="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path 155"/>
          <p:cNvSpPr/>
          <p:nvPr/>
        </p:nvSpPr>
        <p:spPr>
          <a:xfrm>
            <a:off x="10549134" y="3910861"/>
            <a:ext cx="65343" cy="54884"/>
          </a:xfrm>
          <a:custGeom>
            <a:avLst/>
            <a:gdLst/>
            <a:ahLst/>
            <a:cxnLst/>
            <a:rect l="l" t="t" r="r" b="b"/>
            <a:pathLst>
              <a:path w="65343" h="54884">
                <a:moveTo>
                  <a:pt x="0" y="0"/>
                </a:moveTo>
                <a:lnTo>
                  <a:pt x="65343" y="6523"/>
                </a:lnTo>
                <a:lnTo>
                  <a:pt x="20918" y="54884"/>
                </a:lnTo>
                <a:lnTo>
                  <a:pt x="0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path 156"/>
          <p:cNvSpPr/>
          <p:nvPr/>
        </p:nvSpPr>
        <p:spPr>
          <a:xfrm>
            <a:off x="11543460" y="3628794"/>
            <a:ext cx="55945" cy="9273"/>
          </a:xfrm>
          <a:custGeom>
            <a:avLst/>
            <a:gdLst/>
            <a:ahLst/>
            <a:cxnLst/>
            <a:rect l="l" t="t" r="r" b="b"/>
            <a:pathLst>
              <a:path w="55945" h="9273">
                <a:moveTo>
                  <a:pt x="0" y="9273"/>
                </a:moveTo>
                <a:lnTo>
                  <a:pt x="6558" y="8186"/>
                </a:lnTo>
                <a:lnTo>
                  <a:pt x="12771" y="7156"/>
                </a:lnTo>
                <a:lnTo>
                  <a:pt x="18639" y="6183"/>
                </a:lnTo>
                <a:lnTo>
                  <a:pt x="24163" y="5268"/>
                </a:lnTo>
                <a:lnTo>
                  <a:pt x="29342" y="4409"/>
                </a:lnTo>
                <a:lnTo>
                  <a:pt x="34177" y="3608"/>
                </a:lnTo>
                <a:lnTo>
                  <a:pt x="38666" y="2864"/>
                </a:lnTo>
                <a:lnTo>
                  <a:pt x="42812" y="2177"/>
                </a:lnTo>
                <a:lnTo>
                  <a:pt x="46612" y="1547"/>
                </a:lnTo>
                <a:lnTo>
                  <a:pt x="50068" y="974"/>
                </a:lnTo>
                <a:lnTo>
                  <a:pt x="53179" y="458"/>
                </a:lnTo>
                <a:lnTo>
                  <a:pt x="55945" y="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path 157"/>
          <p:cNvSpPr/>
          <p:nvPr/>
        </p:nvSpPr>
        <p:spPr>
          <a:xfrm>
            <a:off x="11536658" y="3609426"/>
            <a:ext cx="62747" cy="57945"/>
          </a:xfrm>
          <a:custGeom>
            <a:avLst/>
            <a:gdLst/>
            <a:ahLst/>
            <a:cxnLst/>
            <a:rect l="l" t="t" r="r" b="b"/>
            <a:pathLst>
              <a:path w="62747" h="57945">
                <a:moveTo>
                  <a:pt x="0" y="0"/>
                </a:moveTo>
                <a:lnTo>
                  <a:pt x="62747" y="19368"/>
                </a:lnTo>
                <a:lnTo>
                  <a:pt x="9605" y="57945"/>
                </a:lnTo>
                <a:lnTo>
                  <a:pt x="0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path 158"/>
          <p:cNvSpPr/>
          <p:nvPr/>
        </p:nvSpPr>
        <p:spPr>
          <a:xfrm>
            <a:off x="10401303" y="3499679"/>
            <a:ext cx="43455" cy="40020"/>
          </a:xfrm>
          <a:custGeom>
            <a:avLst/>
            <a:gdLst/>
            <a:ahLst/>
            <a:cxnLst/>
            <a:rect l="l" t="t" r="r" b="b"/>
            <a:pathLst>
              <a:path w="43455" h="40020">
                <a:moveTo>
                  <a:pt x="0" y="0"/>
                </a:moveTo>
                <a:lnTo>
                  <a:pt x="5035" y="4636"/>
                </a:lnTo>
                <a:lnTo>
                  <a:pt x="9813" y="9036"/>
                </a:lnTo>
                <a:lnTo>
                  <a:pt x="14333" y="13200"/>
                </a:lnTo>
                <a:lnTo>
                  <a:pt x="18597" y="17127"/>
                </a:lnTo>
                <a:lnTo>
                  <a:pt x="22604" y="20817"/>
                </a:lnTo>
                <a:lnTo>
                  <a:pt x="26353" y="24270"/>
                </a:lnTo>
                <a:lnTo>
                  <a:pt x="29846" y="27487"/>
                </a:lnTo>
                <a:lnTo>
                  <a:pt x="33082" y="30467"/>
                </a:lnTo>
                <a:lnTo>
                  <a:pt x="36060" y="33210"/>
                </a:lnTo>
                <a:lnTo>
                  <a:pt x="38782" y="35716"/>
                </a:lnTo>
                <a:lnTo>
                  <a:pt x="41247" y="37986"/>
                </a:lnTo>
                <a:lnTo>
                  <a:pt x="43455" y="40020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path 159"/>
          <p:cNvSpPr/>
          <p:nvPr/>
        </p:nvSpPr>
        <p:spPr>
          <a:xfrm>
            <a:off x="10381658" y="3478306"/>
            <a:ext cx="63100" cy="61393"/>
          </a:xfrm>
          <a:custGeom>
            <a:avLst/>
            <a:gdLst/>
            <a:ahLst/>
            <a:cxnLst/>
            <a:rect l="l" t="t" r="r" b="b"/>
            <a:pathLst>
              <a:path w="63100" h="61393">
                <a:moveTo>
                  <a:pt x="39790" y="0"/>
                </a:moveTo>
                <a:lnTo>
                  <a:pt x="63100" y="61393"/>
                </a:lnTo>
                <a:lnTo>
                  <a:pt x="0" y="43205"/>
                </a:lnTo>
                <a:lnTo>
                  <a:pt x="39790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path 160"/>
          <p:cNvSpPr/>
          <p:nvPr/>
        </p:nvSpPr>
        <p:spPr>
          <a:xfrm>
            <a:off x="11183770" y="3478437"/>
            <a:ext cx="46148" cy="34925"/>
          </a:xfrm>
          <a:custGeom>
            <a:avLst/>
            <a:gdLst/>
            <a:ahLst/>
            <a:cxnLst/>
            <a:rect l="l" t="t" r="r" b="b"/>
            <a:pathLst>
              <a:path w="46148" h="34925">
                <a:moveTo>
                  <a:pt x="0" y="34925"/>
                </a:moveTo>
                <a:lnTo>
                  <a:pt x="5378" y="30855"/>
                </a:lnTo>
                <a:lnTo>
                  <a:pt x="10477" y="26996"/>
                </a:lnTo>
                <a:lnTo>
                  <a:pt x="15298" y="23348"/>
                </a:lnTo>
                <a:lnTo>
                  <a:pt x="19840" y="19910"/>
                </a:lnTo>
                <a:lnTo>
                  <a:pt x="24104" y="16683"/>
                </a:lnTo>
                <a:lnTo>
                  <a:pt x="28089" y="13667"/>
                </a:lnTo>
                <a:lnTo>
                  <a:pt x="31795" y="10862"/>
                </a:lnTo>
                <a:lnTo>
                  <a:pt x="35223" y="8268"/>
                </a:lnTo>
                <a:lnTo>
                  <a:pt x="38372" y="5885"/>
                </a:lnTo>
                <a:lnTo>
                  <a:pt x="41242" y="3712"/>
                </a:lnTo>
                <a:lnTo>
                  <a:pt x="43834" y="1751"/>
                </a:lnTo>
                <a:lnTo>
                  <a:pt x="46148" y="0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path 161"/>
          <p:cNvSpPr/>
          <p:nvPr/>
        </p:nvSpPr>
        <p:spPr>
          <a:xfrm>
            <a:off x="11165361" y="3478437"/>
            <a:ext cx="64557" cy="58862"/>
          </a:xfrm>
          <a:custGeom>
            <a:avLst/>
            <a:gdLst/>
            <a:ahLst/>
            <a:cxnLst/>
            <a:rect l="l" t="t" r="r" b="b"/>
            <a:pathLst>
              <a:path w="64557" h="58862">
                <a:moveTo>
                  <a:pt x="0" y="12028"/>
                </a:moveTo>
                <a:lnTo>
                  <a:pt x="64557" y="0"/>
                </a:lnTo>
                <a:lnTo>
                  <a:pt x="35446" y="58862"/>
                </a:lnTo>
                <a:lnTo>
                  <a:pt x="0" y="12028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path 162"/>
          <p:cNvSpPr/>
          <p:nvPr/>
        </p:nvSpPr>
        <p:spPr>
          <a:xfrm>
            <a:off x="10717682" y="3599521"/>
            <a:ext cx="54515" cy="22059"/>
          </a:xfrm>
          <a:custGeom>
            <a:avLst/>
            <a:gdLst/>
            <a:ahLst/>
            <a:cxnLst/>
            <a:rect l="l" t="t" r="r" b="b"/>
            <a:pathLst>
              <a:path w="54515" h="22059">
                <a:moveTo>
                  <a:pt x="0" y="0"/>
                </a:moveTo>
                <a:lnTo>
                  <a:pt x="6325" y="2559"/>
                </a:lnTo>
                <a:lnTo>
                  <a:pt x="12325" y="4987"/>
                </a:lnTo>
                <a:lnTo>
                  <a:pt x="18001" y="7284"/>
                </a:lnTo>
                <a:lnTo>
                  <a:pt x="23354" y="9450"/>
                </a:lnTo>
                <a:lnTo>
                  <a:pt x="28383" y="11485"/>
                </a:lnTo>
                <a:lnTo>
                  <a:pt x="33088" y="13388"/>
                </a:lnTo>
                <a:lnTo>
                  <a:pt x="37469" y="15161"/>
                </a:lnTo>
                <a:lnTo>
                  <a:pt x="41526" y="16803"/>
                </a:lnTo>
                <a:lnTo>
                  <a:pt x="45259" y="18314"/>
                </a:lnTo>
                <a:lnTo>
                  <a:pt x="48668" y="19693"/>
                </a:lnTo>
                <a:lnTo>
                  <a:pt x="51754" y="20942"/>
                </a:lnTo>
                <a:lnTo>
                  <a:pt x="54515" y="22059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path 163"/>
          <p:cNvSpPr/>
          <p:nvPr/>
        </p:nvSpPr>
        <p:spPr>
          <a:xfrm>
            <a:off x="10706735" y="3572325"/>
            <a:ext cx="65462" cy="54447"/>
          </a:xfrm>
          <a:custGeom>
            <a:avLst/>
            <a:gdLst/>
            <a:ahLst/>
            <a:cxnLst/>
            <a:rect l="l" t="t" r="r" b="b"/>
            <a:pathLst>
              <a:path w="65462" h="54447">
                <a:moveTo>
                  <a:pt x="22031" y="0"/>
                </a:moveTo>
                <a:lnTo>
                  <a:pt x="65462" y="49255"/>
                </a:lnTo>
                <a:lnTo>
                  <a:pt x="0" y="54447"/>
                </a:lnTo>
                <a:lnTo>
                  <a:pt x="22031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path 164"/>
          <p:cNvSpPr/>
          <p:nvPr/>
        </p:nvSpPr>
        <p:spPr>
          <a:xfrm>
            <a:off x="11407710" y="3646276"/>
            <a:ext cx="57938" cy="7552"/>
          </a:xfrm>
          <a:custGeom>
            <a:avLst/>
            <a:gdLst/>
            <a:ahLst/>
            <a:cxnLst/>
            <a:rect l="l" t="t" r="r" b="b"/>
            <a:pathLst>
              <a:path w="57938" h="7552">
                <a:moveTo>
                  <a:pt x="0" y="0"/>
                </a:moveTo>
                <a:lnTo>
                  <a:pt x="6733" y="877"/>
                </a:lnTo>
                <a:lnTo>
                  <a:pt x="13121" y="1710"/>
                </a:lnTo>
                <a:lnTo>
                  <a:pt x="19161" y="2497"/>
                </a:lnTo>
                <a:lnTo>
                  <a:pt x="24856" y="3239"/>
                </a:lnTo>
                <a:lnTo>
                  <a:pt x="30204" y="3936"/>
                </a:lnTo>
                <a:lnTo>
                  <a:pt x="35205" y="4588"/>
                </a:lnTo>
                <a:lnTo>
                  <a:pt x="39860" y="5195"/>
                </a:lnTo>
                <a:lnTo>
                  <a:pt x="44168" y="5757"/>
                </a:lnTo>
                <a:lnTo>
                  <a:pt x="48131" y="6273"/>
                </a:lnTo>
                <a:lnTo>
                  <a:pt x="51746" y="6744"/>
                </a:lnTo>
                <a:lnTo>
                  <a:pt x="55015" y="7171"/>
                </a:lnTo>
                <a:lnTo>
                  <a:pt x="57938" y="7552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path 165"/>
          <p:cNvSpPr/>
          <p:nvPr/>
        </p:nvSpPr>
        <p:spPr>
          <a:xfrm>
            <a:off x="11403610" y="3617115"/>
            <a:ext cx="62038" cy="58242"/>
          </a:xfrm>
          <a:custGeom>
            <a:avLst/>
            <a:gdLst/>
            <a:ahLst/>
            <a:cxnLst/>
            <a:rect l="l" t="t" r="r" b="b"/>
            <a:pathLst>
              <a:path w="62038" h="58242">
                <a:moveTo>
                  <a:pt x="7591" y="0"/>
                </a:moveTo>
                <a:lnTo>
                  <a:pt x="62038" y="36713"/>
                </a:lnTo>
                <a:lnTo>
                  <a:pt x="0" y="58242"/>
                </a:lnTo>
                <a:lnTo>
                  <a:pt x="7591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path 166"/>
          <p:cNvSpPr/>
          <p:nvPr/>
        </p:nvSpPr>
        <p:spPr>
          <a:xfrm>
            <a:off x="10992956" y="3667818"/>
            <a:ext cx="57518" cy="2846"/>
          </a:xfrm>
          <a:custGeom>
            <a:avLst/>
            <a:gdLst/>
            <a:ahLst/>
            <a:cxnLst/>
            <a:rect l="l" t="t" r="r" b="b"/>
            <a:pathLst>
              <a:path w="57518" h="2846">
                <a:moveTo>
                  <a:pt x="0" y="2846"/>
                </a:moveTo>
                <a:lnTo>
                  <a:pt x="6713" y="2514"/>
                </a:lnTo>
                <a:lnTo>
                  <a:pt x="13076" y="2199"/>
                </a:lnTo>
                <a:lnTo>
                  <a:pt x="19091" y="1902"/>
                </a:lnTo>
                <a:lnTo>
                  <a:pt x="24756" y="1622"/>
                </a:lnTo>
                <a:lnTo>
                  <a:pt x="30073" y="1358"/>
                </a:lnTo>
                <a:lnTo>
                  <a:pt x="35040" y="1113"/>
                </a:lnTo>
                <a:lnTo>
                  <a:pt x="39659" y="884"/>
                </a:lnTo>
                <a:lnTo>
                  <a:pt x="43929" y="673"/>
                </a:lnTo>
                <a:lnTo>
                  <a:pt x="47849" y="479"/>
                </a:lnTo>
                <a:lnTo>
                  <a:pt x="51421" y="302"/>
                </a:lnTo>
                <a:lnTo>
                  <a:pt x="54644" y="143"/>
                </a:lnTo>
                <a:lnTo>
                  <a:pt x="57518" y="0"/>
                </a:lnTo>
              </a:path>
            </a:pathLst>
          </a:custGeom>
          <a:noFill/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path 167"/>
          <p:cNvSpPr/>
          <p:nvPr/>
        </p:nvSpPr>
        <p:spPr>
          <a:xfrm>
            <a:off x="10990359" y="3641389"/>
            <a:ext cx="60115" cy="58664"/>
          </a:xfrm>
          <a:custGeom>
            <a:avLst/>
            <a:gdLst/>
            <a:ahLst/>
            <a:cxnLst/>
            <a:rect l="l" t="t" r="r" b="b"/>
            <a:pathLst>
              <a:path w="60115" h="58664">
                <a:moveTo>
                  <a:pt x="0" y="0"/>
                </a:moveTo>
                <a:lnTo>
                  <a:pt x="60115" y="26429"/>
                </a:lnTo>
                <a:lnTo>
                  <a:pt x="2902" y="58664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522" y="4450302"/>
            <a:ext cx="2160336" cy="1327063"/>
          </a:xfrm>
          <a:prstGeom prst="rect">
            <a:avLst/>
          </a:prstGeom>
        </p:spPr>
      </p:pic>
      <p:sp>
        <p:nvSpPr>
          <p:cNvPr id="210" name="Editable path 168"/>
          <p:cNvSpPr/>
          <p:nvPr/>
        </p:nvSpPr>
        <p:spPr>
          <a:xfrm>
            <a:off x="212503" y="4502931"/>
            <a:ext cx="1056424" cy="216395"/>
          </a:xfrm>
          <a:custGeom>
            <a:avLst/>
            <a:gdLst/>
            <a:ahLst/>
            <a:cxnLst/>
            <a:rect l="l" t="t" r="r" b="b"/>
            <a:pathLst>
              <a:path w="1056424" h="216395">
                <a:moveTo>
                  <a:pt x="33631" y="216395"/>
                </a:moveTo>
                <a:lnTo>
                  <a:pt x="1022793" y="216395"/>
                </a:lnTo>
                <a:lnTo>
                  <a:pt x="1028164" y="216161"/>
                </a:lnTo>
                <a:lnTo>
                  <a:pt x="1033069" y="215460"/>
                </a:lnTo>
                <a:lnTo>
                  <a:pt x="1037506" y="214293"/>
                </a:lnTo>
                <a:lnTo>
                  <a:pt x="1041477" y="212658"/>
                </a:lnTo>
                <a:lnTo>
                  <a:pt x="1044980" y="210556"/>
                </a:lnTo>
                <a:lnTo>
                  <a:pt x="1048016" y="207987"/>
                </a:lnTo>
                <a:lnTo>
                  <a:pt x="1050585" y="204951"/>
                </a:lnTo>
                <a:lnTo>
                  <a:pt x="1052687" y="201448"/>
                </a:lnTo>
                <a:lnTo>
                  <a:pt x="1054322" y="197477"/>
                </a:lnTo>
                <a:lnTo>
                  <a:pt x="1055490" y="193040"/>
                </a:lnTo>
                <a:lnTo>
                  <a:pt x="1056190" y="188135"/>
                </a:lnTo>
                <a:lnTo>
                  <a:pt x="1056424" y="182764"/>
                </a:lnTo>
                <a:lnTo>
                  <a:pt x="1056424" y="33631"/>
                </a:lnTo>
                <a:lnTo>
                  <a:pt x="1056190" y="28259"/>
                </a:lnTo>
                <a:lnTo>
                  <a:pt x="1055490" y="23355"/>
                </a:lnTo>
                <a:lnTo>
                  <a:pt x="1054322" y="18917"/>
                </a:lnTo>
                <a:lnTo>
                  <a:pt x="1052687" y="14947"/>
                </a:lnTo>
                <a:lnTo>
                  <a:pt x="1050585" y="11444"/>
                </a:lnTo>
                <a:lnTo>
                  <a:pt x="1048016" y="8408"/>
                </a:lnTo>
                <a:lnTo>
                  <a:pt x="1044980" y="5839"/>
                </a:lnTo>
                <a:lnTo>
                  <a:pt x="1041477" y="3737"/>
                </a:lnTo>
                <a:lnTo>
                  <a:pt x="1037506" y="2102"/>
                </a:lnTo>
                <a:lnTo>
                  <a:pt x="1033069" y="934"/>
                </a:lnTo>
                <a:lnTo>
                  <a:pt x="1028164" y="234"/>
                </a:lnTo>
                <a:lnTo>
                  <a:pt x="1022793" y="0"/>
                </a:lnTo>
                <a:lnTo>
                  <a:pt x="33631" y="0"/>
                </a:lnTo>
                <a:lnTo>
                  <a:pt x="28259" y="234"/>
                </a:lnTo>
                <a:lnTo>
                  <a:pt x="23355" y="934"/>
                </a:lnTo>
                <a:lnTo>
                  <a:pt x="18918" y="2102"/>
                </a:lnTo>
                <a:lnTo>
                  <a:pt x="14947" y="3737"/>
                </a:lnTo>
                <a:lnTo>
                  <a:pt x="11444" y="5839"/>
                </a:lnTo>
                <a:lnTo>
                  <a:pt x="8408" y="8408"/>
                </a:lnTo>
                <a:lnTo>
                  <a:pt x="5839" y="11444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4" y="28259"/>
                </a:lnTo>
                <a:lnTo>
                  <a:pt x="0" y="33631"/>
                </a:lnTo>
                <a:lnTo>
                  <a:pt x="0" y="182764"/>
                </a:lnTo>
                <a:lnTo>
                  <a:pt x="234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7" y="201448"/>
                </a:lnTo>
                <a:lnTo>
                  <a:pt x="5839" y="204951"/>
                </a:lnTo>
                <a:lnTo>
                  <a:pt x="8408" y="207987"/>
                </a:lnTo>
                <a:lnTo>
                  <a:pt x="11444" y="210556"/>
                </a:lnTo>
                <a:lnTo>
                  <a:pt x="14947" y="212658"/>
                </a:lnTo>
                <a:lnTo>
                  <a:pt x="18918" y="214293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46134" y="4512135"/>
            <a:ext cx="1027419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Acquire · 3.6 s</a:t>
            </a:r>
          </a:p>
        </p:txBody>
      </p:sp>
      <p:sp>
        <p:nvSpPr>
          <p:cNvPr id="212" name="Editable path 169"/>
          <p:cNvSpPr/>
          <p:nvPr/>
        </p:nvSpPr>
        <p:spPr>
          <a:xfrm>
            <a:off x="1451497" y="5396702"/>
            <a:ext cx="856424" cy="376090"/>
          </a:xfrm>
          <a:custGeom>
            <a:avLst/>
            <a:gdLst/>
            <a:ahLst/>
            <a:cxnLst/>
            <a:rect l="l" t="t" r="r" b="b"/>
            <a:pathLst>
              <a:path w="856424" h="376090">
                <a:moveTo>
                  <a:pt x="0" y="0"/>
                </a:moveTo>
                <a:lnTo>
                  <a:pt x="856424" y="0"/>
                </a:lnTo>
                <a:lnTo>
                  <a:pt x="856424" y="376090"/>
                </a:lnTo>
                <a:lnTo>
                  <a:pt x="0" y="376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493369" y="5418854"/>
            <a:ext cx="818610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Warehouse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919675" y="5565027"/>
            <a:ext cx="388932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crate</a:t>
            </a:r>
          </a:p>
        </p:txBody>
      </p:sp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93147" y="4450302"/>
            <a:ext cx="2160336" cy="1327063"/>
          </a:xfrm>
          <a:prstGeom prst="rect">
            <a:avLst/>
          </a:prstGeom>
        </p:spPr>
      </p:pic>
      <p:sp>
        <p:nvSpPr>
          <p:cNvPr id="216" name="Editable path 170"/>
          <p:cNvSpPr/>
          <p:nvPr/>
        </p:nvSpPr>
        <p:spPr>
          <a:xfrm>
            <a:off x="2635128" y="4502931"/>
            <a:ext cx="765929" cy="216395"/>
          </a:xfrm>
          <a:custGeom>
            <a:avLst/>
            <a:gdLst/>
            <a:ahLst/>
            <a:cxnLst/>
            <a:rect l="l" t="t" r="r" b="b"/>
            <a:pathLst>
              <a:path w="765929" h="216395">
                <a:moveTo>
                  <a:pt x="33631" y="216395"/>
                </a:moveTo>
                <a:lnTo>
                  <a:pt x="732298" y="216395"/>
                </a:lnTo>
                <a:lnTo>
                  <a:pt x="737670" y="216161"/>
                </a:lnTo>
                <a:lnTo>
                  <a:pt x="742574" y="215460"/>
                </a:lnTo>
                <a:lnTo>
                  <a:pt x="747012" y="214293"/>
                </a:lnTo>
                <a:lnTo>
                  <a:pt x="750982" y="212658"/>
                </a:lnTo>
                <a:lnTo>
                  <a:pt x="754485" y="210556"/>
                </a:lnTo>
                <a:lnTo>
                  <a:pt x="757521" y="207987"/>
                </a:lnTo>
                <a:lnTo>
                  <a:pt x="760090" y="204951"/>
                </a:lnTo>
                <a:lnTo>
                  <a:pt x="762192" y="201448"/>
                </a:lnTo>
                <a:lnTo>
                  <a:pt x="763827" y="197477"/>
                </a:lnTo>
                <a:lnTo>
                  <a:pt x="764995" y="193040"/>
                </a:lnTo>
                <a:lnTo>
                  <a:pt x="765695" y="188135"/>
                </a:lnTo>
                <a:lnTo>
                  <a:pt x="765929" y="182764"/>
                </a:lnTo>
                <a:lnTo>
                  <a:pt x="765929" y="33631"/>
                </a:lnTo>
                <a:lnTo>
                  <a:pt x="765695" y="28259"/>
                </a:lnTo>
                <a:lnTo>
                  <a:pt x="764995" y="23355"/>
                </a:lnTo>
                <a:lnTo>
                  <a:pt x="763827" y="18917"/>
                </a:lnTo>
                <a:lnTo>
                  <a:pt x="762192" y="14947"/>
                </a:lnTo>
                <a:lnTo>
                  <a:pt x="760090" y="11444"/>
                </a:lnTo>
                <a:lnTo>
                  <a:pt x="757521" y="8408"/>
                </a:lnTo>
                <a:lnTo>
                  <a:pt x="754485" y="5839"/>
                </a:lnTo>
                <a:lnTo>
                  <a:pt x="750982" y="3737"/>
                </a:lnTo>
                <a:lnTo>
                  <a:pt x="747012" y="2102"/>
                </a:lnTo>
                <a:lnTo>
                  <a:pt x="742574" y="934"/>
                </a:lnTo>
                <a:lnTo>
                  <a:pt x="737670" y="234"/>
                </a:lnTo>
                <a:lnTo>
                  <a:pt x="732298" y="0"/>
                </a:lnTo>
                <a:lnTo>
                  <a:pt x="33631" y="0"/>
                </a:lnTo>
                <a:lnTo>
                  <a:pt x="28259" y="234"/>
                </a:lnTo>
                <a:lnTo>
                  <a:pt x="23355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4" y="5839"/>
                </a:lnTo>
                <a:lnTo>
                  <a:pt x="8408" y="8408"/>
                </a:lnTo>
                <a:lnTo>
                  <a:pt x="5839" y="11444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4" y="28259"/>
                </a:lnTo>
                <a:lnTo>
                  <a:pt x="0" y="33631"/>
                </a:lnTo>
                <a:lnTo>
                  <a:pt x="0" y="182764"/>
                </a:lnTo>
                <a:lnTo>
                  <a:pt x="234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7" y="201448"/>
                </a:lnTo>
                <a:lnTo>
                  <a:pt x="5839" y="204951"/>
                </a:lnTo>
                <a:lnTo>
                  <a:pt x="8408" y="207987"/>
                </a:lnTo>
                <a:lnTo>
                  <a:pt x="11444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668758" y="4512135"/>
            <a:ext cx="738027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Lift · 9.9 s</a:t>
            </a:r>
          </a:p>
        </p:txBody>
      </p:sp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15771" y="4450302"/>
            <a:ext cx="2160336" cy="1327063"/>
          </a:xfrm>
          <a:prstGeom prst="rect">
            <a:avLst/>
          </a:prstGeom>
        </p:spPr>
      </p:pic>
      <p:sp>
        <p:nvSpPr>
          <p:cNvPr id="219" name="Editable path 171"/>
          <p:cNvSpPr/>
          <p:nvPr/>
        </p:nvSpPr>
        <p:spPr>
          <a:xfrm>
            <a:off x="5057753" y="4502931"/>
            <a:ext cx="1224799" cy="217505"/>
          </a:xfrm>
          <a:custGeom>
            <a:avLst/>
            <a:gdLst/>
            <a:ahLst/>
            <a:cxnLst/>
            <a:rect l="l" t="t" r="r" b="b"/>
            <a:pathLst>
              <a:path w="1224799" h="217505">
                <a:moveTo>
                  <a:pt x="33630" y="217505"/>
                </a:moveTo>
                <a:lnTo>
                  <a:pt x="1191168" y="217505"/>
                </a:lnTo>
                <a:lnTo>
                  <a:pt x="1196540" y="217271"/>
                </a:lnTo>
                <a:lnTo>
                  <a:pt x="1201444" y="216571"/>
                </a:lnTo>
                <a:lnTo>
                  <a:pt x="1205882" y="215403"/>
                </a:lnTo>
                <a:lnTo>
                  <a:pt x="1209852" y="213768"/>
                </a:lnTo>
                <a:lnTo>
                  <a:pt x="1213355" y="211666"/>
                </a:lnTo>
                <a:lnTo>
                  <a:pt x="1216392" y="209097"/>
                </a:lnTo>
                <a:lnTo>
                  <a:pt x="1218961" y="206061"/>
                </a:lnTo>
                <a:lnTo>
                  <a:pt x="1221062" y="202558"/>
                </a:lnTo>
                <a:lnTo>
                  <a:pt x="1222697" y="198587"/>
                </a:lnTo>
                <a:lnTo>
                  <a:pt x="1223865" y="194150"/>
                </a:lnTo>
                <a:lnTo>
                  <a:pt x="1224566" y="189246"/>
                </a:lnTo>
                <a:lnTo>
                  <a:pt x="1224799" y="183874"/>
                </a:lnTo>
                <a:lnTo>
                  <a:pt x="1224799" y="33631"/>
                </a:lnTo>
                <a:lnTo>
                  <a:pt x="1224566" y="28259"/>
                </a:lnTo>
                <a:lnTo>
                  <a:pt x="1223865" y="23355"/>
                </a:lnTo>
                <a:lnTo>
                  <a:pt x="1222697" y="18917"/>
                </a:lnTo>
                <a:lnTo>
                  <a:pt x="1221062" y="14947"/>
                </a:lnTo>
                <a:lnTo>
                  <a:pt x="1218961" y="11444"/>
                </a:lnTo>
                <a:lnTo>
                  <a:pt x="1216392" y="8408"/>
                </a:lnTo>
                <a:lnTo>
                  <a:pt x="1213355" y="5839"/>
                </a:lnTo>
                <a:lnTo>
                  <a:pt x="1209852" y="3737"/>
                </a:lnTo>
                <a:lnTo>
                  <a:pt x="1205882" y="2102"/>
                </a:lnTo>
                <a:lnTo>
                  <a:pt x="1201444" y="934"/>
                </a:lnTo>
                <a:lnTo>
                  <a:pt x="1196540" y="234"/>
                </a:lnTo>
                <a:lnTo>
                  <a:pt x="1191168" y="0"/>
                </a:lnTo>
                <a:lnTo>
                  <a:pt x="33630" y="0"/>
                </a:lnTo>
                <a:lnTo>
                  <a:pt x="28259" y="234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9"/>
                </a:lnTo>
                <a:lnTo>
                  <a:pt x="8407" y="8408"/>
                </a:lnTo>
                <a:lnTo>
                  <a:pt x="5838" y="11444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3" y="28259"/>
                </a:lnTo>
                <a:lnTo>
                  <a:pt x="0" y="33631"/>
                </a:lnTo>
                <a:lnTo>
                  <a:pt x="0" y="183874"/>
                </a:lnTo>
                <a:lnTo>
                  <a:pt x="233" y="189246"/>
                </a:lnTo>
                <a:lnTo>
                  <a:pt x="934" y="194150"/>
                </a:lnTo>
                <a:lnTo>
                  <a:pt x="2102" y="198587"/>
                </a:lnTo>
                <a:lnTo>
                  <a:pt x="3736" y="202558"/>
                </a:lnTo>
                <a:lnTo>
                  <a:pt x="5838" y="206061"/>
                </a:lnTo>
                <a:lnTo>
                  <a:pt x="8407" y="209097"/>
                </a:lnTo>
                <a:lnTo>
                  <a:pt x="11443" y="211666"/>
                </a:lnTo>
                <a:lnTo>
                  <a:pt x="14947" y="213768"/>
                </a:lnTo>
                <a:lnTo>
                  <a:pt x="18917" y="215403"/>
                </a:lnTo>
                <a:lnTo>
                  <a:pt x="23354" y="216571"/>
                </a:lnTo>
                <a:lnTo>
                  <a:pt x="28259" y="217271"/>
                </a:lnTo>
                <a:lnTo>
                  <a:pt x="33630" y="21750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091383" y="4512875"/>
            <a:ext cx="119557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Doorway · 55.2 s</a:t>
            </a:r>
          </a:p>
        </p:txBody>
      </p:sp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8396" y="4450302"/>
            <a:ext cx="2160336" cy="1327063"/>
          </a:xfrm>
          <a:prstGeom prst="rect">
            <a:avLst/>
          </a:prstGeom>
        </p:spPr>
      </p:pic>
      <p:sp>
        <p:nvSpPr>
          <p:cNvPr id="222" name="Editable path 172"/>
          <p:cNvSpPr/>
          <p:nvPr/>
        </p:nvSpPr>
        <p:spPr>
          <a:xfrm>
            <a:off x="7480378" y="4502931"/>
            <a:ext cx="925053" cy="216395"/>
          </a:xfrm>
          <a:custGeom>
            <a:avLst/>
            <a:gdLst/>
            <a:ahLst/>
            <a:cxnLst/>
            <a:rect l="l" t="t" r="r" b="b"/>
            <a:pathLst>
              <a:path w="925053" h="216395">
                <a:moveTo>
                  <a:pt x="33630" y="216395"/>
                </a:moveTo>
                <a:lnTo>
                  <a:pt x="891422" y="216395"/>
                </a:lnTo>
                <a:lnTo>
                  <a:pt x="896793" y="216161"/>
                </a:lnTo>
                <a:lnTo>
                  <a:pt x="901698" y="215460"/>
                </a:lnTo>
                <a:lnTo>
                  <a:pt x="906135" y="214293"/>
                </a:lnTo>
                <a:lnTo>
                  <a:pt x="910106" y="212658"/>
                </a:lnTo>
                <a:lnTo>
                  <a:pt x="913609" y="210556"/>
                </a:lnTo>
                <a:lnTo>
                  <a:pt x="916645" y="207987"/>
                </a:lnTo>
                <a:lnTo>
                  <a:pt x="919214" y="204951"/>
                </a:lnTo>
                <a:lnTo>
                  <a:pt x="921316" y="201448"/>
                </a:lnTo>
                <a:lnTo>
                  <a:pt x="922951" y="197477"/>
                </a:lnTo>
                <a:lnTo>
                  <a:pt x="924119" y="193040"/>
                </a:lnTo>
                <a:lnTo>
                  <a:pt x="924819" y="188135"/>
                </a:lnTo>
                <a:lnTo>
                  <a:pt x="925053" y="182764"/>
                </a:lnTo>
                <a:lnTo>
                  <a:pt x="925053" y="33631"/>
                </a:lnTo>
                <a:lnTo>
                  <a:pt x="924819" y="28259"/>
                </a:lnTo>
                <a:lnTo>
                  <a:pt x="924119" y="23355"/>
                </a:lnTo>
                <a:lnTo>
                  <a:pt x="922951" y="18917"/>
                </a:lnTo>
                <a:lnTo>
                  <a:pt x="921316" y="14947"/>
                </a:lnTo>
                <a:lnTo>
                  <a:pt x="919214" y="11444"/>
                </a:lnTo>
                <a:lnTo>
                  <a:pt x="916645" y="8408"/>
                </a:lnTo>
                <a:lnTo>
                  <a:pt x="913609" y="5839"/>
                </a:lnTo>
                <a:lnTo>
                  <a:pt x="910106" y="3737"/>
                </a:lnTo>
                <a:lnTo>
                  <a:pt x="906135" y="2102"/>
                </a:lnTo>
                <a:lnTo>
                  <a:pt x="901698" y="934"/>
                </a:lnTo>
                <a:lnTo>
                  <a:pt x="896793" y="234"/>
                </a:lnTo>
                <a:lnTo>
                  <a:pt x="891422" y="0"/>
                </a:lnTo>
                <a:lnTo>
                  <a:pt x="33630" y="0"/>
                </a:lnTo>
                <a:lnTo>
                  <a:pt x="28259" y="234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9"/>
                </a:lnTo>
                <a:lnTo>
                  <a:pt x="8407" y="8408"/>
                </a:lnTo>
                <a:lnTo>
                  <a:pt x="5838" y="11444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5"/>
                </a:lnTo>
                <a:lnTo>
                  <a:pt x="233" y="28259"/>
                </a:lnTo>
                <a:lnTo>
                  <a:pt x="0" y="33631"/>
                </a:lnTo>
                <a:lnTo>
                  <a:pt x="0" y="182764"/>
                </a:lnTo>
                <a:lnTo>
                  <a:pt x="233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6" y="201448"/>
                </a:lnTo>
                <a:lnTo>
                  <a:pt x="5838" y="204951"/>
                </a:lnTo>
                <a:lnTo>
                  <a:pt x="8407" y="207987"/>
                </a:lnTo>
                <a:lnTo>
                  <a:pt x="11443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4" y="215460"/>
                </a:lnTo>
                <a:lnTo>
                  <a:pt x="28259" y="216161"/>
                </a:lnTo>
                <a:lnTo>
                  <a:pt x="33630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514008" y="4512135"/>
            <a:ext cx="896764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Goal · 96.1 s</a:t>
            </a:r>
          </a:p>
        </p:txBody>
      </p:sp>
      <p:sp>
        <p:nvSpPr>
          <p:cNvPr id="224" name="Editable path 173"/>
          <p:cNvSpPr/>
          <p:nvPr/>
        </p:nvSpPr>
        <p:spPr>
          <a:xfrm>
            <a:off x="9938370" y="4450303"/>
            <a:ext cx="2073537" cy="1327063"/>
          </a:xfrm>
          <a:custGeom>
            <a:avLst/>
            <a:gdLst/>
            <a:ahLst/>
            <a:cxnLst/>
            <a:rect l="l" t="t" r="r" b="b"/>
            <a:pathLst>
              <a:path w="2073537" h="1327063">
                <a:moveTo>
                  <a:pt x="0" y="0"/>
                </a:moveTo>
                <a:lnTo>
                  <a:pt x="2073537" y="0"/>
                </a:lnTo>
                <a:lnTo>
                  <a:pt x="2073537" y="1327063"/>
                </a:lnTo>
                <a:lnTo>
                  <a:pt x="0" y="1327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path 174"/>
          <p:cNvSpPr/>
          <p:nvPr/>
        </p:nvSpPr>
        <p:spPr>
          <a:xfrm>
            <a:off x="10962697" y="5238247"/>
            <a:ext cx="24883" cy="705002"/>
          </a:xfrm>
          <a:custGeom>
            <a:avLst/>
            <a:gdLst/>
            <a:ahLst/>
            <a:cxnLst/>
            <a:rect l="l" t="t" r="r" b="b"/>
            <a:pathLst>
              <a:path w="24883" h="705002">
                <a:moveTo>
                  <a:pt x="0" y="0"/>
                </a:moveTo>
                <a:lnTo>
                  <a:pt x="24883" y="0"/>
                </a:lnTo>
                <a:lnTo>
                  <a:pt x="24883" y="705002"/>
                </a:lnTo>
                <a:lnTo>
                  <a:pt x="0" y="70500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path 175"/>
          <p:cNvSpPr/>
          <p:nvPr/>
        </p:nvSpPr>
        <p:spPr>
          <a:xfrm>
            <a:off x="10962697" y="4284420"/>
            <a:ext cx="24883" cy="705003"/>
          </a:xfrm>
          <a:custGeom>
            <a:avLst/>
            <a:gdLst/>
            <a:ahLst/>
            <a:cxnLst/>
            <a:rect l="l" t="t" r="r" b="b"/>
            <a:pathLst>
              <a:path w="24883" h="705003">
                <a:moveTo>
                  <a:pt x="0" y="0"/>
                </a:moveTo>
                <a:lnTo>
                  <a:pt x="24883" y="0"/>
                </a:lnTo>
                <a:lnTo>
                  <a:pt x="24883" y="705003"/>
                </a:lnTo>
                <a:lnTo>
                  <a:pt x="0" y="70500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path 176"/>
          <p:cNvSpPr/>
          <p:nvPr/>
        </p:nvSpPr>
        <p:spPr>
          <a:xfrm>
            <a:off x="10962697" y="4989423"/>
            <a:ext cx="24883" cy="248824"/>
          </a:xfrm>
          <a:custGeom>
            <a:avLst/>
            <a:gdLst/>
            <a:ahLst/>
            <a:cxnLst/>
            <a:rect l="l" t="t" r="r" b="b"/>
            <a:pathLst>
              <a:path w="24883" h="248824">
                <a:moveTo>
                  <a:pt x="0" y="0"/>
                </a:moveTo>
                <a:lnTo>
                  <a:pt x="24883" y="0"/>
                </a:lnTo>
                <a:lnTo>
                  <a:pt x="24883" y="248824"/>
                </a:lnTo>
                <a:lnTo>
                  <a:pt x="0" y="24882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path 177"/>
          <p:cNvSpPr/>
          <p:nvPr/>
        </p:nvSpPr>
        <p:spPr>
          <a:xfrm>
            <a:off x="10958550" y="5229953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path 178"/>
          <p:cNvSpPr/>
          <p:nvPr/>
        </p:nvSpPr>
        <p:spPr>
          <a:xfrm>
            <a:off x="10958550" y="4989423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path 179"/>
          <p:cNvSpPr/>
          <p:nvPr/>
        </p:nvSpPr>
        <p:spPr>
          <a:xfrm>
            <a:off x="9511221" y="4284420"/>
            <a:ext cx="24882" cy="1658829"/>
          </a:xfrm>
          <a:custGeom>
            <a:avLst/>
            <a:gdLst/>
            <a:ahLst/>
            <a:cxnLst/>
            <a:rect l="l" t="t" r="r" b="b"/>
            <a:pathLst>
              <a:path w="24882" h="1658829">
                <a:moveTo>
                  <a:pt x="0" y="0"/>
                </a:moveTo>
                <a:lnTo>
                  <a:pt x="24882" y="0"/>
                </a:lnTo>
                <a:lnTo>
                  <a:pt x="24882" y="1658829"/>
                </a:lnTo>
                <a:lnTo>
                  <a:pt x="0" y="165882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path 180"/>
          <p:cNvSpPr/>
          <p:nvPr/>
        </p:nvSpPr>
        <p:spPr>
          <a:xfrm>
            <a:off x="9523662" y="5930808"/>
            <a:ext cx="1451476" cy="24883"/>
          </a:xfrm>
          <a:custGeom>
            <a:avLst/>
            <a:gdLst/>
            <a:ahLst/>
            <a:cxnLst/>
            <a:rect l="l" t="t" r="r" b="b"/>
            <a:pathLst>
              <a:path w="1451476" h="24883">
                <a:moveTo>
                  <a:pt x="0" y="0"/>
                </a:moveTo>
                <a:lnTo>
                  <a:pt x="1451476" y="0"/>
                </a:lnTo>
                <a:lnTo>
                  <a:pt x="1451476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path 181"/>
          <p:cNvSpPr/>
          <p:nvPr/>
        </p:nvSpPr>
        <p:spPr>
          <a:xfrm>
            <a:off x="9523662" y="4271979"/>
            <a:ext cx="1451476" cy="24882"/>
          </a:xfrm>
          <a:custGeom>
            <a:avLst/>
            <a:gdLst/>
            <a:ahLst/>
            <a:cxnLst/>
            <a:rect l="l" t="t" r="r" b="b"/>
            <a:pathLst>
              <a:path w="1451476" h="24882">
                <a:moveTo>
                  <a:pt x="0" y="0"/>
                </a:moveTo>
                <a:lnTo>
                  <a:pt x="1451476" y="0"/>
                </a:lnTo>
                <a:lnTo>
                  <a:pt x="1451476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path 182"/>
          <p:cNvSpPr/>
          <p:nvPr/>
        </p:nvSpPr>
        <p:spPr>
          <a:xfrm>
            <a:off x="12414173" y="4284420"/>
            <a:ext cx="24882" cy="1658829"/>
          </a:xfrm>
          <a:custGeom>
            <a:avLst/>
            <a:gdLst/>
            <a:ahLst/>
            <a:cxnLst/>
            <a:rect l="l" t="t" r="r" b="b"/>
            <a:pathLst>
              <a:path w="24882" h="1658829">
                <a:moveTo>
                  <a:pt x="0" y="0"/>
                </a:moveTo>
                <a:lnTo>
                  <a:pt x="24882" y="0"/>
                </a:lnTo>
                <a:lnTo>
                  <a:pt x="24882" y="1658829"/>
                </a:lnTo>
                <a:lnTo>
                  <a:pt x="0" y="165882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path 183"/>
          <p:cNvSpPr/>
          <p:nvPr/>
        </p:nvSpPr>
        <p:spPr>
          <a:xfrm>
            <a:off x="10975138" y="5930808"/>
            <a:ext cx="1451476" cy="24883"/>
          </a:xfrm>
          <a:custGeom>
            <a:avLst/>
            <a:gdLst/>
            <a:ahLst/>
            <a:cxnLst/>
            <a:rect l="l" t="t" r="r" b="b"/>
            <a:pathLst>
              <a:path w="1451476" h="24883">
                <a:moveTo>
                  <a:pt x="0" y="0"/>
                </a:moveTo>
                <a:lnTo>
                  <a:pt x="1451476" y="0"/>
                </a:lnTo>
                <a:lnTo>
                  <a:pt x="1451476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path 184"/>
          <p:cNvSpPr/>
          <p:nvPr/>
        </p:nvSpPr>
        <p:spPr>
          <a:xfrm>
            <a:off x="10975138" y="4271979"/>
            <a:ext cx="1451476" cy="24882"/>
          </a:xfrm>
          <a:custGeom>
            <a:avLst/>
            <a:gdLst/>
            <a:ahLst/>
            <a:cxnLst/>
            <a:rect l="l" t="t" r="r" b="b"/>
            <a:pathLst>
              <a:path w="1451476" h="24882">
                <a:moveTo>
                  <a:pt x="0" y="0"/>
                </a:moveTo>
                <a:lnTo>
                  <a:pt x="1451476" y="0"/>
                </a:lnTo>
                <a:lnTo>
                  <a:pt x="1451476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path 185"/>
          <p:cNvSpPr/>
          <p:nvPr/>
        </p:nvSpPr>
        <p:spPr>
          <a:xfrm>
            <a:off x="9637706" y="5673690"/>
            <a:ext cx="352502" cy="228089"/>
          </a:xfrm>
          <a:custGeom>
            <a:avLst/>
            <a:gdLst/>
            <a:ahLst/>
            <a:cxnLst/>
            <a:rect l="l" t="t" r="r" b="b"/>
            <a:pathLst>
              <a:path w="352502" h="228089">
                <a:moveTo>
                  <a:pt x="0" y="0"/>
                </a:moveTo>
                <a:lnTo>
                  <a:pt x="352502" y="0"/>
                </a:lnTo>
                <a:lnTo>
                  <a:pt x="352502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path 186"/>
          <p:cNvSpPr/>
          <p:nvPr/>
        </p:nvSpPr>
        <p:spPr>
          <a:xfrm>
            <a:off x="9637706" y="5673690"/>
            <a:ext cx="352502" cy="228089"/>
          </a:xfrm>
          <a:custGeom>
            <a:avLst/>
            <a:gdLst/>
            <a:ahLst/>
            <a:cxnLst/>
            <a:rect l="l" t="t" r="r" b="b"/>
            <a:pathLst>
              <a:path w="352502" h="228089">
                <a:moveTo>
                  <a:pt x="0" y="0"/>
                </a:moveTo>
                <a:lnTo>
                  <a:pt x="352502" y="0"/>
                </a:lnTo>
                <a:lnTo>
                  <a:pt x="352502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path 187"/>
          <p:cNvSpPr/>
          <p:nvPr/>
        </p:nvSpPr>
        <p:spPr>
          <a:xfrm>
            <a:off x="9637706" y="5673690"/>
            <a:ext cx="352502" cy="228089"/>
          </a:xfrm>
          <a:custGeom>
            <a:avLst/>
            <a:gdLst/>
            <a:ahLst/>
            <a:cxnLst/>
            <a:rect l="l" t="t" r="r" b="b"/>
            <a:pathLst>
              <a:path w="352502" h="228089">
                <a:moveTo>
                  <a:pt x="0" y="0"/>
                </a:moveTo>
                <a:lnTo>
                  <a:pt x="352502" y="0"/>
                </a:lnTo>
                <a:lnTo>
                  <a:pt x="352502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path 188"/>
          <p:cNvSpPr/>
          <p:nvPr/>
        </p:nvSpPr>
        <p:spPr>
          <a:xfrm>
            <a:off x="9633560" y="5673690"/>
            <a:ext cx="20735" cy="228089"/>
          </a:xfrm>
          <a:custGeom>
            <a:avLst/>
            <a:gdLst/>
            <a:ahLst/>
            <a:cxnLst/>
            <a:rect l="l" t="t" r="r" b="b"/>
            <a:pathLst>
              <a:path w="20735" h="228089">
                <a:moveTo>
                  <a:pt x="0" y="0"/>
                </a:moveTo>
                <a:lnTo>
                  <a:pt x="20735" y="0"/>
                </a:lnTo>
                <a:lnTo>
                  <a:pt x="20735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path 189"/>
          <p:cNvSpPr/>
          <p:nvPr/>
        </p:nvSpPr>
        <p:spPr>
          <a:xfrm>
            <a:off x="9973620" y="5673690"/>
            <a:ext cx="20735" cy="228089"/>
          </a:xfrm>
          <a:custGeom>
            <a:avLst/>
            <a:gdLst/>
            <a:ahLst/>
            <a:cxnLst/>
            <a:rect l="l" t="t" r="r" b="b"/>
            <a:pathLst>
              <a:path w="20735" h="228089">
                <a:moveTo>
                  <a:pt x="0" y="0"/>
                </a:moveTo>
                <a:lnTo>
                  <a:pt x="20735" y="0"/>
                </a:lnTo>
                <a:lnTo>
                  <a:pt x="20735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path 190"/>
          <p:cNvSpPr/>
          <p:nvPr/>
        </p:nvSpPr>
        <p:spPr>
          <a:xfrm>
            <a:off x="9743457" y="5725528"/>
            <a:ext cx="141001" cy="124413"/>
          </a:xfrm>
          <a:custGeom>
            <a:avLst/>
            <a:gdLst/>
            <a:ahLst/>
            <a:cxnLst/>
            <a:rect l="l" t="t" r="r" b="b"/>
            <a:pathLst>
              <a:path w="141001" h="124413">
                <a:moveTo>
                  <a:pt x="0" y="0"/>
                </a:moveTo>
                <a:lnTo>
                  <a:pt x="141001" y="0"/>
                </a:lnTo>
                <a:lnTo>
                  <a:pt x="141001" y="124413"/>
                </a:lnTo>
                <a:lnTo>
                  <a:pt x="0" y="12441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path 191"/>
          <p:cNvSpPr/>
          <p:nvPr/>
        </p:nvSpPr>
        <p:spPr>
          <a:xfrm>
            <a:off x="10044120" y="5673690"/>
            <a:ext cx="352501" cy="228089"/>
          </a:xfrm>
          <a:custGeom>
            <a:avLst/>
            <a:gdLst/>
            <a:ahLst/>
            <a:cxnLst/>
            <a:rect l="l" t="t" r="r" b="b"/>
            <a:pathLst>
              <a:path w="352501" h="228089">
                <a:moveTo>
                  <a:pt x="0" y="0"/>
                </a:moveTo>
                <a:lnTo>
                  <a:pt x="352501" y="0"/>
                </a:lnTo>
                <a:lnTo>
                  <a:pt x="352501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path 192"/>
          <p:cNvSpPr/>
          <p:nvPr/>
        </p:nvSpPr>
        <p:spPr>
          <a:xfrm>
            <a:off x="10044120" y="5673690"/>
            <a:ext cx="352501" cy="228089"/>
          </a:xfrm>
          <a:custGeom>
            <a:avLst/>
            <a:gdLst/>
            <a:ahLst/>
            <a:cxnLst/>
            <a:rect l="l" t="t" r="r" b="b"/>
            <a:pathLst>
              <a:path w="352501" h="228089">
                <a:moveTo>
                  <a:pt x="0" y="0"/>
                </a:moveTo>
                <a:lnTo>
                  <a:pt x="352501" y="0"/>
                </a:lnTo>
                <a:lnTo>
                  <a:pt x="352501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path 193"/>
          <p:cNvSpPr/>
          <p:nvPr/>
        </p:nvSpPr>
        <p:spPr>
          <a:xfrm>
            <a:off x="10044120" y="5673690"/>
            <a:ext cx="352501" cy="228089"/>
          </a:xfrm>
          <a:custGeom>
            <a:avLst/>
            <a:gdLst/>
            <a:ahLst/>
            <a:cxnLst/>
            <a:rect l="l" t="t" r="r" b="b"/>
            <a:pathLst>
              <a:path w="352501" h="228089">
                <a:moveTo>
                  <a:pt x="0" y="0"/>
                </a:moveTo>
                <a:lnTo>
                  <a:pt x="352501" y="0"/>
                </a:lnTo>
                <a:lnTo>
                  <a:pt x="352501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path 194"/>
          <p:cNvSpPr/>
          <p:nvPr/>
        </p:nvSpPr>
        <p:spPr>
          <a:xfrm>
            <a:off x="10039973" y="5673690"/>
            <a:ext cx="20735" cy="228089"/>
          </a:xfrm>
          <a:custGeom>
            <a:avLst/>
            <a:gdLst/>
            <a:ahLst/>
            <a:cxnLst/>
            <a:rect l="l" t="t" r="r" b="b"/>
            <a:pathLst>
              <a:path w="20735" h="228089">
                <a:moveTo>
                  <a:pt x="0" y="0"/>
                </a:moveTo>
                <a:lnTo>
                  <a:pt x="20735" y="0"/>
                </a:lnTo>
                <a:lnTo>
                  <a:pt x="20735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path 195"/>
          <p:cNvSpPr/>
          <p:nvPr/>
        </p:nvSpPr>
        <p:spPr>
          <a:xfrm>
            <a:off x="10380033" y="5673690"/>
            <a:ext cx="20736" cy="228089"/>
          </a:xfrm>
          <a:custGeom>
            <a:avLst/>
            <a:gdLst/>
            <a:ahLst/>
            <a:cxnLst/>
            <a:rect l="l" t="t" r="r" b="b"/>
            <a:pathLst>
              <a:path w="20736" h="228089">
                <a:moveTo>
                  <a:pt x="0" y="0"/>
                </a:moveTo>
                <a:lnTo>
                  <a:pt x="20736" y="0"/>
                </a:lnTo>
                <a:lnTo>
                  <a:pt x="20736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path 196"/>
          <p:cNvSpPr/>
          <p:nvPr/>
        </p:nvSpPr>
        <p:spPr>
          <a:xfrm>
            <a:off x="10149870" y="5725528"/>
            <a:ext cx="141001" cy="124413"/>
          </a:xfrm>
          <a:custGeom>
            <a:avLst/>
            <a:gdLst/>
            <a:ahLst/>
            <a:cxnLst/>
            <a:rect l="l" t="t" r="r" b="b"/>
            <a:pathLst>
              <a:path w="141001" h="124413">
                <a:moveTo>
                  <a:pt x="0" y="0"/>
                </a:moveTo>
                <a:lnTo>
                  <a:pt x="141001" y="0"/>
                </a:lnTo>
                <a:lnTo>
                  <a:pt x="141001" y="124413"/>
                </a:lnTo>
                <a:lnTo>
                  <a:pt x="0" y="12441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path 197"/>
          <p:cNvSpPr/>
          <p:nvPr/>
        </p:nvSpPr>
        <p:spPr>
          <a:xfrm>
            <a:off x="10450533" y="5673690"/>
            <a:ext cx="352502" cy="228089"/>
          </a:xfrm>
          <a:custGeom>
            <a:avLst/>
            <a:gdLst/>
            <a:ahLst/>
            <a:cxnLst/>
            <a:rect l="l" t="t" r="r" b="b"/>
            <a:pathLst>
              <a:path w="352502" h="228089">
                <a:moveTo>
                  <a:pt x="0" y="0"/>
                </a:moveTo>
                <a:lnTo>
                  <a:pt x="352502" y="0"/>
                </a:lnTo>
                <a:lnTo>
                  <a:pt x="352502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path 198"/>
          <p:cNvSpPr/>
          <p:nvPr/>
        </p:nvSpPr>
        <p:spPr>
          <a:xfrm>
            <a:off x="10450533" y="5673690"/>
            <a:ext cx="352502" cy="228089"/>
          </a:xfrm>
          <a:custGeom>
            <a:avLst/>
            <a:gdLst/>
            <a:ahLst/>
            <a:cxnLst/>
            <a:rect l="l" t="t" r="r" b="b"/>
            <a:pathLst>
              <a:path w="352502" h="228089">
                <a:moveTo>
                  <a:pt x="0" y="0"/>
                </a:moveTo>
                <a:lnTo>
                  <a:pt x="352502" y="0"/>
                </a:lnTo>
                <a:lnTo>
                  <a:pt x="352502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path 199"/>
          <p:cNvSpPr/>
          <p:nvPr/>
        </p:nvSpPr>
        <p:spPr>
          <a:xfrm>
            <a:off x="10450533" y="5673690"/>
            <a:ext cx="352502" cy="228089"/>
          </a:xfrm>
          <a:custGeom>
            <a:avLst/>
            <a:gdLst/>
            <a:ahLst/>
            <a:cxnLst/>
            <a:rect l="l" t="t" r="r" b="b"/>
            <a:pathLst>
              <a:path w="352502" h="228089">
                <a:moveTo>
                  <a:pt x="0" y="0"/>
                </a:moveTo>
                <a:lnTo>
                  <a:pt x="352502" y="0"/>
                </a:lnTo>
                <a:lnTo>
                  <a:pt x="352502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path 200"/>
          <p:cNvSpPr/>
          <p:nvPr/>
        </p:nvSpPr>
        <p:spPr>
          <a:xfrm>
            <a:off x="10446386" y="5673690"/>
            <a:ext cx="20735" cy="228089"/>
          </a:xfrm>
          <a:custGeom>
            <a:avLst/>
            <a:gdLst/>
            <a:ahLst/>
            <a:cxnLst/>
            <a:rect l="l" t="t" r="r" b="b"/>
            <a:pathLst>
              <a:path w="20735" h="228089">
                <a:moveTo>
                  <a:pt x="0" y="0"/>
                </a:moveTo>
                <a:lnTo>
                  <a:pt x="20735" y="0"/>
                </a:lnTo>
                <a:lnTo>
                  <a:pt x="20735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path 201"/>
          <p:cNvSpPr/>
          <p:nvPr/>
        </p:nvSpPr>
        <p:spPr>
          <a:xfrm>
            <a:off x="10786447" y="5673690"/>
            <a:ext cx="20734" cy="228089"/>
          </a:xfrm>
          <a:custGeom>
            <a:avLst/>
            <a:gdLst/>
            <a:ahLst/>
            <a:cxnLst/>
            <a:rect l="l" t="t" r="r" b="b"/>
            <a:pathLst>
              <a:path w="20734" h="228089">
                <a:moveTo>
                  <a:pt x="0" y="0"/>
                </a:moveTo>
                <a:lnTo>
                  <a:pt x="20734" y="0"/>
                </a:lnTo>
                <a:lnTo>
                  <a:pt x="20734" y="228089"/>
                </a:lnTo>
                <a:lnTo>
                  <a:pt x="0" y="22808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path 202"/>
          <p:cNvSpPr/>
          <p:nvPr/>
        </p:nvSpPr>
        <p:spPr>
          <a:xfrm>
            <a:off x="10556283" y="5725528"/>
            <a:ext cx="141001" cy="124413"/>
          </a:xfrm>
          <a:custGeom>
            <a:avLst/>
            <a:gdLst/>
            <a:ahLst/>
            <a:cxnLst/>
            <a:rect l="l" t="t" r="r" b="b"/>
            <a:pathLst>
              <a:path w="141001" h="124413">
                <a:moveTo>
                  <a:pt x="0" y="0"/>
                </a:moveTo>
                <a:lnTo>
                  <a:pt x="141001" y="0"/>
                </a:lnTo>
                <a:lnTo>
                  <a:pt x="141001" y="124413"/>
                </a:lnTo>
                <a:lnTo>
                  <a:pt x="0" y="12441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path 203"/>
          <p:cNvSpPr/>
          <p:nvPr/>
        </p:nvSpPr>
        <p:spPr>
          <a:xfrm>
            <a:off x="9637706" y="4325890"/>
            <a:ext cx="352502" cy="228090"/>
          </a:xfrm>
          <a:custGeom>
            <a:avLst/>
            <a:gdLst/>
            <a:ahLst/>
            <a:cxnLst/>
            <a:rect l="l" t="t" r="r" b="b"/>
            <a:pathLst>
              <a:path w="352502" h="228090">
                <a:moveTo>
                  <a:pt x="0" y="0"/>
                </a:moveTo>
                <a:lnTo>
                  <a:pt x="352502" y="0"/>
                </a:lnTo>
                <a:lnTo>
                  <a:pt x="352502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path 204"/>
          <p:cNvSpPr/>
          <p:nvPr/>
        </p:nvSpPr>
        <p:spPr>
          <a:xfrm>
            <a:off x="9637706" y="4325890"/>
            <a:ext cx="352502" cy="228090"/>
          </a:xfrm>
          <a:custGeom>
            <a:avLst/>
            <a:gdLst/>
            <a:ahLst/>
            <a:cxnLst/>
            <a:rect l="l" t="t" r="r" b="b"/>
            <a:pathLst>
              <a:path w="352502" h="228090">
                <a:moveTo>
                  <a:pt x="0" y="0"/>
                </a:moveTo>
                <a:lnTo>
                  <a:pt x="352502" y="0"/>
                </a:lnTo>
                <a:lnTo>
                  <a:pt x="352502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path 205"/>
          <p:cNvSpPr/>
          <p:nvPr/>
        </p:nvSpPr>
        <p:spPr>
          <a:xfrm>
            <a:off x="9637706" y="4325890"/>
            <a:ext cx="352502" cy="228090"/>
          </a:xfrm>
          <a:custGeom>
            <a:avLst/>
            <a:gdLst/>
            <a:ahLst/>
            <a:cxnLst/>
            <a:rect l="l" t="t" r="r" b="b"/>
            <a:pathLst>
              <a:path w="352502" h="228090">
                <a:moveTo>
                  <a:pt x="0" y="0"/>
                </a:moveTo>
                <a:lnTo>
                  <a:pt x="352502" y="0"/>
                </a:lnTo>
                <a:lnTo>
                  <a:pt x="352502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path 206"/>
          <p:cNvSpPr/>
          <p:nvPr/>
        </p:nvSpPr>
        <p:spPr>
          <a:xfrm>
            <a:off x="9633560" y="4325890"/>
            <a:ext cx="20735" cy="228090"/>
          </a:xfrm>
          <a:custGeom>
            <a:avLst/>
            <a:gdLst/>
            <a:ahLst/>
            <a:cxnLst/>
            <a:rect l="l" t="t" r="r" b="b"/>
            <a:pathLst>
              <a:path w="20735" h="228090">
                <a:moveTo>
                  <a:pt x="0" y="0"/>
                </a:moveTo>
                <a:lnTo>
                  <a:pt x="20735" y="0"/>
                </a:lnTo>
                <a:lnTo>
                  <a:pt x="20735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path 207"/>
          <p:cNvSpPr/>
          <p:nvPr/>
        </p:nvSpPr>
        <p:spPr>
          <a:xfrm>
            <a:off x="9973620" y="4325890"/>
            <a:ext cx="20735" cy="228090"/>
          </a:xfrm>
          <a:custGeom>
            <a:avLst/>
            <a:gdLst/>
            <a:ahLst/>
            <a:cxnLst/>
            <a:rect l="l" t="t" r="r" b="b"/>
            <a:pathLst>
              <a:path w="20735" h="228090">
                <a:moveTo>
                  <a:pt x="0" y="0"/>
                </a:moveTo>
                <a:lnTo>
                  <a:pt x="20735" y="0"/>
                </a:lnTo>
                <a:lnTo>
                  <a:pt x="20735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path 208"/>
          <p:cNvSpPr/>
          <p:nvPr/>
        </p:nvSpPr>
        <p:spPr>
          <a:xfrm>
            <a:off x="9743457" y="4377729"/>
            <a:ext cx="141001" cy="124412"/>
          </a:xfrm>
          <a:custGeom>
            <a:avLst/>
            <a:gdLst/>
            <a:ahLst/>
            <a:cxnLst/>
            <a:rect l="l" t="t" r="r" b="b"/>
            <a:pathLst>
              <a:path w="141001" h="124412">
                <a:moveTo>
                  <a:pt x="0" y="0"/>
                </a:moveTo>
                <a:lnTo>
                  <a:pt x="141001" y="0"/>
                </a:lnTo>
                <a:lnTo>
                  <a:pt x="141001" y="124412"/>
                </a:lnTo>
                <a:lnTo>
                  <a:pt x="0" y="12441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path 209"/>
          <p:cNvSpPr/>
          <p:nvPr/>
        </p:nvSpPr>
        <p:spPr>
          <a:xfrm>
            <a:off x="10044120" y="4325890"/>
            <a:ext cx="352501" cy="228090"/>
          </a:xfrm>
          <a:custGeom>
            <a:avLst/>
            <a:gdLst/>
            <a:ahLst/>
            <a:cxnLst/>
            <a:rect l="l" t="t" r="r" b="b"/>
            <a:pathLst>
              <a:path w="352501" h="228090">
                <a:moveTo>
                  <a:pt x="0" y="0"/>
                </a:moveTo>
                <a:lnTo>
                  <a:pt x="352501" y="0"/>
                </a:lnTo>
                <a:lnTo>
                  <a:pt x="352501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path 210"/>
          <p:cNvSpPr/>
          <p:nvPr/>
        </p:nvSpPr>
        <p:spPr>
          <a:xfrm>
            <a:off x="10044120" y="4325890"/>
            <a:ext cx="352501" cy="228090"/>
          </a:xfrm>
          <a:custGeom>
            <a:avLst/>
            <a:gdLst/>
            <a:ahLst/>
            <a:cxnLst/>
            <a:rect l="l" t="t" r="r" b="b"/>
            <a:pathLst>
              <a:path w="352501" h="228090">
                <a:moveTo>
                  <a:pt x="0" y="0"/>
                </a:moveTo>
                <a:lnTo>
                  <a:pt x="352501" y="0"/>
                </a:lnTo>
                <a:lnTo>
                  <a:pt x="352501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path 211"/>
          <p:cNvSpPr/>
          <p:nvPr/>
        </p:nvSpPr>
        <p:spPr>
          <a:xfrm>
            <a:off x="10044120" y="4325890"/>
            <a:ext cx="352501" cy="228090"/>
          </a:xfrm>
          <a:custGeom>
            <a:avLst/>
            <a:gdLst/>
            <a:ahLst/>
            <a:cxnLst/>
            <a:rect l="l" t="t" r="r" b="b"/>
            <a:pathLst>
              <a:path w="352501" h="228090">
                <a:moveTo>
                  <a:pt x="0" y="0"/>
                </a:moveTo>
                <a:lnTo>
                  <a:pt x="352501" y="0"/>
                </a:lnTo>
                <a:lnTo>
                  <a:pt x="352501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path 212"/>
          <p:cNvSpPr/>
          <p:nvPr/>
        </p:nvSpPr>
        <p:spPr>
          <a:xfrm>
            <a:off x="10039973" y="4325890"/>
            <a:ext cx="20735" cy="228090"/>
          </a:xfrm>
          <a:custGeom>
            <a:avLst/>
            <a:gdLst/>
            <a:ahLst/>
            <a:cxnLst/>
            <a:rect l="l" t="t" r="r" b="b"/>
            <a:pathLst>
              <a:path w="20735" h="228090">
                <a:moveTo>
                  <a:pt x="0" y="0"/>
                </a:moveTo>
                <a:lnTo>
                  <a:pt x="20735" y="0"/>
                </a:lnTo>
                <a:lnTo>
                  <a:pt x="20735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path 213"/>
          <p:cNvSpPr/>
          <p:nvPr/>
        </p:nvSpPr>
        <p:spPr>
          <a:xfrm>
            <a:off x="10380033" y="4325890"/>
            <a:ext cx="20736" cy="228090"/>
          </a:xfrm>
          <a:custGeom>
            <a:avLst/>
            <a:gdLst/>
            <a:ahLst/>
            <a:cxnLst/>
            <a:rect l="l" t="t" r="r" b="b"/>
            <a:pathLst>
              <a:path w="20736" h="228090">
                <a:moveTo>
                  <a:pt x="0" y="0"/>
                </a:moveTo>
                <a:lnTo>
                  <a:pt x="20736" y="0"/>
                </a:lnTo>
                <a:lnTo>
                  <a:pt x="20736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path 214"/>
          <p:cNvSpPr/>
          <p:nvPr/>
        </p:nvSpPr>
        <p:spPr>
          <a:xfrm>
            <a:off x="10149870" y="4377729"/>
            <a:ext cx="141001" cy="124412"/>
          </a:xfrm>
          <a:custGeom>
            <a:avLst/>
            <a:gdLst/>
            <a:ahLst/>
            <a:cxnLst/>
            <a:rect l="l" t="t" r="r" b="b"/>
            <a:pathLst>
              <a:path w="141001" h="124412">
                <a:moveTo>
                  <a:pt x="0" y="0"/>
                </a:moveTo>
                <a:lnTo>
                  <a:pt x="141001" y="0"/>
                </a:lnTo>
                <a:lnTo>
                  <a:pt x="141001" y="124412"/>
                </a:lnTo>
                <a:lnTo>
                  <a:pt x="0" y="12441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path 215"/>
          <p:cNvSpPr/>
          <p:nvPr/>
        </p:nvSpPr>
        <p:spPr>
          <a:xfrm>
            <a:off x="10450533" y="4325890"/>
            <a:ext cx="352502" cy="228090"/>
          </a:xfrm>
          <a:custGeom>
            <a:avLst/>
            <a:gdLst/>
            <a:ahLst/>
            <a:cxnLst/>
            <a:rect l="l" t="t" r="r" b="b"/>
            <a:pathLst>
              <a:path w="352502" h="228090">
                <a:moveTo>
                  <a:pt x="0" y="0"/>
                </a:moveTo>
                <a:lnTo>
                  <a:pt x="352502" y="0"/>
                </a:lnTo>
                <a:lnTo>
                  <a:pt x="352502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path 216"/>
          <p:cNvSpPr/>
          <p:nvPr/>
        </p:nvSpPr>
        <p:spPr>
          <a:xfrm>
            <a:off x="10450533" y="4325890"/>
            <a:ext cx="352502" cy="228090"/>
          </a:xfrm>
          <a:custGeom>
            <a:avLst/>
            <a:gdLst/>
            <a:ahLst/>
            <a:cxnLst/>
            <a:rect l="l" t="t" r="r" b="b"/>
            <a:pathLst>
              <a:path w="352502" h="228090">
                <a:moveTo>
                  <a:pt x="0" y="0"/>
                </a:moveTo>
                <a:lnTo>
                  <a:pt x="352502" y="0"/>
                </a:lnTo>
                <a:lnTo>
                  <a:pt x="352502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path 217"/>
          <p:cNvSpPr/>
          <p:nvPr/>
        </p:nvSpPr>
        <p:spPr>
          <a:xfrm>
            <a:off x="10450533" y="4325890"/>
            <a:ext cx="352502" cy="228090"/>
          </a:xfrm>
          <a:custGeom>
            <a:avLst/>
            <a:gdLst/>
            <a:ahLst/>
            <a:cxnLst/>
            <a:rect l="l" t="t" r="r" b="b"/>
            <a:pathLst>
              <a:path w="352502" h="228090">
                <a:moveTo>
                  <a:pt x="0" y="0"/>
                </a:moveTo>
                <a:lnTo>
                  <a:pt x="352502" y="0"/>
                </a:lnTo>
                <a:lnTo>
                  <a:pt x="352502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path 218"/>
          <p:cNvSpPr/>
          <p:nvPr/>
        </p:nvSpPr>
        <p:spPr>
          <a:xfrm>
            <a:off x="10446386" y="4325890"/>
            <a:ext cx="20735" cy="228090"/>
          </a:xfrm>
          <a:custGeom>
            <a:avLst/>
            <a:gdLst/>
            <a:ahLst/>
            <a:cxnLst/>
            <a:rect l="l" t="t" r="r" b="b"/>
            <a:pathLst>
              <a:path w="20735" h="228090">
                <a:moveTo>
                  <a:pt x="0" y="0"/>
                </a:moveTo>
                <a:lnTo>
                  <a:pt x="20735" y="0"/>
                </a:lnTo>
                <a:lnTo>
                  <a:pt x="20735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path 219"/>
          <p:cNvSpPr/>
          <p:nvPr/>
        </p:nvSpPr>
        <p:spPr>
          <a:xfrm>
            <a:off x="10786447" y="4325890"/>
            <a:ext cx="20734" cy="228090"/>
          </a:xfrm>
          <a:custGeom>
            <a:avLst/>
            <a:gdLst/>
            <a:ahLst/>
            <a:cxnLst/>
            <a:rect l="l" t="t" r="r" b="b"/>
            <a:pathLst>
              <a:path w="20734" h="228090">
                <a:moveTo>
                  <a:pt x="0" y="0"/>
                </a:moveTo>
                <a:lnTo>
                  <a:pt x="20734" y="0"/>
                </a:lnTo>
                <a:lnTo>
                  <a:pt x="20734" y="228090"/>
                </a:lnTo>
                <a:lnTo>
                  <a:pt x="0" y="228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path 220"/>
          <p:cNvSpPr/>
          <p:nvPr/>
        </p:nvSpPr>
        <p:spPr>
          <a:xfrm>
            <a:off x="10556283" y="4377729"/>
            <a:ext cx="141001" cy="124412"/>
          </a:xfrm>
          <a:custGeom>
            <a:avLst/>
            <a:gdLst/>
            <a:ahLst/>
            <a:cxnLst/>
            <a:rect l="l" t="t" r="r" b="b"/>
            <a:pathLst>
              <a:path w="141001" h="124412">
                <a:moveTo>
                  <a:pt x="0" y="0"/>
                </a:moveTo>
                <a:lnTo>
                  <a:pt x="141001" y="0"/>
                </a:lnTo>
                <a:lnTo>
                  <a:pt x="141001" y="124412"/>
                </a:lnTo>
                <a:lnTo>
                  <a:pt x="0" y="12441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path 221"/>
          <p:cNvSpPr/>
          <p:nvPr/>
        </p:nvSpPr>
        <p:spPr>
          <a:xfrm>
            <a:off x="10145724" y="5777366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path 222"/>
          <p:cNvSpPr/>
          <p:nvPr/>
        </p:nvSpPr>
        <p:spPr>
          <a:xfrm>
            <a:off x="10975138" y="5777366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path 223"/>
          <p:cNvSpPr/>
          <p:nvPr/>
        </p:nvSpPr>
        <p:spPr>
          <a:xfrm>
            <a:off x="11804553" y="5777366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path 224"/>
          <p:cNvSpPr/>
          <p:nvPr/>
        </p:nvSpPr>
        <p:spPr>
          <a:xfrm>
            <a:off x="9938370" y="5528542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path 225"/>
          <p:cNvSpPr/>
          <p:nvPr/>
        </p:nvSpPr>
        <p:spPr>
          <a:xfrm>
            <a:off x="9902844" y="5528542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9689691" y="5455253"/>
            <a:ext cx="227706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278" name="Editable path 226"/>
          <p:cNvSpPr/>
          <p:nvPr/>
        </p:nvSpPr>
        <p:spPr>
          <a:xfrm>
            <a:off x="9938370" y="5113835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path 227"/>
          <p:cNvSpPr/>
          <p:nvPr/>
        </p:nvSpPr>
        <p:spPr>
          <a:xfrm>
            <a:off x="9902844" y="5113835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9799228" y="5040545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81" name="Editable path 228"/>
          <p:cNvSpPr/>
          <p:nvPr/>
        </p:nvSpPr>
        <p:spPr>
          <a:xfrm>
            <a:off x="9938370" y="4699127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path 229"/>
          <p:cNvSpPr/>
          <p:nvPr/>
        </p:nvSpPr>
        <p:spPr>
          <a:xfrm>
            <a:off x="9902844" y="4699127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799228" y="4625838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284" name="Editable path 230"/>
          <p:cNvSpPr/>
          <p:nvPr/>
        </p:nvSpPr>
        <p:spPr>
          <a:xfrm>
            <a:off x="9938370" y="4450303"/>
            <a:ext cx="0" cy="1327063"/>
          </a:xfrm>
          <a:custGeom>
            <a:avLst/>
            <a:gdLst/>
            <a:ahLst/>
            <a:cxnLst/>
            <a:rect l="l" t="t" r="r" b="b"/>
            <a:pathLst>
              <a:path w="0" h="1327063">
                <a:moveTo>
                  <a:pt x="0" y="1327063"/>
                </a:moveTo>
                <a:lnTo>
                  <a:pt x="0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path 231"/>
          <p:cNvSpPr/>
          <p:nvPr/>
        </p:nvSpPr>
        <p:spPr>
          <a:xfrm>
            <a:off x="9938370" y="5777366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path 232"/>
          <p:cNvSpPr/>
          <p:nvPr/>
        </p:nvSpPr>
        <p:spPr>
          <a:xfrm>
            <a:off x="10231103" y="5116422"/>
            <a:ext cx="1492595" cy="362161"/>
          </a:xfrm>
          <a:custGeom>
            <a:avLst/>
            <a:gdLst/>
            <a:ahLst/>
            <a:cxnLst/>
            <a:rect l="l" t="t" r="r" b="b"/>
            <a:pathLst>
              <a:path w="1492595" h="362161">
                <a:moveTo>
                  <a:pt x="118959" y="292194"/>
                </a:moveTo>
                <a:lnTo>
                  <a:pt x="118959" y="292194"/>
                </a:lnTo>
                <a:lnTo>
                  <a:pt x="117641" y="293917"/>
                </a:lnTo>
                <a:lnTo>
                  <a:pt x="89864" y="339509"/>
                </a:lnTo>
                <a:lnTo>
                  <a:pt x="76633" y="348815"/>
                </a:lnTo>
                <a:lnTo>
                  <a:pt x="55444" y="356487"/>
                </a:lnTo>
                <a:lnTo>
                  <a:pt x="28755" y="362161"/>
                </a:lnTo>
                <a:lnTo>
                  <a:pt x="25017" y="344787"/>
                </a:lnTo>
                <a:lnTo>
                  <a:pt x="20519" y="313385"/>
                </a:lnTo>
                <a:lnTo>
                  <a:pt x="17821" y="314865"/>
                </a:lnTo>
                <a:lnTo>
                  <a:pt x="11857" y="313551"/>
                </a:lnTo>
                <a:lnTo>
                  <a:pt x="6557" y="306729"/>
                </a:lnTo>
                <a:lnTo>
                  <a:pt x="1359" y="288652"/>
                </a:lnTo>
                <a:lnTo>
                  <a:pt x="0" y="264102"/>
                </a:lnTo>
                <a:lnTo>
                  <a:pt x="4264" y="225896"/>
                </a:lnTo>
                <a:lnTo>
                  <a:pt x="14999" y="184103"/>
                </a:lnTo>
                <a:lnTo>
                  <a:pt x="31019" y="142286"/>
                </a:lnTo>
                <a:lnTo>
                  <a:pt x="52312" y="100116"/>
                </a:lnTo>
                <a:lnTo>
                  <a:pt x="79472" y="57951"/>
                </a:lnTo>
                <a:lnTo>
                  <a:pt x="92301" y="47231"/>
                </a:lnTo>
                <a:lnTo>
                  <a:pt x="116384" y="36292"/>
                </a:lnTo>
                <a:lnTo>
                  <a:pt x="163798" y="20127"/>
                </a:lnTo>
                <a:lnTo>
                  <a:pt x="207661" y="10961"/>
                </a:lnTo>
                <a:lnTo>
                  <a:pt x="268075" y="4502"/>
                </a:lnTo>
                <a:lnTo>
                  <a:pt x="358893" y="1053"/>
                </a:lnTo>
                <a:lnTo>
                  <a:pt x="568768" y="0"/>
                </a:lnTo>
                <a:lnTo>
                  <a:pt x="662215" y="3590"/>
                </a:lnTo>
                <a:lnTo>
                  <a:pt x="718614" y="10722"/>
                </a:lnTo>
                <a:lnTo>
                  <a:pt x="761568" y="21493"/>
                </a:lnTo>
                <a:lnTo>
                  <a:pt x="798480" y="36410"/>
                </a:lnTo>
                <a:lnTo>
                  <a:pt x="825507" y="48413"/>
                </a:lnTo>
                <a:lnTo>
                  <a:pt x="844178" y="63388"/>
                </a:lnTo>
                <a:lnTo>
                  <a:pt x="909308" y="110713"/>
                </a:lnTo>
                <a:lnTo>
                  <a:pt x="973561" y="154619"/>
                </a:lnTo>
                <a:lnTo>
                  <a:pt x="1033734" y="189453"/>
                </a:lnTo>
                <a:lnTo>
                  <a:pt x="1098840" y="220715"/>
                </a:lnTo>
                <a:lnTo>
                  <a:pt x="1166139" y="246940"/>
                </a:lnTo>
                <a:lnTo>
                  <a:pt x="1237792" y="268772"/>
                </a:lnTo>
                <a:lnTo>
                  <a:pt x="1308220" y="284709"/>
                </a:lnTo>
                <a:lnTo>
                  <a:pt x="1382275" y="296029"/>
                </a:lnTo>
                <a:lnTo>
                  <a:pt x="1456404" y="302002"/>
                </a:lnTo>
                <a:lnTo>
                  <a:pt x="1492595" y="303466"/>
                </a:lnTo>
                <a:lnTo>
                  <a:pt x="1491394" y="303172"/>
                </a:lnTo>
              </a:path>
            </a:pathLst>
          </a:custGeom>
          <a:noFill/>
          <a:ln w="27236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path 233"/>
          <p:cNvSpPr/>
          <p:nvPr/>
        </p:nvSpPr>
        <p:spPr>
          <a:xfrm>
            <a:off x="10174400" y="4729732"/>
            <a:ext cx="1565981" cy="375087"/>
          </a:xfrm>
          <a:custGeom>
            <a:avLst/>
            <a:gdLst/>
            <a:ahLst/>
            <a:cxnLst/>
            <a:rect l="l" t="t" r="r" b="b"/>
            <a:pathLst>
              <a:path w="1565981" h="375087">
                <a:moveTo>
                  <a:pt x="15582" y="0"/>
                </a:moveTo>
                <a:lnTo>
                  <a:pt x="6164" y="14246"/>
                </a:lnTo>
                <a:lnTo>
                  <a:pt x="1032" y="31351"/>
                </a:lnTo>
                <a:lnTo>
                  <a:pt x="0" y="50650"/>
                </a:lnTo>
                <a:lnTo>
                  <a:pt x="3677" y="93866"/>
                </a:lnTo>
                <a:lnTo>
                  <a:pt x="6261" y="93553"/>
                </a:lnTo>
                <a:lnTo>
                  <a:pt x="97480" y="90512"/>
                </a:lnTo>
                <a:lnTo>
                  <a:pt x="172162" y="93944"/>
                </a:lnTo>
                <a:lnTo>
                  <a:pt x="243750" y="102388"/>
                </a:lnTo>
                <a:lnTo>
                  <a:pt x="317347" y="116360"/>
                </a:lnTo>
                <a:lnTo>
                  <a:pt x="387064" y="134818"/>
                </a:lnTo>
                <a:lnTo>
                  <a:pt x="455288" y="158219"/>
                </a:lnTo>
                <a:lnTo>
                  <a:pt x="519096" y="185360"/>
                </a:lnTo>
                <a:lnTo>
                  <a:pt x="583236" y="218476"/>
                </a:lnTo>
                <a:lnTo>
                  <a:pt x="644637" y="256526"/>
                </a:lnTo>
                <a:lnTo>
                  <a:pt x="702880" y="299309"/>
                </a:lnTo>
                <a:lnTo>
                  <a:pt x="753627" y="337521"/>
                </a:lnTo>
                <a:lnTo>
                  <a:pt x="787863" y="349885"/>
                </a:lnTo>
                <a:lnTo>
                  <a:pt x="838245" y="363497"/>
                </a:lnTo>
                <a:lnTo>
                  <a:pt x="887660" y="370997"/>
                </a:lnTo>
                <a:lnTo>
                  <a:pt x="948487" y="374729"/>
                </a:lnTo>
                <a:lnTo>
                  <a:pt x="1041883" y="375087"/>
                </a:lnTo>
                <a:lnTo>
                  <a:pt x="1249528" y="370042"/>
                </a:lnTo>
                <a:lnTo>
                  <a:pt x="1344905" y="363018"/>
                </a:lnTo>
                <a:lnTo>
                  <a:pt x="1398043" y="353735"/>
                </a:lnTo>
                <a:lnTo>
                  <a:pt x="1434285" y="342506"/>
                </a:lnTo>
                <a:lnTo>
                  <a:pt x="1462740" y="328805"/>
                </a:lnTo>
                <a:lnTo>
                  <a:pt x="1486061" y="313204"/>
                </a:lnTo>
                <a:lnTo>
                  <a:pt x="1530251" y="256521"/>
                </a:lnTo>
                <a:lnTo>
                  <a:pt x="1546293" y="221866"/>
                </a:lnTo>
                <a:lnTo>
                  <a:pt x="1559659" y="179463"/>
                </a:lnTo>
                <a:lnTo>
                  <a:pt x="1565981" y="140726"/>
                </a:lnTo>
                <a:lnTo>
                  <a:pt x="1565556" y="110932"/>
                </a:lnTo>
                <a:lnTo>
                  <a:pt x="1560113" y="90386"/>
                </a:lnTo>
                <a:lnTo>
                  <a:pt x="1552667" y="81101"/>
                </a:lnTo>
                <a:lnTo>
                  <a:pt x="1547052" y="78399"/>
                </a:lnTo>
                <a:lnTo>
                  <a:pt x="1547004" y="78820"/>
                </a:lnTo>
              </a:path>
            </a:pathLst>
          </a:custGeom>
          <a:noFill/>
          <a:ln w="27236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path 234"/>
          <p:cNvSpPr/>
          <p:nvPr/>
        </p:nvSpPr>
        <p:spPr>
          <a:xfrm>
            <a:off x="10214701" y="5106548"/>
            <a:ext cx="1507076" cy="19861"/>
          </a:xfrm>
          <a:custGeom>
            <a:avLst/>
            <a:gdLst/>
            <a:ahLst/>
            <a:cxnLst/>
            <a:rect l="l" t="t" r="r" b="b"/>
            <a:pathLst>
              <a:path w="1507076" h="19861">
                <a:moveTo>
                  <a:pt x="0" y="19812"/>
                </a:moveTo>
                <a:lnTo>
                  <a:pt x="2574" y="19861"/>
                </a:lnTo>
                <a:lnTo>
                  <a:pt x="1112932" y="0"/>
                </a:lnTo>
                <a:lnTo>
                  <a:pt x="1264824" y="2197"/>
                </a:lnTo>
                <a:lnTo>
                  <a:pt x="1507076" y="7254"/>
                </a:lnTo>
                <a:lnTo>
                  <a:pt x="1507027" y="7241"/>
                </a:lnTo>
              </a:path>
            </a:pathLst>
          </a:custGeom>
          <a:noFill/>
          <a:ln w="3907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path 235"/>
          <p:cNvSpPr/>
          <p:nvPr/>
        </p:nvSpPr>
        <p:spPr>
          <a:xfrm>
            <a:off x="10214637" y="5107044"/>
            <a:ext cx="1506974" cy="19433"/>
          </a:xfrm>
          <a:custGeom>
            <a:avLst/>
            <a:gdLst/>
            <a:ahLst/>
            <a:cxnLst/>
            <a:rect l="l" t="t" r="r" b="b"/>
            <a:pathLst>
              <a:path w="1506974" h="19433">
                <a:moveTo>
                  <a:pt x="0" y="19433"/>
                </a:moveTo>
                <a:lnTo>
                  <a:pt x="642861" y="4911"/>
                </a:lnTo>
                <a:lnTo>
                  <a:pt x="1180619" y="0"/>
                </a:lnTo>
                <a:lnTo>
                  <a:pt x="1506974" y="6791"/>
                </a:lnTo>
              </a:path>
            </a:pathLst>
          </a:custGeom>
          <a:noFill/>
          <a:ln w="378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path 236"/>
          <p:cNvSpPr/>
          <p:nvPr/>
        </p:nvSpPr>
        <p:spPr>
          <a:xfrm>
            <a:off x="10172005" y="5083664"/>
            <a:ext cx="85393" cy="85393"/>
          </a:xfrm>
          <a:custGeom>
            <a:avLst/>
            <a:gdLst/>
            <a:ahLst/>
            <a:cxnLst/>
            <a:rect l="l" t="t" r="r" b="b"/>
            <a:pathLst>
              <a:path w="85393" h="85393">
                <a:moveTo>
                  <a:pt x="42696" y="85393"/>
                </a:moveTo>
                <a:lnTo>
                  <a:pt x="45516" y="85299"/>
                </a:lnTo>
                <a:lnTo>
                  <a:pt x="48308" y="85022"/>
                </a:lnTo>
                <a:lnTo>
                  <a:pt x="51064" y="84565"/>
                </a:lnTo>
                <a:lnTo>
                  <a:pt x="53776" y="83930"/>
                </a:lnTo>
                <a:lnTo>
                  <a:pt x="56436" y="83121"/>
                </a:lnTo>
                <a:lnTo>
                  <a:pt x="59035" y="82142"/>
                </a:lnTo>
                <a:lnTo>
                  <a:pt x="61565" y="80997"/>
                </a:lnTo>
                <a:lnTo>
                  <a:pt x="64017" y="79688"/>
                </a:lnTo>
                <a:lnTo>
                  <a:pt x="66384" y="78219"/>
                </a:lnTo>
                <a:lnTo>
                  <a:pt x="68656" y="76593"/>
                </a:lnTo>
                <a:lnTo>
                  <a:pt x="70827" y="74815"/>
                </a:lnTo>
                <a:lnTo>
                  <a:pt x="72887" y="72887"/>
                </a:lnTo>
                <a:lnTo>
                  <a:pt x="74815" y="70827"/>
                </a:lnTo>
                <a:lnTo>
                  <a:pt x="76593" y="68657"/>
                </a:lnTo>
                <a:lnTo>
                  <a:pt x="78218" y="66384"/>
                </a:lnTo>
                <a:lnTo>
                  <a:pt x="79687" y="64018"/>
                </a:lnTo>
                <a:lnTo>
                  <a:pt x="80996" y="61565"/>
                </a:lnTo>
                <a:lnTo>
                  <a:pt x="82142" y="59035"/>
                </a:lnTo>
                <a:lnTo>
                  <a:pt x="83121" y="56436"/>
                </a:lnTo>
                <a:lnTo>
                  <a:pt x="83930" y="53777"/>
                </a:lnTo>
                <a:lnTo>
                  <a:pt x="84564" y="51065"/>
                </a:lnTo>
                <a:lnTo>
                  <a:pt x="85022" y="48308"/>
                </a:lnTo>
                <a:lnTo>
                  <a:pt x="85299" y="45516"/>
                </a:lnTo>
                <a:lnTo>
                  <a:pt x="85393" y="42696"/>
                </a:lnTo>
                <a:lnTo>
                  <a:pt x="85299" y="39876"/>
                </a:lnTo>
                <a:lnTo>
                  <a:pt x="85022" y="37084"/>
                </a:lnTo>
                <a:lnTo>
                  <a:pt x="84564" y="34328"/>
                </a:lnTo>
                <a:lnTo>
                  <a:pt x="83930" y="31616"/>
                </a:lnTo>
                <a:lnTo>
                  <a:pt x="83121" y="28956"/>
                </a:lnTo>
                <a:lnTo>
                  <a:pt x="82142" y="26357"/>
                </a:lnTo>
                <a:lnTo>
                  <a:pt x="80996" y="23827"/>
                </a:lnTo>
                <a:lnTo>
                  <a:pt x="79687" y="21375"/>
                </a:lnTo>
                <a:lnTo>
                  <a:pt x="78218" y="19008"/>
                </a:lnTo>
                <a:lnTo>
                  <a:pt x="76593" y="16736"/>
                </a:lnTo>
                <a:lnTo>
                  <a:pt x="74815" y="14565"/>
                </a:lnTo>
                <a:lnTo>
                  <a:pt x="72887" y="12506"/>
                </a:lnTo>
                <a:lnTo>
                  <a:pt x="70827" y="10577"/>
                </a:lnTo>
                <a:lnTo>
                  <a:pt x="68656" y="8799"/>
                </a:lnTo>
                <a:lnTo>
                  <a:pt x="66384" y="7174"/>
                </a:lnTo>
                <a:lnTo>
                  <a:pt x="64017" y="5705"/>
                </a:lnTo>
                <a:lnTo>
                  <a:pt x="61565" y="4396"/>
                </a:lnTo>
                <a:lnTo>
                  <a:pt x="59035" y="3250"/>
                </a:lnTo>
                <a:lnTo>
                  <a:pt x="56436" y="2271"/>
                </a:lnTo>
                <a:lnTo>
                  <a:pt x="53776" y="1463"/>
                </a:lnTo>
                <a:lnTo>
                  <a:pt x="51064" y="828"/>
                </a:lnTo>
                <a:lnTo>
                  <a:pt x="48308" y="370"/>
                </a:lnTo>
                <a:lnTo>
                  <a:pt x="45516" y="93"/>
                </a:lnTo>
                <a:lnTo>
                  <a:pt x="42696" y="0"/>
                </a:lnTo>
                <a:lnTo>
                  <a:pt x="39876" y="93"/>
                </a:lnTo>
                <a:lnTo>
                  <a:pt x="37084" y="370"/>
                </a:lnTo>
                <a:lnTo>
                  <a:pt x="34328" y="828"/>
                </a:lnTo>
                <a:lnTo>
                  <a:pt x="31615" y="1463"/>
                </a:lnTo>
                <a:lnTo>
                  <a:pt x="28956" y="2271"/>
                </a:lnTo>
                <a:lnTo>
                  <a:pt x="26357" y="3250"/>
                </a:lnTo>
                <a:lnTo>
                  <a:pt x="23827" y="4396"/>
                </a:lnTo>
                <a:lnTo>
                  <a:pt x="21375" y="5705"/>
                </a:lnTo>
                <a:lnTo>
                  <a:pt x="19008" y="7174"/>
                </a:lnTo>
                <a:lnTo>
                  <a:pt x="16735" y="8799"/>
                </a:lnTo>
                <a:lnTo>
                  <a:pt x="14565" y="10577"/>
                </a:lnTo>
                <a:lnTo>
                  <a:pt x="12505" y="12506"/>
                </a:lnTo>
                <a:lnTo>
                  <a:pt x="10577" y="14565"/>
                </a:lnTo>
                <a:lnTo>
                  <a:pt x="8799" y="16736"/>
                </a:lnTo>
                <a:lnTo>
                  <a:pt x="7173" y="19008"/>
                </a:lnTo>
                <a:lnTo>
                  <a:pt x="5704" y="21375"/>
                </a:lnTo>
                <a:lnTo>
                  <a:pt x="4395" y="23827"/>
                </a:lnTo>
                <a:lnTo>
                  <a:pt x="3250" y="26357"/>
                </a:lnTo>
                <a:lnTo>
                  <a:pt x="2271" y="28956"/>
                </a:lnTo>
                <a:lnTo>
                  <a:pt x="1463" y="31616"/>
                </a:lnTo>
                <a:lnTo>
                  <a:pt x="828" y="34328"/>
                </a:lnTo>
                <a:lnTo>
                  <a:pt x="370" y="37084"/>
                </a:lnTo>
                <a:lnTo>
                  <a:pt x="93" y="39876"/>
                </a:lnTo>
                <a:lnTo>
                  <a:pt x="0" y="42696"/>
                </a:lnTo>
                <a:lnTo>
                  <a:pt x="93" y="45516"/>
                </a:lnTo>
                <a:lnTo>
                  <a:pt x="370" y="48308"/>
                </a:lnTo>
                <a:lnTo>
                  <a:pt x="828" y="51065"/>
                </a:lnTo>
                <a:lnTo>
                  <a:pt x="1463" y="53777"/>
                </a:lnTo>
                <a:lnTo>
                  <a:pt x="2271" y="56436"/>
                </a:lnTo>
                <a:lnTo>
                  <a:pt x="3250" y="59035"/>
                </a:lnTo>
                <a:lnTo>
                  <a:pt x="4395" y="61565"/>
                </a:lnTo>
                <a:lnTo>
                  <a:pt x="5704" y="64018"/>
                </a:lnTo>
                <a:lnTo>
                  <a:pt x="7173" y="66384"/>
                </a:lnTo>
                <a:lnTo>
                  <a:pt x="8799" y="68657"/>
                </a:lnTo>
                <a:lnTo>
                  <a:pt x="10577" y="70827"/>
                </a:lnTo>
                <a:lnTo>
                  <a:pt x="12505" y="72887"/>
                </a:lnTo>
                <a:lnTo>
                  <a:pt x="14565" y="74815"/>
                </a:lnTo>
                <a:lnTo>
                  <a:pt x="16735" y="76593"/>
                </a:lnTo>
                <a:lnTo>
                  <a:pt x="19008" y="78219"/>
                </a:lnTo>
                <a:lnTo>
                  <a:pt x="21375" y="79688"/>
                </a:lnTo>
                <a:lnTo>
                  <a:pt x="23827" y="80997"/>
                </a:lnTo>
                <a:lnTo>
                  <a:pt x="26357" y="82142"/>
                </a:lnTo>
                <a:lnTo>
                  <a:pt x="28956" y="83121"/>
                </a:lnTo>
                <a:lnTo>
                  <a:pt x="31615" y="83930"/>
                </a:lnTo>
                <a:lnTo>
                  <a:pt x="34328" y="84565"/>
                </a:lnTo>
                <a:lnTo>
                  <a:pt x="37084" y="85022"/>
                </a:lnTo>
                <a:lnTo>
                  <a:pt x="39876" y="85299"/>
                </a:lnTo>
                <a:lnTo>
                  <a:pt x="42696" y="85393"/>
                </a:lnTo>
                <a:close/>
              </a:path>
            </a:pathLst>
          </a:custGeom>
          <a:solidFill>
            <a:srgbClr val="FFFFFF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path 237"/>
          <p:cNvSpPr/>
          <p:nvPr/>
        </p:nvSpPr>
        <p:spPr>
          <a:xfrm>
            <a:off x="11671361" y="5060831"/>
            <a:ext cx="100733" cy="95802"/>
          </a:xfrm>
          <a:custGeom>
            <a:avLst/>
            <a:gdLst/>
            <a:ahLst/>
            <a:cxnLst/>
            <a:rect l="l" t="t" r="r" b="b"/>
            <a:pathLst>
              <a:path w="100733" h="95802">
                <a:moveTo>
                  <a:pt x="50367" y="0"/>
                </a:moveTo>
                <a:lnTo>
                  <a:pt x="38476" y="36593"/>
                </a:lnTo>
                <a:lnTo>
                  <a:pt x="0" y="36593"/>
                </a:lnTo>
                <a:lnTo>
                  <a:pt x="31128" y="59209"/>
                </a:lnTo>
                <a:lnTo>
                  <a:pt x="19238" y="95802"/>
                </a:lnTo>
                <a:lnTo>
                  <a:pt x="50367" y="73186"/>
                </a:lnTo>
                <a:lnTo>
                  <a:pt x="81495" y="95802"/>
                </a:lnTo>
                <a:lnTo>
                  <a:pt x="69604" y="59209"/>
                </a:lnTo>
                <a:lnTo>
                  <a:pt x="100733" y="36593"/>
                </a:lnTo>
                <a:lnTo>
                  <a:pt x="62256" y="36593"/>
                </a:lnTo>
                <a:lnTo>
                  <a:pt x="50367" y="0"/>
                </a:lnTo>
                <a:close/>
              </a:path>
            </a:pathLst>
          </a:custGeom>
          <a:solidFill>
            <a:srgbClr val="FF9500"/>
          </a:solidFill>
          <a:ln w="236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path 238"/>
          <p:cNvSpPr/>
          <p:nvPr/>
        </p:nvSpPr>
        <p:spPr>
          <a:xfrm>
            <a:off x="10285445" y="5172457"/>
            <a:ext cx="39934" cy="40524"/>
          </a:xfrm>
          <a:custGeom>
            <a:avLst/>
            <a:gdLst/>
            <a:ahLst/>
            <a:cxnLst/>
            <a:rect l="l" t="t" r="r" b="b"/>
            <a:pathLst>
              <a:path w="39934" h="40524">
                <a:moveTo>
                  <a:pt x="0" y="40524"/>
                </a:moveTo>
                <a:lnTo>
                  <a:pt x="4676" y="35778"/>
                </a:lnTo>
                <a:lnTo>
                  <a:pt x="9107" y="31281"/>
                </a:lnTo>
                <a:lnTo>
                  <a:pt x="13294" y="27033"/>
                </a:lnTo>
                <a:lnTo>
                  <a:pt x="17234" y="23034"/>
                </a:lnTo>
                <a:lnTo>
                  <a:pt x="20930" y="19284"/>
                </a:lnTo>
                <a:lnTo>
                  <a:pt x="24381" y="15782"/>
                </a:lnTo>
                <a:lnTo>
                  <a:pt x="27586" y="12530"/>
                </a:lnTo>
                <a:lnTo>
                  <a:pt x="30546" y="9526"/>
                </a:lnTo>
                <a:lnTo>
                  <a:pt x="33261" y="6771"/>
                </a:lnTo>
                <a:lnTo>
                  <a:pt x="35730" y="4265"/>
                </a:lnTo>
                <a:lnTo>
                  <a:pt x="37955" y="2008"/>
                </a:lnTo>
                <a:lnTo>
                  <a:pt x="39934" y="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path 239"/>
          <p:cNvSpPr/>
          <p:nvPr/>
        </p:nvSpPr>
        <p:spPr>
          <a:xfrm>
            <a:off x="10263235" y="5172457"/>
            <a:ext cx="62144" cy="62448"/>
          </a:xfrm>
          <a:custGeom>
            <a:avLst/>
            <a:gdLst/>
            <a:ahLst/>
            <a:cxnLst/>
            <a:rect l="l" t="t" r="r" b="b"/>
            <a:pathLst>
              <a:path w="62144" h="62448">
                <a:moveTo>
                  <a:pt x="0" y="21222"/>
                </a:moveTo>
                <a:lnTo>
                  <a:pt x="62144" y="0"/>
                </a:lnTo>
                <a:lnTo>
                  <a:pt x="41835" y="62448"/>
                </a:lnTo>
                <a:lnTo>
                  <a:pt x="0" y="21222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path 240"/>
          <p:cNvSpPr/>
          <p:nvPr/>
        </p:nvSpPr>
        <p:spPr>
          <a:xfrm>
            <a:off x="11181363" y="5255886"/>
            <a:ext cx="49718" cy="30278"/>
          </a:xfrm>
          <a:custGeom>
            <a:avLst/>
            <a:gdLst/>
            <a:ahLst/>
            <a:cxnLst/>
            <a:rect l="l" t="t" r="r" b="b"/>
            <a:pathLst>
              <a:path w="49718" h="30278">
                <a:moveTo>
                  <a:pt x="0" y="0"/>
                </a:moveTo>
                <a:lnTo>
                  <a:pt x="5784" y="3523"/>
                </a:lnTo>
                <a:lnTo>
                  <a:pt x="11270" y="6864"/>
                </a:lnTo>
                <a:lnTo>
                  <a:pt x="16458" y="10023"/>
                </a:lnTo>
                <a:lnTo>
                  <a:pt x="21347" y="13000"/>
                </a:lnTo>
                <a:lnTo>
                  <a:pt x="25938" y="15796"/>
                </a:lnTo>
                <a:lnTo>
                  <a:pt x="30230" y="18410"/>
                </a:lnTo>
                <a:lnTo>
                  <a:pt x="34224" y="20842"/>
                </a:lnTo>
                <a:lnTo>
                  <a:pt x="37919" y="23093"/>
                </a:lnTo>
                <a:lnTo>
                  <a:pt x="41317" y="25162"/>
                </a:lnTo>
                <a:lnTo>
                  <a:pt x="44415" y="27049"/>
                </a:lnTo>
                <a:lnTo>
                  <a:pt x="47216" y="28754"/>
                </a:lnTo>
                <a:lnTo>
                  <a:pt x="49718" y="30278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path 241"/>
          <p:cNvSpPr/>
          <p:nvPr/>
        </p:nvSpPr>
        <p:spPr>
          <a:xfrm>
            <a:off x="11165641" y="5230531"/>
            <a:ext cx="65440" cy="55633"/>
          </a:xfrm>
          <a:custGeom>
            <a:avLst/>
            <a:gdLst/>
            <a:ahLst/>
            <a:cxnLst/>
            <a:rect l="l" t="t" r="r" b="b"/>
            <a:pathLst>
              <a:path w="65440" h="55633">
                <a:moveTo>
                  <a:pt x="30549" y="0"/>
                </a:moveTo>
                <a:lnTo>
                  <a:pt x="65440" y="55633"/>
                </a:lnTo>
                <a:lnTo>
                  <a:pt x="0" y="50166"/>
                </a:lnTo>
                <a:lnTo>
                  <a:pt x="30549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path 242"/>
          <p:cNvSpPr/>
          <p:nvPr/>
        </p:nvSpPr>
        <p:spPr>
          <a:xfrm>
            <a:off x="10483572" y="4844265"/>
            <a:ext cx="56161" cy="14705"/>
          </a:xfrm>
          <a:custGeom>
            <a:avLst/>
            <a:gdLst/>
            <a:ahLst/>
            <a:cxnLst/>
            <a:rect l="l" t="t" r="r" b="b"/>
            <a:pathLst>
              <a:path w="56161" h="14705">
                <a:moveTo>
                  <a:pt x="0" y="0"/>
                </a:moveTo>
                <a:lnTo>
                  <a:pt x="6539" y="1712"/>
                </a:lnTo>
                <a:lnTo>
                  <a:pt x="12740" y="3336"/>
                </a:lnTo>
                <a:lnTo>
                  <a:pt x="18603" y="4871"/>
                </a:lnTo>
                <a:lnTo>
                  <a:pt x="24128" y="6317"/>
                </a:lnTo>
                <a:lnTo>
                  <a:pt x="29315" y="7676"/>
                </a:lnTo>
                <a:lnTo>
                  <a:pt x="34164" y="8945"/>
                </a:lnTo>
                <a:lnTo>
                  <a:pt x="38675" y="10126"/>
                </a:lnTo>
                <a:lnTo>
                  <a:pt x="42848" y="11219"/>
                </a:lnTo>
                <a:lnTo>
                  <a:pt x="46683" y="12223"/>
                </a:lnTo>
                <a:lnTo>
                  <a:pt x="50180" y="13139"/>
                </a:lnTo>
                <a:lnTo>
                  <a:pt x="53340" y="13966"/>
                </a:lnTo>
                <a:lnTo>
                  <a:pt x="56161" y="14705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path 243"/>
          <p:cNvSpPr/>
          <p:nvPr/>
        </p:nvSpPr>
        <p:spPr>
          <a:xfrm>
            <a:off x="10475474" y="4815682"/>
            <a:ext cx="64259" cy="56821"/>
          </a:xfrm>
          <a:custGeom>
            <a:avLst/>
            <a:gdLst/>
            <a:ahLst/>
            <a:cxnLst/>
            <a:rect l="l" t="t" r="r" b="b"/>
            <a:pathLst>
              <a:path w="64259" h="56821">
                <a:moveTo>
                  <a:pt x="14877" y="0"/>
                </a:moveTo>
                <a:lnTo>
                  <a:pt x="64259" y="43288"/>
                </a:lnTo>
                <a:lnTo>
                  <a:pt x="0" y="56821"/>
                </a:lnTo>
                <a:lnTo>
                  <a:pt x="14877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path 244"/>
          <p:cNvSpPr/>
          <p:nvPr/>
        </p:nvSpPr>
        <p:spPr>
          <a:xfrm>
            <a:off x="11372633" y="5099155"/>
            <a:ext cx="58795" cy="2392"/>
          </a:xfrm>
          <a:custGeom>
            <a:avLst/>
            <a:gdLst/>
            <a:ahLst/>
            <a:cxnLst/>
            <a:rect l="l" t="t" r="r" b="b"/>
            <a:pathLst>
              <a:path w="58795" h="2392">
                <a:moveTo>
                  <a:pt x="0" y="2392"/>
                </a:moveTo>
                <a:lnTo>
                  <a:pt x="6820" y="2114"/>
                </a:lnTo>
                <a:lnTo>
                  <a:pt x="13290" y="1851"/>
                </a:lnTo>
                <a:lnTo>
                  <a:pt x="19412" y="1602"/>
                </a:lnTo>
                <a:lnTo>
                  <a:pt x="25184" y="1367"/>
                </a:lnTo>
                <a:lnTo>
                  <a:pt x="30607" y="1146"/>
                </a:lnTo>
                <a:lnTo>
                  <a:pt x="35681" y="940"/>
                </a:lnTo>
                <a:lnTo>
                  <a:pt x="40406" y="748"/>
                </a:lnTo>
                <a:lnTo>
                  <a:pt x="44782" y="570"/>
                </a:lnTo>
                <a:lnTo>
                  <a:pt x="48809" y="406"/>
                </a:lnTo>
                <a:lnTo>
                  <a:pt x="52487" y="256"/>
                </a:lnTo>
                <a:lnTo>
                  <a:pt x="55815" y="121"/>
                </a:lnTo>
                <a:lnTo>
                  <a:pt x="58795" y="0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path 245"/>
          <p:cNvSpPr/>
          <p:nvPr/>
        </p:nvSpPr>
        <p:spPr>
          <a:xfrm>
            <a:off x="11371548" y="5072199"/>
            <a:ext cx="59880" cy="58687"/>
          </a:xfrm>
          <a:custGeom>
            <a:avLst/>
            <a:gdLst/>
            <a:ahLst/>
            <a:cxnLst/>
            <a:rect l="l" t="t" r="r" b="b"/>
            <a:pathLst>
              <a:path w="59880" h="58687">
                <a:moveTo>
                  <a:pt x="0" y="0"/>
                </a:moveTo>
                <a:lnTo>
                  <a:pt x="59880" y="26956"/>
                </a:lnTo>
                <a:lnTo>
                  <a:pt x="2387" y="58687"/>
                </a:lnTo>
                <a:lnTo>
                  <a:pt x="0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path 246"/>
          <p:cNvSpPr/>
          <p:nvPr/>
        </p:nvSpPr>
        <p:spPr>
          <a:xfrm>
            <a:off x="10707202" y="5113293"/>
            <a:ext cx="58823" cy="898"/>
          </a:xfrm>
          <a:custGeom>
            <a:avLst/>
            <a:gdLst/>
            <a:ahLst/>
            <a:cxnLst/>
            <a:rect l="l" t="t" r="r" b="b"/>
            <a:pathLst>
              <a:path w="58823" h="898">
                <a:moveTo>
                  <a:pt x="0" y="898"/>
                </a:moveTo>
                <a:lnTo>
                  <a:pt x="6824" y="794"/>
                </a:lnTo>
                <a:lnTo>
                  <a:pt x="13297" y="695"/>
                </a:lnTo>
                <a:lnTo>
                  <a:pt x="19422" y="602"/>
                </a:lnTo>
                <a:lnTo>
                  <a:pt x="25197" y="513"/>
                </a:lnTo>
                <a:lnTo>
                  <a:pt x="30623" y="431"/>
                </a:lnTo>
                <a:lnTo>
                  <a:pt x="35700" y="353"/>
                </a:lnTo>
                <a:lnTo>
                  <a:pt x="40427" y="281"/>
                </a:lnTo>
                <a:lnTo>
                  <a:pt x="44805" y="214"/>
                </a:lnTo>
                <a:lnTo>
                  <a:pt x="48833" y="152"/>
                </a:lnTo>
                <a:lnTo>
                  <a:pt x="52512" y="96"/>
                </a:lnTo>
                <a:lnTo>
                  <a:pt x="55842" y="45"/>
                </a:lnTo>
                <a:lnTo>
                  <a:pt x="58823" y="0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path 247"/>
          <p:cNvSpPr/>
          <p:nvPr/>
        </p:nvSpPr>
        <p:spPr>
          <a:xfrm>
            <a:off x="10706847" y="5084826"/>
            <a:ext cx="59178" cy="58728"/>
          </a:xfrm>
          <a:custGeom>
            <a:avLst/>
            <a:gdLst/>
            <a:ahLst/>
            <a:cxnLst/>
            <a:rect l="l" t="t" r="r" b="b"/>
            <a:pathLst>
              <a:path w="59178" h="58728">
                <a:moveTo>
                  <a:pt x="0" y="0"/>
                </a:moveTo>
                <a:lnTo>
                  <a:pt x="59178" y="28467"/>
                </a:lnTo>
                <a:lnTo>
                  <a:pt x="898" y="58728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path 248"/>
          <p:cNvSpPr/>
          <p:nvPr/>
        </p:nvSpPr>
        <p:spPr>
          <a:xfrm>
            <a:off x="11440452" y="5107929"/>
            <a:ext cx="56666" cy="1198"/>
          </a:xfrm>
          <a:custGeom>
            <a:avLst/>
            <a:gdLst/>
            <a:ahLst/>
            <a:cxnLst/>
            <a:rect l="l" t="t" r="r" b="b"/>
            <a:pathLst>
              <a:path w="56666" h="1198">
                <a:moveTo>
                  <a:pt x="0" y="0"/>
                </a:moveTo>
                <a:lnTo>
                  <a:pt x="6643" y="140"/>
                </a:lnTo>
                <a:lnTo>
                  <a:pt x="12937" y="273"/>
                </a:lnTo>
                <a:lnTo>
                  <a:pt x="18882" y="399"/>
                </a:lnTo>
                <a:lnTo>
                  <a:pt x="24477" y="517"/>
                </a:lnTo>
                <a:lnTo>
                  <a:pt x="29723" y="628"/>
                </a:lnTo>
                <a:lnTo>
                  <a:pt x="34620" y="732"/>
                </a:lnTo>
                <a:lnTo>
                  <a:pt x="39167" y="828"/>
                </a:lnTo>
                <a:lnTo>
                  <a:pt x="43366" y="917"/>
                </a:lnTo>
                <a:lnTo>
                  <a:pt x="47215" y="998"/>
                </a:lnTo>
                <a:lnTo>
                  <a:pt x="50714" y="1072"/>
                </a:lnTo>
                <a:lnTo>
                  <a:pt x="53865" y="1139"/>
                </a:lnTo>
                <a:lnTo>
                  <a:pt x="56666" y="1198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path 249"/>
          <p:cNvSpPr/>
          <p:nvPr/>
        </p:nvSpPr>
        <p:spPr>
          <a:xfrm>
            <a:off x="11437775" y="5078524"/>
            <a:ext cx="59343" cy="58722"/>
          </a:xfrm>
          <a:custGeom>
            <a:avLst/>
            <a:gdLst/>
            <a:ahLst/>
            <a:cxnLst/>
            <a:rect l="l" t="t" r="r" b="b"/>
            <a:pathLst>
              <a:path w="59343" h="58722">
                <a:moveTo>
                  <a:pt x="1241" y="0"/>
                </a:moveTo>
                <a:lnTo>
                  <a:pt x="59343" y="30603"/>
                </a:lnTo>
                <a:lnTo>
                  <a:pt x="0" y="58722"/>
                </a:lnTo>
                <a:lnTo>
                  <a:pt x="1241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path 250"/>
          <p:cNvSpPr/>
          <p:nvPr/>
        </p:nvSpPr>
        <p:spPr>
          <a:xfrm>
            <a:off x="11002143" y="5109157"/>
            <a:ext cx="59237" cy="803"/>
          </a:xfrm>
          <a:custGeom>
            <a:avLst/>
            <a:gdLst/>
            <a:ahLst/>
            <a:cxnLst/>
            <a:rect l="l" t="t" r="r" b="b"/>
            <a:pathLst>
              <a:path w="59237" h="803">
                <a:moveTo>
                  <a:pt x="0" y="803"/>
                </a:moveTo>
                <a:lnTo>
                  <a:pt x="6858" y="710"/>
                </a:lnTo>
                <a:lnTo>
                  <a:pt x="13366" y="622"/>
                </a:lnTo>
                <a:lnTo>
                  <a:pt x="19525" y="538"/>
                </a:lnTo>
                <a:lnTo>
                  <a:pt x="25335" y="459"/>
                </a:lnTo>
                <a:lnTo>
                  <a:pt x="30795" y="385"/>
                </a:lnTo>
                <a:lnTo>
                  <a:pt x="35906" y="316"/>
                </a:lnTo>
                <a:lnTo>
                  <a:pt x="40668" y="252"/>
                </a:lnTo>
                <a:lnTo>
                  <a:pt x="45081" y="192"/>
                </a:lnTo>
                <a:lnTo>
                  <a:pt x="49144" y="137"/>
                </a:lnTo>
                <a:lnTo>
                  <a:pt x="52857" y="86"/>
                </a:lnTo>
                <a:lnTo>
                  <a:pt x="56222" y="41"/>
                </a:lnTo>
                <a:lnTo>
                  <a:pt x="59237" y="0"/>
                </a:lnTo>
              </a:path>
            </a:pathLst>
          </a:custGeom>
          <a:noFill/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path 251"/>
          <p:cNvSpPr/>
          <p:nvPr/>
        </p:nvSpPr>
        <p:spPr>
          <a:xfrm>
            <a:off x="11002252" y="5080588"/>
            <a:ext cx="59128" cy="58730"/>
          </a:xfrm>
          <a:custGeom>
            <a:avLst/>
            <a:gdLst/>
            <a:ahLst/>
            <a:cxnLst/>
            <a:rect l="l" t="t" r="r" b="b"/>
            <a:pathLst>
              <a:path w="59128" h="58730">
                <a:moveTo>
                  <a:pt x="0" y="0"/>
                </a:moveTo>
                <a:lnTo>
                  <a:pt x="59128" y="28569"/>
                </a:lnTo>
                <a:lnTo>
                  <a:pt x="796" y="58730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6" name="Picture 30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522" y="5876896"/>
            <a:ext cx="2160336" cy="1327063"/>
          </a:xfrm>
          <a:prstGeom prst="rect">
            <a:avLst/>
          </a:prstGeom>
        </p:spPr>
      </p:pic>
      <p:sp>
        <p:nvSpPr>
          <p:cNvPr id="307" name="Editable path 252"/>
          <p:cNvSpPr/>
          <p:nvPr/>
        </p:nvSpPr>
        <p:spPr>
          <a:xfrm>
            <a:off x="212503" y="5929525"/>
            <a:ext cx="1056424" cy="216395"/>
          </a:xfrm>
          <a:custGeom>
            <a:avLst/>
            <a:gdLst/>
            <a:ahLst/>
            <a:cxnLst/>
            <a:rect l="l" t="t" r="r" b="b"/>
            <a:pathLst>
              <a:path w="1056424" h="216395">
                <a:moveTo>
                  <a:pt x="33631" y="216395"/>
                </a:moveTo>
                <a:lnTo>
                  <a:pt x="1022793" y="216395"/>
                </a:lnTo>
                <a:lnTo>
                  <a:pt x="1028164" y="216161"/>
                </a:lnTo>
                <a:lnTo>
                  <a:pt x="1033069" y="215460"/>
                </a:lnTo>
                <a:lnTo>
                  <a:pt x="1037506" y="214293"/>
                </a:lnTo>
                <a:lnTo>
                  <a:pt x="1041477" y="212658"/>
                </a:lnTo>
                <a:lnTo>
                  <a:pt x="1044980" y="210556"/>
                </a:lnTo>
                <a:lnTo>
                  <a:pt x="1048016" y="207987"/>
                </a:lnTo>
                <a:lnTo>
                  <a:pt x="1050585" y="204951"/>
                </a:lnTo>
                <a:lnTo>
                  <a:pt x="1052687" y="201447"/>
                </a:lnTo>
                <a:lnTo>
                  <a:pt x="1054322" y="197477"/>
                </a:lnTo>
                <a:lnTo>
                  <a:pt x="1055490" y="193040"/>
                </a:lnTo>
                <a:lnTo>
                  <a:pt x="1056190" y="188135"/>
                </a:lnTo>
                <a:lnTo>
                  <a:pt x="1056424" y="182763"/>
                </a:lnTo>
                <a:lnTo>
                  <a:pt x="1056424" y="33631"/>
                </a:lnTo>
                <a:lnTo>
                  <a:pt x="1056190" y="28259"/>
                </a:lnTo>
                <a:lnTo>
                  <a:pt x="1055490" y="23354"/>
                </a:lnTo>
                <a:lnTo>
                  <a:pt x="1054322" y="18917"/>
                </a:lnTo>
                <a:lnTo>
                  <a:pt x="1052687" y="14947"/>
                </a:lnTo>
                <a:lnTo>
                  <a:pt x="1050585" y="11444"/>
                </a:lnTo>
                <a:lnTo>
                  <a:pt x="1048016" y="8407"/>
                </a:lnTo>
                <a:lnTo>
                  <a:pt x="1044980" y="5838"/>
                </a:lnTo>
                <a:lnTo>
                  <a:pt x="1041477" y="3737"/>
                </a:lnTo>
                <a:lnTo>
                  <a:pt x="1037506" y="2102"/>
                </a:lnTo>
                <a:lnTo>
                  <a:pt x="1033069" y="934"/>
                </a:lnTo>
                <a:lnTo>
                  <a:pt x="1028164" y="233"/>
                </a:lnTo>
                <a:lnTo>
                  <a:pt x="1022793" y="0"/>
                </a:lnTo>
                <a:lnTo>
                  <a:pt x="33631" y="0"/>
                </a:lnTo>
                <a:lnTo>
                  <a:pt x="28259" y="233"/>
                </a:lnTo>
                <a:lnTo>
                  <a:pt x="23355" y="934"/>
                </a:lnTo>
                <a:lnTo>
                  <a:pt x="18918" y="2102"/>
                </a:lnTo>
                <a:lnTo>
                  <a:pt x="14947" y="3737"/>
                </a:lnTo>
                <a:lnTo>
                  <a:pt x="11444" y="5838"/>
                </a:lnTo>
                <a:lnTo>
                  <a:pt x="8408" y="8407"/>
                </a:lnTo>
                <a:lnTo>
                  <a:pt x="5839" y="11444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4" y="28259"/>
                </a:lnTo>
                <a:lnTo>
                  <a:pt x="0" y="33631"/>
                </a:lnTo>
                <a:lnTo>
                  <a:pt x="0" y="182763"/>
                </a:lnTo>
                <a:lnTo>
                  <a:pt x="234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7" y="201447"/>
                </a:lnTo>
                <a:lnTo>
                  <a:pt x="5839" y="204951"/>
                </a:lnTo>
                <a:lnTo>
                  <a:pt x="8408" y="207987"/>
                </a:lnTo>
                <a:lnTo>
                  <a:pt x="11444" y="210556"/>
                </a:lnTo>
                <a:lnTo>
                  <a:pt x="14947" y="212658"/>
                </a:lnTo>
                <a:lnTo>
                  <a:pt x="18918" y="214293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246134" y="5938729"/>
            <a:ext cx="1027419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Acquire · 8.0 s</a:t>
            </a:r>
          </a:p>
        </p:txBody>
      </p:sp>
      <p:sp>
        <p:nvSpPr>
          <p:cNvPr id="309" name="Editable path 253"/>
          <p:cNvSpPr/>
          <p:nvPr/>
        </p:nvSpPr>
        <p:spPr>
          <a:xfrm>
            <a:off x="1504785" y="6823296"/>
            <a:ext cx="803136" cy="376090"/>
          </a:xfrm>
          <a:custGeom>
            <a:avLst/>
            <a:gdLst/>
            <a:ahLst/>
            <a:cxnLst/>
            <a:rect l="l" t="t" r="r" b="b"/>
            <a:pathLst>
              <a:path w="803136" h="376090">
                <a:moveTo>
                  <a:pt x="0" y="0"/>
                </a:moveTo>
                <a:lnTo>
                  <a:pt x="803136" y="0"/>
                </a:lnTo>
                <a:lnTo>
                  <a:pt x="803136" y="376090"/>
                </a:lnTo>
                <a:lnTo>
                  <a:pt x="0" y="376090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546658" y="6845448"/>
            <a:ext cx="765142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Workshop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893031" y="6991620"/>
            <a:ext cx="415988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2B2B2B"/>
                </a:solidFill>
                <a:latin typeface="Times New Roman"/>
              </a:rPr>
              <a:t>beam</a:t>
            </a:r>
          </a:p>
        </p:txBody>
      </p:sp>
      <p:pic>
        <p:nvPicPr>
          <p:cNvPr id="312" name="Picture 31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3147" y="5876896"/>
            <a:ext cx="2160336" cy="1327063"/>
          </a:xfrm>
          <a:prstGeom prst="rect">
            <a:avLst/>
          </a:prstGeom>
        </p:spPr>
      </p:pic>
      <p:sp>
        <p:nvSpPr>
          <p:cNvPr id="313" name="Editable path 254"/>
          <p:cNvSpPr/>
          <p:nvPr/>
        </p:nvSpPr>
        <p:spPr>
          <a:xfrm>
            <a:off x="2635128" y="5929525"/>
            <a:ext cx="850302" cy="216395"/>
          </a:xfrm>
          <a:custGeom>
            <a:avLst/>
            <a:gdLst/>
            <a:ahLst/>
            <a:cxnLst/>
            <a:rect l="l" t="t" r="r" b="b"/>
            <a:pathLst>
              <a:path w="850302" h="216395">
                <a:moveTo>
                  <a:pt x="33631" y="216395"/>
                </a:moveTo>
                <a:lnTo>
                  <a:pt x="816671" y="216395"/>
                </a:lnTo>
                <a:lnTo>
                  <a:pt x="822043" y="216161"/>
                </a:lnTo>
                <a:lnTo>
                  <a:pt x="826947" y="215460"/>
                </a:lnTo>
                <a:lnTo>
                  <a:pt x="831384" y="214293"/>
                </a:lnTo>
                <a:lnTo>
                  <a:pt x="835355" y="212658"/>
                </a:lnTo>
                <a:lnTo>
                  <a:pt x="838858" y="210556"/>
                </a:lnTo>
                <a:lnTo>
                  <a:pt x="841894" y="207987"/>
                </a:lnTo>
                <a:lnTo>
                  <a:pt x="844463" y="204951"/>
                </a:lnTo>
                <a:lnTo>
                  <a:pt x="846565" y="201447"/>
                </a:lnTo>
                <a:lnTo>
                  <a:pt x="848200" y="197477"/>
                </a:lnTo>
                <a:lnTo>
                  <a:pt x="849368" y="193040"/>
                </a:lnTo>
                <a:lnTo>
                  <a:pt x="850068" y="188135"/>
                </a:lnTo>
                <a:lnTo>
                  <a:pt x="850302" y="182763"/>
                </a:lnTo>
                <a:lnTo>
                  <a:pt x="850302" y="33631"/>
                </a:lnTo>
                <a:lnTo>
                  <a:pt x="850068" y="28259"/>
                </a:lnTo>
                <a:lnTo>
                  <a:pt x="849368" y="23354"/>
                </a:lnTo>
                <a:lnTo>
                  <a:pt x="848200" y="18917"/>
                </a:lnTo>
                <a:lnTo>
                  <a:pt x="846565" y="14947"/>
                </a:lnTo>
                <a:lnTo>
                  <a:pt x="844463" y="11444"/>
                </a:lnTo>
                <a:lnTo>
                  <a:pt x="841894" y="8407"/>
                </a:lnTo>
                <a:lnTo>
                  <a:pt x="838858" y="5838"/>
                </a:lnTo>
                <a:lnTo>
                  <a:pt x="835355" y="3737"/>
                </a:lnTo>
                <a:lnTo>
                  <a:pt x="831384" y="2102"/>
                </a:lnTo>
                <a:lnTo>
                  <a:pt x="826947" y="934"/>
                </a:lnTo>
                <a:lnTo>
                  <a:pt x="822043" y="233"/>
                </a:lnTo>
                <a:lnTo>
                  <a:pt x="816671" y="0"/>
                </a:lnTo>
                <a:lnTo>
                  <a:pt x="33631" y="0"/>
                </a:lnTo>
                <a:lnTo>
                  <a:pt x="28259" y="233"/>
                </a:lnTo>
                <a:lnTo>
                  <a:pt x="23355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4" y="5838"/>
                </a:lnTo>
                <a:lnTo>
                  <a:pt x="8408" y="8407"/>
                </a:lnTo>
                <a:lnTo>
                  <a:pt x="5839" y="11444"/>
                </a:lnTo>
                <a:lnTo>
                  <a:pt x="3737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4" y="28259"/>
                </a:lnTo>
                <a:lnTo>
                  <a:pt x="0" y="33631"/>
                </a:lnTo>
                <a:lnTo>
                  <a:pt x="0" y="182763"/>
                </a:lnTo>
                <a:lnTo>
                  <a:pt x="234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7" y="201447"/>
                </a:lnTo>
                <a:lnTo>
                  <a:pt x="5839" y="204951"/>
                </a:lnTo>
                <a:lnTo>
                  <a:pt x="8408" y="207987"/>
                </a:lnTo>
                <a:lnTo>
                  <a:pt x="11444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5" y="215460"/>
                </a:lnTo>
                <a:lnTo>
                  <a:pt x="28259" y="216161"/>
                </a:lnTo>
                <a:lnTo>
                  <a:pt x="33631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2668758" y="5938729"/>
            <a:ext cx="82210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Lift · 17.8 s</a:t>
            </a:r>
          </a:p>
        </p:txBody>
      </p:sp>
      <p:pic>
        <p:nvPicPr>
          <p:cNvPr id="315" name="Picture 31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15771" y="5876896"/>
            <a:ext cx="2160336" cy="1327063"/>
          </a:xfrm>
          <a:prstGeom prst="rect">
            <a:avLst/>
          </a:prstGeom>
        </p:spPr>
      </p:pic>
      <p:sp>
        <p:nvSpPr>
          <p:cNvPr id="316" name="Editable path 255"/>
          <p:cNvSpPr/>
          <p:nvPr/>
        </p:nvSpPr>
        <p:spPr>
          <a:xfrm>
            <a:off x="5057753" y="5929525"/>
            <a:ext cx="1224799" cy="216765"/>
          </a:xfrm>
          <a:custGeom>
            <a:avLst/>
            <a:gdLst/>
            <a:ahLst/>
            <a:cxnLst/>
            <a:rect l="l" t="t" r="r" b="b"/>
            <a:pathLst>
              <a:path w="1224799" h="216765">
                <a:moveTo>
                  <a:pt x="33630" y="216765"/>
                </a:moveTo>
                <a:lnTo>
                  <a:pt x="1191168" y="216765"/>
                </a:lnTo>
                <a:lnTo>
                  <a:pt x="1196540" y="216531"/>
                </a:lnTo>
                <a:lnTo>
                  <a:pt x="1201444" y="215830"/>
                </a:lnTo>
                <a:lnTo>
                  <a:pt x="1205882" y="214663"/>
                </a:lnTo>
                <a:lnTo>
                  <a:pt x="1209852" y="213028"/>
                </a:lnTo>
                <a:lnTo>
                  <a:pt x="1213355" y="210926"/>
                </a:lnTo>
                <a:lnTo>
                  <a:pt x="1216392" y="208357"/>
                </a:lnTo>
                <a:lnTo>
                  <a:pt x="1218961" y="205321"/>
                </a:lnTo>
                <a:lnTo>
                  <a:pt x="1221062" y="201818"/>
                </a:lnTo>
                <a:lnTo>
                  <a:pt x="1222697" y="197847"/>
                </a:lnTo>
                <a:lnTo>
                  <a:pt x="1223865" y="193410"/>
                </a:lnTo>
                <a:lnTo>
                  <a:pt x="1224566" y="188505"/>
                </a:lnTo>
                <a:lnTo>
                  <a:pt x="1224799" y="183133"/>
                </a:lnTo>
                <a:lnTo>
                  <a:pt x="1224799" y="33631"/>
                </a:lnTo>
                <a:lnTo>
                  <a:pt x="1224566" y="28259"/>
                </a:lnTo>
                <a:lnTo>
                  <a:pt x="1223865" y="23354"/>
                </a:lnTo>
                <a:lnTo>
                  <a:pt x="1222697" y="18917"/>
                </a:lnTo>
                <a:lnTo>
                  <a:pt x="1221062" y="14947"/>
                </a:lnTo>
                <a:lnTo>
                  <a:pt x="1218961" y="11444"/>
                </a:lnTo>
                <a:lnTo>
                  <a:pt x="1216392" y="8407"/>
                </a:lnTo>
                <a:lnTo>
                  <a:pt x="1213355" y="5838"/>
                </a:lnTo>
                <a:lnTo>
                  <a:pt x="1209852" y="3737"/>
                </a:lnTo>
                <a:lnTo>
                  <a:pt x="1205882" y="2102"/>
                </a:lnTo>
                <a:lnTo>
                  <a:pt x="1201444" y="934"/>
                </a:lnTo>
                <a:lnTo>
                  <a:pt x="1196540" y="233"/>
                </a:lnTo>
                <a:lnTo>
                  <a:pt x="1191168" y="0"/>
                </a:lnTo>
                <a:lnTo>
                  <a:pt x="33630" y="0"/>
                </a:lnTo>
                <a:lnTo>
                  <a:pt x="28259" y="233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8"/>
                </a:lnTo>
                <a:lnTo>
                  <a:pt x="8407" y="8407"/>
                </a:lnTo>
                <a:lnTo>
                  <a:pt x="5838" y="11444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3" y="28259"/>
                </a:lnTo>
                <a:lnTo>
                  <a:pt x="0" y="33631"/>
                </a:lnTo>
                <a:lnTo>
                  <a:pt x="0" y="183133"/>
                </a:lnTo>
                <a:lnTo>
                  <a:pt x="233" y="188505"/>
                </a:lnTo>
                <a:lnTo>
                  <a:pt x="934" y="193410"/>
                </a:lnTo>
                <a:lnTo>
                  <a:pt x="2102" y="197847"/>
                </a:lnTo>
                <a:lnTo>
                  <a:pt x="3736" y="201818"/>
                </a:lnTo>
                <a:lnTo>
                  <a:pt x="5838" y="205321"/>
                </a:lnTo>
                <a:lnTo>
                  <a:pt x="8407" y="208357"/>
                </a:lnTo>
                <a:lnTo>
                  <a:pt x="11443" y="210926"/>
                </a:lnTo>
                <a:lnTo>
                  <a:pt x="14947" y="213028"/>
                </a:lnTo>
                <a:lnTo>
                  <a:pt x="18917" y="214663"/>
                </a:lnTo>
                <a:lnTo>
                  <a:pt x="23354" y="215830"/>
                </a:lnTo>
                <a:lnTo>
                  <a:pt x="28259" y="216531"/>
                </a:lnTo>
                <a:lnTo>
                  <a:pt x="33630" y="21676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5091383" y="5938729"/>
            <a:ext cx="1195573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Doorway · 78.6 s</a:t>
            </a:r>
          </a:p>
        </p:txBody>
      </p:sp>
      <p:pic>
        <p:nvPicPr>
          <p:cNvPr id="318" name="Picture 31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38396" y="5876896"/>
            <a:ext cx="2160336" cy="1327063"/>
          </a:xfrm>
          <a:prstGeom prst="rect">
            <a:avLst/>
          </a:prstGeom>
        </p:spPr>
      </p:pic>
      <p:sp>
        <p:nvSpPr>
          <p:cNvPr id="319" name="Editable path 256"/>
          <p:cNvSpPr/>
          <p:nvPr/>
        </p:nvSpPr>
        <p:spPr>
          <a:xfrm>
            <a:off x="7480378" y="5929525"/>
            <a:ext cx="1009426" cy="216395"/>
          </a:xfrm>
          <a:custGeom>
            <a:avLst/>
            <a:gdLst/>
            <a:ahLst/>
            <a:cxnLst/>
            <a:rect l="l" t="t" r="r" b="b"/>
            <a:pathLst>
              <a:path w="1009426" h="216395">
                <a:moveTo>
                  <a:pt x="33630" y="216395"/>
                </a:moveTo>
                <a:lnTo>
                  <a:pt x="975795" y="216395"/>
                </a:lnTo>
                <a:lnTo>
                  <a:pt x="981166" y="216161"/>
                </a:lnTo>
                <a:lnTo>
                  <a:pt x="986071" y="215460"/>
                </a:lnTo>
                <a:lnTo>
                  <a:pt x="990508" y="214293"/>
                </a:lnTo>
                <a:lnTo>
                  <a:pt x="994479" y="212658"/>
                </a:lnTo>
                <a:lnTo>
                  <a:pt x="997982" y="210556"/>
                </a:lnTo>
                <a:lnTo>
                  <a:pt x="1001018" y="207987"/>
                </a:lnTo>
                <a:lnTo>
                  <a:pt x="1003587" y="204951"/>
                </a:lnTo>
                <a:lnTo>
                  <a:pt x="1005689" y="201447"/>
                </a:lnTo>
                <a:lnTo>
                  <a:pt x="1007324" y="197477"/>
                </a:lnTo>
                <a:lnTo>
                  <a:pt x="1008492" y="193040"/>
                </a:lnTo>
                <a:lnTo>
                  <a:pt x="1009192" y="188135"/>
                </a:lnTo>
                <a:lnTo>
                  <a:pt x="1009426" y="182763"/>
                </a:lnTo>
                <a:lnTo>
                  <a:pt x="1009426" y="33631"/>
                </a:lnTo>
                <a:lnTo>
                  <a:pt x="1009192" y="28259"/>
                </a:lnTo>
                <a:lnTo>
                  <a:pt x="1008492" y="23354"/>
                </a:lnTo>
                <a:lnTo>
                  <a:pt x="1007324" y="18917"/>
                </a:lnTo>
                <a:lnTo>
                  <a:pt x="1005689" y="14947"/>
                </a:lnTo>
                <a:lnTo>
                  <a:pt x="1003587" y="11444"/>
                </a:lnTo>
                <a:lnTo>
                  <a:pt x="1001018" y="8407"/>
                </a:lnTo>
                <a:lnTo>
                  <a:pt x="997982" y="5838"/>
                </a:lnTo>
                <a:lnTo>
                  <a:pt x="994479" y="3737"/>
                </a:lnTo>
                <a:lnTo>
                  <a:pt x="990508" y="2102"/>
                </a:lnTo>
                <a:lnTo>
                  <a:pt x="986071" y="934"/>
                </a:lnTo>
                <a:lnTo>
                  <a:pt x="981166" y="233"/>
                </a:lnTo>
                <a:lnTo>
                  <a:pt x="975795" y="0"/>
                </a:lnTo>
                <a:lnTo>
                  <a:pt x="33630" y="0"/>
                </a:lnTo>
                <a:lnTo>
                  <a:pt x="28259" y="233"/>
                </a:lnTo>
                <a:lnTo>
                  <a:pt x="23354" y="934"/>
                </a:lnTo>
                <a:lnTo>
                  <a:pt x="18917" y="2102"/>
                </a:lnTo>
                <a:lnTo>
                  <a:pt x="14947" y="3737"/>
                </a:lnTo>
                <a:lnTo>
                  <a:pt x="11443" y="5838"/>
                </a:lnTo>
                <a:lnTo>
                  <a:pt x="8407" y="8407"/>
                </a:lnTo>
                <a:lnTo>
                  <a:pt x="5838" y="11444"/>
                </a:lnTo>
                <a:lnTo>
                  <a:pt x="3736" y="14947"/>
                </a:lnTo>
                <a:lnTo>
                  <a:pt x="2102" y="18917"/>
                </a:lnTo>
                <a:lnTo>
                  <a:pt x="934" y="23354"/>
                </a:lnTo>
                <a:lnTo>
                  <a:pt x="233" y="28259"/>
                </a:lnTo>
                <a:lnTo>
                  <a:pt x="0" y="33631"/>
                </a:lnTo>
                <a:lnTo>
                  <a:pt x="0" y="182763"/>
                </a:lnTo>
                <a:lnTo>
                  <a:pt x="233" y="188135"/>
                </a:lnTo>
                <a:lnTo>
                  <a:pt x="934" y="193040"/>
                </a:lnTo>
                <a:lnTo>
                  <a:pt x="2102" y="197477"/>
                </a:lnTo>
                <a:lnTo>
                  <a:pt x="3736" y="201447"/>
                </a:lnTo>
                <a:lnTo>
                  <a:pt x="5838" y="204951"/>
                </a:lnTo>
                <a:lnTo>
                  <a:pt x="8407" y="207987"/>
                </a:lnTo>
                <a:lnTo>
                  <a:pt x="11443" y="210556"/>
                </a:lnTo>
                <a:lnTo>
                  <a:pt x="14947" y="212658"/>
                </a:lnTo>
                <a:lnTo>
                  <a:pt x="18917" y="214293"/>
                </a:lnTo>
                <a:lnTo>
                  <a:pt x="23354" y="215460"/>
                </a:lnTo>
                <a:lnTo>
                  <a:pt x="28259" y="216161"/>
                </a:lnTo>
                <a:lnTo>
                  <a:pt x="33630" y="216395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5394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514008" y="5938729"/>
            <a:ext cx="980841" cy="201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2B2B2B"/>
                </a:solidFill>
                <a:latin typeface="Times New Roman"/>
              </a:rPr>
              <a:t>Goal · 123.6 s</a:t>
            </a:r>
          </a:p>
        </p:txBody>
      </p:sp>
      <p:sp>
        <p:nvSpPr>
          <p:cNvPr id="321" name="Editable path 257"/>
          <p:cNvSpPr/>
          <p:nvPr/>
        </p:nvSpPr>
        <p:spPr>
          <a:xfrm>
            <a:off x="9938370" y="5876897"/>
            <a:ext cx="2073537" cy="1327063"/>
          </a:xfrm>
          <a:custGeom>
            <a:avLst/>
            <a:gdLst/>
            <a:ahLst/>
            <a:cxnLst/>
            <a:rect l="l" t="t" r="r" b="b"/>
            <a:pathLst>
              <a:path w="2073537" h="1327063">
                <a:moveTo>
                  <a:pt x="0" y="0"/>
                </a:moveTo>
                <a:lnTo>
                  <a:pt x="2073537" y="0"/>
                </a:lnTo>
                <a:lnTo>
                  <a:pt x="2073537" y="1327063"/>
                </a:lnTo>
                <a:lnTo>
                  <a:pt x="0" y="1327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path 258"/>
          <p:cNvSpPr/>
          <p:nvPr/>
        </p:nvSpPr>
        <p:spPr>
          <a:xfrm>
            <a:off x="10962697" y="6644105"/>
            <a:ext cx="24883" cy="570223"/>
          </a:xfrm>
          <a:custGeom>
            <a:avLst/>
            <a:gdLst/>
            <a:ahLst/>
            <a:cxnLst/>
            <a:rect l="l" t="t" r="r" b="b"/>
            <a:pathLst>
              <a:path w="24883" h="570223">
                <a:moveTo>
                  <a:pt x="0" y="0"/>
                </a:moveTo>
                <a:lnTo>
                  <a:pt x="24883" y="0"/>
                </a:lnTo>
                <a:lnTo>
                  <a:pt x="24883" y="570223"/>
                </a:lnTo>
                <a:lnTo>
                  <a:pt x="0" y="57022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path 259"/>
          <p:cNvSpPr/>
          <p:nvPr/>
        </p:nvSpPr>
        <p:spPr>
          <a:xfrm>
            <a:off x="10962697" y="5866529"/>
            <a:ext cx="24883" cy="570223"/>
          </a:xfrm>
          <a:custGeom>
            <a:avLst/>
            <a:gdLst/>
            <a:ahLst/>
            <a:cxnLst/>
            <a:rect l="l" t="t" r="r" b="b"/>
            <a:pathLst>
              <a:path w="24883" h="570223">
                <a:moveTo>
                  <a:pt x="0" y="0"/>
                </a:moveTo>
                <a:lnTo>
                  <a:pt x="24883" y="0"/>
                </a:lnTo>
                <a:lnTo>
                  <a:pt x="24883" y="570223"/>
                </a:lnTo>
                <a:lnTo>
                  <a:pt x="0" y="57022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path 260"/>
          <p:cNvSpPr/>
          <p:nvPr/>
        </p:nvSpPr>
        <p:spPr>
          <a:xfrm>
            <a:off x="10962697" y="6436752"/>
            <a:ext cx="24883" cy="207353"/>
          </a:xfrm>
          <a:custGeom>
            <a:avLst/>
            <a:gdLst/>
            <a:ahLst/>
            <a:cxnLst/>
            <a:rect l="l" t="t" r="r" b="b"/>
            <a:pathLst>
              <a:path w="24883" h="207353">
                <a:moveTo>
                  <a:pt x="0" y="0"/>
                </a:moveTo>
                <a:lnTo>
                  <a:pt x="24883" y="0"/>
                </a:lnTo>
                <a:lnTo>
                  <a:pt x="24883" y="207353"/>
                </a:lnTo>
                <a:lnTo>
                  <a:pt x="0" y="20735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path 261"/>
          <p:cNvSpPr/>
          <p:nvPr/>
        </p:nvSpPr>
        <p:spPr>
          <a:xfrm>
            <a:off x="10958550" y="6635811"/>
            <a:ext cx="33176" cy="8294"/>
          </a:xfrm>
          <a:custGeom>
            <a:avLst/>
            <a:gdLst/>
            <a:ahLst/>
            <a:cxnLst/>
            <a:rect l="l" t="t" r="r" b="b"/>
            <a:pathLst>
              <a:path w="33176" h="8294">
                <a:moveTo>
                  <a:pt x="0" y="0"/>
                </a:moveTo>
                <a:lnTo>
                  <a:pt x="33176" y="0"/>
                </a:lnTo>
                <a:lnTo>
                  <a:pt x="33176" y="8294"/>
                </a:lnTo>
                <a:lnTo>
                  <a:pt x="0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path 262"/>
          <p:cNvSpPr/>
          <p:nvPr/>
        </p:nvSpPr>
        <p:spPr>
          <a:xfrm>
            <a:off x="10958550" y="6436752"/>
            <a:ext cx="33176" cy="8293"/>
          </a:xfrm>
          <a:custGeom>
            <a:avLst/>
            <a:gdLst/>
            <a:ahLst/>
            <a:cxnLst/>
            <a:rect l="l" t="t" r="r" b="b"/>
            <a:pathLst>
              <a:path w="33176" h="8293">
                <a:moveTo>
                  <a:pt x="0" y="0"/>
                </a:moveTo>
                <a:lnTo>
                  <a:pt x="33176" y="0"/>
                </a:lnTo>
                <a:lnTo>
                  <a:pt x="33176" y="8293"/>
                </a:lnTo>
                <a:lnTo>
                  <a:pt x="0" y="829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path 263"/>
          <p:cNvSpPr/>
          <p:nvPr/>
        </p:nvSpPr>
        <p:spPr>
          <a:xfrm>
            <a:off x="9614898" y="5866529"/>
            <a:ext cx="24882" cy="1347799"/>
          </a:xfrm>
          <a:custGeom>
            <a:avLst/>
            <a:gdLst/>
            <a:ahLst/>
            <a:cxnLst/>
            <a:rect l="l" t="t" r="r" b="b"/>
            <a:pathLst>
              <a:path w="24882" h="1347799">
                <a:moveTo>
                  <a:pt x="0" y="0"/>
                </a:moveTo>
                <a:lnTo>
                  <a:pt x="24882" y="0"/>
                </a:lnTo>
                <a:lnTo>
                  <a:pt x="24882" y="1347799"/>
                </a:lnTo>
                <a:lnTo>
                  <a:pt x="0" y="134779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path 264"/>
          <p:cNvSpPr/>
          <p:nvPr/>
        </p:nvSpPr>
        <p:spPr>
          <a:xfrm>
            <a:off x="9627339" y="7201887"/>
            <a:ext cx="1347799" cy="24882"/>
          </a:xfrm>
          <a:custGeom>
            <a:avLst/>
            <a:gdLst/>
            <a:ahLst/>
            <a:cxnLst/>
            <a:rect l="l" t="t" r="r" b="b"/>
            <a:pathLst>
              <a:path w="1347799" h="24882">
                <a:moveTo>
                  <a:pt x="0" y="0"/>
                </a:moveTo>
                <a:lnTo>
                  <a:pt x="1347799" y="0"/>
                </a:lnTo>
                <a:lnTo>
                  <a:pt x="1347799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path 265"/>
          <p:cNvSpPr/>
          <p:nvPr/>
        </p:nvSpPr>
        <p:spPr>
          <a:xfrm>
            <a:off x="9627339" y="5854087"/>
            <a:ext cx="1347799" cy="24883"/>
          </a:xfrm>
          <a:custGeom>
            <a:avLst/>
            <a:gdLst/>
            <a:ahLst/>
            <a:cxnLst/>
            <a:rect l="l" t="t" r="r" b="b"/>
            <a:pathLst>
              <a:path w="1347799" h="24883">
                <a:moveTo>
                  <a:pt x="0" y="0"/>
                </a:moveTo>
                <a:lnTo>
                  <a:pt x="1347799" y="0"/>
                </a:lnTo>
                <a:lnTo>
                  <a:pt x="1347799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path 266"/>
          <p:cNvSpPr/>
          <p:nvPr/>
        </p:nvSpPr>
        <p:spPr>
          <a:xfrm>
            <a:off x="12310497" y="5866529"/>
            <a:ext cx="24882" cy="1347799"/>
          </a:xfrm>
          <a:custGeom>
            <a:avLst/>
            <a:gdLst/>
            <a:ahLst/>
            <a:cxnLst/>
            <a:rect l="l" t="t" r="r" b="b"/>
            <a:pathLst>
              <a:path w="24882" h="1347799">
                <a:moveTo>
                  <a:pt x="0" y="0"/>
                </a:moveTo>
                <a:lnTo>
                  <a:pt x="24882" y="0"/>
                </a:lnTo>
                <a:lnTo>
                  <a:pt x="24882" y="1347799"/>
                </a:lnTo>
                <a:lnTo>
                  <a:pt x="0" y="134779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path 267"/>
          <p:cNvSpPr/>
          <p:nvPr/>
        </p:nvSpPr>
        <p:spPr>
          <a:xfrm>
            <a:off x="10975138" y="7201887"/>
            <a:ext cx="1347799" cy="24882"/>
          </a:xfrm>
          <a:custGeom>
            <a:avLst/>
            <a:gdLst/>
            <a:ahLst/>
            <a:cxnLst/>
            <a:rect l="l" t="t" r="r" b="b"/>
            <a:pathLst>
              <a:path w="1347799" h="24882">
                <a:moveTo>
                  <a:pt x="0" y="0"/>
                </a:moveTo>
                <a:lnTo>
                  <a:pt x="1347799" y="0"/>
                </a:lnTo>
                <a:lnTo>
                  <a:pt x="1347799" y="24882"/>
                </a:lnTo>
                <a:lnTo>
                  <a:pt x="0" y="2488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path 268"/>
          <p:cNvSpPr/>
          <p:nvPr/>
        </p:nvSpPr>
        <p:spPr>
          <a:xfrm>
            <a:off x="10975138" y="5854087"/>
            <a:ext cx="1347799" cy="24883"/>
          </a:xfrm>
          <a:custGeom>
            <a:avLst/>
            <a:gdLst/>
            <a:ahLst/>
            <a:cxnLst/>
            <a:rect l="l" t="t" r="r" b="b"/>
            <a:pathLst>
              <a:path w="1347799" h="24883">
                <a:moveTo>
                  <a:pt x="0" y="0"/>
                </a:moveTo>
                <a:lnTo>
                  <a:pt x="1347799" y="0"/>
                </a:lnTo>
                <a:lnTo>
                  <a:pt x="1347799" y="24883"/>
                </a:lnTo>
                <a:lnTo>
                  <a:pt x="0" y="24883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path 269"/>
          <p:cNvSpPr/>
          <p:nvPr/>
        </p:nvSpPr>
        <p:spPr>
          <a:xfrm>
            <a:off x="10317459" y="6703279"/>
            <a:ext cx="19092" cy="19092"/>
          </a:xfrm>
          <a:custGeom>
            <a:avLst/>
            <a:gdLst/>
            <a:ahLst/>
            <a:cxnLst/>
            <a:rect l="l" t="t" r="r" b="b"/>
            <a:pathLst>
              <a:path w="19092" h="19092">
                <a:moveTo>
                  <a:pt x="19092" y="16362"/>
                </a:moveTo>
                <a:lnTo>
                  <a:pt x="16362" y="0"/>
                </a:lnTo>
                <a:lnTo>
                  <a:pt x="0" y="2731"/>
                </a:lnTo>
                <a:lnTo>
                  <a:pt x="2731" y="19092"/>
                </a:lnTo>
                <a:lnTo>
                  <a:pt x="19092" y="16362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path 270"/>
          <p:cNvSpPr/>
          <p:nvPr/>
        </p:nvSpPr>
        <p:spPr>
          <a:xfrm>
            <a:off x="10227468" y="6718301"/>
            <a:ext cx="19093" cy="19092"/>
          </a:xfrm>
          <a:custGeom>
            <a:avLst/>
            <a:gdLst/>
            <a:ahLst/>
            <a:cxnLst/>
            <a:rect l="l" t="t" r="r" b="b"/>
            <a:pathLst>
              <a:path w="19093" h="19092">
                <a:moveTo>
                  <a:pt x="19093" y="16362"/>
                </a:moveTo>
                <a:lnTo>
                  <a:pt x="16362" y="0"/>
                </a:lnTo>
                <a:lnTo>
                  <a:pt x="0" y="2730"/>
                </a:lnTo>
                <a:lnTo>
                  <a:pt x="2731" y="19092"/>
                </a:lnTo>
                <a:lnTo>
                  <a:pt x="19093" y="16362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path 271"/>
          <p:cNvSpPr/>
          <p:nvPr/>
        </p:nvSpPr>
        <p:spPr>
          <a:xfrm>
            <a:off x="10218263" y="6695777"/>
            <a:ext cx="127494" cy="49118"/>
          </a:xfrm>
          <a:custGeom>
            <a:avLst/>
            <a:gdLst/>
            <a:ahLst/>
            <a:cxnLst/>
            <a:rect l="l" t="t" r="r" b="b"/>
            <a:pathLst>
              <a:path w="127494" h="49118">
                <a:moveTo>
                  <a:pt x="127494" y="28634"/>
                </a:moveTo>
                <a:lnTo>
                  <a:pt x="122714" y="0"/>
                </a:lnTo>
                <a:lnTo>
                  <a:pt x="0" y="20484"/>
                </a:lnTo>
                <a:lnTo>
                  <a:pt x="4779" y="49118"/>
                </a:lnTo>
                <a:lnTo>
                  <a:pt x="127494" y="28634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path 272"/>
          <p:cNvSpPr/>
          <p:nvPr/>
        </p:nvSpPr>
        <p:spPr>
          <a:xfrm>
            <a:off x="10259420" y="6355588"/>
            <a:ext cx="19093" cy="19093"/>
          </a:xfrm>
          <a:custGeom>
            <a:avLst/>
            <a:gdLst/>
            <a:ahLst/>
            <a:cxnLst/>
            <a:rect l="l" t="t" r="r" b="b"/>
            <a:pathLst>
              <a:path w="19093" h="19093">
                <a:moveTo>
                  <a:pt x="19093" y="16362"/>
                </a:moveTo>
                <a:lnTo>
                  <a:pt x="16362" y="0"/>
                </a:lnTo>
                <a:lnTo>
                  <a:pt x="0" y="2731"/>
                </a:lnTo>
                <a:lnTo>
                  <a:pt x="2731" y="19093"/>
                </a:lnTo>
                <a:lnTo>
                  <a:pt x="19093" y="16362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path 273"/>
          <p:cNvSpPr/>
          <p:nvPr/>
        </p:nvSpPr>
        <p:spPr>
          <a:xfrm>
            <a:off x="10169430" y="6370610"/>
            <a:ext cx="19093" cy="19093"/>
          </a:xfrm>
          <a:custGeom>
            <a:avLst/>
            <a:gdLst/>
            <a:ahLst/>
            <a:cxnLst/>
            <a:rect l="l" t="t" r="r" b="b"/>
            <a:pathLst>
              <a:path w="19093" h="19093">
                <a:moveTo>
                  <a:pt x="19093" y="16362"/>
                </a:moveTo>
                <a:lnTo>
                  <a:pt x="16362" y="0"/>
                </a:lnTo>
                <a:lnTo>
                  <a:pt x="0" y="2731"/>
                </a:lnTo>
                <a:lnTo>
                  <a:pt x="2731" y="19093"/>
                </a:lnTo>
                <a:lnTo>
                  <a:pt x="19093" y="16362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path 274"/>
          <p:cNvSpPr/>
          <p:nvPr/>
        </p:nvSpPr>
        <p:spPr>
          <a:xfrm>
            <a:off x="10160224" y="6348086"/>
            <a:ext cx="127494" cy="49118"/>
          </a:xfrm>
          <a:custGeom>
            <a:avLst/>
            <a:gdLst/>
            <a:ahLst/>
            <a:cxnLst/>
            <a:rect l="l" t="t" r="r" b="b"/>
            <a:pathLst>
              <a:path w="127494" h="49118">
                <a:moveTo>
                  <a:pt x="127494" y="28634"/>
                </a:moveTo>
                <a:lnTo>
                  <a:pt x="122715" y="0"/>
                </a:lnTo>
                <a:lnTo>
                  <a:pt x="0" y="20485"/>
                </a:lnTo>
                <a:lnTo>
                  <a:pt x="4780" y="49118"/>
                </a:lnTo>
                <a:lnTo>
                  <a:pt x="127494" y="28634"/>
                </a:lnTo>
                <a:close/>
              </a:path>
            </a:pathLst>
          </a:custGeom>
          <a:solidFill>
            <a:srgbClr val="EEF0F3"/>
          </a:solidFill>
          <a:ln w="947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path 275"/>
          <p:cNvSpPr/>
          <p:nvPr/>
        </p:nvSpPr>
        <p:spPr>
          <a:xfrm>
            <a:off x="10145724" y="7203960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0050988" y="7033346"/>
            <a:ext cx="227706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−4</a:t>
            </a:r>
          </a:p>
        </p:txBody>
      </p:sp>
      <p:sp>
        <p:nvSpPr>
          <p:cNvPr id="341" name="Editable path 276"/>
          <p:cNvSpPr/>
          <p:nvPr/>
        </p:nvSpPr>
        <p:spPr>
          <a:xfrm>
            <a:off x="10975138" y="7203960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10935171" y="7033346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43" name="Editable path 277"/>
          <p:cNvSpPr/>
          <p:nvPr/>
        </p:nvSpPr>
        <p:spPr>
          <a:xfrm>
            <a:off x="11804553" y="7203960"/>
            <a:ext cx="0" cy="35526"/>
          </a:xfrm>
          <a:custGeom>
            <a:avLst/>
            <a:gdLst/>
            <a:ahLst/>
            <a:cxnLst/>
            <a:rect l="l" t="t" r="r" b="b"/>
            <a:pathLst>
              <a:path w="0" h="35526">
                <a:moveTo>
                  <a:pt x="0" y="0"/>
                </a:moveTo>
                <a:lnTo>
                  <a:pt x="0" y="35526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11764586" y="7033346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345" name="Editable path 278"/>
          <p:cNvSpPr/>
          <p:nvPr/>
        </p:nvSpPr>
        <p:spPr>
          <a:xfrm>
            <a:off x="9938370" y="6955135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path 279"/>
          <p:cNvSpPr/>
          <p:nvPr/>
        </p:nvSpPr>
        <p:spPr>
          <a:xfrm>
            <a:off x="9902844" y="6955135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9689691" y="6881846"/>
            <a:ext cx="227706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348" name="Editable path 280"/>
          <p:cNvSpPr/>
          <p:nvPr/>
        </p:nvSpPr>
        <p:spPr>
          <a:xfrm>
            <a:off x="9938370" y="6540428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path 281"/>
          <p:cNvSpPr/>
          <p:nvPr/>
        </p:nvSpPr>
        <p:spPr>
          <a:xfrm>
            <a:off x="9902844" y="6540428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9799228" y="6467139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51" name="Editable path 282"/>
          <p:cNvSpPr/>
          <p:nvPr/>
        </p:nvSpPr>
        <p:spPr>
          <a:xfrm>
            <a:off x="9938370" y="6125721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path 283"/>
          <p:cNvSpPr/>
          <p:nvPr/>
        </p:nvSpPr>
        <p:spPr>
          <a:xfrm>
            <a:off x="9902844" y="6125721"/>
            <a:ext cx="35526" cy="0"/>
          </a:xfrm>
          <a:custGeom>
            <a:avLst/>
            <a:gdLst/>
            <a:ahLst/>
            <a:cxnLst/>
            <a:rect l="l" t="t" r="r" b="b"/>
            <a:pathLst>
              <a:path w="35526" h="0">
                <a:moveTo>
                  <a:pt x="3552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9799228" y="6052432"/>
            <a:ext cx="119010" cy="190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354" name="Editable path 284"/>
          <p:cNvSpPr/>
          <p:nvPr/>
        </p:nvSpPr>
        <p:spPr>
          <a:xfrm>
            <a:off x="9938370" y="5876897"/>
            <a:ext cx="0" cy="1327063"/>
          </a:xfrm>
          <a:custGeom>
            <a:avLst/>
            <a:gdLst/>
            <a:ahLst/>
            <a:cxnLst/>
            <a:rect l="l" t="t" r="r" b="b"/>
            <a:pathLst>
              <a:path w="0" h="1327063">
                <a:moveTo>
                  <a:pt x="0" y="1327063"/>
                </a:moveTo>
                <a:lnTo>
                  <a:pt x="0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path 285"/>
          <p:cNvSpPr/>
          <p:nvPr/>
        </p:nvSpPr>
        <p:spPr>
          <a:xfrm>
            <a:off x="9938370" y="7203960"/>
            <a:ext cx="2073537" cy="0"/>
          </a:xfrm>
          <a:custGeom>
            <a:avLst/>
            <a:gdLst/>
            <a:ahLst/>
            <a:cxnLst/>
            <a:rect l="l" t="t" r="r" b="b"/>
            <a:pathLst>
              <a:path w="2073537" h="0">
                <a:moveTo>
                  <a:pt x="0" y="0"/>
                </a:moveTo>
                <a:lnTo>
                  <a:pt x="2073537" y="0"/>
                </a:lnTo>
              </a:path>
            </a:pathLst>
          </a:custGeom>
          <a:noFill/>
          <a:ln w="142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path 286"/>
          <p:cNvSpPr/>
          <p:nvPr/>
        </p:nvSpPr>
        <p:spPr>
          <a:xfrm>
            <a:off x="10319787" y="6436072"/>
            <a:ext cx="1536988" cy="554494"/>
          </a:xfrm>
          <a:custGeom>
            <a:avLst/>
            <a:gdLst/>
            <a:ahLst/>
            <a:cxnLst/>
            <a:rect l="l" t="t" r="r" b="b"/>
            <a:pathLst>
              <a:path w="1536988" h="554494">
                <a:moveTo>
                  <a:pt x="74734" y="530717"/>
                </a:moveTo>
                <a:lnTo>
                  <a:pt x="73916" y="543434"/>
                </a:lnTo>
                <a:lnTo>
                  <a:pt x="60206" y="547485"/>
                </a:lnTo>
                <a:lnTo>
                  <a:pt x="8530" y="554494"/>
                </a:lnTo>
                <a:lnTo>
                  <a:pt x="4147" y="536848"/>
                </a:lnTo>
                <a:lnTo>
                  <a:pt x="0" y="509180"/>
                </a:lnTo>
                <a:lnTo>
                  <a:pt x="1728" y="509561"/>
                </a:lnTo>
                <a:lnTo>
                  <a:pt x="42165" y="514616"/>
                </a:lnTo>
                <a:lnTo>
                  <a:pt x="105975" y="517570"/>
                </a:lnTo>
                <a:lnTo>
                  <a:pt x="164181" y="514871"/>
                </a:lnTo>
                <a:lnTo>
                  <a:pt x="221986" y="506732"/>
                </a:lnTo>
                <a:lnTo>
                  <a:pt x="273137" y="494479"/>
                </a:lnTo>
                <a:lnTo>
                  <a:pt x="324834" y="476479"/>
                </a:lnTo>
                <a:lnTo>
                  <a:pt x="369762" y="455289"/>
                </a:lnTo>
                <a:lnTo>
                  <a:pt x="411892" y="429311"/>
                </a:lnTo>
                <a:lnTo>
                  <a:pt x="447023" y="401426"/>
                </a:lnTo>
                <a:lnTo>
                  <a:pt x="476769" y="371044"/>
                </a:lnTo>
                <a:lnTo>
                  <a:pt x="499887" y="340135"/>
                </a:lnTo>
                <a:lnTo>
                  <a:pt x="517964" y="306709"/>
                </a:lnTo>
                <a:lnTo>
                  <a:pt x="529534" y="273972"/>
                </a:lnTo>
                <a:lnTo>
                  <a:pt x="536553" y="237343"/>
                </a:lnTo>
                <a:lnTo>
                  <a:pt x="544455" y="196130"/>
                </a:lnTo>
                <a:lnTo>
                  <a:pt x="554161" y="175934"/>
                </a:lnTo>
                <a:lnTo>
                  <a:pt x="561364" y="167385"/>
                </a:lnTo>
                <a:lnTo>
                  <a:pt x="582476" y="147417"/>
                </a:lnTo>
                <a:lnTo>
                  <a:pt x="605643" y="131137"/>
                </a:lnTo>
                <a:lnTo>
                  <a:pt x="685589" y="89542"/>
                </a:lnTo>
                <a:lnTo>
                  <a:pt x="696267" y="86484"/>
                </a:lnTo>
                <a:lnTo>
                  <a:pt x="798206" y="35101"/>
                </a:lnTo>
                <a:lnTo>
                  <a:pt x="855199" y="13065"/>
                </a:lnTo>
                <a:lnTo>
                  <a:pt x="897069" y="2750"/>
                </a:lnTo>
                <a:lnTo>
                  <a:pt x="931991" y="0"/>
                </a:lnTo>
                <a:lnTo>
                  <a:pt x="963879" y="3093"/>
                </a:lnTo>
                <a:lnTo>
                  <a:pt x="995818" y="11811"/>
                </a:lnTo>
                <a:lnTo>
                  <a:pt x="1031184" y="27599"/>
                </a:lnTo>
                <a:lnTo>
                  <a:pt x="1073906" y="53374"/>
                </a:lnTo>
                <a:lnTo>
                  <a:pt x="1196617" y="132234"/>
                </a:lnTo>
                <a:lnTo>
                  <a:pt x="1247464" y="155653"/>
                </a:lnTo>
                <a:lnTo>
                  <a:pt x="1318160" y="181544"/>
                </a:lnTo>
                <a:lnTo>
                  <a:pt x="1439768" y="225190"/>
                </a:lnTo>
                <a:lnTo>
                  <a:pt x="1478558" y="245489"/>
                </a:lnTo>
                <a:lnTo>
                  <a:pt x="1502861" y="263842"/>
                </a:lnTo>
                <a:lnTo>
                  <a:pt x="1519502" y="282754"/>
                </a:lnTo>
                <a:lnTo>
                  <a:pt x="1530262" y="302636"/>
                </a:lnTo>
                <a:lnTo>
                  <a:pt x="1536101" y="324368"/>
                </a:lnTo>
                <a:lnTo>
                  <a:pt x="1536988" y="349038"/>
                </a:lnTo>
                <a:lnTo>
                  <a:pt x="1532602" y="375687"/>
                </a:lnTo>
                <a:lnTo>
                  <a:pt x="1522266" y="404813"/>
                </a:lnTo>
                <a:lnTo>
                  <a:pt x="1506201" y="433540"/>
                </a:lnTo>
                <a:lnTo>
                  <a:pt x="1486293" y="458419"/>
                </a:lnTo>
                <a:lnTo>
                  <a:pt x="1462024" y="480041"/>
                </a:lnTo>
                <a:lnTo>
                  <a:pt x="1436309" y="496074"/>
                </a:lnTo>
                <a:lnTo>
                  <a:pt x="1406658" y="508106"/>
                </a:lnTo>
                <a:lnTo>
                  <a:pt x="1375940" y="514612"/>
                </a:lnTo>
                <a:lnTo>
                  <a:pt x="1345429" y="515838"/>
                </a:lnTo>
                <a:lnTo>
                  <a:pt x="1319723" y="512973"/>
                </a:lnTo>
                <a:lnTo>
                  <a:pt x="1320089" y="512522"/>
                </a:lnTo>
              </a:path>
            </a:pathLst>
          </a:custGeom>
          <a:noFill/>
          <a:ln w="27236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path 287"/>
          <p:cNvSpPr/>
          <p:nvPr/>
        </p:nvSpPr>
        <p:spPr>
          <a:xfrm>
            <a:off x="10001883" y="6099934"/>
            <a:ext cx="1635407" cy="932831"/>
          </a:xfrm>
          <a:custGeom>
            <a:avLst/>
            <a:gdLst/>
            <a:ahLst/>
            <a:cxnLst/>
            <a:rect l="l" t="t" r="r" b="b"/>
            <a:pathLst>
              <a:path w="1635407" h="932831">
                <a:moveTo>
                  <a:pt x="98378" y="64880"/>
                </a:moveTo>
                <a:lnTo>
                  <a:pt x="98379" y="64882"/>
                </a:lnTo>
                <a:lnTo>
                  <a:pt x="99420" y="62061"/>
                </a:lnTo>
                <a:lnTo>
                  <a:pt x="98266" y="40152"/>
                </a:lnTo>
                <a:lnTo>
                  <a:pt x="96562" y="22528"/>
                </a:lnTo>
                <a:lnTo>
                  <a:pt x="109951" y="17568"/>
                </a:lnTo>
                <a:lnTo>
                  <a:pt x="134885" y="8584"/>
                </a:lnTo>
                <a:lnTo>
                  <a:pt x="175808" y="0"/>
                </a:lnTo>
                <a:lnTo>
                  <a:pt x="176926" y="2262"/>
                </a:lnTo>
                <a:lnTo>
                  <a:pt x="179140" y="23753"/>
                </a:lnTo>
                <a:lnTo>
                  <a:pt x="181802" y="44799"/>
                </a:lnTo>
                <a:lnTo>
                  <a:pt x="180413" y="48197"/>
                </a:lnTo>
                <a:lnTo>
                  <a:pt x="151671" y="72867"/>
                </a:lnTo>
                <a:lnTo>
                  <a:pt x="121904" y="104869"/>
                </a:lnTo>
                <a:lnTo>
                  <a:pt x="92003" y="145314"/>
                </a:lnTo>
                <a:lnTo>
                  <a:pt x="65440" y="190957"/>
                </a:lnTo>
                <a:lnTo>
                  <a:pt x="43882" y="238353"/>
                </a:lnTo>
                <a:lnTo>
                  <a:pt x="25096" y="293539"/>
                </a:lnTo>
                <a:lnTo>
                  <a:pt x="12198" y="347617"/>
                </a:lnTo>
                <a:lnTo>
                  <a:pt x="3656" y="405401"/>
                </a:lnTo>
                <a:lnTo>
                  <a:pt x="0" y="466425"/>
                </a:lnTo>
                <a:lnTo>
                  <a:pt x="1702" y="530271"/>
                </a:lnTo>
                <a:lnTo>
                  <a:pt x="8756" y="593850"/>
                </a:lnTo>
                <a:lnTo>
                  <a:pt x="21622" y="659280"/>
                </a:lnTo>
                <a:lnTo>
                  <a:pt x="39076" y="720708"/>
                </a:lnTo>
                <a:lnTo>
                  <a:pt x="60704" y="777907"/>
                </a:lnTo>
                <a:lnTo>
                  <a:pt x="84092" y="825300"/>
                </a:lnTo>
                <a:lnTo>
                  <a:pt x="108392" y="862533"/>
                </a:lnTo>
                <a:lnTo>
                  <a:pt x="132342" y="889479"/>
                </a:lnTo>
                <a:lnTo>
                  <a:pt x="156290" y="908464"/>
                </a:lnTo>
                <a:lnTo>
                  <a:pt x="179310" y="920512"/>
                </a:lnTo>
                <a:lnTo>
                  <a:pt x="205631" y="928529"/>
                </a:lnTo>
                <a:lnTo>
                  <a:pt x="238528" y="932831"/>
                </a:lnTo>
                <a:lnTo>
                  <a:pt x="253674" y="931244"/>
                </a:lnTo>
                <a:lnTo>
                  <a:pt x="282253" y="919561"/>
                </a:lnTo>
                <a:lnTo>
                  <a:pt x="318859" y="899850"/>
                </a:lnTo>
                <a:lnTo>
                  <a:pt x="351351" y="876344"/>
                </a:lnTo>
                <a:lnTo>
                  <a:pt x="384221" y="845713"/>
                </a:lnTo>
                <a:lnTo>
                  <a:pt x="440109" y="782108"/>
                </a:lnTo>
                <a:lnTo>
                  <a:pt x="500028" y="703774"/>
                </a:lnTo>
                <a:lnTo>
                  <a:pt x="563776" y="612273"/>
                </a:lnTo>
                <a:lnTo>
                  <a:pt x="608463" y="552550"/>
                </a:lnTo>
                <a:lnTo>
                  <a:pt x="638040" y="521853"/>
                </a:lnTo>
                <a:lnTo>
                  <a:pt x="666343" y="499810"/>
                </a:lnTo>
                <a:lnTo>
                  <a:pt x="695580" y="483315"/>
                </a:lnTo>
                <a:lnTo>
                  <a:pt x="730396" y="469935"/>
                </a:lnTo>
                <a:lnTo>
                  <a:pt x="770343" y="460229"/>
                </a:lnTo>
                <a:lnTo>
                  <a:pt x="829209" y="452070"/>
                </a:lnTo>
                <a:lnTo>
                  <a:pt x="960359" y="435618"/>
                </a:lnTo>
                <a:lnTo>
                  <a:pt x="997579" y="424641"/>
                </a:lnTo>
                <a:lnTo>
                  <a:pt x="1029802" y="409537"/>
                </a:lnTo>
                <a:lnTo>
                  <a:pt x="1059141" y="389210"/>
                </a:lnTo>
                <a:lnTo>
                  <a:pt x="1089521" y="361042"/>
                </a:lnTo>
                <a:lnTo>
                  <a:pt x="1131824" y="313567"/>
                </a:lnTo>
                <a:lnTo>
                  <a:pt x="1195110" y="243675"/>
                </a:lnTo>
                <a:lnTo>
                  <a:pt x="1241866" y="200066"/>
                </a:lnTo>
                <a:lnTo>
                  <a:pt x="1289931" y="162247"/>
                </a:lnTo>
                <a:lnTo>
                  <a:pt x="1341051" y="128575"/>
                </a:lnTo>
                <a:lnTo>
                  <a:pt x="1394883" y="99272"/>
                </a:lnTo>
                <a:lnTo>
                  <a:pt x="1451545" y="74369"/>
                </a:lnTo>
                <a:lnTo>
                  <a:pt x="1510901" y="54176"/>
                </a:lnTo>
                <a:lnTo>
                  <a:pt x="1571673" y="39298"/>
                </a:lnTo>
                <a:lnTo>
                  <a:pt x="1634680" y="29502"/>
                </a:lnTo>
                <a:lnTo>
                  <a:pt x="1634592" y="29706"/>
                </a:lnTo>
                <a:lnTo>
                  <a:pt x="1635407" y="30937"/>
                </a:lnTo>
                <a:lnTo>
                  <a:pt x="1635334" y="30943"/>
                </a:lnTo>
              </a:path>
            </a:pathLst>
          </a:custGeom>
          <a:noFill/>
          <a:ln w="27236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path 288"/>
          <p:cNvSpPr/>
          <p:nvPr/>
        </p:nvSpPr>
        <p:spPr>
          <a:xfrm>
            <a:off x="10252991" y="6540548"/>
            <a:ext cx="1385960" cy="271475"/>
          </a:xfrm>
          <a:custGeom>
            <a:avLst/>
            <a:gdLst/>
            <a:ahLst/>
            <a:cxnLst/>
            <a:rect l="l" t="t" r="r" b="b"/>
            <a:pathLst>
              <a:path w="1385960" h="271475">
                <a:moveTo>
                  <a:pt x="0" y="5943"/>
                </a:moveTo>
                <a:lnTo>
                  <a:pt x="14" y="6049"/>
                </a:lnTo>
                <a:lnTo>
                  <a:pt x="1420" y="7730"/>
                </a:lnTo>
                <a:lnTo>
                  <a:pt x="169468" y="201897"/>
                </a:lnTo>
                <a:lnTo>
                  <a:pt x="213772" y="250022"/>
                </a:lnTo>
                <a:lnTo>
                  <a:pt x="233354" y="263809"/>
                </a:lnTo>
                <a:lnTo>
                  <a:pt x="251395" y="270025"/>
                </a:lnTo>
                <a:lnTo>
                  <a:pt x="273399" y="271475"/>
                </a:lnTo>
                <a:lnTo>
                  <a:pt x="300580" y="267954"/>
                </a:lnTo>
                <a:lnTo>
                  <a:pt x="335337" y="258456"/>
                </a:lnTo>
                <a:lnTo>
                  <a:pt x="381406" y="235900"/>
                </a:lnTo>
                <a:lnTo>
                  <a:pt x="423483" y="212734"/>
                </a:lnTo>
                <a:lnTo>
                  <a:pt x="436248" y="204790"/>
                </a:lnTo>
                <a:lnTo>
                  <a:pt x="453064" y="192146"/>
                </a:lnTo>
                <a:lnTo>
                  <a:pt x="524541" y="139736"/>
                </a:lnTo>
                <a:lnTo>
                  <a:pt x="598432" y="86590"/>
                </a:lnTo>
                <a:lnTo>
                  <a:pt x="640898" y="62370"/>
                </a:lnTo>
                <a:lnTo>
                  <a:pt x="676824" y="47850"/>
                </a:lnTo>
                <a:lnTo>
                  <a:pt x="714707" y="38545"/>
                </a:lnTo>
                <a:lnTo>
                  <a:pt x="763248" y="32880"/>
                </a:lnTo>
                <a:lnTo>
                  <a:pt x="829029" y="31449"/>
                </a:lnTo>
                <a:lnTo>
                  <a:pt x="898802" y="35327"/>
                </a:lnTo>
                <a:lnTo>
                  <a:pt x="1024057" y="48680"/>
                </a:lnTo>
                <a:lnTo>
                  <a:pt x="1162851" y="62126"/>
                </a:lnTo>
                <a:lnTo>
                  <a:pt x="1212703" y="61716"/>
                </a:lnTo>
                <a:lnTo>
                  <a:pt x="1245051" y="56082"/>
                </a:lnTo>
                <a:lnTo>
                  <a:pt x="1281354" y="43070"/>
                </a:lnTo>
                <a:lnTo>
                  <a:pt x="1385960" y="0"/>
                </a:lnTo>
                <a:lnTo>
                  <a:pt x="1385938" y="3"/>
                </a:lnTo>
              </a:path>
            </a:pathLst>
          </a:custGeom>
          <a:noFill/>
          <a:ln w="3907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path 289"/>
          <p:cNvSpPr/>
          <p:nvPr/>
        </p:nvSpPr>
        <p:spPr>
          <a:xfrm>
            <a:off x="10253031" y="6540428"/>
            <a:ext cx="1385639" cy="271335"/>
          </a:xfrm>
          <a:custGeom>
            <a:avLst/>
            <a:gdLst/>
            <a:ahLst/>
            <a:cxnLst/>
            <a:rect l="l" t="t" r="r" b="b"/>
            <a:pathLst>
              <a:path w="1385639" h="271335">
                <a:moveTo>
                  <a:pt x="0" y="6162"/>
                </a:moveTo>
                <a:lnTo>
                  <a:pt x="216531" y="252526"/>
                </a:lnTo>
                <a:lnTo>
                  <a:pt x="235169" y="264795"/>
                </a:lnTo>
                <a:lnTo>
                  <a:pt x="254539" y="270703"/>
                </a:lnTo>
                <a:lnTo>
                  <a:pt x="278183" y="271335"/>
                </a:lnTo>
                <a:lnTo>
                  <a:pt x="308142" y="266466"/>
                </a:lnTo>
                <a:lnTo>
                  <a:pt x="338756" y="257136"/>
                </a:lnTo>
                <a:lnTo>
                  <a:pt x="403989" y="223472"/>
                </a:lnTo>
                <a:lnTo>
                  <a:pt x="455369" y="190668"/>
                </a:lnTo>
                <a:lnTo>
                  <a:pt x="523655" y="140479"/>
                </a:lnTo>
                <a:lnTo>
                  <a:pt x="602340" y="84118"/>
                </a:lnTo>
                <a:lnTo>
                  <a:pt x="641547" y="62068"/>
                </a:lnTo>
                <a:lnTo>
                  <a:pt x="674714" y="48568"/>
                </a:lnTo>
                <a:lnTo>
                  <a:pt x="713010" y="38925"/>
                </a:lnTo>
                <a:lnTo>
                  <a:pt x="756604" y="33478"/>
                </a:lnTo>
                <a:lnTo>
                  <a:pt x="817082" y="31384"/>
                </a:lnTo>
                <a:lnTo>
                  <a:pt x="886208" y="34429"/>
                </a:lnTo>
                <a:lnTo>
                  <a:pt x="1000584" y="46068"/>
                </a:lnTo>
                <a:lnTo>
                  <a:pt x="1162666" y="62259"/>
                </a:lnTo>
                <a:lnTo>
                  <a:pt x="1209550" y="62099"/>
                </a:lnTo>
                <a:lnTo>
                  <a:pt x="1241031" y="57216"/>
                </a:lnTo>
                <a:lnTo>
                  <a:pt x="1272102" y="46828"/>
                </a:lnTo>
                <a:lnTo>
                  <a:pt x="1385639" y="0"/>
                </a:lnTo>
              </a:path>
            </a:pathLst>
          </a:custGeom>
          <a:noFill/>
          <a:ln w="378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path 290"/>
          <p:cNvSpPr/>
          <p:nvPr/>
        </p:nvSpPr>
        <p:spPr>
          <a:xfrm>
            <a:off x="10210294" y="6503794"/>
            <a:ext cx="85393" cy="85393"/>
          </a:xfrm>
          <a:custGeom>
            <a:avLst/>
            <a:gdLst/>
            <a:ahLst/>
            <a:cxnLst/>
            <a:rect l="l" t="t" r="r" b="b"/>
            <a:pathLst>
              <a:path w="85393" h="85393">
                <a:moveTo>
                  <a:pt x="42697" y="85393"/>
                </a:moveTo>
                <a:lnTo>
                  <a:pt x="45517" y="85300"/>
                </a:lnTo>
                <a:lnTo>
                  <a:pt x="48309" y="85023"/>
                </a:lnTo>
                <a:lnTo>
                  <a:pt x="51065" y="84565"/>
                </a:lnTo>
                <a:lnTo>
                  <a:pt x="53777" y="83930"/>
                </a:lnTo>
                <a:lnTo>
                  <a:pt x="56437" y="83122"/>
                </a:lnTo>
                <a:lnTo>
                  <a:pt x="59036" y="82143"/>
                </a:lnTo>
                <a:lnTo>
                  <a:pt x="61566" y="80997"/>
                </a:lnTo>
                <a:lnTo>
                  <a:pt x="64018" y="79688"/>
                </a:lnTo>
                <a:lnTo>
                  <a:pt x="66385" y="78219"/>
                </a:lnTo>
                <a:lnTo>
                  <a:pt x="68657" y="76594"/>
                </a:lnTo>
                <a:lnTo>
                  <a:pt x="70828" y="74816"/>
                </a:lnTo>
                <a:lnTo>
                  <a:pt x="72888" y="72888"/>
                </a:lnTo>
                <a:lnTo>
                  <a:pt x="74816" y="70828"/>
                </a:lnTo>
                <a:lnTo>
                  <a:pt x="76594" y="68657"/>
                </a:lnTo>
                <a:lnTo>
                  <a:pt x="78219" y="66385"/>
                </a:lnTo>
                <a:lnTo>
                  <a:pt x="79688" y="64018"/>
                </a:lnTo>
                <a:lnTo>
                  <a:pt x="80997" y="61566"/>
                </a:lnTo>
                <a:lnTo>
                  <a:pt x="82143" y="59036"/>
                </a:lnTo>
                <a:lnTo>
                  <a:pt x="83122" y="56437"/>
                </a:lnTo>
                <a:lnTo>
                  <a:pt x="83930" y="53777"/>
                </a:lnTo>
                <a:lnTo>
                  <a:pt x="84565" y="51065"/>
                </a:lnTo>
                <a:lnTo>
                  <a:pt x="85023" y="48309"/>
                </a:lnTo>
                <a:lnTo>
                  <a:pt x="85300" y="45517"/>
                </a:lnTo>
                <a:lnTo>
                  <a:pt x="85393" y="42697"/>
                </a:lnTo>
                <a:lnTo>
                  <a:pt x="85300" y="39877"/>
                </a:lnTo>
                <a:lnTo>
                  <a:pt x="85023" y="37085"/>
                </a:lnTo>
                <a:lnTo>
                  <a:pt x="84565" y="34328"/>
                </a:lnTo>
                <a:lnTo>
                  <a:pt x="83930" y="31616"/>
                </a:lnTo>
                <a:lnTo>
                  <a:pt x="83122" y="28957"/>
                </a:lnTo>
                <a:lnTo>
                  <a:pt x="82143" y="26358"/>
                </a:lnTo>
                <a:lnTo>
                  <a:pt x="80997" y="23828"/>
                </a:lnTo>
                <a:lnTo>
                  <a:pt x="79688" y="21376"/>
                </a:lnTo>
                <a:lnTo>
                  <a:pt x="78219" y="19009"/>
                </a:lnTo>
                <a:lnTo>
                  <a:pt x="76594" y="16736"/>
                </a:lnTo>
                <a:lnTo>
                  <a:pt x="74816" y="14566"/>
                </a:lnTo>
                <a:lnTo>
                  <a:pt x="72888" y="12506"/>
                </a:lnTo>
                <a:lnTo>
                  <a:pt x="70828" y="10578"/>
                </a:lnTo>
                <a:lnTo>
                  <a:pt x="68657" y="8800"/>
                </a:lnTo>
                <a:lnTo>
                  <a:pt x="66385" y="7174"/>
                </a:lnTo>
                <a:lnTo>
                  <a:pt x="64018" y="5705"/>
                </a:lnTo>
                <a:lnTo>
                  <a:pt x="61566" y="4396"/>
                </a:lnTo>
                <a:lnTo>
                  <a:pt x="59036" y="3251"/>
                </a:lnTo>
                <a:lnTo>
                  <a:pt x="56437" y="2272"/>
                </a:lnTo>
                <a:lnTo>
                  <a:pt x="53777" y="1463"/>
                </a:lnTo>
                <a:lnTo>
                  <a:pt x="51065" y="828"/>
                </a:lnTo>
                <a:lnTo>
                  <a:pt x="48309" y="370"/>
                </a:lnTo>
                <a:lnTo>
                  <a:pt x="45517" y="93"/>
                </a:lnTo>
                <a:lnTo>
                  <a:pt x="42697" y="0"/>
                </a:lnTo>
                <a:lnTo>
                  <a:pt x="39877" y="93"/>
                </a:lnTo>
                <a:lnTo>
                  <a:pt x="37085" y="370"/>
                </a:lnTo>
                <a:lnTo>
                  <a:pt x="34328" y="828"/>
                </a:lnTo>
                <a:lnTo>
                  <a:pt x="31616" y="1463"/>
                </a:lnTo>
                <a:lnTo>
                  <a:pt x="28956" y="2272"/>
                </a:lnTo>
                <a:lnTo>
                  <a:pt x="26357" y="3251"/>
                </a:lnTo>
                <a:lnTo>
                  <a:pt x="23828" y="4396"/>
                </a:lnTo>
                <a:lnTo>
                  <a:pt x="21375" y="5705"/>
                </a:lnTo>
                <a:lnTo>
                  <a:pt x="19009" y="7174"/>
                </a:lnTo>
                <a:lnTo>
                  <a:pt x="16736" y="8800"/>
                </a:lnTo>
                <a:lnTo>
                  <a:pt x="14566" y="10578"/>
                </a:lnTo>
                <a:lnTo>
                  <a:pt x="12506" y="12506"/>
                </a:lnTo>
                <a:lnTo>
                  <a:pt x="10578" y="14566"/>
                </a:lnTo>
                <a:lnTo>
                  <a:pt x="8800" y="16736"/>
                </a:lnTo>
                <a:lnTo>
                  <a:pt x="7174" y="19009"/>
                </a:lnTo>
                <a:lnTo>
                  <a:pt x="5705" y="21376"/>
                </a:lnTo>
                <a:lnTo>
                  <a:pt x="4396" y="23828"/>
                </a:lnTo>
                <a:lnTo>
                  <a:pt x="3251" y="26358"/>
                </a:lnTo>
                <a:lnTo>
                  <a:pt x="2272" y="28957"/>
                </a:lnTo>
                <a:lnTo>
                  <a:pt x="1463" y="31616"/>
                </a:lnTo>
                <a:lnTo>
                  <a:pt x="828" y="34328"/>
                </a:lnTo>
                <a:lnTo>
                  <a:pt x="370" y="37085"/>
                </a:lnTo>
                <a:lnTo>
                  <a:pt x="93" y="39877"/>
                </a:lnTo>
                <a:lnTo>
                  <a:pt x="0" y="42697"/>
                </a:lnTo>
                <a:lnTo>
                  <a:pt x="93" y="45517"/>
                </a:lnTo>
                <a:lnTo>
                  <a:pt x="370" y="48309"/>
                </a:lnTo>
                <a:lnTo>
                  <a:pt x="828" y="51065"/>
                </a:lnTo>
                <a:lnTo>
                  <a:pt x="1463" y="53777"/>
                </a:lnTo>
                <a:lnTo>
                  <a:pt x="2272" y="56437"/>
                </a:lnTo>
                <a:lnTo>
                  <a:pt x="3251" y="59036"/>
                </a:lnTo>
                <a:lnTo>
                  <a:pt x="4396" y="61566"/>
                </a:lnTo>
                <a:lnTo>
                  <a:pt x="5705" y="64018"/>
                </a:lnTo>
                <a:lnTo>
                  <a:pt x="7174" y="66385"/>
                </a:lnTo>
                <a:lnTo>
                  <a:pt x="8800" y="68657"/>
                </a:lnTo>
                <a:lnTo>
                  <a:pt x="10578" y="70828"/>
                </a:lnTo>
                <a:lnTo>
                  <a:pt x="12506" y="72888"/>
                </a:lnTo>
                <a:lnTo>
                  <a:pt x="14566" y="74816"/>
                </a:lnTo>
                <a:lnTo>
                  <a:pt x="16736" y="76594"/>
                </a:lnTo>
                <a:lnTo>
                  <a:pt x="19009" y="78219"/>
                </a:lnTo>
                <a:lnTo>
                  <a:pt x="21375" y="79688"/>
                </a:lnTo>
                <a:lnTo>
                  <a:pt x="23828" y="80997"/>
                </a:lnTo>
                <a:lnTo>
                  <a:pt x="26357" y="82143"/>
                </a:lnTo>
                <a:lnTo>
                  <a:pt x="28956" y="83122"/>
                </a:lnTo>
                <a:lnTo>
                  <a:pt x="31616" y="83930"/>
                </a:lnTo>
                <a:lnTo>
                  <a:pt x="34328" y="84565"/>
                </a:lnTo>
                <a:lnTo>
                  <a:pt x="37085" y="85023"/>
                </a:lnTo>
                <a:lnTo>
                  <a:pt x="39877" y="85300"/>
                </a:lnTo>
                <a:lnTo>
                  <a:pt x="42697" y="85393"/>
                </a:lnTo>
                <a:close/>
              </a:path>
            </a:pathLst>
          </a:custGeom>
          <a:solidFill>
            <a:srgbClr val="FFFFFF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path 291"/>
          <p:cNvSpPr/>
          <p:nvPr/>
        </p:nvSpPr>
        <p:spPr>
          <a:xfrm>
            <a:off x="11588562" y="6487593"/>
            <a:ext cx="100733" cy="95802"/>
          </a:xfrm>
          <a:custGeom>
            <a:avLst/>
            <a:gdLst/>
            <a:ahLst/>
            <a:cxnLst/>
            <a:rect l="l" t="t" r="r" b="b"/>
            <a:pathLst>
              <a:path w="100733" h="95802">
                <a:moveTo>
                  <a:pt x="50367" y="0"/>
                </a:moveTo>
                <a:lnTo>
                  <a:pt x="38477" y="36593"/>
                </a:lnTo>
                <a:lnTo>
                  <a:pt x="0" y="36593"/>
                </a:lnTo>
                <a:lnTo>
                  <a:pt x="31128" y="59209"/>
                </a:lnTo>
                <a:lnTo>
                  <a:pt x="19239" y="95802"/>
                </a:lnTo>
                <a:lnTo>
                  <a:pt x="50367" y="73186"/>
                </a:lnTo>
                <a:lnTo>
                  <a:pt x="81494" y="95802"/>
                </a:lnTo>
                <a:lnTo>
                  <a:pt x="69605" y="59209"/>
                </a:lnTo>
                <a:lnTo>
                  <a:pt x="100733" y="36593"/>
                </a:lnTo>
                <a:lnTo>
                  <a:pt x="62256" y="36593"/>
                </a:lnTo>
                <a:lnTo>
                  <a:pt x="50367" y="0"/>
                </a:lnTo>
                <a:close/>
              </a:path>
            </a:pathLst>
          </a:custGeom>
          <a:solidFill>
            <a:srgbClr val="FF9500"/>
          </a:solidFill>
          <a:ln w="236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path 292"/>
          <p:cNvSpPr/>
          <p:nvPr/>
        </p:nvSpPr>
        <p:spPr>
          <a:xfrm>
            <a:off x="10675311" y="6869074"/>
            <a:ext cx="47963" cy="29641"/>
          </a:xfrm>
          <a:custGeom>
            <a:avLst/>
            <a:gdLst/>
            <a:ahLst/>
            <a:cxnLst/>
            <a:rect l="l" t="t" r="r" b="b"/>
            <a:pathLst>
              <a:path w="47963" h="29641">
                <a:moveTo>
                  <a:pt x="0" y="29641"/>
                </a:moveTo>
                <a:lnTo>
                  <a:pt x="5631" y="26161"/>
                </a:lnTo>
                <a:lnTo>
                  <a:pt x="10966" y="22864"/>
                </a:lnTo>
                <a:lnTo>
                  <a:pt x="16003" y="19751"/>
                </a:lnTo>
                <a:lnTo>
                  <a:pt x="20743" y="16822"/>
                </a:lnTo>
                <a:lnTo>
                  <a:pt x="25186" y="14076"/>
                </a:lnTo>
                <a:lnTo>
                  <a:pt x="29331" y="11514"/>
                </a:lnTo>
                <a:lnTo>
                  <a:pt x="33179" y="9136"/>
                </a:lnTo>
                <a:lnTo>
                  <a:pt x="36730" y="6942"/>
                </a:lnTo>
                <a:lnTo>
                  <a:pt x="39984" y="4931"/>
                </a:lnTo>
                <a:lnTo>
                  <a:pt x="42941" y="3104"/>
                </a:lnTo>
                <a:lnTo>
                  <a:pt x="45601" y="1460"/>
                </a:lnTo>
                <a:lnTo>
                  <a:pt x="47963" y="0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path 293"/>
          <p:cNvSpPr/>
          <p:nvPr/>
        </p:nvSpPr>
        <p:spPr>
          <a:xfrm>
            <a:off x="10657871" y="6869074"/>
            <a:ext cx="65403" cy="55860"/>
          </a:xfrm>
          <a:custGeom>
            <a:avLst/>
            <a:gdLst/>
            <a:ahLst/>
            <a:cxnLst/>
            <a:rect l="l" t="t" r="r" b="b"/>
            <a:pathLst>
              <a:path w="65403" h="55860">
                <a:moveTo>
                  <a:pt x="0" y="5896"/>
                </a:moveTo>
                <a:lnTo>
                  <a:pt x="65403" y="0"/>
                </a:lnTo>
                <a:lnTo>
                  <a:pt x="30878" y="55860"/>
                </a:lnTo>
                <a:lnTo>
                  <a:pt x="0" y="5896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path 294"/>
          <p:cNvSpPr/>
          <p:nvPr/>
        </p:nvSpPr>
        <p:spPr>
          <a:xfrm>
            <a:off x="11562660" y="6589833"/>
            <a:ext cx="53998" cy="19875"/>
          </a:xfrm>
          <a:custGeom>
            <a:avLst/>
            <a:gdLst/>
            <a:ahLst/>
            <a:cxnLst/>
            <a:rect l="l" t="t" r="r" b="b"/>
            <a:pathLst>
              <a:path w="53998" h="19875">
                <a:moveTo>
                  <a:pt x="0" y="0"/>
                </a:moveTo>
                <a:lnTo>
                  <a:pt x="6303" y="2320"/>
                </a:lnTo>
                <a:lnTo>
                  <a:pt x="12279" y="4519"/>
                </a:lnTo>
                <a:lnTo>
                  <a:pt x="17926" y="6598"/>
                </a:lnTo>
                <a:lnTo>
                  <a:pt x="23246" y="8556"/>
                </a:lnTo>
                <a:lnTo>
                  <a:pt x="28237" y="10393"/>
                </a:lnTo>
                <a:lnTo>
                  <a:pt x="32901" y="12110"/>
                </a:lnTo>
                <a:lnTo>
                  <a:pt x="37237" y="13706"/>
                </a:lnTo>
                <a:lnTo>
                  <a:pt x="41245" y="15181"/>
                </a:lnTo>
                <a:lnTo>
                  <a:pt x="44925" y="16536"/>
                </a:lnTo>
                <a:lnTo>
                  <a:pt x="48277" y="17770"/>
                </a:lnTo>
                <a:lnTo>
                  <a:pt x="51302" y="18883"/>
                </a:lnTo>
                <a:lnTo>
                  <a:pt x="53998" y="19875"/>
                </a:lnTo>
              </a:path>
            </a:pathLst>
          </a:custGeom>
          <a:noFill/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path 295"/>
          <p:cNvSpPr/>
          <p:nvPr/>
        </p:nvSpPr>
        <p:spPr>
          <a:xfrm>
            <a:off x="11551394" y="6561860"/>
            <a:ext cx="65264" cy="55119"/>
          </a:xfrm>
          <a:custGeom>
            <a:avLst/>
            <a:gdLst/>
            <a:ahLst/>
            <a:cxnLst/>
            <a:rect l="l" t="t" r="r" b="b"/>
            <a:pathLst>
              <a:path w="65264" h="55119">
                <a:moveTo>
                  <a:pt x="20289" y="0"/>
                </a:moveTo>
                <a:lnTo>
                  <a:pt x="65264" y="47848"/>
                </a:lnTo>
                <a:lnTo>
                  <a:pt x="0" y="55119"/>
                </a:lnTo>
                <a:lnTo>
                  <a:pt x="20289" y="0"/>
                </a:lnTo>
                <a:close/>
              </a:path>
            </a:pathLst>
          </a:custGeom>
          <a:solidFill>
            <a:srgbClr val="3B6CA8"/>
          </a:solidFill>
          <a:ln w="2249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path 296"/>
          <p:cNvSpPr/>
          <p:nvPr/>
        </p:nvSpPr>
        <p:spPr>
          <a:xfrm>
            <a:off x="10002078" y="6557971"/>
            <a:ext cx="1648" cy="58182"/>
          </a:xfrm>
          <a:custGeom>
            <a:avLst/>
            <a:gdLst/>
            <a:ahLst/>
            <a:cxnLst/>
            <a:rect l="l" t="t" r="r" b="b"/>
            <a:pathLst>
              <a:path w="1648" h="58182">
                <a:moveTo>
                  <a:pt x="0" y="0"/>
                </a:moveTo>
                <a:lnTo>
                  <a:pt x="192" y="6769"/>
                </a:lnTo>
                <a:lnTo>
                  <a:pt x="374" y="13189"/>
                </a:lnTo>
                <a:lnTo>
                  <a:pt x="546" y="19260"/>
                </a:lnTo>
                <a:lnTo>
                  <a:pt x="708" y="24981"/>
                </a:lnTo>
                <a:lnTo>
                  <a:pt x="860" y="30354"/>
                </a:lnTo>
                <a:lnTo>
                  <a:pt x="1002" y="35377"/>
                </a:lnTo>
                <a:lnTo>
                  <a:pt x="1135" y="40051"/>
                </a:lnTo>
                <a:lnTo>
                  <a:pt x="1257" y="44375"/>
                </a:lnTo>
                <a:lnTo>
                  <a:pt x="1370" y="48351"/>
                </a:lnTo>
                <a:lnTo>
                  <a:pt x="1472" y="51977"/>
                </a:lnTo>
                <a:lnTo>
                  <a:pt x="1565" y="55254"/>
                </a:lnTo>
                <a:lnTo>
                  <a:pt x="1648" y="58182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path 297"/>
          <p:cNvSpPr/>
          <p:nvPr/>
        </p:nvSpPr>
        <p:spPr>
          <a:xfrm>
            <a:off x="9972707" y="6556610"/>
            <a:ext cx="58712" cy="59543"/>
          </a:xfrm>
          <a:custGeom>
            <a:avLst/>
            <a:gdLst/>
            <a:ahLst/>
            <a:cxnLst/>
            <a:rect l="l" t="t" r="r" b="b"/>
            <a:pathLst>
              <a:path w="58712" h="59543">
                <a:moveTo>
                  <a:pt x="58712" y="0"/>
                </a:moveTo>
                <a:lnTo>
                  <a:pt x="31019" y="59543"/>
                </a:lnTo>
                <a:lnTo>
                  <a:pt x="0" y="1663"/>
                </a:lnTo>
                <a:lnTo>
                  <a:pt x="58712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path 298"/>
          <p:cNvSpPr/>
          <p:nvPr/>
        </p:nvSpPr>
        <p:spPr>
          <a:xfrm>
            <a:off x="10909272" y="6532312"/>
            <a:ext cx="58030" cy="11904"/>
          </a:xfrm>
          <a:custGeom>
            <a:avLst/>
            <a:gdLst/>
            <a:ahLst/>
            <a:cxnLst/>
            <a:rect l="l" t="t" r="r" b="b"/>
            <a:pathLst>
              <a:path w="58030" h="11904">
                <a:moveTo>
                  <a:pt x="0" y="11904"/>
                </a:moveTo>
                <a:lnTo>
                  <a:pt x="6718" y="10525"/>
                </a:lnTo>
                <a:lnTo>
                  <a:pt x="13094" y="9218"/>
                </a:lnTo>
                <a:lnTo>
                  <a:pt x="19128" y="7980"/>
                </a:lnTo>
                <a:lnTo>
                  <a:pt x="24819" y="6812"/>
                </a:lnTo>
                <a:lnTo>
                  <a:pt x="30168" y="5715"/>
                </a:lnTo>
                <a:lnTo>
                  <a:pt x="35175" y="4688"/>
                </a:lnTo>
                <a:lnTo>
                  <a:pt x="39840" y="3731"/>
                </a:lnTo>
                <a:lnTo>
                  <a:pt x="44162" y="2844"/>
                </a:lnTo>
                <a:lnTo>
                  <a:pt x="48143" y="2028"/>
                </a:lnTo>
                <a:lnTo>
                  <a:pt x="51781" y="1282"/>
                </a:lnTo>
                <a:lnTo>
                  <a:pt x="55076" y="605"/>
                </a:lnTo>
                <a:lnTo>
                  <a:pt x="58030" y="0"/>
                </a:lnTo>
              </a:path>
            </a:pathLst>
          </a:custGeom>
          <a:noFill/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path 299"/>
          <p:cNvSpPr/>
          <p:nvPr/>
        </p:nvSpPr>
        <p:spPr>
          <a:xfrm>
            <a:off x="10903863" y="6515346"/>
            <a:ext cx="63439" cy="57537"/>
          </a:xfrm>
          <a:custGeom>
            <a:avLst/>
            <a:gdLst/>
            <a:ahLst/>
            <a:cxnLst/>
            <a:rect l="l" t="t" r="r" b="b"/>
            <a:pathLst>
              <a:path w="63439" h="57537">
                <a:moveTo>
                  <a:pt x="0" y="0"/>
                </a:moveTo>
                <a:lnTo>
                  <a:pt x="63439" y="16966"/>
                </a:lnTo>
                <a:lnTo>
                  <a:pt x="11803" y="57537"/>
                </a:lnTo>
                <a:lnTo>
                  <a:pt x="0" y="0"/>
                </a:lnTo>
                <a:close/>
              </a:path>
            </a:pathLst>
          </a:custGeom>
          <a:solidFill>
            <a:srgbClr val="3A9A94"/>
          </a:solidFill>
          <a:ln w="2249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path 300"/>
          <p:cNvSpPr/>
          <p:nvPr/>
        </p:nvSpPr>
        <p:spPr>
          <a:xfrm>
            <a:off x="10641991" y="6740630"/>
            <a:ext cx="50340" cy="31165"/>
          </a:xfrm>
          <a:custGeom>
            <a:avLst/>
            <a:gdLst/>
            <a:ahLst/>
            <a:cxnLst/>
            <a:rect l="l" t="t" r="r" b="b"/>
            <a:pathLst>
              <a:path w="50340" h="31165">
                <a:moveTo>
                  <a:pt x="0" y="31165"/>
                </a:moveTo>
                <a:lnTo>
                  <a:pt x="5829" y="27556"/>
                </a:lnTo>
                <a:lnTo>
                  <a:pt x="11361" y="24132"/>
                </a:lnTo>
                <a:lnTo>
                  <a:pt x="16595" y="20891"/>
                </a:lnTo>
                <a:lnTo>
                  <a:pt x="21533" y="17834"/>
                </a:lnTo>
                <a:lnTo>
                  <a:pt x="26174" y="14961"/>
                </a:lnTo>
                <a:lnTo>
                  <a:pt x="30517" y="12272"/>
                </a:lnTo>
                <a:lnTo>
                  <a:pt x="34563" y="9767"/>
                </a:lnTo>
                <a:lnTo>
                  <a:pt x="38313" y="7446"/>
                </a:lnTo>
                <a:lnTo>
                  <a:pt x="41765" y="5308"/>
                </a:lnTo>
                <a:lnTo>
                  <a:pt x="44920" y="3355"/>
                </a:lnTo>
                <a:lnTo>
                  <a:pt x="47779" y="1585"/>
                </a:lnTo>
                <a:lnTo>
                  <a:pt x="50340" y="0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path 301"/>
          <p:cNvSpPr/>
          <p:nvPr/>
        </p:nvSpPr>
        <p:spPr>
          <a:xfrm>
            <a:off x="10626933" y="6740630"/>
            <a:ext cx="65398" cy="55887"/>
          </a:xfrm>
          <a:custGeom>
            <a:avLst/>
            <a:gdLst/>
            <a:ahLst/>
            <a:cxnLst/>
            <a:rect l="l" t="t" r="r" b="b"/>
            <a:pathLst>
              <a:path w="65398" h="55887">
                <a:moveTo>
                  <a:pt x="0" y="5948"/>
                </a:moveTo>
                <a:lnTo>
                  <a:pt x="65398" y="0"/>
                </a:lnTo>
                <a:lnTo>
                  <a:pt x="30917" y="55887"/>
                </a:lnTo>
                <a:lnTo>
                  <a:pt x="0" y="5948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path 302"/>
          <p:cNvSpPr/>
          <p:nvPr/>
        </p:nvSpPr>
        <p:spPr>
          <a:xfrm>
            <a:off x="11346598" y="6597042"/>
            <a:ext cx="58753" cy="4295"/>
          </a:xfrm>
          <a:custGeom>
            <a:avLst/>
            <a:gdLst/>
            <a:ahLst/>
            <a:cxnLst/>
            <a:rect l="l" t="t" r="r" b="b"/>
            <a:pathLst>
              <a:path w="58753" h="4295">
                <a:moveTo>
                  <a:pt x="0" y="0"/>
                </a:moveTo>
                <a:lnTo>
                  <a:pt x="6812" y="498"/>
                </a:lnTo>
                <a:lnTo>
                  <a:pt x="13276" y="970"/>
                </a:lnTo>
                <a:lnTo>
                  <a:pt x="19392" y="1417"/>
                </a:lnTo>
                <a:lnTo>
                  <a:pt x="25159" y="1839"/>
                </a:lnTo>
                <a:lnTo>
                  <a:pt x="30578" y="2235"/>
                </a:lnTo>
                <a:lnTo>
                  <a:pt x="35648" y="2605"/>
                </a:lnTo>
                <a:lnTo>
                  <a:pt x="40370" y="2950"/>
                </a:lnTo>
                <a:lnTo>
                  <a:pt x="44743" y="3270"/>
                </a:lnTo>
                <a:lnTo>
                  <a:pt x="48768" y="3564"/>
                </a:lnTo>
                <a:lnTo>
                  <a:pt x="52445" y="3833"/>
                </a:lnTo>
                <a:lnTo>
                  <a:pt x="55773" y="4077"/>
                </a:lnTo>
                <a:lnTo>
                  <a:pt x="58753" y="4295"/>
                </a:lnTo>
              </a:path>
            </a:pathLst>
          </a:custGeom>
          <a:noFill/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path 303"/>
          <p:cNvSpPr/>
          <p:nvPr/>
        </p:nvSpPr>
        <p:spPr>
          <a:xfrm>
            <a:off x="11344630" y="6567765"/>
            <a:ext cx="60721" cy="58579"/>
          </a:xfrm>
          <a:custGeom>
            <a:avLst/>
            <a:gdLst/>
            <a:ahLst/>
            <a:cxnLst/>
            <a:rect l="l" t="t" r="r" b="b"/>
            <a:pathLst>
              <a:path w="60721" h="58579">
                <a:moveTo>
                  <a:pt x="4283" y="0"/>
                </a:moveTo>
                <a:lnTo>
                  <a:pt x="60721" y="33572"/>
                </a:lnTo>
                <a:lnTo>
                  <a:pt x="0" y="58579"/>
                </a:lnTo>
                <a:lnTo>
                  <a:pt x="4283" y="0"/>
                </a:lnTo>
                <a:close/>
              </a:path>
            </a:pathLst>
          </a:custGeom>
          <a:solidFill>
            <a:srgbClr val="FF9500"/>
          </a:solidFill>
          <a:ln w="224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path 304"/>
          <p:cNvSpPr/>
          <p:nvPr/>
        </p:nvSpPr>
        <p:spPr>
          <a:xfrm>
            <a:off x="10903265" y="6583349"/>
            <a:ext cx="55354" cy="15128"/>
          </a:xfrm>
          <a:custGeom>
            <a:avLst/>
            <a:gdLst/>
            <a:ahLst/>
            <a:cxnLst/>
            <a:rect l="l" t="t" r="r" b="b"/>
            <a:pathLst>
              <a:path w="55354" h="15128">
                <a:moveTo>
                  <a:pt x="0" y="15128"/>
                </a:moveTo>
                <a:lnTo>
                  <a:pt x="6467" y="13361"/>
                </a:lnTo>
                <a:lnTo>
                  <a:pt x="12596" y="11686"/>
                </a:lnTo>
                <a:lnTo>
                  <a:pt x="18389" y="10103"/>
                </a:lnTo>
                <a:lnTo>
                  <a:pt x="23844" y="8612"/>
                </a:lnTo>
                <a:lnTo>
                  <a:pt x="28962" y="7213"/>
                </a:lnTo>
                <a:lnTo>
                  <a:pt x="33744" y="5906"/>
                </a:lnTo>
                <a:lnTo>
                  <a:pt x="38188" y="4692"/>
                </a:lnTo>
                <a:lnTo>
                  <a:pt x="42295" y="3569"/>
                </a:lnTo>
                <a:lnTo>
                  <a:pt x="46065" y="2539"/>
                </a:lnTo>
                <a:lnTo>
                  <a:pt x="49499" y="1600"/>
                </a:lnTo>
                <a:lnTo>
                  <a:pt x="52595" y="754"/>
                </a:lnTo>
                <a:lnTo>
                  <a:pt x="55354" y="0"/>
                </a:lnTo>
              </a:path>
            </a:pathLst>
          </a:custGeom>
          <a:noFill/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path 305"/>
          <p:cNvSpPr/>
          <p:nvPr/>
        </p:nvSpPr>
        <p:spPr>
          <a:xfrm>
            <a:off x="10894219" y="6570505"/>
            <a:ext cx="64400" cy="56658"/>
          </a:xfrm>
          <a:custGeom>
            <a:avLst/>
            <a:gdLst/>
            <a:ahLst/>
            <a:cxnLst/>
            <a:rect l="l" t="t" r="r" b="b"/>
            <a:pathLst>
              <a:path w="64400" h="56658">
                <a:moveTo>
                  <a:pt x="0" y="0"/>
                </a:moveTo>
                <a:lnTo>
                  <a:pt x="64400" y="12844"/>
                </a:lnTo>
                <a:lnTo>
                  <a:pt x="15485" y="56658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22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6" name="Picture 37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4351" y="7303489"/>
            <a:ext cx="2092677" cy="1327064"/>
          </a:xfrm>
          <a:prstGeom prst="rect">
            <a:avLst/>
          </a:prstGeom>
        </p:spPr>
      </p:pic>
      <p:sp>
        <p:nvSpPr>
          <p:cNvPr id="377" name="Editable path 306"/>
          <p:cNvSpPr/>
          <p:nvPr/>
        </p:nvSpPr>
        <p:spPr>
          <a:xfrm>
            <a:off x="1236354" y="7717066"/>
            <a:ext cx="167286" cy="255477"/>
          </a:xfrm>
          <a:custGeom>
            <a:avLst/>
            <a:gdLst/>
            <a:ahLst/>
            <a:cxnLst/>
            <a:rect l="l" t="t" r="r" b="b"/>
            <a:pathLst>
              <a:path w="167286" h="255477">
                <a:moveTo>
                  <a:pt x="119" y="55771"/>
                </a:moveTo>
                <a:lnTo>
                  <a:pt x="0" y="55840"/>
                </a:lnTo>
                <a:lnTo>
                  <a:pt x="963" y="52854"/>
                </a:lnTo>
                <a:lnTo>
                  <a:pt x="1616" y="1998"/>
                </a:lnTo>
                <a:lnTo>
                  <a:pt x="6112" y="0"/>
                </a:lnTo>
                <a:lnTo>
                  <a:pt x="17651" y="3777"/>
                </a:lnTo>
                <a:lnTo>
                  <a:pt x="34758" y="12020"/>
                </a:lnTo>
                <a:lnTo>
                  <a:pt x="68270" y="36943"/>
                </a:lnTo>
                <a:lnTo>
                  <a:pt x="70069" y="38508"/>
                </a:lnTo>
                <a:lnTo>
                  <a:pt x="102299" y="73442"/>
                </a:lnTo>
                <a:lnTo>
                  <a:pt x="131683" y="116232"/>
                </a:lnTo>
                <a:lnTo>
                  <a:pt x="139169" y="131950"/>
                </a:lnTo>
                <a:lnTo>
                  <a:pt x="151415" y="160724"/>
                </a:lnTo>
                <a:lnTo>
                  <a:pt x="153520" y="167743"/>
                </a:lnTo>
                <a:lnTo>
                  <a:pt x="167286" y="225870"/>
                </a:lnTo>
                <a:lnTo>
                  <a:pt x="165257" y="232198"/>
                </a:lnTo>
                <a:lnTo>
                  <a:pt x="164279" y="231499"/>
                </a:lnTo>
                <a:lnTo>
                  <a:pt x="163134" y="232291"/>
                </a:lnTo>
                <a:lnTo>
                  <a:pt x="164331" y="234069"/>
                </a:lnTo>
                <a:lnTo>
                  <a:pt x="166661" y="247096"/>
                </a:lnTo>
                <a:lnTo>
                  <a:pt x="165950" y="249346"/>
                </a:lnTo>
                <a:lnTo>
                  <a:pt x="165659" y="255477"/>
                </a:lnTo>
                <a:lnTo>
                  <a:pt x="164733" y="252879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path 307"/>
          <p:cNvSpPr/>
          <p:nvPr/>
        </p:nvSpPr>
        <p:spPr>
          <a:xfrm>
            <a:off x="1236354" y="7717066"/>
            <a:ext cx="167286" cy="255477"/>
          </a:xfrm>
          <a:custGeom>
            <a:avLst/>
            <a:gdLst/>
            <a:ahLst/>
            <a:cxnLst/>
            <a:rect l="l" t="t" r="r" b="b"/>
            <a:pathLst>
              <a:path w="167286" h="255477">
                <a:moveTo>
                  <a:pt x="119" y="55771"/>
                </a:moveTo>
                <a:lnTo>
                  <a:pt x="0" y="55840"/>
                </a:lnTo>
                <a:lnTo>
                  <a:pt x="963" y="52854"/>
                </a:lnTo>
                <a:lnTo>
                  <a:pt x="1616" y="1998"/>
                </a:lnTo>
                <a:lnTo>
                  <a:pt x="6112" y="0"/>
                </a:lnTo>
                <a:lnTo>
                  <a:pt x="17651" y="3777"/>
                </a:lnTo>
                <a:lnTo>
                  <a:pt x="34758" y="12020"/>
                </a:lnTo>
                <a:lnTo>
                  <a:pt x="68270" y="36943"/>
                </a:lnTo>
                <a:lnTo>
                  <a:pt x="70069" y="38508"/>
                </a:lnTo>
                <a:lnTo>
                  <a:pt x="102299" y="73442"/>
                </a:lnTo>
                <a:lnTo>
                  <a:pt x="131683" y="116232"/>
                </a:lnTo>
                <a:lnTo>
                  <a:pt x="139169" y="131950"/>
                </a:lnTo>
                <a:lnTo>
                  <a:pt x="151415" y="160724"/>
                </a:lnTo>
                <a:lnTo>
                  <a:pt x="153520" y="167743"/>
                </a:lnTo>
                <a:lnTo>
                  <a:pt x="167286" y="225870"/>
                </a:lnTo>
                <a:lnTo>
                  <a:pt x="165257" y="232198"/>
                </a:lnTo>
                <a:lnTo>
                  <a:pt x="164279" y="231499"/>
                </a:lnTo>
                <a:lnTo>
                  <a:pt x="163134" y="232291"/>
                </a:lnTo>
                <a:lnTo>
                  <a:pt x="164331" y="234069"/>
                </a:lnTo>
                <a:lnTo>
                  <a:pt x="166661" y="247096"/>
                </a:lnTo>
                <a:lnTo>
                  <a:pt x="165950" y="249346"/>
                </a:lnTo>
                <a:lnTo>
                  <a:pt x="165659" y="255477"/>
                </a:lnTo>
                <a:lnTo>
                  <a:pt x="164733" y="252879"/>
                </a:lnTo>
              </a:path>
            </a:pathLst>
          </a:custGeom>
          <a:noFill/>
          <a:ln w="260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path 308"/>
          <p:cNvSpPr/>
          <p:nvPr/>
        </p:nvSpPr>
        <p:spPr>
          <a:xfrm>
            <a:off x="1238018" y="7716324"/>
            <a:ext cx="164907" cy="261658"/>
          </a:xfrm>
          <a:custGeom>
            <a:avLst/>
            <a:gdLst/>
            <a:ahLst/>
            <a:cxnLst/>
            <a:rect l="l" t="t" r="r" b="b"/>
            <a:pathLst>
              <a:path w="164907" h="261658">
                <a:moveTo>
                  <a:pt x="183" y="56010"/>
                </a:moveTo>
                <a:lnTo>
                  <a:pt x="0" y="0"/>
                </a:lnTo>
                <a:lnTo>
                  <a:pt x="2464" y="738"/>
                </a:lnTo>
                <a:lnTo>
                  <a:pt x="27295" y="11106"/>
                </a:lnTo>
                <a:lnTo>
                  <a:pt x="52859" y="27407"/>
                </a:lnTo>
                <a:lnTo>
                  <a:pt x="78479" y="49992"/>
                </a:lnTo>
                <a:lnTo>
                  <a:pt x="103004" y="78756"/>
                </a:lnTo>
                <a:lnTo>
                  <a:pt x="125140" y="113153"/>
                </a:lnTo>
                <a:lnTo>
                  <a:pt x="142583" y="149777"/>
                </a:lnTo>
                <a:lnTo>
                  <a:pt x="155600" y="189227"/>
                </a:lnTo>
                <a:lnTo>
                  <a:pt x="162993" y="228022"/>
                </a:lnTo>
                <a:lnTo>
                  <a:pt x="164907" y="261658"/>
                </a:lnTo>
              </a:path>
            </a:pathLst>
          </a:custGeom>
          <a:noFill/>
          <a:ln w="61577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path 309"/>
          <p:cNvSpPr/>
          <p:nvPr/>
        </p:nvSpPr>
        <p:spPr>
          <a:xfrm>
            <a:off x="1238018" y="7716324"/>
            <a:ext cx="164907" cy="261658"/>
          </a:xfrm>
          <a:custGeom>
            <a:avLst/>
            <a:gdLst/>
            <a:ahLst/>
            <a:cxnLst/>
            <a:rect l="l" t="t" r="r" b="b"/>
            <a:pathLst>
              <a:path w="164907" h="261658">
                <a:moveTo>
                  <a:pt x="183" y="56010"/>
                </a:moveTo>
                <a:lnTo>
                  <a:pt x="0" y="0"/>
                </a:lnTo>
                <a:lnTo>
                  <a:pt x="2464" y="738"/>
                </a:lnTo>
                <a:lnTo>
                  <a:pt x="27295" y="11106"/>
                </a:lnTo>
                <a:lnTo>
                  <a:pt x="52859" y="27407"/>
                </a:lnTo>
                <a:lnTo>
                  <a:pt x="78479" y="49992"/>
                </a:lnTo>
                <a:lnTo>
                  <a:pt x="103004" y="78756"/>
                </a:lnTo>
                <a:lnTo>
                  <a:pt x="125140" y="113153"/>
                </a:lnTo>
                <a:lnTo>
                  <a:pt x="142583" y="149777"/>
                </a:lnTo>
                <a:lnTo>
                  <a:pt x="155600" y="189227"/>
                </a:lnTo>
                <a:lnTo>
                  <a:pt x="162993" y="228022"/>
                </a:lnTo>
                <a:lnTo>
                  <a:pt x="164907" y="261658"/>
                </a:lnTo>
              </a:path>
            </a:pathLst>
          </a:custGeom>
          <a:noFill/>
          <a:ln w="26052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path 310"/>
          <p:cNvSpPr/>
          <p:nvPr/>
        </p:nvSpPr>
        <p:spPr>
          <a:xfrm>
            <a:off x="1244869" y="7853927"/>
            <a:ext cx="150" cy="96418"/>
          </a:xfrm>
          <a:custGeom>
            <a:avLst/>
            <a:gdLst/>
            <a:ahLst/>
            <a:cxnLst/>
            <a:rect l="l" t="t" r="r" b="b"/>
            <a:pathLst>
              <a:path w="150" h="96418">
                <a:moveTo>
                  <a:pt x="150" y="96418"/>
                </a:moveTo>
                <a:lnTo>
                  <a:pt x="0" y="0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path 311"/>
          <p:cNvSpPr/>
          <p:nvPr/>
        </p:nvSpPr>
        <p:spPr>
          <a:xfrm>
            <a:off x="1244869" y="7853927"/>
            <a:ext cx="150" cy="96418"/>
          </a:xfrm>
          <a:custGeom>
            <a:avLst/>
            <a:gdLst/>
            <a:ahLst/>
            <a:cxnLst/>
            <a:rect l="l" t="t" r="r" b="b"/>
            <a:pathLst>
              <a:path w="150" h="96418">
                <a:moveTo>
                  <a:pt x="150" y="96418"/>
                </a:moveTo>
                <a:lnTo>
                  <a:pt x="0" y="0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path 312"/>
          <p:cNvSpPr/>
          <p:nvPr/>
        </p:nvSpPr>
        <p:spPr>
          <a:xfrm>
            <a:off x="1244945" y="7902983"/>
            <a:ext cx="55" cy="35443"/>
          </a:xfrm>
          <a:custGeom>
            <a:avLst/>
            <a:gdLst/>
            <a:ahLst/>
            <a:cxnLst/>
            <a:rect l="l" t="t" r="r" b="b"/>
            <a:pathLst>
              <a:path w="55" h="35443">
                <a:moveTo>
                  <a:pt x="0" y="0"/>
                </a:moveTo>
                <a:lnTo>
                  <a:pt x="0" y="122"/>
                </a:lnTo>
                <a:lnTo>
                  <a:pt x="1" y="759"/>
                </a:lnTo>
                <a:lnTo>
                  <a:pt x="3" y="1910"/>
                </a:lnTo>
                <a:lnTo>
                  <a:pt x="6" y="3576"/>
                </a:lnTo>
                <a:lnTo>
                  <a:pt x="9" y="5758"/>
                </a:lnTo>
                <a:lnTo>
                  <a:pt x="13" y="8454"/>
                </a:lnTo>
                <a:lnTo>
                  <a:pt x="18" y="11665"/>
                </a:lnTo>
                <a:lnTo>
                  <a:pt x="24" y="15391"/>
                </a:lnTo>
                <a:lnTo>
                  <a:pt x="31" y="19631"/>
                </a:lnTo>
                <a:lnTo>
                  <a:pt x="38" y="24387"/>
                </a:lnTo>
                <a:lnTo>
                  <a:pt x="46" y="29657"/>
                </a:lnTo>
                <a:lnTo>
                  <a:pt x="55" y="35443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path 313"/>
          <p:cNvSpPr/>
          <p:nvPr/>
        </p:nvSpPr>
        <p:spPr>
          <a:xfrm>
            <a:off x="1244945" y="7902983"/>
            <a:ext cx="55" cy="35443"/>
          </a:xfrm>
          <a:custGeom>
            <a:avLst/>
            <a:gdLst/>
            <a:ahLst/>
            <a:cxnLst/>
            <a:rect l="l" t="t" r="r" b="b"/>
            <a:pathLst>
              <a:path w="55" h="35443">
                <a:moveTo>
                  <a:pt x="0" y="0"/>
                </a:moveTo>
                <a:lnTo>
                  <a:pt x="0" y="122"/>
                </a:lnTo>
                <a:lnTo>
                  <a:pt x="1" y="759"/>
                </a:lnTo>
                <a:lnTo>
                  <a:pt x="3" y="1910"/>
                </a:lnTo>
                <a:lnTo>
                  <a:pt x="6" y="3576"/>
                </a:lnTo>
                <a:lnTo>
                  <a:pt x="9" y="5758"/>
                </a:lnTo>
                <a:lnTo>
                  <a:pt x="13" y="8454"/>
                </a:lnTo>
                <a:lnTo>
                  <a:pt x="18" y="11665"/>
                </a:lnTo>
                <a:lnTo>
                  <a:pt x="24" y="15391"/>
                </a:lnTo>
                <a:lnTo>
                  <a:pt x="31" y="19631"/>
                </a:lnTo>
                <a:lnTo>
                  <a:pt x="38" y="24387"/>
                </a:lnTo>
                <a:lnTo>
                  <a:pt x="46" y="29657"/>
                </a:lnTo>
                <a:lnTo>
                  <a:pt x="55" y="35443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path 314"/>
          <p:cNvSpPr/>
          <p:nvPr/>
        </p:nvSpPr>
        <p:spPr>
          <a:xfrm>
            <a:off x="1207225" y="7938426"/>
            <a:ext cx="75788" cy="75846"/>
          </a:xfrm>
          <a:custGeom>
            <a:avLst/>
            <a:gdLst/>
            <a:ahLst/>
            <a:cxnLst/>
            <a:rect l="l" t="t" r="r" b="b"/>
            <a:pathLst>
              <a:path w="75788" h="75846">
                <a:moveTo>
                  <a:pt x="0" y="75846"/>
                </a:moveTo>
                <a:lnTo>
                  <a:pt x="37775" y="0"/>
                </a:lnTo>
                <a:lnTo>
                  <a:pt x="75788" y="75728"/>
                </a:lnTo>
                <a:lnTo>
                  <a:pt x="0" y="75846"/>
                </a:lnTo>
                <a:close/>
              </a:path>
            </a:pathLst>
          </a:custGeom>
          <a:solidFill>
            <a:srgbClr val="FF9500"/>
          </a:solidFill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path 315"/>
          <p:cNvSpPr/>
          <p:nvPr/>
        </p:nvSpPr>
        <p:spPr>
          <a:xfrm>
            <a:off x="1207225" y="7938426"/>
            <a:ext cx="75788" cy="75846"/>
          </a:xfrm>
          <a:custGeom>
            <a:avLst/>
            <a:gdLst/>
            <a:ahLst/>
            <a:cxnLst/>
            <a:rect l="l" t="t" r="r" b="b"/>
            <a:pathLst>
              <a:path w="75788" h="75846">
                <a:moveTo>
                  <a:pt x="0" y="75846"/>
                </a:moveTo>
                <a:lnTo>
                  <a:pt x="37775" y="0"/>
                </a:lnTo>
                <a:lnTo>
                  <a:pt x="75788" y="75728"/>
                </a:lnTo>
                <a:lnTo>
                  <a:pt x="0" y="75846"/>
                </a:lnTo>
                <a:close/>
              </a:path>
            </a:pathLst>
          </a:custGeom>
          <a:solidFill>
            <a:srgbClr val="FF9500"/>
          </a:solidFill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path 316"/>
          <p:cNvSpPr/>
          <p:nvPr/>
        </p:nvSpPr>
        <p:spPr>
          <a:xfrm>
            <a:off x="232511" y="7345686"/>
            <a:ext cx="710347" cy="197447"/>
          </a:xfrm>
          <a:custGeom>
            <a:avLst/>
            <a:gdLst/>
            <a:ahLst/>
            <a:cxnLst/>
            <a:rect l="l" t="t" r="r" b="b"/>
            <a:pathLst>
              <a:path w="710347" h="197447">
                <a:moveTo>
                  <a:pt x="24158" y="197447"/>
                </a:moveTo>
                <a:lnTo>
                  <a:pt x="686189" y="197447"/>
                </a:lnTo>
                <a:lnTo>
                  <a:pt x="690048" y="197280"/>
                </a:lnTo>
                <a:lnTo>
                  <a:pt x="693571" y="196776"/>
                </a:lnTo>
                <a:lnTo>
                  <a:pt x="696758" y="195938"/>
                </a:lnTo>
                <a:lnTo>
                  <a:pt x="699610" y="194763"/>
                </a:lnTo>
                <a:lnTo>
                  <a:pt x="702126" y="193253"/>
                </a:lnTo>
                <a:lnTo>
                  <a:pt x="704307" y="191408"/>
                </a:lnTo>
                <a:lnTo>
                  <a:pt x="706153" y="189227"/>
                </a:lnTo>
                <a:lnTo>
                  <a:pt x="707662" y="186711"/>
                </a:lnTo>
                <a:lnTo>
                  <a:pt x="708837" y="183859"/>
                </a:lnTo>
                <a:lnTo>
                  <a:pt x="709676" y="180672"/>
                </a:lnTo>
                <a:lnTo>
                  <a:pt x="710179" y="177149"/>
                </a:lnTo>
                <a:lnTo>
                  <a:pt x="710347" y="173290"/>
                </a:lnTo>
                <a:lnTo>
                  <a:pt x="710347" y="24157"/>
                </a:lnTo>
                <a:lnTo>
                  <a:pt x="710179" y="20299"/>
                </a:lnTo>
                <a:lnTo>
                  <a:pt x="709676" y="16776"/>
                </a:lnTo>
                <a:lnTo>
                  <a:pt x="708837" y="13589"/>
                </a:lnTo>
                <a:lnTo>
                  <a:pt x="707662" y="10737"/>
                </a:lnTo>
                <a:lnTo>
                  <a:pt x="706153" y="8220"/>
                </a:lnTo>
                <a:lnTo>
                  <a:pt x="704307" y="6039"/>
                </a:lnTo>
                <a:lnTo>
                  <a:pt x="702126" y="4194"/>
                </a:lnTo>
                <a:lnTo>
                  <a:pt x="699610" y="2684"/>
                </a:lnTo>
                <a:lnTo>
                  <a:pt x="696758" y="1510"/>
                </a:lnTo>
                <a:lnTo>
                  <a:pt x="693571" y="671"/>
                </a:lnTo>
                <a:lnTo>
                  <a:pt x="690048" y="167"/>
                </a:lnTo>
                <a:lnTo>
                  <a:pt x="686189" y="0"/>
                </a:lnTo>
                <a:lnTo>
                  <a:pt x="24158" y="0"/>
                </a:lnTo>
                <a:lnTo>
                  <a:pt x="20299" y="167"/>
                </a:lnTo>
                <a:lnTo>
                  <a:pt x="16776" y="671"/>
                </a:lnTo>
                <a:lnTo>
                  <a:pt x="13589" y="1510"/>
                </a:lnTo>
                <a:lnTo>
                  <a:pt x="10737" y="2684"/>
                </a:lnTo>
                <a:lnTo>
                  <a:pt x="8221" y="4194"/>
                </a:lnTo>
                <a:lnTo>
                  <a:pt x="6040" y="6039"/>
                </a:lnTo>
                <a:lnTo>
                  <a:pt x="4194" y="8220"/>
                </a:lnTo>
                <a:lnTo>
                  <a:pt x="2684" y="10737"/>
                </a:lnTo>
                <a:lnTo>
                  <a:pt x="1510" y="13589"/>
                </a:lnTo>
                <a:lnTo>
                  <a:pt x="671" y="16776"/>
                </a:lnTo>
                <a:lnTo>
                  <a:pt x="168" y="20299"/>
                </a:lnTo>
                <a:lnTo>
                  <a:pt x="0" y="24157"/>
                </a:lnTo>
                <a:lnTo>
                  <a:pt x="0" y="173290"/>
                </a:lnTo>
                <a:lnTo>
                  <a:pt x="168" y="177149"/>
                </a:lnTo>
                <a:lnTo>
                  <a:pt x="671" y="180672"/>
                </a:lnTo>
                <a:lnTo>
                  <a:pt x="1510" y="183859"/>
                </a:lnTo>
                <a:lnTo>
                  <a:pt x="2684" y="186711"/>
                </a:lnTo>
                <a:lnTo>
                  <a:pt x="4194" y="189227"/>
                </a:lnTo>
                <a:lnTo>
                  <a:pt x="6040" y="191408"/>
                </a:lnTo>
                <a:lnTo>
                  <a:pt x="8221" y="193253"/>
                </a:lnTo>
                <a:lnTo>
                  <a:pt x="10737" y="194763"/>
                </a:lnTo>
                <a:lnTo>
                  <a:pt x="13589" y="195938"/>
                </a:lnTo>
                <a:lnTo>
                  <a:pt x="16776" y="196776"/>
                </a:lnTo>
                <a:lnTo>
                  <a:pt x="20299" y="197280"/>
                </a:lnTo>
                <a:lnTo>
                  <a:pt x="24158" y="197447"/>
                </a:lnTo>
                <a:close/>
              </a:path>
            </a:pathLst>
          </a:custGeom>
          <a:solidFill>
            <a:srgbClr val="FFF5C8"/>
          </a:solidFill>
          <a:ln w="1421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256668" y="7351233"/>
            <a:ext cx="707004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Panel · lift</a:t>
            </a:r>
          </a:p>
        </p:txBody>
      </p:sp>
      <p:sp>
        <p:nvSpPr>
          <p:cNvPr id="389" name="Editable path 317"/>
          <p:cNvSpPr/>
          <p:nvPr/>
        </p:nvSpPr>
        <p:spPr>
          <a:xfrm>
            <a:off x="1367393" y="8475025"/>
            <a:ext cx="889445" cy="151922"/>
          </a:xfrm>
          <a:custGeom>
            <a:avLst/>
            <a:gdLst/>
            <a:ahLst/>
            <a:cxnLst/>
            <a:rect l="l" t="t" r="r" b="b"/>
            <a:pathLst>
              <a:path w="889445" h="151922">
                <a:moveTo>
                  <a:pt x="0" y="0"/>
                </a:moveTo>
                <a:lnTo>
                  <a:pt x="889445" y="0"/>
                </a:lnTo>
                <a:lnTo>
                  <a:pt x="889445" y="151922"/>
                </a:lnTo>
                <a:lnTo>
                  <a:pt x="0" y="151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1379519" y="8460015"/>
            <a:ext cx="906723" cy="181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0.1° measured</a:t>
            </a:r>
          </a:p>
        </p:txBody>
      </p:sp>
      <p:pic>
        <p:nvPicPr>
          <p:cNvPr id="391" name="Picture 39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26976" y="7303489"/>
            <a:ext cx="2092677" cy="1327064"/>
          </a:xfrm>
          <a:prstGeom prst="rect">
            <a:avLst/>
          </a:prstGeom>
        </p:spPr>
      </p:pic>
      <p:sp>
        <p:nvSpPr>
          <p:cNvPr id="392" name="Editable path 318"/>
          <p:cNvSpPr/>
          <p:nvPr/>
        </p:nvSpPr>
        <p:spPr>
          <a:xfrm>
            <a:off x="3658978" y="7717066"/>
            <a:ext cx="167287" cy="255477"/>
          </a:xfrm>
          <a:custGeom>
            <a:avLst/>
            <a:gdLst/>
            <a:ahLst/>
            <a:cxnLst/>
            <a:rect l="l" t="t" r="r" b="b"/>
            <a:pathLst>
              <a:path w="167287" h="255477">
                <a:moveTo>
                  <a:pt x="120" y="55771"/>
                </a:moveTo>
                <a:lnTo>
                  <a:pt x="0" y="55840"/>
                </a:lnTo>
                <a:lnTo>
                  <a:pt x="963" y="52854"/>
                </a:lnTo>
                <a:lnTo>
                  <a:pt x="1616" y="1998"/>
                </a:lnTo>
                <a:lnTo>
                  <a:pt x="6113" y="0"/>
                </a:lnTo>
                <a:lnTo>
                  <a:pt x="17652" y="3777"/>
                </a:lnTo>
                <a:lnTo>
                  <a:pt x="34759" y="12020"/>
                </a:lnTo>
                <a:lnTo>
                  <a:pt x="68270" y="36943"/>
                </a:lnTo>
                <a:lnTo>
                  <a:pt x="70070" y="38508"/>
                </a:lnTo>
                <a:lnTo>
                  <a:pt x="102300" y="73442"/>
                </a:lnTo>
                <a:lnTo>
                  <a:pt x="131684" y="116232"/>
                </a:lnTo>
                <a:lnTo>
                  <a:pt x="139170" y="131950"/>
                </a:lnTo>
                <a:lnTo>
                  <a:pt x="151416" y="160724"/>
                </a:lnTo>
                <a:lnTo>
                  <a:pt x="153521" y="167743"/>
                </a:lnTo>
                <a:lnTo>
                  <a:pt x="167287" y="225870"/>
                </a:lnTo>
                <a:lnTo>
                  <a:pt x="165258" y="232198"/>
                </a:lnTo>
                <a:lnTo>
                  <a:pt x="164280" y="231499"/>
                </a:lnTo>
                <a:lnTo>
                  <a:pt x="163135" y="232291"/>
                </a:lnTo>
                <a:lnTo>
                  <a:pt x="164332" y="234069"/>
                </a:lnTo>
                <a:lnTo>
                  <a:pt x="166662" y="247096"/>
                </a:lnTo>
                <a:lnTo>
                  <a:pt x="165951" y="249346"/>
                </a:lnTo>
                <a:lnTo>
                  <a:pt x="165660" y="255477"/>
                </a:lnTo>
                <a:lnTo>
                  <a:pt x="164734" y="252879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path 319"/>
          <p:cNvSpPr/>
          <p:nvPr/>
        </p:nvSpPr>
        <p:spPr>
          <a:xfrm>
            <a:off x="3658978" y="7717066"/>
            <a:ext cx="167287" cy="255477"/>
          </a:xfrm>
          <a:custGeom>
            <a:avLst/>
            <a:gdLst/>
            <a:ahLst/>
            <a:cxnLst/>
            <a:rect l="l" t="t" r="r" b="b"/>
            <a:pathLst>
              <a:path w="167287" h="255477">
                <a:moveTo>
                  <a:pt x="120" y="55771"/>
                </a:moveTo>
                <a:lnTo>
                  <a:pt x="0" y="55840"/>
                </a:lnTo>
                <a:lnTo>
                  <a:pt x="963" y="52854"/>
                </a:lnTo>
                <a:lnTo>
                  <a:pt x="1616" y="1998"/>
                </a:lnTo>
                <a:lnTo>
                  <a:pt x="6113" y="0"/>
                </a:lnTo>
                <a:lnTo>
                  <a:pt x="17652" y="3777"/>
                </a:lnTo>
                <a:lnTo>
                  <a:pt x="34759" y="12020"/>
                </a:lnTo>
                <a:lnTo>
                  <a:pt x="68270" y="36943"/>
                </a:lnTo>
                <a:lnTo>
                  <a:pt x="70070" y="38508"/>
                </a:lnTo>
                <a:lnTo>
                  <a:pt x="102300" y="73442"/>
                </a:lnTo>
                <a:lnTo>
                  <a:pt x="131684" y="116232"/>
                </a:lnTo>
                <a:lnTo>
                  <a:pt x="139170" y="131950"/>
                </a:lnTo>
                <a:lnTo>
                  <a:pt x="151416" y="160724"/>
                </a:lnTo>
                <a:lnTo>
                  <a:pt x="153521" y="167743"/>
                </a:lnTo>
                <a:lnTo>
                  <a:pt x="167287" y="225870"/>
                </a:lnTo>
                <a:lnTo>
                  <a:pt x="165258" y="232198"/>
                </a:lnTo>
                <a:lnTo>
                  <a:pt x="164280" y="231499"/>
                </a:lnTo>
                <a:lnTo>
                  <a:pt x="163135" y="232291"/>
                </a:lnTo>
                <a:lnTo>
                  <a:pt x="164332" y="234069"/>
                </a:lnTo>
                <a:lnTo>
                  <a:pt x="166662" y="247096"/>
                </a:lnTo>
                <a:lnTo>
                  <a:pt x="165951" y="249346"/>
                </a:lnTo>
                <a:lnTo>
                  <a:pt x="165660" y="255477"/>
                </a:lnTo>
                <a:lnTo>
                  <a:pt x="164734" y="252879"/>
                </a:lnTo>
              </a:path>
            </a:pathLst>
          </a:custGeom>
          <a:noFill/>
          <a:ln w="260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path 320"/>
          <p:cNvSpPr/>
          <p:nvPr/>
        </p:nvSpPr>
        <p:spPr>
          <a:xfrm>
            <a:off x="3660642" y="7716324"/>
            <a:ext cx="164908" cy="261658"/>
          </a:xfrm>
          <a:custGeom>
            <a:avLst/>
            <a:gdLst/>
            <a:ahLst/>
            <a:cxnLst/>
            <a:rect l="l" t="t" r="r" b="b"/>
            <a:pathLst>
              <a:path w="164908" h="261658">
                <a:moveTo>
                  <a:pt x="184" y="56010"/>
                </a:moveTo>
                <a:lnTo>
                  <a:pt x="0" y="0"/>
                </a:lnTo>
                <a:lnTo>
                  <a:pt x="2465" y="738"/>
                </a:lnTo>
                <a:lnTo>
                  <a:pt x="27296" y="11106"/>
                </a:lnTo>
                <a:lnTo>
                  <a:pt x="52860" y="27407"/>
                </a:lnTo>
                <a:lnTo>
                  <a:pt x="78480" y="49992"/>
                </a:lnTo>
                <a:lnTo>
                  <a:pt x="103004" y="78756"/>
                </a:lnTo>
                <a:lnTo>
                  <a:pt x="125141" y="113153"/>
                </a:lnTo>
                <a:lnTo>
                  <a:pt x="142584" y="149777"/>
                </a:lnTo>
                <a:lnTo>
                  <a:pt x="155601" y="189227"/>
                </a:lnTo>
                <a:lnTo>
                  <a:pt x="162994" y="228022"/>
                </a:lnTo>
                <a:lnTo>
                  <a:pt x="164908" y="261658"/>
                </a:lnTo>
              </a:path>
            </a:pathLst>
          </a:custGeom>
          <a:noFill/>
          <a:ln w="61577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path 321"/>
          <p:cNvSpPr/>
          <p:nvPr/>
        </p:nvSpPr>
        <p:spPr>
          <a:xfrm>
            <a:off x="3660642" y="7716324"/>
            <a:ext cx="164908" cy="261658"/>
          </a:xfrm>
          <a:custGeom>
            <a:avLst/>
            <a:gdLst/>
            <a:ahLst/>
            <a:cxnLst/>
            <a:rect l="l" t="t" r="r" b="b"/>
            <a:pathLst>
              <a:path w="164908" h="261658">
                <a:moveTo>
                  <a:pt x="184" y="56010"/>
                </a:moveTo>
                <a:lnTo>
                  <a:pt x="0" y="0"/>
                </a:lnTo>
                <a:lnTo>
                  <a:pt x="2465" y="738"/>
                </a:lnTo>
                <a:lnTo>
                  <a:pt x="27296" y="11106"/>
                </a:lnTo>
                <a:lnTo>
                  <a:pt x="52860" y="27407"/>
                </a:lnTo>
                <a:lnTo>
                  <a:pt x="78480" y="49992"/>
                </a:lnTo>
                <a:lnTo>
                  <a:pt x="103004" y="78756"/>
                </a:lnTo>
                <a:lnTo>
                  <a:pt x="125141" y="113153"/>
                </a:lnTo>
                <a:lnTo>
                  <a:pt x="142584" y="149777"/>
                </a:lnTo>
                <a:lnTo>
                  <a:pt x="155601" y="189227"/>
                </a:lnTo>
                <a:lnTo>
                  <a:pt x="162994" y="228022"/>
                </a:lnTo>
                <a:lnTo>
                  <a:pt x="164908" y="261658"/>
                </a:lnTo>
              </a:path>
            </a:pathLst>
          </a:custGeom>
          <a:noFill/>
          <a:ln w="26052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path 322"/>
          <p:cNvSpPr/>
          <p:nvPr/>
        </p:nvSpPr>
        <p:spPr>
          <a:xfrm>
            <a:off x="3777956" y="7812832"/>
            <a:ext cx="45564" cy="117017"/>
          </a:xfrm>
          <a:custGeom>
            <a:avLst/>
            <a:gdLst/>
            <a:ahLst/>
            <a:cxnLst/>
            <a:rect l="l" t="t" r="r" b="b"/>
            <a:pathLst>
              <a:path w="45564" h="117017">
                <a:moveTo>
                  <a:pt x="0" y="0"/>
                </a:moveTo>
                <a:lnTo>
                  <a:pt x="3499" y="5616"/>
                </a:lnTo>
                <a:lnTo>
                  <a:pt x="6893" y="11329"/>
                </a:lnTo>
                <a:lnTo>
                  <a:pt x="10181" y="17134"/>
                </a:lnTo>
                <a:lnTo>
                  <a:pt x="13356" y="23024"/>
                </a:lnTo>
                <a:lnTo>
                  <a:pt x="16417" y="28994"/>
                </a:lnTo>
                <a:lnTo>
                  <a:pt x="19360" y="35035"/>
                </a:lnTo>
                <a:lnTo>
                  <a:pt x="22180" y="41143"/>
                </a:lnTo>
                <a:lnTo>
                  <a:pt x="24876" y="47308"/>
                </a:lnTo>
                <a:lnTo>
                  <a:pt x="27444" y="53526"/>
                </a:lnTo>
                <a:lnTo>
                  <a:pt x="29881" y="59789"/>
                </a:lnTo>
                <a:lnTo>
                  <a:pt x="32185" y="66090"/>
                </a:lnTo>
                <a:lnTo>
                  <a:pt x="34353" y="72422"/>
                </a:lnTo>
                <a:lnTo>
                  <a:pt x="36383" y="78777"/>
                </a:lnTo>
                <a:lnTo>
                  <a:pt x="38273" y="85150"/>
                </a:lnTo>
                <a:lnTo>
                  <a:pt x="40021" y="91532"/>
                </a:lnTo>
                <a:lnTo>
                  <a:pt x="41625" y="97917"/>
                </a:lnTo>
                <a:lnTo>
                  <a:pt x="43085" y="104297"/>
                </a:lnTo>
                <a:lnTo>
                  <a:pt x="44398" y="110666"/>
                </a:lnTo>
                <a:lnTo>
                  <a:pt x="45564" y="117017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path 323"/>
          <p:cNvSpPr/>
          <p:nvPr/>
        </p:nvSpPr>
        <p:spPr>
          <a:xfrm>
            <a:off x="3777956" y="7812832"/>
            <a:ext cx="45564" cy="117017"/>
          </a:xfrm>
          <a:custGeom>
            <a:avLst/>
            <a:gdLst/>
            <a:ahLst/>
            <a:cxnLst/>
            <a:rect l="l" t="t" r="r" b="b"/>
            <a:pathLst>
              <a:path w="45564" h="117017">
                <a:moveTo>
                  <a:pt x="0" y="0"/>
                </a:moveTo>
                <a:lnTo>
                  <a:pt x="3499" y="5616"/>
                </a:lnTo>
                <a:lnTo>
                  <a:pt x="6893" y="11329"/>
                </a:lnTo>
                <a:lnTo>
                  <a:pt x="10181" y="17134"/>
                </a:lnTo>
                <a:lnTo>
                  <a:pt x="13356" y="23024"/>
                </a:lnTo>
                <a:lnTo>
                  <a:pt x="16417" y="28994"/>
                </a:lnTo>
                <a:lnTo>
                  <a:pt x="19360" y="35035"/>
                </a:lnTo>
                <a:lnTo>
                  <a:pt x="22180" y="41143"/>
                </a:lnTo>
                <a:lnTo>
                  <a:pt x="24876" y="47308"/>
                </a:lnTo>
                <a:lnTo>
                  <a:pt x="27444" y="53526"/>
                </a:lnTo>
                <a:lnTo>
                  <a:pt x="29881" y="59789"/>
                </a:lnTo>
                <a:lnTo>
                  <a:pt x="32185" y="66090"/>
                </a:lnTo>
                <a:lnTo>
                  <a:pt x="34353" y="72422"/>
                </a:lnTo>
                <a:lnTo>
                  <a:pt x="36383" y="78777"/>
                </a:lnTo>
                <a:lnTo>
                  <a:pt x="38273" y="85150"/>
                </a:lnTo>
                <a:lnTo>
                  <a:pt x="40021" y="91532"/>
                </a:lnTo>
                <a:lnTo>
                  <a:pt x="41625" y="97917"/>
                </a:lnTo>
                <a:lnTo>
                  <a:pt x="43085" y="104297"/>
                </a:lnTo>
                <a:lnTo>
                  <a:pt x="44398" y="110666"/>
                </a:lnTo>
                <a:lnTo>
                  <a:pt x="45564" y="117017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path 324"/>
          <p:cNvSpPr/>
          <p:nvPr/>
        </p:nvSpPr>
        <p:spPr>
          <a:xfrm>
            <a:off x="3816429" y="7893463"/>
            <a:ext cx="4828" cy="24775"/>
          </a:xfrm>
          <a:custGeom>
            <a:avLst/>
            <a:gdLst/>
            <a:ahLst/>
            <a:cxnLst/>
            <a:rect l="l" t="t" r="r" b="b"/>
            <a:pathLst>
              <a:path w="4828" h="24775">
                <a:moveTo>
                  <a:pt x="4612" y="23666"/>
                </a:moveTo>
                <a:lnTo>
                  <a:pt x="4769" y="24474"/>
                </a:lnTo>
                <a:lnTo>
                  <a:pt x="4828" y="24775"/>
                </a:lnTo>
                <a:lnTo>
                  <a:pt x="4788" y="24572"/>
                </a:lnTo>
                <a:lnTo>
                  <a:pt x="4650" y="23863"/>
                </a:lnTo>
                <a:lnTo>
                  <a:pt x="4414" y="22649"/>
                </a:lnTo>
                <a:lnTo>
                  <a:pt x="4079" y="20930"/>
                </a:lnTo>
                <a:lnTo>
                  <a:pt x="3645" y="18705"/>
                </a:lnTo>
                <a:lnTo>
                  <a:pt x="3113" y="15975"/>
                </a:lnTo>
                <a:lnTo>
                  <a:pt x="2482" y="12739"/>
                </a:lnTo>
                <a:lnTo>
                  <a:pt x="1753" y="8998"/>
                </a:lnTo>
                <a:lnTo>
                  <a:pt x="926" y="4752"/>
                </a:lnTo>
                <a:lnTo>
                  <a:pt x="0" y="0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path 325"/>
          <p:cNvSpPr/>
          <p:nvPr/>
        </p:nvSpPr>
        <p:spPr>
          <a:xfrm>
            <a:off x="3816429" y="7893463"/>
            <a:ext cx="4828" cy="24775"/>
          </a:xfrm>
          <a:custGeom>
            <a:avLst/>
            <a:gdLst/>
            <a:ahLst/>
            <a:cxnLst/>
            <a:rect l="l" t="t" r="r" b="b"/>
            <a:pathLst>
              <a:path w="4828" h="24775">
                <a:moveTo>
                  <a:pt x="4612" y="23666"/>
                </a:moveTo>
                <a:lnTo>
                  <a:pt x="4769" y="24474"/>
                </a:lnTo>
                <a:lnTo>
                  <a:pt x="4828" y="24775"/>
                </a:lnTo>
                <a:lnTo>
                  <a:pt x="4788" y="24572"/>
                </a:lnTo>
                <a:lnTo>
                  <a:pt x="4650" y="23863"/>
                </a:lnTo>
                <a:lnTo>
                  <a:pt x="4414" y="22649"/>
                </a:lnTo>
                <a:lnTo>
                  <a:pt x="4079" y="20930"/>
                </a:lnTo>
                <a:lnTo>
                  <a:pt x="3645" y="18705"/>
                </a:lnTo>
                <a:lnTo>
                  <a:pt x="3113" y="15975"/>
                </a:lnTo>
                <a:lnTo>
                  <a:pt x="2482" y="12739"/>
                </a:lnTo>
                <a:lnTo>
                  <a:pt x="1753" y="8998"/>
                </a:lnTo>
                <a:lnTo>
                  <a:pt x="926" y="4752"/>
                </a:lnTo>
                <a:lnTo>
                  <a:pt x="0" y="0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path 326"/>
          <p:cNvSpPr/>
          <p:nvPr/>
        </p:nvSpPr>
        <p:spPr>
          <a:xfrm>
            <a:off x="3764737" y="7811826"/>
            <a:ext cx="74388" cy="81637"/>
          </a:xfrm>
          <a:custGeom>
            <a:avLst/>
            <a:gdLst/>
            <a:ahLst/>
            <a:cxnLst/>
            <a:rect l="l" t="t" r="r" b="b"/>
            <a:pathLst>
              <a:path w="74388" h="81637">
                <a:moveTo>
                  <a:pt x="74388" y="0"/>
                </a:moveTo>
                <a:lnTo>
                  <a:pt x="51692" y="81637"/>
                </a:lnTo>
                <a:lnTo>
                  <a:pt x="0" y="14498"/>
                </a:lnTo>
                <a:lnTo>
                  <a:pt x="74388" y="0"/>
                </a:lnTo>
                <a:close/>
              </a:path>
            </a:pathLst>
          </a:custGeom>
          <a:solidFill>
            <a:srgbClr val="FF9500"/>
          </a:solidFill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path 327"/>
          <p:cNvSpPr/>
          <p:nvPr/>
        </p:nvSpPr>
        <p:spPr>
          <a:xfrm>
            <a:off x="3764737" y="7811826"/>
            <a:ext cx="74388" cy="81637"/>
          </a:xfrm>
          <a:custGeom>
            <a:avLst/>
            <a:gdLst/>
            <a:ahLst/>
            <a:cxnLst/>
            <a:rect l="l" t="t" r="r" b="b"/>
            <a:pathLst>
              <a:path w="74388" h="81637">
                <a:moveTo>
                  <a:pt x="74388" y="0"/>
                </a:moveTo>
                <a:lnTo>
                  <a:pt x="51692" y="81637"/>
                </a:lnTo>
                <a:lnTo>
                  <a:pt x="0" y="14498"/>
                </a:lnTo>
                <a:lnTo>
                  <a:pt x="74388" y="0"/>
                </a:lnTo>
                <a:close/>
              </a:path>
            </a:pathLst>
          </a:custGeom>
          <a:solidFill>
            <a:srgbClr val="FF9500"/>
          </a:solidFill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path 328"/>
          <p:cNvSpPr/>
          <p:nvPr/>
        </p:nvSpPr>
        <p:spPr>
          <a:xfrm>
            <a:off x="2655136" y="7345686"/>
            <a:ext cx="887973" cy="197447"/>
          </a:xfrm>
          <a:custGeom>
            <a:avLst/>
            <a:gdLst/>
            <a:ahLst/>
            <a:cxnLst/>
            <a:rect l="l" t="t" r="r" b="b"/>
            <a:pathLst>
              <a:path w="887973" h="197447">
                <a:moveTo>
                  <a:pt x="24157" y="197447"/>
                </a:moveTo>
                <a:lnTo>
                  <a:pt x="863816" y="197447"/>
                </a:lnTo>
                <a:lnTo>
                  <a:pt x="867675" y="197280"/>
                </a:lnTo>
                <a:lnTo>
                  <a:pt x="871198" y="196776"/>
                </a:lnTo>
                <a:lnTo>
                  <a:pt x="874385" y="195938"/>
                </a:lnTo>
                <a:lnTo>
                  <a:pt x="877237" y="194763"/>
                </a:lnTo>
                <a:lnTo>
                  <a:pt x="879753" y="193253"/>
                </a:lnTo>
                <a:lnTo>
                  <a:pt x="881934" y="191408"/>
                </a:lnTo>
                <a:lnTo>
                  <a:pt x="883779" y="189227"/>
                </a:lnTo>
                <a:lnTo>
                  <a:pt x="885289" y="186711"/>
                </a:lnTo>
                <a:lnTo>
                  <a:pt x="886464" y="183859"/>
                </a:lnTo>
                <a:lnTo>
                  <a:pt x="887302" y="180672"/>
                </a:lnTo>
                <a:lnTo>
                  <a:pt x="887806" y="177149"/>
                </a:lnTo>
                <a:lnTo>
                  <a:pt x="887973" y="173290"/>
                </a:lnTo>
                <a:lnTo>
                  <a:pt x="887973" y="24157"/>
                </a:lnTo>
                <a:lnTo>
                  <a:pt x="887806" y="20299"/>
                </a:lnTo>
                <a:lnTo>
                  <a:pt x="887302" y="16776"/>
                </a:lnTo>
                <a:lnTo>
                  <a:pt x="886464" y="13589"/>
                </a:lnTo>
                <a:lnTo>
                  <a:pt x="885289" y="10737"/>
                </a:lnTo>
                <a:lnTo>
                  <a:pt x="883779" y="8220"/>
                </a:lnTo>
                <a:lnTo>
                  <a:pt x="881934" y="6039"/>
                </a:lnTo>
                <a:lnTo>
                  <a:pt x="879753" y="4194"/>
                </a:lnTo>
                <a:lnTo>
                  <a:pt x="877237" y="2684"/>
                </a:lnTo>
                <a:lnTo>
                  <a:pt x="874385" y="1510"/>
                </a:lnTo>
                <a:lnTo>
                  <a:pt x="871198" y="671"/>
                </a:lnTo>
                <a:lnTo>
                  <a:pt x="867675" y="167"/>
                </a:lnTo>
                <a:lnTo>
                  <a:pt x="863816" y="0"/>
                </a:lnTo>
                <a:lnTo>
                  <a:pt x="24157" y="0"/>
                </a:lnTo>
                <a:lnTo>
                  <a:pt x="20299" y="167"/>
                </a:lnTo>
                <a:lnTo>
                  <a:pt x="16776" y="671"/>
                </a:lnTo>
                <a:lnTo>
                  <a:pt x="13589" y="1510"/>
                </a:lnTo>
                <a:lnTo>
                  <a:pt x="10737" y="2684"/>
                </a:lnTo>
                <a:lnTo>
                  <a:pt x="8220" y="4194"/>
                </a:lnTo>
                <a:lnTo>
                  <a:pt x="6039" y="6039"/>
                </a:lnTo>
                <a:lnTo>
                  <a:pt x="4194" y="8220"/>
                </a:lnTo>
                <a:lnTo>
                  <a:pt x="2684" y="10737"/>
                </a:lnTo>
                <a:lnTo>
                  <a:pt x="1510" y="13589"/>
                </a:lnTo>
                <a:lnTo>
                  <a:pt x="671" y="16776"/>
                </a:lnTo>
                <a:lnTo>
                  <a:pt x="168" y="20299"/>
                </a:lnTo>
                <a:lnTo>
                  <a:pt x="0" y="24157"/>
                </a:lnTo>
                <a:lnTo>
                  <a:pt x="0" y="173290"/>
                </a:lnTo>
                <a:lnTo>
                  <a:pt x="168" y="177149"/>
                </a:lnTo>
                <a:lnTo>
                  <a:pt x="671" y="180672"/>
                </a:lnTo>
                <a:lnTo>
                  <a:pt x="1510" y="183859"/>
                </a:lnTo>
                <a:lnTo>
                  <a:pt x="2684" y="186711"/>
                </a:lnTo>
                <a:lnTo>
                  <a:pt x="4194" y="189227"/>
                </a:lnTo>
                <a:lnTo>
                  <a:pt x="6039" y="191408"/>
                </a:lnTo>
                <a:lnTo>
                  <a:pt x="8220" y="193253"/>
                </a:lnTo>
                <a:lnTo>
                  <a:pt x="10737" y="194763"/>
                </a:lnTo>
                <a:lnTo>
                  <a:pt x="13589" y="195938"/>
                </a:lnTo>
                <a:lnTo>
                  <a:pt x="16776" y="196776"/>
                </a:lnTo>
                <a:lnTo>
                  <a:pt x="20299" y="197280"/>
                </a:lnTo>
                <a:lnTo>
                  <a:pt x="24157" y="197447"/>
                </a:lnTo>
                <a:close/>
              </a:path>
            </a:pathLst>
          </a:custGeom>
          <a:solidFill>
            <a:srgbClr val="FFF5C8"/>
          </a:solidFill>
          <a:ln w="1421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2679293" y="7351233"/>
            <a:ext cx="885767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Panel · rotate</a:t>
            </a:r>
          </a:p>
        </p:txBody>
      </p:sp>
      <p:sp>
        <p:nvSpPr>
          <p:cNvPr id="404" name="Editable path 329"/>
          <p:cNvSpPr/>
          <p:nvPr/>
        </p:nvSpPr>
        <p:spPr>
          <a:xfrm>
            <a:off x="3714527" y="8475025"/>
            <a:ext cx="964936" cy="151922"/>
          </a:xfrm>
          <a:custGeom>
            <a:avLst/>
            <a:gdLst/>
            <a:ahLst/>
            <a:cxnLst/>
            <a:rect l="l" t="t" r="r" b="b"/>
            <a:pathLst>
              <a:path w="964936" h="151922">
                <a:moveTo>
                  <a:pt x="0" y="0"/>
                </a:moveTo>
                <a:lnTo>
                  <a:pt x="964936" y="0"/>
                </a:lnTo>
                <a:lnTo>
                  <a:pt x="964936" y="151922"/>
                </a:lnTo>
                <a:lnTo>
                  <a:pt x="0" y="151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3726652" y="8460015"/>
            <a:ext cx="982510" cy="181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45.0° measured</a:t>
            </a:r>
          </a:p>
        </p:txBody>
      </p:sp>
      <p:pic>
        <p:nvPicPr>
          <p:cNvPr id="406" name="Picture 40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49601" y="7303489"/>
            <a:ext cx="2092677" cy="1327064"/>
          </a:xfrm>
          <a:prstGeom prst="rect">
            <a:avLst/>
          </a:prstGeom>
        </p:spPr>
      </p:pic>
      <p:sp>
        <p:nvSpPr>
          <p:cNvPr id="407" name="Editable path 330"/>
          <p:cNvSpPr/>
          <p:nvPr/>
        </p:nvSpPr>
        <p:spPr>
          <a:xfrm>
            <a:off x="6081603" y="7717066"/>
            <a:ext cx="167286" cy="255477"/>
          </a:xfrm>
          <a:custGeom>
            <a:avLst/>
            <a:gdLst/>
            <a:ahLst/>
            <a:cxnLst/>
            <a:rect l="l" t="t" r="r" b="b"/>
            <a:pathLst>
              <a:path w="167286" h="255477">
                <a:moveTo>
                  <a:pt x="120" y="55771"/>
                </a:moveTo>
                <a:lnTo>
                  <a:pt x="0" y="55840"/>
                </a:lnTo>
                <a:lnTo>
                  <a:pt x="963" y="52854"/>
                </a:lnTo>
                <a:lnTo>
                  <a:pt x="1616" y="1998"/>
                </a:lnTo>
                <a:lnTo>
                  <a:pt x="6113" y="0"/>
                </a:lnTo>
                <a:lnTo>
                  <a:pt x="17652" y="3777"/>
                </a:lnTo>
                <a:lnTo>
                  <a:pt x="34758" y="12020"/>
                </a:lnTo>
                <a:lnTo>
                  <a:pt x="68270" y="36943"/>
                </a:lnTo>
                <a:lnTo>
                  <a:pt x="70070" y="38508"/>
                </a:lnTo>
                <a:lnTo>
                  <a:pt x="102299" y="73442"/>
                </a:lnTo>
                <a:lnTo>
                  <a:pt x="131684" y="116232"/>
                </a:lnTo>
                <a:lnTo>
                  <a:pt x="139169" y="131950"/>
                </a:lnTo>
                <a:lnTo>
                  <a:pt x="151415" y="160724"/>
                </a:lnTo>
                <a:lnTo>
                  <a:pt x="153521" y="167743"/>
                </a:lnTo>
                <a:lnTo>
                  <a:pt x="167286" y="225870"/>
                </a:lnTo>
                <a:lnTo>
                  <a:pt x="165258" y="232198"/>
                </a:lnTo>
                <a:lnTo>
                  <a:pt x="164280" y="231499"/>
                </a:lnTo>
                <a:lnTo>
                  <a:pt x="163135" y="232291"/>
                </a:lnTo>
                <a:lnTo>
                  <a:pt x="164332" y="234069"/>
                </a:lnTo>
                <a:lnTo>
                  <a:pt x="166661" y="247096"/>
                </a:lnTo>
                <a:lnTo>
                  <a:pt x="165950" y="249346"/>
                </a:lnTo>
                <a:lnTo>
                  <a:pt x="165660" y="255477"/>
                </a:lnTo>
                <a:lnTo>
                  <a:pt x="164734" y="252879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path 331"/>
          <p:cNvSpPr/>
          <p:nvPr/>
        </p:nvSpPr>
        <p:spPr>
          <a:xfrm>
            <a:off x="6081603" y="7717066"/>
            <a:ext cx="167286" cy="255477"/>
          </a:xfrm>
          <a:custGeom>
            <a:avLst/>
            <a:gdLst/>
            <a:ahLst/>
            <a:cxnLst/>
            <a:rect l="l" t="t" r="r" b="b"/>
            <a:pathLst>
              <a:path w="167286" h="255477">
                <a:moveTo>
                  <a:pt x="120" y="55771"/>
                </a:moveTo>
                <a:lnTo>
                  <a:pt x="0" y="55840"/>
                </a:lnTo>
                <a:lnTo>
                  <a:pt x="963" y="52854"/>
                </a:lnTo>
                <a:lnTo>
                  <a:pt x="1616" y="1998"/>
                </a:lnTo>
                <a:lnTo>
                  <a:pt x="6113" y="0"/>
                </a:lnTo>
                <a:lnTo>
                  <a:pt x="17652" y="3777"/>
                </a:lnTo>
                <a:lnTo>
                  <a:pt x="34758" y="12020"/>
                </a:lnTo>
                <a:lnTo>
                  <a:pt x="68270" y="36943"/>
                </a:lnTo>
                <a:lnTo>
                  <a:pt x="70070" y="38508"/>
                </a:lnTo>
                <a:lnTo>
                  <a:pt x="102299" y="73442"/>
                </a:lnTo>
                <a:lnTo>
                  <a:pt x="131684" y="116232"/>
                </a:lnTo>
                <a:lnTo>
                  <a:pt x="139169" y="131950"/>
                </a:lnTo>
                <a:lnTo>
                  <a:pt x="151415" y="160724"/>
                </a:lnTo>
                <a:lnTo>
                  <a:pt x="153521" y="167743"/>
                </a:lnTo>
                <a:lnTo>
                  <a:pt x="167286" y="225870"/>
                </a:lnTo>
                <a:lnTo>
                  <a:pt x="165258" y="232198"/>
                </a:lnTo>
                <a:lnTo>
                  <a:pt x="164280" y="231499"/>
                </a:lnTo>
                <a:lnTo>
                  <a:pt x="163135" y="232291"/>
                </a:lnTo>
                <a:lnTo>
                  <a:pt x="164332" y="234069"/>
                </a:lnTo>
                <a:lnTo>
                  <a:pt x="166661" y="247096"/>
                </a:lnTo>
                <a:lnTo>
                  <a:pt x="165950" y="249346"/>
                </a:lnTo>
                <a:lnTo>
                  <a:pt x="165660" y="255477"/>
                </a:lnTo>
                <a:lnTo>
                  <a:pt x="164734" y="252879"/>
                </a:lnTo>
              </a:path>
            </a:pathLst>
          </a:custGeom>
          <a:noFill/>
          <a:ln w="260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path 332"/>
          <p:cNvSpPr/>
          <p:nvPr/>
        </p:nvSpPr>
        <p:spPr>
          <a:xfrm>
            <a:off x="6083267" y="7716324"/>
            <a:ext cx="164908" cy="261658"/>
          </a:xfrm>
          <a:custGeom>
            <a:avLst/>
            <a:gdLst/>
            <a:ahLst/>
            <a:cxnLst/>
            <a:rect l="l" t="t" r="r" b="b"/>
            <a:pathLst>
              <a:path w="164908" h="261658">
                <a:moveTo>
                  <a:pt x="184" y="56010"/>
                </a:moveTo>
                <a:lnTo>
                  <a:pt x="0" y="0"/>
                </a:lnTo>
                <a:lnTo>
                  <a:pt x="2465" y="738"/>
                </a:lnTo>
                <a:lnTo>
                  <a:pt x="27295" y="11106"/>
                </a:lnTo>
                <a:lnTo>
                  <a:pt x="52860" y="27407"/>
                </a:lnTo>
                <a:lnTo>
                  <a:pt x="78480" y="49992"/>
                </a:lnTo>
                <a:lnTo>
                  <a:pt x="103004" y="78756"/>
                </a:lnTo>
                <a:lnTo>
                  <a:pt x="125140" y="113153"/>
                </a:lnTo>
                <a:lnTo>
                  <a:pt x="142584" y="149777"/>
                </a:lnTo>
                <a:lnTo>
                  <a:pt x="155600" y="189227"/>
                </a:lnTo>
                <a:lnTo>
                  <a:pt x="162994" y="228022"/>
                </a:lnTo>
                <a:lnTo>
                  <a:pt x="164908" y="261658"/>
                </a:lnTo>
              </a:path>
            </a:pathLst>
          </a:custGeom>
          <a:noFill/>
          <a:ln w="61577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path 333"/>
          <p:cNvSpPr/>
          <p:nvPr/>
        </p:nvSpPr>
        <p:spPr>
          <a:xfrm>
            <a:off x="6083267" y="7716324"/>
            <a:ext cx="164908" cy="261658"/>
          </a:xfrm>
          <a:custGeom>
            <a:avLst/>
            <a:gdLst/>
            <a:ahLst/>
            <a:cxnLst/>
            <a:rect l="l" t="t" r="r" b="b"/>
            <a:pathLst>
              <a:path w="164908" h="261658">
                <a:moveTo>
                  <a:pt x="184" y="56010"/>
                </a:moveTo>
                <a:lnTo>
                  <a:pt x="0" y="0"/>
                </a:lnTo>
                <a:lnTo>
                  <a:pt x="2465" y="738"/>
                </a:lnTo>
                <a:lnTo>
                  <a:pt x="27295" y="11106"/>
                </a:lnTo>
                <a:lnTo>
                  <a:pt x="52860" y="27407"/>
                </a:lnTo>
                <a:lnTo>
                  <a:pt x="78480" y="49992"/>
                </a:lnTo>
                <a:lnTo>
                  <a:pt x="103004" y="78756"/>
                </a:lnTo>
                <a:lnTo>
                  <a:pt x="125140" y="113153"/>
                </a:lnTo>
                <a:lnTo>
                  <a:pt x="142584" y="149777"/>
                </a:lnTo>
                <a:lnTo>
                  <a:pt x="155600" y="189227"/>
                </a:lnTo>
                <a:lnTo>
                  <a:pt x="162994" y="228022"/>
                </a:lnTo>
                <a:lnTo>
                  <a:pt x="164908" y="261658"/>
                </a:lnTo>
              </a:path>
            </a:pathLst>
          </a:custGeom>
          <a:noFill/>
          <a:ln w="26052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path 334"/>
          <p:cNvSpPr/>
          <p:nvPr/>
        </p:nvSpPr>
        <p:spPr>
          <a:xfrm>
            <a:off x="6218076" y="7850681"/>
            <a:ext cx="28232" cy="119283"/>
          </a:xfrm>
          <a:custGeom>
            <a:avLst/>
            <a:gdLst/>
            <a:ahLst/>
            <a:cxnLst/>
            <a:rect l="l" t="t" r="r" b="b"/>
            <a:pathLst>
              <a:path w="28232" h="119283">
                <a:moveTo>
                  <a:pt x="0" y="0"/>
                </a:moveTo>
                <a:lnTo>
                  <a:pt x="2734" y="6149"/>
                </a:lnTo>
                <a:lnTo>
                  <a:pt x="5342" y="12353"/>
                </a:lnTo>
                <a:lnTo>
                  <a:pt x="7819" y="18603"/>
                </a:lnTo>
                <a:lnTo>
                  <a:pt x="10165" y="24893"/>
                </a:lnTo>
                <a:lnTo>
                  <a:pt x="12376" y="31217"/>
                </a:lnTo>
                <a:lnTo>
                  <a:pt x="14449" y="37566"/>
                </a:lnTo>
                <a:lnTo>
                  <a:pt x="16383" y="43935"/>
                </a:lnTo>
                <a:lnTo>
                  <a:pt x="18176" y="50315"/>
                </a:lnTo>
                <a:lnTo>
                  <a:pt x="19827" y="56700"/>
                </a:lnTo>
                <a:lnTo>
                  <a:pt x="21333" y="63082"/>
                </a:lnTo>
                <a:lnTo>
                  <a:pt x="22692" y="69456"/>
                </a:lnTo>
                <a:lnTo>
                  <a:pt x="23906" y="75812"/>
                </a:lnTo>
                <a:lnTo>
                  <a:pt x="24971" y="82146"/>
                </a:lnTo>
                <a:lnTo>
                  <a:pt x="25888" y="88449"/>
                </a:lnTo>
                <a:lnTo>
                  <a:pt x="26655" y="94716"/>
                </a:lnTo>
                <a:lnTo>
                  <a:pt x="27274" y="100939"/>
                </a:lnTo>
                <a:lnTo>
                  <a:pt x="27743" y="107113"/>
                </a:lnTo>
                <a:lnTo>
                  <a:pt x="28062" y="113229"/>
                </a:lnTo>
                <a:lnTo>
                  <a:pt x="28232" y="119283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path 335"/>
          <p:cNvSpPr/>
          <p:nvPr/>
        </p:nvSpPr>
        <p:spPr>
          <a:xfrm>
            <a:off x="6218076" y="7850681"/>
            <a:ext cx="28232" cy="119283"/>
          </a:xfrm>
          <a:custGeom>
            <a:avLst/>
            <a:gdLst/>
            <a:ahLst/>
            <a:cxnLst/>
            <a:rect l="l" t="t" r="r" b="b"/>
            <a:pathLst>
              <a:path w="28232" h="119283">
                <a:moveTo>
                  <a:pt x="0" y="0"/>
                </a:moveTo>
                <a:lnTo>
                  <a:pt x="2734" y="6149"/>
                </a:lnTo>
                <a:lnTo>
                  <a:pt x="5342" y="12353"/>
                </a:lnTo>
                <a:lnTo>
                  <a:pt x="7819" y="18603"/>
                </a:lnTo>
                <a:lnTo>
                  <a:pt x="10165" y="24893"/>
                </a:lnTo>
                <a:lnTo>
                  <a:pt x="12376" y="31217"/>
                </a:lnTo>
                <a:lnTo>
                  <a:pt x="14449" y="37566"/>
                </a:lnTo>
                <a:lnTo>
                  <a:pt x="16383" y="43935"/>
                </a:lnTo>
                <a:lnTo>
                  <a:pt x="18176" y="50315"/>
                </a:lnTo>
                <a:lnTo>
                  <a:pt x="19827" y="56700"/>
                </a:lnTo>
                <a:lnTo>
                  <a:pt x="21333" y="63082"/>
                </a:lnTo>
                <a:lnTo>
                  <a:pt x="22692" y="69456"/>
                </a:lnTo>
                <a:lnTo>
                  <a:pt x="23906" y="75812"/>
                </a:lnTo>
                <a:lnTo>
                  <a:pt x="24971" y="82146"/>
                </a:lnTo>
                <a:lnTo>
                  <a:pt x="25888" y="88449"/>
                </a:lnTo>
                <a:lnTo>
                  <a:pt x="26655" y="94716"/>
                </a:lnTo>
                <a:lnTo>
                  <a:pt x="27274" y="100939"/>
                </a:lnTo>
                <a:lnTo>
                  <a:pt x="27743" y="107113"/>
                </a:lnTo>
                <a:lnTo>
                  <a:pt x="28062" y="113229"/>
                </a:lnTo>
                <a:lnTo>
                  <a:pt x="28232" y="119283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path 336"/>
          <p:cNvSpPr/>
          <p:nvPr/>
        </p:nvSpPr>
        <p:spPr>
          <a:xfrm>
            <a:off x="6244818" y="7932922"/>
            <a:ext cx="1041" cy="25871"/>
          </a:xfrm>
          <a:custGeom>
            <a:avLst/>
            <a:gdLst/>
            <a:ahLst/>
            <a:cxnLst/>
            <a:rect l="l" t="t" r="r" b="b"/>
            <a:pathLst>
              <a:path w="1041" h="25871">
                <a:moveTo>
                  <a:pt x="1001" y="24872"/>
                </a:moveTo>
                <a:lnTo>
                  <a:pt x="1032" y="25628"/>
                </a:lnTo>
                <a:lnTo>
                  <a:pt x="1041" y="25871"/>
                </a:lnTo>
                <a:lnTo>
                  <a:pt x="1030" y="25599"/>
                </a:lnTo>
                <a:lnTo>
                  <a:pt x="999" y="24812"/>
                </a:lnTo>
                <a:lnTo>
                  <a:pt x="946" y="23511"/>
                </a:lnTo>
                <a:lnTo>
                  <a:pt x="873" y="21696"/>
                </a:lnTo>
                <a:lnTo>
                  <a:pt x="779" y="19366"/>
                </a:lnTo>
                <a:lnTo>
                  <a:pt x="665" y="16522"/>
                </a:lnTo>
                <a:lnTo>
                  <a:pt x="530" y="13163"/>
                </a:lnTo>
                <a:lnTo>
                  <a:pt x="374" y="9290"/>
                </a:lnTo>
                <a:lnTo>
                  <a:pt x="197" y="4902"/>
                </a:lnTo>
                <a:lnTo>
                  <a:pt x="0" y="0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path 337"/>
          <p:cNvSpPr/>
          <p:nvPr/>
        </p:nvSpPr>
        <p:spPr>
          <a:xfrm>
            <a:off x="6244818" y="7932922"/>
            <a:ext cx="1041" cy="25871"/>
          </a:xfrm>
          <a:custGeom>
            <a:avLst/>
            <a:gdLst/>
            <a:ahLst/>
            <a:cxnLst/>
            <a:rect l="l" t="t" r="r" b="b"/>
            <a:pathLst>
              <a:path w="1041" h="25871">
                <a:moveTo>
                  <a:pt x="1001" y="24872"/>
                </a:moveTo>
                <a:lnTo>
                  <a:pt x="1032" y="25628"/>
                </a:lnTo>
                <a:lnTo>
                  <a:pt x="1041" y="25871"/>
                </a:lnTo>
                <a:lnTo>
                  <a:pt x="1030" y="25599"/>
                </a:lnTo>
                <a:lnTo>
                  <a:pt x="999" y="24812"/>
                </a:lnTo>
                <a:lnTo>
                  <a:pt x="946" y="23511"/>
                </a:lnTo>
                <a:lnTo>
                  <a:pt x="873" y="21696"/>
                </a:lnTo>
                <a:lnTo>
                  <a:pt x="779" y="19366"/>
                </a:lnTo>
                <a:lnTo>
                  <a:pt x="665" y="16522"/>
                </a:lnTo>
                <a:lnTo>
                  <a:pt x="530" y="13163"/>
                </a:lnTo>
                <a:lnTo>
                  <a:pt x="374" y="9290"/>
                </a:lnTo>
                <a:lnTo>
                  <a:pt x="197" y="4902"/>
                </a:lnTo>
                <a:lnTo>
                  <a:pt x="0" y="0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path 338"/>
          <p:cNvSpPr/>
          <p:nvPr/>
        </p:nvSpPr>
        <p:spPr>
          <a:xfrm>
            <a:off x="6203906" y="7855672"/>
            <a:ext cx="75727" cy="77250"/>
          </a:xfrm>
          <a:custGeom>
            <a:avLst/>
            <a:gdLst/>
            <a:ahLst/>
            <a:cxnLst/>
            <a:rect l="l" t="t" r="r" b="b"/>
            <a:pathLst>
              <a:path w="75727" h="77250">
                <a:moveTo>
                  <a:pt x="75727" y="0"/>
                </a:moveTo>
                <a:lnTo>
                  <a:pt x="40912" y="77250"/>
                </a:lnTo>
                <a:lnTo>
                  <a:pt x="0" y="3048"/>
                </a:lnTo>
                <a:lnTo>
                  <a:pt x="75727" y="0"/>
                </a:lnTo>
                <a:close/>
              </a:path>
            </a:pathLst>
          </a:custGeom>
          <a:solidFill>
            <a:srgbClr val="FF9500"/>
          </a:solidFill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path 339"/>
          <p:cNvSpPr/>
          <p:nvPr/>
        </p:nvSpPr>
        <p:spPr>
          <a:xfrm>
            <a:off x="6203906" y="7855672"/>
            <a:ext cx="75727" cy="77250"/>
          </a:xfrm>
          <a:custGeom>
            <a:avLst/>
            <a:gdLst/>
            <a:ahLst/>
            <a:cxnLst/>
            <a:rect l="l" t="t" r="r" b="b"/>
            <a:pathLst>
              <a:path w="75727" h="77250">
                <a:moveTo>
                  <a:pt x="75727" y="0"/>
                </a:moveTo>
                <a:lnTo>
                  <a:pt x="40912" y="77250"/>
                </a:lnTo>
                <a:lnTo>
                  <a:pt x="0" y="3048"/>
                </a:lnTo>
                <a:lnTo>
                  <a:pt x="75727" y="0"/>
                </a:lnTo>
                <a:close/>
              </a:path>
            </a:pathLst>
          </a:custGeom>
          <a:solidFill>
            <a:srgbClr val="FF9500"/>
          </a:solidFill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path 340"/>
          <p:cNvSpPr/>
          <p:nvPr/>
        </p:nvSpPr>
        <p:spPr>
          <a:xfrm>
            <a:off x="5077761" y="7345686"/>
            <a:ext cx="808041" cy="197447"/>
          </a:xfrm>
          <a:custGeom>
            <a:avLst/>
            <a:gdLst/>
            <a:ahLst/>
            <a:cxnLst/>
            <a:rect l="l" t="t" r="r" b="b"/>
            <a:pathLst>
              <a:path w="808041" h="197447">
                <a:moveTo>
                  <a:pt x="24157" y="197447"/>
                </a:moveTo>
                <a:lnTo>
                  <a:pt x="783884" y="197447"/>
                </a:lnTo>
                <a:lnTo>
                  <a:pt x="787742" y="197280"/>
                </a:lnTo>
                <a:lnTo>
                  <a:pt x="791265" y="196776"/>
                </a:lnTo>
                <a:lnTo>
                  <a:pt x="794453" y="195938"/>
                </a:lnTo>
                <a:lnTo>
                  <a:pt x="797304" y="194763"/>
                </a:lnTo>
                <a:lnTo>
                  <a:pt x="799821" y="193253"/>
                </a:lnTo>
                <a:lnTo>
                  <a:pt x="802002" y="191408"/>
                </a:lnTo>
                <a:lnTo>
                  <a:pt x="803847" y="189227"/>
                </a:lnTo>
                <a:lnTo>
                  <a:pt x="805357" y="186711"/>
                </a:lnTo>
                <a:lnTo>
                  <a:pt x="806531" y="183859"/>
                </a:lnTo>
                <a:lnTo>
                  <a:pt x="807370" y="180672"/>
                </a:lnTo>
                <a:lnTo>
                  <a:pt x="807873" y="177149"/>
                </a:lnTo>
                <a:lnTo>
                  <a:pt x="808041" y="173290"/>
                </a:lnTo>
                <a:lnTo>
                  <a:pt x="808041" y="24157"/>
                </a:lnTo>
                <a:lnTo>
                  <a:pt x="807873" y="20299"/>
                </a:lnTo>
                <a:lnTo>
                  <a:pt x="807370" y="16776"/>
                </a:lnTo>
                <a:lnTo>
                  <a:pt x="806531" y="13589"/>
                </a:lnTo>
                <a:lnTo>
                  <a:pt x="805357" y="10737"/>
                </a:lnTo>
                <a:lnTo>
                  <a:pt x="803847" y="8220"/>
                </a:lnTo>
                <a:lnTo>
                  <a:pt x="802002" y="6039"/>
                </a:lnTo>
                <a:lnTo>
                  <a:pt x="799821" y="4194"/>
                </a:lnTo>
                <a:lnTo>
                  <a:pt x="797304" y="2684"/>
                </a:lnTo>
                <a:lnTo>
                  <a:pt x="794453" y="1510"/>
                </a:lnTo>
                <a:lnTo>
                  <a:pt x="791265" y="671"/>
                </a:lnTo>
                <a:lnTo>
                  <a:pt x="787742" y="167"/>
                </a:lnTo>
                <a:lnTo>
                  <a:pt x="783884" y="0"/>
                </a:lnTo>
                <a:lnTo>
                  <a:pt x="24157" y="0"/>
                </a:lnTo>
                <a:lnTo>
                  <a:pt x="20299" y="167"/>
                </a:lnTo>
                <a:lnTo>
                  <a:pt x="16776" y="671"/>
                </a:lnTo>
                <a:lnTo>
                  <a:pt x="13588" y="1510"/>
                </a:lnTo>
                <a:lnTo>
                  <a:pt x="10736" y="2684"/>
                </a:lnTo>
                <a:lnTo>
                  <a:pt x="8220" y="4194"/>
                </a:lnTo>
                <a:lnTo>
                  <a:pt x="6039" y="6039"/>
                </a:lnTo>
                <a:lnTo>
                  <a:pt x="4194" y="8220"/>
                </a:lnTo>
                <a:lnTo>
                  <a:pt x="2684" y="10737"/>
                </a:lnTo>
                <a:lnTo>
                  <a:pt x="1510" y="13589"/>
                </a:lnTo>
                <a:lnTo>
                  <a:pt x="671" y="16776"/>
                </a:lnTo>
                <a:lnTo>
                  <a:pt x="167" y="20299"/>
                </a:lnTo>
                <a:lnTo>
                  <a:pt x="0" y="24157"/>
                </a:lnTo>
                <a:lnTo>
                  <a:pt x="0" y="173290"/>
                </a:lnTo>
                <a:lnTo>
                  <a:pt x="167" y="177149"/>
                </a:lnTo>
                <a:lnTo>
                  <a:pt x="671" y="180672"/>
                </a:lnTo>
                <a:lnTo>
                  <a:pt x="1510" y="183859"/>
                </a:lnTo>
                <a:lnTo>
                  <a:pt x="2684" y="186711"/>
                </a:lnTo>
                <a:lnTo>
                  <a:pt x="4194" y="189227"/>
                </a:lnTo>
                <a:lnTo>
                  <a:pt x="6039" y="191408"/>
                </a:lnTo>
                <a:lnTo>
                  <a:pt x="8220" y="193253"/>
                </a:lnTo>
                <a:lnTo>
                  <a:pt x="10736" y="194763"/>
                </a:lnTo>
                <a:lnTo>
                  <a:pt x="13588" y="195938"/>
                </a:lnTo>
                <a:lnTo>
                  <a:pt x="16776" y="196776"/>
                </a:lnTo>
                <a:lnTo>
                  <a:pt x="20299" y="197280"/>
                </a:lnTo>
                <a:lnTo>
                  <a:pt x="24157" y="197447"/>
                </a:lnTo>
                <a:close/>
              </a:path>
            </a:pathLst>
          </a:custGeom>
          <a:solidFill>
            <a:srgbClr val="FFF5C8"/>
          </a:solidFill>
          <a:ln w="1421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5101918" y="7351233"/>
            <a:ext cx="805404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Panel · hold</a:t>
            </a:r>
          </a:p>
        </p:txBody>
      </p:sp>
      <p:sp>
        <p:nvSpPr>
          <p:cNvPr id="419" name="Editable path 341"/>
          <p:cNvSpPr/>
          <p:nvPr/>
        </p:nvSpPr>
        <p:spPr>
          <a:xfrm>
            <a:off x="6137151" y="8475025"/>
            <a:ext cx="964937" cy="151922"/>
          </a:xfrm>
          <a:custGeom>
            <a:avLst/>
            <a:gdLst/>
            <a:ahLst/>
            <a:cxnLst/>
            <a:rect l="l" t="t" r="r" b="b"/>
            <a:pathLst>
              <a:path w="964937" h="151922">
                <a:moveTo>
                  <a:pt x="0" y="0"/>
                </a:moveTo>
                <a:lnTo>
                  <a:pt x="964937" y="0"/>
                </a:lnTo>
                <a:lnTo>
                  <a:pt x="964937" y="151922"/>
                </a:lnTo>
                <a:lnTo>
                  <a:pt x="0" y="151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6149277" y="8460015"/>
            <a:ext cx="982511" cy="181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88.3° measured</a:t>
            </a:r>
          </a:p>
        </p:txBody>
      </p:sp>
      <p:pic>
        <p:nvPicPr>
          <p:cNvPr id="421" name="Picture 42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2225" y="7303489"/>
            <a:ext cx="2092677" cy="1327064"/>
          </a:xfrm>
          <a:prstGeom prst="rect">
            <a:avLst/>
          </a:prstGeom>
        </p:spPr>
      </p:pic>
      <p:sp>
        <p:nvSpPr>
          <p:cNvPr id="422" name="Editable path 342"/>
          <p:cNvSpPr/>
          <p:nvPr/>
        </p:nvSpPr>
        <p:spPr>
          <a:xfrm>
            <a:off x="8518109" y="7749895"/>
            <a:ext cx="24214" cy="55864"/>
          </a:xfrm>
          <a:custGeom>
            <a:avLst/>
            <a:gdLst/>
            <a:ahLst/>
            <a:cxnLst/>
            <a:rect l="l" t="t" r="r" b="b"/>
            <a:pathLst>
              <a:path w="24214" h="55864">
                <a:moveTo>
                  <a:pt x="673" y="55864"/>
                </a:moveTo>
                <a:lnTo>
                  <a:pt x="0" y="54496"/>
                </a:lnTo>
                <a:lnTo>
                  <a:pt x="209" y="53814"/>
                </a:lnTo>
                <a:lnTo>
                  <a:pt x="684" y="15681"/>
                </a:lnTo>
                <a:lnTo>
                  <a:pt x="76" y="0"/>
                </a:lnTo>
                <a:lnTo>
                  <a:pt x="2028" y="831"/>
                </a:lnTo>
                <a:lnTo>
                  <a:pt x="16210" y="7625"/>
                </a:lnTo>
                <a:lnTo>
                  <a:pt x="24214" y="12830"/>
                </a:lnTo>
                <a:lnTo>
                  <a:pt x="23915" y="12841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path 343"/>
          <p:cNvSpPr/>
          <p:nvPr/>
        </p:nvSpPr>
        <p:spPr>
          <a:xfrm>
            <a:off x="8518109" y="7749895"/>
            <a:ext cx="24214" cy="55864"/>
          </a:xfrm>
          <a:custGeom>
            <a:avLst/>
            <a:gdLst/>
            <a:ahLst/>
            <a:cxnLst/>
            <a:rect l="l" t="t" r="r" b="b"/>
            <a:pathLst>
              <a:path w="24214" h="55864">
                <a:moveTo>
                  <a:pt x="673" y="55864"/>
                </a:moveTo>
                <a:lnTo>
                  <a:pt x="0" y="54496"/>
                </a:lnTo>
                <a:lnTo>
                  <a:pt x="209" y="53814"/>
                </a:lnTo>
                <a:lnTo>
                  <a:pt x="684" y="15681"/>
                </a:lnTo>
                <a:lnTo>
                  <a:pt x="76" y="0"/>
                </a:lnTo>
                <a:lnTo>
                  <a:pt x="2028" y="831"/>
                </a:lnTo>
                <a:lnTo>
                  <a:pt x="16210" y="7625"/>
                </a:lnTo>
                <a:lnTo>
                  <a:pt x="24214" y="12830"/>
                </a:lnTo>
                <a:lnTo>
                  <a:pt x="23915" y="12841"/>
                </a:lnTo>
              </a:path>
            </a:pathLst>
          </a:custGeom>
          <a:noFill/>
          <a:ln w="260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path 344"/>
          <p:cNvSpPr/>
          <p:nvPr/>
        </p:nvSpPr>
        <p:spPr>
          <a:xfrm>
            <a:off x="8518553" y="7750125"/>
            <a:ext cx="23946" cy="55435"/>
          </a:xfrm>
          <a:custGeom>
            <a:avLst/>
            <a:gdLst/>
            <a:ahLst/>
            <a:cxnLst/>
            <a:rect l="l" t="t" r="r" b="b"/>
            <a:pathLst>
              <a:path w="23946" h="55435">
                <a:moveTo>
                  <a:pt x="0" y="55435"/>
                </a:moveTo>
                <a:lnTo>
                  <a:pt x="0" y="0"/>
                </a:lnTo>
                <a:lnTo>
                  <a:pt x="2534" y="948"/>
                </a:lnTo>
                <a:lnTo>
                  <a:pt x="22295" y="11556"/>
                </a:lnTo>
                <a:lnTo>
                  <a:pt x="23946" y="12708"/>
                </a:lnTo>
              </a:path>
            </a:pathLst>
          </a:custGeom>
          <a:noFill/>
          <a:ln w="61577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path 345"/>
          <p:cNvSpPr/>
          <p:nvPr/>
        </p:nvSpPr>
        <p:spPr>
          <a:xfrm>
            <a:off x="8518553" y="7750125"/>
            <a:ext cx="23946" cy="55435"/>
          </a:xfrm>
          <a:custGeom>
            <a:avLst/>
            <a:gdLst/>
            <a:ahLst/>
            <a:cxnLst/>
            <a:rect l="l" t="t" r="r" b="b"/>
            <a:pathLst>
              <a:path w="23946" h="55435">
                <a:moveTo>
                  <a:pt x="0" y="55435"/>
                </a:moveTo>
                <a:lnTo>
                  <a:pt x="0" y="0"/>
                </a:lnTo>
                <a:lnTo>
                  <a:pt x="2534" y="948"/>
                </a:lnTo>
                <a:lnTo>
                  <a:pt x="22295" y="11556"/>
                </a:lnTo>
                <a:lnTo>
                  <a:pt x="23946" y="12708"/>
                </a:lnTo>
              </a:path>
            </a:pathLst>
          </a:custGeom>
          <a:noFill/>
          <a:ln w="26052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path 346"/>
          <p:cNvSpPr/>
          <p:nvPr/>
        </p:nvSpPr>
        <p:spPr>
          <a:xfrm>
            <a:off x="8479991" y="7741991"/>
            <a:ext cx="61952" cy="20707"/>
          </a:xfrm>
          <a:custGeom>
            <a:avLst/>
            <a:gdLst/>
            <a:ahLst/>
            <a:cxnLst/>
            <a:rect l="l" t="t" r="r" b="b"/>
            <a:pathLst>
              <a:path w="61952" h="20707">
                <a:moveTo>
                  <a:pt x="0" y="109"/>
                </a:moveTo>
                <a:lnTo>
                  <a:pt x="3092" y="0"/>
                </a:lnTo>
                <a:lnTo>
                  <a:pt x="6218" y="23"/>
                </a:lnTo>
                <a:lnTo>
                  <a:pt x="9378" y="179"/>
                </a:lnTo>
                <a:lnTo>
                  <a:pt x="12567" y="469"/>
                </a:lnTo>
                <a:lnTo>
                  <a:pt x="15783" y="892"/>
                </a:lnTo>
                <a:lnTo>
                  <a:pt x="19022" y="1449"/>
                </a:lnTo>
                <a:lnTo>
                  <a:pt x="22283" y="2140"/>
                </a:lnTo>
                <a:lnTo>
                  <a:pt x="25563" y="2965"/>
                </a:lnTo>
                <a:lnTo>
                  <a:pt x="28857" y="3923"/>
                </a:lnTo>
                <a:lnTo>
                  <a:pt x="32164" y="5015"/>
                </a:lnTo>
                <a:lnTo>
                  <a:pt x="35480" y="6240"/>
                </a:lnTo>
                <a:lnTo>
                  <a:pt x="38801" y="7596"/>
                </a:lnTo>
                <a:lnTo>
                  <a:pt x="42126" y="9085"/>
                </a:lnTo>
                <a:lnTo>
                  <a:pt x="45450" y="10703"/>
                </a:lnTo>
                <a:lnTo>
                  <a:pt x="48770" y="12451"/>
                </a:lnTo>
                <a:lnTo>
                  <a:pt x="52084" y="14326"/>
                </a:lnTo>
                <a:lnTo>
                  <a:pt x="55388" y="16328"/>
                </a:lnTo>
                <a:lnTo>
                  <a:pt x="58678" y="18456"/>
                </a:lnTo>
                <a:lnTo>
                  <a:pt x="61952" y="20707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path 347"/>
          <p:cNvSpPr/>
          <p:nvPr/>
        </p:nvSpPr>
        <p:spPr>
          <a:xfrm>
            <a:off x="8479991" y="7741991"/>
            <a:ext cx="61952" cy="20707"/>
          </a:xfrm>
          <a:custGeom>
            <a:avLst/>
            <a:gdLst/>
            <a:ahLst/>
            <a:cxnLst/>
            <a:rect l="l" t="t" r="r" b="b"/>
            <a:pathLst>
              <a:path w="61952" h="20707">
                <a:moveTo>
                  <a:pt x="0" y="109"/>
                </a:moveTo>
                <a:lnTo>
                  <a:pt x="3092" y="0"/>
                </a:lnTo>
                <a:lnTo>
                  <a:pt x="6218" y="23"/>
                </a:lnTo>
                <a:lnTo>
                  <a:pt x="9378" y="179"/>
                </a:lnTo>
                <a:lnTo>
                  <a:pt x="12567" y="469"/>
                </a:lnTo>
                <a:lnTo>
                  <a:pt x="15783" y="892"/>
                </a:lnTo>
                <a:lnTo>
                  <a:pt x="19022" y="1449"/>
                </a:lnTo>
                <a:lnTo>
                  <a:pt x="22283" y="2140"/>
                </a:lnTo>
                <a:lnTo>
                  <a:pt x="25563" y="2965"/>
                </a:lnTo>
                <a:lnTo>
                  <a:pt x="28857" y="3923"/>
                </a:lnTo>
                <a:lnTo>
                  <a:pt x="32164" y="5015"/>
                </a:lnTo>
                <a:lnTo>
                  <a:pt x="35480" y="6240"/>
                </a:lnTo>
                <a:lnTo>
                  <a:pt x="38801" y="7596"/>
                </a:lnTo>
                <a:lnTo>
                  <a:pt x="42126" y="9085"/>
                </a:lnTo>
                <a:lnTo>
                  <a:pt x="45450" y="10703"/>
                </a:lnTo>
                <a:lnTo>
                  <a:pt x="48770" y="12451"/>
                </a:lnTo>
                <a:lnTo>
                  <a:pt x="52084" y="14326"/>
                </a:lnTo>
                <a:lnTo>
                  <a:pt x="55388" y="16328"/>
                </a:lnTo>
                <a:lnTo>
                  <a:pt x="58678" y="18456"/>
                </a:lnTo>
                <a:lnTo>
                  <a:pt x="61952" y="20707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path 348"/>
          <p:cNvSpPr/>
          <p:nvPr/>
        </p:nvSpPr>
        <p:spPr>
          <a:xfrm>
            <a:off x="8511103" y="7742127"/>
            <a:ext cx="24608" cy="16414"/>
          </a:xfrm>
          <a:custGeom>
            <a:avLst/>
            <a:gdLst/>
            <a:ahLst/>
            <a:cxnLst/>
            <a:rect l="l" t="t" r="r" b="b"/>
            <a:pathLst>
              <a:path w="24608" h="16414">
                <a:moveTo>
                  <a:pt x="24276" y="16192"/>
                </a:moveTo>
                <a:lnTo>
                  <a:pt x="24608" y="16414"/>
                </a:lnTo>
                <a:lnTo>
                  <a:pt x="24513" y="16351"/>
                </a:lnTo>
                <a:lnTo>
                  <a:pt x="23989" y="16001"/>
                </a:lnTo>
                <a:lnTo>
                  <a:pt x="23037" y="15366"/>
                </a:lnTo>
                <a:lnTo>
                  <a:pt x="21657" y="14446"/>
                </a:lnTo>
                <a:lnTo>
                  <a:pt x="19848" y="13239"/>
                </a:lnTo>
                <a:lnTo>
                  <a:pt x="17611" y="11747"/>
                </a:lnTo>
                <a:lnTo>
                  <a:pt x="14945" y="9969"/>
                </a:lnTo>
                <a:lnTo>
                  <a:pt x="11851" y="7905"/>
                </a:lnTo>
                <a:lnTo>
                  <a:pt x="8329" y="5556"/>
                </a:lnTo>
                <a:lnTo>
                  <a:pt x="4379" y="2921"/>
                </a:lnTo>
                <a:lnTo>
                  <a:pt x="0" y="0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path 349"/>
          <p:cNvSpPr/>
          <p:nvPr/>
        </p:nvSpPr>
        <p:spPr>
          <a:xfrm>
            <a:off x="8511103" y="7742127"/>
            <a:ext cx="24608" cy="16414"/>
          </a:xfrm>
          <a:custGeom>
            <a:avLst/>
            <a:gdLst/>
            <a:ahLst/>
            <a:cxnLst/>
            <a:rect l="l" t="t" r="r" b="b"/>
            <a:pathLst>
              <a:path w="24608" h="16414">
                <a:moveTo>
                  <a:pt x="24276" y="16192"/>
                </a:moveTo>
                <a:lnTo>
                  <a:pt x="24608" y="16414"/>
                </a:lnTo>
                <a:lnTo>
                  <a:pt x="24513" y="16351"/>
                </a:lnTo>
                <a:lnTo>
                  <a:pt x="23989" y="16001"/>
                </a:lnTo>
                <a:lnTo>
                  <a:pt x="23037" y="15366"/>
                </a:lnTo>
                <a:lnTo>
                  <a:pt x="21657" y="14446"/>
                </a:lnTo>
                <a:lnTo>
                  <a:pt x="19848" y="13239"/>
                </a:lnTo>
                <a:lnTo>
                  <a:pt x="17611" y="11747"/>
                </a:lnTo>
                <a:lnTo>
                  <a:pt x="14945" y="9969"/>
                </a:lnTo>
                <a:lnTo>
                  <a:pt x="11851" y="7905"/>
                </a:lnTo>
                <a:lnTo>
                  <a:pt x="8329" y="5556"/>
                </a:lnTo>
                <a:lnTo>
                  <a:pt x="4379" y="2921"/>
                </a:lnTo>
                <a:lnTo>
                  <a:pt x="0" y="0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path 350"/>
          <p:cNvSpPr/>
          <p:nvPr/>
        </p:nvSpPr>
        <p:spPr>
          <a:xfrm>
            <a:off x="8427027" y="7668548"/>
            <a:ext cx="84076" cy="73579"/>
          </a:xfrm>
          <a:custGeom>
            <a:avLst/>
            <a:gdLst/>
            <a:ahLst/>
            <a:cxnLst/>
            <a:rect l="l" t="t" r="r" b="b"/>
            <a:pathLst>
              <a:path w="84076" h="73579">
                <a:moveTo>
                  <a:pt x="42054" y="0"/>
                </a:moveTo>
                <a:lnTo>
                  <a:pt x="84076" y="73579"/>
                </a:lnTo>
                <a:lnTo>
                  <a:pt x="0" y="63049"/>
                </a:lnTo>
                <a:lnTo>
                  <a:pt x="42054" y="0"/>
                </a:lnTo>
                <a:close/>
              </a:path>
            </a:pathLst>
          </a:custGeom>
          <a:solidFill>
            <a:srgbClr val="FF9500"/>
          </a:solidFill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path 351"/>
          <p:cNvSpPr/>
          <p:nvPr/>
        </p:nvSpPr>
        <p:spPr>
          <a:xfrm>
            <a:off x="8427027" y="7668548"/>
            <a:ext cx="84076" cy="73579"/>
          </a:xfrm>
          <a:custGeom>
            <a:avLst/>
            <a:gdLst/>
            <a:ahLst/>
            <a:cxnLst/>
            <a:rect l="l" t="t" r="r" b="b"/>
            <a:pathLst>
              <a:path w="84076" h="73579">
                <a:moveTo>
                  <a:pt x="42054" y="0"/>
                </a:moveTo>
                <a:lnTo>
                  <a:pt x="84076" y="73579"/>
                </a:lnTo>
                <a:lnTo>
                  <a:pt x="0" y="63049"/>
                </a:lnTo>
                <a:lnTo>
                  <a:pt x="42054" y="0"/>
                </a:lnTo>
                <a:close/>
              </a:path>
            </a:pathLst>
          </a:custGeom>
          <a:solidFill>
            <a:srgbClr val="FF9500"/>
          </a:solidFill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path 352"/>
          <p:cNvSpPr/>
          <p:nvPr/>
        </p:nvSpPr>
        <p:spPr>
          <a:xfrm>
            <a:off x="7500385" y="7345686"/>
            <a:ext cx="878723" cy="197447"/>
          </a:xfrm>
          <a:custGeom>
            <a:avLst/>
            <a:gdLst/>
            <a:ahLst/>
            <a:cxnLst/>
            <a:rect l="l" t="t" r="r" b="b"/>
            <a:pathLst>
              <a:path w="878723" h="197447">
                <a:moveTo>
                  <a:pt x="24158" y="197447"/>
                </a:moveTo>
                <a:lnTo>
                  <a:pt x="854566" y="197447"/>
                </a:lnTo>
                <a:lnTo>
                  <a:pt x="858424" y="197280"/>
                </a:lnTo>
                <a:lnTo>
                  <a:pt x="861947" y="196776"/>
                </a:lnTo>
                <a:lnTo>
                  <a:pt x="865134" y="195938"/>
                </a:lnTo>
                <a:lnTo>
                  <a:pt x="867986" y="194763"/>
                </a:lnTo>
                <a:lnTo>
                  <a:pt x="870503" y="193253"/>
                </a:lnTo>
                <a:lnTo>
                  <a:pt x="872683" y="191408"/>
                </a:lnTo>
                <a:lnTo>
                  <a:pt x="874529" y="189227"/>
                </a:lnTo>
                <a:lnTo>
                  <a:pt x="876039" y="186711"/>
                </a:lnTo>
                <a:lnTo>
                  <a:pt x="877213" y="183859"/>
                </a:lnTo>
                <a:lnTo>
                  <a:pt x="878052" y="180672"/>
                </a:lnTo>
                <a:lnTo>
                  <a:pt x="878555" y="177149"/>
                </a:lnTo>
                <a:lnTo>
                  <a:pt x="878723" y="173290"/>
                </a:lnTo>
                <a:lnTo>
                  <a:pt x="878723" y="24157"/>
                </a:lnTo>
                <a:lnTo>
                  <a:pt x="878555" y="20299"/>
                </a:lnTo>
                <a:lnTo>
                  <a:pt x="878052" y="16776"/>
                </a:lnTo>
                <a:lnTo>
                  <a:pt x="877213" y="13589"/>
                </a:lnTo>
                <a:lnTo>
                  <a:pt x="876039" y="10737"/>
                </a:lnTo>
                <a:lnTo>
                  <a:pt x="874529" y="8220"/>
                </a:lnTo>
                <a:lnTo>
                  <a:pt x="872683" y="6039"/>
                </a:lnTo>
                <a:lnTo>
                  <a:pt x="870503" y="4194"/>
                </a:lnTo>
                <a:lnTo>
                  <a:pt x="867986" y="2684"/>
                </a:lnTo>
                <a:lnTo>
                  <a:pt x="865134" y="1510"/>
                </a:lnTo>
                <a:lnTo>
                  <a:pt x="861947" y="671"/>
                </a:lnTo>
                <a:lnTo>
                  <a:pt x="858424" y="167"/>
                </a:lnTo>
                <a:lnTo>
                  <a:pt x="854566" y="0"/>
                </a:lnTo>
                <a:lnTo>
                  <a:pt x="24158" y="0"/>
                </a:lnTo>
                <a:lnTo>
                  <a:pt x="20300" y="167"/>
                </a:lnTo>
                <a:lnTo>
                  <a:pt x="16777" y="671"/>
                </a:lnTo>
                <a:lnTo>
                  <a:pt x="13589" y="1510"/>
                </a:lnTo>
                <a:lnTo>
                  <a:pt x="10737" y="2684"/>
                </a:lnTo>
                <a:lnTo>
                  <a:pt x="8221" y="4194"/>
                </a:lnTo>
                <a:lnTo>
                  <a:pt x="6040" y="6039"/>
                </a:lnTo>
                <a:lnTo>
                  <a:pt x="4194" y="8220"/>
                </a:lnTo>
                <a:lnTo>
                  <a:pt x="2685" y="10737"/>
                </a:lnTo>
                <a:lnTo>
                  <a:pt x="1510" y="13589"/>
                </a:lnTo>
                <a:lnTo>
                  <a:pt x="671" y="16776"/>
                </a:lnTo>
                <a:lnTo>
                  <a:pt x="168" y="20299"/>
                </a:lnTo>
                <a:lnTo>
                  <a:pt x="0" y="24157"/>
                </a:lnTo>
                <a:lnTo>
                  <a:pt x="0" y="173290"/>
                </a:lnTo>
                <a:lnTo>
                  <a:pt x="168" y="177149"/>
                </a:lnTo>
                <a:lnTo>
                  <a:pt x="671" y="180672"/>
                </a:lnTo>
                <a:lnTo>
                  <a:pt x="1510" y="183859"/>
                </a:lnTo>
                <a:lnTo>
                  <a:pt x="2685" y="186711"/>
                </a:lnTo>
                <a:lnTo>
                  <a:pt x="4194" y="189227"/>
                </a:lnTo>
                <a:lnTo>
                  <a:pt x="6040" y="191408"/>
                </a:lnTo>
                <a:lnTo>
                  <a:pt x="8221" y="193253"/>
                </a:lnTo>
                <a:lnTo>
                  <a:pt x="10737" y="194763"/>
                </a:lnTo>
                <a:lnTo>
                  <a:pt x="13589" y="195938"/>
                </a:lnTo>
                <a:lnTo>
                  <a:pt x="16777" y="196776"/>
                </a:lnTo>
                <a:lnTo>
                  <a:pt x="20300" y="197280"/>
                </a:lnTo>
                <a:lnTo>
                  <a:pt x="24158" y="197447"/>
                </a:lnTo>
                <a:close/>
              </a:path>
            </a:pathLst>
          </a:custGeom>
          <a:solidFill>
            <a:srgbClr val="FFF5C8"/>
          </a:solidFill>
          <a:ln w="1421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7524543" y="7351233"/>
            <a:ext cx="876588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Crate · rotate</a:t>
            </a:r>
          </a:p>
        </p:txBody>
      </p:sp>
      <p:sp>
        <p:nvSpPr>
          <p:cNvPr id="434" name="Editable path 353"/>
          <p:cNvSpPr/>
          <p:nvPr/>
        </p:nvSpPr>
        <p:spPr>
          <a:xfrm>
            <a:off x="8559776" y="8475025"/>
            <a:ext cx="964937" cy="151922"/>
          </a:xfrm>
          <a:custGeom>
            <a:avLst/>
            <a:gdLst/>
            <a:ahLst/>
            <a:cxnLst/>
            <a:rect l="l" t="t" r="r" b="b"/>
            <a:pathLst>
              <a:path w="964937" h="151922">
                <a:moveTo>
                  <a:pt x="0" y="0"/>
                </a:moveTo>
                <a:lnTo>
                  <a:pt x="964937" y="0"/>
                </a:lnTo>
                <a:lnTo>
                  <a:pt x="964937" y="151922"/>
                </a:lnTo>
                <a:lnTo>
                  <a:pt x="0" y="151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8571902" y="8460015"/>
            <a:ext cx="982511" cy="181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14.9° measured</a:t>
            </a:r>
          </a:p>
        </p:txBody>
      </p:sp>
      <p:pic>
        <p:nvPicPr>
          <p:cNvPr id="436" name="Picture 43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28799" y="7303489"/>
            <a:ext cx="2092677" cy="1327064"/>
          </a:xfrm>
          <a:prstGeom prst="rect">
            <a:avLst/>
          </a:prstGeom>
        </p:spPr>
      </p:pic>
      <p:sp>
        <p:nvSpPr>
          <p:cNvPr id="437" name="Editable path 354"/>
          <p:cNvSpPr/>
          <p:nvPr/>
        </p:nvSpPr>
        <p:spPr>
          <a:xfrm>
            <a:off x="10974953" y="7855715"/>
            <a:ext cx="5237" cy="43000"/>
          </a:xfrm>
          <a:custGeom>
            <a:avLst/>
            <a:gdLst/>
            <a:ahLst/>
            <a:cxnLst/>
            <a:rect l="l" t="t" r="r" b="b"/>
            <a:pathLst>
              <a:path w="5237" h="43000">
                <a:moveTo>
                  <a:pt x="188" y="43000"/>
                </a:moveTo>
                <a:lnTo>
                  <a:pt x="58" y="42040"/>
                </a:lnTo>
                <a:lnTo>
                  <a:pt x="311" y="40707"/>
                </a:lnTo>
                <a:lnTo>
                  <a:pt x="0" y="34790"/>
                </a:lnTo>
                <a:lnTo>
                  <a:pt x="168" y="0"/>
                </a:lnTo>
                <a:lnTo>
                  <a:pt x="2350" y="1381"/>
                </a:lnTo>
                <a:lnTo>
                  <a:pt x="5108" y="3226"/>
                </a:lnTo>
                <a:lnTo>
                  <a:pt x="5237" y="3443"/>
                </a:lnTo>
                <a:lnTo>
                  <a:pt x="4917" y="2910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path 355"/>
          <p:cNvSpPr/>
          <p:nvPr/>
        </p:nvSpPr>
        <p:spPr>
          <a:xfrm>
            <a:off x="10974953" y="7855715"/>
            <a:ext cx="5237" cy="43000"/>
          </a:xfrm>
          <a:custGeom>
            <a:avLst/>
            <a:gdLst/>
            <a:ahLst/>
            <a:cxnLst/>
            <a:rect l="l" t="t" r="r" b="b"/>
            <a:pathLst>
              <a:path w="5237" h="43000">
                <a:moveTo>
                  <a:pt x="188" y="43000"/>
                </a:moveTo>
                <a:lnTo>
                  <a:pt x="58" y="42040"/>
                </a:lnTo>
                <a:lnTo>
                  <a:pt x="311" y="40707"/>
                </a:lnTo>
                <a:lnTo>
                  <a:pt x="0" y="34790"/>
                </a:lnTo>
                <a:lnTo>
                  <a:pt x="168" y="0"/>
                </a:lnTo>
                <a:lnTo>
                  <a:pt x="2350" y="1381"/>
                </a:lnTo>
                <a:lnTo>
                  <a:pt x="5108" y="3226"/>
                </a:lnTo>
                <a:lnTo>
                  <a:pt x="5237" y="3443"/>
                </a:lnTo>
                <a:lnTo>
                  <a:pt x="4917" y="2910"/>
                </a:lnTo>
              </a:path>
            </a:pathLst>
          </a:custGeom>
          <a:noFill/>
          <a:ln w="260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path 356"/>
          <p:cNvSpPr/>
          <p:nvPr/>
        </p:nvSpPr>
        <p:spPr>
          <a:xfrm>
            <a:off x="10975134" y="7855581"/>
            <a:ext cx="5806" cy="42943"/>
          </a:xfrm>
          <a:custGeom>
            <a:avLst/>
            <a:gdLst/>
            <a:ahLst/>
            <a:cxnLst/>
            <a:rect l="l" t="t" r="r" b="b"/>
            <a:pathLst>
              <a:path w="5806" h="42943">
                <a:moveTo>
                  <a:pt x="0" y="42943"/>
                </a:moveTo>
                <a:lnTo>
                  <a:pt x="0" y="0"/>
                </a:lnTo>
                <a:lnTo>
                  <a:pt x="2546" y="1224"/>
                </a:lnTo>
                <a:lnTo>
                  <a:pt x="5806" y="3350"/>
                </a:lnTo>
              </a:path>
            </a:pathLst>
          </a:custGeom>
          <a:noFill/>
          <a:ln w="61577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path 357"/>
          <p:cNvSpPr/>
          <p:nvPr/>
        </p:nvSpPr>
        <p:spPr>
          <a:xfrm>
            <a:off x="10975134" y="7855581"/>
            <a:ext cx="5806" cy="42943"/>
          </a:xfrm>
          <a:custGeom>
            <a:avLst/>
            <a:gdLst/>
            <a:ahLst/>
            <a:cxnLst/>
            <a:rect l="l" t="t" r="r" b="b"/>
            <a:pathLst>
              <a:path w="5806" h="42943">
                <a:moveTo>
                  <a:pt x="0" y="42943"/>
                </a:moveTo>
                <a:lnTo>
                  <a:pt x="0" y="0"/>
                </a:lnTo>
                <a:lnTo>
                  <a:pt x="2546" y="1224"/>
                </a:lnTo>
                <a:lnTo>
                  <a:pt x="5806" y="3350"/>
                </a:lnTo>
              </a:path>
            </a:pathLst>
          </a:custGeom>
          <a:noFill/>
          <a:ln w="26052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path 358"/>
          <p:cNvSpPr/>
          <p:nvPr/>
        </p:nvSpPr>
        <p:spPr>
          <a:xfrm>
            <a:off x="10930618" y="7840642"/>
            <a:ext cx="49239" cy="17997"/>
          </a:xfrm>
          <a:custGeom>
            <a:avLst/>
            <a:gdLst/>
            <a:ahLst/>
            <a:cxnLst/>
            <a:rect l="l" t="t" r="r" b="b"/>
            <a:pathLst>
              <a:path w="49239" h="17997">
                <a:moveTo>
                  <a:pt x="0" y="0"/>
                </a:moveTo>
                <a:lnTo>
                  <a:pt x="2495" y="25"/>
                </a:lnTo>
                <a:lnTo>
                  <a:pt x="5014" y="154"/>
                </a:lnTo>
                <a:lnTo>
                  <a:pt x="7555" y="389"/>
                </a:lnTo>
                <a:lnTo>
                  <a:pt x="10114" y="727"/>
                </a:lnTo>
                <a:lnTo>
                  <a:pt x="12690" y="1170"/>
                </a:lnTo>
                <a:lnTo>
                  <a:pt x="15280" y="1716"/>
                </a:lnTo>
                <a:lnTo>
                  <a:pt x="17884" y="2367"/>
                </a:lnTo>
                <a:lnTo>
                  <a:pt x="20497" y="3121"/>
                </a:lnTo>
                <a:lnTo>
                  <a:pt x="23117" y="3977"/>
                </a:lnTo>
                <a:lnTo>
                  <a:pt x="25744" y="4935"/>
                </a:lnTo>
                <a:lnTo>
                  <a:pt x="28373" y="5995"/>
                </a:lnTo>
                <a:lnTo>
                  <a:pt x="31003" y="7155"/>
                </a:lnTo>
                <a:lnTo>
                  <a:pt x="33631" y="8415"/>
                </a:lnTo>
                <a:lnTo>
                  <a:pt x="36256" y="9773"/>
                </a:lnTo>
                <a:lnTo>
                  <a:pt x="38874" y="11228"/>
                </a:lnTo>
                <a:lnTo>
                  <a:pt x="41484" y="12780"/>
                </a:lnTo>
                <a:lnTo>
                  <a:pt x="44083" y="14425"/>
                </a:lnTo>
                <a:lnTo>
                  <a:pt x="46669" y="16165"/>
                </a:lnTo>
                <a:lnTo>
                  <a:pt x="49239" y="17997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path 359"/>
          <p:cNvSpPr/>
          <p:nvPr/>
        </p:nvSpPr>
        <p:spPr>
          <a:xfrm>
            <a:off x="10930618" y="7840642"/>
            <a:ext cx="49239" cy="17997"/>
          </a:xfrm>
          <a:custGeom>
            <a:avLst/>
            <a:gdLst/>
            <a:ahLst/>
            <a:cxnLst/>
            <a:rect l="l" t="t" r="r" b="b"/>
            <a:pathLst>
              <a:path w="49239" h="17997">
                <a:moveTo>
                  <a:pt x="0" y="0"/>
                </a:moveTo>
                <a:lnTo>
                  <a:pt x="2495" y="25"/>
                </a:lnTo>
                <a:lnTo>
                  <a:pt x="5014" y="154"/>
                </a:lnTo>
                <a:lnTo>
                  <a:pt x="7555" y="389"/>
                </a:lnTo>
                <a:lnTo>
                  <a:pt x="10114" y="727"/>
                </a:lnTo>
                <a:lnTo>
                  <a:pt x="12690" y="1170"/>
                </a:lnTo>
                <a:lnTo>
                  <a:pt x="15280" y="1716"/>
                </a:lnTo>
                <a:lnTo>
                  <a:pt x="17884" y="2367"/>
                </a:lnTo>
                <a:lnTo>
                  <a:pt x="20497" y="3121"/>
                </a:lnTo>
                <a:lnTo>
                  <a:pt x="23117" y="3977"/>
                </a:lnTo>
                <a:lnTo>
                  <a:pt x="25744" y="4935"/>
                </a:lnTo>
                <a:lnTo>
                  <a:pt x="28373" y="5995"/>
                </a:lnTo>
                <a:lnTo>
                  <a:pt x="31003" y="7155"/>
                </a:lnTo>
                <a:lnTo>
                  <a:pt x="33631" y="8415"/>
                </a:lnTo>
                <a:lnTo>
                  <a:pt x="36256" y="9773"/>
                </a:lnTo>
                <a:lnTo>
                  <a:pt x="38874" y="11228"/>
                </a:lnTo>
                <a:lnTo>
                  <a:pt x="41484" y="12780"/>
                </a:lnTo>
                <a:lnTo>
                  <a:pt x="44083" y="14425"/>
                </a:lnTo>
                <a:lnTo>
                  <a:pt x="46669" y="16165"/>
                </a:lnTo>
                <a:lnTo>
                  <a:pt x="49239" y="17997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path 360"/>
          <p:cNvSpPr/>
          <p:nvPr/>
        </p:nvSpPr>
        <p:spPr>
          <a:xfrm>
            <a:off x="10949382" y="7837532"/>
            <a:ext cx="25537" cy="17686"/>
          </a:xfrm>
          <a:custGeom>
            <a:avLst/>
            <a:gdLst/>
            <a:ahLst/>
            <a:cxnLst/>
            <a:rect l="l" t="t" r="r" b="b"/>
            <a:pathLst>
              <a:path w="25537" h="17686">
                <a:moveTo>
                  <a:pt x="25319" y="17535"/>
                </a:moveTo>
                <a:lnTo>
                  <a:pt x="25537" y="17686"/>
                </a:lnTo>
                <a:lnTo>
                  <a:pt x="25332" y="17544"/>
                </a:lnTo>
                <a:lnTo>
                  <a:pt x="24704" y="17109"/>
                </a:lnTo>
                <a:lnTo>
                  <a:pt x="23652" y="16381"/>
                </a:lnTo>
                <a:lnTo>
                  <a:pt x="22177" y="15359"/>
                </a:lnTo>
                <a:lnTo>
                  <a:pt x="20279" y="14044"/>
                </a:lnTo>
                <a:lnTo>
                  <a:pt x="17957" y="12436"/>
                </a:lnTo>
                <a:lnTo>
                  <a:pt x="15212" y="10535"/>
                </a:lnTo>
                <a:lnTo>
                  <a:pt x="12044" y="8341"/>
                </a:lnTo>
                <a:lnTo>
                  <a:pt x="8453" y="5854"/>
                </a:lnTo>
                <a:lnTo>
                  <a:pt x="4438" y="3073"/>
                </a:lnTo>
                <a:lnTo>
                  <a:pt x="0" y="0"/>
                </a:lnTo>
              </a:path>
            </a:pathLst>
          </a:custGeom>
          <a:noFill/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Editable path 361"/>
          <p:cNvSpPr/>
          <p:nvPr/>
        </p:nvSpPr>
        <p:spPr>
          <a:xfrm>
            <a:off x="10949382" y="7837532"/>
            <a:ext cx="25537" cy="17686"/>
          </a:xfrm>
          <a:custGeom>
            <a:avLst/>
            <a:gdLst/>
            <a:ahLst/>
            <a:cxnLst/>
            <a:rect l="l" t="t" r="r" b="b"/>
            <a:pathLst>
              <a:path w="25537" h="17686">
                <a:moveTo>
                  <a:pt x="25319" y="17535"/>
                </a:moveTo>
                <a:lnTo>
                  <a:pt x="25537" y="17686"/>
                </a:lnTo>
                <a:lnTo>
                  <a:pt x="25332" y="17544"/>
                </a:lnTo>
                <a:lnTo>
                  <a:pt x="24704" y="17109"/>
                </a:lnTo>
                <a:lnTo>
                  <a:pt x="23652" y="16381"/>
                </a:lnTo>
                <a:lnTo>
                  <a:pt x="22177" y="15359"/>
                </a:lnTo>
                <a:lnTo>
                  <a:pt x="20279" y="14044"/>
                </a:lnTo>
                <a:lnTo>
                  <a:pt x="17957" y="12436"/>
                </a:lnTo>
                <a:lnTo>
                  <a:pt x="15212" y="10535"/>
                </a:lnTo>
                <a:lnTo>
                  <a:pt x="12044" y="8341"/>
                </a:lnTo>
                <a:lnTo>
                  <a:pt x="8453" y="5854"/>
                </a:lnTo>
                <a:lnTo>
                  <a:pt x="4438" y="3073"/>
                </a:lnTo>
                <a:lnTo>
                  <a:pt x="0" y="0"/>
                </a:lnTo>
              </a:path>
            </a:pathLst>
          </a:custGeom>
          <a:noFill/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Editable path 362"/>
          <p:cNvSpPr/>
          <p:nvPr/>
        </p:nvSpPr>
        <p:spPr>
          <a:xfrm>
            <a:off x="10865504" y="7763228"/>
            <a:ext cx="83878" cy="74304"/>
          </a:xfrm>
          <a:custGeom>
            <a:avLst/>
            <a:gdLst/>
            <a:ahLst/>
            <a:cxnLst/>
            <a:rect l="l" t="t" r="r" b="b"/>
            <a:pathLst>
              <a:path w="83878" h="74304">
                <a:moveTo>
                  <a:pt x="43152" y="0"/>
                </a:moveTo>
                <a:lnTo>
                  <a:pt x="83878" y="74304"/>
                </a:lnTo>
                <a:lnTo>
                  <a:pt x="0" y="62303"/>
                </a:lnTo>
                <a:lnTo>
                  <a:pt x="43152" y="0"/>
                </a:lnTo>
                <a:close/>
              </a:path>
            </a:pathLst>
          </a:custGeom>
          <a:solidFill>
            <a:srgbClr val="FF9500"/>
          </a:solidFill>
          <a:ln w="6157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path 363"/>
          <p:cNvSpPr/>
          <p:nvPr/>
        </p:nvSpPr>
        <p:spPr>
          <a:xfrm>
            <a:off x="10865504" y="7763228"/>
            <a:ext cx="83878" cy="74304"/>
          </a:xfrm>
          <a:custGeom>
            <a:avLst/>
            <a:gdLst/>
            <a:ahLst/>
            <a:cxnLst/>
            <a:rect l="l" t="t" r="r" b="b"/>
            <a:pathLst>
              <a:path w="83878" h="74304">
                <a:moveTo>
                  <a:pt x="43152" y="0"/>
                </a:moveTo>
                <a:lnTo>
                  <a:pt x="83878" y="74304"/>
                </a:lnTo>
                <a:lnTo>
                  <a:pt x="0" y="62303"/>
                </a:lnTo>
                <a:lnTo>
                  <a:pt x="43152" y="0"/>
                </a:lnTo>
                <a:close/>
              </a:path>
            </a:pathLst>
          </a:custGeom>
          <a:solidFill>
            <a:srgbClr val="FF9500"/>
          </a:solidFill>
          <a:ln w="3315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path 364"/>
          <p:cNvSpPr/>
          <p:nvPr/>
        </p:nvSpPr>
        <p:spPr>
          <a:xfrm>
            <a:off x="9956959" y="7345686"/>
            <a:ext cx="905367" cy="197447"/>
          </a:xfrm>
          <a:custGeom>
            <a:avLst/>
            <a:gdLst/>
            <a:ahLst/>
            <a:cxnLst/>
            <a:rect l="l" t="t" r="r" b="b"/>
            <a:pathLst>
              <a:path w="905367" h="197447">
                <a:moveTo>
                  <a:pt x="24157" y="197447"/>
                </a:moveTo>
                <a:lnTo>
                  <a:pt x="881209" y="197447"/>
                </a:lnTo>
                <a:lnTo>
                  <a:pt x="885067" y="197280"/>
                </a:lnTo>
                <a:lnTo>
                  <a:pt x="888590" y="196776"/>
                </a:lnTo>
                <a:lnTo>
                  <a:pt x="891778" y="195938"/>
                </a:lnTo>
                <a:lnTo>
                  <a:pt x="894630" y="194763"/>
                </a:lnTo>
                <a:lnTo>
                  <a:pt x="897146" y="193253"/>
                </a:lnTo>
                <a:lnTo>
                  <a:pt x="899327" y="191408"/>
                </a:lnTo>
                <a:lnTo>
                  <a:pt x="901172" y="189227"/>
                </a:lnTo>
                <a:lnTo>
                  <a:pt x="902682" y="186711"/>
                </a:lnTo>
                <a:lnTo>
                  <a:pt x="903857" y="183859"/>
                </a:lnTo>
                <a:lnTo>
                  <a:pt x="904695" y="180672"/>
                </a:lnTo>
                <a:lnTo>
                  <a:pt x="905199" y="177149"/>
                </a:lnTo>
                <a:lnTo>
                  <a:pt x="905367" y="173290"/>
                </a:lnTo>
                <a:lnTo>
                  <a:pt x="905367" y="24157"/>
                </a:lnTo>
                <a:lnTo>
                  <a:pt x="905199" y="20299"/>
                </a:lnTo>
                <a:lnTo>
                  <a:pt x="904695" y="16776"/>
                </a:lnTo>
                <a:lnTo>
                  <a:pt x="903857" y="13589"/>
                </a:lnTo>
                <a:lnTo>
                  <a:pt x="902682" y="10737"/>
                </a:lnTo>
                <a:lnTo>
                  <a:pt x="901172" y="8220"/>
                </a:lnTo>
                <a:lnTo>
                  <a:pt x="899327" y="6039"/>
                </a:lnTo>
                <a:lnTo>
                  <a:pt x="897146" y="4194"/>
                </a:lnTo>
                <a:lnTo>
                  <a:pt x="894630" y="2684"/>
                </a:lnTo>
                <a:lnTo>
                  <a:pt x="891778" y="1510"/>
                </a:lnTo>
                <a:lnTo>
                  <a:pt x="888590" y="671"/>
                </a:lnTo>
                <a:lnTo>
                  <a:pt x="885067" y="167"/>
                </a:lnTo>
                <a:lnTo>
                  <a:pt x="881209" y="0"/>
                </a:lnTo>
                <a:lnTo>
                  <a:pt x="24157" y="0"/>
                </a:lnTo>
                <a:lnTo>
                  <a:pt x="20299" y="167"/>
                </a:lnTo>
                <a:lnTo>
                  <a:pt x="16776" y="671"/>
                </a:lnTo>
                <a:lnTo>
                  <a:pt x="13588" y="1510"/>
                </a:lnTo>
                <a:lnTo>
                  <a:pt x="10737" y="2684"/>
                </a:lnTo>
                <a:lnTo>
                  <a:pt x="8220" y="4194"/>
                </a:lnTo>
                <a:lnTo>
                  <a:pt x="6039" y="6039"/>
                </a:lnTo>
                <a:lnTo>
                  <a:pt x="4194" y="8220"/>
                </a:lnTo>
                <a:lnTo>
                  <a:pt x="2684" y="10737"/>
                </a:lnTo>
                <a:lnTo>
                  <a:pt x="1510" y="13589"/>
                </a:lnTo>
                <a:lnTo>
                  <a:pt x="671" y="16776"/>
                </a:lnTo>
                <a:lnTo>
                  <a:pt x="168" y="20299"/>
                </a:lnTo>
                <a:lnTo>
                  <a:pt x="0" y="24157"/>
                </a:lnTo>
                <a:lnTo>
                  <a:pt x="0" y="173290"/>
                </a:lnTo>
                <a:lnTo>
                  <a:pt x="168" y="177149"/>
                </a:lnTo>
                <a:lnTo>
                  <a:pt x="671" y="180672"/>
                </a:lnTo>
                <a:lnTo>
                  <a:pt x="1510" y="183859"/>
                </a:lnTo>
                <a:lnTo>
                  <a:pt x="2684" y="186711"/>
                </a:lnTo>
                <a:lnTo>
                  <a:pt x="4194" y="189227"/>
                </a:lnTo>
                <a:lnTo>
                  <a:pt x="6039" y="191408"/>
                </a:lnTo>
                <a:lnTo>
                  <a:pt x="8220" y="193253"/>
                </a:lnTo>
                <a:lnTo>
                  <a:pt x="10737" y="194763"/>
                </a:lnTo>
                <a:lnTo>
                  <a:pt x="13588" y="195938"/>
                </a:lnTo>
                <a:lnTo>
                  <a:pt x="16776" y="196776"/>
                </a:lnTo>
                <a:lnTo>
                  <a:pt x="20299" y="197280"/>
                </a:lnTo>
                <a:lnTo>
                  <a:pt x="24157" y="197447"/>
                </a:lnTo>
                <a:close/>
              </a:path>
            </a:pathLst>
          </a:custGeom>
          <a:solidFill>
            <a:srgbClr val="FFF5C8"/>
          </a:solidFill>
          <a:ln w="1421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9981116" y="7351233"/>
            <a:ext cx="903483" cy="1932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Beam · rotate</a:t>
            </a:r>
          </a:p>
        </p:txBody>
      </p:sp>
      <p:sp>
        <p:nvSpPr>
          <p:cNvPr id="449" name="Editable path 365"/>
          <p:cNvSpPr/>
          <p:nvPr/>
        </p:nvSpPr>
        <p:spPr>
          <a:xfrm>
            <a:off x="11016349" y="8475025"/>
            <a:ext cx="964937" cy="151922"/>
          </a:xfrm>
          <a:custGeom>
            <a:avLst/>
            <a:gdLst/>
            <a:ahLst/>
            <a:cxnLst/>
            <a:rect l="l" t="t" r="r" b="b"/>
            <a:pathLst>
              <a:path w="964937" h="151922">
                <a:moveTo>
                  <a:pt x="0" y="0"/>
                </a:moveTo>
                <a:lnTo>
                  <a:pt x="964937" y="0"/>
                </a:lnTo>
                <a:lnTo>
                  <a:pt x="964937" y="151922"/>
                </a:lnTo>
                <a:lnTo>
                  <a:pt x="0" y="151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11028475" y="8460015"/>
            <a:ext cx="982511" cy="181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14.2° measured</a:t>
            </a:r>
          </a:p>
        </p:txBody>
      </p:sp>
      <p:sp>
        <p:nvSpPr>
          <p:cNvPr id="451" name="Editable path 366"/>
          <p:cNvSpPr/>
          <p:nvPr/>
        </p:nvSpPr>
        <p:spPr>
          <a:xfrm>
            <a:off x="4676291" y="8879439"/>
            <a:ext cx="248678" cy="0"/>
          </a:xfrm>
          <a:custGeom>
            <a:avLst/>
            <a:gdLst/>
            <a:ahLst/>
            <a:cxnLst/>
            <a:rect l="l" t="t" r="r" b="b"/>
            <a:pathLst>
              <a:path w="248678" h="0">
                <a:moveTo>
                  <a:pt x="0" y="0"/>
                </a:moveTo>
                <a:lnTo>
                  <a:pt x="124339" y="0"/>
                </a:lnTo>
                <a:lnTo>
                  <a:pt x="248678" y="0"/>
                </a:lnTo>
              </a:path>
            </a:pathLst>
          </a:custGeom>
          <a:noFill/>
          <a:ln w="3552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5057597" y="8801739"/>
            <a:ext cx="575772" cy="1989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Payload</a:t>
            </a:r>
          </a:p>
        </p:txBody>
      </p:sp>
      <p:sp>
        <p:nvSpPr>
          <p:cNvPr id="453" name="Editable path 367"/>
          <p:cNvSpPr/>
          <p:nvPr/>
        </p:nvSpPr>
        <p:spPr>
          <a:xfrm>
            <a:off x="5807850" y="8879439"/>
            <a:ext cx="248678" cy="0"/>
          </a:xfrm>
          <a:custGeom>
            <a:avLst/>
            <a:gdLst/>
            <a:ahLst/>
            <a:cxnLst/>
            <a:rect l="l" t="t" r="r" b="b"/>
            <a:pathLst>
              <a:path w="248678" h="0">
                <a:moveTo>
                  <a:pt x="0" y="0"/>
                </a:moveTo>
                <a:lnTo>
                  <a:pt x="124339" y="0"/>
                </a:lnTo>
                <a:lnTo>
                  <a:pt x="248678" y="0"/>
                </a:lnTo>
              </a:path>
            </a:pathLst>
          </a:custGeom>
          <a:noFill/>
          <a:ln w="35525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6189156" y="8801739"/>
            <a:ext cx="607934" cy="1989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Robot A</a:t>
            </a:r>
          </a:p>
        </p:txBody>
      </p:sp>
      <p:sp>
        <p:nvSpPr>
          <p:cNvPr id="455" name="Editable path 368"/>
          <p:cNvSpPr/>
          <p:nvPr/>
        </p:nvSpPr>
        <p:spPr>
          <a:xfrm>
            <a:off x="6971605" y="8879439"/>
            <a:ext cx="248678" cy="0"/>
          </a:xfrm>
          <a:custGeom>
            <a:avLst/>
            <a:gdLst/>
            <a:ahLst/>
            <a:cxnLst/>
            <a:rect l="l" t="t" r="r" b="b"/>
            <a:pathLst>
              <a:path w="248678" h="0">
                <a:moveTo>
                  <a:pt x="0" y="0"/>
                </a:moveTo>
                <a:lnTo>
                  <a:pt x="124339" y="0"/>
                </a:lnTo>
                <a:lnTo>
                  <a:pt x="248678" y="0"/>
                </a:lnTo>
              </a:path>
            </a:pathLst>
          </a:custGeom>
          <a:noFill/>
          <a:ln w="35525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7352911" y="8801739"/>
            <a:ext cx="598816" cy="1989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Robot B</a:t>
            </a:r>
          </a:p>
        </p:txBody>
      </p:sp>
      <p:sp>
        <p:nvSpPr>
          <p:cNvPr id="457" name="Editable path 369"/>
          <p:cNvSpPr/>
          <p:nvPr/>
        </p:nvSpPr>
        <p:spPr>
          <a:xfrm>
            <a:off x="8126108" y="8879439"/>
            <a:ext cx="248678" cy="0"/>
          </a:xfrm>
          <a:custGeom>
            <a:avLst/>
            <a:gdLst/>
            <a:ahLst/>
            <a:cxnLst/>
            <a:rect l="l" t="t" r="r" b="b"/>
            <a:pathLst>
              <a:path w="248678" h="0">
                <a:moveTo>
                  <a:pt x="0" y="0"/>
                </a:moveTo>
                <a:lnTo>
                  <a:pt x="124339" y="0"/>
                </a:lnTo>
                <a:lnTo>
                  <a:pt x="248678" y="0"/>
                </a:lnTo>
              </a:path>
            </a:pathLst>
          </a:custGeom>
          <a:noFill/>
          <a:ln w="35525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8507414" y="8801739"/>
            <a:ext cx="336378" cy="1989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