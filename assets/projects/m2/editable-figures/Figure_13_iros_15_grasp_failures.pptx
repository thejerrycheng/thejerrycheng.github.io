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78511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iros_15_grasp_failures.pdf.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0"/>
            <a:ext cx="12191999" cy="7851140"/>
          </a:xfrm>
          <a:custGeom>
            <a:avLst/>
            <a:gdLst/>
            <a:ahLst/>
            <a:cxnLst/>
            <a:rect l="l" t="t" r="r" b="b"/>
            <a:pathLst>
              <a:path w="12191999" h="7851140">
                <a:moveTo>
                  <a:pt x="0" y="0"/>
                </a:moveTo>
                <a:lnTo>
                  <a:pt x="12191999" y="0"/>
                </a:lnTo>
                <a:lnTo>
                  <a:pt x="12191999" y="7851140"/>
                </a:lnTo>
                <a:lnTo>
                  <a:pt x="0" y="785114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57" y="442550"/>
            <a:ext cx="3171542" cy="16373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45346" y="145061"/>
            <a:ext cx="1116619" cy="227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3" b="0" i="0">
                <a:solidFill>
                  <a:srgbClr val="2B2B2B"/>
                </a:solidFill>
                <a:latin typeface="Times New Roman"/>
              </a:rPr>
              <a:t>Couch · failed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917" y="442550"/>
            <a:ext cx="3171542" cy="16373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15430" y="145061"/>
            <a:ext cx="1032228" cy="227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3" b="0" i="0">
                <a:solidFill>
                  <a:srgbClr val="2B2B2B"/>
                </a:solidFill>
                <a:latin typeface="Times New Roman"/>
              </a:rPr>
              <a:t>Crate · failed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777" y="442550"/>
            <a:ext cx="3171542" cy="16373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27548" y="145061"/>
            <a:ext cx="1063898" cy="227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3" b="0" i="0">
                <a:solidFill>
                  <a:srgbClr val="2B2B2B"/>
                </a:solidFill>
                <a:latin typeface="Times New Roman"/>
              </a:rPr>
              <a:t>Beam · failed</a:t>
            </a:r>
          </a:p>
        </p:txBody>
      </p:sp>
      <p:sp>
        <p:nvSpPr>
          <p:cNvPr id="9" name="Editable path 2"/>
          <p:cNvSpPr/>
          <p:nvPr/>
        </p:nvSpPr>
        <p:spPr>
          <a:xfrm>
            <a:off x="794058" y="3070672"/>
            <a:ext cx="3171543" cy="1660037"/>
          </a:xfrm>
          <a:custGeom>
            <a:avLst/>
            <a:gdLst/>
            <a:ahLst/>
            <a:cxnLst/>
            <a:rect l="l" t="t" r="r" b="b"/>
            <a:pathLst>
              <a:path w="3171543" h="1660037">
                <a:moveTo>
                  <a:pt x="0" y="0"/>
                </a:moveTo>
                <a:lnTo>
                  <a:pt x="3171543" y="0"/>
                </a:lnTo>
                <a:lnTo>
                  <a:pt x="3171543" y="1660037"/>
                </a:lnTo>
                <a:lnTo>
                  <a:pt x="0" y="16600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path 3"/>
          <p:cNvSpPr/>
          <p:nvPr/>
        </p:nvSpPr>
        <p:spPr>
          <a:xfrm>
            <a:off x="926546" y="3070672"/>
            <a:ext cx="0" cy="1660037"/>
          </a:xfrm>
          <a:custGeom>
            <a:avLst/>
            <a:gdLst/>
            <a:ahLst/>
            <a:cxnLst/>
            <a:rect l="l" t="t" r="r" b="b"/>
            <a:pathLst>
              <a:path w="0" h="1660037">
                <a:moveTo>
                  <a:pt x="0" y="1660037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path 4"/>
          <p:cNvSpPr/>
          <p:nvPr/>
        </p:nvSpPr>
        <p:spPr>
          <a:xfrm>
            <a:off x="926546" y="4730709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0987" y="487724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3" name="Editable path 5"/>
          <p:cNvSpPr/>
          <p:nvPr/>
        </p:nvSpPr>
        <p:spPr>
          <a:xfrm>
            <a:off x="1510194" y="3070672"/>
            <a:ext cx="0" cy="1660037"/>
          </a:xfrm>
          <a:custGeom>
            <a:avLst/>
            <a:gdLst/>
            <a:ahLst/>
            <a:cxnLst/>
            <a:rect l="l" t="t" r="r" b="b"/>
            <a:pathLst>
              <a:path w="0" h="1660037">
                <a:moveTo>
                  <a:pt x="0" y="1660037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path 6"/>
          <p:cNvSpPr/>
          <p:nvPr/>
        </p:nvSpPr>
        <p:spPr>
          <a:xfrm>
            <a:off x="1510194" y="4730709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74635" y="487724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16" name="Editable path 7"/>
          <p:cNvSpPr/>
          <p:nvPr/>
        </p:nvSpPr>
        <p:spPr>
          <a:xfrm>
            <a:off x="2093842" y="3070672"/>
            <a:ext cx="0" cy="1660037"/>
          </a:xfrm>
          <a:custGeom>
            <a:avLst/>
            <a:gdLst/>
            <a:ahLst/>
            <a:cxnLst/>
            <a:rect l="l" t="t" r="r" b="b"/>
            <a:pathLst>
              <a:path w="0" h="1660037">
                <a:moveTo>
                  <a:pt x="0" y="1660037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path 8"/>
          <p:cNvSpPr/>
          <p:nvPr/>
        </p:nvSpPr>
        <p:spPr>
          <a:xfrm>
            <a:off x="2093842" y="4730709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8283" y="487724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19" name="Editable path 9"/>
          <p:cNvSpPr/>
          <p:nvPr/>
        </p:nvSpPr>
        <p:spPr>
          <a:xfrm>
            <a:off x="2677490" y="3070672"/>
            <a:ext cx="0" cy="1660037"/>
          </a:xfrm>
          <a:custGeom>
            <a:avLst/>
            <a:gdLst/>
            <a:ahLst/>
            <a:cxnLst/>
            <a:rect l="l" t="t" r="r" b="b"/>
            <a:pathLst>
              <a:path w="0" h="1660037">
                <a:moveTo>
                  <a:pt x="0" y="1660037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path 10"/>
          <p:cNvSpPr/>
          <p:nvPr/>
        </p:nvSpPr>
        <p:spPr>
          <a:xfrm>
            <a:off x="2677490" y="4730709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41931" y="487724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3</a:t>
            </a:r>
          </a:p>
        </p:txBody>
      </p:sp>
      <p:sp>
        <p:nvSpPr>
          <p:cNvPr id="22" name="Editable path 11"/>
          <p:cNvSpPr/>
          <p:nvPr/>
        </p:nvSpPr>
        <p:spPr>
          <a:xfrm>
            <a:off x="3261137" y="3070672"/>
            <a:ext cx="0" cy="1660037"/>
          </a:xfrm>
          <a:custGeom>
            <a:avLst/>
            <a:gdLst/>
            <a:ahLst/>
            <a:cxnLst/>
            <a:rect l="l" t="t" r="r" b="b"/>
            <a:pathLst>
              <a:path w="0" h="1660037">
                <a:moveTo>
                  <a:pt x="0" y="1660037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path 12"/>
          <p:cNvSpPr/>
          <p:nvPr/>
        </p:nvSpPr>
        <p:spPr>
          <a:xfrm>
            <a:off x="3261137" y="4730709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25579" y="487724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4</a:t>
            </a:r>
          </a:p>
        </p:txBody>
      </p:sp>
      <p:sp>
        <p:nvSpPr>
          <p:cNvPr id="25" name="Editable path 13"/>
          <p:cNvSpPr/>
          <p:nvPr/>
        </p:nvSpPr>
        <p:spPr>
          <a:xfrm>
            <a:off x="3844786" y="3070672"/>
            <a:ext cx="0" cy="1660037"/>
          </a:xfrm>
          <a:custGeom>
            <a:avLst/>
            <a:gdLst/>
            <a:ahLst/>
            <a:cxnLst/>
            <a:rect l="l" t="t" r="r" b="b"/>
            <a:pathLst>
              <a:path w="0" h="1660037">
                <a:moveTo>
                  <a:pt x="0" y="1660037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path 14"/>
          <p:cNvSpPr/>
          <p:nvPr/>
        </p:nvSpPr>
        <p:spPr>
          <a:xfrm>
            <a:off x="3844786" y="4730709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09227" y="487724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5</a:t>
            </a:r>
          </a:p>
        </p:txBody>
      </p:sp>
      <p:sp>
        <p:nvSpPr>
          <p:cNvPr id="28" name="Editable path 15"/>
          <p:cNvSpPr/>
          <p:nvPr/>
        </p:nvSpPr>
        <p:spPr>
          <a:xfrm>
            <a:off x="794058" y="4588324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path 16"/>
          <p:cNvSpPr/>
          <p:nvPr/>
        </p:nvSpPr>
        <p:spPr>
          <a:xfrm>
            <a:off x="711089" y="4588324"/>
            <a:ext cx="82969" cy="0"/>
          </a:xfrm>
          <a:custGeom>
            <a:avLst/>
            <a:gdLst/>
            <a:ahLst/>
            <a:cxnLst/>
            <a:rect l="l" t="t" r="r" b="b"/>
            <a:pathLst>
              <a:path w="82969" h="0">
                <a:moveTo>
                  <a:pt x="8296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4771" y="4520404"/>
            <a:ext cx="248906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31" name="Editable path 17"/>
          <p:cNvSpPr/>
          <p:nvPr/>
        </p:nvSpPr>
        <p:spPr>
          <a:xfrm>
            <a:off x="794058" y="4118300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path 18"/>
          <p:cNvSpPr/>
          <p:nvPr/>
        </p:nvSpPr>
        <p:spPr>
          <a:xfrm>
            <a:off x="711089" y="4118300"/>
            <a:ext cx="82969" cy="0"/>
          </a:xfrm>
          <a:custGeom>
            <a:avLst/>
            <a:gdLst/>
            <a:ahLst/>
            <a:cxnLst/>
            <a:rect l="l" t="t" r="r" b="b"/>
            <a:pathLst>
              <a:path w="82969" h="0">
                <a:moveTo>
                  <a:pt x="8296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4771" y="4050380"/>
            <a:ext cx="248906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200</a:t>
            </a:r>
          </a:p>
        </p:txBody>
      </p:sp>
      <p:sp>
        <p:nvSpPr>
          <p:cNvPr id="34" name="Editable path 19"/>
          <p:cNvSpPr/>
          <p:nvPr/>
        </p:nvSpPr>
        <p:spPr>
          <a:xfrm>
            <a:off x="794058" y="3648276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path 20"/>
          <p:cNvSpPr/>
          <p:nvPr/>
        </p:nvSpPr>
        <p:spPr>
          <a:xfrm>
            <a:off x="711089" y="3648276"/>
            <a:ext cx="82969" cy="0"/>
          </a:xfrm>
          <a:custGeom>
            <a:avLst/>
            <a:gdLst/>
            <a:ahLst/>
            <a:cxnLst/>
            <a:rect l="l" t="t" r="r" b="b"/>
            <a:pathLst>
              <a:path w="82969" h="0">
                <a:moveTo>
                  <a:pt x="8296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4771" y="3580355"/>
            <a:ext cx="248906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300</a:t>
            </a:r>
          </a:p>
        </p:txBody>
      </p:sp>
      <p:sp>
        <p:nvSpPr>
          <p:cNvPr id="37" name="Editable path 21"/>
          <p:cNvSpPr/>
          <p:nvPr/>
        </p:nvSpPr>
        <p:spPr>
          <a:xfrm>
            <a:off x="794058" y="3178252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path 22"/>
          <p:cNvSpPr/>
          <p:nvPr/>
        </p:nvSpPr>
        <p:spPr>
          <a:xfrm>
            <a:off x="711089" y="3178252"/>
            <a:ext cx="82969" cy="0"/>
          </a:xfrm>
          <a:custGeom>
            <a:avLst/>
            <a:gdLst/>
            <a:ahLst/>
            <a:cxnLst/>
            <a:rect l="l" t="t" r="r" b="b"/>
            <a:pathLst>
              <a:path w="82969" h="0">
                <a:moveTo>
                  <a:pt x="8296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4771" y="3110331"/>
            <a:ext cx="248906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400</a:t>
            </a:r>
          </a:p>
        </p:txBody>
      </p:sp>
      <p:sp>
        <p:nvSpPr>
          <p:cNvPr id="40" name="TextBox 39"/>
          <p:cNvSpPr txBox="1"/>
          <p:nvPr/>
        </p:nvSpPr>
        <p:spPr>
          <a:xfrm rot="16200000">
            <a:off x="-306664" y="3798094"/>
            <a:ext cx="1156918" cy="199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6" b="0" i="0">
                <a:solidFill>
                  <a:srgbClr val="2B2B2B"/>
                </a:solidFill>
                <a:latin typeface="Times New Roman"/>
              </a:rPr>
              <a:t>Palm error (mm)</a:t>
            </a:r>
          </a:p>
        </p:txBody>
      </p:sp>
      <p:sp>
        <p:nvSpPr>
          <p:cNvPr id="41" name="Editable path 23"/>
          <p:cNvSpPr/>
          <p:nvPr/>
        </p:nvSpPr>
        <p:spPr>
          <a:xfrm>
            <a:off x="938219" y="3655323"/>
            <a:ext cx="2883221" cy="999930"/>
          </a:xfrm>
          <a:custGeom>
            <a:avLst/>
            <a:gdLst/>
            <a:ahLst/>
            <a:cxnLst/>
            <a:rect l="l" t="t" r="r" b="b"/>
            <a:pathLst>
              <a:path w="2883221" h="999930">
                <a:moveTo>
                  <a:pt x="0" y="999930"/>
                </a:moveTo>
                <a:lnTo>
                  <a:pt x="58364" y="928814"/>
                </a:lnTo>
                <a:lnTo>
                  <a:pt x="116729" y="912334"/>
                </a:lnTo>
                <a:lnTo>
                  <a:pt x="175094" y="920489"/>
                </a:lnTo>
                <a:lnTo>
                  <a:pt x="233459" y="919998"/>
                </a:lnTo>
                <a:lnTo>
                  <a:pt x="291824" y="909342"/>
                </a:lnTo>
                <a:lnTo>
                  <a:pt x="350188" y="896902"/>
                </a:lnTo>
                <a:lnTo>
                  <a:pt x="408553" y="883043"/>
                </a:lnTo>
                <a:lnTo>
                  <a:pt x="466918" y="867744"/>
                </a:lnTo>
                <a:lnTo>
                  <a:pt x="525283" y="851341"/>
                </a:lnTo>
                <a:lnTo>
                  <a:pt x="583648" y="834855"/>
                </a:lnTo>
                <a:lnTo>
                  <a:pt x="642012" y="818555"/>
                </a:lnTo>
                <a:lnTo>
                  <a:pt x="700377" y="802119"/>
                </a:lnTo>
                <a:lnTo>
                  <a:pt x="758742" y="784489"/>
                </a:lnTo>
                <a:lnTo>
                  <a:pt x="817107" y="765818"/>
                </a:lnTo>
                <a:lnTo>
                  <a:pt x="875472" y="746586"/>
                </a:lnTo>
                <a:lnTo>
                  <a:pt x="933836" y="726705"/>
                </a:lnTo>
                <a:lnTo>
                  <a:pt x="992201" y="706211"/>
                </a:lnTo>
                <a:lnTo>
                  <a:pt x="1050566" y="685206"/>
                </a:lnTo>
                <a:lnTo>
                  <a:pt x="1108931" y="664252"/>
                </a:lnTo>
                <a:lnTo>
                  <a:pt x="1167296" y="642993"/>
                </a:lnTo>
                <a:lnTo>
                  <a:pt x="1225660" y="621744"/>
                </a:lnTo>
                <a:lnTo>
                  <a:pt x="1284025" y="600210"/>
                </a:lnTo>
                <a:lnTo>
                  <a:pt x="1342390" y="578254"/>
                </a:lnTo>
                <a:lnTo>
                  <a:pt x="1400755" y="556682"/>
                </a:lnTo>
                <a:lnTo>
                  <a:pt x="1459120" y="535443"/>
                </a:lnTo>
                <a:lnTo>
                  <a:pt x="1517484" y="513844"/>
                </a:lnTo>
                <a:lnTo>
                  <a:pt x="1575849" y="492537"/>
                </a:lnTo>
                <a:lnTo>
                  <a:pt x="1634214" y="471271"/>
                </a:lnTo>
                <a:lnTo>
                  <a:pt x="1692579" y="449942"/>
                </a:lnTo>
                <a:lnTo>
                  <a:pt x="1750944" y="429630"/>
                </a:lnTo>
                <a:lnTo>
                  <a:pt x="1809308" y="409678"/>
                </a:lnTo>
                <a:lnTo>
                  <a:pt x="1867673" y="389894"/>
                </a:lnTo>
                <a:lnTo>
                  <a:pt x="1926038" y="369478"/>
                </a:lnTo>
                <a:lnTo>
                  <a:pt x="1984403" y="349242"/>
                </a:lnTo>
                <a:lnTo>
                  <a:pt x="2042767" y="329915"/>
                </a:lnTo>
                <a:lnTo>
                  <a:pt x="2101132" y="309640"/>
                </a:lnTo>
                <a:lnTo>
                  <a:pt x="2159497" y="289419"/>
                </a:lnTo>
                <a:lnTo>
                  <a:pt x="2217862" y="269351"/>
                </a:lnTo>
                <a:lnTo>
                  <a:pt x="2276227" y="247656"/>
                </a:lnTo>
                <a:lnTo>
                  <a:pt x="2334591" y="226638"/>
                </a:lnTo>
                <a:lnTo>
                  <a:pt x="2392956" y="204862"/>
                </a:lnTo>
                <a:lnTo>
                  <a:pt x="2451321" y="182476"/>
                </a:lnTo>
                <a:lnTo>
                  <a:pt x="2509686" y="159771"/>
                </a:lnTo>
                <a:lnTo>
                  <a:pt x="2568051" y="136076"/>
                </a:lnTo>
                <a:lnTo>
                  <a:pt x="2626415" y="112247"/>
                </a:lnTo>
                <a:lnTo>
                  <a:pt x="2684780" y="87781"/>
                </a:lnTo>
                <a:lnTo>
                  <a:pt x="2743145" y="62011"/>
                </a:lnTo>
                <a:lnTo>
                  <a:pt x="2801510" y="34906"/>
                </a:lnTo>
                <a:lnTo>
                  <a:pt x="2859875" y="7339"/>
                </a:lnTo>
                <a:lnTo>
                  <a:pt x="2883221" y="0"/>
                </a:lnTo>
              </a:path>
            </a:pathLst>
          </a:custGeom>
          <a:noFill/>
          <a:ln w="23705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path 24"/>
          <p:cNvSpPr/>
          <p:nvPr/>
        </p:nvSpPr>
        <p:spPr>
          <a:xfrm>
            <a:off x="938219" y="3870524"/>
            <a:ext cx="2883221" cy="701582"/>
          </a:xfrm>
          <a:custGeom>
            <a:avLst/>
            <a:gdLst/>
            <a:ahLst/>
            <a:cxnLst/>
            <a:rect l="l" t="t" r="r" b="b"/>
            <a:pathLst>
              <a:path w="2883221" h="701582">
                <a:moveTo>
                  <a:pt x="0" y="701582"/>
                </a:moveTo>
                <a:lnTo>
                  <a:pt x="58364" y="639692"/>
                </a:lnTo>
                <a:lnTo>
                  <a:pt x="116729" y="622300"/>
                </a:lnTo>
                <a:lnTo>
                  <a:pt x="175094" y="637078"/>
                </a:lnTo>
                <a:lnTo>
                  <a:pt x="233459" y="643988"/>
                </a:lnTo>
                <a:lnTo>
                  <a:pt x="291824" y="641311"/>
                </a:lnTo>
                <a:lnTo>
                  <a:pt x="350188" y="634615"/>
                </a:lnTo>
                <a:lnTo>
                  <a:pt x="408553" y="625776"/>
                </a:lnTo>
                <a:lnTo>
                  <a:pt x="466918" y="615146"/>
                </a:lnTo>
                <a:lnTo>
                  <a:pt x="525283" y="603010"/>
                </a:lnTo>
                <a:lnTo>
                  <a:pt x="583648" y="589524"/>
                </a:lnTo>
                <a:lnTo>
                  <a:pt x="642012" y="575343"/>
                </a:lnTo>
                <a:lnTo>
                  <a:pt x="700377" y="560308"/>
                </a:lnTo>
                <a:lnTo>
                  <a:pt x="758742" y="544517"/>
                </a:lnTo>
                <a:lnTo>
                  <a:pt x="817107" y="528719"/>
                </a:lnTo>
                <a:lnTo>
                  <a:pt x="875472" y="511979"/>
                </a:lnTo>
                <a:lnTo>
                  <a:pt x="933836" y="494733"/>
                </a:lnTo>
                <a:lnTo>
                  <a:pt x="992201" y="477638"/>
                </a:lnTo>
                <a:lnTo>
                  <a:pt x="1050566" y="460441"/>
                </a:lnTo>
                <a:lnTo>
                  <a:pt x="1108931" y="442967"/>
                </a:lnTo>
                <a:lnTo>
                  <a:pt x="1167296" y="425290"/>
                </a:lnTo>
                <a:lnTo>
                  <a:pt x="1225660" y="407474"/>
                </a:lnTo>
                <a:lnTo>
                  <a:pt x="1284025" y="389681"/>
                </a:lnTo>
                <a:lnTo>
                  <a:pt x="1342390" y="372362"/>
                </a:lnTo>
                <a:lnTo>
                  <a:pt x="1400755" y="354819"/>
                </a:lnTo>
                <a:lnTo>
                  <a:pt x="1459120" y="337103"/>
                </a:lnTo>
                <a:lnTo>
                  <a:pt x="1517484" y="320390"/>
                </a:lnTo>
                <a:lnTo>
                  <a:pt x="1575849" y="303844"/>
                </a:lnTo>
                <a:lnTo>
                  <a:pt x="1634214" y="287637"/>
                </a:lnTo>
                <a:lnTo>
                  <a:pt x="1692579" y="271636"/>
                </a:lnTo>
                <a:lnTo>
                  <a:pt x="1750944" y="255614"/>
                </a:lnTo>
                <a:lnTo>
                  <a:pt x="1809308" y="239703"/>
                </a:lnTo>
                <a:lnTo>
                  <a:pt x="1867673" y="224038"/>
                </a:lnTo>
                <a:lnTo>
                  <a:pt x="1926038" y="209050"/>
                </a:lnTo>
                <a:lnTo>
                  <a:pt x="1984403" y="194594"/>
                </a:lnTo>
                <a:lnTo>
                  <a:pt x="2042767" y="179926"/>
                </a:lnTo>
                <a:lnTo>
                  <a:pt x="2101132" y="166475"/>
                </a:lnTo>
                <a:lnTo>
                  <a:pt x="2159497" y="153495"/>
                </a:lnTo>
                <a:lnTo>
                  <a:pt x="2217862" y="140972"/>
                </a:lnTo>
                <a:lnTo>
                  <a:pt x="2276227" y="128931"/>
                </a:lnTo>
                <a:lnTo>
                  <a:pt x="2334591" y="117432"/>
                </a:lnTo>
                <a:lnTo>
                  <a:pt x="2392956" y="105092"/>
                </a:lnTo>
                <a:lnTo>
                  <a:pt x="2451321" y="93393"/>
                </a:lnTo>
                <a:lnTo>
                  <a:pt x="2509686" y="81971"/>
                </a:lnTo>
                <a:lnTo>
                  <a:pt x="2568051" y="70264"/>
                </a:lnTo>
                <a:lnTo>
                  <a:pt x="2626415" y="58205"/>
                </a:lnTo>
                <a:lnTo>
                  <a:pt x="2684780" y="46278"/>
                </a:lnTo>
                <a:lnTo>
                  <a:pt x="2743145" y="33326"/>
                </a:lnTo>
                <a:lnTo>
                  <a:pt x="2801510" y="19386"/>
                </a:lnTo>
                <a:lnTo>
                  <a:pt x="2859875" y="4151"/>
                </a:lnTo>
                <a:lnTo>
                  <a:pt x="2883221" y="0"/>
                </a:lnTo>
              </a:path>
            </a:pathLst>
          </a:custGeom>
          <a:noFill/>
          <a:ln w="23705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path 25"/>
          <p:cNvSpPr/>
          <p:nvPr/>
        </p:nvSpPr>
        <p:spPr>
          <a:xfrm>
            <a:off x="938219" y="3146128"/>
            <a:ext cx="2883221" cy="1200900"/>
          </a:xfrm>
          <a:custGeom>
            <a:avLst/>
            <a:gdLst/>
            <a:ahLst/>
            <a:cxnLst/>
            <a:rect l="l" t="t" r="r" b="b"/>
            <a:pathLst>
              <a:path w="2883221" h="1200900">
                <a:moveTo>
                  <a:pt x="0" y="1200900"/>
                </a:moveTo>
                <a:lnTo>
                  <a:pt x="58364" y="1161146"/>
                </a:lnTo>
                <a:lnTo>
                  <a:pt x="116729" y="1169249"/>
                </a:lnTo>
                <a:lnTo>
                  <a:pt x="175094" y="1182952"/>
                </a:lnTo>
                <a:lnTo>
                  <a:pt x="233459" y="1178271"/>
                </a:lnTo>
                <a:lnTo>
                  <a:pt x="291824" y="1158797"/>
                </a:lnTo>
                <a:lnTo>
                  <a:pt x="350188" y="1133461"/>
                </a:lnTo>
                <a:lnTo>
                  <a:pt x="408553" y="1106849"/>
                </a:lnTo>
                <a:lnTo>
                  <a:pt x="466918" y="1079702"/>
                </a:lnTo>
                <a:lnTo>
                  <a:pt x="525283" y="1052578"/>
                </a:lnTo>
                <a:lnTo>
                  <a:pt x="583648" y="1025322"/>
                </a:lnTo>
                <a:lnTo>
                  <a:pt x="642012" y="997989"/>
                </a:lnTo>
                <a:lnTo>
                  <a:pt x="700377" y="971665"/>
                </a:lnTo>
                <a:lnTo>
                  <a:pt x="758742" y="945315"/>
                </a:lnTo>
                <a:lnTo>
                  <a:pt x="817107" y="919542"/>
                </a:lnTo>
                <a:lnTo>
                  <a:pt x="875472" y="894883"/>
                </a:lnTo>
                <a:lnTo>
                  <a:pt x="933836" y="870556"/>
                </a:lnTo>
                <a:lnTo>
                  <a:pt x="992201" y="846241"/>
                </a:lnTo>
                <a:lnTo>
                  <a:pt x="1050566" y="822539"/>
                </a:lnTo>
                <a:lnTo>
                  <a:pt x="1108931" y="798808"/>
                </a:lnTo>
                <a:lnTo>
                  <a:pt x="1167296" y="775482"/>
                </a:lnTo>
                <a:lnTo>
                  <a:pt x="1225660" y="752054"/>
                </a:lnTo>
                <a:lnTo>
                  <a:pt x="1284025" y="729293"/>
                </a:lnTo>
                <a:lnTo>
                  <a:pt x="1342390" y="706384"/>
                </a:lnTo>
                <a:lnTo>
                  <a:pt x="1400755" y="682857"/>
                </a:lnTo>
                <a:lnTo>
                  <a:pt x="1459120" y="660288"/>
                </a:lnTo>
                <a:lnTo>
                  <a:pt x="1517484" y="639095"/>
                </a:lnTo>
                <a:lnTo>
                  <a:pt x="1575849" y="615048"/>
                </a:lnTo>
                <a:lnTo>
                  <a:pt x="1634214" y="594080"/>
                </a:lnTo>
                <a:lnTo>
                  <a:pt x="1692579" y="571689"/>
                </a:lnTo>
                <a:lnTo>
                  <a:pt x="1750944" y="548722"/>
                </a:lnTo>
                <a:lnTo>
                  <a:pt x="1809308" y="524888"/>
                </a:lnTo>
                <a:lnTo>
                  <a:pt x="1867673" y="499711"/>
                </a:lnTo>
                <a:lnTo>
                  <a:pt x="1926038" y="472464"/>
                </a:lnTo>
                <a:lnTo>
                  <a:pt x="1984403" y="443250"/>
                </a:lnTo>
                <a:lnTo>
                  <a:pt x="2042767" y="413073"/>
                </a:lnTo>
                <a:lnTo>
                  <a:pt x="2101132" y="382308"/>
                </a:lnTo>
                <a:lnTo>
                  <a:pt x="2159497" y="351731"/>
                </a:lnTo>
                <a:lnTo>
                  <a:pt x="2217862" y="322387"/>
                </a:lnTo>
                <a:lnTo>
                  <a:pt x="2276227" y="292454"/>
                </a:lnTo>
                <a:lnTo>
                  <a:pt x="2334591" y="263158"/>
                </a:lnTo>
                <a:lnTo>
                  <a:pt x="2392956" y="234709"/>
                </a:lnTo>
                <a:lnTo>
                  <a:pt x="2451321" y="202894"/>
                </a:lnTo>
                <a:lnTo>
                  <a:pt x="2509686" y="173251"/>
                </a:lnTo>
                <a:lnTo>
                  <a:pt x="2568051" y="143277"/>
                </a:lnTo>
                <a:lnTo>
                  <a:pt x="2626415" y="114922"/>
                </a:lnTo>
                <a:lnTo>
                  <a:pt x="2684780" y="86509"/>
                </a:lnTo>
                <a:lnTo>
                  <a:pt x="2743145" y="58623"/>
                </a:lnTo>
                <a:lnTo>
                  <a:pt x="2801510" y="32086"/>
                </a:lnTo>
                <a:lnTo>
                  <a:pt x="2859875" y="6330"/>
                </a:lnTo>
                <a:lnTo>
                  <a:pt x="2883221" y="0"/>
                </a:lnTo>
              </a:path>
            </a:pathLst>
          </a:custGeom>
          <a:noFill/>
          <a:ln w="23705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path 26"/>
          <p:cNvSpPr/>
          <p:nvPr/>
        </p:nvSpPr>
        <p:spPr>
          <a:xfrm>
            <a:off x="938219" y="3879988"/>
            <a:ext cx="2883221" cy="631713"/>
          </a:xfrm>
          <a:custGeom>
            <a:avLst/>
            <a:gdLst/>
            <a:ahLst/>
            <a:cxnLst/>
            <a:rect l="l" t="t" r="r" b="b"/>
            <a:pathLst>
              <a:path w="2883221" h="631713">
                <a:moveTo>
                  <a:pt x="0" y="631713"/>
                </a:moveTo>
                <a:lnTo>
                  <a:pt x="58364" y="576779"/>
                </a:lnTo>
                <a:lnTo>
                  <a:pt x="116729" y="573078"/>
                </a:lnTo>
                <a:lnTo>
                  <a:pt x="175094" y="592167"/>
                </a:lnTo>
                <a:lnTo>
                  <a:pt x="233459" y="600502"/>
                </a:lnTo>
                <a:lnTo>
                  <a:pt x="291824" y="594976"/>
                </a:lnTo>
                <a:lnTo>
                  <a:pt x="350188" y="581647"/>
                </a:lnTo>
                <a:lnTo>
                  <a:pt x="408553" y="564192"/>
                </a:lnTo>
                <a:lnTo>
                  <a:pt x="466918" y="544345"/>
                </a:lnTo>
                <a:lnTo>
                  <a:pt x="525283" y="523431"/>
                </a:lnTo>
                <a:lnTo>
                  <a:pt x="583648" y="502119"/>
                </a:lnTo>
                <a:lnTo>
                  <a:pt x="642012" y="480167"/>
                </a:lnTo>
                <a:lnTo>
                  <a:pt x="700377" y="457849"/>
                </a:lnTo>
                <a:lnTo>
                  <a:pt x="758742" y="435496"/>
                </a:lnTo>
                <a:lnTo>
                  <a:pt x="817107" y="413055"/>
                </a:lnTo>
                <a:lnTo>
                  <a:pt x="875472" y="390689"/>
                </a:lnTo>
                <a:lnTo>
                  <a:pt x="933836" y="368179"/>
                </a:lnTo>
                <a:lnTo>
                  <a:pt x="992201" y="345689"/>
                </a:lnTo>
                <a:lnTo>
                  <a:pt x="1050566" y="322710"/>
                </a:lnTo>
                <a:lnTo>
                  <a:pt x="1108931" y="299454"/>
                </a:lnTo>
                <a:lnTo>
                  <a:pt x="1167296" y="275769"/>
                </a:lnTo>
                <a:lnTo>
                  <a:pt x="1225660" y="251777"/>
                </a:lnTo>
                <a:lnTo>
                  <a:pt x="1284025" y="227319"/>
                </a:lnTo>
                <a:lnTo>
                  <a:pt x="1342390" y="202655"/>
                </a:lnTo>
                <a:lnTo>
                  <a:pt x="1400755" y="177868"/>
                </a:lnTo>
                <a:lnTo>
                  <a:pt x="1459120" y="152209"/>
                </a:lnTo>
                <a:lnTo>
                  <a:pt x="1517484" y="126268"/>
                </a:lnTo>
                <a:lnTo>
                  <a:pt x="1575849" y="99914"/>
                </a:lnTo>
                <a:lnTo>
                  <a:pt x="1634214" y="72742"/>
                </a:lnTo>
                <a:lnTo>
                  <a:pt x="1692579" y="45008"/>
                </a:lnTo>
                <a:lnTo>
                  <a:pt x="1750944" y="44258"/>
                </a:lnTo>
                <a:lnTo>
                  <a:pt x="1809308" y="48766"/>
                </a:lnTo>
                <a:lnTo>
                  <a:pt x="1867673" y="51102"/>
                </a:lnTo>
                <a:lnTo>
                  <a:pt x="1926038" y="53202"/>
                </a:lnTo>
                <a:lnTo>
                  <a:pt x="1984403" y="53387"/>
                </a:lnTo>
                <a:lnTo>
                  <a:pt x="2042767" y="50878"/>
                </a:lnTo>
                <a:lnTo>
                  <a:pt x="2101132" y="44095"/>
                </a:lnTo>
                <a:lnTo>
                  <a:pt x="2159497" y="36027"/>
                </a:lnTo>
                <a:lnTo>
                  <a:pt x="2217862" y="28963"/>
                </a:lnTo>
                <a:lnTo>
                  <a:pt x="2276227" y="21590"/>
                </a:lnTo>
                <a:lnTo>
                  <a:pt x="2334591" y="15200"/>
                </a:lnTo>
                <a:lnTo>
                  <a:pt x="2392956" y="10084"/>
                </a:lnTo>
                <a:lnTo>
                  <a:pt x="2451321" y="5068"/>
                </a:lnTo>
                <a:lnTo>
                  <a:pt x="2509686" y="1579"/>
                </a:lnTo>
                <a:lnTo>
                  <a:pt x="2568051" y="150"/>
                </a:lnTo>
                <a:lnTo>
                  <a:pt x="2626415" y="274"/>
                </a:lnTo>
                <a:lnTo>
                  <a:pt x="2684780" y="0"/>
                </a:lnTo>
                <a:lnTo>
                  <a:pt x="2743145" y="659"/>
                </a:lnTo>
                <a:lnTo>
                  <a:pt x="2801510" y="2148"/>
                </a:lnTo>
                <a:lnTo>
                  <a:pt x="2859875" y="5044"/>
                </a:lnTo>
                <a:lnTo>
                  <a:pt x="2883221" y="6234"/>
                </a:lnTo>
              </a:path>
            </a:pathLst>
          </a:custGeom>
          <a:noFill/>
          <a:ln w="23705">
            <a:solidFill>
              <a:srgbClr val="0ABA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path 27"/>
          <p:cNvSpPr/>
          <p:nvPr/>
        </p:nvSpPr>
        <p:spPr>
          <a:xfrm>
            <a:off x="794058" y="3070672"/>
            <a:ext cx="0" cy="1660037"/>
          </a:xfrm>
          <a:custGeom>
            <a:avLst/>
            <a:gdLst/>
            <a:ahLst/>
            <a:cxnLst/>
            <a:rect l="l" t="t" r="r" b="b"/>
            <a:pathLst>
              <a:path w="0" h="1660037">
                <a:moveTo>
                  <a:pt x="0" y="1660037"/>
                </a:moveTo>
                <a:lnTo>
                  <a:pt x="0" y="0"/>
                </a:lnTo>
              </a:path>
            </a:pathLst>
          </a:custGeom>
          <a:noFill/>
          <a:ln w="1422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path 28"/>
          <p:cNvSpPr/>
          <p:nvPr/>
        </p:nvSpPr>
        <p:spPr>
          <a:xfrm>
            <a:off x="794058" y="4730709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422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path 29"/>
          <p:cNvSpPr/>
          <p:nvPr/>
        </p:nvSpPr>
        <p:spPr>
          <a:xfrm>
            <a:off x="4821917" y="3070672"/>
            <a:ext cx="3171543" cy="1660037"/>
          </a:xfrm>
          <a:custGeom>
            <a:avLst/>
            <a:gdLst/>
            <a:ahLst/>
            <a:cxnLst/>
            <a:rect l="l" t="t" r="r" b="b"/>
            <a:pathLst>
              <a:path w="3171543" h="1660037">
                <a:moveTo>
                  <a:pt x="0" y="0"/>
                </a:moveTo>
                <a:lnTo>
                  <a:pt x="3171543" y="0"/>
                </a:lnTo>
                <a:lnTo>
                  <a:pt x="3171543" y="1660037"/>
                </a:lnTo>
                <a:lnTo>
                  <a:pt x="0" y="16600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path 30"/>
          <p:cNvSpPr/>
          <p:nvPr/>
        </p:nvSpPr>
        <p:spPr>
          <a:xfrm>
            <a:off x="4955997" y="3070672"/>
            <a:ext cx="0" cy="1660037"/>
          </a:xfrm>
          <a:custGeom>
            <a:avLst/>
            <a:gdLst/>
            <a:ahLst/>
            <a:cxnLst/>
            <a:rect l="l" t="t" r="r" b="b"/>
            <a:pathLst>
              <a:path w="0" h="1660037">
                <a:moveTo>
                  <a:pt x="0" y="1660037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path 31"/>
          <p:cNvSpPr/>
          <p:nvPr/>
        </p:nvSpPr>
        <p:spPr>
          <a:xfrm>
            <a:off x="4955997" y="4730709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20438" y="487724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51" name="Editable path 32"/>
          <p:cNvSpPr/>
          <p:nvPr/>
        </p:nvSpPr>
        <p:spPr>
          <a:xfrm>
            <a:off x="5460057" y="3070672"/>
            <a:ext cx="0" cy="1660037"/>
          </a:xfrm>
          <a:custGeom>
            <a:avLst/>
            <a:gdLst/>
            <a:ahLst/>
            <a:cxnLst/>
            <a:rect l="l" t="t" r="r" b="b"/>
            <a:pathLst>
              <a:path w="0" h="1660037">
                <a:moveTo>
                  <a:pt x="0" y="1660037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path 33"/>
          <p:cNvSpPr/>
          <p:nvPr/>
        </p:nvSpPr>
        <p:spPr>
          <a:xfrm>
            <a:off x="5460057" y="4730709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24498" y="487724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54" name="Editable path 34"/>
          <p:cNvSpPr/>
          <p:nvPr/>
        </p:nvSpPr>
        <p:spPr>
          <a:xfrm>
            <a:off x="5964116" y="3070672"/>
            <a:ext cx="0" cy="1660037"/>
          </a:xfrm>
          <a:custGeom>
            <a:avLst/>
            <a:gdLst/>
            <a:ahLst/>
            <a:cxnLst/>
            <a:rect l="l" t="t" r="r" b="b"/>
            <a:pathLst>
              <a:path w="0" h="1660037">
                <a:moveTo>
                  <a:pt x="0" y="1660037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path 35"/>
          <p:cNvSpPr/>
          <p:nvPr/>
        </p:nvSpPr>
        <p:spPr>
          <a:xfrm>
            <a:off x="5964116" y="4730709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28558" y="487724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57" name="Editable path 36"/>
          <p:cNvSpPr/>
          <p:nvPr/>
        </p:nvSpPr>
        <p:spPr>
          <a:xfrm>
            <a:off x="6468176" y="3070672"/>
            <a:ext cx="0" cy="1660037"/>
          </a:xfrm>
          <a:custGeom>
            <a:avLst/>
            <a:gdLst/>
            <a:ahLst/>
            <a:cxnLst/>
            <a:rect l="l" t="t" r="r" b="b"/>
            <a:pathLst>
              <a:path w="0" h="1660037">
                <a:moveTo>
                  <a:pt x="0" y="1660037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path 37"/>
          <p:cNvSpPr/>
          <p:nvPr/>
        </p:nvSpPr>
        <p:spPr>
          <a:xfrm>
            <a:off x="6468176" y="4730709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32618" y="487724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3</a:t>
            </a:r>
          </a:p>
        </p:txBody>
      </p:sp>
      <p:sp>
        <p:nvSpPr>
          <p:cNvPr id="60" name="Editable path 38"/>
          <p:cNvSpPr/>
          <p:nvPr/>
        </p:nvSpPr>
        <p:spPr>
          <a:xfrm>
            <a:off x="6972235" y="3070672"/>
            <a:ext cx="0" cy="1660037"/>
          </a:xfrm>
          <a:custGeom>
            <a:avLst/>
            <a:gdLst/>
            <a:ahLst/>
            <a:cxnLst/>
            <a:rect l="l" t="t" r="r" b="b"/>
            <a:pathLst>
              <a:path w="0" h="1660037">
                <a:moveTo>
                  <a:pt x="0" y="1660037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path 39"/>
          <p:cNvSpPr/>
          <p:nvPr/>
        </p:nvSpPr>
        <p:spPr>
          <a:xfrm>
            <a:off x="6972235" y="4730709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36677" y="487724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4</a:t>
            </a:r>
          </a:p>
        </p:txBody>
      </p:sp>
      <p:sp>
        <p:nvSpPr>
          <p:cNvPr id="63" name="Editable path 40"/>
          <p:cNvSpPr/>
          <p:nvPr/>
        </p:nvSpPr>
        <p:spPr>
          <a:xfrm>
            <a:off x="7476295" y="3070672"/>
            <a:ext cx="0" cy="1660037"/>
          </a:xfrm>
          <a:custGeom>
            <a:avLst/>
            <a:gdLst/>
            <a:ahLst/>
            <a:cxnLst/>
            <a:rect l="l" t="t" r="r" b="b"/>
            <a:pathLst>
              <a:path w="0" h="1660037">
                <a:moveTo>
                  <a:pt x="0" y="1660037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path 41"/>
          <p:cNvSpPr/>
          <p:nvPr/>
        </p:nvSpPr>
        <p:spPr>
          <a:xfrm>
            <a:off x="7476295" y="4730709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40736" y="487724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5</a:t>
            </a:r>
          </a:p>
        </p:txBody>
      </p:sp>
      <p:sp>
        <p:nvSpPr>
          <p:cNvPr id="66" name="Editable path 42"/>
          <p:cNvSpPr/>
          <p:nvPr/>
        </p:nvSpPr>
        <p:spPr>
          <a:xfrm>
            <a:off x="7980355" y="3070672"/>
            <a:ext cx="0" cy="1660037"/>
          </a:xfrm>
          <a:custGeom>
            <a:avLst/>
            <a:gdLst/>
            <a:ahLst/>
            <a:cxnLst/>
            <a:rect l="l" t="t" r="r" b="b"/>
            <a:pathLst>
              <a:path w="0" h="1660037">
                <a:moveTo>
                  <a:pt x="0" y="1660037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path 43"/>
          <p:cNvSpPr/>
          <p:nvPr/>
        </p:nvSpPr>
        <p:spPr>
          <a:xfrm>
            <a:off x="7980355" y="4730709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44796" y="487724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6</a:t>
            </a:r>
          </a:p>
        </p:txBody>
      </p:sp>
      <p:sp>
        <p:nvSpPr>
          <p:cNvPr id="69" name="Editable path 44"/>
          <p:cNvSpPr/>
          <p:nvPr/>
        </p:nvSpPr>
        <p:spPr>
          <a:xfrm>
            <a:off x="4821917" y="4548336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path 45"/>
          <p:cNvSpPr/>
          <p:nvPr/>
        </p:nvSpPr>
        <p:spPr>
          <a:xfrm>
            <a:off x="4738948" y="4548336"/>
            <a:ext cx="82969" cy="0"/>
          </a:xfrm>
          <a:custGeom>
            <a:avLst/>
            <a:gdLst/>
            <a:ahLst/>
            <a:cxnLst/>
            <a:rect l="l" t="t" r="r" b="b"/>
            <a:pathLst>
              <a:path w="82969" h="0">
                <a:moveTo>
                  <a:pt x="8296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13746" y="4480416"/>
            <a:ext cx="177790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60</a:t>
            </a:r>
          </a:p>
        </p:txBody>
      </p:sp>
      <p:sp>
        <p:nvSpPr>
          <p:cNvPr id="72" name="Editable path 46"/>
          <p:cNvSpPr/>
          <p:nvPr/>
        </p:nvSpPr>
        <p:spPr>
          <a:xfrm>
            <a:off x="4821917" y="4214075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path 47"/>
          <p:cNvSpPr/>
          <p:nvPr/>
        </p:nvSpPr>
        <p:spPr>
          <a:xfrm>
            <a:off x="4738948" y="4214075"/>
            <a:ext cx="82969" cy="0"/>
          </a:xfrm>
          <a:custGeom>
            <a:avLst/>
            <a:gdLst/>
            <a:ahLst/>
            <a:cxnLst/>
            <a:rect l="l" t="t" r="r" b="b"/>
            <a:pathLst>
              <a:path w="82969" h="0">
                <a:moveTo>
                  <a:pt x="8296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13746" y="4146154"/>
            <a:ext cx="177790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80</a:t>
            </a:r>
          </a:p>
        </p:txBody>
      </p:sp>
      <p:sp>
        <p:nvSpPr>
          <p:cNvPr id="75" name="Editable path 48"/>
          <p:cNvSpPr/>
          <p:nvPr/>
        </p:nvSpPr>
        <p:spPr>
          <a:xfrm>
            <a:off x="4821917" y="3879814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path 49"/>
          <p:cNvSpPr/>
          <p:nvPr/>
        </p:nvSpPr>
        <p:spPr>
          <a:xfrm>
            <a:off x="4738948" y="3879814"/>
            <a:ext cx="82969" cy="0"/>
          </a:xfrm>
          <a:custGeom>
            <a:avLst/>
            <a:gdLst/>
            <a:ahLst/>
            <a:cxnLst/>
            <a:rect l="l" t="t" r="r" b="b"/>
            <a:pathLst>
              <a:path w="82969" h="0">
                <a:moveTo>
                  <a:pt x="8296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442630" y="3811893"/>
            <a:ext cx="248906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78" name="Editable path 50"/>
          <p:cNvSpPr/>
          <p:nvPr/>
        </p:nvSpPr>
        <p:spPr>
          <a:xfrm>
            <a:off x="4821917" y="3545553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path 51"/>
          <p:cNvSpPr/>
          <p:nvPr/>
        </p:nvSpPr>
        <p:spPr>
          <a:xfrm>
            <a:off x="4738948" y="3545553"/>
            <a:ext cx="82969" cy="0"/>
          </a:xfrm>
          <a:custGeom>
            <a:avLst/>
            <a:gdLst/>
            <a:ahLst/>
            <a:cxnLst/>
            <a:rect l="l" t="t" r="r" b="b"/>
            <a:pathLst>
              <a:path w="82969" h="0">
                <a:moveTo>
                  <a:pt x="8296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42630" y="3477633"/>
            <a:ext cx="248906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120</a:t>
            </a:r>
          </a:p>
        </p:txBody>
      </p:sp>
      <p:sp>
        <p:nvSpPr>
          <p:cNvPr id="81" name="Editable path 52"/>
          <p:cNvSpPr/>
          <p:nvPr/>
        </p:nvSpPr>
        <p:spPr>
          <a:xfrm>
            <a:off x="4821917" y="3211292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path 53"/>
          <p:cNvSpPr/>
          <p:nvPr/>
        </p:nvSpPr>
        <p:spPr>
          <a:xfrm>
            <a:off x="4738948" y="3211292"/>
            <a:ext cx="82969" cy="0"/>
          </a:xfrm>
          <a:custGeom>
            <a:avLst/>
            <a:gdLst/>
            <a:ahLst/>
            <a:cxnLst/>
            <a:rect l="l" t="t" r="r" b="b"/>
            <a:pathLst>
              <a:path w="82969" h="0">
                <a:moveTo>
                  <a:pt x="8296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42630" y="3143371"/>
            <a:ext cx="248906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140</a:t>
            </a:r>
          </a:p>
        </p:txBody>
      </p:sp>
      <p:sp>
        <p:nvSpPr>
          <p:cNvPr id="84" name="Editable path 54"/>
          <p:cNvSpPr/>
          <p:nvPr/>
        </p:nvSpPr>
        <p:spPr>
          <a:xfrm>
            <a:off x="4966078" y="3146128"/>
            <a:ext cx="2883221" cy="1287788"/>
          </a:xfrm>
          <a:custGeom>
            <a:avLst/>
            <a:gdLst/>
            <a:ahLst/>
            <a:cxnLst/>
            <a:rect l="l" t="t" r="r" b="b"/>
            <a:pathLst>
              <a:path w="2883221" h="1287788">
                <a:moveTo>
                  <a:pt x="0" y="118354"/>
                </a:moveTo>
                <a:lnTo>
                  <a:pt x="50406" y="0"/>
                </a:lnTo>
                <a:lnTo>
                  <a:pt x="100812" y="127654"/>
                </a:lnTo>
                <a:lnTo>
                  <a:pt x="151218" y="277316"/>
                </a:lnTo>
                <a:lnTo>
                  <a:pt x="201624" y="338319"/>
                </a:lnTo>
                <a:lnTo>
                  <a:pt x="252030" y="356413"/>
                </a:lnTo>
                <a:lnTo>
                  <a:pt x="302436" y="361951"/>
                </a:lnTo>
                <a:lnTo>
                  <a:pt x="352842" y="382815"/>
                </a:lnTo>
                <a:lnTo>
                  <a:pt x="403248" y="410085"/>
                </a:lnTo>
                <a:lnTo>
                  <a:pt x="453654" y="434249"/>
                </a:lnTo>
                <a:lnTo>
                  <a:pt x="504060" y="461183"/>
                </a:lnTo>
                <a:lnTo>
                  <a:pt x="554466" y="493603"/>
                </a:lnTo>
                <a:lnTo>
                  <a:pt x="604872" y="527168"/>
                </a:lnTo>
                <a:lnTo>
                  <a:pt x="655278" y="560681"/>
                </a:lnTo>
                <a:lnTo>
                  <a:pt x="705684" y="593581"/>
                </a:lnTo>
                <a:lnTo>
                  <a:pt x="756090" y="628804"/>
                </a:lnTo>
                <a:lnTo>
                  <a:pt x="806496" y="662415"/>
                </a:lnTo>
                <a:lnTo>
                  <a:pt x="856902" y="696627"/>
                </a:lnTo>
                <a:lnTo>
                  <a:pt x="907307" y="732983"/>
                </a:lnTo>
                <a:lnTo>
                  <a:pt x="957714" y="772742"/>
                </a:lnTo>
                <a:lnTo>
                  <a:pt x="1008119" y="809956"/>
                </a:lnTo>
                <a:lnTo>
                  <a:pt x="1058525" y="849476"/>
                </a:lnTo>
                <a:lnTo>
                  <a:pt x="1108931" y="890128"/>
                </a:lnTo>
                <a:lnTo>
                  <a:pt x="1159338" y="927079"/>
                </a:lnTo>
                <a:lnTo>
                  <a:pt x="1209744" y="966379"/>
                </a:lnTo>
                <a:lnTo>
                  <a:pt x="1260149" y="1005237"/>
                </a:lnTo>
                <a:lnTo>
                  <a:pt x="1310555" y="1041972"/>
                </a:lnTo>
                <a:lnTo>
                  <a:pt x="1360961" y="1081613"/>
                </a:lnTo>
                <a:lnTo>
                  <a:pt x="1411367" y="1119430"/>
                </a:lnTo>
                <a:lnTo>
                  <a:pt x="1461773" y="1149009"/>
                </a:lnTo>
                <a:lnTo>
                  <a:pt x="1512179" y="1185859"/>
                </a:lnTo>
                <a:lnTo>
                  <a:pt x="1562585" y="1215305"/>
                </a:lnTo>
                <a:lnTo>
                  <a:pt x="1612991" y="1227337"/>
                </a:lnTo>
                <a:lnTo>
                  <a:pt x="1663397" y="1234754"/>
                </a:lnTo>
                <a:lnTo>
                  <a:pt x="1713803" y="1240743"/>
                </a:lnTo>
                <a:lnTo>
                  <a:pt x="1764209" y="1246338"/>
                </a:lnTo>
                <a:lnTo>
                  <a:pt x="1814615" y="1247702"/>
                </a:lnTo>
                <a:lnTo>
                  <a:pt x="1865021" y="1249693"/>
                </a:lnTo>
                <a:lnTo>
                  <a:pt x="1915427" y="1252162"/>
                </a:lnTo>
                <a:lnTo>
                  <a:pt x="1965832" y="1253934"/>
                </a:lnTo>
                <a:lnTo>
                  <a:pt x="2016239" y="1255734"/>
                </a:lnTo>
                <a:lnTo>
                  <a:pt x="2066645" y="1256750"/>
                </a:lnTo>
                <a:lnTo>
                  <a:pt x="2117051" y="1257179"/>
                </a:lnTo>
                <a:lnTo>
                  <a:pt x="2167456" y="1258319"/>
                </a:lnTo>
                <a:lnTo>
                  <a:pt x="2217862" y="1262852"/>
                </a:lnTo>
                <a:lnTo>
                  <a:pt x="2268268" y="1265412"/>
                </a:lnTo>
                <a:lnTo>
                  <a:pt x="2318675" y="1265316"/>
                </a:lnTo>
                <a:lnTo>
                  <a:pt x="2369081" y="1265947"/>
                </a:lnTo>
                <a:lnTo>
                  <a:pt x="2419486" y="1267004"/>
                </a:lnTo>
                <a:lnTo>
                  <a:pt x="2469892" y="1269745"/>
                </a:lnTo>
                <a:lnTo>
                  <a:pt x="2520298" y="1273160"/>
                </a:lnTo>
                <a:lnTo>
                  <a:pt x="2570705" y="1276022"/>
                </a:lnTo>
                <a:lnTo>
                  <a:pt x="2621110" y="1279295"/>
                </a:lnTo>
                <a:lnTo>
                  <a:pt x="2671516" y="1282367"/>
                </a:lnTo>
                <a:lnTo>
                  <a:pt x="2721922" y="1284974"/>
                </a:lnTo>
                <a:lnTo>
                  <a:pt x="2772328" y="1286209"/>
                </a:lnTo>
                <a:lnTo>
                  <a:pt x="2822734" y="1287788"/>
                </a:lnTo>
                <a:lnTo>
                  <a:pt x="2873140" y="1286905"/>
                </a:lnTo>
                <a:lnTo>
                  <a:pt x="2883221" y="1286752"/>
                </a:lnTo>
              </a:path>
            </a:pathLst>
          </a:custGeom>
          <a:noFill/>
          <a:ln w="23705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path 55"/>
          <p:cNvSpPr/>
          <p:nvPr/>
        </p:nvSpPr>
        <p:spPr>
          <a:xfrm>
            <a:off x="4966078" y="3605075"/>
            <a:ext cx="2883221" cy="1036034"/>
          </a:xfrm>
          <a:custGeom>
            <a:avLst/>
            <a:gdLst/>
            <a:ahLst/>
            <a:cxnLst/>
            <a:rect l="l" t="t" r="r" b="b"/>
            <a:pathLst>
              <a:path w="2883221" h="1036034">
                <a:moveTo>
                  <a:pt x="0" y="179195"/>
                </a:moveTo>
                <a:lnTo>
                  <a:pt x="50406" y="0"/>
                </a:lnTo>
                <a:lnTo>
                  <a:pt x="100812" y="42731"/>
                </a:lnTo>
                <a:lnTo>
                  <a:pt x="151218" y="160958"/>
                </a:lnTo>
                <a:lnTo>
                  <a:pt x="201624" y="215865"/>
                </a:lnTo>
                <a:lnTo>
                  <a:pt x="252030" y="243658"/>
                </a:lnTo>
                <a:lnTo>
                  <a:pt x="302436" y="265753"/>
                </a:lnTo>
                <a:lnTo>
                  <a:pt x="352842" y="275271"/>
                </a:lnTo>
                <a:lnTo>
                  <a:pt x="403248" y="283117"/>
                </a:lnTo>
                <a:lnTo>
                  <a:pt x="453654" y="289662"/>
                </a:lnTo>
                <a:lnTo>
                  <a:pt x="504060" y="293048"/>
                </a:lnTo>
                <a:lnTo>
                  <a:pt x="554466" y="299946"/>
                </a:lnTo>
                <a:lnTo>
                  <a:pt x="604872" y="310071"/>
                </a:lnTo>
                <a:lnTo>
                  <a:pt x="655278" y="321717"/>
                </a:lnTo>
                <a:lnTo>
                  <a:pt x="705684" y="334890"/>
                </a:lnTo>
                <a:lnTo>
                  <a:pt x="756090" y="349461"/>
                </a:lnTo>
                <a:lnTo>
                  <a:pt x="806496" y="368211"/>
                </a:lnTo>
                <a:lnTo>
                  <a:pt x="856902" y="388928"/>
                </a:lnTo>
                <a:lnTo>
                  <a:pt x="907307" y="412253"/>
                </a:lnTo>
                <a:lnTo>
                  <a:pt x="957714" y="442837"/>
                </a:lnTo>
                <a:lnTo>
                  <a:pt x="1008119" y="475321"/>
                </a:lnTo>
                <a:lnTo>
                  <a:pt x="1058525" y="507784"/>
                </a:lnTo>
                <a:lnTo>
                  <a:pt x="1108931" y="541442"/>
                </a:lnTo>
                <a:lnTo>
                  <a:pt x="1159338" y="575762"/>
                </a:lnTo>
                <a:lnTo>
                  <a:pt x="1209744" y="611100"/>
                </a:lnTo>
                <a:lnTo>
                  <a:pt x="1260149" y="646911"/>
                </a:lnTo>
                <a:lnTo>
                  <a:pt x="1310555" y="683656"/>
                </a:lnTo>
                <a:lnTo>
                  <a:pt x="1360961" y="721131"/>
                </a:lnTo>
                <a:lnTo>
                  <a:pt x="1411367" y="757263"/>
                </a:lnTo>
                <a:lnTo>
                  <a:pt x="1461773" y="772842"/>
                </a:lnTo>
                <a:lnTo>
                  <a:pt x="1512179" y="802799"/>
                </a:lnTo>
                <a:lnTo>
                  <a:pt x="1562585" y="830729"/>
                </a:lnTo>
                <a:lnTo>
                  <a:pt x="1612991" y="852867"/>
                </a:lnTo>
                <a:lnTo>
                  <a:pt x="1663397" y="885879"/>
                </a:lnTo>
                <a:lnTo>
                  <a:pt x="1713803" y="909001"/>
                </a:lnTo>
                <a:lnTo>
                  <a:pt x="1764209" y="929328"/>
                </a:lnTo>
                <a:lnTo>
                  <a:pt x="1814615" y="951840"/>
                </a:lnTo>
                <a:lnTo>
                  <a:pt x="1865021" y="968636"/>
                </a:lnTo>
                <a:lnTo>
                  <a:pt x="1915427" y="973396"/>
                </a:lnTo>
                <a:lnTo>
                  <a:pt x="1965832" y="976135"/>
                </a:lnTo>
                <a:lnTo>
                  <a:pt x="2016239" y="975892"/>
                </a:lnTo>
                <a:lnTo>
                  <a:pt x="2066645" y="977739"/>
                </a:lnTo>
                <a:lnTo>
                  <a:pt x="2117051" y="979798"/>
                </a:lnTo>
                <a:lnTo>
                  <a:pt x="2167456" y="984677"/>
                </a:lnTo>
                <a:lnTo>
                  <a:pt x="2217862" y="982400"/>
                </a:lnTo>
                <a:lnTo>
                  <a:pt x="2268268" y="982461"/>
                </a:lnTo>
                <a:lnTo>
                  <a:pt x="2318675" y="979739"/>
                </a:lnTo>
                <a:lnTo>
                  <a:pt x="2369081" y="983798"/>
                </a:lnTo>
                <a:lnTo>
                  <a:pt x="2419486" y="981300"/>
                </a:lnTo>
                <a:lnTo>
                  <a:pt x="2469892" y="972917"/>
                </a:lnTo>
                <a:lnTo>
                  <a:pt x="2520298" y="975024"/>
                </a:lnTo>
                <a:lnTo>
                  <a:pt x="2570705" y="980673"/>
                </a:lnTo>
                <a:lnTo>
                  <a:pt x="2621110" y="988640"/>
                </a:lnTo>
                <a:lnTo>
                  <a:pt x="2671516" y="999992"/>
                </a:lnTo>
                <a:lnTo>
                  <a:pt x="2721922" y="1010961"/>
                </a:lnTo>
                <a:lnTo>
                  <a:pt x="2772328" y="1022175"/>
                </a:lnTo>
                <a:lnTo>
                  <a:pt x="2822734" y="1029659"/>
                </a:lnTo>
                <a:lnTo>
                  <a:pt x="2873140" y="1035700"/>
                </a:lnTo>
                <a:lnTo>
                  <a:pt x="2883221" y="1036034"/>
                </a:lnTo>
              </a:path>
            </a:pathLst>
          </a:custGeom>
          <a:noFill/>
          <a:ln w="23705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path 56"/>
          <p:cNvSpPr/>
          <p:nvPr/>
        </p:nvSpPr>
        <p:spPr>
          <a:xfrm>
            <a:off x="4966078" y="3576055"/>
            <a:ext cx="2883221" cy="1079198"/>
          </a:xfrm>
          <a:custGeom>
            <a:avLst/>
            <a:gdLst/>
            <a:ahLst/>
            <a:cxnLst/>
            <a:rect l="l" t="t" r="r" b="b"/>
            <a:pathLst>
              <a:path w="2883221" h="1079198">
                <a:moveTo>
                  <a:pt x="0" y="83068"/>
                </a:moveTo>
                <a:lnTo>
                  <a:pt x="50406" y="32868"/>
                </a:lnTo>
                <a:lnTo>
                  <a:pt x="100812" y="203633"/>
                </a:lnTo>
                <a:lnTo>
                  <a:pt x="151218" y="357694"/>
                </a:lnTo>
                <a:lnTo>
                  <a:pt x="201624" y="439885"/>
                </a:lnTo>
                <a:lnTo>
                  <a:pt x="252030" y="486701"/>
                </a:lnTo>
                <a:lnTo>
                  <a:pt x="302436" y="523920"/>
                </a:lnTo>
                <a:lnTo>
                  <a:pt x="352842" y="555071"/>
                </a:lnTo>
                <a:lnTo>
                  <a:pt x="403248" y="586734"/>
                </a:lnTo>
                <a:lnTo>
                  <a:pt x="453654" y="610687"/>
                </a:lnTo>
                <a:lnTo>
                  <a:pt x="504060" y="631895"/>
                </a:lnTo>
                <a:lnTo>
                  <a:pt x="554466" y="672596"/>
                </a:lnTo>
                <a:lnTo>
                  <a:pt x="604872" y="726719"/>
                </a:lnTo>
                <a:lnTo>
                  <a:pt x="655278" y="789406"/>
                </a:lnTo>
                <a:lnTo>
                  <a:pt x="705684" y="848677"/>
                </a:lnTo>
                <a:lnTo>
                  <a:pt x="756090" y="905470"/>
                </a:lnTo>
                <a:lnTo>
                  <a:pt x="806496" y="954503"/>
                </a:lnTo>
                <a:lnTo>
                  <a:pt x="856902" y="976212"/>
                </a:lnTo>
                <a:lnTo>
                  <a:pt x="907307" y="992522"/>
                </a:lnTo>
                <a:lnTo>
                  <a:pt x="957714" y="1000408"/>
                </a:lnTo>
                <a:lnTo>
                  <a:pt x="1008119" y="1004216"/>
                </a:lnTo>
                <a:lnTo>
                  <a:pt x="1058525" y="1006813"/>
                </a:lnTo>
                <a:lnTo>
                  <a:pt x="1108931" y="1009890"/>
                </a:lnTo>
                <a:lnTo>
                  <a:pt x="1159338" y="1013586"/>
                </a:lnTo>
                <a:lnTo>
                  <a:pt x="1209744" y="1019774"/>
                </a:lnTo>
                <a:lnTo>
                  <a:pt x="1260149" y="1026069"/>
                </a:lnTo>
                <a:lnTo>
                  <a:pt x="1310555" y="1035999"/>
                </a:lnTo>
                <a:lnTo>
                  <a:pt x="1360961" y="1044788"/>
                </a:lnTo>
                <a:lnTo>
                  <a:pt x="1411367" y="1048376"/>
                </a:lnTo>
                <a:lnTo>
                  <a:pt x="1461773" y="1058106"/>
                </a:lnTo>
                <a:lnTo>
                  <a:pt x="1512179" y="1068273"/>
                </a:lnTo>
                <a:lnTo>
                  <a:pt x="1562585" y="1075509"/>
                </a:lnTo>
                <a:lnTo>
                  <a:pt x="1612991" y="1078181"/>
                </a:lnTo>
                <a:lnTo>
                  <a:pt x="1663397" y="1079198"/>
                </a:lnTo>
                <a:lnTo>
                  <a:pt x="1713803" y="1078632"/>
                </a:lnTo>
                <a:lnTo>
                  <a:pt x="1764209" y="1077673"/>
                </a:lnTo>
                <a:lnTo>
                  <a:pt x="1814615" y="1075702"/>
                </a:lnTo>
                <a:lnTo>
                  <a:pt x="1865021" y="1074578"/>
                </a:lnTo>
                <a:lnTo>
                  <a:pt x="1915427" y="1071833"/>
                </a:lnTo>
                <a:lnTo>
                  <a:pt x="1965832" y="1064119"/>
                </a:lnTo>
                <a:lnTo>
                  <a:pt x="2016239" y="1055321"/>
                </a:lnTo>
                <a:lnTo>
                  <a:pt x="2066645" y="1043574"/>
                </a:lnTo>
                <a:lnTo>
                  <a:pt x="2117051" y="1028143"/>
                </a:lnTo>
                <a:lnTo>
                  <a:pt x="2167456" y="1006474"/>
                </a:lnTo>
                <a:lnTo>
                  <a:pt x="2217862" y="1000253"/>
                </a:lnTo>
                <a:lnTo>
                  <a:pt x="2268268" y="984101"/>
                </a:lnTo>
                <a:lnTo>
                  <a:pt x="2318675" y="917803"/>
                </a:lnTo>
                <a:lnTo>
                  <a:pt x="2369081" y="571035"/>
                </a:lnTo>
                <a:lnTo>
                  <a:pt x="2419486" y="297192"/>
                </a:lnTo>
                <a:lnTo>
                  <a:pt x="2469892" y="192462"/>
                </a:lnTo>
                <a:lnTo>
                  <a:pt x="2520298" y="133467"/>
                </a:lnTo>
                <a:lnTo>
                  <a:pt x="2570705" y="77494"/>
                </a:lnTo>
                <a:lnTo>
                  <a:pt x="2621110" y="52660"/>
                </a:lnTo>
                <a:lnTo>
                  <a:pt x="2671516" y="48165"/>
                </a:lnTo>
                <a:lnTo>
                  <a:pt x="2721922" y="43535"/>
                </a:lnTo>
                <a:lnTo>
                  <a:pt x="2772328" y="33809"/>
                </a:lnTo>
                <a:lnTo>
                  <a:pt x="2822734" y="19459"/>
                </a:lnTo>
                <a:lnTo>
                  <a:pt x="2873140" y="1184"/>
                </a:lnTo>
                <a:lnTo>
                  <a:pt x="2883221" y="0"/>
                </a:lnTo>
              </a:path>
            </a:pathLst>
          </a:custGeom>
          <a:noFill/>
          <a:ln w="23705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path 57"/>
          <p:cNvSpPr/>
          <p:nvPr/>
        </p:nvSpPr>
        <p:spPr>
          <a:xfrm>
            <a:off x="4966078" y="3280791"/>
            <a:ext cx="2883221" cy="1205143"/>
          </a:xfrm>
          <a:custGeom>
            <a:avLst/>
            <a:gdLst/>
            <a:ahLst/>
            <a:cxnLst/>
            <a:rect l="l" t="t" r="r" b="b"/>
            <a:pathLst>
              <a:path w="2883221" h="1205143">
                <a:moveTo>
                  <a:pt x="0" y="54112"/>
                </a:moveTo>
                <a:lnTo>
                  <a:pt x="50406" y="0"/>
                </a:lnTo>
                <a:lnTo>
                  <a:pt x="100812" y="132384"/>
                </a:lnTo>
                <a:lnTo>
                  <a:pt x="151218" y="303009"/>
                </a:lnTo>
                <a:lnTo>
                  <a:pt x="201624" y="419744"/>
                </a:lnTo>
                <a:lnTo>
                  <a:pt x="252030" y="513047"/>
                </a:lnTo>
                <a:lnTo>
                  <a:pt x="302436" y="595123"/>
                </a:lnTo>
                <a:lnTo>
                  <a:pt x="352842" y="669012"/>
                </a:lnTo>
                <a:lnTo>
                  <a:pt x="403248" y="735246"/>
                </a:lnTo>
                <a:lnTo>
                  <a:pt x="453654" y="784718"/>
                </a:lnTo>
                <a:lnTo>
                  <a:pt x="504060" y="823125"/>
                </a:lnTo>
                <a:lnTo>
                  <a:pt x="554466" y="867438"/>
                </a:lnTo>
                <a:lnTo>
                  <a:pt x="604872" y="911689"/>
                </a:lnTo>
                <a:lnTo>
                  <a:pt x="655278" y="953700"/>
                </a:lnTo>
                <a:lnTo>
                  <a:pt x="705684" y="992440"/>
                </a:lnTo>
                <a:lnTo>
                  <a:pt x="756090" y="1028522"/>
                </a:lnTo>
                <a:lnTo>
                  <a:pt x="806496" y="1059721"/>
                </a:lnTo>
                <a:lnTo>
                  <a:pt x="856902" y="1093236"/>
                </a:lnTo>
                <a:lnTo>
                  <a:pt x="907307" y="1122201"/>
                </a:lnTo>
                <a:lnTo>
                  <a:pt x="957714" y="1143064"/>
                </a:lnTo>
                <a:lnTo>
                  <a:pt x="1008119" y="1157902"/>
                </a:lnTo>
                <a:lnTo>
                  <a:pt x="1058525" y="1168477"/>
                </a:lnTo>
                <a:lnTo>
                  <a:pt x="1108931" y="1176648"/>
                </a:lnTo>
                <a:lnTo>
                  <a:pt x="1159338" y="1184518"/>
                </a:lnTo>
                <a:lnTo>
                  <a:pt x="1209744" y="1191454"/>
                </a:lnTo>
                <a:lnTo>
                  <a:pt x="1260149" y="1197074"/>
                </a:lnTo>
                <a:lnTo>
                  <a:pt x="1310555" y="1202364"/>
                </a:lnTo>
                <a:lnTo>
                  <a:pt x="1360961" y="1205143"/>
                </a:lnTo>
                <a:lnTo>
                  <a:pt x="1411367" y="1189272"/>
                </a:lnTo>
                <a:lnTo>
                  <a:pt x="1461773" y="1165710"/>
                </a:lnTo>
                <a:lnTo>
                  <a:pt x="1512179" y="1140709"/>
                </a:lnTo>
                <a:lnTo>
                  <a:pt x="1562585" y="1113451"/>
                </a:lnTo>
                <a:lnTo>
                  <a:pt x="1612991" y="1086032"/>
                </a:lnTo>
                <a:lnTo>
                  <a:pt x="1663397" y="1057632"/>
                </a:lnTo>
                <a:lnTo>
                  <a:pt x="1713803" y="1029594"/>
                </a:lnTo>
                <a:lnTo>
                  <a:pt x="1764209" y="1000107"/>
                </a:lnTo>
                <a:lnTo>
                  <a:pt x="1814615" y="971690"/>
                </a:lnTo>
                <a:lnTo>
                  <a:pt x="1865021" y="941410"/>
                </a:lnTo>
                <a:lnTo>
                  <a:pt x="1915427" y="907909"/>
                </a:lnTo>
                <a:lnTo>
                  <a:pt x="1965832" y="874947"/>
                </a:lnTo>
                <a:lnTo>
                  <a:pt x="2016239" y="839632"/>
                </a:lnTo>
                <a:lnTo>
                  <a:pt x="2066645" y="802289"/>
                </a:lnTo>
                <a:lnTo>
                  <a:pt x="2117051" y="766478"/>
                </a:lnTo>
                <a:lnTo>
                  <a:pt x="2167456" y="724855"/>
                </a:lnTo>
                <a:lnTo>
                  <a:pt x="2217862" y="681745"/>
                </a:lnTo>
                <a:lnTo>
                  <a:pt x="2268268" y="638688"/>
                </a:lnTo>
                <a:lnTo>
                  <a:pt x="2318675" y="598859"/>
                </a:lnTo>
                <a:lnTo>
                  <a:pt x="2369081" y="577493"/>
                </a:lnTo>
                <a:lnTo>
                  <a:pt x="2419486" y="566974"/>
                </a:lnTo>
                <a:lnTo>
                  <a:pt x="2469892" y="538750"/>
                </a:lnTo>
                <a:lnTo>
                  <a:pt x="2520298" y="502429"/>
                </a:lnTo>
                <a:lnTo>
                  <a:pt x="2570705" y="462640"/>
                </a:lnTo>
                <a:lnTo>
                  <a:pt x="2621110" y="422427"/>
                </a:lnTo>
                <a:lnTo>
                  <a:pt x="2671516" y="383302"/>
                </a:lnTo>
                <a:lnTo>
                  <a:pt x="2721922" y="347493"/>
                </a:lnTo>
                <a:lnTo>
                  <a:pt x="2772328" y="315455"/>
                </a:lnTo>
                <a:lnTo>
                  <a:pt x="2822734" y="280800"/>
                </a:lnTo>
                <a:lnTo>
                  <a:pt x="2873140" y="243511"/>
                </a:lnTo>
                <a:lnTo>
                  <a:pt x="2883221" y="241198"/>
                </a:lnTo>
              </a:path>
            </a:pathLst>
          </a:custGeom>
          <a:noFill/>
          <a:ln w="23705">
            <a:solidFill>
              <a:srgbClr val="0ABA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path 58"/>
          <p:cNvSpPr/>
          <p:nvPr/>
        </p:nvSpPr>
        <p:spPr>
          <a:xfrm>
            <a:off x="4821917" y="3070672"/>
            <a:ext cx="0" cy="1660037"/>
          </a:xfrm>
          <a:custGeom>
            <a:avLst/>
            <a:gdLst/>
            <a:ahLst/>
            <a:cxnLst/>
            <a:rect l="l" t="t" r="r" b="b"/>
            <a:pathLst>
              <a:path w="0" h="1660037">
                <a:moveTo>
                  <a:pt x="0" y="1660037"/>
                </a:moveTo>
                <a:lnTo>
                  <a:pt x="0" y="0"/>
                </a:lnTo>
              </a:path>
            </a:pathLst>
          </a:custGeom>
          <a:noFill/>
          <a:ln w="1422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path 59"/>
          <p:cNvSpPr/>
          <p:nvPr/>
        </p:nvSpPr>
        <p:spPr>
          <a:xfrm>
            <a:off x="4821917" y="4730709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422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path 60"/>
          <p:cNvSpPr/>
          <p:nvPr/>
        </p:nvSpPr>
        <p:spPr>
          <a:xfrm>
            <a:off x="4990105" y="2667450"/>
            <a:ext cx="213349" cy="0"/>
          </a:xfrm>
          <a:custGeom>
            <a:avLst/>
            <a:gdLst/>
            <a:ahLst/>
            <a:cxnLst/>
            <a:rect l="l" t="t" r="r" b="b"/>
            <a:pathLst>
              <a:path w="213349" h="0">
                <a:moveTo>
                  <a:pt x="0" y="0"/>
                </a:moveTo>
                <a:lnTo>
                  <a:pt x="106674" y="0"/>
                </a:lnTo>
                <a:lnTo>
                  <a:pt x="213349" y="0"/>
                </a:lnTo>
              </a:path>
            </a:pathLst>
          </a:custGeom>
          <a:noFill/>
          <a:ln w="23705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17239" y="2600788"/>
            <a:ext cx="331828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A · L</a:t>
            </a:r>
          </a:p>
        </p:txBody>
      </p:sp>
      <p:sp>
        <p:nvSpPr>
          <p:cNvPr id="92" name="Editable path 61"/>
          <p:cNvSpPr/>
          <p:nvPr/>
        </p:nvSpPr>
        <p:spPr>
          <a:xfrm>
            <a:off x="5727343" y="2667450"/>
            <a:ext cx="213349" cy="0"/>
          </a:xfrm>
          <a:custGeom>
            <a:avLst/>
            <a:gdLst/>
            <a:ahLst/>
            <a:cxnLst/>
            <a:rect l="l" t="t" r="r" b="b"/>
            <a:pathLst>
              <a:path w="213349" h="0">
                <a:moveTo>
                  <a:pt x="0" y="0"/>
                </a:moveTo>
                <a:lnTo>
                  <a:pt x="106675" y="0"/>
                </a:lnTo>
                <a:lnTo>
                  <a:pt x="213349" y="0"/>
                </a:lnTo>
              </a:path>
            </a:pathLst>
          </a:custGeom>
          <a:noFill/>
          <a:ln w="23705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054478" y="2600788"/>
            <a:ext cx="339793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A · R</a:t>
            </a:r>
          </a:p>
        </p:txBody>
      </p:sp>
      <p:sp>
        <p:nvSpPr>
          <p:cNvPr id="94" name="Editable path 62"/>
          <p:cNvSpPr/>
          <p:nvPr/>
        </p:nvSpPr>
        <p:spPr>
          <a:xfrm>
            <a:off x="6472360" y="2667450"/>
            <a:ext cx="213349" cy="0"/>
          </a:xfrm>
          <a:custGeom>
            <a:avLst/>
            <a:gdLst/>
            <a:ahLst/>
            <a:cxnLst/>
            <a:rect l="l" t="t" r="r" b="b"/>
            <a:pathLst>
              <a:path w="213349" h="0">
                <a:moveTo>
                  <a:pt x="0" y="0"/>
                </a:moveTo>
                <a:lnTo>
                  <a:pt x="106674" y="0"/>
                </a:lnTo>
                <a:lnTo>
                  <a:pt x="213349" y="0"/>
                </a:lnTo>
              </a:path>
            </a:pathLst>
          </a:custGeom>
          <a:noFill/>
          <a:ln w="23705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799494" y="2600788"/>
            <a:ext cx="324005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B · L</a:t>
            </a:r>
          </a:p>
        </p:txBody>
      </p:sp>
      <p:sp>
        <p:nvSpPr>
          <p:cNvPr id="96" name="Editable path 63"/>
          <p:cNvSpPr/>
          <p:nvPr/>
        </p:nvSpPr>
        <p:spPr>
          <a:xfrm>
            <a:off x="7201820" y="2667450"/>
            <a:ext cx="213349" cy="0"/>
          </a:xfrm>
          <a:custGeom>
            <a:avLst/>
            <a:gdLst/>
            <a:ahLst/>
            <a:cxnLst/>
            <a:rect l="l" t="t" r="r" b="b"/>
            <a:pathLst>
              <a:path w="213349" h="0">
                <a:moveTo>
                  <a:pt x="0" y="0"/>
                </a:moveTo>
                <a:lnTo>
                  <a:pt x="106674" y="0"/>
                </a:lnTo>
                <a:lnTo>
                  <a:pt x="213349" y="0"/>
                </a:lnTo>
              </a:path>
            </a:pathLst>
          </a:custGeom>
          <a:noFill/>
          <a:ln w="23705">
            <a:solidFill>
              <a:srgbClr val="0ABA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28955" y="2600788"/>
            <a:ext cx="331971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B · R</a:t>
            </a:r>
          </a:p>
        </p:txBody>
      </p:sp>
      <p:sp>
        <p:nvSpPr>
          <p:cNvPr id="98" name="Editable path 64"/>
          <p:cNvSpPr/>
          <p:nvPr/>
        </p:nvSpPr>
        <p:spPr>
          <a:xfrm>
            <a:off x="8849777" y="3070672"/>
            <a:ext cx="3171543" cy="1660037"/>
          </a:xfrm>
          <a:custGeom>
            <a:avLst/>
            <a:gdLst/>
            <a:ahLst/>
            <a:cxnLst/>
            <a:rect l="l" t="t" r="r" b="b"/>
            <a:pathLst>
              <a:path w="3171543" h="1660037">
                <a:moveTo>
                  <a:pt x="0" y="0"/>
                </a:moveTo>
                <a:lnTo>
                  <a:pt x="3171543" y="0"/>
                </a:lnTo>
                <a:lnTo>
                  <a:pt x="3171543" y="1660037"/>
                </a:lnTo>
                <a:lnTo>
                  <a:pt x="0" y="16600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path 65"/>
          <p:cNvSpPr/>
          <p:nvPr/>
        </p:nvSpPr>
        <p:spPr>
          <a:xfrm>
            <a:off x="8977077" y="3070672"/>
            <a:ext cx="0" cy="1660037"/>
          </a:xfrm>
          <a:custGeom>
            <a:avLst/>
            <a:gdLst/>
            <a:ahLst/>
            <a:cxnLst/>
            <a:rect l="l" t="t" r="r" b="b"/>
            <a:pathLst>
              <a:path w="0" h="1660037">
                <a:moveTo>
                  <a:pt x="0" y="1660037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path 66"/>
          <p:cNvSpPr/>
          <p:nvPr/>
        </p:nvSpPr>
        <p:spPr>
          <a:xfrm>
            <a:off x="8977077" y="4730709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941518" y="487724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02" name="Editable path 67"/>
          <p:cNvSpPr/>
          <p:nvPr/>
        </p:nvSpPr>
        <p:spPr>
          <a:xfrm>
            <a:off x="9820124" y="3070672"/>
            <a:ext cx="0" cy="1660037"/>
          </a:xfrm>
          <a:custGeom>
            <a:avLst/>
            <a:gdLst/>
            <a:ahLst/>
            <a:cxnLst/>
            <a:rect l="l" t="t" r="r" b="b"/>
            <a:pathLst>
              <a:path w="0" h="1660037">
                <a:moveTo>
                  <a:pt x="0" y="1660037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path 68"/>
          <p:cNvSpPr/>
          <p:nvPr/>
        </p:nvSpPr>
        <p:spPr>
          <a:xfrm>
            <a:off x="9820124" y="4730709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784566" y="487724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105" name="Editable path 69"/>
          <p:cNvSpPr/>
          <p:nvPr/>
        </p:nvSpPr>
        <p:spPr>
          <a:xfrm>
            <a:off x="10663171" y="3070672"/>
            <a:ext cx="0" cy="1660037"/>
          </a:xfrm>
          <a:custGeom>
            <a:avLst/>
            <a:gdLst/>
            <a:ahLst/>
            <a:cxnLst/>
            <a:rect l="l" t="t" r="r" b="b"/>
            <a:pathLst>
              <a:path w="0" h="1660037">
                <a:moveTo>
                  <a:pt x="0" y="1660037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path 70"/>
          <p:cNvSpPr/>
          <p:nvPr/>
        </p:nvSpPr>
        <p:spPr>
          <a:xfrm>
            <a:off x="10663171" y="4730709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627612" y="487724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108" name="Editable path 71"/>
          <p:cNvSpPr/>
          <p:nvPr/>
        </p:nvSpPr>
        <p:spPr>
          <a:xfrm>
            <a:off x="11506218" y="3070672"/>
            <a:ext cx="0" cy="1660037"/>
          </a:xfrm>
          <a:custGeom>
            <a:avLst/>
            <a:gdLst/>
            <a:ahLst/>
            <a:cxnLst/>
            <a:rect l="l" t="t" r="r" b="b"/>
            <a:pathLst>
              <a:path w="0" h="1660037">
                <a:moveTo>
                  <a:pt x="0" y="1660037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path 72"/>
          <p:cNvSpPr/>
          <p:nvPr/>
        </p:nvSpPr>
        <p:spPr>
          <a:xfrm>
            <a:off x="11506218" y="4730709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470659" y="487724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3</a:t>
            </a:r>
          </a:p>
        </p:txBody>
      </p:sp>
      <p:sp>
        <p:nvSpPr>
          <p:cNvPr id="111" name="Editable path 73"/>
          <p:cNvSpPr/>
          <p:nvPr/>
        </p:nvSpPr>
        <p:spPr>
          <a:xfrm>
            <a:off x="8849777" y="4680490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Editable path 74"/>
          <p:cNvSpPr/>
          <p:nvPr/>
        </p:nvSpPr>
        <p:spPr>
          <a:xfrm>
            <a:off x="8766808" y="4680490"/>
            <a:ext cx="82969" cy="0"/>
          </a:xfrm>
          <a:custGeom>
            <a:avLst/>
            <a:gdLst/>
            <a:ahLst/>
            <a:cxnLst/>
            <a:rect l="l" t="t" r="r" b="b"/>
            <a:pathLst>
              <a:path w="82969" h="0">
                <a:moveTo>
                  <a:pt x="8296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541606" y="4612569"/>
            <a:ext cx="177790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114" name="Editable path 75"/>
          <p:cNvSpPr/>
          <p:nvPr/>
        </p:nvSpPr>
        <p:spPr>
          <a:xfrm>
            <a:off x="8849777" y="4217903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ditable path 76"/>
          <p:cNvSpPr/>
          <p:nvPr/>
        </p:nvSpPr>
        <p:spPr>
          <a:xfrm>
            <a:off x="8766808" y="4217903"/>
            <a:ext cx="82969" cy="0"/>
          </a:xfrm>
          <a:custGeom>
            <a:avLst/>
            <a:gdLst/>
            <a:ahLst/>
            <a:cxnLst/>
            <a:rect l="l" t="t" r="r" b="b"/>
            <a:pathLst>
              <a:path w="82969" h="0">
                <a:moveTo>
                  <a:pt x="8296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470490" y="4149982"/>
            <a:ext cx="248906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117" name="Editable path 77"/>
          <p:cNvSpPr/>
          <p:nvPr/>
        </p:nvSpPr>
        <p:spPr>
          <a:xfrm>
            <a:off x="8849777" y="3755316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able path 78"/>
          <p:cNvSpPr/>
          <p:nvPr/>
        </p:nvSpPr>
        <p:spPr>
          <a:xfrm>
            <a:off x="8766808" y="3755316"/>
            <a:ext cx="82969" cy="0"/>
          </a:xfrm>
          <a:custGeom>
            <a:avLst/>
            <a:gdLst/>
            <a:ahLst/>
            <a:cxnLst/>
            <a:rect l="l" t="t" r="r" b="b"/>
            <a:pathLst>
              <a:path w="82969" h="0">
                <a:moveTo>
                  <a:pt x="8296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470490" y="3687396"/>
            <a:ext cx="248906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150</a:t>
            </a:r>
          </a:p>
        </p:txBody>
      </p:sp>
      <p:sp>
        <p:nvSpPr>
          <p:cNvPr id="120" name="Editable path 79"/>
          <p:cNvSpPr/>
          <p:nvPr/>
        </p:nvSpPr>
        <p:spPr>
          <a:xfrm>
            <a:off x="8849777" y="3292729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ditable path 80"/>
          <p:cNvSpPr/>
          <p:nvPr/>
        </p:nvSpPr>
        <p:spPr>
          <a:xfrm>
            <a:off x="8766808" y="3292729"/>
            <a:ext cx="82969" cy="0"/>
          </a:xfrm>
          <a:custGeom>
            <a:avLst/>
            <a:gdLst/>
            <a:ahLst/>
            <a:cxnLst/>
            <a:rect l="l" t="t" r="r" b="b"/>
            <a:pathLst>
              <a:path w="82969" h="0">
                <a:moveTo>
                  <a:pt x="8296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470490" y="3224809"/>
            <a:ext cx="248906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200</a:t>
            </a:r>
          </a:p>
        </p:txBody>
      </p:sp>
      <p:sp>
        <p:nvSpPr>
          <p:cNvPr id="123" name="Editable path 81"/>
          <p:cNvSpPr/>
          <p:nvPr/>
        </p:nvSpPr>
        <p:spPr>
          <a:xfrm>
            <a:off x="8993938" y="3146128"/>
            <a:ext cx="2883221" cy="840480"/>
          </a:xfrm>
          <a:custGeom>
            <a:avLst/>
            <a:gdLst/>
            <a:ahLst/>
            <a:cxnLst/>
            <a:rect l="l" t="t" r="r" b="b"/>
            <a:pathLst>
              <a:path w="2883221" h="840480">
                <a:moveTo>
                  <a:pt x="0" y="667575"/>
                </a:moveTo>
                <a:lnTo>
                  <a:pt x="84305" y="595206"/>
                </a:lnTo>
                <a:lnTo>
                  <a:pt x="168609" y="632395"/>
                </a:lnTo>
                <a:lnTo>
                  <a:pt x="252914" y="705524"/>
                </a:lnTo>
                <a:lnTo>
                  <a:pt x="337219" y="754407"/>
                </a:lnTo>
                <a:lnTo>
                  <a:pt x="421524" y="782652"/>
                </a:lnTo>
                <a:lnTo>
                  <a:pt x="505828" y="804709"/>
                </a:lnTo>
                <a:lnTo>
                  <a:pt x="590133" y="822918"/>
                </a:lnTo>
                <a:lnTo>
                  <a:pt x="674438" y="834590"/>
                </a:lnTo>
                <a:lnTo>
                  <a:pt x="758742" y="840480"/>
                </a:lnTo>
                <a:lnTo>
                  <a:pt x="843047" y="840003"/>
                </a:lnTo>
                <a:lnTo>
                  <a:pt x="927352" y="832190"/>
                </a:lnTo>
                <a:lnTo>
                  <a:pt x="1011657" y="815926"/>
                </a:lnTo>
                <a:lnTo>
                  <a:pt x="1095961" y="791078"/>
                </a:lnTo>
                <a:lnTo>
                  <a:pt x="1180265" y="759802"/>
                </a:lnTo>
                <a:lnTo>
                  <a:pt x="1264571" y="721528"/>
                </a:lnTo>
                <a:lnTo>
                  <a:pt x="1348875" y="675793"/>
                </a:lnTo>
                <a:lnTo>
                  <a:pt x="1433180" y="625701"/>
                </a:lnTo>
                <a:lnTo>
                  <a:pt x="1517484" y="569061"/>
                </a:lnTo>
                <a:lnTo>
                  <a:pt x="1601790" y="507739"/>
                </a:lnTo>
                <a:lnTo>
                  <a:pt x="1686094" y="443553"/>
                </a:lnTo>
                <a:lnTo>
                  <a:pt x="1770398" y="376263"/>
                </a:lnTo>
                <a:lnTo>
                  <a:pt x="1854704" y="307175"/>
                </a:lnTo>
                <a:lnTo>
                  <a:pt x="1939008" y="235102"/>
                </a:lnTo>
                <a:lnTo>
                  <a:pt x="2023313" y="161482"/>
                </a:lnTo>
                <a:lnTo>
                  <a:pt x="2107617" y="88854"/>
                </a:lnTo>
                <a:lnTo>
                  <a:pt x="2191922" y="29207"/>
                </a:lnTo>
                <a:lnTo>
                  <a:pt x="2276227" y="11303"/>
                </a:lnTo>
                <a:lnTo>
                  <a:pt x="2360531" y="2257"/>
                </a:lnTo>
                <a:lnTo>
                  <a:pt x="2444836" y="0"/>
                </a:lnTo>
                <a:lnTo>
                  <a:pt x="2529141" y="3716"/>
                </a:lnTo>
                <a:lnTo>
                  <a:pt x="2613446" y="11715"/>
                </a:lnTo>
                <a:lnTo>
                  <a:pt x="2697750" y="19893"/>
                </a:lnTo>
                <a:lnTo>
                  <a:pt x="2782055" y="25527"/>
                </a:lnTo>
                <a:lnTo>
                  <a:pt x="2866360" y="27658"/>
                </a:lnTo>
                <a:lnTo>
                  <a:pt x="2883221" y="26217"/>
                </a:lnTo>
              </a:path>
            </a:pathLst>
          </a:custGeom>
          <a:noFill/>
          <a:ln w="23705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path 82"/>
          <p:cNvSpPr/>
          <p:nvPr/>
        </p:nvSpPr>
        <p:spPr>
          <a:xfrm>
            <a:off x="8993938" y="3377671"/>
            <a:ext cx="2883221" cy="506738"/>
          </a:xfrm>
          <a:custGeom>
            <a:avLst/>
            <a:gdLst/>
            <a:ahLst/>
            <a:cxnLst/>
            <a:rect l="l" t="t" r="r" b="b"/>
            <a:pathLst>
              <a:path w="2883221" h="506738">
                <a:moveTo>
                  <a:pt x="0" y="63940"/>
                </a:moveTo>
                <a:lnTo>
                  <a:pt x="84305" y="0"/>
                </a:lnTo>
                <a:lnTo>
                  <a:pt x="168609" y="25160"/>
                </a:lnTo>
                <a:lnTo>
                  <a:pt x="252914" y="108958"/>
                </a:lnTo>
                <a:lnTo>
                  <a:pt x="337219" y="177345"/>
                </a:lnTo>
                <a:lnTo>
                  <a:pt x="421524" y="229411"/>
                </a:lnTo>
                <a:lnTo>
                  <a:pt x="505828" y="274554"/>
                </a:lnTo>
                <a:lnTo>
                  <a:pt x="590133" y="316689"/>
                </a:lnTo>
                <a:lnTo>
                  <a:pt x="674438" y="353678"/>
                </a:lnTo>
                <a:lnTo>
                  <a:pt x="758742" y="388692"/>
                </a:lnTo>
                <a:lnTo>
                  <a:pt x="843047" y="419959"/>
                </a:lnTo>
                <a:lnTo>
                  <a:pt x="927352" y="447186"/>
                </a:lnTo>
                <a:lnTo>
                  <a:pt x="1011657" y="468968"/>
                </a:lnTo>
                <a:lnTo>
                  <a:pt x="1095961" y="485083"/>
                </a:lnTo>
                <a:lnTo>
                  <a:pt x="1180265" y="497139"/>
                </a:lnTo>
                <a:lnTo>
                  <a:pt x="1264571" y="503940"/>
                </a:lnTo>
                <a:lnTo>
                  <a:pt x="1348875" y="503978"/>
                </a:lnTo>
                <a:lnTo>
                  <a:pt x="1433180" y="499620"/>
                </a:lnTo>
                <a:lnTo>
                  <a:pt x="1517484" y="488582"/>
                </a:lnTo>
                <a:lnTo>
                  <a:pt x="1601790" y="472085"/>
                </a:lnTo>
                <a:lnTo>
                  <a:pt x="1686094" y="451844"/>
                </a:lnTo>
                <a:lnTo>
                  <a:pt x="1770398" y="428389"/>
                </a:lnTo>
                <a:lnTo>
                  <a:pt x="1854704" y="402339"/>
                </a:lnTo>
                <a:lnTo>
                  <a:pt x="1939008" y="372211"/>
                </a:lnTo>
                <a:lnTo>
                  <a:pt x="2023313" y="339076"/>
                </a:lnTo>
                <a:lnTo>
                  <a:pt x="2107617" y="306623"/>
                </a:lnTo>
                <a:lnTo>
                  <a:pt x="2191922" y="278645"/>
                </a:lnTo>
                <a:lnTo>
                  <a:pt x="2276227" y="290583"/>
                </a:lnTo>
                <a:lnTo>
                  <a:pt x="2360531" y="308881"/>
                </a:lnTo>
                <a:lnTo>
                  <a:pt x="2444836" y="338803"/>
                </a:lnTo>
                <a:lnTo>
                  <a:pt x="2529141" y="374849"/>
                </a:lnTo>
                <a:lnTo>
                  <a:pt x="2613446" y="415308"/>
                </a:lnTo>
                <a:lnTo>
                  <a:pt x="2697750" y="454590"/>
                </a:lnTo>
                <a:lnTo>
                  <a:pt x="2782055" y="485644"/>
                </a:lnTo>
                <a:lnTo>
                  <a:pt x="2866360" y="505268"/>
                </a:lnTo>
                <a:lnTo>
                  <a:pt x="2883221" y="506738"/>
                </a:lnTo>
              </a:path>
            </a:pathLst>
          </a:custGeom>
          <a:noFill/>
          <a:ln w="23705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Editable path 83"/>
          <p:cNvSpPr/>
          <p:nvPr/>
        </p:nvSpPr>
        <p:spPr>
          <a:xfrm>
            <a:off x="8993938" y="3816883"/>
            <a:ext cx="2883221" cy="838370"/>
          </a:xfrm>
          <a:custGeom>
            <a:avLst/>
            <a:gdLst/>
            <a:ahLst/>
            <a:cxnLst/>
            <a:rect l="l" t="t" r="r" b="b"/>
            <a:pathLst>
              <a:path w="2883221" h="838370">
                <a:moveTo>
                  <a:pt x="0" y="56043"/>
                </a:moveTo>
                <a:lnTo>
                  <a:pt x="84305" y="0"/>
                </a:lnTo>
                <a:lnTo>
                  <a:pt x="168609" y="75708"/>
                </a:lnTo>
                <a:lnTo>
                  <a:pt x="252914" y="169734"/>
                </a:lnTo>
                <a:lnTo>
                  <a:pt x="337219" y="227514"/>
                </a:lnTo>
                <a:lnTo>
                  <a:pt x="421524" y="254855"/>
                </a:lnTo>
                <a:lnTo>
                  <a:pt x="505828" y="272020"/>
                </a:lnTo>
                <a:lnTo>
                  <a:pt x="590133" y="286065"/>
                </a:lnTo>
                <a:lnTo>
                  <a:pt x="674438" y="299736"/>
                </a:lnTo>
                <a:lnTo>
                  <a:pt x="758742" y="312332"/>
                </a:lnTo>
                <a:lnTo>
                  <a:pt x="843047" y="325426"/>
                </a:lnTo>
                <a:lnTo>
                  <a:pt x="927352" y="337412"/>
                </a:lnTo>
                <a:lnTo>
                  <a:pt x="1011657" y="350070"/>
                </a:lnTo>
                <a:lnTo>
                  <a:pt x="1095961" y="362622"/>
                </a:lnTo>
                <a:lnTo>
                  <a:pt x="1180265" y="376351"/>
                </a:lnTo>
                <a:lnTo>
                  <a:pt x="1264571" y="389440"/>
                </a:lnTo>
                <a:lnTo>
                  <a:pt x="1348875" y="404236"/>
                </a:lnTo>
                <a:lnTo>
                  <a:pt x="1433180" y="418564"/>
                </a:lnTo>
                <a:lnTo>
                  <a:pt x="1517484" y="433563"/>
                </a:lnTo>
                <a:lnTo>
                  <a:pt x="1601790" y="449026"/>
                </a:lnTo>
                <a:lnTo>
                  <a:pt x="1686094" y="464855"/>
                </a:lnTo>
                <a:lnTo>
                  <a:pt x="1770398" y="481636"/>
                </a:lnTo>
                <a:lnTo>
                  <a:pt x="1854704" y="499060"/>
                </a:lnTo>
                <a:lnTo>
                  <a:pt x="1939008" y="516850"/>
                </a:lnTo>
                <a:lnTo>
                  <a:pt x="2023313" y="536091"/>
                </a:lnTo>
                <a:lnTo>
                  <a:pt x="2107617" y="556844"/>
                </a:lnTo>
                <a:lnTo>
                  <a:pt x="2191922" y="584210"/>
                </a:lnTo>
                <a:lnTo>
                  <a:pt x="2276227" y="636879"/>
                </a:lnTo>
                <a:lnTo>
                  <a:pt x="2360531" y="696193"/>
                </a:lnTo>
                <a:lnTo>
                  <a:pt x="2444836" y="752111"/>
                </a:lnTo>
                <a:lnTo>
                  <a:pt x="2529141" y="802883"/>
                </a:lnTo>
                <a:lnTo>
                  <a:pt x="2613446" y="833699"/>
                </a:lnTo>
                <a:lnTo>
                  <a:pt x="2697750" y="838370"/>
                </a:lnTo>
                <a:lnTo>
                  <a:pt x="2782055" y="809849"/>
                </a:lnTo>
                <a:lnTo>
                  <a:pt x="2866360" y="757214"/>
                </a:lnTo>
                <a:lnTo>
                  <a:pt x="2883221" y="745653"/>
                </a:lnTo>
              </a:path>
            </a:pathLst>
          </a:custGeom>
          <a:noFill/>
          <a:ln w="23705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Editable path 84"/>
          <p:cNvSpPr/>
          <p:nvPr/>
        </p:nvSpPr>
        <p:spPr>
          <a:xfrm>
            <a:off x="8993938" y="4129754"/>
            <a:ext cx="2883221" cy="357213"/>
          </a:xfrm>
          <a:custGeom>
            <a:avLst/>
            <a:gdLst/>
            <a:ahLst/>
            <a:cxnLst/>
            <a:rect l="l" t="t" r="r" b="b"/>
            <a:pathLst>
              <a:path w="2883221" h="357213">
                <a:moveTo>
                  <a:pt x="0" y="92723"/>
                </a:moveTo>
                <a:lnTo>
                  <a:pt x="84305" y="0"/>
                </a:lnTo>
                <a:lnTo>
                  <a:pt x="168609" y="36522"/>
                </a:lnTo>
                <a:lnTo>
                  <a:pt x="252914" y="123417"/>
                </a:lnTo>
                <a:lnTo>
                  <a:pt x="337219" y="188484"/>
                </a:lnTo>
                <a:lnTo>
                  <a:pt x="421524" y="224338"/>
                </a:lnTo>
                <a:lnTo>
                  <a:pt x="505828" y="246767"/>
                </a:lnTo>
                <a:lnTo>
                  <a:pt x="590133" y="263285"/>
                </a:lnTo>
                <a:lnTo>
                  <a:pt x="674438" y="277437"/>
                </a:lnTo>
                <a:lnTo>
                  <a:pt x="758742" y="288700"/>
                </a:lnTo>
                <a:lnTo>
                  <a:pt x="843047" y="296623"/>
                </a:lnTo>
                <a:lnTo>
                  <a:pt x="927352" y="303468"/>
                </a:lnTo>
                <a:lnTo>
                  <a:pt x="1011657" y="309124"/>
                </a:lnTo>
                <a:lnTo>
                  <a:pt x="1095961" y="313105"/>
                </a:lnTo>
                <a:lnTo>
                  <a:pt x="1180265" y="316769"/>
                </a:lnTo>
                <a:lnTo>
                  <a:pt x="1264571" y="319062"/>
                </a:lnTo>
                <a:lnTo>
                  <a:pt x="1348875" y="321884"/>
                </a:lnTo>
                <a:lnTo>
                  <a:pt x="1433180" y="323946"/>
                </a:lnTo>
                <a:lnTo>
                  <a:pt x="1517484" y="325900"/>
                </a:lnTo>
                <a:lnTo>
                  <a:pt x="1601790" y="327448"/>
                </a:lnTo>
                <a:lnTo>
                  <a:pt x="1686094" y="327948"/>
                </a:lnTo>
                <a:lnTo>
                  <a:pt x="1770398" y="327608"/>
                </a:lnTo>
                <a:lnTo>
                  <a:pt x="1854704" y="326235"/>
                </a:lnTo>
                <a:lnTo>
                  <a:pt x="1939008" y="325175"/>
                </a:lnTo>
                <a:lnTo>
                  <a:pt x="2023313" y="323675"/>
                </a:lnTo>
                <a:lnTo>
                  <a:pt x="2107617" y="322641"/>
                </a:lnTo>
                <a:lnTo>
                  <a:pt x="2191922" y="323884"/>
                </a:lnTo>
                <a:lnTo>
                  <a:pt x="2276227" y="333479"/>
                </a:lnTo>
                <a:lnTo>
                  <a:pt x="2360531" y="345730"/>
                </a:lnTo>
                <a:lnTo>
                  <a:pt x="2444836" y="352193"/>
                </a:lnTo>
                <a:lnTo>
                  <a:pt x="2529141" y="357213"/>
                </a:lnTo>
                <a:lnTo>
                  <a:pt x="2613446" y="347925"/>
                </a:lnTo>
                <a:lnTo>
                  <a:pt x="2697750" y="326292"/>
                </a:lnTo>
                <a:lnTo>
                  <a:pt x="2782055" y="294610"/>
                </a:lnTo>
                <a:lnTo>
                  <a:pt x="2866360" y="255033"/>
                </a:lnTo>
                <a:lnTo>
                  <a:pt x="2883221" y="248583"/>
                </a:lnTo>
              </a:path>
            </a:pathLst>
          </a:custGeom>
          <a:noFill/>
          <a:ln w="23705">
            <a:solidFill>
              <a:srgbClr val="0ABA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Editable path 85"/>
          <p:cNvSpPr/>
          <p:nvPr/>
        </p:nvSpPr>
        <p:spPr>
          <a:xfrm>
            <a:off x="8849777" y="3070672"/>
            <a:ext cx="0" cy="1660037"/>
          </a:xfrm>
          <a:custGeom>
            <a:avLst/>
            <a:gdLst/>
            <a:ahLst/>
            <a:cxnLst/>
            <a:rect l="l" t="t" r="r" b="b"/>
            <a:pathLst>
              <a:path w="0" h="1660037">
                <a:moveTo>
                  <a:pt x="0" y="1660037"/>
                </a:moveTo>
                <a:lnTo>
                  <a:pt x="0" y="0"/>
                </a:lnTo>
              </a:path>
            </a:pathLst>
          </a:custGeom>
          <a:noFill/>
          <a:ln w="1422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Editable path 86"/>
          <p:cNvSpPr/>
          <p:nvPr/>
        </p:nvSpPr>
        <p:spPr>
          <a:xfrm>
            <a:off x="8849777" y="4730709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422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Editable path 87"/>
          <p:cNvSpPr/>
          <p:nvPr/>
        </p:nvSpPr>
        <p:spPr>
          <a:xfrm>
            <a:off x="794058" y="5461125"/>
            <a:ext cx="3171543" cy="1660036"/>
          </a:xfrm>
          <a:custGeom>
            <a:avLst/>
            <a:gdLst/>
            <a:ahLst/>
            <a:cxnLst/>
            <a:rect l="l" t="t" r="r" b="b"/>
            <a:pathLst>
              <a:path w="3171543" h="1660036">
                <a:moveTo>
                  <a:pt x="0" y="0"/>
                </a:moveTo>
                <a:lnTo>
                  <a:pt x="3171543" y="0"/>
                </a:lnTo>
                <a:lnTo>
                  <a:pt x="3171543" y="1660036"/>
                </a:lnTo>
                <a:lnTo>
                  <a:pt x="0" y="16600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ditable path 88"/>
          <p:cNvSpPr/>
          <p:nvPr/>
        </p:nvSpPr>
        <p:spPr>
          <a:xfrm>
            <a:off x="926546" y="5461125"/>
            <a:ext cx="0" cy="1660036"/>
          </a:xfrm>
          <a:custGeom>
            <a:avLst/>
            <a:gdLst/>
            <a:ahLst/>
            <a:cxnLst/>
            <a:rect l="l" t="t" r="r" b="b"/>
            <a:pathLst>
              <a:path w="0" h="1660036">
                <a:moveTo>
                  <a:pt x="0" y="1660036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Editable path 89"/>
          <p:cNvSpPr/>
          <p:nvPr/>
        </p:nvSpPr>
        <p:spPr>
          <a:xfrm>
            <a:off x="926546" y="7121161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90987" y="7267701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33" name="Editable path 90"/>
          <p:cNvSpPr/>
          <p:nvPr/>
        </p:nvSpPr>
        <p:spPr>
          <a:xfrm>
            <a:off x="1510194" y="5461125"/>
            <a:ext cx="0" cy="1660036"/>
          </a:xfrm>
          <a:custGeom>
            <a:avLst/>
            <a:gdLst/>
            <a:ahLst/>
            <a:cxnLst/>
            <a:rect l="l" t="t" r="r" b="b"/>
            <a:pathLst>
              <a:path w="0" h="1660036">
                <a:moveTo>
                  <a:pt x="0" y="1660036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Editable path 91"/>
          <p:cNvSpPr/>
          <p:nvPr/>
        </p:nvSpPr>
        <p:spPr>
          <a:xfrm>
            <a:off x="1510194" y="7121161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474635" y="7267701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136" name="Editable path 92"/>
          <p:cNvSpPr/>
          <p:nvPr/>
        </p:nvSpPr>
        <p:spPr>
          <a:xfrm>
            <a:off x="2093842" y="5461125"/>
            <a:ext cx="0" cy="1660036"/>
          </a:xfrm>
          <a:custGeom>
            <a:avLst/>
            <a:gdLst/>
            <a:ahLst/>
            <a:cxnLst/>
            <a:rect l="l" t="t" r="r" b="b"/>
            <a:pathLst>
              <a:path w="0" h="1660036">
                <a:moveTo>
                  <a:pt x="0" y="1660036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Editable path 93"/>
          <p:cNvSpPr/>
          <p:nvPr/>
        </p:nvSpPr>
        <p:spPr>
          <a:xfrm>
            <a:off x="2093842" y="7121161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058283" y="7267701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139" name="Editable path 94"/>
          <p:cNvSpPr/>
          <p:nvPr/>
        </p:nvSpPr>
        <p:spPr>
          <a:xfrm>
            <a:off x="2677490" y="5461125"/>
            <a:ext cx="0" cy="1660036"/>
          </a:xfrm>
          <a:custGeom>
            <a:avLst/>
            <a:gdLst/>
            <a:ahLst/>
            <a:cxnLst/>
            <a:rect l="l" t="t" r="r" b="b"/>
            <a:pathLst>
              <a:path w="0" h="1660036">
                <a:moveTo>
                  <a:pt x="0" y="1660036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Editable path 95"/>
          <p:cNvSpPr/>
          <p:nvPr/>
        </p:nvSpPr>
        <p:spPr>
          <a:xfrm>
            <a:off x="2677490" y="7121161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641931" y="7267701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3</a:t>
            </a:r>
          </a:p>
        </p:txBody>
      </p:sp>
      <p:sp>
        <p:nvSpPr>
          <p:cNvPr id="142" name="Editable path 96"/>
          <p:cNvSpPr/>
          <p:nvPr/>
        </p:nvSpPr>
        <p:spPr>
          <a:xfrm>
            <a:off x="3261137" y="5461125"/>
            <a:ext cx="0" cy="1660036"/>
          </a:xfrm>
          <a:custGeom>
            <a:avLst/>
            <a:gdLst/>
            <a:ahLst/>
            <a:cxnLst/>
            <a:rect l="l" t="t" r="r" b="b"/>
            <a:pathLst>
              <a:path w="0" h="1660036">
                <a:moveTo>
                  <a:pt x="0" y="1660036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Editable path 97"/>
          <p:cNvSpPr/>
          <p:nvPr/>
        </p:nvSpPr>
        <p:spPr>
          <a:xfrm>
            <a:off x="3261137" y="7121161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225579" y="7267701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4</a:t>
            </a:r>
          </a:p>
        </p:txBody>
      </p:sp>
      <p:sp>
        <p:nvSpPr>
          <p:cNvPr id="145" name="Editable path 98"/>
          <p:cNvSpPr/>
          <p:nvPr/>
        </p:nvSpPr>
        <p:spPr>
          <a:xfrm>
            <a:off x="3844786" y="5461125"/>
            <a:ext cx="0" cy="1660036"/>
          </a:xfrm>
          <a:custGeom>
            <a:avLst/>
            <a:gdLst/>
            <a:ahLst/>
            <a:cxnLst/>
            <a:rect l="l" t="t" r="r" b="b"/>
            <a:pathLst>
              <a:path w="0" h="1660036">
                <a:moveTo>
                  <a:pt x="0" y="1660036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Editable path 99"/>
          <p:cNvSpPr/>
          <p:nvPr/>
        </p:nvSpPr>
        <p:spPr>
          <a:xfrm>
            <a:off x="3844786" y="7121161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809227" y="7267701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055916" y="7484090"/>
            <a:ext cx="695232" cy="227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3" b="0" i="0">
                <a:solidFill>
                  <a:srgbClr val="2B2B2B"/>
                </a:solidFill>
                <a:latin typeface="Times New Roman"/>
              </a:rPr>
              <a:t>Time (s)</a:t>
            </a:r>
          </a:p>
        </p:txBody>
      </p:sp>
      <p:sp>
        <p:nvSpPr>
          <p:cNvPr id="149" name="Editable path 100"/>
          <p:cNvSpPr/>
          <p:nvPr/>
        </p:nvSpPr>
        <p:spPr>
          <a:xfrm>
            <a:off x="794058" y="6988359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Editable path 101"/>
          <p:cNvSpPr/>
          <p:nvPr/>
        </p:nvSpPr>
        <p:spPr>
          <a:xfrm>
            <a:off x="711089" y="6988359"/>
            <a:ext cx="82969" cy="0"/>
          </a:xfrm>
          <a:custGeom>
            <a:avLst/>
            <a:gdLst/>
            <a:ahLst/>
            <a:cxnLst/>
            <a:rect l="l" t="t" r="r" b="b"/>
            <a:pathLst>
              <a:path w="82969" h="0">
                <a:moveTo>
                  <a:pt x="8296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57003" y="692043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52" name="Editable path 102"/>
          <p:cNvSpPr/>
          <p:nvPr/>
        </p:nvSpPr>
        <p:spPr>
          <a:xfrm>
            <a:off x="794058" y="5660329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Editable path 103"/>
          <p:cNvSpPr/>
          <p:nvPr/>
        </p:nvSpPr>
        <p:spPr>
          <a:xfrm>
            <a:off x="711089" y="5660329"/>
            <a:ext cx="82969" cy="0"/>
          </a:xfrm>
          <a:custGeom>
            <a:avLst/>
            <a:gdLst/>
            <a:ahLst/>
            <a:cxnLst/>
            <a:rect l="l" t="t" r="r" b="b"/>
            <a:pathLst>
              <a:path w="82969" h="0">
                <a:moveTo>
                  <a:pt x="8296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57003" y="559240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155" name="TextBox 154"/>
          <p:cNvSpPr txBox="1"/>
          <p:nvPr/>
        </p:nvSpPr>
        <p:spPr>
          <a:xfrm rot="16200000">
            <a:off x="-180444" y="6188831"/>
            <a:ext cx="1188944" cy="199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6" b="0" i="0">
                <a:solidFill>
                  <a:srgbClr val="2B2B2B"/>
                </a:solidFill>
                <a:latin typeface="Times New Roman"/>
              </a:rPr>
              <a:t>Qualified contact</a:t>
            </a:r>
          </a:p>
        </p:txBody>
      </p:sp>
      <p:sp>
        <p:nvSpPr>
          <p:cNvPr id="156" name="Editable path 104"/>
          <p:cNvSpPr/>
          <p:nvPr/>
        </p:nvSpPr>
        <p:spPr>
          <a:xfrm>
            <a:off x="938219" y="6988359"/>
            <a:ext cx="2883221" cy="0"/>
          </a:xfrm>
          <a:custGeom>
            <a:avLst/>
            <a:gdLst/>
            <a:ahLst/>
            <a:cxnLst/>
            <a:rect l="l" t="t" r="r" b="b"/>
            <a:pathLst>
              <a:path w="2883221" h="0">
                <a:moveTo>
                  <a:pt x="0" y="0"/>
                </a:moveTo>
                <a:lnTo>
                  <a:pt x="58364" y="0"/>
                </a:lnTo>
                <a:lnTo>
                  <a:pt x="116729" y="0"/>
                </a:lnTo>
                <a:lnTo>
                  <a:pt x="175094" y="0"/>
                </a:lnTo>
                <a:lnTo>
                  <a:pt x="233459" y="0"/>
                </a:lnTo>
                <a:lnTo>
                  <a:pt x="291824" y="0"/>
                </a:lnTo>
                <a:lnTo>
                  <a:pt x="350188" y="0"/>
                </a:lnTo>
                <a:lnTo>
                  <a:pt x="408553" y="0"/>
                </a:lnTo>
                <a:lnTo>
                  <a:pt x="466918" y="0"/>
                </a:lnTo>
                <a:lnTo>
                  <a:pt x="525283" y="0"/>
                </a:lnTo>
                <a:lnTo>
                  <a:pt x="583648" y="0"/>
                </a:lnTo>
                <a:lnTo>
                  <a:pt x="642012" y="0"/>
                </a:lnTo>
                <a:lnTo>
                  <a:pt x="700377" y="0"/>
                </a:lnTo>
                <a:lnTo>
                  <a:pt x="758742" y="0"/>
                </a:lnTo>
                <a:lnTo>
                  <a:pt x="817107" y="0"/>
                </a:lnTo>
                <a:lnTo>
                  <a:pt x="875472" y="0"/>
                </a:lnTo>
                <a:lnTo>
                  <a:pt x="933836" y="0"/>
                </a:lnTo>
                <a:lnTo>
                  <a:pt x="992201" y="0"/>
                </a:lnTo>
                <a:lnTo>
                  <a:pt x="1050566" y="0"/>
                </a:lnTo>
                <a:lnTo>
                  <a:pt x="1108931" y="0"/>
                </a:lnTo>
                <a:lnTo>
                  <a:pt x="1167296" y="0"/>
                </a:lnTo>
                <a:lnTo>
                  <a:pt x="1225660" y="0"/>
                </a:lnTo>
                <a:lnTo>
                  <a:pt x="1284025" y="0"/>
                </a:lnTo>
                <a:lnTo>
                  <a:pt x="1342390" y="0"/>
                </a:lnTo>
                <a:lnTo>
                  <a:pt x="1400755" y="0"/>
                </a:lnTo>
                <a:lnTo>
                  <a:pt x="1459120" y="0"/>
                </a:lnTo>
                <a:lnTo>
                  <a:pt x="1517484" y="0"/>
                </a:lnTo>
                <a:lnTo>
                  <a:pt x="1575849" y="0"/>
                </a:lnTo>
                <a:lnTo>
                  <a:pt x="1634214" y="0"/>
                </a:lnTo>
                <a:lnTo>
                  <a:pt x="1692579" y="0"/>
                </a:lnTo>
                <a:lnTo>
                  <a:pt x="1750944" y="0"/>
                </a:lnTo>
                <a:lnTo>
                  <a:pt x="1809308" y="0"/>
                </a:lnTo>
                <a:lnTo>
                  <a:pt x="1867673" y="0"/>
                </a:lnTo>
                <a:lnTo>
                  <a:pt x="1926038" y="0"/>
                </a:lnTo>
                <a:lnTo>
                  <a:pt x="1984403" y="0"/>
                </a:lnTo>
                <a:lnTo>
                  <a:pt x="2042767" y="0"/>
                </a:lnTo>
                <a:lnTo>
                  <a:pt x="2101132" y="0"/>
                </a:lnTo>
                <a:lnTo>
                  <a:pt x="2159497" y="0"/>
                </a:lnTo>
                <a:lnTo>
                  <a:pt x="2217862" y="0"/>
                </a:lnTo>
                <a:lnTo>
                  <a:pt x="2276227" y="0"/>
                </a:lnTo>
                <a:lnTo>
                  <a:pt x="2334591" y="0"/>
                </a:lnTo>
                <a:lnTo>
                  <a:pt x="2392956" y="0"/>
                </a:lnTo>
                <a:lnTo>
                  <a:pt x="2451321" y="0"/>
                </a:lnTo>
                <a:lnTo>
                  <a:pt x="2509686" y="0"/>
                </a:lnTo>
                <a:lnTo>
                  <a:pt x="2568051" y="0"/>
                </a:lnTo>
                <a:lnTo>
                  <a:pt x="2626415" y="0"/>
                </a:lnTo>
                <a:lnTo>
                  <a:pt x="2684780" y="0"/>
                </a:lnTo>
                <a:lnTo>
                  <a:pt x="2743145" y="0"/>
                </a:lnTo>
                <a:lnTo>
                  <a:pt x="2801510" y="0"/>
                </a:lnTo>
                <a:lnTo>
                  <a:pt x="2859875" y="0"/>
                </a:lnTo>
                <a:lnTo>
                  <a:pt x="2883221" y="0"/>
                </a:lnTo>
              </a:path>
            </a:pathLst>
          </a:custGeom>
          <a:noFill/>
          <a:ln w="23705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Editable path 105"/>
          <p:cNvSpPr/>
          <p:nvPr/>
        </p:nvSpPr>
        <p:spPr>
          <a:xfrm>
            <a:off x="938219" y="6988359"/>
            <a:ext cx="2883221" cy="0"/>
          </a:xfrm>
          <a:custGeom>
            <a:avLst/>
            <a:gdLst/>
            <a:ahLst/>
            <a:cxnLst/>
            <a:rect l="l" t="t" r="r" b="b"/>
            <a:pathLst>
              <a:path w="2883221" h="0">
                <a:moveTo>
                  <a:pt x="0" y="0"/>
                </a:moveTo>
                <a:lnTo>
                  <a:pt x="58364" y="0"/>
                </a:lnTo>
                <a:lnTo>
                  <a:pt x="116729" y="0"/>
                </a:lnTo>
                <a:lnTo>
                  <a:pt x="175094" y="0"/>
                </a:lnTo>
                <a:lnTo>
                  <a:pt x="233459" y="0"/>
                </a:lnTo>
                <a:lnTo>
                  <a:pt x="291824" y="0"/>
                </a:lnTo>
                <a:lnTo>
                  <a:pt x="350188" y="0"/>
                </a:lnTo>
                <a:lnTo>
                  <a:pt x="408553" y="0"/>
                </a:lnTo>
                <a:lnTo>
                  <a:pt x="466918" y="0"/>
                </a:lnTo>
                <a:lnTo>
                  <a:pt x="525283" y="0"/>
                </a:lnTo>
                <a:lnTo>
                  <a:pt x="583648" y="0"/>
                </a:lnTo>
                <a:lnTo>
                  <a:pt x="642012" y="0"/>
                </a:lnTo>
                <a:lnTo>
                  <a:pt x="700377" y="0"/>
                </a:lnTo>
                <a:lnTo>
                  <a:pt x="758742" y="0"/>
                </a:lnTo>
                <a:lnTo>
                  <a:pt x="817107" y="0"/>
                </a:lnTo>
                <a:lnTo>
                  <a:pt x="875472" y="0"/>
                </a:lnTo>
                <a:lnTo>
                  <a:pt x="933836" y="0"/>
                </a:lnTo>
                <a:lnTo>
                  <a:pt x="992201" y="0"/>
                </a:lnTo>
                <a:lnTo>
                  <a:pt x="1050566" y="0"/>
                </a:lnTo>
                <a:lnTo>
                  <a:pt x="1108931" y="0"/>
                </a:lnTo>
                <a:lnTo>
                  <a:pt x="1167296" y="0"/>
                </a:lnTo>
                <a:lnTo>
                  <a:pt x="1225660" y="0"/>
                </a:lnTo>
                <a:lnTo>
                  <a:pt x="1284025" y="0"/>
                </a:lnTo>
                <a:lnTo>
                  <a:pt x="1342390" y="0"/>
                </a:lnTo>
                <a:lnTo>
                  <a:pt x="1400755" y="0"/>
                </a:lnTo>
                <a:lnTo>
                  <a:pt x="1459120" y="0"/>
                </a:lnTo>
                <a:lnTo>
                  <a:pt x="1517484" y="0"/>
                </a:lnTo>
                <a:lnTo>
                  <a:pt x="1575849" y="0"/>
                </a:lnTo>
                <a:lnTo>
                  <a:pt x="1634214" y="0"/>
                </a:lnTo>
                <a:lnTo>
                  <a:pt x="1692579" y="0"/>
                </a:lnTo>
                <a:lnTo>
                  <a:pt x="1750944" y="0"/>
                </a:lnTo>
                <a:lnTo>
                  <a:pt x="1809308" y="0"/>
                </a:lnTo>
                <a:lnTo>
                  <a:pt x="1867673" y="0"/>
                </a:lnTo>
                <a:lnTo>
                  <a:pt x="1926038" y="0"/>
                </a:lnTo>
                <a:lnTo>
                  <a:pt x="1984403" y="0"/>
                </a:lnTo>
                <a:lnTo>
                  <a:pt x="2042767" y="0"/>
                </a:lnTo>
                <a:lnTo>
                  <a:pt x="2101132" y="0"/>
                </a:lnTo>
                <a:lnTo>
                  <a:pt x="2159497" y="0"/>
                </a:lnTo>
                <a:lnTo>
                  <a:pt x="2217862" y="0"/>
                </a:lnTo>
                <a:lnTo>
                  <a:pt x="2276227" y="0"/>
                </a:lnTo>
                <a:lnTo>
                  <a:pt x="2334591" y="0"/>
                </a:lnTo>
                <a:lnTo>
                  <a:pt x="2392956" y="0"/>
                </a:lnTo>
                <a:lnTo>
                  <a:pt x="2451321" y="0"/>
                </a:lnTo>
                <a:lnTo>
                  <a:pt x="2509686" y="0"/>
                </a:lnTo>
                <a:lnTo>
                  <a:pt x="2568051" y="0"/>
                </a:lnTo>
                <a:lnTo>
                  <a:pt x="2626415" y="0"/>
                </a:lnTo>
                <a:lnTo>
                  <a:pt x="2684780" y="0"/>
                </a:lnTo>
                <a:lnTo>
                  <a:pt x="2743145" y="0"/>
                </a:lnTo>
                <a:lnTo>
                  <a:pt x="2801510" y="0"/>
                </a:lnTo>
                <a:lnTo>
                  <a:pt x="2859875" y="0"/>
                </a:lnTo>
                <a:lnTo>
                  <a:pt x="2883221" y="0"/>
                </a:lnTo>
              </a:path>
            </a:pathLst>
          </a:custGeom>
          <a:noFill/>
          <a:ln w="23705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Editable path 106"/>
          <p:cNvSpPr/>
          <p:nvPr/>
        </p:nvSpPr>
        <p:spPr>
          <a:xfrm>
            <a:off x="938219" y="6988359"/>
            <a:ext cx="2883221" cy="0"/>
          </a:xfrm>
          <a:custGeom>
            <a:avLst/>
            <a:gdLst/>
            <a:ahLst/>
            <a:cxnLst/>
            <a:rect l="l" t="t" r="r" b="b"/>
            <a:pathLst>
              <a:path w="2883221" h="0">
                <a:moveTo>
                  <a:pt x="0" y="0"/>
                </a:moveTo>
                <a:lnTo>
                  <a:pt x="58364" y="0"/>
                </a:lnTo>
                <a:lnTo>
                  <a:pt x="116729" y="0"/>
                </a:lnTo>
                <a:lnTo>
                  <a:pt x="175094" y="0"/>
                </a:lnTo>
                <a:lnTo>
                  <a:pt x="233459" y="0"/>
                </a:lnTo>
                <a:lnTo>
                  <a:pt x="291824" y="0"/>
                </a:lnTo>
                <a:lnTo>
                  <a:pt x="350188" y="0"/>
                </a:lnTo>
                <a:lnTo>
                  <a:pt x="408553" y="0"/>
                </a:lnTo>
                <a:lnTo>
                  <a:pt x="466918" y="0"/>
                </a:lnTo>
                <a:lnTo>
                  <a:pt x="525283" y="0"/>
                </a:lnTo>
                <a:lnTo>
                  <a:pt x="583648" y="0"/>
                </a:lnTo>
                <a:lnTo>
                  <a:pt x="642012" y="0"/>
                </a:lnTo>
                <a:lnTo>
                  <a:pt x="700377" y="0"/>
                </a:lnTo>
                <a:lnTo>
                  <a:pt x="758742" y="0"/>
                </a:lnTo>
                <a:lnTo>
                  <a:pt x="817107" y="0"/>
                </a:lnTo>
                <a:lnTo>
                  <a:pt x="875472" y="0"/>
                </a:lnTo>
                <a:lnTo>
                  <a:pt x="933836" y="0"/>
                </a:lnTo>
                <a:lnTo>
                  <a:pt x="992201" y="0"/>
                </a:lnTo>
                <a:lnTo>
                  <a:pt x="1050566" y="0"/>
                </a:lnTo>
                <a:lnTo>
                  <a:pt x="1108931" y="0"/>
                </a:lnTo>
                <a:lnTo>
                  <a:pt x="1167296" y="0"/>
                </a:lnTo>
                <a:lnTo>
                  <a:pt x="1225660" y="0"/>
                </a:lnTo>
                <a:lnTo>
                  <a:pt x="1284025" y="0"/>
                </a:lnTo>
                <a:lnTo>
                  <a:pt x="1342390" y="0"/>
                </a:lnTo>
                <a:lnTo>
                  <a:pt x="1400755" y="0"/>
                </a:lnTo>
                <a:lnTo>
                  <a:pt x="1459120" y="0"/>
                </a:lnTo>
                <a:lnTo>
                  <a:pt x="1517484" y="0"/>
                </a:lnTo>
                <a:lnTo>
                  <a:pt x="1575849" y="0"/>
                </a:lnTo>
                <a:lnTo>
                  <a:pt x="1634214" y="0"/>
                </a:lnTo>
                <a:lnTo>
                  <a:pt x="1692579" y="0"/>
                </a:lnTo>
                <a:lnTo>
                  <a:pt x="1750944" y="0"/>
                </a:lnTo>
                <a:lnTo>
                  <a:pt x="1809308" y="0"/>
                </a:lnTo>
                <a:lnTo>
                  <a:pt x="1867673" y="0"/>
                </a:lnTo>
                <a:lnTo>
                  <a:pt x="1926038" y="0"/>
                </a:lnTo>
                <a:lnTo>
                  <a:pt x="1984403" y="0"/>
                </a:lnTo>
                <a:lnTo>
                  <a:pt x="2042767" y="0"/>
                </a:lnTo>
                <a:lnTo>
                  <a:pt x="2101132" y="0"/>
                </a:lnTo>
                <a:lnTo>
                  <a:pt x="2159497" y="0"/>
                </a:lnTo>
                <a:lnTo>
                  <a:pt x="2217862" y="0"/>
                </a:lnTo>
                <a:lnTo>
                  <a:pt x="2276227" y="0"/>
                </a:lnTo>
                <a:lnTo>
                  <a:pt x="2334591" y="0"/>
                </a:lnTo>
                <a:lnTo>
                  <a:pt x="2392956" y="0"/>
                </a:lnTo>
                <a:lnTo>
                  <a:pt x="2451321" y="0"/>
                </a:lnTo>
                <a:lnTo>
                  <a:pt x="2509686" y="0"/>
                </a:lnTo>
                <a:lnTo>
                  <a:pt x="2568051" y="0"/>
                </a:lnTo>
                <a:lnTo>
                  <a:pt x="2626415" y="0"/>
                </a:lnTo>
                <a:lnTo>
                  <a:pt x="2684780" y="0"/>
                </a:lnTo>
                <a:lnTo>
                  <a:pt x="2743145" y="0"/>
                </a:lnTo>
                <a:lnTo>
                  <a:pt x="2801510" y="0"/>
                </a:lnTo>
                <a:lnTo>
                  <a:pt x="2859875" y="0"/>
                </a:lnTo>
                <a:lnTo>
                  <a:pt x="2883221" y="0"/>
                </a:lnTo>
              </a:path>
            </a:pathLst>
          </a:custGeom>
          <a:noFill/>
          <a:ln w="23705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Editable path 107"/>
          <p:cNvSpPr/>
          <p:nvPr/>
        </p:nvSpPr>
        <p:spPr>
          <a:xfrm>
            <a:off x="938219" y="6988359"/>
            <a:ext cx="2883221" cy="0"/>
          </a:xfrm>
          <a:custGeom>
            <a:avLst/>
            <a:gdLst/>
            <a:ahLst/>
            <a:cxnLst/>
            <a:rect l="l" t="t" r="r" b="b"/>
            <a:pathLst>
              <a:path w="2883221" h="0">
                <a:moveTo>
                  <a:pt x="0" y="0"/>
                </a:moveTo>
                <a:lnTo>
                  <a:pt x="58364" y="0"/>
                </a:lnTo>
                <a:lnTo>
                  <a:pt x="116729" y="0"/>
                </a:lnTo>
                <a:lnTo>
                  <a:pt x="175094" y="0"/>
                </a:lnTo>
                <a:lnTo>
                  <a:pt x="233459" y="0"/>
                </a:lnTo>
                <a:lnTo>
                  <a:pt x="291824" y="0"/>
                </a:lnTo>
                <a:lnTo>
                  <a:pt x="350188" y="0"/>
                </a:lnTo>
                <a:lnTo>
                  <a:pt x="408553" y="0"/>
                </a:lnTo>
                <a:lnTo>
                  <a:pt x="466918" y="0"/>
                </a:lnTo>
                <a:lnTo>
                  <a:pt x="525283" y="0"/>
                </a:lnTo>
                <a:lnTo>
                  <a:pt x="583648" y="0"/>
                </a:lnTo>
                <a:lnTo>
                  <a:pt x="642012" y="0"/>
                </a:lnTo>
                <a:lnTo>
                  <a:pt x="700377" y="0"/>
                </a:lnTo>
                <a:lnTo>
                  <a:pt x="758742" y="0"/>
                </a:lnTo>
                <a:lnTo>
                  <a:pt x="817107" y="0"/>
                </a:lnTo>
                <a:lnTo>
                  <a:pt x="875472" y="0"/>
                </a:lnTo>
                <a:lnTo>
                  <a:pt x="933836" y="0"/>
                </a:lnTo>
                <a:lnTo>
                  <a:pt x="992201" y="0"/>
                </a:lnTo>
                <a:lnTo>
                  <a:pt x="1050566" y="0"/>
                </a:lnTo>
                <a:lnTo>
                  <a:pt x="1108931" y="0"/>
                </a:lnTo>
                <a:lnTo>
                  <a:pt x="1167296" y="0"/>
                </a:lnTo>
                <a:lnTo>
                  <a:pt x="1225660" y="0"/>
                </a:lnTo>
                <a:lnTo>
                  <a:pt x="1284025" y="0"/>
                </a:lnTo>
                <a:lnTo>
                  <a:pt x="1342390" y="0"/>
                </a:lnTo>
                <a:lnTo>
                  <a:pt x="1400755" y="0"/>
                </a:lnTo>
                <a:lnTo>
                  <a:pt x="1459120" y="0"/>
                </a:lnTo>
                <a:lnTo>
                  <a:pt x="1517484" y="0"/>
                </a:lnTo>
                <a:lnTo>
                  <a:pt x="1575849" y="0"/>
                </a:lnTo>
                <a:lnTo>
                  <a:pt x="1634214" y="0"/>
                </a:lnTo>
                <a:lnTo>
                  <a:pt x="1692579" y="0"/>
                </a:lnTo>
                <a:lnTo>
                  <a:pt x="1750944" y="0"/>
                </a:lnTo>
                <a:lnTo>
                  <a:pt x="1809308" y="0"/>
                </a:lnTo>
                <a:lnTo>
                  <a:pt x="1867673" y="0"/>
                </a:lnTo>
                <a:lnTo>
                  <a:pt x="1926038" y="0"/>
                </a:lnTo>
                <a:lnTo>
                  <a:pt x="1984403" y="0"/>
                </a:lnTo>
                <a:lnTo>
                  <a:pt x="2042767" y="0"/>
                </a:lnTo>
                <a:lnTo>
                  <a:pt x="2101132" y="0"/>
                </a:lnTo>
                <a:lnTo>
                  <a:pt x="2159497" y="0"/>
                </a:lnTo>
                <a:lnTo>
                  <a:pt x="2217862" y="0"/>
                </a:lnTo>
                <a:lnTo>
                  <a:pt x="2276227" y="0"/>
                </a:lnTo>
                <a:lnTo>
                  <a:pt x="2334591" y="0"/>
                </a:lnTo>
                <a:lnTo>
                  <a:pt x="2392956" y="0"/>
                </a:lnTo>
                <a:lnTo>
                  <a:pt x="2451321" y="0"/>
                </a:lnTo>
                <a:lnTo>
                  <a:pt x="2509686" y="0"/>
                </a:lnTo>
                <a:lnTo>
                  <a:pt x="2568051" y="0"/>
                </a:lnTo>
                <a:lnTo>
                  <a:pt x="2626415" y="0"/>
                </a:lnTo>
                <a:lnTo>
                  <a:pt x="2684780" y="0"/>
                </a:lnTo>
                <a:lnTo>
                  <a:pt x="2743145" y="0"/>
                </a:lnTo>
                <a:lnTo>
                  <a:pt x="2801510" y="0"/>
                </a:lnTo>
                <a:lnTo>
                  <a:pt x="2859875" y="0"/>
                </a:lnTo>
                <a:lnTo>
                  <a:pt x="2883221" y="0"/>
                </a:lnTo>
              </a:path>
            </a:pathLst>
          </a:custGeom>
          <a:noFill/>
          <a:ln w="23705">
            <a:solidFill>
              <a:srgbClr val="0ABA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Editable path 108"/>
          <p:cNvSpPr/>
          <p:nvPr/>
        </p:nvSpPr>
        <p:spPr>
          <a:xfrm>
            <a:off x="794058" y="5461125"/>
            <a:ext cx="0" cy="1660036"/>
          </a:xfrm>
          <a:custGeom>
            <a:avLst/>
            <a:gdLst/>
            <a:ahLst/>
            <a:cxnLst/>
            <a:rect l="l" t="t" r="r" b="b"/>
            <a:pathLst>
              <a:path w="0" h="1660036">
                <a:moveTo>
                  <a:pt x="0" y="1660036"/>
                </a:moveTo>
                <a:lnTo>
                  <a:pt x="0" y="0"/>
                </a:lnTo>
              </a:path>
            </a:pathLst>
          </a:custGeom>
          <a:noFill/>
          <a:ln w="1422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Editable path 109"/>
          <p:cNvSpPr/>
          <p:nvPr/>
        </p:nvSpPr>
        <p:spPr>
          <a:xfrm>
            <a:off x="794058" y="7121161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422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Editable path 110"/>
          <p:cNvSpPr/>
          <p:nvPr/>
        </p:nvSpPr>
        <p:spPr>
          <a:xfrm>
            <a:off x="4821917" y="5461125"/>
            <a:ext cx="3171543" cy="1660036"/>
          </a:xfrm>
          <a:custGeom>
            <a:avLst/>
            <a:gdLst/>
            <a:ahLst/>
            <a:cxnLst/>
            <a:rect l="l" t="t" r="r" b="b"/>
            <a:pathLst>
              <a:path w="3171543" h="1660036">
                <a:moveTo>
                  <a:pt x="0" y="0"/>
                </a:moveTo>
                <a:lnTo>
                  <a:pt x="3171543" y="0"/>
                </a:lnTo>
                <a:lnTo>
                  <a:pt x="3171543" y="1660036"/>
                </a:lnTo>
                <a:lnTo>
                  <a:pt x="0" y="16600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Editable path 111"/>
          <p:cNvSpPr/>
          <p:nvPr/>
        </p:nvSpPr>
        <p:spPr>
          <a:xfrm>
            <a:off x="4955997" y="5461125"/>
            <a:ext cx="0" cy="1660036"/>
          </a:xfrm>
          <a:custGeom>
            <a:avLst/>
            <a:gdLst/>
            <a:ahLst/>
            <a:cxnLst/>
            <a:rect l="l" t="t" r="r" b="b"/>
            <a:pathLst>
              <a:path w="0" h="1660036">
                <a:moveTo>
                  <a:pt x="0" y="1660036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Editable path 112"/>
          <p:cNvSpPr/>
          <p:nvPr/>
        </p:nvSpPr>
        <p:spPr>
          <a:xfrm>
            <a:off x="4955997" y="7121161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4920438" y="7267701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66" name="Editable path 113"/>
          <p:cNvSpPr/>
          <p:nvPr/>
        </p:nvSpPr>
        <p:spPr>
          <a:xfrm>
            <a:off x="5460057" y="5461125"/>
            <a:ext cx="0" cy="1660036"/>
          </a:xfrm>
          <a:custGeom>
            <a:avLst/>
            <a:gdLst/>
            <a:ahLst/>
            <a:cxnLst/>
            <a:rect l="l" t="t" r="r" b="b"/>
            <a:pathLst>
              <a:path w="0" h="1660036">
                <a:moveTo>
                  <a:pt x="0" y="1660036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Editable path 114"/>
          <p:cNvSpPr/>
          <p:nvPr/>
        </p:nvSpPr>
        <p:spPr>
          <a:xfrm>
            <a:off x="5460057" y="7121161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424498" y="7267701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169" name="Editable path 115"/>
          <p:cNvSpPr/>
          <p:nvPr/>
        </p:nvSpPr>
        <p:spPr>
          <a:xfrm>
            <a:off x="5964116" y="5461125"/>
            <a:ext cx="0" cy="1660036"/>
          </a:xfrm>
          <a:custGeom>
            <a:avLst/>
            <a:gdLst/>
            <a:ahLst/>
            <a:cxnLst/>
            <a:rect l="l" t="t" r="r" b="b"/>
            <a:pathLst>
              <a:path w="0" h="1660036">
                <a:moveTo>
                  <a:pt x="0" y="1660036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Editable path 116"/>
          <p:cNvSpPr/>
          <p:nvPr/>
        </p:nvSpPr>
        <p:spPr>
          <a:xfrm>
            <a:off x="5964116" y="7121161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928558" y="7267701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172" name="Editable path 117"/>
          <p:cNvSpPr/>
          <p:nvPr/>
        </p:nvSpPr>
        <p:spPr>
          <a:xfrm>
            <a:off x="6468176" y="5461125"/>
            <a:ext cx="0" cy="1660036"/>
          </a:xfrm>
          <a:custGeom>
            <a:avLst/>
            <a:gdLst/>
            <a:ahLst/>
            <a:cxnLst/>
            <a:rect l="l" t="t" r="r" b="b"/>
            <a:pathLst>
              <a:path w="0" h="1660036">
                <a:moveTo>
                  <a:pt x="0" y="1660036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Editable path 118"/>
          <p:cNvSpPr/>
          <p:nvPr/>
        </p:nvSpPr>
        <p:spPr>
          <a:xfrm>
            <a:off x="6468176" y="7121161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432618" y="7267701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3</a:t>
            </a:r>
          </a:p>
        </p:txBody>
      </p:sp>
      <p:sp>
        <p:nvSpPr>
          <p:cNvPr id="175" name="Editable path 119"/>
          <p:cNvSpPr/>
          <p:nvPr/>
        </p:nvSpPr>
        <p:spPr>
          <a:xfrm>
            <a:off x="6972235" y="5461125"/>
            <a:ext cx="0" cy="1660036"/>
          </a:xfrm>
          <a:custGeom>
            <a:avLst/>
            <a:gdLst/>
            <a:ahLst/>
            <a:cxnLst/>
            <a:rect l="l" t="t" r="r" b="b"/>
            <a:pathLst>
              <a:path w="0" h="1660036">
                <a:moveTo>
                  <a:pt x="0" y="1660036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Editable path 120"/>
          <p:cNvSpPr/>
          <p:nvPr/>
        </p:nvSpPr>
        <p:spPr>
          <a:xfrm>
            <a:off x="6972235" y="7121161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936677" y="7267701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4</a:t>
            </a:r>
          </a:p>
        </p:txBody>
      </p:sp>
      <p:sp>
        <p:nvSpPr>
          <p:cNvPr id="178" name="Editable path 121"/>
          <p:cNvSpPr/>
          <p:nvPr/>
        </p:nvSpPr>
        <p:spPr>
          <a:xfrm>
            <a:off x="7476295" y="5461125"/>
            <a:ext cx="0" cy="1660036"/>
          </a:xfrm>
          <a:custGeom>
            <a:avLst/>
            <a:gdLst/>
            <a:ahLst/>
            <a:cxnLst/>
            <a:rect l="l" t="t" r="r" b="b"/>
            <a:pathLst>
              <a:path w="0" h="1660036">
                <a:moveTo>
                  <a:pt x="0" y="1660036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Editable path 122"/>
          <p:cNvSpPr/>
          <p:nvPr/>
        </p:nvSpPr>
        <p:spPr>
          <a:xfrm>
            <a:off x="7476295" y="7121161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440736" y="7267701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5</a:t>
            </a:r>
          </a:p>
        </p:txBody>
      </p:sp>
      <p:sp>
        <p:nvSpPr>
          <p:cNvPr id="181" name="Editable path 123"/>
          <p:cNvSpPr/>
          <p:nvPr/>
        </p:nvSpPr>
        <p:spPr>
          <a:xfrm>
            <a:off x="7980355" y="5461125"/>
            <a:ext cx="0" cy="1660036"/>
          </a:xfrm>
          <a:custGeom>
            <a:avLst/>
            <a:gdLst/>
            <a:ahLst/>
            <a:cxnLst/>
            <a:rect l="l" t="t" r="r" b="b"/>
            <a:pathLst>
              <a:path w="0" h="1660036">
                <a:moveTo>
                  <a:pt x="0" y="1660036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Editable path 124"/>
          <p:cNvSpPr/>
          <p:nvPr/>
        </p:nvSpPr>
        <p:spPr>
          <a:xfrm>
            <a:off x="7980355" y="7121161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7944796" y="7267701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6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083776" y="7484090"/>
            <a:ext cx="695232" cy="227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3" b="0" i="0">
                <a:solidFill>
                  <a:srgbClr val="2B2B2B"/>
                </a:solidFill>
                <a:latin typeface="Times New Roman"/>
              </a:rPr>
              <a:t>Time (s)</a:t>
            </a:r>
          </a:p>
        </p:txBody>
      </p:sp>
      <p:sp>
        <p:nvSpPr>
          <p:cNvPr id="185" name="Editable path 125"/>
          <p:cNvSpPr/>
          <p:nvPr/>
        </p:nvSpPr>
        <p:spPr>
          <a:xfrm>
            <a:off x="4821917" y="6988359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Editable path 126"/>
          <p:cNvSpPr/>
          <p:nvPr/>
        </p:nvSpPr>
        <p:spPr>
          <a:xfrm>
            <a:off x="4738948" y="6988359"/>
            <a:ext cx="82969" cy="0"/>
          </a:xfrm>
          <a:custGeom>
            <a:avLst/>
            <a:gdLst/>
            <a:ahLst/>
            <a:cxnLst/>
            <a:rect l="l" t="t" r="r" b="b"/>
            <a:pathLst>
              <a:path w="82969" h="0">
                <a:moveTo>
                  <a:pt x="8296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4584863" y="692043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88" name="Editable path 127"/>
          <p:cNvSpPr/>
          <p:nvPr/>
        </p:nvSpPr>
        <p:spPr>
          <a:xfrm>
            <a:off x="4821917" y="5660329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Editable path 128"/>
          <p:cNvSpPr/>
          <p:nvPr/>
        </p:nvSpPr>
        <p:spPr>
          <a:xfrm>
            <a:off x="4738948" y="5660329"/>
            <a:ext cx="82969" cy="0"/>
          </a:xfrm>
          <a:custGeom>
            <a:avLst/>
            <a:gdLst/>
            <a:ahLst/>
            <a:cxnLst/>
            <a:rect l="l" t="t" r="r" b="b"/>
            <a:pathLst>
              <a:path w="82969" h="0">
                <a:moveTo>
                  <a:pt x="8296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4584863" y="559240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191" name="Editable path 129"/>
          <p:cNvSpPr/>
          <p:nvPr/>
        </p:nvSpPr>
        <p:spPr>
          <a:xfrm>
            <a:off x="4966078" y="6988359"/>
            <a:ext cx="2883221" cy="0"/>
          </a:xfrm>
          <a:custGeom>
            <a:avLst/>
            <a:gdLst/>
            <a:ahLst/>
            <a:cxnLst/>
            <a:rect l="l" t="t" r="r" b="b"/>
            <a:pathLst>
              <a:path w="2883221" h="0">
                <a:moveTo>
                  <a:pt x="0" y="0"/>
                </a:moveTo>
                <a:lnTo>
                  <a:pt x="50406" y="0"/>
                </a:lnTo>
                <a:lnTo>
                  <a:pt x="100812" y="0"/>
                </a:lnTo>
                <a:lnTo>
                  <a:pt x="151218" y="0"/>
                </a:lnTo>
                <a:lnTo>
                  <a:pt x="201624" y="0"/>
                </a:lnTo>
                <a:lnTo>
                  <a:pt x="252030" y="0"/>
                </a:lnTo>
                <a:lnTo>
                  <a:pt x="302436" y="0"/>
                </a:lnTo>
                <a:lnTo>
                  <a:pt x="352842" y="0"/>
                </a:lnTo>
                <a:lnTo>
                  <a:pt x="403248" y="0"/>
                </a:lnTo>
                <a:lnTo>
                  <a:pt x="453654" y="0"/>
                </a:lnTo>
                <a:lnTo>
                  <a:pt x="504060" y="0"/>
                </a:lnTo>
                <a:lnTo>
                  <a:pt x="554466" y="0"/>
                </a:lnTo>
                <a:lnTo>
                  <a:pt x="604872" y="0"/>
                </a:lnTo>
                <a:lnTo>
                  <a:pt x="655278" y="0"/>
                </a:lnTo>
                <a:lnTo>
                  <a:pt x="705684" y="0"/>
                </a:lnTo>
                <a:lnTo>
                  <a:pt x="756090" y="0"/>
                </a:lnTo>
                <a:lnTo>
                  <a:pt x="806496" y="0"/>
                </a:lnTo>
                <a:lnTo>
                  <a:pt x="856902" y="0"/>
                </a:lnTo>
                <a:lnTo>
                  <a:pt x="907307" y="0"/>
                </a:lnTo>
                <a:lnTo>
                  <a:pt x="957714" y="0"/>
                </a:lnTo>
                <a:lnTo>
                  <a:pt x="1008119" y="0"/>
                </a:lnTo>
                <a:lnTo>
                  <a:pt x="1058525" y="0"/>
                </a:lnTo>
                <a:lnTo>
                  <a:pt x="1108931" y="0"/>
                </a:lnTo>
                <a:lnTo>
                  <a:pt x="1159338" y="0"/>
                </a:lnTo>
                <a:lnTo>
                  <a:pt x="1209744" y="0"/>
                </a:lnTo>
                <a:lnTo>
                  <a:pt x="1260149" y="0"/>
                </a:lnTo>
                <a:lnTo>
                  <a:pt x="1310555" y="0"/>
                </a:lnTo>
                <a:lnTo>
                  <a:pt x="1360961" y="0"/>
                </a:lnTo>
                <a:lnTo>
                  <a:pt x="1411367" y="0"/>
                </a:lnTo>
                <a:lnTo>
                  <a:pt x="1461773" y="0"/>
                </a:lnTo>
                <a:lnTo>
                  <a:pt x="1512179" y="0"/>
                </a:lnTo>
                <a:lnTo>
                  <a:pt x="1562585" y="0"/>
                </a:lnTo>
                <a:lnTo>
                  <a:pt x="1612991" y="0"/>
                </a:lnTo>
                <a:lnTo>
                  <a:pt x="1663397" y="0"/>
                </a:lnTo>
                <a:lnTo>
                  <a:pt x="1713803" y="0"/>
                </a:lnTo>
                <a:lnTo>
                  <a:pt x="1764209" y="0"/>
                </a:lnTo>
                <a:lnTo>
                  <a:pt x="1814615" y="0"/>
                </a:lnTo>
                <a:lnTo>
                  <a:pt x="1865021" y="0"/>
                </a:lnTo>
                <a:lnTo>
                  <a:pt x="1915427" y="0"/>
                </a:lnTo>
                <a:lnTo>
                  <a:pt x="1965832" y="0"/>
                </a:lnTo>
                <a:lnTo>
                  <a:pt x="2016239" y="0"/>
                </a:lnTo>
                <a:lnTo>
                  <a:pt x="2066645" y="0"/>
                </a:lnTo>
                <a:lnTo>
                  <a:pt x="2117051" y="0"/>
                </a:lnTo>
                <a:lnTo>
                  <a:pt x="2167456" y="0"/>
                </a:lnTo>
                <a:lnTo>
                  <a:pt x="2217862" y="0"/>
                </a:lnTo>
                <a:lnTo>
                  <a:pt x="2268268" y="0"/>
                </a:lnTo>
                <a:lnTo>
                  <a:pt x="2318675" y="0"/>
                </a:lnTo>
                <a:lnTo>
                  <a:pt x="2369081" y="0"/>
                </a:lnTo>
                <a:lnTo>
                  <a:pt x="2419486" y="0"/>
                </a:lnTo>
                <a:lnTo>
                  <a:pt x="2469892" y="0"/>
                </a:lnTo>
                <a:lnTo>
                  <a:pt x="2520298" y="0"/>
                </a:lnTo>
                <a:lnTo>
                  <a:pt x="2570705" y="0"/>
                </a:lnTo>
                <a:lnTo>
                  <a:pt x="2621110" y="0"/>
                </a:lnTo>
                <a:lnTo>
                  <a:pt x="2671516" y="0"/>
                </a:lnTo>
                <a:lnTo>
                  <a:pt x="2721922" y="0"/>
                </a:lnTo>
                <a:lnTo>
                  <a:pt x="2772328" y="0"/>
                </a:lnTo>
                <a:lnTo>
                  <a:pt x="2822734" y="0"/>
                </a:lnTo>
                <a:lnTo>
                  <a:pt x="2873140" y="0"/>
                </a:lnTo>
                <a:lnTo>
                  <a:pt x="2883221" y="0"/>
                </a:lnTo>
              </a:path>
            </a:pathLst>
          </a:custGeom>
          <a:noFill/>
          <a:ln w="23705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Editable path 130"/>
          <p:cNvSpPr/>
          <p:nvPr/>
        </p:nvSpPr>
        <p:spPr>
          <a:xfrm>
            <a:off x="4966078" y="6988359"/>
            <a:ext cx="2883221" cy="0"/>
          </a:xfrm>
          <a:custGeom>
            <a:avLst/>
            <a:gdLst/>
            <a:ahLst/>
            <a:cxnLst/>
            <a:rect l="l" t="t" r="r" b="b"/>
            <a:pathLst>
              <a:path w="2883221" h="0">
                <a:moveTo>
                  <a:pt x="0" y="0"/>
                </a:moveTo>
                <a:lnTo>
                  <a:pt x="50406" y="0"/>
                </a:lnTo>
                <a:lnTo>
                  <a:pt x="100812" y="0"/>
                </a:lnTo>
                <a:lnTo>
                  <a:pt x="151218" y="0"/>
                </a:lnTo>
                <a:lnTo>
                  <a:pt x="201624" y="0"/>
                </a:lnTo>
                <a:lnTo>
                  <a:pt x="252030" y="0"/>
                </a:lnTo>
                <a:lnTo>
                  <a:pt x="302436" y="0"/>
                </a:lnTo>
                <a:lnTo>
                  <a:pt x="352842" y="0"/>
                </a:lnTo>
                <a:lnTo>
                  <a:pt x="403248" y="0"/>
                </a:lnTo>
                <a:lnTo>
                  <a:pt x="453654" y="0"/>
                </a:lnTo>
                <a:lnTo>
                  <a:pt x="504060" y="0"/>
                </a:lnTo>
                <a:lnTo>
                  <a:pt x="554466" y="0"/>
                </a:lnTo>
                <a:lnTo>
                  <a:pt x="604872" y="0"/>
                </a:lnTo>
                <a:lnTo>
                  <a:pt x="655278" y="0"/>
                </a:lnTo>
                <a:lnTo>
                  <a:pt x="705684" y="0"/>
                </a:lnTo>
                <a:lnTo>
                  <a:pt x="756090" y="0"/>
                </a:lnTo>
                <a:lnTo>
                  <a:pt x="806496" y="0"/>
                </a:lnTo>
                <a:lnTo>
                  <a:pt x="856902" y="0"/>
                </a:lnTo>
                <a:lnTo>
                  <a:pt x="907307" y="0"/>
                </a:lnTo>
                <a:lnTo>
                  <a:pt x="957714" y="0"/>
                </a:lnTo>
                <a:lnTo>
                  <a:pt x="1008119" y="0"/>
                </a:lnTo>
                <a:lnTo>
                  <a:pt x="1058525" y="0"/>
                </a:lnTo>
                <a:lnTo>
                  <a:pt x="1108931" y="0"/>
                </a:lnTo>
                <a:lnTo>
                  <a:pt x="1159338" y="0"/>
                </a:lnTo>
                <a:lnTo>
                  <a:pt x="1209744" y="0"/>
                </a:lnTo>
                <a:lnTo>
                  <a:pt x="1260149" y="0"/>
                </a:lnTo>
                <a:lnTo>
                  <a:pt x="1310555" y="0"/>
                </a:lnTo>
                <a:lnTo>
                  <a:pt x="1360961" y="0"/>
                </a:lnTo>
                <a:lnTo>
                  <a:pt x="1411367" y="0"/>
                </a:lnTo>
                <a:lnTo>
                  <a:pt x="1461773" y="0"/>
                </a:lnTo>
                <a:lnTo>
                  <a:pt x="1512179" y="0"/>
                </a:lnTo>
                <a:lnTo>
                  <a:pt x="1562585" y="0"/>
                </a:lnTo>
                <a:lnTo>
                  <a:pt x="1612991" y="0"/>
                </a:lnTo>
                <a:lnTo>
                  <a:pt x="1663397" y="0"/>
                </a:lnTo>
                <a:lnTo>
                  <a:pt x="1713803" y="0"/>
                </a:lnTo>
                <a:lnTo>
                  <a:pt x="1764209" y="0"/>
                </a:lnTo>
                <a:lnTo>
                  <a:pt x="1814615" y="0"/>
                </a:lnTo>
                <a:lnTo>
                  <a:pt x="1865021" y="0"/>
                </a:lnTo>
                <a:lnTo>
                  <a:pt x="1915427" y="0"/>
                </a:lnTo>
                <a:lnTo>
                  <a:pt x="1965832" y="0"/>
                </a:lnTo>
                <a:lnTo>
                  <a:pt x="2016239" y="0"/>
                </a:lnTo>
                <a:lnTo>
                  <a:pt x="2066645" y="0"/>
                </a:lnTo>
                <a:lnTo>
                  <a:pt x="2117051" y="0"/>
                </a:lnTo>
                <a:lnTo>
                  <a:pt x="2167456" y="0"/>
                </a:lnTo>
                <a:lnTo>
                  <a:pt x="2217862" y="0"/>
                </a:lnTo>
                <a:lnTo>
                  <a:pt x="2268268" y="0"/>
                </a:lnTo>
                <a:lnTo>
                  <a:pt x="2318675" y="0"/>
                </a:lnTo>
                <a:lnTo>
                  <a:pt x="2369081" y="0"/>
                </a:lnTo>
                <a:lnTo>
                  <a:pt x="2419486" y="0"/>
                </a:lnTo>
                <a:lnTo>
                  <a:pt x="2469892" y="0"/>
                </a:lnTo>
                <a:lnTo>
                  <a:pt x="2520298" y="0"/>
                </a:lnTo>
                <a:lnTo>
                  <a:pt x="2570705" y="0"/>
                </a:lnTo>
                <a:lnTo>
                  <a:pt x="2621110" y="0"/>
                </a:lnTo>
                <a:lnTo>
                  <a:pt x="2671516" y="0"/>
                </a:lnTo>
                <a:lnTo>
                  <a:pt x="2721922" y="0"/>
                </a:lnTo>
                <a:lnTo>
                  <a:pt x="2772328" y="0"/>
                </a:lnTo>
                <a:lnTo>
                  <a:pt x="2822734" y="0"/>
                </a:lnTo>
                <a:lnTo>
                  <a:pt x="2873140" y="0"/>
                </a:lnTo>
                <a:lnTo>
                  <a:pt x="2883221" y="0"/>
                </a:lnTo>
              </a:path>
            </a:pathLst>
          </a:custGeom>
          <a:noFill/>
          <a:ln w="23705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Editable path 131"/>
          <p:cNvSpPr/>
          <p:nvPr/>
        </p:nvSpPr>
        <p:spPr>
          <a:xfrm>
            <a:off x="4966078" y="6988359"/>
            <a:ext cx="2883221" cy="0"/>
          </a:xfrm>
          <a:custGeom>
            <a:avLst/>
            <a:gdLst/>
            <a:ahLst/>
            <a:cxnLst/>
            <a:rect l="l" t="t" r="r" b="b"/>
            <a:pathLst>
              <a:path w="2883221" h="0">
                <a:moveTo>
                  <a:pt x="0" y="0"/>
                </a:moveTo>
                <a:lnTo>
                  <a:pt x="50406" y="0"/>
                </a:lnTo>
                <a:lnTo>
                  <a:pt x="100812" y="0"/>
                </a:lnTo>
                <a:lnTo>
                  <a:pt x="151218" y="0"/>
                </a:lnTo>
                <a:lnTo>
                  <a:pt x="201624" y="0"/>
                </a:lnTo>
                <a:lnTo>
                  <a:pt x="252030" y="0"/>
                </a:lnTo>
                <a:lnTo>
                  <a:pt x="302436" y="0"/>
                </a:lnTo>
                <a:lnTo>
                  <a:pt x="352842" y="0"/>
                </a:lnTo>
                <a:lnTo>
                  <a:pt x="403248" y="0"/>
                </a:lnTo>
                <a:lnTo>
                  <a:pt x="453654" y="0"/>
                </a:lnTo>
                <a:lnTo>
                  <a:pt x="504060" y="0"/>
                </a:lnTo>
                <a:lnTo>
                  <a:pt x="554466" y="0"/>
                </a:lnTo>
                <a:lnTo>
                  <a:pt x="604872" y="0"/>
                </a:lnTo>
                <a:lnTo>
                  <a:pt x="655278" y="0"/>
                </a:lnTo>
                <a:lnTo>
                  <a:pt x="705684" y="0"/>
                </a:lnTo>
                <a:lnTo>
                  <a:pt x="756090" y="0"/>
                </a:lnTo>
                <a:lnTo>
                  <a:pt x="806496" y="0"/>
                </a:lnTo>
                <a:lnTo>
                  <a:pt x="856902" y="0"/>
                </a:lnTo>
                <a:lnTo>
                  <a:pt x="907307" y="0"/>
                </a:lnTo>
                <a:lnTo>
                  <a:pt x="957714" y="0"/>
                </a:lnTo>
                <a:lnTo>
                  <a:pt x="1008119" y="0"/>
                </a:lnTo>
                <a:lnTo>
                  <a:pt x="1058525" y="0"/>
                </a:lnTo>
                <a:lnTo>
                  <a:pt x="1108931" y="0"/>
                </a:lnTo>
                <a:lnTo>
                  <a:pt x="1159338" y="0"/>
                </a:lnTo>
                <a:lnTo>
                  <a:pt x="1209744" y="0"/>
                </a:lnTo>
                <a:lnTo>
                  <a:pt x="1260149" y="0"/>
                </a:lnTo>
                <a:lnTo>
                  <a:pt x="1310555" y="0"/>
                </a:lnTo>
                <a:lnTo>
                  <a:pt x="1360961" y="0"/>
                </a:lnTo>
                <a:lnTo>
                  <a:pt x="1411367" y="0"/>
                </a:lnTo>
                <a:lnTo>
                  <a:pt x="1461773" y="0"/>
                </a:lnTo>
                <a:lnTo>
                  <a:pt x="1512179" y="0"/>
                </a:lnTo>
                <a:lnTo>
                  <a:pt x="1562585" y="0"/>
                </a:lnTo>
                <a:lnTo>
                  <a:pt x="1612991" y="0"/>
                </a:lnTo>
                <a:lnTo>
                  <a:pt x="1663397" y="0"/>
                </a:lnTo>
                <a:lnTo>
                  <a:pt x="1713803" y="0"/>
                </a:lnTo>
                <a:lnTo>
                  <a:pt x="1764209" y="0"/>
                </a:lnTo>
                <a:lnTo>
                  <a:pt x="1814615" y="0"/>
                </a:lnTo>
                <a:lnTo>
                  <a:pt x="1865021" y="0"/>
                </a:lnTo>
                <a:lnTo>
                  <a:pt x="1915427" y="0"/>
                </a:lnTo>
                <a:lnTo>
                  <a:pt x="1965832" y="0"/>
                </a:lnTo>
                <a:lnTo>
                  <a:pt x="2016239" y="0"/>
                </a:lnTo>
                <a:lnTo>
                  <a:pt x="2066645" y="0"/>
                </a:lnTo>
                <a:lnTo>
                  <a:pt x="2117051" y="0"/>
                </a:lnTo>
                <a:lnTo>
                  <a:pt x="2167456" y="0"/>
                </a:lnTo>
                <a:lnTo>
                  <a:pt x="2217862" y="0"/>
                </a:lnTo>
                <a:lnTo>
                  <a:pt x="2268268" y="0"/>
                </a:lnTo>
                <a:lnTo>
                  <a:pt x="2318675" y="0"/>
                </a:lnTo>
                <a:lnTo>
                  <a:pt x="2369081" y="0"/>
                </a:lnTo>
                <a:lnTo>
                  <a:pt x="2419486" y="0"/>
                </a:lnTo>
                <a:lnTo>
                  <a:pt x="2469892" y="0"/>
                </a:lnTo>
                <a:lnTo>
                  <a:pt x="2520298" y="0"/>
                </a:lnTo>
                <a:lnTo>
                  <a:pt x="2570705" y="0"/>
                </a:lnTo>
                <a:lnTo>
                  <a:pt x="2621110" y="0"/>
                </a:lnTo>
                <a:lnTo>
                  <a:pt x="2671516" y="0"/>
                </a:lnTo>
                <a:lnTo>
                  <a:pt x="2721922" y="0"/>
                </a:lnTo>
                <a:lnTo>
                  <a:pt x="2772328" y="0"/>
                </a:lnTo>
                <a:lnTo>
                  <a:pt x="2822734" y="0"/>
                </a:lnTo>
                <a:lnTo>
                  <a:pt x="2873140" y="0"/>
                </a:lnTo>
                <a:lnTo>
                  <a:pt x="2883221" y="0"/>
                </a:lnTo>
              </a:path>
            </a:pathLst>
          </a:custGeom>
          <a:noFill/>
          <a:ln w="23705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Editable path 132"/>
          <p:cNvSpPr/>
          <p:nvPr/>
        </p:nvSpPr>
        <p:spPr>
          <a:xfrm>
            <a:off x="4966078" y="6988359"/>
            <a:ext cx="2883221" cy="0"/>
          </a:xfrm>
          <a:custGeom>
            <a:avLst/>
            <a:gdLst/>
            <a:ahLst/>
            <a:cxnLst/>
            <a:rect l="l" t="t" r="r" b="b"/>
            <a:pathLst>
              <a:path w="2883221" h="0">
                <a:moveTo>
                  <a:pt x="0" y="0"/>
                </a:moveTo>
                <a:lnTo>
                  <a:pt x="50406" y="0"/>
                </a:lnTo>
                <a:lnTo>
                  <a:pt x="100812" y="0"/>
                </a:lnTo>
                <a:lnTo>
                  <a:pt x="151218" y="0"/>
                </a:lnTo>
                <a:lnTo>
                  <a:pt x="201624" y="0"/>
                </a:lnTo>
                <a:lnTo>
                  <a:pt x="252030" y="0"/>
                </a:lnTo>
                <a:lnTo>
                  <a:pt x="302436" y="0"/>
                </a:lnTo>
                <a:lnTo>
                  <a:pt x="352842" y="0"/>
                </a:lnTo>
                <a:lnTo>
                  <a:pt x="403248" y="0"/>
                </a:lnTo>
                <a:lnTo>
                  <a:pt x="453654" y="0"/>
                </a:lnTo>
                <a:lnTo>
                  <a:pt x="504060" y="0"/>
                </a:lnTo>
                <a:lnTo>
                  <a:pt x="554466" y="0"/>
                </a:lnTo>
                <a:lnTo>
                  <a:pt x="604872" y="0"/>
                </a:lnTo>
                <a:lnTo>
                  <a:pt x="655278" y="0"/>
                </a:lnTo>
                <a:lnTo>
                  <a:pt x="705684" y="0"/>
                </a:lnTo>
                <a:lnTo>
                  <a:pt x="756090" y="0"/>
                </a:lnTo>
                <a:lnTo>
                  <a:pt x="806496" y="0"/>
                </a:lnTo>
                <a:lnTo>
                  <a:pt x="856902" y="0"/>
                </a:lnTo>
                <a:lnTo>
                  <a:pt x="907307" y="0"/>
                </a:lnTo>
                <a:lnTo>
                  <a:pt x="957714" y="0"/>
                </a:lnTo>
                <a:lnTo>
                  <a:pt x="1008119" y="0"/>
                </a:lnTo>
                <a:lnTo>
                  <a:pt x="1058525" y="0"/>
                </a:lnTo>
                <a:lnTo>
                  <a:pt x="1108931" y="0"/>
                </a:lnTo>
                <a:lnTo>
                  <a:pt x="1159338" y="0"/>
                </a:lnTo>
                <a:lnTo>
                  <a:pt x="1209744" y="0"/>
                </a:lnTo>
                <a:lnTo>
                  <a:pt x="1260149" y="0"/>
                </a:lnTo>
                <a:lnTo>
                  <a:pt x="1310555" y="0"/>
                </a:lnTo>
                <a:lnTo>
                  <a:pt x="1360961" y="0"/>
                </a:lnTo>
                <a:lnTo>
                  <a:pt x="1411367" y="0"/>
                </a:lnTo>
                <a:lnTo>
                  <a:pt x="1461773" y="0"/>
                </a:lnTo>
                <a:lnTo>
                  <a:pt x="1512179" y="0"/>
                </a:lnTo>
                <a:lnTo>
                  <a:pt x="1562585" y="0"/>
                </a:lnTo>
                <a:lnTo>
                  <a:pt x="1612991" y="0"/>
                </a:lnTo>
                <a:lnTo>
                  <a:pt x="1663397" y="0"/>
                </a:lnTo>
                <a:lnTo>
                  <a:pt x="1713803" y="0"/>
                </a:lnTo>
                <a:lnTo>
                  <a:pt x="1764209" y="0"/>
                </a:lnTo>
                <a:lnTo>
                  <a:pt x="1814615" y="0"/>
                </a:lnTo>
                <a:lnTo>
                  <a:pt x="1865021" y="0"/>
                </a:lnTo>
                <a:lnTo>
                  <a:pt x="1915427" y="0"/>
                </a:lnTo>
                <a:lnTo>
                  <a:pt x="1965832" y="0"/>
                </a:lnTo>
                <a:lnTo>
                  <a:pt x="2016239" y="0"/>
                </a:lnTo>
                <a:lnTo>
                  <a:pt x="2066645" y="0"/>
                </a:lnTo>
                <a:lnTo>
                  <a:pt x="2117051" y="0"/>
                </a:lnTo>
                <a:lnTo>
                  <a:pt x="2167456" y="0"/>
                </a:lnTo>
                <a:lnTo>
                  <a:pt x="2217862" y="0"/>
                </a:lnTo>
                <a:lnTo>
                  <a:pt x="2268268" y="0"/>
                </a:lnTo>
                <a:lnTo>
                  <a:pt x="2318675" y="0"/>
                </a:lnTo>
                <a:lnTo>
                  <a:pt x="2369081" y="0"/>
                </a:lnTo>
                <a:lnTo>
                  <a:pt x="2419486" y="0"/>
                </a:lnTo>
                <a:lnTo>
                  <a:pt x="2469892" y="0"/>
                </a:lnTo>
                <a:lnTo>
                  <a:pt x="2520298" y="0"/>
                </a:lnTo>
                <a:lnTo>
                  <a:pt x="2570705" y="0"/>
                </a:lnTo>
                <a:lnTo>
                  <a:pt x="2621110" y="0"/>
                </a:lnTo>
                <a:lnTo>
                  <a:pt x="2671516" y="0"/>
                </a:lnTo>
                <a:lnTo>
                  <a:pt x="2721922" y="0"/>
                </a:lnTo>
                <a:lnTo>
                  <a:pt x="2772328" y="0"/>
                </a:lnTo>
                <a:lnTo>
                  <a:pt x="2822734" y="0"/>
                </a:lnTo>
                <a:lnTo>
                  <a:pt x="2873140" y="0"/>
                </a:lnTo>
                <a:lnTo>
                  <a:pt x="2883221" y="0"/>
                </a:lnTo>
              </a:path>
            </a:pathLst>
          </a:custGeom>
          <a:noFill/>
          <a:ln w="23705">
            <a:solidFill>
              <a:srgbClr val="0ABA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Editable path 133"/>
          <p:cNvSpPr/>
          <p:nvPr/>
        </p:nvSpPr>
        <p:spPr>
          <a:xfrm>
            <a:off x="4821917" y="5461125"/>
            <a:ext cx="0" cy="1660036"/>
          </a:xfrm>
          <a:custGeom>
            <a:avLst/>
            <a:gdLst/>
            <a:ahLst/>
            <a:cxnLst/>
            <a:rect l="l" t="t" r="r" b="b"/>
            <a:pathLst>
              <a:path w="0" h="1660036">
                <a:moveTo>
                  <a:pt x="0" y="1660036"/>
                </a:moveTo>
                <a:lnTo>
                  <a:pt x="0" y="0"/>
                </a:lnTo>
              </a:path>
            </a:pathLst>
          </a:custGeom>
          <a:noFill/>
          <a:ln w="1422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Editable path 134"/>
          <p:cNvSpPr/>
          <p:nvPr/>
        </p:nvSpPr>
        <p:spPr>
          <a:xfrm>
            <a:off x="4821917" y="7121161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422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Editable path 135"/>
          <p:cNvSpPr/>
          <p:nvPr/>
        </p:nvSpPr>
        <p:spPr>
          <a:xfrm>
            <a:off x="8849777" y="5461125"/>
            <a:ext cx="3171543" cy="1660036"/>
          </a:xfrm>
          <a:custGeom>
            <a:avLst/>
            <a:gdLst/>
            <a:ahLst/>
            <a:cxnLst/>
            <a:rect l="l" t="t" r="r" b="b"/>
            <a:pathLst>
              <a:path w="3171543" h="1660036">
                <a:moveTo>
                  <a:pt x="0" y="0"/>
                </a:moveTo>
                <a:lnTo>
                  <a:pt x="3171543" y="0"/>
                </a:lnTo>
                <a:lnTo>
                  <a:pt x="3171543" y="1660036"/>
                </a:lnTo>
                <a:lnTo>
                  <a:pt x="0" y="16600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Editable path 136"/>
          <p:cNvSpPr/>
          <p:nvPr/>
        </p:nvSpPr>
        <p:spPr>
          <a:xfrm>
            <a:off x="8977077" y="5461125"/>
            <a:ext cx="0" cy="1660036"/>
          </a:xfrm>
          <a:custGeom>
            <a:avLst/>
            <a:gdLst/>
            <a:ahLst/>
            <a:cxnLst/>
            <a:rect l="l" t="t" r="r" b="b"/>
            <a:pathLst>
              <a:path w="0" h="1660036">
                <a:moveTo>
                  <a:pt x="0" y="1660036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Editable path 137"/>
          <p:cNvSpPr/>
          <p:nvPr/>
        </p:nvSpPr>
        <p:spPr>
          <a:xfrm>
            <a:off x="8977077" y="7121161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941518" y="7267701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01" name="Editable path 138"/>
          <p:cNvSpPr/>
          <p:nvPr/>
        </p:nvSpPr>
        <p:spPr>
          <a:xfrm>
            <a:off x="9820124" y="5461125"/>
            <a:ext cx="0" cy="1660036"/>
          </a:xfrm>
          <a:custGeom>
            <a:avLst/>
            <a:gdLst/>
            <a:ahLst/>
            <a:cxnLst/>
            <a:rect l="l" t="t" r="r" b="b"/>
            <a:pathLst>
              <a:path w="0" h="1660036">
                <a:moveTo>
                  <a:pt x="0" y="1660036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Editable path 139"/>
          <p:cNvSpPr/>
          <p:nvPr/>
        </p:nvSpPr>
        <p:spPr>
          <a:xfrm>
            <a:off x="9820124" y="7121161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9784566" y="7267701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204" name="Editable path 140"/>
          <p:cNvSpPr/>
          <p:nvPr/>
        </p:nvSpPr>
        <p:spPr>
          <a:xfrm>
            <a:off x="10663171" y="5461125"/>
            <a:ext cx="0" cy="1660036"/>
          </a:xfrm>
          <a:custGeom>
            <a:avLst/>
            <a:gdLst/>
            <a:ahLst/>
            <a:cxnLst/>
            <a:rect l="l" t="t" r="r" b="b"/>
            <a:pathLst>
              <a:path w="0" h="1660036">
                <a:moveTo>
                  <a:pt x="0" y="1660036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Editable path 141"/>
          <p:cNvSpPr/>
          <p:nvPr/>
        </p:nvSpPr>
        <p:spPr>
          <a:xfrm>
            <a:off x="10663171" y="7121161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0627612" y="7267701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2</a:t>
            </a:r>
          </a:p>
        </p:txBody>
      </p:sp>
      <p:sp>
        <p:nvSpPr>
          <p:cNvPr id="207" name="Editable path 142"/>
          <p:cNvSpPr/>
          <p:nvPr/>
        </p:nvSpPr>
        <p:spPr>
          <a:xfrm>
            <a:off x="11506218" y="5461125"/>
            <a:ext cx="0" cy="1660036"/>
          </a:xfrm>
          <a:custGeom>
            <a:avLst/>
            <a:gdLst/>
            <a:ahLst/>
            <a:cxnLst/>
            <a:rect l="l" t="t" r="r" b="b"/>
            <a:pathLst>
              <a:path w="0" h="1660036">
                <a:moveTo>
                  <a:pt x="0" y="1660036"/>
                </a:moveTo>
                <a:lnTo>
                  <a:pt x="0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Editable path 143"/>
          <p:cNvSpPr/>
          <p:nvPr/>
        </p:nvSpPr>
        <p:spPr>
          <a:xfrm>
            <a:off x="11506218" y="7121161"/>
            <a:ext cx="0" cy="82969"/>
          </a:xfrm>
          <a:custGeom>
            <a:avLst/>
            <a:gdLst/>
            <a:ahLst/>
            <a:cxnLst/>
            <a:rect l="l" t="t" r="r" b="b"/>
            <a:pathLst>
              <a:path w="0" h="82969">
                <a:moveTo>
                  <a:pt x="0" y="0"/>
                </a:moveTo>
                <a:lnTo>
                  <a:pt x="0" y="82969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1470659" y="7267701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3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0111636" y="7484090"/>
            <a:ext cx="695232" cy="227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3" b="0" i="0">
                <a:solidFill>
                  <a:srgbClr val="2B2B2B"/>
                </a:solidFill>
                <a:latin typeface="Times New Roman"/>
              </a:rPr>
              <a:t>Time (s)</a:t>
            </a:r>
          </a:p>
        </p:txBody>
      </p:sp>
      <p:sp>
        <p:nvSpPr>
          <p:cNvPr id="211" name="Editable path 144"/>
          <p:cNvSpPr/>
          <p:nvPr/>
        </p:nvSpPr>
        <p:spPr>
          <a:xfrm>
            <a:off x="8849777" y="6988359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ditable path 145"/>
          <p:cNvSpPr/>
          <p:nvPr/>
        </p:nvSpPr>
        <p:spPr>
          <a:xfrm>
            <a:off x="8766808" y="6988359"/>
            <a:ext cx="82969" cy="0"/>
          </a:xfrm>
          <a:custGeom>
            <a:avLst/>
            <a:gdLst/>
            <a:ahLst/>
            <a:cxnLst/>
            <a:rect l="l" t="t" r="r" b="b"/>
            <a:pathLst>
              <a:path w="82969" h="0">
                <a:moveTo>
                  <a:pt x="8296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8612723" y="692043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14" name="Editable path 146"/>
          <p:cNvSpPr/>
          <p:nvPr/>
        </p:nvSpPr>
        <p:spPr>
          <a:xfrm>
            <a:off x="8849777" y="5660329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8964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Editable path 147"/>
          <p:cNvSpPr/>
          <p:nvPr/>
        </p:nvSpPr>
        <p:spPr>
          <a:xfrm>
            <a:off x="8766808" y="5660329"/>
            <a:ext cx="82969" cy="0"/>
          </a:xfrm>
          <a:custGeom>
            <a:avLst/>
            <a:gdLst/>
            <a:ahLst/>
            <a:cxnLst/>
            <a:rect l="l" t="t" r="r" b="b"/>
            <a:pathLst>
              <a:path w="82969" h="0">
                <a:moveTo>
                  <a:pt x="8296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64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8612723" y="5592408"/>
            <a:ext cx="106674" cy="170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9" b="0" i="0">
                <a:solidFill>
                  <a:srgbClr val="2B2B2B"/>
                </a:solidFill>
                <a:latin typeface="Times New Roman"/>
              </a:rPr>
              <a:t>1</a:t>
            </a:r>
          </a:p>
        </p:txBody>
      </p:sp>
      <p:sp>
        <p:nvSpPr>
          <p:cNvPr id="217" name="Editable path 148"/>
          <p:cNvSpPr/>
          <p:nvPr/>
        </p:nvSpPr>
        <p:spPr>
          <a:xfrm>
            <a:off x="8993938" y="6988359"/>
            <a:ext cx="2883221" cy="0"/>
          </a:xfrm>
          <a:custGeom>
            <a:avLst/>
            <a:gdLst/>
            <a:ahLst/>
            <a:cxnLst/>
            <a:rect l="l" t="t" r="r" b="b"/>
            <a:pathLst>
              <a:path w="2883221" h="0">
                <a:moveTo>
                  <a:pt x="0" y="0"/>
                </a:moveTo>
                <a:lnTo>
                  <a:pt x="84305" y="0"/>
                </a:lnTo>
                <a:lnTo>
                  <a:pt x="168609" y="0"/>
                </a:lnTo>
                <a:lnTo>
                  <a:pt x="252914" y="0"/>
                </a:lnTo>
                <a:lnTo>
                  <a:pt x="337219" y="0"/>
                </a:lnTo>
                <a:lnTo>
                  <a:pt x="421524" y="0"/>
                </a:lnTo>
                <a:lnTo>
                  <a:pt x="505828" y="0"/>
                </a:lnTo>
                <a:lnTo>
                  <a:pt x="590133" y="0"/>
                </a:lnTo>
                <a:lnTo>
                  <a:pt x="674438" y="0"/>
                </a:lnTo>
                <a:lnTo>
                  <a:pt x="758742" y="0"/>
                </a:lnTo>
                <a:lnTo>
                  <a:pt x="843047" y="0"/>
                </a:lnTo>
                <a:lnTo>
                  <a:pt x="927352" y="0"/>
                </a:lnTo>
                <a:lnTo>
                  <a:pt x="1011657" y="0"/>
                </a:lnTo>
                <a:lnTo>
                  <a:pt x="1095961" y="0"/>
                </a:lnTo>
                <a:lnTo>
                  <a:pt x="1180265" y="0"/>
                </a:lnTo>
                <a:lnTo>
                  <a:pt x="1264571" y="0"/>
                </a:lnTo>
                <a:lnTo>
                  <a:pt x="1348875" y="0"/>
                </a:lnTo>
                <a:lnTo>
                  <a:pt x="1433180" y="0"/>
                </a:lnTo>
                <a:lnTo>
                  <a:pt x="1517484" y="0"/>
                </a:lnTo>
                <a:lnTo>
                  <a:pt x="1601790" y="0"/>
                </a:lnTo>
                <a:lnTo>
                  <a:pt x="1686094" y="0"/>
                </a:lnTo>
                <a:lnTo>
                  <a:pt x="1770398" y="0"/>
                </a:lnTo>
                <a:lnTo>
                  <a:pt x="1854704" y="0"/>
                </a:lnTo>
                <a:lnTo>
                  <a:pt x="1939008" y="0"/>
                </a:lnTo>
                <a:lnTo>
                  <a:pt x="2023313" y="0"/>
                </a:lnTo>
                <a:lnTo>
                  <a:pt x="2107617" y="0"/>
                </a:lnTo>
                <a:lnTo>
                  <a:pt x="2191922" y="0"/>
                </a:lnTo>
                <a:lnTo>
                  <a:pt x="2276227" y="0"/>
                </a:lnTo>
                <a:lnTo>
                  <a:pt x="2360531" y="0"/>
                </a:lnTo>
                <a:lnTo>
                  <a:pt x="2444836" y="0"/>
                </a:lnTo>
                <a:lnTo>
                  <a:pt x="2529141" y="0"/>
                </a:lnTo>
                <a:lnTo>
                  <a:pt x="2613446" y="0"/>
                </a:lnTo>
                <a:lnTo>
                  <a:pt x="2697750" y="0"/>
                </a:lnTo>
                <a:lnTo>
                  <a:pt x="2782055" y="0"/>
                </a:lnTo>
                <a:lnTo>
                  <a:pt x="2866360" y="0"/>
                </a:lnTo>
                <a:lnTo>
                  <a:pt x="2883221" y="0"/>
                </a:lnTo>
              </a:path>
            </a:pathLst>
          </a:custGeom>
          <a:noFill/>
          <a:ln w="23705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ditable path 149"/>
          <p:cNvSpPr/>
          <p:nvPr/>
        </p:nvSpPr>
        <p:spPr>
          <a:xfrm>
            <a:off x="8993938" y="6988359"/>
            <a:ext cx="2883221" cy="0"/>
          </a:xfrm>
          <a:custGeom>
            <a:avLst/>
            <a:gdLst/>
            <a:ahLst/>
            <a:cxnLst/>
            <a:rect l="l" t="t" r="r" b="b"/>
            <a:pathLst>
              <a:path w="2883221" h="0">
                <a:moveTo>
                  <a:pt x="0" y="0"/>
                </a:moveTo>
                <a:lnTo>
                  <a:pt x="84305" y="0"/>
                </a:lnTo>
                <a:lnTo>
                  <a:pt x="168609" y="0"/>
                </a:lnTo>
                <a:lnTo>
                  <a:pt x="252914" y="0"/>
                </a:lnTo>
                <a:lnTo>
                  <a:pt x="337219" y="0"/>
                </a:lnTo>
                <a:lnTo>
                  <a:pt x="421524" y="0"/>
                </a:lnTo>
                <a:lnTo>
                  <a:pt x="505828" y="0"/>
                </a:lnTo>
                <a:lnTo>
                  <a:pt x="590133" y="0"/>
                </a:lnTo>
                <a:lnTo>
                  <a:pt x="674438" y="0"/>
                </a:lnTo>
                <a:lnTo>
                  <a:pt x="758742" y="0"/>
                </a:lnTo>
                <a:lnTo>
                  <a:pt x="843047" y="0"/>
                </a:lnTo>
                <a:lnTo>
                  <a:pt x="927352" y="0"/>
                </a:lnTo>
                <a:lnTo>
                  <a:pt x="1011657" y="0"/>
                </a:lnTo>
                <a:lnTo>
                  <a:pt x="1095961" y="0"/>
                </a:lnTo>
                <a:lnTo>
                  <a:pt x="1180265" y="0"/>
                </a:lnTo>
                <a:lnTo>
                  <a:pt x="1264571" y="0"/>
                </a:lnTo>
                <a:lnTo>
                  <a:pt x="1348875" y="0"/>
                </a:lnTo>
                <a:lnTo>
                  <a:pt x="1433180" y="0"/>
                </a:lnTo>
                <a:lnTo>
                  <a:pt x="1517484" y="0"/>
                </a:lnTo>
                <a:lnTo>
                  <a:pt x="1601790" y="0"/>
                </a:lnTo>
                <a:lnTo>
                  <a:pt x="1686094" y="0"/>
                </a:lnTo>
                <a:lnTo>
                  <a:pt x="1770398" y="0"/>
                </a:lnTo>
                <a:lnTo>
                  <a:pt x="1854704" y="0"/>
                </a:lnTo>
                <a:lnTo>
                  <a:pt x="1939008" y="0"/>
                </a:lnTo>
                <a:lnTo>
                  <a:pt x="2023313" y="0"/>
                </a:lnTo>
                <a:lnTo>
                  <a:pt x="2107617" y="0"/>
                </a:lnTo>
                <a:lnTo>
                  <a:pt x="2191922" y="0"/>
                </a:lnTo>
                <a:lnTo>
                  <a:pt x="2276227" y="0"/>
                </a:lnTo>
                <a:lnTo>
                  <a:pt x="2360531" y="0"/>
                </a:lnTo>
                <a:lnTo>
                  <a:pt x="2444836" y="0"/>
                </a:lnTo>
                <a:lnTo>
                  <a:pt x="2529141" y="0"/>
                </a:lnTo>
                <a:lnTo>
                  <a:pt x="2613446" y="0"/>
                </a:lnTo>
                <a:lnTo>
                  <a:pt x="2697750" y="0"/>
                </a:lnTo>
                <a:lnTo>
                  <a:pt x="2782055" y="0"/>
                </a:lnTo>
                <a:lnTo>
                  <a:pt x="2866360" y="0"/>
                </a:lnTo>
                <a:lnTo>
                  <a:pt x="2883221" y="0"/>
                </a:lnTo>
              </a:path>
            </a:pathLst>
          </a:custGeom>
          <a:noFill/>
          <a:ln w="23705">
            <a:solidFill>
              <a:srgbClr val="FF9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Editable path 150"/>
          <p:cNvSpPr/>
          <p:nvPr/>
        </p:nvSpPr>
        <p:spPr>
          <a:xfrm>
            <a:off x="8993938" y="6988359"/>
            <a:ext cx="2883221" cy="0"/>
          </a:xfrm>
          <a:custGeom>
            <a:avLst/>
            <a:gdLst/>
            <a:ahLst/>
            <a:cxnLst/>
            <a:rect l="l" t="t" r="r" b="b"/>
            <a:pathLst>
              <a:path w="2883221" h="0">
                <a:moveTo>
                  <a:pt x="0" y="0"/>
                </a:moveTo>
                <a:lnTo>
                  <a:pt x="84305" y="0"/>
                </a:lnTo>
                <a:lnTo>
                  <a:pt x="168609" y="0"/>
                </a:lnTo>
                <a:lnTo>
                  <a:pt x="252914" y="0"/>
                </a:lnTo>
                <a:lnTo>
                  <a:pt x="337219" y="0"/>
                </a:lnTo>
                <a:lnTo>
                  <a:pt x="421524" y="0"/>
                </a:lnTo>
                <a:lnTo>
                  <a:pt x="505828" y="0"/>
                </a:lnTo>
                <a:lnTo>
                  <a:pt x="590133" y="0"/>
                </a:lnTo>
                <a:lnTo>
                  <a:pt x="674438" y="0"/>
                </a:lnTo>
                <a:lnTo>
                  <a:pt x="758742" y="0"/>
                </a:lnTo>
                <a:lnTo>
                  <a:pt x="843047" y="0"/>
                </a:lnTo>
                <a:lnTo>
                  <a:pt x="927352" y="0"/>
                </a:lnTo>
                <a:lnTo>
                  <a:pt x="1011657" y="0"/>
                </a:lnTo>
                <a:lnTo>
                  <a:pt x="1095961" y="0"/>
                </a:lnTo>
                <a:lnTo>
                  <a:pt x="1180265" y="0"/>
                </a:lnTo>
                <a:lnTo>
                  <a:pt x="1264571" y="0"/>
                </a:lnTo>
                <a:lnTo>
                  <a:pt x="1348875" y="0"/>
                </a:lnTo>
                <a:lnTo>
                  <a:pt x="1433180" y="0"/>
                </a:lnTo>
                <a:lnTo>
                  <a:pt x="1517484" y="0"/>
                </a:lnTo>
                <a:lnTo>
                  <a:pt x="1601790" y="0"/>
                </a:lnTo>
                <a:lnTo>
                  <a:pt x="1686094" y="0"/>
                </a:lnTo>
                <a:lnTo>
                  <a:pt x="1770398" y="0"/>
                </a:lnTo>
                <a:lnTo>
                  <a:pt x="1854704" y="0"/>
                </a:lnTo>
                <a:lnTo>
                  <a:pt x="1939008" y="0"/>
                </a:lnTo>
                <a:lnTo>
                  <a:pt x="2023313" y="0"/>
                </a:lnTo>
                <a:lnTo>
                  <a:pt x="2107617" y="0"/>
                </a:lnTo>
                <a:lnTo>
                  <a:pt x="2191922" y="0"/>
                </a:lnTo>
                <a:lnTo>
                  <a:pt x="2276227" y="0"/>
                </a:lnTo>
                <a:lnTo>
                  <a:pt x="2360531" y="0"/>
                </a:lnTo>
                <a:lnTo>
                  <a:pt x="2444836" y="0"/>
                </a:lnTo>
                <a:lnTo>
                  <a:pt x="2529141" y="0"/>
                </a:lnTo>
                <a:lnTo>
                  <a:pt x="2613446" y="0"/>
                </a:lnTo>
                <a:lnTo>
                  <a:pt x="2697750" y="0"/>
                </a:lnTo>
                <a:lnTo>
                  <a:pt x="2782055" y="0"/>
                </a:lnTo>
                <a:lnTo>
                  <a:pt x="2866360" y="0"/>
                </a:lnTo>
                <a:lnTo>
                  <a:pt x="2883221" y="0"/>
                </a:lnTo>
              </a:path>
            </a:pathLst>
          </a:custGeom>
          <a:noFill/>
          <a:ln w="23705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Editable path 151"/>
          <p:cNvSpPr/>
          <p:nvPr/>
        </p:nvSpPr>
        <p:spPr>
          <a:xfrm>
            <a:off x="8993938" y="6988359"/>
            <a:ext cx="2883221" cy="0"/>
          </a:xfrm>
          <a:custGeom>
            <a:avLst/>
            <a:gdLst/>
            <a:ahLst/>
            <a:cxnLst/>
            <a:rect l="l" t="t" r="r" b="b"/>
            <a:pathLst>
              <a:path w="2883221" h="0">
                <a:moveTo>
                  <a:pt x="0" y="0"/>
                </a:moveTo>
                <a:lnTo>
                  <a:pt x="84305" y="0"/>
                </a:lnTo>
                <a:lnTo>
                  <a:pt x="168609" y="0"/>
                </a:lnTo>
                <a:lnTo>
                  <a:pt x="252914" y="0"/>
                </a:lnTo>
                <a:lnTo>
                  <a:pt x="337219" y="0"/>
                </a:lnTo>
                <a:lnTo>
                  <a:pt x="421524" y="0"/>
                </a:lnTo>
                <a:lnTo>
                  <a:pt x="505828" y="0"/>
                </a:lnTo>
                <a:lnTo>
                  <a:pt x="590133" y="0"/>
                </a:lnTo>
                <a:lnTo>
                  <a:pt x="674438" y="0"/>
                </a:lnTo>
                <a:lnTo>
                  <a:pt x="758742" y="0"/>
                </a:lnTo>
                <a:lnTo>
                  <a:pt x="843047" y="0"/>
                </a:lnTo>
                <a:lnTo>
                  <a:pt x="927352" y="0"/>
                </a:lnTo>
                <a:lnTo>
                  <a:pt x="1011657" y="0"/>
                </a:lnTo>
                <a:lnTo>
                  <a:pt x="1095961" y="0"/>
                </a:lnTo>
                <a:lnTo>
                  <a:pt x="1180265" y="0"/>
                </a:lnTo>
                <a:lnTo>
                  <a:pt x="1264571" y="0"/>
                </a:lnTo>
                <a:lnTo>
                  <a:pt x="1348875" y="0"/>
                </a:lnTo>
                <a:lnTo>
                  <a:pt x="1433180" y="0"/>
                </a:lnTo>
                <a:lnTo>
                  <a:pt x="1517484" y="0"/>
                </a:lnTo>
                <a:lnTo>
                  <a:pt x="1601790" y="0"/>
                </a:lnTo>
                <a:lnTo>
                  <a:pt x="1686094" y="0"/>
                </a:lnTo>
                <a:lnTo>
                  <a:pt x="1770398" y="0"/>
                </a:lnTo>
                <a:lnTo>
                  <a:pt x="1854704" y="0"/>
                </a:lnTo>
                <a:lnTo>
                  <a:pt x="1939008" y="0"/>
                </a:lnTo>
                <a:lnTo>
                  <a:pt x="2023313" y="0"/>
                </a:lnTo>
                <a:lnTo>
                  <a:pt x="2107617" y="0"/>
                </a:lnTo>
                <a:lnTo>
                  <a:pt x="2191922" y="0"/>
                </a:lnTo>
                <a:lnTo>
                  <a:pt x="2276227" y="0"/>
                </a:lnTo>
                <a:lnTo>
                  <a:pt x="2360531" y="0"/>
                </a:lnTo>
                <a:lnTo>
                  <a:pt x="2444836" y="0"/>
                </a:lnTo>
                <a:lnTo>
                  <a:pt x="2529141" y="0"/>
                </a:lnTo>
                <a:lnTo>
                  <a:pt x="2613446" y="0"/>
                </a:lnTo>
                <a:lnTo>
                  <a:pt x="2697750" y="0"/>
                </a:lnTo>
                <a:lnTo>
                  <a:pt x="2782055" y="0"/>
                </a:lnTo>
                <a:lnTo>
                  <a:pt x="2866360" y="0"/>
                </a:lnTo>
                <a:lnTo>
                  <a:pt x="2883221" y="0"/>
                </a:lnTo>
              </a:path>
            </a:pathLst>
          </a:custGeom>
          <a:noFill/>
          <a:ln w="23705">
            <a:solidFill>
              <a:srgbClr val="0ABA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Editable path 152"/>
          <p:cNvSpPr/>
          <p:nvPr/>
        </p:nvSpPr>
        <p:spPr>
          <a:xfrm>
            <a:off x="8849777" y="5461125"/>
            <a:ext cx="0" cy="1660036"/>
          </a:xfrm>
          <a:custGeom>
            <a:avLst/>
            <a:gdLst/>
            <a:ahLst/>
            <a:cxnLst/>
            <a:rect l="l" t="t" r="r" b="b"/>
            <a:pathLst>
              <a:path w="0" h="1660036">
                <a:moveTo>
                  <a:pt x="0" y="1660036"/>
                </a:moveTo>
                <a:lnTo>
                  <a:pt x="0" y="0"/>
                </a:lnTo>
              </a:path>
            </a:pathLst>
          </a:custGeom>
          <a:noFill/>
          <a:ln w="1422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Editable path 153"/>
          <p:cNvSpPr/>
          <p:nvPr/>
        </p:nvSpPr>
        <p:spPr>
          <a:xfrm>
            <a:off x="8849777" y="7121161"/>
            <a:ext cx="3171543" cy="0"/>
          </a:xfrm>
          <a:custGeom>
            <a:avLst/>
            <a:gdLst/>
            <a:ahLst/>
            <a:cxnLst/>
            <a:rect l="l" t="t" r="r" b="b"/>
            <a:pathLst>
              <a:path w="3171543" h="0">
                <a:moveTo>
                  <a:pt x="0" y="0"/>
                </a:moveTo>
                <a:lnTo>
                  <a:pt x="3171543" y="0"/>
                </a:lnTo>
              </a:path>
            </a:pathLst>
          </a:custGeom>
          <a:noFill/>
          <a:ln w="1422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