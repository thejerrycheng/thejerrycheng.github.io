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224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iros_02_evaluated.pdf.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5422456"/>
          </a:xfrm>
          <a:custGeom>
            <a:avLst/>
            <a:gdLst/>
            <a:ahLst/>
            <a:cxnLst/>
            <a:rect l="l" t="t" r="r" b="b"/>
            <a:pathLst>
              <a:path w="12191999" h="5422456">
                <a:moveTo>
                  <a:pt x="0" y="0"/>
                </a:moveTo>
                <a:lnTo>
                  <a:pt x="12191999" y="0"/>
                </a:lnTo>
                <a:lnTo>
                  <a:pt x="12191999" y="5422456"/>
                </a:lnTo>
                <a:lnTo>
                  <a:pt x="0" y="54224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121920" y="391311"/>
            <a:ext cx="2438400" cy="3130491"/>
          </a:xfrm>
          <a:custGeom>
            <a:avLst/>
            <a:gdLst/>
            <a:ahLst/>
            <a:cxnLst/>
            <a:rect l="l" t="t" r="r" b="b"/>
            <a:pathLst>
              <a:path w="2438400" h="3130491">
                <a:moveTo>
                  <a:pt x="152400" y="3130491"/>
                </a:moveTo>
                <a:lnTo>
                  <a:pt x="2286000" y="3130491"/>
                </a:lnTo>
                <a:lnTo>
                  <a:pt x="2310341" y="3130005"/>
                </a:lnTo>
                <a:lnTo>
                  <a:pt x="2332566" y="3128549"/>
                </a:lnTo>
                <a:lnTo>
                  <a:pt x="2352675" y="3126123"/>
                </a:lnTo>
                <a:lnTo>
                  <a:pt x="2370666" y="3122726"/>
                </a:lnTo>
                <a:lnTo>
                  <a:pt x="2386541" y="3118359"/>
                </a:lnTo>
                <a:lnTo>
                  <a:pt x="2400300" y="3113021"/>
                </a:lnTo>
                <a:lnTo>
                  <a:pt x="2411942" y="3106713"/>
                </a:lnTo>
                <a:lnTo>
                  <a:pt x="2421467" y="3099434"/>
                </a:lnTo>
                <a:lnTo>
                  <a:pt x="2428875" y="3091184"/>
                </a:lnTo>
                <a:lnTo>
                  <a:pt x="2434167" y="3081964"/>
                </a:lnTo>
                <a:lnTo>
                  <a:pt x="2437342" y="3071774"/>
                </a:lnTo>
                <a:lnTo>
                  <a:pt x="2438400" y="3060613"/>
                </a:lnTo>
                <a:lnTo>
                  <a:pt x="2438400" y="69877"/>
                </a:lnTo>
                <a:lnTo>
                  <a:pt x="2437342" y="58716"/>
                </a:lnTo>
                <a:lnTo>
                  <a:pt x="2434167" y="48526"/>
                </a:lnTo>
                <a:lnTo>
                  <a:pt x="2428875" y="39306"/>
                </a:lnTo>
                <a:lnTo>
                  <a:pt x="2421467" y="31057"/>
                </a:lnTo>
                <a:lnTo>
                  <a:pt x="2411942" y="23778"/>
                </a:lnTo>
                <a:lnTo>
                  <a:pt x="2400300" y="17470"/>
                </a:lnTo>
                <a:lnTo>
                  <a:pt x="2386541" y="12132"/>
                </a:lnTo>
                <a:lnTo>
                  <a:pt x="2370666" y="7764"/>
                </a:lnTo>
                <a:lnTo>
                  <a:pt x="2352675" y="4368"/>
                </a:lnTo>
                <a:lnTo>
                  <a:pt x="2332566" y="1941"/>
                </a:lnTo>
                <a:lnTo>
                  <a:pt x="2310341" y="486"/>
                </a:lnTo>
                <a:lnTo>
                  <a:pt x="2286000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FBF1E0"/>
          </a:solidFill>
          <a:ln w="15393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2926080" y="391311"/>
            <a:ext cx="2560320" cy="3130491"/>
          </a:xfrm>
          <a:custGeom>
            <a:avLst/>
            <a:gdLst/>
            <a:ahLst/>
            <a:cxnLst/>
            <a:rect l="l" t="t" r="r" b="b"/>
            <a:pathLst>
              <a:path w="2560320" h="3130491">
                <a:moveTo>
                  <a:pt x="152400" y="3130491"/>
                </a:moveTo>
                <a:lnTo>
                  <a:pt x="2407920" y="3130491"/>
                </a:lnTo>
                <a:lnTo>
                  <a:pt x="2432261" y="3130005"/>
                </a:lnTo>
                <a:lnTo>
                  <a:pt x="2454486" y="3128549"/>
                </a:lnTo>
                <a:lnTo>
                  <a:pt x="2474595" y="3126123"/>
                </a:lnTo>
                <a:lnTo>
                  <a:pt x="2492586" y="3122726"/>
                </a:lnTo>
                <a:lnTo>
                  <a:pt x="2508461" y="3118359"/>
                </a:lnTo>
                <a:lnTo>
                  <a:pt x="2522220" y="3113021"/>
                </a:lnTo>
                <a:lnTo>
                  <a:pt x="2533861" y="3106713"/>
                </a:lnTo>
                <a:lnTo>
                  <a:pt x="2543386" y="3099434"/>
                </a:lnTo>
                <a:lnTo>
                  <a:pt x="2550795" y="3091184"/>
                </a:lnTo>
                <a:lnTo>
                  <a:pt x="2556086" y="3081964"/>
                </a:lnTo>
                <a:lnTo>
                  <a:pt x="2559261" y="3071774"/>
                </a:lnTo>
                <a:lnTo>
                  <a:pt x="2560320" y="3060613"/>
                </a:lnTo>
                <a:lnTo>
                  <a:pt x="2560320" y="69877"/>
                </a:lnTo>
                <a:lnTo>
                  <a:pt x="2559261" y="58716"/>
                </a:lnTo>
                <a:lnTo>
                  <a:pt x="2556086" y="48526"/>
                </a:lnTo>
                <a:lnTo>
                  <a:pt x="2550795" y="39306"/>
                </a:lnTo>
                <a:lnTo>
                  <a:pt x="2543386" y="31057"/>
                </a:lnTo>
                <a:lnTo>
                  <a:pt x="2533861" y="23778"/>
                </a:lnTo>
                <a:lnTo>
                  <a:pt x="2522220" y="17470"/>
                </a:lnTo>
                <a:lnTo>
                  <a:pt x="2508461" y="12132"/>
                </a:lnTo>
                <a:lnTo>
                  <a:pt x="2492586" y="7764"/>
                </a:lnTo>
                <a:lnTo>
                  <a:pt x="2474595" y="4368"/>
                </a:lnTo>
                <a:lnTo>
                  <a:pt x="2454486" y="1941"/>
                </a:lnTo>
                <a:lnTo>
                  <a:pt x="2432261" y="486"/>
                </a:lnTo>
                <a:lnTo>
                  <a:pt x="2407920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3048000" y="2906884"/>
            <a:ext cx="2316480" cy="503114"/>
          </a:xfrm>
          <a:custGeom>
            <a:avLst/>
            <a:gdLst/>
            <a:ahLst/>
            <a:cxnLst/>
            <a:rect l="l" t="t" r="r" b="b"/>
            <a:pathLst>
              <a:path w="2316480" h="503114">
                <a:moveTo>
                  <a:pt x="152400" y="503114"/>
                </a:moveTo>
                <a:lnTo>
                  <a:pt x="2164080" y="503114"/>
                </a:lnTo>
                <a:lnTo>
                  <a:pt x="2188421" y="502629"/>
                </a:lnTo>
                <a:lnTo>
                  <a:pt x="2210646" y="501173"/>
                </a:lnTo>
                <a:lnTo>
                  <a:pt x="2230755" y="498747"/>
                </a:lnTo>
                <a:lnTo>
                  <a:pt x="2248746" y="495350"/>
                </a:lnTo>
                <a:lnTo>
                  <a:pt x="2264621" y="490983"/>
                </a:lnTo>
                <a:lnTo>
                  <a:pt x="2278380" y="485645"/>
                </a:lnTo>
                <a:lnTo>
                  <a:pt x="2290021" y="479336"/>
                </a:lnTo>
                <a:lnTo>
                  <a:pt x="2299546" y="472058"/>
                </a:lnTo>
                <a:lnTo>
                  <a:pt x="2306955" y="463808"/>
                </a:lnTo>
                <a:lnTo>
                  <a:pt x="2312246" y="454588"/>
                </a:lnTo>
                <a:lnTo>
                  <a:pt x="2315421" y="444398"/>
                </a:lnTo>
                <a:lnTo>
                  <a:pt x="2316480" y="433237"/>
                </a:lnTo>
                <a:lnTo>
                  <a:pt x="2316480" y="69877"/>
                </a:lnTo>
                <a:lnTo>
                  <a:pt x="2315421" y="58716"/>
                </a:lnTo>
                <a:lnTo>
                  <a:pt x="2312246" y="48525"/>
                </a:lnTo>
                <a:lnTo>
                  <a:pt x="2306955" y="39305"/>
                </a:lnTo>
                <a:lnTo>
                  <a:pt x="2299546" y="31056"/>
                </a:lnTo>
                <a:lnTo>
                  <a:pt x="2290021" y="23777"/>
                </a:lnTo>
                <a:lnTo>
                  <a:pt x="2278380" y="17469"/>
                </a:lnTo>
                <a:lnTo>
                  <a:pt x="2264621" y="12131"/>
                </a:lnTo>
                <a:lnTo>
                  <a:pt x="2248746" y="7764"/>
                </a:lnTo>
                <a:lnTo>
                  <a:pt x="2230755" y="4367"/>
                </a:lnTo>
                <a:lnTo>
                  <a:pt x="2210646" y="1941"/>
                </a:lnTo>
                <a:lnTo>
                  <a:pt x="2188421" y="485"/>
                </a:lnTo>
                <a:lnTo>
                  <a:pt x="2164080" y="0"/>
                </a:lnTo>
                <a:lnTo>
                  <a:pt x="152400" y="0"/>
                </a:lnTo>
                <a:lnTo>
                  <a:pt x="128058" y="485"/>
                </a:lnTo>
                <a:lnTo>
                  <a:pt x="105833" y="1941"/>
                </a:lnTo>
                <a:lnTo>
                  <a:pt x="85725" y="4367"/>
                </a:lnTo>
                <a:lnTo>
                  <a:pt x="67733" y="7764"/>
                </a:lnTo>
                <a:lnTo>
                  <a:pt x="51858" y="12131"/>
                </a:lnTo>
                <a:lnTo>
                  <a:pt x="38100" y="17469"/>
                </a:lnTo>
                <a:lnTo>
                  <a:pt x="26458" y="23777"/>
                </a:lnTo>
                <a:lnTo>
                  <a:pt x="16933" y="31056"/>
                </a:lnTo>
                <a:lnTo>
                  <a:pt x="9525" y="39305"/>
                </a:lnTo>
                <a:lnTo>
                  <a:pt x="4233" y="48525"/>
                </a:lnTo>
                <a:lnTo>
                  <a:pt x="1058" y="58716"/>
                </a:lnTo>
                <a:lnTo>
                  <a:pt x="0" y="69877"/>
                </a:lnTo>
                <a:lnTo>
                  <a:pt x="0" y="433237"/>
                </a:lnTo>
                <a:lnTo>
                  <a:pt x="1058" y="444398"/>
                </a:lnTo>
                <a:lnTo>
                  <a:pt x="4233" y="454588"/>
                </a:lnTo>
                <a:lnTo>
                  <a:pt x="9525" y="463808"/>
                </a:lnTo>
                <a:lnTo>
                  <a:pt x="16933" y="472058"/>
                </a:lnTo>
                <a:lnTo>
                  <a:pt x="26458" y="479336"/>
                </a:lnTo>
                <a:lnTo>
                  <a:pt x="38100" y="485645"/>
                </a:lnTo>
                <a:lnTo>
                  <a:pt x="51858" y="490983"/>
                </a:lnTo>
                <a:lnTo>
                  <a:pt x="67733" y="495350"/>
                </a:lnTo>
                <a:lnTo>
                  <a:pt x="85725" y="498747"/>
                </a:lnTo>
                <a:lnTo>
                  <a:pt x="105833" y="501173"/>
                </a:lnTo>
                <a:lnTo>
                  <a:pt x="128058" y="502629"/>
                </a:lnTo>
                <a:lnTo>
                  <a:pt x="152400" y="503114"/>
                </a:lnTo>
                <a:close/>
              </a:path>
            </a:pathLst>
          </a:custGeom>
          <a:solidFill>
            <a:srgbClr val="EEF0F3"/>
          </a:solidFill>
          <a:ln w="15393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itable path 5"/>
          <p:cNvSpPr/>
          <p:nvPr/>
        </p:nvSpPr>
        <p:spPr>
          <a:xfrm>
            <a:off x="5852160" y="391311"/>
            <a:ext cx="3535679" cy="3130491"/>
          </a:xfrm>
          <a:custGeom>
            <a:avLst/>
            <a:gdLst/>
            <a:ahLst/>
            <a:cxnLst/>
            <a:rect l="l" t="t" r="r" b="b"/>
            <a:pathLst>
              <a:path w="3535679" h="3130491">
                <a:moveTo>
                  <a:pt x="152400" y="3130491"/>
                </a:moveTo>
                <a:lnTo>
                  <a:pt x="3383279" y="3130491"/>
                </a:lnTo>
                <a:lnTo>
                  <a:pt x="3407621" y="3130005"/>
                </a:lnTo>
                <a:lnTo>
                  <a:pt x="3429846" y="3128549"/>
                </a:lnTo>
                <a:lnTo>
                  <a:pt x="3449954" y="3126123"/>
                </a:lnTo>
                <a:lnTo>
                  <a:pt x="3467946" y="3122726"/>
                </a:lnTo>
                <a:lnTo>
                  <a:pt x="3483821" y="3118359"/>
                </a:lnTo>
                <a:lnTo>
                  <a:pt x="3497579" y="3113021"/>
                </a:lnTo>
                <a:lnTo>
                  <a:pt x="3509221" y="3106713"/>
                </a:lnTo>
                <a:lnTo>
                  <a:pt x="3518746" y="3099434"/>
                </a:lnTo>
                <a:lnTo>
                  <a:pt x="3526154" y="3091184"/>
                </a:lnTo>
                <a:lnTo>
                  <a:pt x="3531446" y="3081964"/>
                </a:lnTo>
                <a:lnTo>
                  <a:pt x="3534621" y="3071774"/>
                </a:lnTo>
                <a:lnTo>
                  <a:pt x="3535679" y="3060613"/>
                </a:lnTo>
                <a:lnTo>
                  <a:pt x="3535679" y="69877"/>
                </a:lnTo>
                <a:lnTo>
                  <a:pt x="3534621" y="58716"/>
                </a:lnTo>
                <a:lnTo>
                  <a:pt x="3531446" y="48526"/>
                </a:lnTo>
                <a:lnTo>
                  <a:pt x="3526154" y="39306"/>
                </a:lnTo>
                <a:lnTo>
                  <a:pt x="3518746" y="31057"/>
                </a:lnTo>
                <a:lnTo>
                  <a:pt x="3509221" y="23778"/>
                </a:lnTo>
                <a:lnTo>
                  <a:pt x="3497579" y="17470"/>
                </a:lnTo>
                <a:lnTo>
                  <a:pt x="3483821" y="12132"/>
                </a:lnTo>
                <a:lnTo>
                  <a:pt x="3467946" y="7764"/>
                </a:lnTo>
                <a:lnTo>
                  <a:pt x="3449954" y="4368"/>
                </a:lnTo>
                <a:lnTo>
                  <a:pt x="3429846" y="1941"/>
                </a:lnTo>
                <a:lnTo>
                  <a:pt x="3407621" y="486"/>
                </a:lnTo>
                <a:lnTo>
                  <a:pt x="3383279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4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8" y="3071774"/>
                </a:lnTo>
                <a:lnTo>
                  <a:pt x="4233" y="3081964"/>
                </a:lnTo>
                <a:lnTo>
                  <a:pt x="9525" y="3091184"/>
                </a:lnTo>
                <a:lnTo>
                  <a:pt x="16933" y="3099434"/>
                </a:lnTo>
                <a:lnTo>
                  <a:pt x="26458" y="3106713"/>
                </a:lnTo>
                <a:lnTo>
                  <a:pt x="38100" y="3113021"/>
                </a:lnTo>
                <a:lnTo>
                  <a:pt x="51858" y="3118359"/>
                </a:lnTo>
                <a:lnTo>
                  <a:pt x="67733" y="3122726"/>
                </a:lnTo>
                <a:lnTo>
                  <a:pt x="85725" y="3126123"/>
                </a:lnTo>
                <a:lnTo>
                  <a:pt x="105833" y="3128549"/>
                </a:lnTo>
                <a:lnTo>
                  <a:pt x="128058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EF0F3"/>
          </a:solidFill>
          <a:ln w="1539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ditable path 6"/>
          <p:cNvSpPr/>
          <p:nvPr/>
        </p:nvSpPr>
        <p:spPr>
          <a:xfrm>
            <a:off x="6010656" y="950327"/>
            <a:ext cx="3218688" cy="838525"/>
          </a:xfrm>
          <a:custGeom>
            <a:avLst/>
            <a:gdLst/>
            <a:ahLst/>
            <a:cxnLst/>
            <a:rect l="l" t="t" r="r" b="b"/>
            <a:pathLst>
              <a:path w="3218688" h="838525">
                <a:moveTo>
                  <a:pt x="152400" y="838525"/>
                </a:moveTo>
                <a:lnTo>
                  <a:pt x="3066287" y="838525"/>
                </a:lnTo>
                <a:lnTo>
                  <a:pt x="3090629" y="838039"/>
                </a:lnTo>
                <a:lnTo>
                  <a:pt x="3112854" y="836584"/>
                </a:lnTo>
                <a:lnTo>
                  <a:pt x="3132962" y="834157"/>
                </a:lnTo>
                <a:lnTo>
                  <a:pt x="3150954" y="830761"/>
                </a:lnTo>
                <a:lnTo>
                  <a:pt x="3166829" y="826393"/>
                </a:lnTo>
                <a:lnTo>
                  <a:pt x="3180588" y="821055"/>
                </a:lnTo>
                <a:lnTo>
                  <a:pt x="3192229" y="814747"/>
                </a:lnTo>
                <a:lnTo>
                  <a:pt x="3201754" y="807468"/>
                </a:lnTo>
                <a:lnTo>
                  <a:pt x="3209163" y="799219"/>
                </a:lnTo>
                <a:lnTo>
                  <a:pt x="3214454" y="789999"/>
                </a:lnTo>
                <a:lnTo>
                  <a:pt x="3217629" y="779809"/>
                </a:lnTo>
                <a:lnTo>
                  <a:pt x="3218688" y="768648"/>
                </a:lnTo>
                <a:lnTo>
                  <a:pt x="3218688" y="69877"/>
                </a:lnTo>
                <a:lnTo>
                  <a:pt x="3217629" y="58717"/>
                </a:lnTo>
                <a:lnTo>
                  <a:pt x="3214454" y="48526"/>
                </a:lnTo>
                <a:lnTo>
                  <a:pt x="3209163" y="39306"/>
                </a:lnTo>
                <a:lnTo>
                  <a:pt x="3201754" y="31057"/>
                </a:lnTo>
                <a:lnTo>
                  <a:pt x="3192229" y="23778"/>
                </a:lnTo>
                <a:lnTo>
                  <a:pt x="3180588" y="17470"/>
                </a:lnTo>
                <a:lnTo>
                  <a:pt x="3166829" y="12132"/>
                </a:lnTo>
                <a:lnTo>
                  <a:pt x="3150954" y="7765"/>
                </a:lnTo>
                <a:lnTo>
                  <a:pt x="3132962" y="4368"/>
                </a:lnTo>
                <a:lnTo>
                  <a:pt x="3112854" y="1942"/>
                </a:lnTo>
                <a:lnTo>
                  <a:pt x="3090629" y="486"/>
                </a:lnTo>
                <a:lnTo>
                  <a:pt x="3066287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2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768648"/>
                </a:lnTo>
                <a:lnTo>
                  <a:pt x="1058" y="779809"/>
                </a:lnTo>
                <a:lnTo>
                  <a:pt x="4233" y="789999"/>
                </a:lnTo>
                <a:lnTo>
                  <a:pt x="9525" y="799219"/>
                </a:lnTo>
                <a:lnTo>
                  <a:pt x="16933" y="807468"/>
                </a:lnTo>
                <a:lnTo>
                  <a:pt x="26458" y="814747"/>
                </a:lnTo>
                <a:lnTo>
                  <a:pt x="38100" y="821055"/>
                </a:lnTo>
                <a:lnTo>
                  <a:pt x="51858" y="826393"/>
                </a:lnTo>
                <a:lnTo>
                  <a:pt x="67733" y="830761"/>
                </a:lnTo>
                <a:lnTo>
                  <a:pt x="85725" y="834157"/>
                </a:lnTo>
                <a:lnTo>
                  <a:pt x="105833" y="836584"/>
                </a:lnTo>
                <a:lnTo>
                  <a:pt x="128058" y="838039"/>
                </a:lnTo>
                <a:lnTo>
                  <a:pt x="152400" y="838525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7"/>
          <p:cNvSpPr/>
          <p:nvPr/>
        </p:nvSpPr>
        <p:spPr>
          <a:xfrm>
            <a:off x="6010656" y="1956556"/>
            <a:ext cx="1536191" cy="1062131"/>
          </a:xfrm>
          <a:custGeom>
            <a:avLst/>
            <a:gdLst/>
            <a:ahLst/>
            <a:cxnLst/>
            <a:rect l="l" t="t" r="r" b="b"/>
            <a:pathLst>
              <a:path w="1536191" h="1062131">
                <a:moveTo>
                  <a:pt x="152400" y="1062131"/>
                </a:moveTo>
                <a:lnTo>
                  <a:pt x="1383791" y="1062131"/>
                </a:lnTo>
                <a:lnTo>
                  <a:pt x="1408133" y="1061646"/>
                </a:lnTo>
                <a:lnTo>
                  <a:pt x="1430358" y="1060190"/>
                </a:lnTo>
                <a:lnTo>
                  <a:pt x="1450467" y="1057764"/>
                </a:lnTo>
                <a:lnTo>
                  <a:pt x="1468458" y="1054367"/>
                </a:lnTo>
                <a:lnTo>
                  <a:pt x="1484333" y="1049999"/>
                </a:lnTo>
                <a:lnTo>
                  <a:pt x="1498092" y="1044662"/>
                </a:lnTo>
                <a:lnTo>
                  <a:pt x="1509733" y="1038353"/>
                </a:lnTo>
                <a:lnTo>
                  <a:pt x="1519258" y="1031074"/>
                </a:lnTo>
                <a:lnTo>
                  <a:pt x="1526666" y="1022825"/>
                </a:lnTo>
                <a:lnTo>
                  <a:pt x="1531958" y="1013605"/>
                </a:lnTo>
                <a:lnTo>
                  <a:pt x="1535133" y="1003415"/>
                </a:lnTo>
                <a:lnTo>
                  <a:pt x="1536191" y="992254"/>
                </a:lnTo>
                <a:lnTo>
                  <a:pt x="1536191" y="69877"/>
                </a:lnTo>
                <a:lnTo>
                  <a:pt x="1535133" y="58717"/>
                </a:lnTo>
                <a:lnTo>
                  <a:pt x="1531958" y="48526"/>
                </a:lnTo>
                <a:lnTo>
                  <a:pt x="1526666" y="39306"/>
                </a:lnTo>
                <a:lnTo>
                  <a:pt x="1519258" y="31057"/>
                </a:lnTo>
                <a:lnTo>
                  <a:pt x="1509733" y="23778"/>
                </a:lnTo>
                <a:lnTo>
                  <a:pt x="1498092" y="17470"/>
                </a:lnTo>
                <a:lnTo>
                  <a:pt x="1484333" y="12132"/>
                </a:lnTo>
                <a:lnTo>
                  <a:pt x="1468458" y="7765"/>
                </a:lnTo>
                <a:lnTo>
                  <a:pt x="1450467" y="4368"/>
                </a:lnTo>
                <a:lnTo>
                  <a:pt x="1430358" y="1941"/>
                </a:lnTo>
                <a:lnTo>
                  <a:pt x="1408133" y="486"/>
                </a:lnTo>
                <a:lnTo>
                  <a:pt x="1383791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992254"/>
                </a:lnTo>
                <a:lnTo>
                  <a:pt x="1058" y="1003415"/>
                </a:lnTo>
                <a:lnTo>
                  <a:pt x="4233" y="1013605"/>
                </a:lnTo>
                <a:lnTo>
                  <a:pt x="9525" y="1022825"/>
                </a:lnTo>
                <a:lnTo>
                  <a:pt x="16933" y="1031074"/>
                </a:lnTo>
                <a:lnTo>
                  <a:pt x="26458" y="1038353"/>
                </a:lnTo>
                <a:lnTo>
                  <a:pt x="38100" y="1044662"/>
                </a:lnTo>
                <a:lnTo>
                  <a:pt x="51858" y="1049999"/>
                </a:lnTo>
                <a:lnTo>
                  <a:pt x="67733" y="1054367"/>
                </a:lnTo>
                <a:lnTo>
                  <a:pt x="85725" y="1057764"/>
                </a:lnTo>
                <a:lnTo>
                  <a:pt x="105833" y="1060190"/>
                </a:lnTo>
                <a:lnTo>
                  <a:pt x="128058" y="1061646"/>
                </a:lnTo>
                <a:lnTo>
                  <a:pt x="152400" y="1062131"/>
                </a:lnTo>
                <a:close/>
              </a:path>
            </a:pathLst>
          </a:custGeom>
          <a:solidFill>
            <a:srgbClr val="FFF7EB"/>
          </a:solidFill>
          <a:ln w="15393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ditable path 8"/>
          <p:cNvSpPr/>
          <p:nvPr/>
        </p:nvSpPr>
        <p:spPr>
          <a:xfrm>
            <a:off x="7693152" y="1956556"/>
            <a:ext cx="1536192" cy="1062131"/>
          </a:xfrm>
          <a:custGeom>
            <a:avLst/>
            <a:gdLst/>
            <a:ahLst/>
            <a:cxnLst/>
            <a:rect l="l" t="t" r="r" b="b"/>
            <a:pathLst>
              <a:path w="1536192" h="1062131">
                <a:moveTo>
                  <a:pt x="152400" y="1062131"/>
                </a:moveTo>
                <a:lnTo>
                  <a:pt x="1383791" y="1062131"/>
                </a:lnTo>
                <a:lnTo>
                  <a:pt x="1408133" y="1061646"/>
                </a:lnTo>
                <a:lnTo>
                  <a:pt x="1430358" y="1060190"/>
                </a:lnTo>
                <a:lnTo>
                  <a:pt x="1450466" y="1057764"/>
                </a:lnTo>
                <a:lnTo>
                  <a:pt x="1468458" y="1054367"/>
                </a:lnTo>
                <a:lnTo>
                  <a:pt x="1484333" y="1049999"/>
                </a:lnTo>
                <a:lnTo>
                  <a:pt x="1498092" y="1044662"/>
                </a:lnTo>
                <a:lnTo>
                  <a:pt x="1509733" y="1038353"/>
                </a:lnTo>
                <a:lnTo>
                  <a:pt x="1519258" y="1031074"/>
                </a:lnTo>
                <a:lnTo>
                  <a:pt x="1526667" y="1022825"/>
                </a:lnTo>
                <a:lnTo>
                  <a:pt x="1531958" y="1013605"/>
                </a:lnTo>
                <a:lnTo>
                  <a:pt x="1535133" y="1003415"/>
                </a:lnTo>
                <a:lnTo>
                  <a:pt x="1536192" y="992254"/>
                </a:lnTo>
                <a:lnTo>
                  <a:pt x="1536192" y="69877"/>
                </a:lnTo>
                <a:lnTo>
                  <a:pt x="1535133" y="58717"/>
                </a:lnTo>
                <a:lnTo>
                  <a:pt x="1531958" y="48526"/>
                </a:lnTo>
                <a:lnTo>
                  <a:pt x="1526667" y="39306"/>
                </a:lnTo>
                <a:lnTo>
                  <a:pt x="1519258" y="31057"/>
                </a:lnTo>
                <a:lnTo>
                  <a:pt x="1509733" y="23778"/>
                </a:lnTo>
                <a:lnTo>
                  <a:pt x="1498092" y="17470"/>
                </a:lnTo>
                <a:lnTo>
                  <a:pt x="1484333" y="12132"/>
                </a:lnTo>
                <a:lnTo>
                  <a:pt x="1468458" y="7765"/>
                </a:lnTo>
                <a:lnTo>
                  <a:pt x="1450466" y="4368"/>
                </a:lnTo>
                <a:lnTo>
                  <a:pt x="1430358" y="1941"/>
                </a:lnTo>
                <a:lnTo>
                  <a:pt x="1408133" y="486"/>
                </a:lnTo>
                <a:lnTo>
                  <a:pt x="1383791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1"/>
                </a:lnTo>
                <a:lnTo>
                  <a:pt x="85725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100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992254"/>
                </a:lnTo>
                <a:lnTo>
                  <a:pt x="1058" y="1003415"/>
                </a:lnTo>
                <a:lnTo>
                  <a:pt x="4233" y="1013605"/>
                </a:lnTo>
                <a:lnTo>
                  <a:pt x="9525" y="1022825"/>
                </a:lnTo>
                <a:lnTo>
                  <a:pt x="16933" y="1031074"/>
                </a:lnTo>
                <a:lnTo>
                  <a:pt x="26458" y="1038353"/>
                </a:lnTo>
                <a:lnTo>
                  <a:pt x="38100" y="1044662"/>
                </a:lnTo>
                <a:lnTo>
                  <a:pt x="51858" y="1049999"/>
                </a:lnTo>
                <a:lnTo>
                  <a:pt x="67733" y="1054367"/>
                </a:lnTo>
                <a:lnTo>
                  <a:pt x="85725" y="1057764"/>
                </a:lnTo>
                <a:lnTo>
                  <a:pt x="105833" y="1060190"/>
                </a:lnTo>
                <a:lnTo>
                  <a:pt x="128058" y="1061646"/>
                </a:lnTo>
                <a:lnTo>
                  <a:pt x="152400" y="1062131"/>
                </a:lnTo>
                <a:close/>
              </a:path>
            </a:pathLst>
          </a:custGeom>
          <a:solidFill>
            <a:srgbClr val="EBF9F9"/>
          </a:solidFill>
          <a:ln w="15393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itable path 9"/>
          <p:cNvSpPr/>
          <p:nvPr/>
        </p:nvSpPr>
        <p:spPr>
          <a:xfrm>
            <a:off x="9753599" y="391311"/>
            <a:ext cx="2316480" cy="3130491"/>
          </a:xfrm>
          <a:custGeom>
            <a:avLst/>
            <a:gdLst/>
            <a:ahLst/>
            <a:cxnLst/>
            <a:rect l="l" t="t" r="r" b="b"/>
            <a:pathLst>
              <a:path w="2316480" h="3130491">
                <a:moveTo>
                  <a:pt x="152400" y="3130491"/>
                </a:moveTo>
                <a:lnTo>
                  <a:pt x="2164081" y="3130491"/>
                </a:lnTo>
                <a:lnTo>
                  <a:pt x="2188422" y="3130005"/>
                </a:lnTo>
                <a:lnTo>
                  <a:pt x="2210647" y="3128549"/>
                </a:lnTo>
                <a:lnTo>
                  <a:pt x="2230755" y="3126123"/>
                </a:lnTo>
                <a:lnTo>
                  <a:pt x="2248747" y="3122726"/>
                </a:lnTo>
                <a:lnTo>
                  <a:pt x="2264622" y="3118359"/>
                </a:lnTo>
                <a:lnTo>
                  <a:pt x="2278380" y="3113021"/>
                </a:lnTo>
                <a:lnTo>
                  <a:pt x="2290022" y="3106713"/>
                </a:lnTo>
                <a:lnTo>
                  <a:pt x="2299547" y="3099434"/>
                </a:lnTo>
                <a:lnTo>
                  <a:pt x="2306955" y="3091184"/>
                </a:lnTo>
                <a:lnTo>
                  <a:pt x="2312247" y="3081964"/>
                </a:lnTo>
                <a:lnTo>
                  <a:pt x="2315422" y="3071774"/>
                </a:lnTo>
                <a:lnTo>
                  <a:pt x="2316480" y="3060613"/>
                </a:lnTo>
                <a:lnTo>
                  <a:pt x="2316480" y="69877"/>
                </a:lnTo>
                <a:lnTo>
                  <a:pt x="2315422" y="58716"/>
                </a:lnTo>
                <a:lnTo>
                  <a:pt x="2312247" y="48526"/>
                </a:lnTo>
                <a:lnTo>
                  <a:pt x="2306955" y="39306"/>
                </a:lnTo>
                <a:lnTo>
                  <a:pt x="2299547" y="31057"/>
                </a:lnTo>
                <a:lnTo>
                  <a:pt x="2290022" y="23778"/>
                </a:lnTo>
                <a:lnTo>
                  <a:pt x="2278380" y="17470"/>
                </a:lnTo>
                <a:lnTo>
                  <a:pt x="2264622" y="12132"/>
                </a:lnTo>
                <a:lnTo>
                  <a:pt x="2248747" y="7764"/>
                </a:lnTo>
                <a:lnTo>
                  <a:pt x="2230755" y="4368"/>
                </a:lnTo>
                <a:lnTo>
                  <a:pt x="2210647" y="1941"/>
                </a:lnTo>
                <a:lnTo>
                  <a:pt x="2188422" y="486"/>
                </a:lnTo>
                <a:lnTo>
                  <a:pt x="2164081" y="0"/>
                </a:lnTo>
                <a:lnTo>
                  <a:pt x="152400" y="0"/>
                </a:lnTo>
                <a:lnTo>
                  <a:pt x="128059" y="486"/>
                </a:lnTo>
                <a:lnTo>
                  <a:pt x="105834" y="1941"/>
                </a:lnTo>
                <a:lnTo>
                  <a:pt x="85725" y="4368"/>
                </a:lnTo>
                <a:lnTo>
                  <a:pt x="67734" y="7764"/>
                </a:lnTo>
                <a:lnTo>
                  <a:pt x="51859" y="12132"/>
                </a:lnTo>
                <a:lnTo>
                  <a:pt x="38100" y="17470"/>
                </a:lnTo>
                <a:lnTo>
                  <a:pt x="26459" y="23778"/>
                </a:lnTo>
                <a:lnTo>
                  <a:pt x="16934" y="31057"/>
                </a:lnTo>
                <a:lnTo>
                  <a:pt x="9525" y="39306"/>
                </a:lnTo>
                <a:lnTo>
                  <a:pt x="4234" y="48526"/>
                </a:lnTo>
                <a:lnTo>
                  <a:pt x="1059" y="58716"/>
                </a:lnTo>
                <a:lnTo>
                  <a:pt x="0" y="69877"/>
                </a:lnTo>
                <a:lnTo>
                  <a:pt x="0" y="3060613"/>
                </a:lnTo>
                <a:lnTo>
                  <a:pt x="1059" y="3071774"/>
                </a:lnTo>
                <a:lnTo>
                  <a:pt x="4234" y="3081964"/>
                </a:lnTo>
                <a:lnTo>
                  <a:pt x="9525" y="3091184"/>
                </a:lnTo>
                <a:lnTo>
                  <a:pt x="16934" y="3099434"/>
                </a:lnTo>
                <a:lnTo>
                  <a:pt x="26459" y="3106713"/>
                </a:lnTo>
                <a:lnTo>
                  <a:pt x="38100" y="3113021"/>
                </a:lnTo>
                <a:lnTo>
                  <a:pt x="51859" y="3118359"/>
                </a:lnTo>
                <a:lnTo>
                  <a:pt x="67734" y="3122726"/>
                </a:lnTo>
                <a:lnTo>
                  <a:pt x="85725" y="3126123"/>
                </a:lnTo>
                <a:lnTo>
                  <a:pt x="105834" y="3128549"/>
                </a:lnTo>
                <a:lnTo>
                  <a:pt x="128059" y="3130005"/>
                </a:lnTo>
                <a:lnTo>
                  <a:pt x="152400" y="3130491"/>
                </a:lnTo>
                <a:close/>
              </a:path>
            </a:pathLst>
          </a:custGeom>
          <a:solidFill>
            <a:srgbClr val="EAF6EC"/>
          </a:solidFill>
          <a:ln w="15393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10"/>
          <p:cNvSpPr/>
          <p:nvPr/>
        </p:nvSpPr>
        <p:spPr>
          <a:xfrm>
            <a:off x="9875520" y="950327"/>
            <a:ext cx="2072639" cy="894426"/>
          </a:xfrm>
          <a:custGeom>
            <a:avLst/>
            <a:gdLst/>
            <a:ahLst/>
            <a:cxnLst/>
            <a:rect l="l" t="t" r="r" b="b"/>
            <a:pathLst>
              <a:path w="2072639" h="894426">
                <a:moveTo>
                  <a:pt x="152400" y="894426"/>
                </a:moveTo>
                <a:lnTo>
                  <a:pt x="1920239" y="894426"/>
                </a:lnTo>
                <a:lnTo>
                  <a:pt x="1944581" y="893941"/>
                </a:lnTo>
                <a:lnTo>
                  <a:pt x="1966806" y="892485"/>
                </a:lnTo>
                <a:lnTo>
                  <a:pt x="1986914" y="890059"/>
                </a:lnTo>
                <a:lnTo>
                  <a:pt x="2004906" y="886662"/>
                </a:lnTo>
                <a:lnTo>
                  <a:pt x="2020781" y="882295"/>
                </a:lnTo>
                <a:lnTo>
                  <a:pt x="2034539" y="876957"/>
                </a:lnTo>
                <a:lnTo>
                  <a:pt x="2046181" y="870649"/>
                </a:lnTo>
                <a:lnTo>
                  <a:pt x="2055706" y="863370"/>
                </a:lnTo>
                <a:lnTo>
                  <a:pt x="2063114" y="855120"/>
                </a:lnTo>
                <a:lnTo>
                  <a:pt x="2068406" y="845901"/>
                </a:lnTo>
                <a:lnTo>
                  <a:pt x="2071581" y="835710"/>
                </a:lnTo>
                <a:lnTo>
                  <a:pt x="2072639" y="824549"/>
                </a:lnTo>
                <a:lnTo>
                  <a:pt x="2072639" y="69877"/>
                </a:lnTo>
                <a:lnTo>
                  <a:pt x="2071581" y="58717"/>
                </a:lnTo>
                <a:lnTo>
                  <a:pt x="2068406" y="48526"/>
                </a:lnTo>
                <a:lnTo>
                  <a:pt x="2063114" y="39306"/>
                </a:lnTo>
                <a:lnTo>
                  <a:pt x="2055706" y="31057"/>
                </a:lnTo>
                <a:lnTo>
                  <a:pt x="2046181" y="23778"/>
                </a:lnTo>
                <a:lnTo>
                  <a:pt x="2034539" y="17470"/>
                </a:lnTo>
                <a:lnTo>
                  <a:pt x="2020781" y="12132"/>
                </a:lnTo>
                <a:lnTo>
                  <a:pt x="2004906" y="7765"/>
                </a:lnTo>
                <a:lnTo>
                  <a:pt x="1986914" y="4368"/>
                </a:lnTo>
                <a:lnTo>
                  <a:pt x="1966806" y="1942"/>
                </a:lnTo>
                <a:lnTo>
                  <a:pt x="1944581" y="486"/>
                </a:lnTo>
                <a:lnTo>
                  <a:pt x="1920239" y="0"/>
                </a:lnTo>
                <a:lnTo>
                  <a:pt x="152400" y="0"/>
                </a:lnTo>
                <a:lnTo>
                  <a:pt x="128058" y="486"/>
                </a:lnTo>
                <a:lnTo>
                  <a:pt x="105833" y="1942"/>
                </a:lnTo>
                <a:lnTo>
                  <a:pt x="85724" y="4368"/>
                </a:lnTo>
                <a:lnTo>
                  <a:pt x="67733" y="7765"/>
                </a:lnTo>
                <a:lnTo>
                  <a:pt x="51858" y="12132"/>
                </a:lnTo>
                <a:lnTo>
                  <a:pt x="38099" y="17470"/>
                </a:lnTo>
                <a:lnTo>
                  <a:pt x="26458" y="23778"/>
                </a:lnTo>
                <a:lnTo>
                  <a:pt x="16933" y="31057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7"/>
                </a:lnTo>
                <a:lnTo>
                  <a:pt x="0" y="69877"/>
                </a:lnTo>
                <a:lnTo>
                  <a:pt x="0" y="824549"/>
                </a:lnTo>
                <a:lnTo>
                  <a:pt x="1058" y="835710"/>
                </a:lnTo>
                <a:lnTo>
                  <a:pt x="4233" y="845901"/>
                </a:lnTo>
                <a:lnTo>
                  <a:pt x="9525" y="855120"/>
                </a:lnTo>
                <a:lnTo>
                  <a:pt x="16933" y="863370"/>
                </a:lnTo>
                <a:lnTo>
                  <a:pt x="26458" y="870649"/>
                </a:lnTo>
                <a:lnTo>
                  <a:pt x="38099" y="876957"/>
                </a:lnTo>
                <a:lnTo>
                  <a:pt x="51858" y="882295"/>
                </a:lnTo>
                <a:lnTo>
                  <a:pt x="67733" y="886662"/>
                </a:lnTo>
                <a:lnTo>
                  <a:pt x="85724" y="890059"/>
                </a:lnTo>
                <a:lnTo>
                  <a:pt x="105833" y="892485"/>
                </a:lnTo>
                <a:lnTo>
                  <a:pt x="128058" y="893941"/>
                </a:lnTo>
                <a:lnTo>
                  <a:pt x="152400" y="894426"/>
                </a:lnTo>
                <a:close/>
              </a:path>
            </a:pathLst>
          </a:custGeom>
          <a:solidFill>
            <a:srgbClr val="EAF6EC"/>
          </a:solidFill>
          <a:ln w="15393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itable path 11"/>
          <p:cNvSpPr/>
          <p:nvPr/>
        </p:nvSpPr>
        <p:spPr>
          <a:xfrm>
            <a:off x="121920" y="3857211"/>
            <a:ext cx="5364480" cy="1453442"/>
          </a:xfrm>
          <a:custGeom>
            <a:avLst/>
            <a:gdLst/>
            <a:ahLst/>
            <a:cxnLst/>
            <a:rect l="l" t="t" r="r" b="b"/>
            <a:pathLst>
              <a:path w="5364480" h="1453442">
                <a:moveTo>
                  <a:pt x="152400" y="1453442"/>
                </a:moveTo>
                <a:lnTo>
                  <a:pt x="5212080" y="1453442"/>
                </a:lnTo>
                <a:lnTo>
                  <a:pt x="5236421" y="1452956"/>
                </a:lnTo>
                <a:lnTo>
                  <a:pt x="5258646" y="1451501"/>
                </a:lnTo>
                <a:lnTo>
                  <a:pt x="5278755" y="1449074"/>
                </a:lnTo>
                <a:lnTo>
                  <a:pt x="5296746" y="1445678"/>
                </a:lnTo>
                <a:lnTo>
                  <a:pt x="5312621" y="1441310"/>
                </a:lnTo>
                <a:lnTo>
                  <a:pt x="5326380" y="1435972"/>
                </a:lnTo>
                <a:lnTo>
                  <a:pt x="5338021" y="1429664"/>
                </a:lnTo>
                <a:lnTo>
                  <a:pt x="5347546" y="1422385"/>
                </a:lnTo>
                <a:lnTo>
                  <a:pt x="5354955" y="1414136"/>
                </a:lnTo>
                <a:lnTo>
                  <a:pt x="5360246" y="1404916"/>
                </a:lnTo>
                <a:lnTo>
                  <a:pt x="5363421" y="1394726"/>
                </a:lnTo>
                <a:lnTo>
                  <a:pt x="5364480" y="1383565"/>
                </a:lnTo>
                <a:lnTo>
                  <a:pt x="5364480" y="69877"/>
                </a:lnTo>
                <a:lnTo>
                  <a:pt x="5363421" y="58716"/>
                </a:lnTo>
                <a:lnTo>
                  <a:pt x="5360246" y="48526"/>
                </a:lnTo>
                <a:lnTo>
                  <a:pt x="5354955" y="39306"/>
                </a:lnTo>
                <a:lnTo>
                  <a:pt x="5347546" y="31056"/>
                </a:lnTo>
                <a:lnTo>
                  <a:pt x="5338021" y="23778"/>
                </a:lnTo>
                <a:lnTo>
                  <a:pt x="5326380" y="17469"/>
                </a:lnTo>
                <a:lnTo>
                  <a:pt x="5312621" y="12131"/>
                </a:lnTo>
                <a:lnTo>
                  <a:pt x="5296746" y="7764"/>
                </a:lnTo>
                <a:lnTo>
                  <a:pt x="5278755" y="4367"/>
                </a:lnTo>
                <a:lnTo>
                  <a:pt x="5258646" y="1941"/>
                </a:lnTo>
                <a:lnTo>
                  <a:pt x="5236421" y="485"/>
                </a:lnTo>
                <a:lnTo>
                  <a:pt x="5212080" y="0"/>
                </a:lnTo>
                <a:lnTo>
                  <a:pt x="152400" y="0"/>
                </a:lnTo>
                <a:lnTo>
                  <a:pt x="128058" y="485"/>
                </a:lnTo>
                <a:lnTo>
                  <a:pt x="105833" y="1941"/>
                </a:lnTo>
                <a:lnTo>
                  <a:pt x="85725" y="4367"/>
                </a:lnTo>
                <a:lnTo>
                  <a:pt x="67733" y="7764"/>
                </a:lnTo>
                <a:lnTo>
                  <a:pt x="51858" y="12131"/>
                </a:lnTo>
                <a:lnTo>
                  <a:pt x="38100" y="17469"/>
                </a:lnTo>
                <a:lnTo>
                  <a:pt x="26458" y="23778"/>
                </a:lnTo>
                <a:lnTo>
                  <a:pt x="16933" y="31056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1383565"/>
                </a:lnTo>
                <a:lnTo>
                  <a:pt x="1058" y="1394726"/>
                </a:lnTo>
                <a:lnTo>
                  <a:pt x="4233" y="1404916"/>
                </a:lnTo>
                <a:lnTo>
                  <a:pt x="9525" y="1414136"/>
                </a:lnTo>
                <a:lnTo>
                  <a:pt x="16933" y="1422385"/>
                </a:lnTo>
                <a:lnTo>
                  <a:pt x="26458" y="1429664"/>
                </a:lnTo>
                <a:lnTo>
                  <a:pt x="38100" y="1435972"/>
                </a:lnTo>
                <a:lnTo>
                  <a:pt x="51858" y="1441310"/>
                </a:lnTo>
                <a:lnTo>
                  <a:pt x="67733" y="1445678"/>
                </a:lnTo>
                <a:lnTo>
                  <a:pt x="85725" y="1449074"/>
                </a:lnTo>
                <a:lnTo>
                  <a:pt x="105833" y="1451501"/>
                </a:lnTo>
                <a:lnTo>
                  <a:pt x="128058" y="1452956"/>
                </a:lnTo>
                <a:lnTo>
                  <a:pt x="152400" y="1453442"/>
                </a:lnTo>
                <a:close/>
              </a:path>
            </a:pathLst>
          </a:custGeom>
          <a:solidFill>
            <a:srgbClr val="EFE9F5"/>
          </a:solidFill>
          <a:ln w="15393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itable path 12"/>
          <p:cNvSpPr/>
          <p:nvPr/>
        </p:nvSpPr>
        <p:spPr>
          <a:xfrm>
            <a:off x="5852160" y="3857211"/>
            <a:ext cx="6217919" cy="1453442"/>
          </a:xfrm>
          <a:custGeom>
            <a:avLst/>
            <a:gdLst/>
            <a:ahLst/>
            <a:cxnLst/>
            <a:rect l="l" t="t" r="r" b="b"/>
            <a:pathLst>
              <a:path w="6217919" h="1453442">
                <a:moveTo>
                  <a:pt x="152400" y="1453442"/>
                </a:moveTo>
                <a:lnTo>
                  <a:pt x="6065520" y="1453442"/>
                </a:lnTo>
                <a:lnTo>
                  <a:pt x="6089861" y="1452956"/>
                </a:lnTo>
                <a:lnTo>
                  <a:pt x="6112086" y="1451501"/>
                </a:lnTo>
                <a:lnTo>
                  <a:pt x="6132194" y="1449074"/>
                </a:lnTo>
                <a:lnTo>
                  <a:pt x="6150186" y="1445678"/>
                </a:lnTo>
                <a:lnTo>
                  <a:pt x="6166061" y="1441310"/>
                </a:lnTo>
                <a:lnTo>
                  <a:pt x="6179819" y="1435972"/>
                </a:lnTo>
                <a:lnTo>
                  <a:pt x="6191461" y="1429664"/>
                </a:lnTo>
                <a:lnTo>
                  <a:pt x="6200986" y="1422385"/>
                </a:lnTo>
                <a:lnTo>
                  <a:pt x="6208394" y="1414136"/>
                </a:lnTo>
                <a:lnTo>
                  <a:pt x="6213686" y="1404916"/>
                </a:lnTo>
                <a:lnTo>
                  <a:pt x="6216861" y="1394726"/>
                </a:lnTo>
                <a:lnTo>
                  <a:pt x="6217919" y="1383565"/>
                </a:lnTo>
                <a:lnTo>
                  <a:pt x="6217919" y="69877"/>
                </a:lnTo>
                <a:lnTo>
                  <a:pt x="6216861" y="58716"/>
                </a:lnTo>
                <a:lnTo>
                  <a:pt x="6213686" y="48526"/>
                </a:lnTo>
                <a:lnTo>
                  <a:pt x="6208394" y="39306"/>
                </a:lnTo>
                <a:lnTo>
                  <a:pt x="6200986" y="31056"/>
                </a:lnTo>
                <a:lnTo>
                  <a:pt x="6191461" y="23778"/>
                </a:lnTo>
                <a:lnTo>
                  <a:pt x="6179819" y="17469"/>
                </a:lnTo>
                <a:lnTo>
                  <a:pt x="6166061" y="12131"/>
                </a:lnTo>
                <a:lnTo>
                  <a:pt x="6150186" y="7764"/>
                </a:lnTo>
                <a:lnTo>
                  <a:pt x="6132194" y="4367"/>
                </a:lnTo>
                <a:lnTo>
                  <a:pt x="6112086" y="1941"/>
                </a:lnTo>
                <a:lnTo>
                  <a:pt x="6089861" y="485"/>
                </a:lnTo>
                <a:lnTo>
                  <a:pt x="6065520" y="0"/>
                </a:lnTo>
                <a:lnTo>
                  <a:pt x="152400" y="0"/>
                </a:lnTo>
                <a:lnTo>
                  <a:pt x="128058" y="485"/>
                </a:lnTo>
                <a:lnTo>
                  <a:pt x="105833" y="1941"/>
                </a:lnTo>
                <a:lnTo>
                  <a:pt x="85725" y="4367"/>
                </a:lnTo>
                <a:lnTo>
                  <a:pt x="67733" y="7764"/>
                </a:lnTo>
                <a:lnTo>
                  <a:pt x="51858" y="12131"/>
                </a:lnTo>
                <a:lnTo>
                  <a:pt x="38100" y="17469"/>
                </a:lnTo>
                <a:lnTo>
                  <a:pt x="26458" y="23778"/>
                </a:lnTo>
                <a:lnTo>
                  <a:pt x="16933" y="31056"/>
                </a:lnTo>
                <a:lnTo>
                  <a:pt x="9525" y="39306"/>
                </a:lnTo>
                <a:lnTo>
                  <a:pt x="4233" y="48526"/>
                </a:lnTo>
                <a:lnTo>
                  <a:pt x="1058" y="58716"/>
                </a:lnTo>
                <a:lnTo>
                  <a:pt x="0" y="69877"/>
                </a:lnTo>
                <a:lnTo>
                  <a:pt x="0" y="1383565"/>
                </a:lnTo>
                <a:lnTo>
                  <a:pt x="1058" y="1394726"/>
                </a:lnTo>
                <a:lnTo>
                  <a:pt x="4233" y="1404916"/>
                </a:lnTo>
                <a:lnTo>
                  <a:pt x="9525" y="1414136"/>
                </a:lnTo>
                <a:lnTo>
                  <a:pt x="16933" y="1422385"/>
                </a:lnTo>
                <a:lnTo>
                  <a:pt x="26458" y="1429664"/>
                </a:lnTo>
                <a:lnTo>
                  <a:pt x="38100" y="1435972"/>
                </a:lnTo>
                <a:lnTo>
                  <a:pt x="51858" y="1441310"/>
                </a:lnTo>
                <a:lnTo>
                  <a:pt x="67733" y="1445678"/>
                </a:lnTo>
                <a:lnTo>
                  <a:pt x="85725" y="1449074"/>
                </a:lnTo>
                <a:lnTo>
                  <a:pt x="105833" y="1451501"/>
                </a:lnTo>
                <a:lnTo>
                  <a:pt x="128058" y="1452956"/>
                </a:lnTo>
                <a:lnTo>
                  <a:pt x="152400" y="1453442"/>
                </a:lnTo>
                <a:close/>
              </a:path>
            </a:pathLst>
          </a:custGeom>
          <a:solidFill>
            <a:srgbClr val="EEF0F3"/>
          </a:solidFill>
          <a:ln w="15393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3"/>
          <p:cNvSpPr/>
          <p:nvPr/>
        </p:nvSpPr>
        <p:spPr>
          <a:xfrm>
            <a:off x="7546847" y="2543523"/>
            <a:ext cx="73153" cy="0"/>
          </a:xfrm>
          <a:custGeom>
            <a:avLst/>
            <a:gdLst/>
            <a:ahLst/>
            <a:cxnLst/>
            <a:rect l="l" t="t" r="r" b="b"/>
            <a:pathLst>
              <a:path w="73153" h="0">
                <a:moveTo>
                  <a:pt x="0" y="0"/>
                </a:moveTo>
                <a:lnTo>
                  <a:pt x="73153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ditable path 14"/>
          <p:cNvSpPr/>
          <p:nvPr/>
        </p:nvSpPr>
        <p:spPr>
          <a:xfrm>
            <a:off x="9229344" y="2543523"/>
            <a:ext cx="341376" cy="0"/>
          </a:xfrm>
          <a:custGeom>
            <a:avLst/>
            <a:gdLst/>
            <a:ahLst/>
            <a:cxnLst/>
            <a:rect l="l" t="t" r="r" b="b"/>
            <a:pathLst>
              <a:path w="341376" h="0">
                <a:moveTo>
                  <a:pt x="0" y="0"/>
                </a:moveTo>
                <a:lnTo>
                  <a:pt x="341376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itable path 15"/>
          <p:cNvSpPr/>
          <p:nvPr/>
        </p:nvSpPr>
        <p:spPr>
          <a:xfrm>
            <a:off x="9570720" y="1732950"/>
            <a:ext cx="0" cy="810573"/>
          </a:xfrm>
          <a:custGeom>
            <a:avLst/>
            <a:gdLst/>
            <a:ahLst/>
            <a:cxnLst/>
            <a:rect l="l" t="t" r="r" b="b"/>
            <a:pathLst>
              <a:path w="0" h="810573">
                <a:moveTo>
                  <a:pt x="0" y="810573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6"/>
          <p:cNvSpPr/>
          <p:nvPr/>
        </p:nvSpPr>
        <p:spPr>
          <a:xfrm>
            <a:off x="7620000" y="3085769"/>
            <a:ext cx="1950720" cy="0"/>
          </a:xfrm>
          <a:custGeom>
            <a:avLst/>
            <a:gdLst/>
            <a:ahLst/>
            <a:cxnLst/>
            <a:rect l="l" t="t" r="r" b="b"/>
            <a:pathLst>
              <a:path w="1950720" h="0">
                <a:moveTo>
                  <a:pt x="0" y="0"/>
                </a:moveTo>
                <a:lnTo>
                  <a:pt x="1950720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itable path 17"/>
          <p:cNvSpPr/>
          <p:nvPr/>
        </p:nvSpPr>
        <p:spPr>
          <a:xfrm>
            <a:off x="12070079" y="2739179"/>
            <a:ext cx="85345" cy="0"/>
          </a:xfrm>
          <a:custGeom>
            <a:avLst/>
            <a:gdLst/>
            <a:ahLst/>
            <a:cxnLst/>
            <a:rect l="l" t="t" r="r" b="b"/>
            <a:pathLst>
              <a:path w="85345" h="0">
                <a:moveTo>
                  <a:pt x="0" y="0"/>
                </a:moveTo>
                <a:lnTo>
                  <a:pt x="85345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Editable path 18"/>
          <p:cNvSpPr/>
          <p:nvPr/>
        </p:nvSpPr>
        <p:spPr>
          <a:xfrm>
            <a:off x="12155424" y="167705"/>
            <a:ext cx="0" cy="2571474"/>
          </a:xfrm>
          <a:custGeom>
            <a:avLst/>
            <a:gdLst/>
            <a:ahLst/>
            <a:cxnLst/>
            <a:rect l="l" t="t" r="r" b="b"/>
            <a:pathLst>
              <a:path w="0" h="2571474">
                <a:moveTo>
                  <a:pt x="0" y="2571474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9"/>
          <p:cNvSpPr/>
          <p:nvPr/>
        </p:nvSpPr>
        <p:spPr>
          <a:xfrm>
            <a:off x="4206240" y="167705"/>
            <a:ext cx="7949184" cy="0"/>
          </a:xfrm>
          <a:custGeom>
            <a:avLst/>
            <a:gdLst/>
            <a:ahLst/>
            <a:cxnLst/>
            <a:rect l="l" t="t" r="r" b="b"/>
            <a:pathLst>
              <a:path w="7949184" h="0">
                <a:moveTo>
                  <a:pt x="7949184" y="0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itable path 20"/>
          <p:cNvSpPr/>
          <p:nvPr/>
        </p:nvSpPr>
        <p:spPr>
          <a:xfrm>
            <a:off x="9570720" y="167705"/>
            <a:ext cx="0" cy="1062131"/>
          </a:xfrm>
          <a:custGeom>
            <a:avLst/>
            <a:gdLst/>
            <a:ahLst/>
            <a:cxnLst/>
            <a:rect l="l" t="t" r="r" b="b"/>
            <a:pathLst>
              <a:path w="0" h="1062131">
                <a:moveTo>
                  <a:pt x="0" y="0"/>
                </a:moveTo>
                <a:lnTo>
                  <a:pt x="0" y="1062131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itable path 21"/>
          <p:cNvSpPr/>
          <p:nvPr/>
        </p:nvSpPr>
        <p:spPr>
          <a:xfrm>
            <a:off x="10911839" y="3521802"/>
            <a:ext cx="0" cy="167704"/>
          </a:xfrm>
          <a:custGeom>
            <a:avLst/>
            <a:gdLst/>
            <a:ahLst/>
            <a:cxnLst/>
            <a:rect l="l" t="t" r="r" b="b"/>
            <a:pathLst>
              <a:path w="0" h="167704">
                <a:moveTo>
                  <a:pt x="0" y="0"/>
                </a:moveTo>
                <a:lnTo>
                  <a:pt x="0" y="167704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22"/>
          <p:cNvSpPr/>
          <p:nvPr/>
        </p:nvSpPr>
        <p:spPr>
          <a:xfrm>
            <a:off x="1280160" y="3689506"/>
            <a:ext cx="9631679" cy="0"/>
          </a:xfrm>
          <a:custGeom>
            <a:avLst/>
            <a:gdLst/>
            <a:ahLst/>
            <a:cxnLst/>
            <a:rect l="l" t="t" r="r" b="b"/>
            <a:pathLst>
              <a:path w="9631679" h="0">
                <a:moveTo>
                  <a:pt x="9631679" y="0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itable path 23"/>
          <p:cNvSpPr/>
          <p:nvPr/>
        </p:nvSpPr>
        <p:spPr>
          <a:xfrm>
            <a:off x="5486400" y="4583932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ditable path 24"/>
          <p:cNvSpPr/>
          <p:nvPr/>
        </p:nvSpPr>
        <p:spPr>
          <a:xfrm>
            <a:off x="5669280" y="2543523"/>
            <a:ext cx="0" cy="2040409"/>
          </a:xfrm>
          <a:custGeom>
            <a:avLst/>
            <a:gdLst/>
            <a:ahLst/>
            <a:cxnLst/>
            <a:rect l="l" t="t" r="r" b="b"/>
            <a:pathLst>
              <a:path w="0" h="2040409">
                <a:moveTo>
                  <a:pt x="0" y="2040409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25"/>
          <p:cNvSpPr/>
          <p:nvPr/>
        </p:nvSpPr>
        <p:spPr>
          <a:xfrm>
            <a:off x="5486400" y="2236064"/>
            <a:ext cx="182880" cy="0"/>
          </a:xfrm>
          <a:custGeom>
            <a:avLst/>
            <a:gdLst/>
            <a:ahLst/>
            <a:cxnLst/>
            <a:rect l="l" t="t" r="r" b="b"/>
            <a:pathLst>
              <a:path w="182880" h="0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8946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ditable path 26"/>
          <p:cNvSpPr/>
          <p:nvPr/>
        </p:nvSpPr>
        <p:spPr>
          <a:xfrm>
            <a:off x="5669280" y="2236064"/>
            <a:ext cx="0" cy="1509344"/>
          </a:xfrm>
          <a:custGeom>
            <a:avLst/>
            <a:gdLst/>
            <a:ahLst/>
            <a:cxnLst/>
            <a:rect l="l" t="t" r="r" b="b"/>
            <a:pathLst>
              <a:path w="0" h="1509344">
                <a:moveTo>
                  <a:pt x="0" y="0"/>
                </a:moveTo>
                <a:lnTo>
                  <a:pt x="0" y="1509344"/>
                </a:lnTo>
              </a:path>
            </a:pathLst>
          </a:custGeom>
          <a:noFill/>
          <a:ln w="18946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ditable path 27"/>
          <p:cNvSpPr/>
          <p:nvPr/>
        </p:nvSpPr>
        <p:spPr>
          <a:xfrm>
            <a:off x="5669280" y="3745408"/>
            <a:ext cx="1645920" cy="0"/>
          </a:xfrm>
          <a:custGeom>
            <a:avLst/>
            <a:gdLst/>
            <a:ahLst/>
            <a:cxnLst/>
            <a:rect l="l" t="t" r="r" b="b"/>
            <a:pathLst>
              <a:path w="1645920" h="0">
                <a:moveTo>
                  <a:pt x="0" y="0"/>
                </a:moveTo>
                <a:lnTo>
                  <a:pt x="1645920" y="0"/>
                </a:lnTo>
              </a:path>
            </a:pathLst>
          </a:custGeom>
          <a:noFill/>
          <a:ln w="18946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ditable path 28"/>
          <p:cNvSpPr/>
          <p:nvPr/>
        </p:nvSpPr>
        <p:spPr>
          <a:xfrm>
            <a:off x="10485119" y="3689506"/>
            <a:ext cx="0" cy="167705"/>
          </a:xfrm>
          <a:custGeom>
            <a:avLst/>
            <a:gdLst/>
            <a:ahLst/>
            <a:cxnLst/>
            <a:rect l="l" t="t" r="r" b="b"/>
            <a:pathLst>
              <a:path w="0" h="167705">
                <a:moveTo>
                  <a:pt x="0" y="167705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9"/>
          <p:cNvSpPr/>
          <p:nvPr/>
        </p:nvSpPr>
        <p:spPr>
          <a:xfrm>
            <a:off x="9570720" y="3689506"/>
            <a:ext cx="914399" cy="0"/>
          </a:xfrm>
          <a:custGeom>
            <a:avLst/>
            <a:gdLst/>
            <a:ahLst/>
            <a:cxnLst/>
            <a:rect l="l" t="t" r="r" b="b"/>
            <a:pathLst>
              <a:path w="914399" h="0">
                <a:moveTo>
                  <a:pt x="914399" y="0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30"/>
          <p:cNvSpPr/>
          <p:nvPr/>
        </p:nvSpPr>
        <p:spPr>
          <a:xfrm>
            <a:off x="2560320" y="1397540"/>
            <a:ext cx="344577" cy="0"/>
          </a:xfrm>
          <a:custGeom>
            <a:avLst/>
            <a:gdLst/>
            <a:ahLst/>
            <a:cxnLst/>
            <a:rect l="l" t="t" r="r" b="b"/>
            <a:pathLst>
              <a:path w="344577" h="0">
                <a:moveTo>
                  <a:pt x="0" y="0"/>
                </a:moveTo>
                <a:lnTo>
                  <a:pt x="30333" y="0"/>
                </a:lnTo>
                <a:lnTo>
                  <a:pt x="60371" y="0"/>
                </a:lnTo>
                <a:lnTo>
                  <a:pt x="90116" y="0"/>
                </a:lnTo>
                <a:lnTo>
                  <a:pt x="119566" y="0"/>
                </a:lnTo>
                <a:lnTo>
                  <a:pt x="148722" y="0"/>
                </a:lnTo>
                <a:lnTo>
                  <a:pt x="177584" y="0"/>
                </a:lnTo>
                <a:lnTo>
                  <a:pt x="206152" y="0"/>
                </a:lnTo>
                <a:lnTo>
                  <a:pt x="234425" y="0"/>
                </a:lnTo>
                <a:lnTo>
                  <a:pt x="262405" y="0"/>
                </a:lnTo>
                <a:lnTo>
                  <a:pt x="290090" y="0"/>
                </a:lnTo>
                <a:lnTo>
                  <a:pt x="317480" y="0"/>
                </a:lnTo>
                <a:lnTo>
                  <a:pt x="344577" y="0"/>
                </a:lnTo>
              </a:path>
            </a:pathLst>
          </a:custGeom>
          <a:noFill/>
          <a:ln w="18946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31"/>
          <p:cNvSpPr/>
          <p:nvPr/>
        </p:nvSpPr>
        <p:spPr>
          <a:xfrm>
            <a:off x="2838585" y="1364384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B8893E"/>
          </a:solidFill>
          <a:ln w="18946">
            <a:solidFill>
              <a:srgbClr val="B889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32"/>
          <p:cNvSpPr/>
          <p:nvPr/>
        </p:nvSpPr>
        <p:spPr>
          <a:xfrm>
            <a:off x="6778751" y="1788852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8"/>
                </a:lnTo>
                <a:lnTo>
                  <a:pt x="0" y="27362"/>
                </a:lnTo>
                <a:lnTo>
                  <a:pt x="0" y="40602"/>
                </a:lnTo>
                <a:lnTo>
                  <a:pt x="0" y="53548"/>
                </a:lnTo>
                <a:lnTo>
                  <a:pt x="0" y="66199"/>
                </a:lnTo>
                <a:lnTo>
                  <a:pt x="0" y="78556"/>
                </a:lnTo>
                <a:lnTo>
                  <a:pt x="0" y="90619"/>
                </a:lnTo>
                <a:lnTo>
                  <a:pt x="0" y="102388"/>
                </a:lnTo>
                <a:lnTo>
                  <a:pt x="0" y="113863"/>
                </a:lnTo>
                <a:lnTo>
                  <a:pt x="0" y="125043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33"/>
          <p:cNvSpPr/>
          <p:nvPr/>
        </p:nvSpPr>
        <p:spPr>
          <a:xfrm>
            <a:off x="6745595" y="1869061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6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Editable path 34"/>
          <p:cNvSpPr/>
          <p:nvPr/>
        </p:nvSpPr>
        <p:spPr>
          <a:xfrm>
            <a:off x="8461248" y="1788852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8"/>
                </a:lnTo>
                <a:lnTo>
                  <a:pt x="0" y="27362"/>
                </a:lnTo>
                <a:lnTo>
                  <a:pt x="0" y="40602"/>
                </a:lnTo>
                <a:lnTo>
                  <a:pt x="0" y="53548"/>
                </a:lnTo>
                <a:lnTo>
                  <a:pt x="0" y="66199"/>
                </a:lnTo>
                <a:lnTo>
                  <a:pt x="0" y="78556"/>
                </a:lnTo>
                <a:lnTo>
                  <a:pt x="0" y="90619"/>
                </a:lnTo>
                <a:lnTo>
                  <a:pt x="0" y="102388"/>
                </a:lnTo>
                <a:lnTo>
                  <a:pt x="0" y="113863"/>
                </a:lnTo>
                <a:lnTo>
                  <a:pt x="0" y="125043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Editable path 35"/>
          <p:cNvSpPr/>
          <p:nvPr/>
        </p:nvSpPr>
        <p:spPr>
          <a:xfrm>
            <a:off x="8428091" y="1869061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7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0ABAB5"/>
          </a:solidFill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Editable path 36"/>
          <p:cNvSpPr/>
          <p:nvPr/>
        </p:nvSpPr>
        <p:spPr>
          <a:xfrm>
            <a:off x="5486400" y="1509344"/>
            <a:ext cx="503073" cy="0"/>
          </a:xfrm>
          <a:custGeom>
            <a:avLst/>
            <a:gdLst/>
            <a:ahLst/>
            <a:cxnLst/>
            <a:rect l="l" t="t" r="r" b="b"/>
            <a:pathLst>
              <a:path w="503073" h="0">
                <a:moveTo>
                  <a:pt x="0" y="0"/>
                </a:moveTo>
                <a:lnTo>
                  <a:pt x="43541" y="0"/>
                </a:lnTo>
                <a:lnTo>
                  <a:pt x="86787" y="0"/>
                </a:lnTo>
                <a:lnTo>
                  <a:pt x="129740" y="0"/>
                </a:lnTo>
                <a:lnTo>
                  <a:pt x="172398" y="0"/>
                </a:lnTo>
                <a:lnTo>
                  <a:pt x="214762" y="0"/>
                </a:lnTo>
                <a:lnTo>
                  <a:pt x="256832" y="0"/>
                </a:lnTo>
                <a:lnTo>
                  <a:pt x="298608" y="0"/>
                </a:lnTo>
                <a:lnTo>
                  <a:pt x="340089" y="0"/>
                </a:lnTo>
                <a:lnTo>
                  <a:pt x="381276" y="0"/>
                </a:lnTo>
                <a:lnTo>
                  <a:pt x="422170" y="0"/>
                </a:lnTo>
                <a:lnTo>
                  <a:pt x="462768" y="0"/>
                </a:lnTo>
                <a:lnTo>
                  <a:pt x="503073" y="0"/>
                </a:lnTo>
              </a:path>
            </a:pathLst>
          </a:custGeom>
          <a:noFill/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Editable path 37"/>
          <p:cNvSpPr/>
          <p:nvPr/>
        </p:nvSpPr>
        <p:spPr>
          <a:xfrm>
            <a:off x="5923161" y="1476188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Editable path 38"/>
          <p:cNvSpPr/>
          <p:nvPr/>
        </p:nvSpPr>
        <p:spPr>
          <a:xfrm>
            <a:off x="7620000" y="2543523"/>
            <a:ext cx="0" cy="521063"/>
          </a:xfrm>
          <a:custGeom>
            <a:avLst/>
            <a:gdLst/>
            <a:ahLst/>
            <a:cxnLst/>
            <a:rect l="l" t="t" r="r" b="b"/>
            <a:pathLst>
              <a:path w="0" h="521063">
                <a:moveTo>
                  <a:pt x="0" y="0"/>
                </a:moveTo>
                <a:lnTo>
                  <a:pt x="0" y="45040"/>
                </a:lnTo>
                <a:lnTo>
                  <a:pt x="0" y="89786"/>
                </a:lnTo>
                <a:lnTo>
                  <a:pt x="0" y="134238"/>
                </a:lnTo>
                <a:lnTo>
                  <a:pt x="0" y="178395"/>
                </a:lnTo>
                <a:lnTo>
                  <a:pt x="0" y="222258"/>
                </a:lnTo>
                <a:lnTo>
                  <a:pt x="0" y="265827"/>
                </a:lnTo>
                <a:lnTo>
                  <a:pt x="0" y="309102"/>
                </a:lnTo>
                <a:lnTo>
                  <a:pt x="0" y="352083"/>
                </a:lnTo>
                <a:lnTo>
                  <a:pt x="0" y="394769"/>
                </a:lnTo>
                <a:lnTo>
                  <a:pt x="0" y="437161"/>
                </a:lnTo>
                <a:lnTo>
                  <a:pt x="0" y="479259"/>
                </a:lnTo>
                <a:lnTo>
                  <a:pt x="0" y="521063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Editable path 39"/>
          <p:cNvSpPr/>
          <p:nvPr/>
        </p:nvSpPr>
        <p:spPr>
          <a:xfrm>
            <a:off x="7586844" y="2998274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40"/>
          <p:cNvSpPr/>
          <p:nvPr/>
        </p:nvSpPr>
        <p:spPr>
          <a:xfrm>
            <a:off x="9570720" y="1732950"/>
            <a:ext cx="283617" cy="0"/>
          </a:xfrm>
          <a:custGeom>
            <a:avLst/>
            <a:gdLst/>
            <a:ahLst/>
            <a:cxnLst/>
            <a:rect l="l" t="t" r="r" b="b"/>
            <a:pathLst>
              <a:path w="283617" h="0">
                <a:moveTo>
                  <a:pt x="0" y="0"/>
                </a:moveTo>
                <a:lnTo>
                  <a:pt x="25253" y="0"/>
                </a:lnTo>
                <a:lnTo>
                  <a:pt x="50211" y="0"/>
                </a:lnTo>
                <a:lnTo>
                  <a:pt x="74876" y="0"/>
                </a:lnTo>
                <a:lnTo>
                  <a:pt x="99246" y="0"/>
                </a:lnTo>
                <a:lnTo>
                  <a:pt x="123322" y="0"/>
                </a:lnTo>
                <a:lnTo>
                  <a:pt x="147104" y="0"/>
                </a:lnTo>
                <a:lnTo>
                  <a:pt x="170591" y="0"/>
                </a:lnTo>
                <a:lnTo>
                  <a:pt x="193785" y="0"/>
                </a:lnTo>
                <a:lnTo>
                  <a:pt x="216684" y="0"/>
                </a:lnTo>
                <a:lnTo>
                  <a:pt x="239289" y="0"/>
                </a:lnTo>
                <a:lnTo>
                  <a:pt x="261600" y="0"/>
                </a:lnTo>
                <a:lnTo>
                  <a:pt x="283617" y="0"/>
                </a:lnTo>
              </a:path>
            </a:pathLst>
          </a:custGeom>
          <a:noFill/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41"/>
          <p:cNvSpPr/>
          <p:nvPr/>
        </p:nvSpPr>
        <p:spPr>
          <a:xfrm>
            <a:off x="9788025" y="1699794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0ABAB5"/>
          </a:solidFill>
          <a:ln w="18946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Editable path 42"/>
          <p:cNvSpPr/>
          <p:nvPr/>
        </p:nvSpPr>
        <p:spPr>
          <a:xfrm>
            <a:off x="9570720" y="2564706"/>
            <a:ext cx="0" cy="521063"/>
          </a:xfrm>
          <a:custGeom>
            <a:avLst/>
            <a:gdLst/>
            <a:ahLst/>
            <a:cxnLst/>
            <a:rect l="l" t="t" r="r" b="b"/>
            <a:pathLst>
              <a:path w="0" h="521063">
                <a:moveTo>
                  <a:pt x="0" y="521063"/>
                </a:moveTo>
                <a:lnTo>
                  <a:pt x="0" y="476023"/>
                </a:lnTo>
                <a:lnTo>
                  <a:pt x="0" y="431277"/>
                </a:lnTo>
                <a:lnTo>
                  <a:pt x="0" y="386825"/>
                </a:lnTo>
                <a:lnTo>
                  <a:pt x="0" y="342668"/>
                </a:lnTo>
                <a:lnTo>
                  <a:pt x="0" y="298805"/>
                </a:lnTo>
                <a:lnTo>
                  <a:pt x="0" y="255236"/>
                </a:lnTo>
                <a:lnTo>
                  <a:pt x="0" y="211961"/>
                </a:lnTo>
                <a:lnTo>
                  <a:pt x="0" y="168980"/>
                </a:lnTo>
                <a:lnTo>
                  <a:pt x="0" y="126294"/>
                </a:lnTo>
                <a:lnTo>
                  <a:pt x="0" y="83902"/>
                </a:lnTo>
                <a:lnTo>
                  <a:pt x="0" y="41804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Editable path 43"/>
          <p:cNvSpPr/>
          <p:nvPr/>
        </p:nvSpPr>
        <p:spPr>
          <a:xfrm>
            <a:off x="9537563" y="2564706"/>
            <a:ext cx="66313" cy="66312"/>
          </a:xfrm>
          <a:custGeom>
            <a:avLst/>
            <a:gdLst/>
            <a:ahLst/>
            <a:cxnLst/>
            <a:rect l="l" t="t" r="r" b="b"/>
            <a:pathLst>
              <a:path w="66313" h="66312">
                <a:moveTo>
                  <a:pt x="0" y="66312"/>
                </a:moveTo>
                <a:lnTo>
                  <a:pt x="33157" y="0"/>
                </a:lnTo>
                <a:lnTo>
                  <a:pt x="66313" y="66312"/>
                </a:lnTo>
                <a:lnTo>
                  <a:pt x="0" y="66312"/>
                </a:lnTo>
                <a:close/>
              </a:path>
            </a:pathLst>
          </a:custGeom>
          <a:solidFill>
            <a:srgbClr val="FF9500"/>
          </a:solidFill>
          <a:ln w="18946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44"/>
          <p:cNvSpPr/>
          <p:nvPr/>
        </p:nvSpPr>
        <p:spPr>
          <a:xfrm>
            <a:off x="10911839" y="1844753"/>
            <a:ext cx="0" cy="202424"/>
          </a:xfrm>
          <a:custGeom>
            <a:avLst/>
            <a:gdLst/>
            <a:ahLst/>
            <a:cxnLst/>
            <a:rect l="l" t="t" r="r" b="b"/>
            <a:pathLst>
              <a:path w="0" h="202424">
                <a:moveTo>
                  <a:pt x="0" y="0"/>
                </a:moveTo>
                <a:lnTo>
                  <a:pt x="0" y="18487"/>
                </a:lnTo>
                <a:lnTo>
                  <a:pt x="0" y="36680"/>
                </a:lnTo>
                <a:lnTo>
                  <a:pt x="0" y="54578"/>
                </a:lnTo>
                <a:lnTo>
                  <a:pt x="0" y="72182"/>
                </a:lnTo>
                <a:lnTo>
                  <a:pt x="0" y="89492"/>
                </a:lnTo>
                <a:lnTo>
                  <a:pt x="0" y="106508"/>
                </a:lnTo>
                <a:lnTo>
                  <a:pt x="0" y="123229"/>
                </a:lnTo>
                <a:lnTo>
                  <a:pt x="0" y="139657"/>
                </a:lnTo>
                <a:lnTo>
                  <a:pt x="0" y="155790"/>
                </a:lnTo>
                <a:lnTo>
                  <a:pt x="0" y="171629"/>
                </a:lnTo>
                <a:lnTo>
                  <a:pt x="0" y="187173"/>
                </a:lnTo>
                <a:lnTo>
                  <a:pt x="0" y="202424"/>
                </a:lnTo>
              </a:path>
            </a:pathLst>
          </a:custGeom>
          <a:noFill/>
          <a:ln w="18946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Editable path 45"/>
          <p:cNvSpPr/>
          <p:nvPr/>
        </p:nvSpPr>
        <p:spPr>
          <a:xfrm>
            <a:off x="10878683" y="1980865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4E8C5A"/>
          </a:solidFill>
          <a:ln w="18946">
            <a:solidFill>
              <a:srgbClr val="4E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Editable path 46"/>
          <p:cNvSpPr/>
          <p:nvPr/>
        </p:nvSpPr>
        <p:spPr>
          <a:xfrm>
            <a:off x="4206240" y="167705"/>
            <a:ext cx="0" cy="202424"/>
          </a:xfrm>
          <a:custGeom>
            <a:avLst/>
            <a:gdLst/>
            <a:ahLst/>
            <a:cxnLst/>
            <a:rect l="l" t="t" r="r" b="b"/>
            <a:pathLst>
              <a:path w="0" h="202424">
                <a:moveTo>
                  <a:pt x="0" y="0"/>
                </a:moveTo>
                <a:lnTo>
                  <a:pt x="0" y="18487"/>
                </a:lnTo>
                <a:lnTo>
                  <a:pt x="0" y="36679"/>
                </a:lnTo>
                <a:lnTo>
                  <a:pt x="0" y="54578"/>
                </a:lnTo>
                <a:lnTo>
                  <a:pt x="0" y="72182"/>
                </a:lnTo>
                <a:lnTo>
                  <a:pt x="0" y="89492"/>
                </a:lnTo>
                <a:lnTo>
                  <a:pt x="0" y="106507"/>
                </a:lnTo>
                <a:lnTo>
                  <a:pt x="0" y="123229"/>
                </a:lnTo>
                <a:lnTo>
                  <a:pt x="0" y="139656"/>
                </a:lnTo>
                <a:lnTo>
                  <a:pt x="0" y="155790"/>
                </a:lnTo>
                <a:lnTo>
                  <a:pt x="0" y="171628"/>
                </a:lnTo>
                <a:lnTo>
                  <a:pt x="0" y="187173"/>
                </a:lnTo>
                <a:lnTo>
                  <a:pt x="0" y="202424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47"/>
          <p:cNvSpPr/>
          <p:nvPr/>
        </p:nvSpPr>
        <p:spPr>
          <a:xfrm>
            <a:off x="4173083" y="303816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0"/>
                </a:moveTo>
                <a:lnTo>
                  <a:pt x="33157" y="66313"/>
                </a:lnTo>
                <a:lnTo>
                  <a:pt x="0" y="0"/>
                </a:lnTo>
                <a:lnTo>
                  <a:pt x="66313" y="0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Editable path 48"/>
          <p:cNvSpPr/>
          <p:nvPr/>
        </p:nvSpPr>
        <p:spPr>
          <a:xfrm>
            <a:off x="9250526" y="1229836"/>
            <a:ext cx="320194" cy="0"/>
          </a:xfrm>
          <a:custGeom>
            <a:avLst/>
            <a:gdLst/>
            <a:ahLst/>
            <a:cxnLst/>
            <a:rect l="l" t="t" r="r" b="b"/>
            <a:pathLst>
              <a:path w="320194" h="0">
                <a:moveTo>
                  <a:pt x="320194" y="0"/>
                </a:moveTo>
                <a:lnTo>
                  <a:pt x="291893" y="0"/>
                </a:lnTo>
                <a:lnTo>
                  <a:pt x="263886" y="0"/>
                </a:lnTo>
                <a:lnTo>
                  <a:pt x="236174" y="0"/>
                </a:lnTo>
                <a:lnTo>
                  <a:pt x="208755" y="0"/>
                </a:lnTo>
                <a:lnTo>
                  <a:pt x="181631" y="0"/>
                </a:lnTo>
                <a:lnTo>
                  <a:pt x="154801" y="0"/>
                </a:lnTo>
                <a:lnTo>
                  <a:pt x="128266" y="0"/>
                </a:lnTo>
                <a:lnTo>
                  <a:pt x="102024" y="0"/>
                </a:lnTo>
                <a:lnTo>
                  <a:pt x="76077" y="0"/>
                </a:lnTo>
                <a:lnTo>
                  <a:pt x="50424" y="0"/>
                </a:lnTo>
                <a:lnTo>
                  <a:pt x="25065" y="0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Editable path 49"/>
          <p:cNvSpPr/>
          <p:nvPr/>
        </p:nvSpPr>
        <p:spPr>
          <a:xfrm>
            <a:off x="9250526" y="1196679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66313" y="66313"/>
                </a:moveTo>
                <a:lnTo>
                  <a:pt x="0" y="33157"/>
                </a:lnTo>
                <a:lnTo>
                  <a:pt x="66313" y="0"/>
                </a:lnTo>
                <a:lnTo>
                  <a:pt x="66313" y="66313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50"/>
          <p:cNvSpPr/>
          <p:nvPr/>
        </p:nvSpPr>
        <p:spPr>
          <a:xfrm>
            <a:off x="2560320" y="4583932"/>
            <a:ext cx="466497" cy="0"/>
          </a:xfrm>
          <a:custGeom>
            <a:avLst/>
            <a:gdLst/>
            <a:ahLst/>
            <a:cxnLst/>
            <a:rect l="l" t="t" r="r" b="b"/>
            <a:pathLst>
              <a:path w="466497" h="0">
                <a:moveTo>
                  <a:pt x="0" y="0"/>
                </a:moveTo>
                <a:lnTo>
                  <a:pt x="40493" y="0"/>
                </a:lnTo>
                <a:lnTo>
                  <a:pt x="80691" y="0"/>
                </a:lnTo>
                <a:lnTo>
                  <a:pt x="120596" y="0"/>
                </a:lnTo>
                <a:lnTo>
                  <a:pt x="160206" y="0"/>
                </a:lnTo>
                <a:lnTo>
                  <a:pt x="199522" y="0"/>
                </a:lnTo>
                <a:lnTo>
                  <a:pt x="238544" y="0"/>
                </a:lnTo>
                <a:lnTo>
                  <a:pt x="277272" y="0"/>
                </a:lnTo>
                <a:lnTo>
                  <a:pt x="315705" y="0"/>
                </a:lnTo>
                <a:lnTo>
                  <a:pt x="353845" y="0"/>
                </a:lnTo>
                <a:lnTo>
                  <a:pt x="391690" y="0"/>
                </a:lnTo>
                <a:lnTo>
                  <a:pt x="429240" y="0"/>
                </a:lnTo>
                <a:lnTo>
                  <a:pt x="466497" y="0"/>
                </a:lnTo>
              </a:path>
            </a:pathLst>
          </a:custGeom>
          <a:noFill/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Editable path 51"/>
          <p:cNvSpPr/>
          <p:nvPr/>
        </p:nvSpPr>
        <p:spPr>
          <a:xfrm>
            <a:off x="2960505" y="455077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Editable path 52"/>
          <p:cNvSpPr/>
          <p:nvPr/>
        </p:nvSpPr>
        <p:spPr>
          <a:xfrm>
            <a:off x="1280160" y="3689506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0"/>
                </a:moveTo>
                <a:lnTo>
                  <a:pt x="0" y="13829"/>
                </a:lnTo>
                <a:lnTo>
                  <a:pt x="0" y="27363"/>
                </a:lnTo>
                <a:lnTo>
                  <a:pt x="0" y="40603"/>
                </a:lnTo>
                <a:lnTo>
                  <a:pt x="0" y="53548"/>
                </a:lnTo>
                <a:lnTo>
                  <a:pt x="0" y="66200"/>
                </a:lnTo>
                <a:lnTo>
                  <a:pt x="0" y="78557"/>
                </a:lnTo>
                <a:lnTo>
                  <a:pt x="0" y="90620"/>
                </a:lnTo>
                <a:lnTo>
                  <a:pt x="0" y="102389"/>
                </a:lnTo>
                <a:lnTo>
                  <a:pt x="0" y="113863"/>
                </a:lnTo>
                <a:lnTo>
                  <a:pt x="0" y="125044"/>
                </a:lnTo>
                <a:lnTo>
                  <a:pt x="0" y="135930"/>
                </a:lnTo>
                <a:lnTo>
                  <a:pt x="0" y="146522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53"/>
          <p:cNvSpPr/>
          <p:nvPr/>
        </p:nvSpPr>
        <p:spPr>
          <a:xfrm>
            <a:off x="1247004" y="376971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Editable path 54"/>
          <p:cNvSpPr/>
          <p:nvPr/>
        </p:nvSpPr>
        <p:spPr>
          <a:xfrm>
            <a:off x="5669280" y="2543523"/>
            <a:ext cx="320193" cy="0"/>
          </a:xfrm>
          <a:custGeom>
            <a:avLst/>
            <a:gdLst/>
            <a:ahLst/>
            <a:cxnLst/>
            <a:rect l="l" t="t" r="r" b="b"/>
            <a:pathLst>
              <a:path w="320193" h="0">
                <a:moveTo>
                  <a:pt x="0" y="0"/>
                </a:moveTo>
                <a:lnTo>
                  <a:pt x="28301" y="0"/>
                </a:lnTo>
                <a:lnTo>
                  <a:pt x="56307" y="0"/>
                </a:lnTo>
                <a:lnTo>
                  <a:pt x="84020" y="0"/>
                </a:lnTo>
                <a:lnTo>
                  <a:pt x="111438" y="0"/>
                </a:lnTo>
                <a:lnTo>
                  <a:pt x="138562" y="0"/>
                </a:lnTo>
                <a:lnTo>
                  <a:pt x="165392" y="0"/>
                </a:lnTo>
                <a:lnTo>
                  <a:pt x="191928" y="0"/>
                </a:lnTo>
                <a:lnTo>
                  <a:pt x="218169" y="0"/>
                </a:lnTo>
                <a:lnTo>
                  <a:pt x="244116" y="0"/>
                </a:lnTo>
                <a:lnTo>
                  <a:pt x="269769" y="0"/>
                </a:lnTo>
                <a:lnTo>
                  <a:pt x="295128" y="0"/>
                </a:lnTo>
                <a:lnTo>
                  <a:pt x="320193" y="0"/>
                </a:lnTo>
              </a:path>
            </a:pathLst>
          </a:custGeom>
          <a:noFill/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Editable path 55"/>
          <p:cNvSpPr/>
          <p:nvPr/>
        </p:nvSpPr>
        <p:spPr>
          <a:xfrm>
            <a:off x="5923161" y="2510367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0" y="0"/>
                </a:moveTo>
                <a:lnTo>
                  <a:pt x="66312" y="33156"/>
                </a:lnTo>
                <a:lnTo>
                  <a:pt x="0" y="66312"/>
                </a:lnTo>
                <a:lnTo>
                  <a:pt x="0" y="0"/>
                </a:lnTo>
                <a:close/>
              </a:path>
            </a:pathLst>
          </a:custGeom>
          <a:solidFill>
            <a:srgbClr val="B8893E"/>
          </a:solidFill>
          <a:ln w="18946">
            <a:solidFill>
              <a:srgbClr val="B8893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56"/>
          <p:cNvSpPr/>
          <p:nvPr/>
        </p:nvSpPr>
        <p:spPr>
          <a:xfrm>
            <a:off x="7315200" y="3745408"/>
            <a:ext cx="0" cy="90620"/>
          </a:xfrm>
          <a:custGeom>
            <a:avLst/>
            <a:gdLst/>
            <a:ahLst/>
            <a:cxnLst/>
            <a:rect l="l" t="t" r="r" b="b"/>
            <a:pathLst>
              <a:path w="0" h="90620">
                <a:moveTo>
                  <a:pt x="0" y="0"/>
                </a:moveTo>
                <a:lnTo>
                  <a:pt x="0" y="9170"/>
                </a:lnTo>
                <a:lnTo>
                  <a:pt x="0" y="18045"/>
                </a:lnTo>
                <a:lnTo>
                  <a:pt x="0" y="26627"/>
                </a:lnTo>
                <a:lnTo>
                  <a:pt x="0" y="34914"/>
                </a:lnTo>
                <a:lnTo>
                  <a:pt x="0" y="42907"/>
                </a:lnTo>
                <a:lnTo>
                  <a:pt x="0" y="50606"/>
                </a:lnTo>
                <a:lnTo>
                  <a:pt x="0" y="58010"/>
                </a:lnTo>
                <a:lnTo>
                  <a:pt x="0" y="65121"/>
                </a:lnTo>
                <a:lnTo>
                  <a:pt x="0" y="71937"/>
                </a:lnTo>
                <a:lnTo>
                  <a:pt x="0" y="78459"/>
                </a:lnTo>
                <a:lnTo>
                  <a:pt x="0" y="84687"/>
                </a:lnTo>
                <a:lnTo>
                  <a:pt x="0" y="90620"/>
                </a:lnTo>
              </a:path>
            </a:pathLst>
          </a:custGeom>
          <a:noFill/>
          <a:ln w="18946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Editable path 57"/>
          <p:cNvSpPr/>
          <p:nvPr/>
        </p:nvSpPr>
        <p:spPr>
          <a:xfrm>
            <a:off x="7282044" y="3769716"/>
            <a:ext cx="66312" cy="66312"/>
          </a:xfrm>
          <a:custGeom>
            <a:avLst/>
            <a:gdLst/>
            <a:ahLst/>
            <a:cxnLst/>
            <a:rect l="l" t="t" r="r" b="b"/>
            <a:pathLst>
              <a:path w="66312" h="66312">
                <a:moveTo>
                  <a:pt x="66312" y="0"/>
                </a:moveTo>
                <a:lnTo>
                  <a:pt x="33156" y="66312"/>
                </a:lnTo>
                <a:lnTo>
                  <a:pt x="0" y="0"/>
                </a:lnTo>
                <a:lnTo>
                  <a:pt x="66312" y="0"/>
                </a:lnTo>
                <a:close/>
              </a:path>
            </a:pathLst>
          </a:custGeom>
          <a:solidFill>
            <a:srgbClr val="7C5AA6"/>
          </a:solidFill>
          <a:ln w="18946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Editable path 58"/>
          <p:cNvSpPr/>
          <p:nvPr/>
        </p:nvSpPr>
        <p:spPr>
          <a:xfrm>
            <a:off x="9570720" y="3542984"/>
            <a:ext cx="0" cy="146522"/>
          </a:xfrm>
          <a:custGeom>
            <a:avLst/>
            <a:gdLst/>
            <a:ahLst/>
            <a:cxnLst/>
            <a:rect l="l" t="t" r="r" b="b"/>
            <a:pathLst>
              <a:path w="0" h="146522">
                <a:moveTo>
                  <a:pt x="0" y="146522"/>
                </a:moveTo>
                <a:lnTo>
                  <a:pt x="0" y="132694"/>
                </a:lnTo>
                <a:lnTo>
                  <a:pt x="0" y="119160"/>
                </a:lnTo>
                <a:lnTo>
                  <a:pt x="0" y="105920"/>
                </a:lnTo>
                <a:lnTo>
                  <a:pt x="0" y="92974"/>
                </a:lnTo>
                <a:lnTo>
                  <a:pt x="0" y="80323"/>
                </a:lnTo>
                <a:lnTo>
                  <a:pt x="0" y="67965"/>
                </a:lnTo>
                <a:lnTo>
                  <a:pt x="0" y="55902"/>
                </a:lnTo>
                <a:lnTo>
                  <a:pt x="0" y="44133"/>
                </a:lnTo>
                <a:lnTo>
                  <a:pt x="0" y="32659"/>
                </a:lnTo>
                <a:lnTo>
                  <a:pt x="0" y="21478"/>
                </a:lnTo>
                <a:lnTo>
                  <a:pt x="0" y="10592"/>
                </a:lnTo>
                <a:lnTo>
                  <a:pt x="0" y="0"/>
                </a:lnTo>
              </a:path>
            </a:pathLst>
          </a:custGeom>
          <a:noFill/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59"/>
          <p:cNvSpPr/>
          <p:nvPr/>
        </p:nvSpPr>
        <p:spPr>
          <a:xfrm>
            <a:off x="9537563" y="3542984"/>
            <a:ext cx="66313" cy="66313"/>
          </a:xfrm>
          <a:custGeom>
            <a:avLst/>
            <a:gdLst/>
            <a:ahLst/>
            <a:cxnLst/>
            <a:rect l="l" t="t" r="r" b="b"/>
            <a:pathLst>
              <a:path w="66313" h="66313">
                <a:moveTo>
                  <a:pt x="0" y="66313"/>
                </a:moveTo>
                <a:lnTo>
                  <a:pt x="33157" y="0"/>
                </a:lnTo>
                <a:lnTo>
                  <a:pt x="66313" y="66313"/>
                </a:lnTo>
                <a:lnTo>
                  <a:pt x="0" y="66313"/>
                </a:lnTo>
                <a:close/>
              </a:path>
            </a:pathLst>
          </a:custGeom>
          <a:solidFill>
            <a:srgbClr val="6B7280"/>
          </a:solidFill>
          <a:ln w="18946">
            <a:solidFill>
              <a:srgbClr val="6B728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68" y="1090081"/>
            <a:ext cx="647950" cy="1285737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5" y="2471656"/>
            <a:ext cx="524255" cy="322619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79" y="2442494"/>
            <a:ext cx="524256" cy="380942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5503" y="2491865"/>
            <a:ext cx="524255" cy="2822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7" y="2441539"/>
            <a:ext cx="524255" cy="382853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9991" y="2951604"/>
            <a:ext cx="805521" cy="514295"/>
          </a:xfrm>
          <a:prstGeom prst="rect">
            <a:avLst/>
          </a:prstGeom>
        </p:spPr>
      </p:pic>
      <p:sp>
        <p:nvSpPr>
          <p:cNvPr id="67" name="Editable path 60"/>
          <p:cNvSpPr/>
          <p:nvPr/>
        </p:nvSpPr>
        <p:spPr>
          <a:xfrm>
            <a:off x="3532997" y="1738540"/>
            <a:ext cx="68032" cy="273918"/>
          </a:xfrm>
          <a:custGeom>
            <a:avLst/>
            <a:gdLst/>
            <a:ahLst/>
            <a:cxnLst/>
            <a:rect l="l" t="t" r="r" b="b"/>
            <a:pathLst>
              <a:path w="68032" h="273918">
                <a:moveTo>
                  <a:pt x="0" y="0"/>
                </a:moveTo>
                <a:lnTo>
                  <a:pt x="68032" y="0"/>
                </a:lnTo>
                <a:lnTo>
                  <a:pt x="68032" y="273918"/>
                </a:lnTo>
                <a:lnTo>
                  <a:pt x="0" y="27391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130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Editable path 61"/>
          <p:cNvSpPr/>
          <p:nvPr/>
        </p:nvSpPr>
        <p:spPr>
          <a:xfrm>
            <a:off x="3532997" y="1229836"/>
            <a:ext cx="68032" cy="247830"/>
          </a:xfrm>
          <a:custGeom>
            <a:avLst/>
            <a:gdLst/>
            <a:ahLst/>
            <a:cxnLst/>
            <a:rect l="l" t="t" r="r" b="b"/>
            <a:pathLst>
              <a:path w="68032" h="247830">
                <a:moveTo>
                  <a:pt x="0" y="0"/>
                </a:moveTo>
                <a:lnTo>
                  <a:pt x="68032" y="0"/>
                </a:lnTo>
                <a:lnTo>
                  <a:pt x="68032" y="247830"/>
                </a:lnTo>
                <a:lnTo>
                  <a:pt x="0" y="247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130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Editable path 62"/>
          <p:cNvSpPr/>
          <p:nvPr/>
        </p:nvSpPr>
        <p:spPr>
          <a:xfrm>
            <a:off x="3124809" y="1621147"/>
            <a:ext cx="385512" cy="260874"/>
          </a:xfrm>
          <a:custGeom>
            <a:avLst/>
            <a:gdLst/>
            <a:ahLst/>
            <a:cxnLst/>
            <a:rect l="l" t="t" r="r" b="b"/>
            <a:pathLst>
              <a:path w="385512" h="260874">
                <a:moveTo>
                  <a:pt x="0" y="260874"/>
                </a:moveTo>
                <a:lnTo>
                  <a:pt x="136063" y="130437"/>
                </a:lnTo>
                <a:lnTo>
                  <a:pt x="260787" y="52175"/>
                </a:lnTo>
                <a:lnTo>
                  <a:pt x="385512" y="0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Editable path 63"/>
          <p:cNvSpPr/>
          <p:nvPr/>
        </p:nvSpPr>
        <p:spPr>
          <a:xfrm>
            <a:off x="3101126" y="1858338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1"/>
                </a:lnTo>
                <a:lnTo>
                  <a:pt x="28325" y="46907"/>
                </a:lnTo>
                <a:lnTo>
                  <a:pt x="29829" y="46554"/>
                </a:lnTo>
                <a:lnTo>
                  <a:pt x="31305" y="46106"/>
                </a:lnTo>
                <a:lnTo>
                  <a:pt x="32746" y="45563"/>
                </a:lnTo>
                <a:lnTo>
                  <a:pt x="34150" y="44928"/>
                </a:lnTo>
                <a:lnTo>
                  <a:pt x="35510" y="44202"/>
                </a:lnTo>
                <a:lnTo>
                  <a:pt x="36823" y="43387"/>
                </a:lnTo>
                <a:lnTo>
                  <a:pt x="38083" y="42485"/>
                </a:lnTo>
                <a:lnTo>
                  <a:pt x="39287" y="41499"/>
                </a:lnTo>
                <a:lnTo>
                  <a:pt x="40430" y="40429"/>
                </a:lnTo>
                <a:lnTo>
                  <a:pt x="41499" y="39287"/>
                </a:lnTo>
                <a:lnTo>
                  <a:pt x="42486" y="38083"/>
                </a:lnTo>
                <a:lnTo>
                  <a:pt x="43387" y="36822"/>
                </a:lnTo>
                <a:lnTo>
                  <a:pt x="44202" y="35510"/>
                </a:lnTo>
                <a:lnTo>
                  <a:pt x="44928" y="34149"/>
                </a:lnTo>
                <a:lnTo>
                  <a:pt x="45564" y="32746"/>
                </a:lnTo>
                <a:lnTo>
                  <a:pt x="46106" y="31304"/>
                </a:lnTo>
                <a:lnTo>
                  <a:pt x="46555" y="29829"/>
                </a:lnTo>
                <a:lnTo>
                  <a:pt x="46907" y="28325"/>
                </a:lnTo>
                <a:lnTo>
                  <a:pt x="47161" y="26796"/>
                </a:lnTo>
                <a:lnTo>
                  <a:pt x="47315" y="25247"/>
                </a:lnTo>
                <a:lnTo>
                  <a:pt x="47366" y="23683"/>
                </a:lnTo>
                <a:lnTo>
                  <a:pt x="47315" y="22119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7"/>
                </a:lnTo>
                <a:lnTo>
                  <a:pt x="46106" y="16061"/>
                </a:lnTo>
                <a:lnTo>
                  <a:pt x="45564" y="14620"/>
                </a:lnTo>
                <a:lnTo>
                  <a:pt x="44928" y="13217"/>
                </a:lnTo>
                <a:lnTo>
                  <a:pt x="44202" y="11856"/>
                </a:lnTo>
                <a:lnTo>
                  <a:pt x="43387" y="10544"/>
                </a:lnTo>
                <a:lnTo>
                  <a:pt x="42486" y="9283"/>
                </a:lnTo>
                <a:lnTo>
                  <a:pt x="41499" y="8079"/>
                </a:lnTo>
                <a:lnTo>
                  <a:pt x="40430" y="6937"/>
                </a:lnTo>
                <a:lnTo>
                  <a:pt x="39287" y="5867"/>
                </a:lnTo>
                <a:lnTo>
                  <a:pt x="38083" y="4881"/>
                </a:lnTo>
                <a:lnTo>
                  <a:pt x="36823" y="3979"/>
                </a:lnTo>
                <a:lnTo>
                  <a:pt x="35510" y="3164"/>
                </a:lnTo>
                <a:lnTo>
                  <a:pt x="34150" y="2438"/>
                </a:lnTo>
                <a:lnTo>
                  <a:pt x="32746" y="1803"/>
                </a:lnTo>
                <a:lnTo>
                  <a:pt x="31305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2"/>
                </a:lnTo>
                <a:lnTo>
                  <a:pt x="23683" y="0"/>
                </a:lnTo>
                <a:lnTo>
                  <a:pt x="22119" y="52"/>
                </a:lnTo>
                <a:lnTo>
                  <a:pt x="20571" y="205"/>
                </a:lnTo>
                <a:lnTo>
                  <a:pt x="19042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3"/>
                </a:lnTo>
                <a:lnTo>
                  <a:pt x="13217" y="2438"/>
                </a:lnTo>
                <a:lnTo>
                  <a:pt x="11857" y="3164"/>
                </a:lnTo>
                <a:lnTo>
                  <a:pt x="10544" y="3979"/>
                </a:lnTo>
                <a:lnTo>
                  <a:pt x="9283" y="4881"/>
                </a:lnTo>
                <a:lnTo>
                  <a:pt x="8079" y="5867"/>
                </a:lnTo>
                <a:lnTo>
                  <a:pt x="6937" y="6937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4"/>
                </a:lnTo>
                <a:lnTo>
                  <a:pt x="3165" y="11856"/>
                </a:lnTo>
                <a:lnTo>
                  <a:pt x="2439" y="13217"/>
                </a:lnTo>
                <a:lnTo>
                  <a:pt x="1803" y="14620"/>
                </a:lnTo>
                <a:lnTo>
                  <a:pt x="1260" y="16061"/>
                </a:lnTo>
                <a:lnTo>
                  <a:pt x="812" y="17537"/>
                </a:lnTo>
                <a:lnTo>
                  <a:pt x="460" y="19041"/>
                </a:lnTo>
                <a:lnTo>
                  <a:pt x="206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6" y="26796"/>
                </a:lnTo>
                <a:lnTo>
                  <a:pt x="460" y="28325"/>
                </a:lnTo>
                <a:lnTo>
                  <a:pt x="812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9" y="34149"/>
                </a:lnTo>
                <a:lnTo>
                  <a:pt x="3165" y="35510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7"/>
                </a:lnTo>
                <a:lnTo>
                  <a:pt x="6937" y="40429"/>
                </a:lnTo>
                <a:lnTo>
                  <a:pt x="8079" y="41499"/>
                </a:lnTo>
                <a:lnTo>
                  <a:pt x="9283" y="42485"/>
                </a:lnTo>
                <a:lnTo>
                  <a:pt x="10544" y="43387"/>
                </a:lnTo>
                <a:lnTo>
                  <a:pt x="11857" y="44202"/>
                </a:lnTo>
                <a:lnTo>
                  <a:pt x="13217" y="44928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2" y="46907"/>
                </a:lnTo>
                <a:lnTo>
                  <a:pt x="20571" y="47161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FF9500"/>
          </a:solidFill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Editable path 64"/>
          <p:cNvSpPr/>
          <p:nvPr/>
        </p:nvSpPr>
        <p:spPr>
          <a:xfrm>
            <a:off x="3237189" y="1727901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7"/>
                </a:lnTo>
                <a:lnTo>
                  <a:pt x="29829" y="46554"/>
                </a:lnTo>
                <a:lnTo>
                  <a:pt x="31304" y="46106"/>
                </a:lnTo>
                <a:lnTo>
                  <a:pt x="32746" y="45563"/>
                </a:lnTo>
                <a:lnTo>
                  <a:pt x="34149" y="44928"/>
                </a:lnTo>
                <a:lnTo>
                  <a:pt x="35510" y="44201"/>
                </a:lnTo>
                <a:lnTo>
                  <a:pt x="36822" y="43387"/>
                </a:lnTo>
                <a:lnTo>
                  <a:pt x="38083" y="42485"/>
                </a:lnTo>
                <a:lnTo>
                  <a:pt x="39287" y="41499"/>
                </a:lnTo>
                <a:lnTo>
                  <a:pt x="40429" y="40429"/>
                </a:lnTo>
                <a:lnTo>
                  <a:pt x="41499" y="39287"/>
                </a:lnTo>
                <a:lnTo>
                  <a:pt x="42485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3" y="32746"/>
                </a:lnTo>
                <a:lnTo>
                  <a:pt x="46106" y="31304"/>
                </a:lnTo>
                <a:lnTo>
                  <a:pt x="46555" y="29829"/>
                </a:lnTo>
                <a:lnTo>
                  <a:pt x="46907" y="28325"/>
                </a:lnTo>
                <a:lnTo>
                  <a:pt x="47161" y="26796"/>
                </a:lnTo>
                <a:lnTo>
                  <a:pt x="47314" y="25247"/>
                </a:lnTo>
                <a:lnTo>
                  <a:pt x="47366" y="23683"/>
                </a:lnTo>
                <a:lnTo>
                  <a:pt x="47314" y="22119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7"/>
                </a:lnTo>
                <a:lnTo>
                  <a:pt x="46106" y="16061"/>
                </a:lnTo>
                <a:lnTo>
                  <a:pt x="45563" y="14620"/>
                </a:lnTo>
                <a:lnTo>
                  <a:pt x="44928" y="13217"/>
                </a:lnTo>
                <a:lnTo>
                  <a:pt x="44202" y="11856"/>
                </a:lnTo>
                <a:lnTo>
                  <a:pt x="43387" y="10544"/>
                </a:lnTo>
                <a:lnTo>
                  <a:pt x="42485" y="9283"/>
                </a:lnTo>
                <a:lnTo>
                  <a:pt x="41499" y="8079"/>
                </a:lnTo>
                <a:lnTo>
                  <a:pt x="40429" y="6936"/>
                </a:lnTo>
                <a:lnTo>
                  <a:pt x="39287" y="5867"/>
                </a:lnTo>
                <a:lnTo>
                  <a:pt x="38083" y="4881"/>
                </a:lnTo>
                <a:lnTo>
                  <a:pt x="36822" y="3979"/>
                </a:lnTo>
                <a:lnTo>
                  <a:pt x="35510" y="3164"/>
                </a:lnTo>
                <a:lnTo>
                  <a:pt x="34149" y="2438"/>
                </a:lnTo>
                <a:lnTo>
                  <a:pt x="32746" y="1803"/>
                </a:lnTo>
                <a:lnTo>
                  <a:pt x="31304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2"/>
                </a:lnTo>
                <a:lnTo>
                  <a:pt x="23683" y="0"/>
                </a:lnTo>
                <a:lnTo>
                  <a:pt x="22119" y="52"/>
                </a:lnTo>
                <a:lnTo>
                  <a:pt x="20570" y="205"/>
                </a:lnTo>
                <a:lnTo>
                  <a:pt x="19041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3"/>
                </a:lnTo>
                <a:lnTo>
                  <a:pt x="13217" y="2438"/>
                </a:lnTo>
                <a:lnTo>
                  <a:pt x="11856" y="3164"/>
                </a:lnTo>
                <a:lnTo>
                  <a:pt x="10544" y="3979"/>
                </a:lnTo>
                <a:lnTo>
                  <a:pt x="9283" y="4881"/>
                </a:lnTo>
                <a:lnTo>
                  <a:pt x="8079" y="5867"/>
                </a:lnTo>
                <a:lnTo>
                  <a:pt x="6937" y="6936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4"/>
                </a:lnTo>
                <a:lnTo>
                  <a:pt x="3164" y="11856"/>
                </a:lnTo>
                <a:lnTo>
                  <a:pt x="2438" y="13217"/>
                </a:lnTo>
                <a:lnTo>
                  <a:pt x="1803" y="14620"/>
                </a:lnTo>
                <a:lnTo>
                  <a:pt x="1260" y="16061"/>
                </a:lnTo>
                <a:lnTo>
                  <a:pt x="811" y="17537"/>
                </a:lnTo>
                <a:lnTo>
                  <a:pt x="459" y="19041"/>
                </a:lnTo>
                <a:lnTo>
                  <a:pt x="205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5" y="26796"/>
                </a:lnTo>
                <a:lnTo>
                  <a:pt x="459" y="28325"/>
                </a:lnTo>
                <a:lnTo>
                  <a:pt x="811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8" y="34149"/>
                </a:lnTo>
                <a:lnTo>
                  <a:pt x="3164" y="35509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7"/>
                </a:lnTo>
                <a:lnTo>
                  <a:pt x="6937" y="40429"/>
                </a:lnTo>
                <a:lnTo>
                  <a:pt x="8079" y="41499"/>
                </a:lnTo>
                <a:lnTo>
                  <a:pt x="9283" y="42485"/>
                </a:lnTo>
                <a:lnTo>
                  <a:pt x="10544" y="43387"/>
                </a:lnTo>
                <a:lnTo>
                  <a:pt x="11856" y="44201"/>
                </a:lnTo>
                <a:lnTo>
                  <a:pt x="13217" y="44928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1" y="46907"/>
                </a:lnTo>
                <a:lnTo>
                  <a:pt x="20570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FF9500"/>
          </a:solidFill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65"/>
          <p:cNvSpPr/>
          <p:nvPr/>
        </p:nvSpPr>
        <p:spPr>
          <a:xfrm>
            <a:off x="3361913" y="1649639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6"/>
                </a:lnTo>
                <a:lnTo>
                  <a:pt x="29829" y="46554"/>
                </a:lnTo>
                <a:lnTo>
                  <a:pt x="31304" y="46106"/>
                </a:lnTo>
                <a:lnTo>
                  <a:pt x="32746" y="45563"/>
                </a:lnTo>
                <a:lnTo>
                  <a:pt x="34149" y="44927"/>
                </a:lnTo>
                <a:lnTo>
                  <a:pt x="35510" y="44201"/>
                </a:lnTo>
                <a:lnTo>
                  <a:pt x="36822" y="43386"/>
                </a:lnTo>
                <a:lnTo>
                  <a:pt x="38083" y="42485"/>
                </a:lnTo>
                <a:lnTo>
                  <a:pt x="39287" y="41498"/>
                </a:lnTo>
                <a:lnTo>
                  <a:pt x="40429" y="40429"/>
                </a:lnTo>
                <a:lnTo>
                  <a:pt x="41499" y="39286"/>
                </a:lnTo>
                <a:lnTo>
                  <a:pt x="42485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3" y="32746"/>
                </a:lnTo>
                <a:lnTo>
                  <a:pt x="46106" y="31304"/>
                </a:lnTo>
                <a:lnTo>
                  <a:pt x="46555" y="29829"/>
                </a:lnTo>
                <a:lnTo>
                  <a:pt x="46907" y="28324"/>
                </a:lnTo>
                <a:lnTo>
                  <a:pt x="47161" y="26795"/>
                </a:lnTo>
                <a:lnTo>
                  <a:pt x="47314" y="25247"/>
                </a:lnTo>
                <a:lnTo>
                  <a:pt x="47366" y="23683"/>
                </a:lnTo>
                <a:lnTo>
                  <a:pt x="47314" y="22118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6"/>
                </a:lnTo>
                <a:lnTo>
                  <a:pt x="46106" y="16061"/>
                </a:lnTo>
                <a:lnTo>
                  <a:pt x="45563" y="14620"/>
                </a:lnTo>
                <a:lnTo>
                  <a:pt x="44928" y="13216"/>
                </a:lnTo>
                <a:lnTo>
                  <a:pt x="44202" y="11856"/>
                </a:lnTo>
                <a:lnTo>
                  <a:pt x="43387" y="10543"/>
                </a:lnTo>
                <a:lnTo>
                  <a:pt x="42485" y="9283"/>
                </a:lnTo>
                <a:lnTo>
                  <a:pt x="41499" y="8079"/>
                </a:lnTo>
                <a:lnTo>
                  <a:pt x="40429" y="6936"/>
                </a:lnTo>
                <a:lnTo>
                  <a:pt x="39287" y="5867"/>
                </a:lnTo>
                <a:lnTo>
                  <a:pt x="38083" y="4880"/>
                </a:lnTo>
                <a:lnTo>
                  <a:pt x="36822" y="3979"/>
                </a:lnTo>
                <a:lnTo>
                  <a:pt x="35510" y="3164"/>
                </a:lnTo>
                <a:lnTo>
                  <a:pt x="34149" y="2438"/>
                </a:lnTo>
                <a:lnTo>
                  <a:pt x="32746" y="1802"/>
                </a:lnTo>
                <a:lnTo>
                  <a:pt x="31304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1"/>
                </a:lnTo>
                <a:lnTo>
                  <a:pt x="23683" y="0"/>
                </a:lnTo>
                <a:lnTo>
                  <a:pt x="22119" y="51"/>
                </a:lnTo>
                <a:lnTo>
                  <a:pt x="20570" y="205"/>
                </a:lnTo>
                <a:lnTo>
                  <a:pt x="19041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2"/>
                </a:lnTo>
                <a:lnTo>
                  <a:pt x="13217" y="2438"/>
                </a:lnTo>
                <a:lnTo>
                  <a:pt x="11857" y="3164"/>
                </a:lnTo>
                <a:lnTo>
                  <a:pt x="10544" y="3979"/>
                </a:lnTo>
                <a:lnTo>
                  <a:pt x="9283" y="4880"/>
                </a:lnTo>
                <a:lnTo>
                  <a:pt x="8079" y="5867"/>
                </a:lnTo>
                <a:lnTo>
                  <a:pt x="6937" y="6936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3"/>
                </a:lnTo>
                <a:lnTo>
                  <a:pt x="3164" y="11856"/>
                </a:lnTo>
                <a:lnTo>
                  <a:pt x="2438" y="13216"/>
                </a:lnTo>
                <a:lnTo>
                  <a:pt x="1803" y="14620"/>
                </a:lnTo>
                <a:lnTo>
                  <a:pt x="1260" y="16061"/>
                </a:lnTo>
                <a:lnTo>
                  <a:pt x="812" y="17536"/>
                </a:lnTo>
                <a:lnTo>
                  <a:pt x="459" y="19041"/>
                </a:lnTo>
                <a:lnTo>
                  <a:pt x="205" y="20570"/>
                </a:lnTo>
                <a:lnTo>
                  <a:pt x="52" y="22118"/>
                </a:lnTo>
                <a:lnTo>
                  <a:pt x="0" y="23683"/>
                </a:lnTo>
                <a:lnTo>
                  <a:pt x="52" y="25247"/>
                </a:lnTo>
                <a:lnTo>
                  <a:pt x="205" y="26795"/>
                </a:lnTo>
                <a:lnTo>
                  <a:pt x="459" y="28324"/>
                </a:lnTo>
                <a:lnTo>
                  <a:pt x="812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8" y="34149"/>
                </a:lnTo>
                <a:lnTo>
                  <a:pt x="3164" y="35509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6"/>
                </a:lnTo>
                <a:lnTo>
                  <a:pt x="6937" y="40429"/>
                </a:lnTo>
                <a:lnTo>
                  <a:pt x="8079" y="41498"/>
                </a:lnTo>
                <a:lnTo>
                  <a:pt x="9283" y="42485"/>
                </a:lnTo>
                <a:lnTo>
                  <a:pt x="10544" y="43386"/>
                </a:lnTo>
                <a:lnTo>
                  <a:pt x="11857" y="44201"/>
                </a:lnTo>
                <a:lnTo>
                  <a:pt x="13217" y="44927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1" y="46906"/>
                </a:lnTo>
                <a:lnTo>
                  <a:pt x="20570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FF9500"/>
          </a:solidFill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66"/>
          <p:cNvSpPr/>
          <p:nvPr/>
        </p:nvSpPr>
        <p:spPr>
          <a:xfrm>
            <a:off x="3486637" y="1597464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6"/>
                </a:lnTo>
                <a:lnTo>
                  <a:pt x="29829" y="46554"/>
                </a:lnTo>
                <a:lnTo>
                  <a:pt x="31305" y="46106"/>
                </a:lnTo>
                <a:lnTo>
                  <a:pt x="32746" y="45563"/>
                </a:lnTo>
                <a:lnTo>
                  <a:pt x="34149" y="44927"/>
                </a:lnTo>
                <a:lnTo>
                  <a:pt x="35510" y="44201"/>
                </a:lnTo>
                <a:lnTo>
                  <a:pt x="36823" y="43387"/>
                </a:lnTo>
                <a:lnTo>
                  <a:pt x="38083" y="42485"/>
                </a:lnTo>
                <a:lnTo>
                  <a:pt x="39287" y="41499"/>
                </a:lnTo>
                <a:lnTo>
                  <a:pt x="40430" y="40429"/>
                </a:lnTo>
                <a:lnTo>
                  <a:pt x="41499" y="39287"/>
                </a:lnTo>
                <a:lnTo>
                  <a:pt x="42486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3" y="32746"/>
                </a:lnTo>
                <a:lnTo>
                  <a:pt x="46106" y="31304"/>
                </a:lnTo>
                <a:lnTo>
                  <a:pt x="46555" y="29829"/>
                </a:lnTo>
                <a:lnTo>
                  <a:pt x="46907" y="28325"/>
                </a:lnTo>
                <a:lnTo>
                  <a:pt x="47161" y="26796"/>
                </a:lnTo>
                <a:lnTo>
                  <a:pt x="47315" y="25247"/>
                </a:lnTo>
                <a:lnTo>
                  <a:pt x="47366" y="23683"/>
                </a:lnTo>
                <a:lnTo>
                  <a:pt x="47315" y="22119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7"/>
                </a:lnTo>
                <a:lnTo>
                  <a:pt x="46106" y="16061"/>
                </a:lnTo>
                <a:lnTo>
                  <a:pt x="45563" y="14620"/>
                </a:lnTo>
                <a:lnTo>
                  <a:pt x="44928" y="13217"/>
                </a:lnTo>
                <a:lnTo>
                  <a:pt x="44202" y="11856"/>
                </a:lnTo>
                <a:lnTo>
                  <a:pt x="43387" y="10543"/>
                </a:lnTo>
                <a:lnTo>
                  <a:pt x="42486" y="9283"/>
                </a:lnTo>
                <a:lnTo>
                  <a:pt x="41499" y="8079"/>
                </a:lnTo>
                <a:lnTo>
                  <a:pt x="40430" y="6936"/>
                </a:lnTo>
                <a:lnTo>
                  <a:pt x="39287" y="5867"/>
                </a:lnTo>
                <a:lnTo>
                  <a:pt x="38083" y="4881"/>
                </a:lnTo>
                <a:lnTo>
                  <a:pt x="36823" y="3979"/>
                </a:lnTo>
                <a:lnTo>
                  <a:pt x="35510" y="3164"/>
                </a:lnTo>
                <a:lnTo>
                  <a:pt x="34149" y="2438"/>
                </a:lnTo>
                <a:lnTo>
                  <a:pt x="32746" y="1803"/>
                </a:lnTo>
                <a:lnTo>
                  <a:pt x="31305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1"/>
                </a:lnTo>
                <a:lnTo>
                  <a:pt x="23683" y="0"/>
                </a:lnTo>
                <a:lnTo>
                  <a:pt x="22119" y="51"/>
                </a:lnTo>
                <a:lnTo>
                  <a:pt x="20570" y="205"/>
                </a:lnTo>
                <a:lnTo>
                  <a:pt x="19041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3"/>
                </a:lnTo>
                <a:lnTo>
                  <a:pt x="13217" y="2438"/>
                </a:lnTo>
                <a:lnTo>
                  <a:pt x="11857" y="3164"/>
                </a:lnTo>
                <a:lnTo>
                  <a:pt x="10544" y="3979"/>
                </a:lnTo>
                <a:lnTo>
                  <a:pt x="9283" y="4881"/>
                </a:lnTo>
                <a:lnTo>
                  <a:pt x="8079" y="5867"/>
                </a:lnTo>
                <a:lnTo>
                  <a:pt x="6937" y="6936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3"/>
                </a:lnTo>
                <a:lnTo>
                  <a:pt x="3165" y="11856"/>
                </a:lnTo>
                <a:lnTo>
                  <a:pt x="2438" y="13217"/>
                </a:lnTo>
                <a:lnTo>
                  <a:pt x="1803" y="14620"/>
                </a:lnTo>
                <a:lnTo>
                  <a:pt x="1260" y="16061"/>
                </a:lnTo>
                <a:lnTo>
                  <a:pt x="812" y="17537"/>
                </a:lnTo>
                <a:lnTo>
                  <a:pt x="460" y="19041"/>
                </a:lnTo>
                <a:lnTo>
                  <a:pt x="206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6" y="26796"/>
                </a:lnTo>
                <a:lnTo>
                  <a:pt x="460" y="28325"/>
                </a:lnTo>
                <a:lnTo>
                  <a:pt x="812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8" y="34149"/>
                </a:lnTo>
                <a:lnTo>
                  <a:pt x="3165" y="35509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7"/>
                </a:lnTo>
                <a:lnTo>
                  <a:pt x="6937" y="40429"/>
                </a:lnTo>
                <a:lnTo>
                  <a:pt x="8079" y="41499"/>
                </a:lnTo>
                <a:lnTo>
                  <a:pt x="9283" y="42485"/>
                </a:lnTo>
                <a:lnTo>
                  <a:pt x="10544" y="43387"/>
                </a:lnTo>
                <a:lnTo>
                  <a:pt x="11857" y="44201"/>
                </a:lnTo>
                <a:lnTo>
                  <a:pt x="13217" y="44927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1" y="46906"/>
                </a:lnTo>
                <a:lnTo>
                  <a:pt x="20570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FF9500"/>
          </a:solidFill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67"/>
          <p:cNvSpPr/>
          <p:nvPr/>
        </p:nvSpPr>
        <p:spPr>
          <a:xfrm>
            <a:off x="3215518" y="1595059"/>
            <a:ext cx="45354" cy="156525"/>
          </a:xfrm>
          <a:custGeom>
            <a:avLst/>
            <a:gdLst/>
            <a:ahLst/>
            <a:cxnLst/>
            <a:rect l="l" t="t" r="r" b="b"/>
            <a:pathLst>
              <a:path w="45354" h="156525">
                <a:moveTo>
                  <a:pt x="45354" y="156525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68"/>
          <p:cNvSpPr/>
          <p:nvPr/>
        </p:nvSpPr>
        <p:spPr>
          <a:xfrm>
            <a:off x="3340242" y="1673322"/>
            <a:ext cx="45354" cy="156524"/>
          </a:xfrm>
          <a:custGeom>
            <a:avLst/>
            <a:gdLst/>
            <a:ahLst/>
            <a:cxnLst/>
            <a:rect l="l" t="t" r="r" b="b"/>
            <a:pathLst>
              <a:path w="45354" h="156524">
                <a:moveTo>
                  <a:pt x="45354" y="0"/>
                </a:moveTo>
                <a:lnTo>
                  <a:pt x="0" y="156524"/>
                </a:lnTo>
              </a:path>
            </a:pathLst>
          </a:custGeom>
          <a:noFill/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69"/>
          <p:cNvSpPr/>
          <p:nvPr/>
        </p:nvSpPr>
        <p:spPr>
          <a:xfrm>
            <a:off x="3623706" y="1360273"/>
            <a:ext cx="408188" cy="260874"/>
          </a:xfrm>
          <a:custGeom>
            <a:avLst/>
            <a:gdLst/>
            <a:ahLst/>
            <a:cxnLst/>
            <a:rect l="l" t="t" r="r" b="b"/>
            <a:pathLst>
              <a:path w="408188" h="260874">
                <a:moveTo>
                  <a:pt x="408188" y="0"/>
                </a:moveTo>
                <a:lnTo>
                  <a:pt x="272125" y="130437"/>
                </a:lnTo>
                <a:lnTo>
                  <a:pt x="124724" y="234786"/>
                </a:lnTo>
                <a:lnTo>
                  <a:pt x="0" y="260874"/>
                </a:lnTo>
              </a:path>
            </a:pathLst>
          </a:custGeom>
          <a:noFill/>
          <a:ln w="2841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Editable path 70"/>
          <p:cNvSpPr/>
          <p:nvPr/>
        </p:nvSpPr>
        <p:spPr>
          <a:xfrm>
            <a:off x="4008211" y="1336590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6"/>
                </a:lnTo>
                <a:lnTo>
                  <a:pt x="29829" y="46554"/>
                </a:lnTo>
                <a:lnTo>
                  <a:pt x="31304" y="46106"/>
                </a:lnTo>
                <a:lnTo>
                  <a:pt x="32746" y="45563"/>
                </a:lnTo>
                <a:lnTo>
                  <a:pt x="34149" y="44927"/>
                </a:lnTo>
                <a:lnTo>
                  <a:pt x="35510" y="44201"/>
                </a:lnTo>
                <a:lnTo>
                  <a:pt x="36822" y="43386"/>
                </a:lnTo>
                <a:lnTo>
                  <a:pt x="38083" y="42485"/>
                </a:lnTo>
                <a:lnTo>
                  <a:pt x="39287" y="41498"/>
                </a:lnTo>
                <a:lnTo>
                  <a:pt x="40429" y="40429"/>
                </a:lnTo>
                <a:lnTo>
                  <a:pt x="41499" y="39287"/>
                </a:lnTo>
                <a:lnTo>
                  <a:pt x="42485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3" y="32746"/>
                </a:lnTo>
                <a:lnTo>
                  <a:pt x="46106" y="31304"/>
                </a:lnTo>
                <a:lnTo>
                  <a:pt x="46555" y="29829"/>
                </a:lnTo>
                <a:lnTo>
                  <a:pt x="46907" y="28324"/>
                </a:lnTo>
                <a:lnTo>
                  <a:pt x="47161" y="26795"/>
                </a:lnTo>
                <a:lnTo>
                  <a:pt x="47314" y="25247"/>
                </a:lnTo>
                <a:lnTo>
                  <a:pt x="47366" y="23683"/>
                </a:lnTo>
                <a:lnTo>
                  <a:pt x="47314" y="22119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6"/>
                </a:lnTo>
                <a:lnTo>
                  <a:pt x="46106" y="16061"/>
                </a:lnTo>
                <a:lnTo>
                  <a:pt x="45563" y="14620"/>
                </a:lnTo>
                <a:lnTo>
                  <a:pt x="44928" y="13216"/>
                </a:lnTo>
                <a:lnTo>
                  <a:pt x="44202" y="11856"/>
                </a:lnTo>
                <a:lnTo>
                  <a:pt x="43387" y="10543"/>
                </a:lnTo>
                <a:lnTo>
                  <a:pt x="42485" y="9283"/>
                </a:lnTo>
                <a:lnTo>
                  <a:pt x="41499" y="8079"/>
                </a:lnTo>
                <a:lnTo>
                  <a:pt x="40429" y="6936"/>
                </a:lnTo>
                <a:lnTo>
                  <a:pt x="39287" y="5867"/>
                </a:lnTo>
                <a:lnTo>
                  <a:pt x="38083" y="4880"/>
                </a:lnTo>
                <a:lnTo>
                  <a:pt x="36822" y="3979"/>
                </a:lnTo>
                <a:lnTo>
                  <a:pt x="35510" y="3164"/>
                </a:lnTo>
                <a:lnTo>
                  <a:pt x="34149" y="2438"/>
                </a:lnTo>
                <a:lnTo>
                  <a:pt x="32746" y="1802"/>
                </a:lnTo>
                <a:lnTo>
                  <a:pt x="31304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1"/>
                </a:lnTo>
                <a:lnTo>
                  <a:pt x="23683" y="0"/>
                </a:lnTo>
                <a:lnTo>
                  <a:pt x="22119" y="51"/>
                </a:lnTo>
                <a:lnTo>
                  <a:pt x="20570" y="205"/>
                </a:lnTo>
                <a:lnTo>
                  <a:pt x="19041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2"/>
                </a:lnTo>
                <a:lnTo>
                  <a:pt x="13217" y="2438"/>
                </a:lnTo>
                <a:lnTo>
                  <a:pt x="11856" y="3164"/>
                </a:lnTo>
                <a:lnTo>
                  <a:pt x="10544" y="3979"/>
                </a:lnTo>
                <a:lnTo>
                  <a:pt x="9283" y="4880"/>
                </a:lnTo>
                <a:lnTo>
                  <a:pt x="8079" y="5867"/>
                </a:lnTo>
                <a:lnTo>
                  <a:pt x="6937" y="6936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3"/>
                </a:lnTo>
                <a:lnTo>
                  <a:pt x="3164" y="11856"/>
                </a:lnTo>
                <a:lnTo>
                  <a:pt x="2438" y="13216"/>
                </a:lnTo>
                <a:lnTo>
                  <a:pt x="1803" y="14620"/>
                </a:lnTo>
                <a:lnTo>
                  <a:pt x="1260" y="16061"/>
                </a:lnTo>
                <a:lnTo>
                  <a:pt x="811" y="17536"/>
                </a:lnTo>
                <a:lnTo>
                  <a:pt x="459" y="19041"/>
                </a:lnTo>
                <a:lnTo>
                  <a:pt x="205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5" y="26795"/>
                </a:lnTo>
                <a:lnTo>
                  <a:pt x="459" y="28324"/>
                </a:lnTo>
                <a:lnTo>
                  <a:pt x="811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8" y="34149"/>
                </a:lnTo>
                <a:lnTo>
                  <a:pt x="3164" y="35509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7"/>
                </a:lnTo>
                <a:lnTo>
                  <a:pt x="6937" y="40429"/>
                </a:lnTo>
                <a:lnTo>
                  <a:pt x="8079" y="41498"/>
                </a:lnTo>
                <a:lnTo>
                  <a:pt x="9283" y="42485"/>
                </a:lnTo>
                <a:lnTo>
                  <a:pt x="10544" y="43386"/>
                </a:lnTo>
                <a:lnTo>
                  <a:pt x="11856" y="44201"/>
                </a:lnTo>
                <a:lnTo>
                  <a:pt x="13217" y="44927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1" y="46906"/>
                </a:lnTo>
                <a:lnTo>
                  <a:pt x="20570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0ABAB5"/>
          </a:solidFill>
          <a:ln w="23682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Editable path 71"/>
          <p:cNvSpPr/>
          <p:nvPr/>
        </p:nvSpPr>
        <p:spPr>
          <a:xfrm>
            <a:off x="3872148" y="1467027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6"/>
                </a:lnTo>
                <a:lnTo>
                  <a:pt x="29830" y="46554"/>
                </a:lnTo>
                <a:lnTo>
                  <a:pt x="31305" y="46106"/>
                </a:lnTo>
                <a:lnTo>
                  <a:pt x="32746" y="45563"/>
                </a:lnTo>
                <a:lnTo>
                  <a:pt x="34150" y="44927"/>
                </a:lnTo>
                <a:lnTo>
                  <a:pt x="35510" y="44201"/>
                </a:lnTo>
                <a:lnTo>
                  <a:pt x="36823" y="43387"/>
                </a:lnTo>
                <a:lnTo>
                  <a:pt x="38083" y="42485"/>
                </a:lnTo>
                <a:lnTo>
                  <a:pt x="39287" y="41499"/>
                </a:lnTo>
                <a:lnTo>
                  <a:pt x="40430" y="40429"/>
                </a:lnTo>
                <a:lnTo>
                  <a:pt x="41499" y="39287"/>
                </a:lnTo>
                <a:lnTo>
                  <a:pt x="42486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4" y="32746"/>
                </a:lnTo>
                <a:lnTo>
                  <a:pt x="46107" y="31304"/>
                </a:lnTo>
                <a:lnTo>
                  <a:pt x="46555" y="29829"/>
                </a:lnTo>
                <a:lnTo>
                  <a:pt x="46907" y="28324"/>
                </a:lnTo>
                <a:lnTo>
                  <a:pt x="47161" y="26796"/>
                </a:lnTo>
                <a:lnTo>
                  <a:pt x="47315" y="25247"/>
                </a:lnTo>
                <a:lnTo>
                  <a:pt x="47366" y="23683"/>
                </a:lnTo>
                <a:lnTo>
                  <a:pt x="47315" y="22119"/>
                </a:lnTo>
                <a:lnTo>
                  <a:pt x="47161" y="20570"/>
                </a:lnTo>
                <a:lnTo>
                  <a:pt x="46907" y="19041"/>
                </a:lnTo>
                <a:lnTo>
                  <a:pt x="46555" y="17537"/>
                </a:lnTo>
                <a:lnTo>
                  <a:pt x="46107" y="16061"/>
                </a:lnTo>
                <a:lnTo>
                  <a:pt x="45564" y="14620"/>
                </a:lnTo>
                <a:lnTo>
                  <a:pt x="44928" y="13216"/>
                </a:lnTo>
                <a:lnTo>
                  <a:pt x="44202" y="11856"/>
                </a:lnTo>
                <a:lnTo>
                  <a:pt x="43387" y="10543"/>
                </a:lnTo>
                <a:lnTo>
                  <a:pt x="42486" y="9283"/>
                </a:lnTo>
                <a:lnTo>
                  <a:pt x="41499" y="8079"/>
                </a:lnTo>
                <a:lnTo>
                  <a:pt x="40430" y="6936"/>
                </a:lnTo>
                <a:lnTo>
                  <a:pt x="39287" y="5867"/>
                </a:lnTo>
                <a:lnTo>
                  <a:pt x="38083" y="4880"/>
                </a:lnTo>
                <a:lnTo>
                  <a:pt x="36823" y="3979"/>
                </a:lnTo>
                <a:lnTo>
                  <a:pt x="35510" y="3164"/>
                </a:lnTo>
                <a:lnTo>
                  <a:pt x="34150" y="2438"/>
                </a:lnTo>
                <a:lnTo>
                  <a:pt x="32746" y="1803"/>
                </a:lnTo>
                <a:lnTo>
                  <a:pt x="31305" y="1260"/>
                </a:lnTo>
                <a:lnTo>
                  <a:pt x="29830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1"/>
                </a:lnTo>
                <a:lnTo>
                  <a:pt x="23683" y="0"/>
                </a:lnTo>
                <a:lnTo>
                  <a:pt x="22119" y="51"/>
                </a:lnTo>
                <a:lnTo>
                  <a:pt x="20571" y="205"/>
                </a:lnTo>
                <a:lnTo>
                  <a:pt x="19042" y="459"/>
                </a:lnTo>
                <a:lnTo>
                  <a:pt x="17537" y="811"/>
                </a:lnTo>
                <a:lnTo>
                  <a:pt x="16062" y="1260"/>
                </a:lnTo>
                <a:lnTo>
                  <a:pt x="14620" y="1803"/>
                </a:lnTo>
                <a:lnTo>
                  <a:pt x="13217" y="2438"/>
                </a:lnTo>
                <a:lnTo>
                  <a:pt x="11857" y="3164"/>
                </a:lnTo>
                <a:lnTo>
                  <a:pt x="10544" y="3979"/>
                </a:lnTo>
                <a:lnTo>
                  <a:pt x="9283" y="4880"/>
                </a:lnTo>
                <a:lnTo>
                  <a:pt x="8080" y="5867"/>
                </a:lnTo>
                <a:lnTo>
                  <a:pt x="6937" y="6936"/>
                </a:lnTo>
                <a:lnTo>
                  <a:pt x="5868" y="8079"/>
                </a:lnTo>
                <a:lnTo>
                  <a:pt x="4881" y="9283"/>
                </a:lnTo>
                <a:lnTo>
                  <a:pt x="3980" y="10543"/>
                </a:lnTo>
                <a:lnTo>
                  <a:pt x="3165" y="11856"/>
                </a:lnTo>
                <a:lnTo>
                  <a:pt x="2439" y="13216"/>
                </a:lnTo>
                <a:lnTo>
                  <a:pt x="1803" y="14620"/>
                </a:lnTo>
                <a:lnTo>
                  <a:pt x="1260" y="16061"/>
                </a:lnTo>
                <a:lnTo>
                  <a:pt x="812" y="17537"/>
                </a:lnTo>
                <a:lnTo>
                  <a:pt x="460" y="19041"/>
                </a:lnTo>
                <a:lnTo>
                  <a:pt x="206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6" y="26796"/>
                </a:lnTo>
                <a:lnTo>
                  <a:pt x="460" y="28324"/>
                </a:lnTo>
                <a:lnTo>
                  <a:pt x="812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9" y="34149"/>
                </a:lnTo>
                <a:lnTo>
                  <a:pt x="3165" y="35509"/>
                </a:lnTo>
                <a:lnTo>
                  <a:pt x="3980" y="36822"/>
                </a:lnTo>
                <a:lnTo>
                  <a:pt x="4881" y="38083"/>
                </a:lnTo>
                <a:lnTo>
                  <a:pt x="5868" y="39287"/>
                </a:lnTo>
                <a:lnTo>
                  <a:pt x="6937" y="40429"/>
                </a:lnTo>
                <a:lnTo>
                  <a:pt x="8080" y="41499"/>
                </a:lnTo>
                <a:lnTo>
                  <a:pt x="9283" y="42485"/>
                </a:lnTo>
                <a:lnTo>
                  <a:pt x="10544" y="43387"/>
                </a:lnTo>
                <a:lnTo>
                  <a:pt x="11857" y="44201"/>
                </a:lnTo>
                <a:lnTo>
                  <a:pt x="13217" y="44927"/>
                </a:lnTo>
                <a:lnTo>
                  <a:pt x="14620" y="45563"/>
                </a:lnTo>
                <a:lnTo>
                  <a:pt x="16062" y="46106"/>
                </a:lnTo>
                <a:lnTo>
                  <a:pt x="17537" y="46554"/>
                </a:lnTo>
                <a:lnTo>
                  <a:pt x="19042" y="46906"/>
                </a:lnTo>
                <a:lnTo>
                  <a:pt x="20571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0ABAB5"/>
          </a:solidFill>
          <a:ln w="23682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72"/>
          <p:cNvSpPr/>
          <p:nvPr/>
        </p:nvSpPr>
        <p:spPr>
          <a:xfrm>
            <a:off x="3724747" y="1571376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5"/>
                </a:lnTo>
                <a:lnTo>
                  <a:pt x="26796" y="47161"/>
                </a:lnTo>
                <a:lnTo>
                  <a:pt x="28325" y="46907"/>
                </a:lnTo>
                <a:lnTo>
                  <a:pt x="29829" y="46555"/>
                </a:lnTo>
                <a:lnTo>
                  <a:pt x="31304" y="46106"/>
                </a:lnTo>
                <a:lnTo>
                  <a:pt x="32746" y="45564"/>
                </a:lnTo>
                <a:lnTo>
                  <a:pt x="34149" y="44928"/>
                </a:lnTo>
                <a:lnTo>
                  <a:pt x="35510" y="44202"/>
                </a:lnTo>
                <a:lnTo>
                  <a:pt x="36822" y="43387"/>
                </a:lnTo>
                <a:lnTo>
                  <a:pt x="38083" y="42486"/>
                </a:lnTo>
                <a:lnTo>
                  <a:pt x="39287" y="41499"/>
                </a:lnTo>
                <a:lnTo>
                  <a:pt x="40429" y="40430"/>
                </a:lnTo>
                <a:lnTo>
                  <a:pt x="41499" y="39287"/>
                </a:lnTo>
                <a:lnTo>
                  <a:pt x="42485" y="38083"/>
                </a:lnTo>
                <a:lnTo>
                  <a:pt x="43387" y="36823"/>
                </a:lnTo>
                <a:lnTo>
                  <a:pt x="44202" y="35510"/>
                </a:lnTo>
                <a:lnTo>
                  <a:pt x="44928" y="34150"/>
                </a:lnTo>
                <a:lnTo>
                  <a:pt x="45563" y="32746"/>
                </a:lnTo>
                <a:lnTo>
                  <a:pt x="46106" y="31305"/>
                </a:lnTo>
                <a:lnTo>
                  <a:pt x="46555" y="29830"/>
                </a:lnTo>
                <a:lnTo>
                  <a:pt x="46907" y="28325"/>
                </a:lnTo>
                <a:lnTo>
                  <a:pt x="47161" y="26796"/>
                </a:lnTo>
                <a:lnTo>
                  <a:pt x="47314" y="25248"/>
                </a:lnTo>
                <a:lnTo>
                  <a:pt x="47366" y="23683"/>
                </a:lnTo>
                <a:lnTo>
                  <a:pt x="47314" y="22119"/>
                </a:lnTo>
                <a:lnTo>
                  <a:pt x="47161" y="20571"/>
                </a:lnTo>
                <a:lnTo>
                  <a:pt x="46907" y="19042"/>
                </a:lnTo>
                <a:lnTo>
                  <a:pt x="46555" y="17537"/>
                </a:lnTo>
                <a:lnTo>
                  <a:pt x="46106" y="16062"/>
                </a:lnTo>
                <a:lnTo>
                  <a:pt x="45563" y="14620"/>
                </a:lnTo>
                <a:lnTo>
                  <a:pt x="44928" y="13217"/>
                </a:lnTo>
                <a:lnTo>
                  <a:pt x="44202" y="11857"/>
                </a:lnTo>
                <a:lnTo>
                  <a:pt x="43387" y="10544"/>
                </a:lnTo>
                <a:lnTo>
                  <a:pt x="42485" y="9283"/>
                </a:lnTo>
                <a:lnTo>
                  <a:pt x="41499" y="8080"/>
                </a:lnTo>
                <a:lnTo>
                  <a:pt x="40429" y="6937"/>
                </a:lnTo>
                <a:lnTo>
                  <a:pt x="39287" y="5868"/>
                </a:lnTo>
                <a:lnTo>
                  <a:pt x="38083" y="4881"/>
                </a:lnTo>
                <a:lnTo>
                  <a:pt x="36822" y="3980"/>
                </a:lnTo>
                <a:lnTo>
                  <a:pt x="35510" y="3165"/>
                </a:lnTo>
                <a:lnTo>
                  <a:pt x="34149" y="2439"/>
                </a:lnTo>
                <a:lnTo>
                  <a:pt x="32746" y="1803"/>
                </a:lnTo>
                <a:lnTo>
                  <a:pt x="31304" y="1260"/>
                </a:lnTo>
                <a:lnTo>
                  <a:pt x="29829" y="812"/>
                </a:lnTo>
                <a:lnTo>
                  <a:pt x="28325" y="460"/>
                </a:lnTo>
                <a:lnTo>
                  <a:pt x="26796" y="206"/>
                </a:lnTo>
                <a:lnTo>
                  <a:pt x="25247" y="52"/>
                </a:lnTo>
                <a:lnTo>
                  <a:pt x="23683" y="0"/>
                </a:lnTo>
                <a:lnTo>
                  <a:pt x="22119" y="52"/>
                </a:lnTo>
                <a:lnTo>
                  <a:pt x="20570" y="206"/>
                </a:lnTo>
                <a:lnTo>
                  <a:pt x="19041" y="460"/>
                </a:lnTo>
                <a:lnTo>
                  <a:pt x="17537" y="812"/>
                </a:lnTo>
                <a:lnTo>
                  <a:pt x="16062" y="1260"/>
                </a:lnTo>
                <a:lnTo>
                  <a:pt x="14620" y="1803"/>
                </a:lnTo>
                <a:lnTo>
                  <a:pt x="13217" y="2439"/>
                </a:lnTo>
                <a:lnTo>
                  <a:pt x="11856" y="3165"/>
                </a:lnTo>
                <a:lnTo>
                  <a:pt x="10544" y="3980"/>
                </a:lnTo>
                <a:lnTo>
                  <a:pt x="9283" y="4881"/>
                </a:lnTo>
                <a:lnTo>
                  <a:pt x="8079" y="5868"/>
                </a:lnTo>
                <a:lnTo>
                  <a:pt x="6937" y="6937"/>
                </a:lnTo>
                <a:lnTo>
                  <a:pt x="5867" y="8080"/>
                </a:lnTo>
                <a:lnTo>
                  <a:pt x="4881" y="9283"/>
                </a:lnTo>
                <a:lnTo>
                  <a:pt x="3979" y="10544"/>
                </a:lnTo>
                <a:lnTo>
                  <a:pt x="3164" y="11857"/>
                </a:lnTo>
                <a:lnTo>
                  <a:pt x="2438" y="13217"/>
                </a:lnTo>
                <a:lnTo>
                  <a:pt x="1803" y="14620"/>
                </a:lnTo>
                <a:lnTo>
                  <a:pt x="1260" y="16062"/>
                </a:lnTo>
                <a:lnTo>
                  <a:pt x="811" y="17537"/>
                </a:lnTo>
                <a:lnTo>
                  <a:pt x="459" y="19042"/>
                </a:lnTo>
                <a:lnTo>
                  <a:pt x="205" y="20571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8"/>
                </a:lnTo>
                <a:lnTo>
                  <a:pt x="205" y="26796"/>
                </a:lnTo>
                <a:lnTo>
                  <a:pt x="459" y="28325"/>
                </a:lnTo>
                <a:lnTo>
                  <a:pt x="811" y="29830"/>
                </a:lnTo>
                <a:lnTo>
                  <a:pt x="1260" y="31305"/>
                </a:lnTo>
                <a:lnTo>
                  <a:pt x="1803" y="32746"/>
                </a:lnTo>
                <a:lnTo>
                  <a:pt x="2438" y="34150"/>
                </a:lnTo>
                <a:lnTo>
                  <a:pt x="3164" y="35510"/>
                </a:lnTo>
                <a:lnTo>
                  <a:pt x="3979" y="36823"/>
                </a:lnTo>
                <a:lnTo>
                  <a:pt x="4881" y="38083"/>
                </a:lnTo>
                <a:lnTo>
                  <a:pt x="5867" y="39287"/>
                </a:lnTo>
                <a:lnTo>
                  <a:pt x="6937" y="40430"/>
                </a:lnTo>
                <a:lnTo>
                  <a:pt x="8079" y="41499"/>
                </a:lnTo>
                <a:lnTo>
                  <a:pt x="9283" y="42486"/>
                </a:lnTo>
                <a:lnTo>
                  <a:pt x="10544" y="43387"/>
                </a:lnTo>
                <a:lnTo>
                  <a:pt x="11856" y="44202"/>
                </a:lnTo>
                <a:lnTo>
                  <a:pt x="13217" y="44928"/>
                </a:lnTo>
                <a:lnTo>
                  <a:pt x="14620" y="45564"/>
                </a:lnTo>
                <a:lnTo>
                  <a:pt x="16062" y="46106"/>
                </a:lnTo>
                <a:lnTo>
                  <a:pt x="17537" y="46555"/>
                </a:lnTo>
                <a:lnTo>
                  <a:pt x="19041" y="46907"/>
                </a:lnTo>
                <a:lnTo>
                  <a:pt x="20570" y="47161"/>
                </a:lnTo>
                <a:lnTo>
                  <a:pt x="22119" y="47315"/>
                </a:lnTo>
                <a:lnTo>
                  <a:pt x="23683" y="47366"/>
                </a:lnTo>
                <a:close/>
              </a:path>
            </a:pathLst>
          </a:custGeom>
          <a:solidFill>
            <a:srgbClr val="0ABAB5"/>
          </a:solidFill>
          <a:ln w="23682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73"/>
          <p:cNvSpPr/>
          <p:nvPr/>
        </p:nvSpPr>
        <p:spPr>
          <a:xfrm>
            <a:off x="3600023" y="1597464"/>
            <a:ext cx="47366" cy="47366"/>
          </a:xfrm>
          <a:custGeom>
            <a:avLst/>
            <a:gdLst/>
            <a:ahLst/>
            <a:cxnLst/>
            <a:rect l="l" t="t" r="r" b="b"/>
            <a:pathLst>
              <a:path w="47366" h="47366">
                <a:moveTo>
                  <a:pt x="23683" y="47366"/>
                </a:moveTo>
                <a:lnTo>
                  <a:pt x="25247" y="47314"/>
                </a:lnTo>
                <a:lnTo>
                  <a:pt x="26796" y="47160"/>
                </a:lnTo>
                <a:lnTo>
                  <a:pt x="28325" y="46906"/>
                </a:lnTo>
                <a:lnTo>
                  <a:pt x="29829" y="46554"/>
                </a:lnTo>
                <a:lnTo>
                  <a:pt x="31304" y="46106"/>
                </a:lnTo>
                <a:lnTo>
                  <a:pt x="32746" y="45563"/>
                </a:lnTo>
                <a:lnTo>
                  <a:pt x="34149" y="44927"/>
                </a:lnTo>
                <a:lnTo>
                  <a:pt x="35509" y="44201"/>
                </a:lnTo>
                <a:lnTo>
                  <a:pt x="36822" y="43387"/>
                </a:lnTo>
                <a:lnTo>
                  <a:pt x="38083" y="42485"/>
                </a:lnTo>
                <a:lnTo>
                  <a:pt x="39287" y="41499"/>
                </a:lnTo>
                <a:lnTo>
                  <a:pt x="40429" y="40429"/>
                </a:lnTo>
                <a:lnTo>
                  <a:pt x="41499" y="39287"/>
                </a:lnTo>
                <a:lnTo>
                  <a:pt x="42485" y="38083"/>
                </a:lnTo>
                <a:lnTo>
                  <a:pt x="43387" y="36822"/>
                </a:lnTo>
                <a:lnTo>
                  <a:pt x="44202" y="35509"/>
                </a:lnTo>
                <a:lnTo>
                  <a:pt x="44928" y="34149"/>
                </a:lnTo>
                <a:lnTo>
                  <a:pt x="45563" y="32746"/>
                </a:lnTo>
                <a:lnTo>
                  <a:pt x="46106" y="31304"/>
                </a:lnTo>
                <a:lnTo>
                  <a:pt x="46554" y="29829"/>
                </a:lnTo>
                <a:lnTo>
                  <a:pt x="46907" y="28325"/>
                </a:lnTo>
                <a:lnTo>
                  <a:pt x="47160" y="26796"/>
                </a:lnTo>
                <a:lnTo>
                  <a:pt x="47314" y="25247"/>
                </a:lnTo>
                <a:lnTo>
                  <a:pt x="47366" y="23683"/>
                </a:lnTo>
                <a:lnTo>
                  <a:pt x="47314" y="22119"/>
                </a:lnTo>
                <a:lnTo>
                  <a:pt x="47160" y="20570"/>
                </a:lnTo>
                <a:lnTo>
                  <a:pt x="46907" y="19041"/>
                </a:lnTo>
                <a:lnTo>
                  <a:pt x="46554" y="17537"/>
                </a:lnTo>
                <a:lnTo>
                  <a:pt x="46106" y="16061"/>
                </a:lnTo>
                <a:lnTo>
                  <a:pt x="45563" y="14620"/>
                </a:lnTo>
                <a:lnTo>
                  <a:pt x="44928" y="13217"/>
                </a:lnTo>
                <a:lnTo>
                  <a:pt x="44202" y="11856"/>
                </a:lnTo>
                <a:lnTo>
                  <a:pt x="43387" y="10543"/>
                </a:lnTo>
                <a:lnTo>
                  <a:pt x="42485" y="9283"/>
                </a:lnTo>
                <a:lnTo>
                  <a:pt x="41499" y="8079"/>
                </a:lnTo>
                <a:lnTo>
                  <a:pt x="40429" y="6936"/>
                </a:lnTo>
                <a:lnTo>
                  <a:pt x="39287" y="5867"/>
                </a:lnTo>
                <a:lnTo>
                  <a:pt x="38083" y="4881"/>
                </a:lnTo>
                <a:lnTo>
                  <a:pt x="36822" y="3979"/>
                </a:lnTo>
                <a:lnTo>
                  <a:pt x="35509" y="3164"/>
                </a:lnTo>
                <a:lnTo>
                  <a:pt x="34149" y="2438"/>
                </a:lnTo>
                <a:lnTo>
                  <a:pt x="32746" y="1803"/>
                </a:lnTo>
                <a:lnTo>
                  <a:pt x="31304" y="1260"/>
                </a:lnTo>
                <a:lnTo>
                  <a:pt x="29829" y="811"/>
                </a:lnTo>
                <a:lnTo>
                  <a:pt x="28325" y="459"/>
                </a:lnTo>
                <a:lnTo>
                  <a:pt x="26796" y="205"/>
                </a:lnTo>
                <a:lnTo>
                  <a:pt x="25247" y="51"/>
                </a:lnTo>
                <a:lnTo>
                  <a:pt x="23683" y="0"/>
                </a:lnTo>
                <a:lnTo>
                  <a:pt x="22119" y="51"/>
                </a:lnTo>
                <a:lnTo>
                  <a:pt x="20570" y="205"/>
                </a:lnTo>
                <a:lnTo>
                  <a:pt x="19041" y="459"/>
                </a:lnTo>
                <a:lnTo>
                  <a:pt x="17537" y="811"/>
                </a:lnTo>
                <a:lnTo>
                  <a:pt x="16061" y="1260"/>
                </a:lnTo>
                <a:lnTo>
                  <a:pt x="14620" y="1803"/>
                </a:lnTo>
                <a:lnTo>
                  <a:pt x="13217" y="2438"/>
                </a:lnTo>
                <a:lnTo>
                  <a:pt x="11856" y="3164"/>
                </a:lnTo>
                <a:lnTo>
                  <a:pt x="10544" y="3979"/>
                </a:lnTo>
                <a:lnTo>
                  <a:pt x="9283" y="4881"/>
                </a:lnTo>
                <a:lnTo>
                  <a:pt x="8079" y="5867"/>
                </a:lnTo>
                <a:lnTo>
                  <a:pt x="6936" y="6936"/>
                </a:lnTo>
                <a:lnTo>
                  <a:pt x="5867" y="8079"/>
                </a:lnTo>
                <a:lnTo>
                  <a:pt x="4881" y="9283"/>
                </a:lnTo>
                <a:lnTo>
                  <a:pt x="3979" y="10543"/>
                </a:lnTo>
                <a:lnTo>
                  <a:pt x="3164" y="11856"/>
                </a:lnTo>
                <a:lnTo>
                  <a:pt x="2438" y="13217"/>
                </a:lnTo>
                <a:lnTo>
                  <a:pt x="1803" y="14620"/>
                </a:lnTo>
                <a:lnTo>
                  <a:pt x="1260" y="16061"/>
                </a:lnTo>
                <a:lnTo>
                  <a:pt x="811" y="17537"/>
                </a:lnTo>
                <a:lnTo>
                  <a:pt x="459" y="19041"/>
                </a:lnTo>
                <a:lnTo>
                  <a:pt x="205" y="20570"/>
                </a:lnTo>
                <a:lnTo>
                  <a:pt x="52" y="22119"/>
                </a:lnTo>
                <a:lnTo>
                  <a:pt x="0" y="23683"/>
                </a:lnTo>
                <a:lnTo>
                  <a:pt x="52" y="25247"/>
                </a:lnTo>
                <a:lnTo>
                  <a:pt x="205" y="26796"/>
                </a:lnTo>
                <a:lnTo>
                  <a:pt x="459" y="28325"/>
                </a:lnTo>
                <a:lnTo>
                  <a:pt x="811" y="29829"/>
                </a:lnTo>
                <a:lnTo>
                  <a:pt x="1260" y="31304"/>
                </a:lnTo>
                <a:lnTo>
                  <a:pt x="1803" y="32746"/>
                </a:lnTo>
                <a:lnTo>
                  <a:pt x="2438" y="34149"/>
                </a:lnTo>
                <a:lnTo>
                  <a:pt x="3164" y="35509"/>
                </a:lnTo>
                <a:lnTo>
                  <a:pt x="3979" y="36822"/>
                </a:lnTo>
                <a:lnTo>
                  <a:pt x="4881" y="38083"/>
                </a:lnTo>
                <a:lnTo>
                  <a:pt x="5867" y="39287"/>
                </a:lnTo>
                <a:lnTo>
                  <a:pt x="6936" y="40429"/>
                </a:lnTo>
                <a:lnTo>
                  <a:pt x="8079" y="41499"/>
                </a:lnTo>
                <a:lnTo>
                  <a:pt x="9283" y="42485"/>
                </a:lnTo>
                <a:lnTo>
                  <a:pt x="10544" y="43387"/>
                </a:lnTo>
                <a:lnTo>
                  <a:pt x="11856" y="44201"/>
                </a:lnTo>
                <a:lnTo>
                  <a:pt x="13217" y="44927"/>
                </a:lnTo>
                <a:lnTo>
                  <a:pt x="14620" y="45563"/>
                </a:lnTo>
                <a:lnTo>
                  <a:pt x="16061" y="46106"/>
                </a:lnTo>
                <a:lnTo>
                  <a:pt x="17537" y="46554"/>
                </a:lnTo>
                <a:lnTo>
                  <a:pt x="19041" y="46906"/>
                </a:lnTo>
                <a:lnTo>
                  <a:pt x="20570" y="47160"/>
                </a:lnTo>
                <a:lnTo>
                  <a:pt x="22119" y="47314"/>
                </a:lnTo>
                <a:lnTo>
                  <a:pt x="23683" y="47366"/>
                </a:lnTo>
                <a:close/>
              </a:path>
            </a:pathLst>
          </a:custGeom>
          <a:solidFill>
            <a:srgbClr val="0ABAB5"/>
          </a:solidFill>
          <a:ln w="23682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Editable path 74"/>
          <p:cNvSpPr/>
          <p:nvPr/>
        </p:nvSpPr>
        <p:spPr>
          <a:xfrm>
            <a:off x="3850477" y="1334185"/>
            <a:ext cx="45354" cy="156525"/>
          </a:xfrm>
          <a:custGeom>
            <a:avLst/>
            <a:gdLst/>
            <a:ahLst/>
            <a:cxnLst/>
            <a:rect l="l" t="t" r="r" b="b"/>
            <a:pathLst>
              <a:path w="45354" h="156525">
                <a:moveTo>
                  <a:pt x="45354" y="156525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Editable path 75"/>
          <p:cNvSpPr/>
          <p:nvPr/>
        </p:nvSpPr>
        <p:spPr>
          <a:xfrm>
            <a:off x="3703076" y="1595059"/>
            <a:ext cx="45354" cy="156525"/>
          </a:xfrm>
          <a:custGeom>
            <a:avLst/>
            <a:gdLst/>
            <a:ahLst/>
            <a:cxnLst/>
            <a:rect l="l" t="t" r="r" b="b"/>
            <a:pathLst>
              <a:path w="45354" h="156525">
                <a:moveTo>
                  <a:pt x="45354" y="0"/>
                </a:moveTo>
                <a:lnTo>
                  <a:pt x="0" y="156525"/>
                </a:lnTo>
              </a:path>
            </a:pathLst>
          </a:custGeom>
          <a:noFill/>
          <a:ln w="14209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76"/>
          <p:cNvSpPr/>
          <p:nvPr/>
        </p:nvSpPr>
        <p:spPr>
          <a:xfrm>
            <a:off x="3510321" y="1621147"/>
            <a:ext cx="113385" cy="0"/>
          </a:xfrm>
          <a:custGeom>
            <a:avLst/>
            <a:gdLst/>
            <a:ahLst/>
            <a:cxnLst/>
            <a:rect l="l" t="t" r="r" b="b"/>
            <a:pathLst>
              <a:path w="113385" h="0">
                <a:moveTo>
                  <a:pt x="0" y="0"/>
                </a:moveTo>
                <a:lnTo>
                  <a:pt x="113385" y="0"/>
                </a:lnTo>
              </a:path>
            </a:pathLst>
          </a:custGeom>
          <a:noFill/>
          <a:ln w="5683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Editable path 77"/>
          <p:cNvSpPr/>
          <p:nvPr/>
        </p:nvSpPr>
        <p:spPr>
          <a:xfrm>
            <a:off x="4788773" y="1738540"/>
            <a:ext cx="68032" cy="273918"/>
          </a:xfrm>
          <a:custGeom>
            <a:avLst/>
            <a:gdLst/>
            <a:ahLst/>
            <a:cxnLst/>
            <a:rect l="l" t="t" r="r" b="b"/>
            <a:pathLst>
              <a:path w="68032" h="273918">
                <a:moveTo>
                  <a:pt x="0" y="0"/>
                </a:moveTo>
                <a:lnTo>
                  <a:pt x="68032" y="0"/>
                </a:lnTo>
                <a:lnTo>
                  <a:pt x="68032" y="273918"/>
                </a:lnTo>
                <a:lnTo>
                  <a:pt x="0" y="273918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130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Editable path 78"/>
          <p:cNvSpPr/>
          <p:nvPr/>
        </p:nvSpPr>
        <p:spPr>
          <a:xfrm>
            <a:off x="4788773" y="1229836"/>
            <a:ext cx="68032" cy="247830"/>
          </a:xfrm>
          <a:custGeom>
            <a:avLst/>
            <a:gdLst/>
            <a:ahLst/>
            <a:cxnLst/>
            <a:rect l="l" t="t" r="r" b="b"/>
            <a:pathLst>
              <a:path w="68032" h="247830">
                <a:moveTo>
                  <a:pt x="0" y="0"/>
                </a:moveTo>
                <a:lnTo>
                  <a:pt x="68032" y="0"/>
                </a:lnTo>
                <a:lnTo>
                  <a:pt x="68032" y="247830"/>
                </a:lnTo>
                <a:lnTo>
                  <a:pt x="0" y="247830"/>
                </a:lnTo>
                <a:lnTo>
                  <a:pt x="0" y="0"/>
                </a:lnTo>
                <a:close/>
              </a:path>
            </a:pathLst>
          </a:custGeom>
          <a:solidFill>
            <a:srgbClr val="EEF0F3"/>
          </a:solidFill>
          <a:ln w="130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79"/>
          <p:cNvSpPr/>
          <p:nvPr/>
        </p:nvSpPr>
        <p:spPr>
          <a:xfrm>
            <a:off x="4579010" y="1709844"/>
            <a:ext cx="56693" cy="57392"/>
          </a:xfrm>
          <a:custGeom>
            <a:avLst/>
            <a:gdLst/>
            <a:ahLst/>
            <a:cxnLst/>
            <a:rect l="l" t="t" r="r" b="b"/>
            <a:pathLst>
              <a:path w="56693" h="57392">
                <a:moveTo>
                  <a:pt x="0" y="0"/>
                </a:moveTo>
                <a:lnTo>
                  <a:pt x="56693" y="0"/>
                </a:lnTo>
                <a:lnTo>
                  <a:pt x="56693" y="57392"/>
                </a:lnTo>
                <a:lnTo>
                  <a:pt x="0" y="57392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Editable path 80"/>
          <p:cNvSpPr/>
          <p:nvPr/>
        </p:nvSpPr>
        <p:spPr>
          <a:xfrm>
            <a:off x="4692396" y="1618538"/>
            <a:ext cx="56692" cy="57392"/>
          </a:xfrm>
          <a:custGeom>
            <a:avLst/>
            <a:gdLst/>
            <a:ahLst/>
            <a:cxnLst/>
            <a:rect l="l" t="t" r="r" b="b"/>
            <a:pathLst>
              <a:path w="56692" h="57392">
                <a:moveTo>
                  <a:pt x="0" y="0"/>
                </a:moveTo>
                <a:lnTo>
                  <a:pt x="56692" y="0"/>
                </a:lnTo>
                <a:lnTo>
                  <a:pt x="56692" y="57392"/>
                </a:lnTo>
                <a:lnTo>
                  <a:pt x="0" y="57392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Editable path 81"/>
          <p:cNvSpPr/>
          <p:nvPr/>
        </p:nvSpPr>
        <p:spPr>
          <a:xfrm>
            <a:off x="4805781" y="1579407"/>
            <a:ext cx="56693" cy="57392"/>
          </a:xfrm>
          <a:custGeom>
            <a:avLst/>
            <a:gdLst/>
            <a:ahLst/>
            <a:cxnLst/>
            <a:rect l="l" t="t" r="r" b="b"/>
            <a:pathLst>
              <a:path w="56693" h="57392">
                <a:moveTo>
                  <a:pt x="0" y="0"/>
                </a:moveTo>
                <a:lnTo>
                  <a:pt x="56693" y="0"/>
                </a:lnTo>
                <a:lnTo>
                  <a:pt x="56693" y="57392"/>
                </a:lnTo>
                <a:lnTo>
                  <a:pt x="0" y="57392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82"/>
          <p:cNvSpPr/>
          <p:nvPr/>
        </p:nvSpPr>
        <p:spPr>
          <a:xfrm>
            <a:off x="4919167" y="1553319"/>
            <a:ext cx="56693" cy="57393"/>
          </a:xfrm>
          <a:custGeom>
            <a:avLst/>
            <a:gdLst/>
            <a:ahLst/>
            <a:cxnLst/>
            <a:rect l="l" t="t" r="r" b="b"/>
            <a:pathLst>
              <a:path w="56693" h="57393">
                <a:moveTo>
                  <a:pt x="0" y="0"/>
                </a:moveTo>
                <a:lnTo>
                  <a:pt x="56693" y="0"/>
                </a:lnTo>
                <a:lnTo>
                  <a:pt x="56693" y="57393"/>
                </a:lnTo>
                <a:lnTo>
                  <a:pt x="0" y="57393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Editable path 83"/>
          <p:cNvSpPr/>
          <p:nvPr/>
        </p:nvSpPr>
        <p:spPr>
          <a:xfrm>
            <a:off x="5032552" y="1527232"/>
            <a:ext cx="56693" cy="57393"/>
          </a:xfrm>
          <a:custGeom>
            <a:avLst/>
            <a:gdLst/>
            <a:ahLst/>
            <a:cxnLst/>
            <a:rect l="l" t="t" r="r" b="b"/>
            <a:pathLst>
              <a:path w="56693" h="57393">
                <a:moveTo>
                  <a:pt x="0" y="0"/>
                </a:moveTo>
                <a:lnTo>
                  <a:pt x="56693" y="0"/>
                </a:lnTo>
                <a:lnTo>
                  <a:pt x="56693" y="57393"/>
                </a:lnTo>
                <a:lnTo>
                  <a:pt x="0" y="57393"/>
                </a:lnTo>
                <a:lnTo>
                  <a:pt x="0" y="0"/>
                </a:lnTo>
                <a:close/>
              </a:path>
            </a:pathLst>
          </a:custGeom>
          <a:solidFill>
            <a:srgbClr val="FFF5C8"/>
          </a:solidFill>
          <a:ln w="1420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Editable path 84"/>
          <p:cNvSpPr/>
          <p:nvPr/>
        </p:nvSpPr>
        <p:spPr>
          <a:xfrm>
            <a:off x="4380585" y="1360273"/>
            <a:ext cx="907085" cy="521748"/>
          </a:xfrm>
          <a:custGeom>
            <a:avLst/>
            <a:gdLst/>
            <a:ahLst/>
            <a:cxnLst/>
            <a:rect l="l" t="t" r="r" b="b"/>
            <a:pathLst>
              <a:path w="907085" h="521748">
                <a:moveTo>
                  <a:pt x="0" y="521748"/>
                </a:moveTo>
                <a:lnTo>
                  <a:pt x="113386" y="469573"/>
                </a:lnTo>
                <a:lnTo>
                  <a:pt x="226772" y="378267"/>
                </a:lnTo>
                <a:lnTo>
                  <a:pt x="340157" y="286961"/>
                </a:lnTo>
                <a:lnTo>
                  <a:pt x="453543" y="247830"/>
                </a:lnTo>
                <a:lnTo>
                  <a:pt x="566928" y="221743"/>
                </a:lnTo>
                <a:lnTo>
                  <a:pt x="680314" y="195655"/>
                </a:lnTo>
                <a:lnTo>
                  <a:pt x="793700" y="117393"/>
                </a:lnTo>
                <a:lnTo>
                  <a:pt x="907085" y="0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85"/>
          <p:cNvSpPr/>
          <p:nvPr/>
        </p:nvSpPr>
        <p:spPr>
          <a:xfrm>
            <a:off x="4607357" y="1555928"/>
            <a:ext cx="453542" cy="182612"/>
          </a:xfrm>
          <a:custGeom>
            <a:avLst/>
            <a:gdLst/>
            <a:ahLst/>
            <a:cxnLst/>
            <a:rect l="l" t="t" r="r" b="b"/>
            <a:pathLst>
              <a:path w="453542" h="182612">
                <a:moveTo>
                  <a:pt x="0" y="182612"/>
                </a:moveTo>
                <a:lnTo>
                  <a:pt x="113385" y="91306"/>
                </a:lnTo>
                <a:lnTo>
                  <a:pt x="226771" y="52175"/>
                </a:lnTo>
                <a:lnTo>
                  <a:pt x="340156" y="26088"/>
                </a:lnTo>
                <a:lnTo>
                  <a:pt x="453542" y="0"/>
                </a:lnTo>
              </a:path>
            </a:pathLst>
          </a:custGeom>
          <a:noFill/>
          <a:ln w="40261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414" y="2191343"/>
            <a:ext cx="388770" cy="771442"/>
          </a:xfrm>
          <a:prstGeom prst="rect">
            <a:avLst/>
          </a:prstGeom>
        </p:spPr>
      </p:pic>
      <p:sp>
        <p:nvSpPr>
          <p:cNvPr id="94" name="Editable path 86"/>
          <p:cNvSpPr/>
          <p:nvPr/>
        </p:nvSpPr>
        <p:spPr>
          <a:xfrm>
            <a:off x="6936329" y="2544921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0"/>
                </a:moveTo>
                <a:lnTo>
                  <a:pt x="177703" y="65469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87"/>
          <p:cNvSpPr/>
          <p:nvPr/>
        </p:nvSpPr>
        <p:spPr>
          <a:xfrm>
            <a:off x="6936329" y="2423335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121586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Editable path 88"/>
          <p:cNvSpPr/>
          <p:nvPr/>
        </p:nvSpPr>
        <p:spPr>
          <a:xfrm>
            <a:off x="6936329" y="2236280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308641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Editable path 89"/>
          <p:cNvSpPr/>
          <p:nvPr/>
        </p:nvSpPr>
        <p:spPr>
          <a:xfrm>
            <a:off x="6936329" y="2301749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0"/>
                </a:moveTo>
                <a:lnTo>
                  <a:pt x="177703" y="308641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Editable path 90"/>
          <p:cNvSpPr/>
          <p:nvPr/>
        </p:nvSpPr>
        <p:spPr>
          <a:xfrm>
            <a:off x="6936329" y="2301749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0"/>
                </a:moveTo>
                <a:lnTo>
                  <a:pt x="177703" y="121586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91"/>
          <p:cNvSpPr/>
          <p:nvPr/>
        </p:nvSpPr>
        <p:spPr>
          <a:xfrm>
            <a:off x="6936329" y="2236280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65469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92"/>
          <p:cNvSpPr/>
          <p:nvPr/>
        </p:nvSpPr>
        <p:spPr>
          <a:xfrm>
            <a:off x="7114032" y="2544921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65469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93"/>
          <p:cNvSpPr/>
          <p:nvPr/>
        </p:nvSpPr>
        <p:spPr>
          <a:xfrm>
            <a:off x="7114032" y="2301749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308641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94"/>
          <p:cNvSpPr/>
          <p:nvPr/>
        </p:nvSpPr>
        <p:spPr>
          <a:xfrm>
            <a:off x="7114032" y="2423335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0"/>
                </a:moveTo>
                <a:lnTo>
                  <a:pt x="177702" y="121586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95"/>
          <p:cNvSpPr/>
          <p:nvPr/>
        </p:nvSpPr>
        <p:spPr>
          <a:xfrm>
            <a:off x="7114032" y="2301749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121586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path 96"/>
          <p:cNvSpPr/>
          <p:nvPr/>
        </p:nvSpPr>
        <p:spPr>
          <a:xfrm>
            <a:off x="7114032" y="2236280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0"/>
                </a:moveTo>
                <a:lnTo>
                  <a:pt x="177702" y="308641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Editable path 97"/>
          <p:cNvSpPr/>
          <p:nvPr/>
        </p:nvSpPr>
        <p:spPr>
          <a:xfrm>
            <a:off x="7114032" y="2236280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0"/>
                </a:moveTo>
                <a:lnTo>
                  <a:pt x="177702" y="65469"/>
                </a:lnTo>
              </a:path>
            </a:pathLst>
          </a:custGeom>
          <a:noFill/>
          <a:ln w="10657">
            <a:solidFill>
              <a:srgbClr val="FF9500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Editable path 98"/>
          <p:cNvSpPr/>
          <p:nvPr/>
        </p:nvSpPr>
        <p:spPr>
          <a:xfrm>
            <a:off x="6913882" y="25224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1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5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5" y="11238"/>
                </a:lnTo>
                <a:lnTo>
                  <a:pt x="41122" y="9993"/>
                </a:lnTo>
                <a:lnTo>
                  <a:pt x="40268" y="8799"/>
                </a:lnTo>
                <a:lnTo>
                  <a:pt x="39333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1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5" y="49"/>
                </a:lnTo>
                <a:lnTo>
                  <a:pt x="19497" y="195"/>
                </a:lnTo>
                <a:lnTo>
                  <a:pt x="18047" y="436"/>
                </a:lnTo>
                <a:lnTo>
                  <a:pt x="16622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8" y="2999"/>
                </a:lnTo>
                <a:lnTo>
                  <a:pt x="9993" y="3772"/>
                </a:lnTo>
                <a:lnTo>
                  <a:pt x="8799" y="4626"/>
                </a:lnTo>
                <a:lnTo>
                  <a:pt x="7658" y="5561"/>
                </a:lnTo>
                <a:lnTo>
                  <a:pt x="6575" y="6575"/>
                </a:lnTo>
                <a:lnTo>
                  <a:pt x="5561" y="7658"/>
                </a:lnTo>
                <a:lnTo>
                  <a:pt x="4626" y="8799"/>
                </a:lnTo>
                <a:lnTo>
                  <a:pt x="3772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2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5" y="38319"/>
                </a:lnTo>
                <a:lnTo>
                  <a:pt x="7658" y="39333"/>
                </a:lnTo>
                <a:lnTo>
                  <a:pt x="8799" y="40268"/>
                </a:lnTo>
                <a:lnTo>
                  <a:pt x="9993" y="41122"/>
                </a:lnTo>
                <a:lnTo>
                  <a:pt x="11238" y="41894"/>
                </a:lnTo>
                <a:lnTo>
                  <a:pt x="12527" y="42582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2" y="44124"/>
                </a:lnTo>
                <a:lnTo>
                  <a:pt x="18047" y="44458"/>
                </a:lnTo>
                <a:lnTo>
                  <a:pt x="19497" y="44699"/>
                </a:lnTo>
                <a:lnTo>
                  <a:pt x="20965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path 99"/>
          <p:cNvSpPr/>
          <p:nvPr/>
        </p:nvSpPr>
        <p:spPr>
          <a:xfrm>
            <a:off x="6913882" y="2279302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1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5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5" y="11238"/>
                </a:lnTo>
                <a:lnTo>
                  <a:pt x="41122" y="9993"/>
                </a:lnTo>
                <a:lnTo>
                  <a:pt x="40268" y="8798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1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5" y="49"/>
                </a:lnTo>
                <a:lnTo>
                  <a:pt x="19497" y="195"/>
                </a:lnTo>
                <a:lnTo>
                  <a:pt x="18047" y="435"/>
                </a:lnTo>
                <a:lnTo>
                  <a:pt x="16622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8" y="2999"/>
                </a:lnTo>
                <a:lnTo>
                  <a:pt x="9993" y="3772"/>
                </a:lnTo>
                <a:lnTo>
                  <a:pt x="8799" y="4626"/>
                </a:lnTo>
                <a:lnTo>
                  <a:pt x="7658" y="5561"/>
                </a:lnTo>
                <a:lnTo>
                  <a:pt x="6575" y="6575"/>
                </a:lnTo>
                <a:lnTo>
                  <a:pt x="5561" y="7657"/>
                </a:lnTo>
                <a:lnTo>
                  <a:pt x="4626" y="8798"/>
                </a:lnTo>
                <a:lnTo>
                  <a:pt x="3772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2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5" y="38319"/>
                </a:lnTo>
                <a:lnTo>
                  <a:pt x="7658" y="39333"/>
                </a:lnTo>
                <a:lnTo>
                  <a:pt x="8799" y="40268"/>
                </a:lnTo>
                <a:lnTo>
                  <a:pt x="9993" y="41122"/>
                </a:lnTo>
                <a:lnTo>
                  <a:pt x="11238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2" y="44124"/>
                </a:lnTo>
                <a:lnTo>
                  <a:pt x="18047" y="44458"/>
                </a:lnTo>
                <a:lnTo>
                  <a:pt x="19497" y="44699"/>
                </a:lnTo>
                <a:lnTo>
                  <a:pt x="20965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100"/>
          <p:cNvSpPr/>
          <p:nvPr/>
        </p:nvSpPr>
        <p:spPr>
          <a:xfrm>
            <a:off x="7091585" y="2587944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7" y="44893"/>
                </a:moveTo>
                <a:lnTo>
                  <a:pt x="23929" y="44844"/>
                </a:lnTo>
                <a:lnTo>
                  <a:pt x="25397" y="44698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4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1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8"/>
                </a:lnTo>
                <a:lnTo>
                  <a:pt x="39333" y="37236"/>
                </a:lnTo>
                <a:lnTo>
                  <a:pt x="40267" y="36094"/>
                </a:lnTo>
                <a:lnTo>
                  <a:pt x="41122" y="34900"/>
                </a:lnTo>
                <a:lnTo>
                  <a:pt x="41894" y="33655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1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6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6"/>
                </a:lnTo>
                <a:lnTo>
                  <a:pt x="42582" y="12526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3" y="7657"/>
                </a:lnTo>
                <a:lnTo>
                  <a:pt x="38319" y="6574"/>
                </a:lnTo>
                <a:lnTo>
                  <a:pt x="37236" y="5560"/>
                </a:lnTo>
                <a:lnTo>
                  <a:pt x="36095" y="4625"/>
                </a:lnTo>
                <a:lnTo>
                  <a:pt x="34900" y="3771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8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8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5"/>
                </a:lnTo>
                <a:lnTo>
                  <a:pt x="7657" y="5560"/>
                </a:lnTo>
                <a:lnTo>
                  <a:pt x="6574" y="6574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6"/>
                </a:lnTo>
                <a:lnTo>
                  <a:pt x="1709" y="13856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6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1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5"/>
                </a:lnTo>
                <a:lnTo>
                  <a:pt x="3771" y="34900"/>
                </a:lnTo>
                <a:lnTo>
                  <a:pt x="4626" y="36094"/>
                </a:lnTo>
                <a:lnTo>
                  <a:pt x="5561" y="37236"/>
                </a:lnTo>
                <a:lnTo>
                  <a:pt x="6574" y="38318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1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8"/>
                </a:lnTo>
                <a:lnTo>
                  <a:pt x="20964" y="44844"/>
                </a:lnTo>
                <a:lnTo>
                  <a:pt x="22447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Editable path 101"/>
          <p:cNvSpPr/>
          <p:nvPr/>
        </p:nvSpPr>
        <p:spPr>
          <a:xfrm>
            <a:off x="7091585" y="2400888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7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Editable path 102"/>
          <p:cNvSpPr/>
          <p:nvPr/>
        </p:nvSpPr>
        <p:spPr>
          <a:xfrm>
            <a:off x="7091585" y="2213833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7" y="44893"/>
                </a:moveTo>
                <a:lnTo>
                  <a:pt x="23929" y="44844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7" y="43184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3" y="7657"/>
                </a:lnTo>
                <a:lnTo>
                  <a:pt x="38319" y="6574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1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4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4"/>
                </a:lnTo>
                <a:lnTo>
                  <a:pt x="22447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103"/>
          <p:cNvSpPr/>
          <p:nvPr/>
        </p:nvSpPr>
        <p:spPr>
          <a:xfrm>
            <a:off x="7269288" y="25224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2"/>
                </a:lnTo>
                <a:lnTo>
                  <a:pt x="33655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7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7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2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8"/>
                </a:lnTo>
                <a:lnTo>
                  <a:pt x="4625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8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Editable path 104"/>
          <p:cNvSpPr/>
          <p:nvPr/>
        </p:nvSpPr>
        <p:spPr>
          <a:xfrm>
            <a:off x="7269288" y="2279302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5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7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7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5" y="8798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8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3" name="Picture 1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94172" y="2191343"/>
            <a:ext cx="378246" cy="771442"/>
          </a:xfrm>
          <a:prstGeom prst="rect">
            <a:avLst/>
          </a:prstGeom>
        </p:spPr>
      </p:pic>
      <p:sp>
        <p:nvSpPr>
          <p:cNvPr id="114" name="Editable path 105"/>
          <p:cNvSpPr/>
          <p:nvPr/>
        </p:nvSpPr>
        <p:spPr>
          <a:xfrm>
            <a:off x="8618825" y="2544921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0"/>
                </a:moveTo>
                <a:lnTo>
                  <a:pt x="177702" y="65469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Editable path 106"/>
          <p:cNvSpPr/>
          <p:nvPr/>
        </p:nvSpPr>
        <p:spPr>
          <a:xfrm>
            <a:off x="8618825" y="2423335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121586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Editable path 107"/>
          <p:cNvSpPr/>
          <p:nvPr/>
        </p:nvSpPr>
        <p:spPr>
          <a:xfrm>
            <a:off x="8618825" y="2236280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308641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Editable path 108"/>
          <p:cNvSpPr/>
          <p:nvPr/>
        </p:nvSpPr>
        <p:spPr>
          <a:xfrm>
            <a:off x="8618825" y="2301749"/>
            <a:ext cx="177702" cy="308641"/>
          </a:xfrm>
          <a:custGeom>
            <a:avLst/>
            <a:gdLst/>
            <a:ahLst/>
            <a:cxnLst/>
            <a:rect l="l" t="t" r="r" b="b"/>
            <a:pathLst>
              <a:path w="177702" h="308641">
                <a:moveTo>
                  <a:pt x="0" y="0"/>
                </a:moveTo>
                <a:lnTo>
                  <a:pt x="177702" y="308641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109"/>
          <p:cNvSpPr/>
          <p:nvPr/>
        </p:nvSpPr>
        <p:spPr>
          <a:xfrm>
            <a:off x="8618825" y="2301749"/>
            <a:ext cx="177702" cy="121586"/>
          </a:xfrm>
          <a:custGeom>
            <a:avLst/>
            <a:gdLst/>
            <a:ahLst/>
            <a:cxnLst/>
            <a:rect l="l" t="t" r="r" b="b"/>
            <a:pathLst>
              <a:path w="177702" h="121586">
                <a:moveTo>
                  <a:pt x="0" y="0"/>
                </a:moveTo>
                <a:lnTo>
                  <a:pt x="177702" y="121586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Editable path 110"/>
          <p:cNvSpPr/>
          <p:nvPr/>
        </p:nvSpPr>
        <p:spPr>
          <a:xfrm>
            <a:off x="8618825" y="2236280"/>
            <a:ext cx="177702" cy="65469"/>
          </a:xfrm>
          <a:custGeom>
            <a:avLst/>
            <a:gdLst/>
            <a:ahLst/>
            <a:cxnLst/>
            <a:rect l="l" t="t" r="r" b="b"/>
            <a:pathLst>
              <a:path w="177702" h="65469">
                <a:moveTo>
                  <a:pt x="0" y="65469"/>
                </a:moveTo>
                <a:lnTo>
                  <a:pt x="177702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Editable path 111"/>
          <p:cNvSpPr/>
          <p:nvPr/>
        </p:nvSpPr>
        <p:spPr>
          <a:xfrm>
            <a:off x="8796527" y="2544921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65469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112"/>
          <p:cNvSpPr/>
          <p:nvPr/>
        </p:nvSpPr>
        <p:spPr>
          <a:xfrm>
            <a:off x="8796527" y="2301749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308641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Editable path 113"/>
          <p:cNvSpPr/>
          <p:nvPr/>
        </p:nvSpPr>
        <p:spPr>
          <a:xfrm>
            <a:off x="8796527" y="2423335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0"/>
                </a:moveTo>
                <a:lnTo>
                  <a:pt x="177703" y="121586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Editable path 114"/>
          <p:cNvSpPr/>
          <p:nvPr/>
        </p:nvSpPr>
        <p:spPr>
          <a:xfrm>
            <a:off x="8796527" y="2301749"/>
            <a:ext cx="177703" cy="121586"/>
          </a:xfrm>
          <a:custGeom>
            <a:avLst/>
            <a:gdLst/>
            <a:ahLst/>
            <a:cxnLst/>
            <a:rect l="l" t="t" r="r" b="b"/>
            <a:pathLst>
              <a:path w="177703" h="121586">
                <a:moveTo>
                  <a:pt x="0" y="121586"/>
                </a:moveTo>
                <a:lnTo>
                  <a:pt x="177703" y="0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115"/>
          <p:cNvSpPr/>
          <p:nvPr/>
        </p:nvSpPr>
        <p:spPr>
          <a:xfrm>
            <a:off x="8796527" y="2236280"/>
            <a:ext cx="177703" cy="308641"/>
          </a:xfrm>
          <a:custGeom>
            <a:avLst/>
            <a:gdLst/>
            <a:ahLst/>
            <a:cxnLst/>
            <a:rect l="l" t="t" r="r" b="b"/>
            <a:pathLst>
              <a:path w="177703" h="308641">
                <a:moveTo>
                  <a:pt x="0" y="0"/>
                </a:moveTo>
                <a:lnTo>
                  <a:pt x="177703" y="308641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Editable path 116"/>
          <p:cNvSpPr/>
          <p:nvPr/>
        </p:nvSpPr>
        <p:spPr>
          <a:xfrm>
            <a:off x="8796527" y="2236280"/>
            <a:ext cx="177703" cy="65469"/>
          </a:xfrm>
          <a:custGeom>
            <a:avLst/>
            <a:gdLst/>
            <a:ahLst/>
            <a:cxnLst/>
            <a:rect l="l" t="t" r="r" b="b"/>
            <a:pathLst>
              <a:path w="177703" h="65469">
                <a:moveTo>
                  <a:pt x="0" y="0"/>
                </a:moveTo>
                <a:lnTo>
                  <a:pt x="177703" y="65469"/>
                </a:lnTo>
              </a:path>
            </a:pathLst>
          </a:custGeom>
          <a:noFill/>
          <a:ln w="10657">
            <a:solidFill>
              <a:srgbClr val="0ABAB5">
                <a:alpha val="7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Editable path 117"/>
          <p:cNvSpPr/>
          <p:nvPr/>
        </p:nvSpPr>
        <p:spPr>
          <a:xfrm>
            <a:off x="8596378" y="2522474"/>
            <a:ext cx="44894" cy="44894"/>
          </a:xfrm>
          <a:custGeom>
            <a:avLst/>
            <a:gdLst/>
            <a:ahLst/>
            <a:cxnLst/>
            <a:rect l="l" t="t" r="r" b="b"/>
            <a:pathLst>
              <a:path w="44894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0"/>
                </a:lnTo>
                <a:lnTo>
                  <a:pt x="44125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5" y="23929"/>
                </a:lnTo>
                <a:lnTo>
                  <a:pt x="44894" y="22447"/>
                </a:lnTo>
                <a:lnTo>
                  <a:pt x="44845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5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8" y="8799"/>
                </a:lnTo>
                <a:lnTo>
                  <a:pt x="39333" y="7658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6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8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2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Editable path 118"/>
          <p:cNvSpPr/>
          <p:nvPr/>
        </p:nvSpPr>
        <p:spPr>
          <a:xfrm>
            <a:off x="8596378" y="2279302"/>
            <a:ext cx="44894" cy="44894"/>
          </a:xfrm>
          <a:custGeom>
            <a:avLst/>
            <a:gdLst/>
            <a:ahLst/>
            <a:cxnLst/>
            <a:rect l="l" t="t" r="r" b="b"/>
            <a:pathLst>
              <a:path w="44894" h="44894">
                <a:moveTo>
                  <a:pt x="22447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1" y="43699"/>
                </a:lnTo>
                <a:lnTo>
                  <a:pt x="31037" y="43185"/>
                </a:lnTo>
                <a:lnTo>
                  <a:pt x="32367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3" y="37236"/>
                </a:lnTo>
                <a:lnTo>
                  <a:pt x="40268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3" y="32367"/>
                </a:lnTo>
                <a:lnTo>
                  <a:pt x="43185" y="31037"/>
                </a:lnTo>
                <a:lnTo>
                  <a:pt x="43699" y="29671"/>
                </a:lnTo>
                <a:lnTo>
                  <a:pt x="44125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5" y="23929"/>
                </a:lnTo>
                <a:lnTo>
                  <a:pt x="44894" y="22447"/>
                </a:lnTo>
                <a:lnTo>
                  <a:pt x="44845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5" y="16621"/>
                </a:lnTo>
                <a:lnTo>
                  <a:pt x="43699" y="15223"/>
                </a:lnTo>
                <a:lnTo>
                  <a:pt x="43185" y="13857"/>
                </a:lnTo>
                <a:lnTo>
                  <a:pt x="42583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8" y="8798"/>
                </a:lnTo>
                <a:lnTo>
                  <a:pt x="39333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7" y="2311"/>
                </a:lnTo>
                <a:lnTo>
                  <a:pt x="31037" y="1709"/>
                </a:lnTo>
                <a:lnTo>
                  <a:pt x="29671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7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7" y="1709"/>
                </a:lnTo>
                <a:lnTo>
                  <a:pt x="12527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1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6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6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1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7" y="42583"/>
                </a:lnTo>
                <a:lnTo>
                  <a:pt x="13857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7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119"/>
          <p:cNvSpPr/>
          <p:nvPr/>
        </p:nvSpPr>
        <p:spPr>
          <a:xfrm>
            <a:off x="8774081" y="2587944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6" y="44893"/>
                </a:moveTo>
                <a:lnTo>
                  <a:pt x="23929" y="44844"/>
                </a:lnTo>
                <a:lnTo>
                  <a:pt x="25397" y="44698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4"/>
                </a:lnTo>
                <a:lnTo>
                  <a:pt x="32366" y="42582"/>
                </a:lnTo>
                <a:lnTo>
                  <a:pt x="33656" y="41894"/>
                </a:lnTo>
                <a:lnTo>
                  <a:pt x="34900" y="41121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8"/>
                </a:lnTo>
                <a:lnTo>
                  <a:pt x="39332" y="37236"/>
                </a:lnTo>
                <a:lnTo>
                  <a:pt x="40267" y="36094"/>
                </a:lnTo>
                <a:lnTo>
                  <a:pt x="41122" y="34900"/>
                </a:lnTo>
                <a:lnTo>
                  <a:pt x="41894" y="33655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1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6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6"/>
                </a:lnTo>
                <a:lnTo>
                  <a:pt x="42582" y="12526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4"/>
                </a:lnTo>
                <a:lnTo>
                  <a:pt x="37236" y="5560"/>
                </a:lnTo>
                <a:lnTo>
                  <a:pt x="36095" y="4625"/>
                </a:lnTo>
                <a:lnTo>
                  <a:pt x="34900" y="3771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8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8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5"/>
                </a:lnTo>
                <a:lnTo>
                  <a:pt x="7657" y="5560"/>
                </a:lnTo>
                <a:lnTo>
                  <a:pt x="6574" y="6574"/>
                </a:lnTo>
                <a:lnTo>
                  <a:pt x="5560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6"/>
                </a:lnTo>
                <a:lnTo>
                  <a:pt x="1709" y="13856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6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1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5"/>
                </a:lnTo>
                <a:lnTo>
                  <a:pt x="3771" y="34900"/>
                </a:lnTo>
                <a:lnTo>
                  <a:pt x="4626" y="36094"/>
                </a:lnTo>
                <a:lnTo>
                  <a:pt x="5560" y="37236"/>
                </a:lnTo>
                <a:lnTo>
                  <a:pt x="6574" y="38318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1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8"/>
                </a:lnTo>
                <a:lnTo>
                  <a:pt x="20964" y="44844"/>
                </a:lnTo>
                <a:lnTo>
                  <a:pt x="22446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120"/>
          <p:cNvSpPr/>
          <p:nvPr/>
        </p:nvSpPr>
        <p:spPr>
          <a:xfrm>
            <a:off x="8774081" y="2400888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9" y="44845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8"/>
                </a:lnTo>
                <a:lnTo>
                  <a:pt x="37236" y="39333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2" y="9993"/>
                </a:lnTo>
                <a:lnTo>
                  <a:pt x="40267" y="8799"/>
                </a:lnTo>
                <a:lnTo>
                  <a:pt x="39332" y="7657"/>
                </a:lnTo>
                <a:lnTo>
                  <a:pt x="38319" y="6575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2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5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6" y="8799"/>
                </a:lnTo>
                <a:lnTo>
                  <a:pt x="3771" y="9993"/>
                </a:lnTo>
                <a:lnTo>
                  <a:pt x="2999" y="11238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7"/>
                </a:lnTo>
                <a:lnTo>
                  <a:pt x="2311" y="32367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121"/>
          <p:cNvSpPr/>
          <p:nvPr/>
        </p:nvSpPr>
        <p:spPr>
          <a:xfrm>
            <a:off x="8774081" y="2213833"/>
            <a:ext cx="44893" cy="44893"/>
          </a:xfrm>
          <a:custGeom>
            <a:avLst/>
            <a:gdLst/>
            <a:ahLst/>
            <a:cxnLst/>
            <a:rect l="l" t="t" r="r" b="b"/>
            <a:pathLst>
              <a:path w="44893" h="44893">
                <a:moveTo>
                  <a:pt x="22446" y="44893"/>
                </a:moveTo>
                <a:lnTo>
                  <a:pt x="23929" y="44844"/>
                </a:lnTo>
                <a:lnTo>
                  <a:pt x="25397" y="44699"/>
                </a:lnTo>
                <a:lnTo>
                  <a:pt x="26846" y="44458"/>
                </a:lnTo>
                <a:lnTo>
                  <a:pt x="28272" y="44124"/>
                </a:lnTo>
                <a:lnTo>
                  <a:pt x="29670" y="43699"/>
                </a:lnTo>
                <a:lnTo>
                  <a:pt x="31036" y="43184"/>
                </a:lnTo>
                <a:lnTo>
                  <a:pt x="32366" y="42582"/>
                </a:lnTo>
                <a:lnTo>
                  <a:pt x="33656" y="41894"/>
                </a:lnTo>
                <a:lnTo>
                  <a:pt x="34900" y="41122"/>
                </a:lnTo>
                <a:lnTo>
                  <a:pt x="36095" y="40267"/>
                </a:lnTo>
                <a:lnTo>
                  <a:pt x="37236" y="39332"/>
                </a:lnTo>
                <a:lnTo>
                  <a:pt x="38319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2" y="34900"/>
                </a:lnTo>
                <a:lnTo>
                  <a:pt x="41894" y="33656"/>
                </a:lnTo>
                <a:lnTo>
                  <a:pt x="42582" y="32366"/>
                </a:lnTo>
                <a:lnTo>
                  <a:pt x="43184" y="31036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9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9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7"/>
                </a:lnTo>
                <a:lnTo>
                  <a:pt x="41122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9" y="6574"/>
                </a:lnTo>
                <a:lnTo>
                  <a:pt x="37236" y="5561"/>
                </a:lnTo>
                <a:lnTo>
                  <a:pt x="36095" y="4626"/>
                </a:lnTo>
                <a:lnTo>
                  <a:pt x="34900" y="3771"/>
                </a:lnTo>
                <a:lnTo>
                  <a:pt x="33656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2" y="769"/>
                </a:lnTo>
                <a:lnTo>
                  <a:pt x="26846" y="435"/>
                </a:lnTo>
                <a:lnTo>
                  <a:pt x="25397" y="194"/>
                </a:lnTo>
                <a:lnTo>
                  <a:pt x="23929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4"/>
                </a:lnTo>
                <a:lnTo>
                  <a:pt x="18047" y="435"/>
                </a:lnTo>
                <a:lnTo>
                  <a:pt x="16621" y="769"/>
                </a:lnTo>
                <a:lnTo>
                  <a:pt x="15223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3" y="3771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4"/>
                </a:lnTo>
                <a:lnTo>
                  <a:pt x="5560" y="7657"/>
                </a:lnTo>
                <a:lnTo>
                  <a:pt x="4626" y="8798"/>
                </a:lnTo>
                <a:lnTo>
                  <a:pt x="3771" y="9993"/>
                </a:lnTo>
                <a:lnTo>
                  <a:pt x="2999" y="11237"/>
                </a:lnTo>
                <a:lnTo>
                  <a:pt x="2311" y="12527"/>
                </a:lnTo>
                <a:lnTo>
                  <a:pt x="1709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5" y="19496"/>
                </a:lnTo>
                <a:lnTo>
                  <a:pt x="49" y="20964"/>
                </a:lnTo>
                <a:lnTo>
                  <a:pt x="0" y="22447"/>
                </a:lnTo>
                <a:lnTo>
                  <a:pt x="49" y="23929"/>
                </a:lnTo>
                <a:lnTo>
                  <a:pt x="195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9" y="31036"/>
                </a:lnTo>
                <a:lnTo>
                  <a:pt x="2311" y="32366"/>
                </a:lnTo>
                <a:lnTo>
                  <a:pt x="2999" y="33656"/>
                </a:lnTo>
                <a:lnTo>
                  <a:pt x="3771" y="34900"/>
                </a:lnTo>
                <a:lnTo>
                  <a:pt x="4626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2"/>
                </a:lnTo>
                <a:lnTo>
                  <a:pt x="8798" y="40267"/>
                </a:lnTo>
                <a:lnTo>
                  <a:pt x="9993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4"/>
                </a:lnTo>
                <a:lnTo>
                  <a:pt x="15223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4"/>
                </a:lnTo>
                <a:lnTo>
                  <a:pt x="22446" y="44893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122"/>
          <p:cNvSpPr/>
          <p:nvPr/>
        </p:nvSpPr>
        <p:spPr>
          <a:xfrm>
            <a:off x="8951784" y="2522474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8" y="44845"/>
                </a:lnTo>
                <a:lnTo>
                  <a:pt x="25396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2"/>
                </a:lnTo>
                <a:lnTo>
                  <a:pt x="33655" y="41894"/>
                </a:lnTo>
                <a:lnTo>
                  <a:pt x="34899" y="41122"/>
                </a:lnTo>
                <a:lnTo>
                  <a:pt x="36094" y="40268"/>
                </a:lnTo>
                <a:lnTo>
                  <a:pt x="37235" y="39333"/>
                </a:lnTo>
                <a:lnTo>
                  <a:pt x="38318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1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0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1" y="9993"/>
                </a:lnTo>
                <a:lnTo>
                  <a:pt x="40267" y="8799"/>
                </a:lnTo>
                <a:lnTo>
                  <a:pt x="39332" y="7658"/>
                </a:lnTo>
                <a:lnTo>
                  <a:pt x="38318" y="6575"/>
                </a:lnTo>
                <a:lnTo>
                  <a:pt x="37235" y="5561"/>
                </a:lnTo>
                <a:lnTo>
                  <a:pt x="36094" y="4626"/>
                </a:lnTo>
                <a:lnTo>
                  <a:pt x="34899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6"/>
                </a:lnTo>
                <a:lnTo>
                  <a:pt x="25396" y="195"/>
                </a:lnTo>
                <a:lnTo>
                  <a:pt x="23928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6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2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8"/>
                </a:lnTo>
                <a:lnTo>
                  <a:pt x="4625" y="8799"/>
                </a:lnTo>
                <a:lnTo>
                  <a:pt x="3771" y="9993"/>
                </a:lnTo>
                <a:lnTo>
                  <a:pt x="2998" y="11238"/>
                </a:lnTo>
                <a:lnTo>
                  <a:pt x="2310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4" y="19496"/>
                </a:lnTo>
                <a:lnTo>
                  <a:pt x="48" y="20964"/>
                </a:lnTo>
                <a:lnTo>
                  <a:pt x="0" y="22447"/>
                </a:lnTo>
                <a:lnTo>
                  <a:pt x="48" y="23929"/>
                </a:lnTo>
                <a:lnTo>
                  <a:pt x="194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0"/>
                </a:lnTo>
                <a:lnTo>
                  <a:pt x="1708" y="31037"/>
                </a:lnTo>
                <a:lnTo>
                  <a:pt x="2310" y="32367"/>
                </a:lnTo>
                <a:lnTo>
                  <a:pt x="2998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2" y="41122"/>
                </a:lnTo>
                <a:lnTo>
                  <a:pt x="11237" y="41894"/>
                </a:lnTo>
                <a:lnTo>
                  <a:pt x="12526" y="42582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path 123"/>
          <p:cNvSpPr/>
          <p:nvPr/>
        </p:nvSpPr>
        <p:spPr>
          <a:xfrm>
            <a:off x="8951784" y="2279302"/>
            <a:ext cx="44893" cy="44894"/>
          </a:xfrm>
          <a:custGeom>
            <a:avLst/>
            <a:gdLst/>
            <a:ahLst/>
            <a:cxnLst/>
            <a:rect l="l" t="t" r="r" b="b"/>
            <a:pathLst>
              <a:path w="44893" h="44894">
                <a:moveTo>
                  <a:pt x="22446" y="44894"/>
                </a:moveTo>
                <a:lnTo>
                  <a:pt x="23928" y="44845"/>
                </a:lnTo>
                <a:lnTo>
                  <a:pt x="25396" y="44699"/>
                </a:lnTo>
                <a:lnTo>
                  <a:pt x="26846" y="44458"/>
                </a:lnTo>
                <a:lnTo>
                  <a:pt x="28271" y="44124"/>
                </a:lnTo>
                <a:lnTo>
                  <a:pt x="29670" y="43699"/>
                </a:lnTo>
                <a:lnTo>
                  <a:pt x="31036" y="43185"/>
                </a:lnTo>
                <a:lnTo>
                  <a:pt x="32366" y="42583"/>
                </a:lnTo>
                <a:lnTo>
                  <a:pt x="33655" y="41894"/>
                </a:lnTo>
                <a:lnTo>
                  <a:pt x="34899" y="41122"/>
                </a:lnTo>
                <a:lnTo>
                  <a:pt x="36094" y="40268"/>
                </a:lnTo>
                <a:lnTo>
                  <a:pt x="37235" y="39333"/>
                </a:lnTo>
                <a:lnTo>
                  <a:pt x="38318" y="38319"/>
                </a:lnTo>
                <a:lnTo>
                  <a:pt x="39332" y="37236"/>
                </a:lnTo>
                <a:lnTo>
                  <a:pt x="40267" y="36095"/>
                </a:lnTo>
                <a:lnTo>
                  <a:pt x="41121" y="34900"/>
                </a:lnTo>
                <a:lnTo>
                  <a:pt x="41894" y="33656"/>
                </a:lnTo>
                <a:lnTo>
                  <a:pt x="42582" y="32367"/>
                </a:lnTo>
                <a:lnTo>
                  <a:pt x="43184" y="31037"/>
                </a:lnTo>
                <a:lnTo>
                  <a:pt x="43699" y="29671"/>
                </a:lnTo>
                <a:lnTo>
                  <a:pt x="44124" y="28272"/>
                </a:lnTo>
                <a:lnTo>
                  <a:pt x="44458" y="26846"/>
                </a:lnTo>
                <a:lnTo>
                  <a:pt x="44698" y="25397"/>
                </a:lnTo>
                <a:lnTo>
                  <a:pt x="44844" y="23929"/>
                </a:lnTo>
                <a:lnTo>
                  <a:pt x="44893" y="22447"/>
                </a:lnTo>
                <a:lnTo>
                  <a:pt x="44844" y="20964"/>
                </a:lnTo>
                <a:lnTo>
                  <a:pt x="44698" y="19496"/>
                </a:lnTo>
                <a:lnTo>
                  <a:pt x="44458" y="18047"/>
                </a:lnTo>
                <a:lnTo>
                  <a:pt x="44124" y="16621"/>
                </a:lnTo>
                <a:lnTo>
                  <a:pt x="43699" y="15223"/>
                </a:lnTo>
                <a:lnTo>
                  <a:pt x="43184" y="13857"/>
                </a:lnTo>
                <a:lnTo>
                  <a:pt x="42582" y="12527"/>
                </a:lnTo>
                <a:lnTo>
                  <a:pt x="41894" y="11238"/>
                </a:lnTo>
                <a:lnTo>
                  <a:pt x="41121" y="9993"/>
                </a:lnTo>
                <a:lnTo>
                  <a:pt x="40267" y="8798"/>
                </a:lnTo>
                <a:lnTo>
                  <a:pt x="39332" y="7657"/>
                </a:lnTo>
                <a:lnTo>
                  <a:pt x="38318" y="6575"/>
                </a:lnTo>
                <a:lnTo>
                  <a:pt x="37235" y="5561"/>
                </a:lnTo>
                <a:lnTo>
                  <a:pt x="36094" y="4626"/>
                </a:lnTo>
                <a:lnTo>
                  <a:pt x="34899" y="3772"/>
                </a:lnTo>
                <a:lnTo>
                  <a:pt x="33655" y="2999"/>
                </a:lnTo>
                <a:lnTo>
                  <a:pt x="32366" y="2311"/>
                </a:lnTo>
                <a:lnTo>
                  <a:pt x="31036" y="1709"/>
                </a:lnTo>
                <a:lnTo>
                  <a:pt x="29670" y="1194"/>
                </a:lnTo>
                <a:lnTo>
                  <a:pt x="28271" y="769"/>
                </a:lnTo>
                <a:lnTo>
                  <a:pt x="26846" y="435"/>
                </a:lnTo>
                <a:lnTo>
                  <a:pt x="25396" y="195"/>
                </a:lnTo>
                <a:lnTo>
                  <a:pt x="23928" y="49"/>
                </a:lnTo>
                <a:lnTo>
                  <a:pt x="22446" y="0"/>
                </a:lnTo>
                <a:lnTo>
                  <a:pt x="20964" y="49"/>
                </a:lnTo>
                <a:lnTo>
                  <a:pt x="19496" y="195"/>
                </a:lnTo>
                <a:lnTo>
                  <a:pt x="18047" y="435"/>
                </a:lnTo>
                <a:lnTo>
                  <a:pt x="16621" y="769"/>
                </a:lnTo>
                <a:lnTo>
                  <a:pt x="15222" y="1194"/>
                </a:lnTo>
                <a:lnTo>
                  <a:pt x="13856" y="1709"/>
                </a:lnTo>
                <a:lnTo>
                  <a:pt x="12526" y="2311"/>
                </a:lnTo>
                <a:lnTo>
                  <a:pt x="11237" y="2999"/>
                </a:lnTo>
                <a:lnTo>
                  <a:pt x="9992" y="3772"/>
                </a:lnTo>
                <a:lnTo>
                  <a:pt x="8798" y="4626"/>
                </a:lnTo>
                <a:lnTo>
                  <a:pt x="7657" y="5561"/>
                </a:lnTo>
                <a:lnTo>
                  <a:pt x="6574" y="6575"/>
                </a:lnTo>
                <a:lnTo>
                  <a:pt x="5560" y="7657"/>
                </a:lnTo>
                <a:lnTo>
                  <a:pt x="4625" y="8798"/>
                </a:lnTo>
                <a:lnTo>
                  <a:pt x="3771" y="9993"/>
                </a:lnTo>
                <a:lnTo>
                  <a:pt x="2998" y="11238"/>
                </a:lnTo>
                <a:lnTo>
                  <a:pt x="2310" y="12527"/>
                </a:lnTo>
                <a:lnTo>
                  <a:pt x="1708" y="13857"/>
                </a:lnTo>
                <a:lnTo>
                  <a:pt x="1194" y="15223"/>
                </a:lnTo>
                <a:lnTo>
                  <a:pt x="769" y="16621"/>
                </a:lnTo>
                <a:lnTo>
                  <a:pt x="435" y="18047"/>
                </a:lnTo>
                <a:lnTo>
                  <a:pt x="194" y="19496"/>
                </a:lnTo>
                <a:lnTo>
                  <a:pt x="48" y="20964"/>
                </a:lnTo>
                <a:lnTo>
                  <a:pt x="0" y="22447"/>
                </a:lnTo>
                <a:lnTo>
                  <a:pt x="48" y="23929"/>
                </a:lnTo>
                <a:lnTo>
                  <a:pt x="194" y="25397"/>
                </a:lnTo>
                <a:lnTo>
                  <a:pt x="435" y="26846"/>
                </a:lnTo>
                <a:lnTo>
                  <a:pt x="769" y="28272"/>
                </a:lnTo>
                <a:lnTo>
                  <a:pt x="1194" y="29671"/>
                </a:lnTo>
                <a:lnTo>
                  <a:pt x="1708" y="31037"/>
                </a:lnTo>
                <a:lnTo>
                  <a:pt x="2310" y="32367"/>
                </a:lnTo>
                <a:lnTo>
                  <a:pt x="2998" y="33656"/>
                </a:lnTo>
                <a:lnTo>
                  <a:pt x="3771" y="34900"/>
                </a:lnTo>
                <a:lnTo>
                  <a:pt x="4625" y="36095"/>
                </a:lnTo>
                <a:lnTo>
                  <a:pt x="5560" y="37236"/>
                </a:lnTo>
                <a:lnTo>
                  <a:pt x="6574" y="38319"/>
                </a:lnTo>
                <a:lnTo>
                  <a:pt x="7657" y="39333"/>
                </a:lnTo>
                <a:lnTo>
                  <a:pt x="8798" y="40268"/>
                </a:lnTo>
                <a:lnTo>
                  <a:pt x="9992" y="41122"/>
                </a:lnTo>
                <a:lnTo>
                  <a:pt x="11237" y="41894"/>
                </a:lnTo>
                <a:lnTo>
                  <a:pt x="12526" y="42583"/>
                </a:lnTo>
                <a:lnTo>
                  <a:pt x="13856" y="43185"/>
                </a:lnTo>
                <a:lnTo>
                  <a:pt x="15222" y="43699"/>
                </a:lnTo>
                <a:lnTo>
                  <a:pt x="16621" y="44124"/>
                </a:lnTo>
                <a:lnTo>
                  <a:pt x="18047" y="44458"/>
                </a:lnTo>
                <a:lnTo>
                  <a:pt x="19496" y="44699"/>
                </a:lnTo>
                <a:lnTo>
                  <a:pt x="20964" y="44845"/>
                </a:lnTo>
                <a:lnTo>
                  <a:pt x="22446" y="44894"/>
                </a:lnTo>
                <a:close/>
              </a:path>
            </a:pathLst>
          </a:custGeom>
          <a:solidFill>
            <a:srgbClr val="FFFFFF"/>
          </a:solidFill>
          <a:ln w="16578">
            <a:solidFill>
              <a:srgbClr val="0AB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7166" y="4226161"/>
            <a:ext cx="1709347" cy="961507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401201" y="543524"/>
            <a:ext cx="1923827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B8893E"/>
                </a:solidFill>
                <a:latin typeface="Times New Roman"/>
              </a:rPr>
              <a:t>Robot &amp; grasp geometry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9686" y="889063"/>
            <a:ext cx="185369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Object + goal + assigned rails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27425" y="1308510"/>
            <a:ext cx="998912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2 × 7-DoF arms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08738" y="1600766"/>
            <a:ext cx="103591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Dexterous hands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457867" y="1742975"/>
            <a:ext cx="736315" cy="1790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74" b="0" i="0">
                <a:solidFill>
                  <a:srgbClr val="2B2B2B"/>
                </a:solidFill>
                <a:latin typeface="Times New Roman"/>
              </a:rPr>
              <a:t>Lift + torso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21135" y="2065121"/>
            <a:ext cx="995097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Holonomic base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06722" y="2997151"/>
            <a:ext cx="905748" cy="1856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Grasp frame ̄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2094833" y="3031269"/>
            <a:ext cx="122166" cy="181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1">
                <a:solidFill>
                  <a:srgbClr val="2B2B2B"/>
                </a:solidFill>
                <a:latin typeface="Times New Roman"/>
              </a:rPr>
              <a:t>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183613" y="3087257"/>
            <a:ext cx="108955" cy="1273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35" b="0" i="1">
                <a:solidFill>
                  <a:srgbClr val="2B2B2B"/>
                </a:solidFill>
                <a:latin typeface="Times New Roman"/>
              </a:rPr>
              <a:t>ih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30220" y="3283776"/>
            <a:ext cx="952662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Clearance + IK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76605" y="543524"/>
            <a:ext cx="1303037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7C5AA6"/>
                </a:solidFill>
                <a:latin typeface="Times New Roman"/>
              </a:rPr>
              <a:t>Shared planning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138181" y="2146769"/>
            <a:ext cx="916119" cy="1875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7C5AA6"/>
                </a:solidFill>
                <a:latin typeface="Times New Roman"/>
              </a:rPr>
              <a:t>RRT-Connect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420045" y="2146769"/>
            <a:ext cx="864225" cy="18756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30" b="0" i="0">
                <a:solidFill>
                  <a:srgbClr val="7C5AA6"/>
                </a:solidFill>
                <a:latin typeface="Times New Roman"/>
              </a:rPr>
              <a:t>MPC · 10 Hz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36542" y="2467265"/>
            <a:ext cx="1088394" cy="17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7C5AA6"/>
                </a:solidFill>
                <a:latin typeface="Times New Roman"/>
              </a:rPr>
              <a:t>Spatial schedule: |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488939" y="2467265"/>
            <a:ext cx="126697" cy="17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7" b="0" i="1">
                <a:solidFill>
                  <a:srgbClr val="7C5AA6"/>
                </a:solidFill>
                <a:latin typeface="Times New Roman"/>
              </a:rPr>
              <a:t>ϕ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579890" y="2467265"/>
            <a:ext cx="351147" cy="1733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37" b="0" i="0">
                <a:solidFill>
                  <a:srgbClr val="7C5AA6"/>
                </a:solidFill>
                <a:latin typeface="Times New Roman"/>
              </a:rPr>
              <a:t>|≤90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912069" y="2452715"/>
            <a:ext cx="60675" cy="1213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796" b="0" i="0">
                <a:solidFill>
                  <a:srgbClr val="7C5AA6"/>
                </a:solidFill>
                <a:latin typeface="Times New Roman"/>
              </a:rPr>
              <a:t>∘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463926" y="3072749"/>
            <a:ext cx="1522460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1" i="0">
                <a:solidFill>
                  <a:srgbClr val="6B7280"/>
                </a:solidFill>
                <a:latin typeface="Times New Roman"/>
              </a:rPr>
              <a:t>Acquisition supervisor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642891" y="542044"/>
            <a:ext cx="1998073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2B2B2B"/>
                </a:solidFill>
                <a:latin typeface="Times New Roman"/>
              </a:rPr>
              <a:t>Shared local actor · 50 Hz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466564" y="1022646"/>
            <a:ext cx="2348120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1" i="0">
                <a:solidFill>
                  <a:srgbClr val="7C5AA6"/>
                </a:solidFill>
                <a:latin typeface="Times New Roman"/>
              </a:rPr>
              <a:t>Own sensor history + references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12635" y="1310609"/>
            <a:ext cx="225074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Joints / fingers · object / hand errors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629384" y="1477093"/>
            <a:ext cx="201783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Local load / contact · sensor age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360043" y="1984797"/>
            <a:ext cx="880630" cy="1960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6" b="1" i="0">
                <a:solidFill>
                  <a:srgbClr val="FF9500"/>
                </a:solidFill>
                <a:latin typeface="Times New Roman"/>
              </a:rPr>
              <a:t>A · MABEL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013203" y="2703113"/>
            <a:ext cx="148212" cy="235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7" b="0" i="1">
                <a:solidFill>
                  <a:srgbClr val="FF9500"/>
                </a:solidFill>
                <a:latin typeface="Times New Roman"/>
              </a:rPr>
              <a:t>π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111676" y="2776480"/>
            <a:ext cx="100446" cy="1651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3" b="0" i="1">
                <a:solidFill>
                  <a:srgbClr val="FF9500"/>
                </a:solidFill>
                <a:latin typeface="Times New Roman"/>
              </a:rPr>
              <a:t>θ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19694" y="1984797"/>
            <a:ext cx="726368" cy="1960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86" b="1" i="0">
                <a:solidFill>
                  <a:srgbClr val="0ABAB5"/>
                </a:solidFill>
                <a:latin typeface="Times New Roman"/>
              </a:rPr>
              <a:t>B · MILO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95699" y="2703113"/>
            <a:ext cx="148212" cy="2358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47" b="0" i="1">
                <a:solidFill>
                  <a:srgbClr val="0ABAB5"/>
                </a:solidFill>
                <a:latin typeface="Times New Roman"/>
              </a:rPr>
              <a:t>π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794173" y="2776480"/>
            <a:ext cx="100446" cy="1651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3" b="0" i="1">
                <a:solidFill>
                  <a:srgbClr val="0ABAB5"/>
                </a:solidFill>
                <a:latin typeface="Times New Roman"/>
              </a:rPr>
              <a:t>θ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463048" y="3112008"/>
            <a:ext cx="2361932" cy="18188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93" b="0" i="0">
                <a:solidFill>
                  <a:srgbClr val="2B2B2B"/>
                </a:solidFill>
                <a:latin typeface="Times New Roman"/>
              </a:rPr>
              <a:t>Same MLP weights; separate histories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672680" y="3334744"/>
            <a:ext cx="1923447" cy="193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0" i="0">
                <a:solidFill>
                  <a:srgbClr val="2B2B2B"/>
                </a:solidFill>
                <a:latin typeface="Times New Roman"/>
              </a:rPr>
              <a:t>8×352→128→128→23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149358" y="542044"/>
            <a:ext cx="1568761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4E8C5A"/>
                </a:solidFill>
                <a:latin typeface="Times New Roman"/>
              </a:rPr>
              <a:t>Actuation + contact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301632" y="1021351"/>
            <a:ext cx="1261758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1" i="0">
                <a:solidFill>
                  <a:srgbClr val="4E8C5A"/>
                </a:solidFill>
                <a:latin typeface="Times New Roman"/>
              </a:rPr>
              <a:t>23 actions / robot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074794" y="1199971"/>
            <a:ext cx="1710112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Base (3) · lift (1) · torso (1)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348998" y="1366085"/>
            <a:ext cx="116301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Arms / wrists (16)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21245" y="1532199"/>
            <a:ext cx="1218276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Gripper closure (2)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170266" y="2199163"/>
            <a:ext cx="1534108" cy="1932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68" b="1" i="0">
                <a:solidFill>
                  <a:srgbClr val="4E8C5A"/>
                </a:solidFill>
                <a:latin typeface="Times New Roman"/>
              </a:rPr>
              <a:t>Motor limits + servos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23650" y="2586226"/>
            <a:ext cx="1217660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MuJoCo · 500 Hz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0051296" y="2931940"/>
            <a:ext cx="1757218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Finger–rail friction contacts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122159" y="3098424"/>
            <a:ext cx="161605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Measured motion / forces</a:t>
            </a:r>
          </a:p>
        </p:txBody>
      </p:sp>
      <p:sp>
        <p:nvSpPr>
          <p:cNvPr id="173" name="Editable path 124"/>
          <p:cNvSpPr/>
          <p:nvPr/>
        </p:nvSpPr>
        <p:spPr>
          <a:xfrm>
            <a:off x="5695926" y="80641"/>
            <a:ext cx="3970067" cy="174129"/>
          </a:xfrm>
          <a:custGeom>
            <a:avLst/>
            <a:gdLst/>
            <a:ahLst/>
            <a:cxnLst/>
            <a:rect l="l" t="t" r="r" b="b"/>
            <a:pathLst>
              <a:path w="3970067" h="174129">
                <a:moveTo>
                  <a:pt x="0" y="0"/>
                </a:moveTo>
                <a:lnTo>
                  <a:pt x="3970067" y="0"/>
                </a:lnTo>
                <a:lnTo>
                  <a:pt x="3970067" y="174129"/>
                </a:lnTo>
                <a:lnTo>
                  <a:pt x="0" y="17412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708241" y="80163"/>
            <a:ext cx="3979950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6B7280"/>
                </a:solidFill>
                <a:latin typeface="Times New Roman"/>
              </a:rPr>
              <a:t>Measured object / hand poses, encoders and local contact forces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755077" y="3981472"/>
            <a:ext cx="2141415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1" i="0">
                <a:solidFill>
                  <a:srgbClr val="7C5AA6"/>
                </a:solidFill>
                <a:latin typeface="Times New Roman"/>
              </a:rPr>
              <a:t>Central training only · PPO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61442" y="4409455"/>
            <a:ext cx="1267821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Rollouts + rewards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73926" y="4575569"/>
            <a:ext cx="1441570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Pose / grasp / stability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754129" y="4409455"/>
            <a:ext cx="1057892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Privileged critic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632199" y="4575939"/>
            <a:ext cx="1299873" cy="1904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49" b="0" i="0">
                <a:solidFill>
                  <a:srgbClr val="2B2B2B"/>
                </a:solidFill>
                <a:latin typeface="Times New Roman"/>
              </a:rPr>
              <a:t>Shared actor update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56254" y="4999504"/>
            <a:ext cx="312989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7C5AA6"/>
                </a:solidFill>
                <a:latin typeface="Times New Roman"/>
              </a:rPr>
              <a:t>Critic uses simulator state; actors use local history</a:t>
            </a:r>
          </a:p>
        </p:txBody>
      </p:sp>
      <p:sp>
        <p:nvSpPr>
          <p:cNvPr id="181" name="Editable path 125"/>
          <p:cNvSpPr/>
          <p:nvPr/>
        </p:nvSpPr>
        <p:spPr>
          <a:xfrm>
            <a:off x="2173497" y="3602441"/>
            <a:ext cx="1261326" cy="174130"/>
          </a:xfrm>
          <a:custGeom>
            <a:avLst/>
            <a:gdLst/>
            <a:ahLst/>
            <a:cxnLst/>
            <a:rect l="l" t="t" r="r" b="b"/>
            <a:pathLst>
              <a:path w="1261326" h="174130">
                <a:moveTo>
                  <a:pt x="0" y="0"/>
                </a:moveTo>
                <a:lnTo>
                  <a:pt x="1261326" y="0"/>
                </a:lnTo>
                <a:lnTo>
                  <a:pt x="1261326" y="174130"/>
                </a:lnTo>
                <a:lnTo>
                  <a:pt x="0" y="1741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185811" y="3601964"/>
            <a:ext cx="1273848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6B7280"/>
                </a:solidFill>
                <a:latin typeface="Times New Roman"/>
              </a:rPr>
              <a:t>Training experience</a:t>
            </a:r>
          </a:p>
        </p:txBody>
      </p:sp>
      <p:sp>
        <p:nvSpPr>
          <p:cNvPr id="183" name="Editable path 126"/>
          <p:cNvSpPr/>
          <p:nvPr/>
        </p:nvSpPr>
        <p:spPr>
          <a:xfrm>
            <a:off x="5562233" y="3929710"/>
            <a:ext cx="214094" cy="190411"/>
          </a:xfrm>
          <a:custGeom>
            <a:avLst/>
            <a:gdLst/>
            <a:ahLst/>
            <a:cxnLst/>
            <a:rect l="l" t="t" r="r" b="b"/>
            <a:pathLst>
              <a:path w="214094" h="190411">
                <a:moveTo>
                  <a:pt x="0" y="0"/>
                </a:moveTo>
                <a:lnTo>
                  <a:pt x="214094" y="0"/>
                </a:lnTo>
                <a:lnTo>
                  <a:pt x="214094" y="190411"/>
                </a:lnTo>
                <a:lnTo>
                  <a:pt x="0" y="190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574547" y="3940889"/>
            <a:ext cx="112375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1">
                <a:solidFill>
                  <a:srgbClr val="B8893E"/>
                </a:solidFill>
                <a:latin typeface="Times New Roman"/>
              </a:rPr>
              <a:t>θ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682493" y="3920082"/>
            <a:ext cx="80818" cy="1293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848" b="0" i="0">
                <a:solidFill>
                  <a:srgbClr val="B8893E"/>
                </a:solidFill>
                <a:latin typeface="Times New Roman"/>
              </a:rPr>
              <a:t>*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971193" y="3981554"/>
            <a:ext cx="3993007" cy="2046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42" b="1" i="0">
                <a:solidFill>
                  <a:srgbClr val="6B7280"/>
                </a:solidFill>
                <a:latin typeface="Times New Roman"/>
              </a:rPr>
              <a:t>Full-mission baseline · separate actor and grasp model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9127917" y="4313933"/>
            <a:ext cx="1883152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SE(2) RRT → MPC (10 Hz) →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9449857" y="4456142"/>
            <a:ext cx="1243687" cy="1762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56" b="0" i="0">
                <a:solidFill>
                  <a:srgbClr val="2B2B2B"/>
                </a:solidFill>
                <a:latin typeface="Times New Roman"/>
              </a:rPr>
              <a:t>21-action local actor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727711" y="4755968"/>
            <a:ext cx="2720166" cy="164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1" b="0" i="0">
                <a:solidFill>
                  <a:srgbClr val="2B2B2B"/>
                </a:solidFill>
                <a:latin typeface="Times New Roman"/>
              </a:rPr>
              <a:t>Imitation / DAgger · phase and height supervisor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9000806" y="5052247"/>
            <a:ext cx="2168659" cy="1648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81" b="0" i="0">
                <a:solidFill>
                  <a:srgbClr val="2B2B2B"/>
                </a:solidFill>
                <a:latin typeface="Times New Roman"/>
              </a:rPr>
              <a:t>Contact-gated welds · MuJoCo 200 Hz</a:t>
            </a:r>
          </a:p>
        </p:txBody>
      </p:sp>
      <p:sp>
        <p:nvSpPr>
          <p:cNvPr id="191" name="Editable path 127"/>
          <p:cNvSpPr/>
          <p:nvPr/>
        </p:nvSpPr>
        <p:spPr>
          <a:xfrm>
            <a:off x="5609547" y="3613807"/>
            <a:ext cx="1338665" cy="173759"/>
          </a:xfrm>
          <a:custGeom>
            <a:avLst/>
            <a:gdLst/>
            <a:ahLst/>
            <a:cxnLst/>
            <a:rect l="l" t="t" r="r" b="b"/>
            <a:pathLst>
              <a:path w="1338665" h="173759">
                <a:moveTo>
                  <a:pt x="0" y="0"/>
                </a:moveTo>
                <a:lnTo>
                  <a:pt x="1338665" y="0"/>
                </a:lnTo>
                <a:lnTo>
                  <a:pt x="1338665" y="173759"/>
                </a:lnTo>
                <a:lnTo>
                  <a:pt x="0" y="1737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621861" y="3613329"/>
            <a:ext cx="135081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7C5AA6"/>
                </a:solidFill>
                <a:latin typeface="Times New Roman"/>
              </a:rPr>
              <a:t>pose / twist reference</a:t>
            </a:r>
          </a:p>
        </p:txBody>
      </p:sp>
      <p:sp>
        <p:nvSpPr>
          <p:cNvPr id="193" name="Editable path 128"/>
          <p:cNvSpPr/>
          <p:nvPr/>
        </p:nvSpPr>
        <p:spPr>
          <a:xfrm>
            <a:off x="9616918" y="3557905"/>
            <a:ext cx="1004883" cy="173759"/>
          </a:xfrm>
          <a:custGeom>
            <a:avLst/>
            <a:gdLst/>
            <a:ahLst/>
            <a:cxnLst/>
            <a:rect l="l" t="t" r="r" b="b"/>
            <a:pathLst>
              <a:path w="1004883" h="173759">
                <a:moveTo>
                  <a:pt x="0" y="0"/>
                </a:moveTo>
                <a:lnTo>
                  <a:pt x="1004883" y="0"/>
                </a:lnTo>
                <a:lnTo>
                  <a:pt x="1004883" y="173759"/>
                </a:lnTo>
                <a:lnTo>
                  <a:pt x="0" y="1737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9629232" y="3557428"/>
            <a:ext cx="1017539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6B7280"/>
                </a:solidFill>
                <a:latin typeface="Times New Roman"/>
              </a:rPr>
              <a:t>baseline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