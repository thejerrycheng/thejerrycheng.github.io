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4945007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iros_02_evaluated.pdf.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0"/>
            <a:ext cx="12191999" cy="4945007"/>
          </a:xfrm>
          <a:custGeom>
            <a:avLst/>
            <a:gdLst/>
            <a:ahLst/>
            <a:cxnLst/>
            <a:rect l="l" t="t" r="r" b="b"/>
            <a:pathLst>
              <a:path w="12191999" h="4945007">
                <a:moveTo>
                  <a:pt x="0" y="0"/>
                </a:moveTo>
                <a:lnTo>
                  <a:pt x="12191999" y="0"/>
                </a:lnTo>
                <a:lnTo>
                  <a:pt x="12191999" y="4945007"/>
                </a:lnTo>
                <a:lnTo>
                  <a:pt x="0" y="4945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121920" y="239275"/>
            <a:ext cx="2438400" cy="2233229"/>
          </a:xfrm>
          <a:custGeom>
            <a:avLst/>
            <a:gdLst/>
            <a:ahLst/>
            <a:cxnLst/>
            <a:rect l="l" t="t" r="r" b="b"/>
            <a:pathLst>
              <a:path w="2438400" h="2233229">
                <a:moveTo>
                  <a:pt x="182880" y="2233229"/>
                </a:moveTo>
                <a:lnTo>
                  <a:pt x="2255520" y="2233229"/>
                </a:lnTo>
                <a:lnTo>
                  <a:pt x="2284730" y="2232398"/>
                </a:lnTo>
                <a:lnTo>
                  <a:pt x="2311400" y="2229905"/>
                </a:lnTo>
                <a:lnTo>
                  <a:pt x="2335530" y="2225751"/>
                </a:lnTo>
                <a:lnTo>
                  <a:pt x="2357120" y="2219935"/>
                </a:lnTo>
                <a:lnTo>
                  <a:pt x="2376170" y="2212458"/>
                </a:lnTo>
                <a:lnTo>
                  <a:pt x="2392680" y="2203319"/>
                </a:lnTo>
                <a:lnTo>
                  <a:pt x="2406650" y="2192519"/>
                </a:lnTo>
                <a:lnTo>
                  <a:pt x="2418080" y="2180056"/>
                </a:lnTo>
                <a:lnTo>
                  <a:pt x="2426970" y="2165933"/>
                </a:lnTo>
                <a:lnTo>
                  <a:pt x="2433320" y="2150147"/>
                </a:lnTo>
                <a:lnTo>
                  <a:pt x="2437130" y="2132700"/>
                </a:lnTo>
                <a:lnTo>
                  <a:pt x="2438400" y="2113591"/>
                </a:lnTo>
                <a:lnTo>
                  <a:pt x="2438400" y="119637"/>
                </a:lnTo>
                <a:lnTo>
                  <a:pt x="2437130" y="100528"/>
                </a:lnTo>
                <a:lnTo>
                  <a:pt x="2433320" y="83081"/>
                </a:lnTo>
                <a:lnTo>
                  <a:pt x="2426970" y="67296"/>
                </a:lnTo>
                <a:lnTo>
                  <a:pt x="2418080" y="53172"/>
                </a:lnTo>
                <a:lnTo>
                  <a:pt x="2406650" y="40710"/>
                </a:lnTo>
                <a:lnTo>
                  <a:pt x="2392680" y="29909"/>
                </a:lnTo>
                <a:lnTo>
                  <a:pt x="2376170" y="20770"/>
                </a:lnTo>
                <a:lnTo>
                  <a:pt x="2357120" y="13293"/>
                </a:lnTo>
                <a:lnTo>
                  <a:pt x="2335530" y="7477"/>
                </a:lnTo>
                <a:lnTo>
                  <a:pt x="2311400" y="3323"/>
                </a:lnTo>
                <a:lnTo>
                  <a:pt x="2284730" y="830"/>
                </a:lnTo>
                <a:lnTo>
                  <a:pt x="2255520" y="0"/>
                </a:lnTo>
                <a:lnTo>
                  <a:pt x="182880" y="0"/>
                </a:lnTo>
                <a:lnTo>
                  <a:pt x="153670" y="830"/>
                </a:lnTo>
                <a:lnTo>
                  <a:pt x="127000" y="3323"/>
                </a:lnTo>
                <a:lnTo>
                  <a:pt x="102870" y="7477"/>
                </a:lnTo>
                <a:lnTo>
                  <a:pt x="81280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1"/>
                </a:lnTo>
                <a:lnTo>
                  <a:pt x="1270" y="100528"/>
                </a:lnTo>
                <a:lnTo>
                  <a:pt x="0" y="119637"/>
                </a:lnTo>
                <a:lnTo>
                  <a:pt x="0" y="2113591"/>
                </a:lnTo>
                <a:lnTo>
                  <a:pt x="1270" y="2132700"/>
                </a:lnTo>
                <a:lnTo>
                  <a:pt x="5080" y="2150147"/>
                </a:lnTo>
                <a:lnTo>
                  <a:pt x="11430" y="2165933"/>
                </a:lnTo>
                <a:lnTo>
                  <a:pt x="20320" y="2180056"/>
                </a:lnTo>
                <a:lnTo>
                  <a:pt x="31750" y="2192519"/>
                </a:lnTo>
                <a:lnTo>
                  <a:pt x="45720" y="2203319"/>
                </a:lnTo>
                <a:lnTo>
                  <a:pt x="62230" y="2212458"/>
                </a:lnTo>
                <a:lnTo>
                  <a:pt x="81280" y="2219935"/>
                </a:lnTo>
                <a:lnTo>
                  <a:pt x="102870" y="2225751"/>
                </a:lnTo>
                <a:lnTo>
                  <a:pt x="127000" y="2229905"/>
                </a:lnTo>
                <a:lnTo>
                  <a:pt x="153670" y="2232398"/>
                </a:lnTo>
                <a:lnTo>
                  <a:pt x="182880" y="2233229"/>
                </a:lnTo>
                <a:close/>
              </a:path>
            </a:pathLst>
          </a:custGeom>
          <a:solidFill>
            <a:srgbClr val="FBF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3535680" y="239275"/>
            <a:ext cx="2926079" cy="2073712"/>
          </a:xfrm>
          <a:custGeom>
            <a:avLst/>
            <a:gdLst/>
            <a:ahLst/>
            <a:cxnLst/>
            <a:rect l="l" t="t" r="r" b="b"/>
            <a:pathLst>
              <a:path w="2926079" h="2073712">
                <a:moveTo>
                  <a:pt x="182880" y="2073712"/>
                </a:moveTo>
                <a:lnTo>
                  <a:pt x="2743200" y="2073712"/>
                </a:lnTo>
                <a:lnTo>
                  <a:pt x="2772410" y="2072881"/>
                </a:lnTo>
                <a:lnTo>
                  <a:pt x="2799080" y="2070389"/>
                </a:lnTo>
                <a:lnTo>
                  <a:pt x="2823210" y="2066235"/>
                </a:lnTo>
                <a:lnTo>
                  <a:pt x="2844800" y="2060419"/>
                </a:lnTo>
                <a:lnTo>
                  <a:pt x="2863850" y="2052942"/>
                </a:lnTo>
                <a:lnTo>
                  <a:pt x="2880359" y="2043803"/>
                </a:lnTo>
                <a:lnTo>
                  <a:pt x="2894329" y="2033002"/>
                </a:lnTo>
                <a:lnTo>
                  <a:pt x="2905759" y="2020540"/>
                </a:lnTo>
                <a:lnTo>
                  <a:pt x="2914649" y="2006416"/>
                </a:lnTo>
                <a:lnTo>
                  <a:pt x="2920999" y="1990631"/>
                </a:lnTo>
                <a:lnTo>
                  <a:pt x="2924809" y="1973184"/>
                </a:lnTo>
                <a:lnTo>
                  <a:pt x="2926079" y="1954075"/>
                </a:lnTo>
                <a:lnTo>
                  <a:pt x="2926079" y="119637"/>
                </a:lnTo>
                <a:lnTo>
                  <a:pt x="2924809" y="100528"/>
                </a:lnTo>
                <a:lnTo>
                  <a:pt x="2920999" y="83081"/>
                </a:lnTo>
                <a:lnTo>
                  <a:pt x="2914649" y="67296"/>
                </a:lnTo>
                <a:lnTo>
                  <a:pt x="2905759" y="53172"/>
                </a:lnTo>
                <a:lnTo>
                  <a:pt x="2894329" y="40710"/>
                </a:lnTo>
                <a:lnTo>
                  <a:pt x="2880359" y="29909"/>
                </a:lnTo>
                <a:lnTo>
                  <a:pt x="2863850" y="20770"/>
                </a:lnTo>
                <a:lnTo>
                  <a:pt x="2844800" y="13293"/>
                </a:lnTo>
                <a:lnTo>
                  <a:pt x="2823210" y="7477"/>
                </a:lnTo>
                <a:lnTo>
                  <a:pt x="2799080" y="3323"/>
                </a:lnTo>
                <a:lnTo>
                  <a:pt x="2772410" y="830"/>
                </a:lnTo>
                <a:lnTo>
                  <a:pt x="2743200" y="0"/>
                </a:lnTo>
                <a:lnTo>
                  <a:pt x="182880" y="0"/>
                </a:lnTo>
                <a:lnTo>
                  <a:pt x="153670" y="830"/>
                </a:lnTo>
                <a:lnTo>
                  <a:pt x="127000" y="3323"/>
                </a:lnTo>
                <a:lnTo>
                  <a:pt x="102870" y="7477"/>
                </a:lnTo>
                <a:lnTo>
                  <a:pt x="81280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1"/>
                </a:lnTo>
                <a:lnTo>
                  <a:pt x="1270" y="100528"/>
                </a:lnTo>
                <a:lnTo>
                  <a:pt x="0" y="119637"/>
                </a:lnTo>
                <a:lnTo>
                  <a:pt x="0" y="1954075"/>
                </a:lnTo>
                <a:lnTo>
                  <a:pt x="1270" y="1973184"/>
                </a:lnTo>
                <a:lnTo>
                  <a:pt x="5080" y="1990631"/>
                </a:lnTo>
                <a:lnTo>
                  <a:pt x="11430" y="2006416"/>
                </a:lnTo>
                <a:lnTo>
                  <a:pt x="20320" y="2020540"/>
                </a:lnTo>
                <a:lnTo>
                  <a:pt x="31750" y="2033002"/>
                </a:lnTo>
                <a:lnTo>
                  <a:pt x="45720" y="2043803"/>
                </a:lnTo>
                <a:lnTo>
                  <a:pt x="62230" y="2052942"/>
                </a:lnTo>
                <a:lnTo>
                  <a:pt x="81280" y="2060419"/>
                </a:lnTo>
                <a:lnTo>
                  <a:pt x="102870" y="2066235"/>
                </a:lnTo>
                <a:lnTo>
                  <a:pt x="127000" y="2070389"/>
                </a:lnTo>
                <a:lnTo>
                  <a:pt x="153670" y="2072881"/>
                </a:lnTo>
                <a:lnTo>
                  <a:pt x="182880" y="2073712"/>
                </a:lnTo>
                <a:close/>
              </a:path>
            </a:pathLst>
          </a:custGeom>
          <a:solidFill>
            <a:srgbClr val="EF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4"/>
          <p:cNvSpPr/>
          <p:nvPr/>
        </p:nvSpPr>
        <p:spPr>
          <a:xfrm>
            <a:off x="3657600" y="1914196"/>
            <a:ext cx="2682240" cy="319033"/>
          </a:xfrm>
          <a:custGeom>
            <a:avLst/>
            <a:gdLst/>
            <a:ahLst/>
            <a:cxnLst/>
            <a:rect l="l" t="t" r="r" b="b"/>
            <a:pathLst>
              <a:path w="2682240" h="319033">
                <a:moveTo>
                  <a:pt x="182880" y="319033"/>
                </a:moveTo>
                <a:lnTo>
                  <a:pt x="2499360" y="319033"/>
                </a:lnTo>
                <a:lnTo>
                  <a:pt x="2528570" y="318202"/>
                </a:lnTo>
                <a:lnTo>
                  <a:pt x="2555240" y="315710"/>
                </a:lnTo>
                <a:lnTo>
                  <a:pt x="2579370" y="311556"/>
                </a:lnTo>
                <a:lnTo>
                  <a:pt x="2600960" y="305740"/>
                </a:lnTo>
                <a:lnTo>
                  <a:pt x="2620010" y="298263"/>
                </a:lnTo>
                <a:lnTo>
                  <a:pt x="2636520" y="289124"/>
                </a:lnTo>
                <a:lnTo>
                  <a:pt x="2650490" y="278323"/>
                </a:lnTo>
                <a:lnTo>
                  <a:pt x="2661920" y="265861"/>
                </a:lnTo>
                <a:lnTo>
                  <a:pt x="2670810" y="251737"/>
                </a:lnTo>
                <a:lnTo>
                  <a:pt x="2677160" y="235952"/>
                </a:lnTo>
                <a:lnTo>
                  <a:pt x="2680970" y="218504"/>
                </a:lnTo>
                <a:lnTo>
                  <a:pt x="2682240" y="199396"/>
                </a:lnTo>
                <a:lnTo>
                  <a:pt x="2682240" y="119637"/>
                </a:lnTo>
                <a:lnTo>
                  <a:pt x="2680970" y="100529"/>
                </a:lnTo>
                <a:lnTo>
                  <a:pt x="2677160" y="83082"/>
                </a:lnTo>
                <a:lnTo>
                  <a:pt x="2670810" y="67296"/>
                </a:lnTo>
                <a:lnTo>
                  <a:pt x="2661920" y="53172"/>
                </a:lnTo>
                <a:lnTo>
                  <a:pt x="2650490" y="40710"/>
                </a:lnTo>
                <a:lnTo>
                  <a:pt x="2636520" y="29910"/>
                </a:lnTo>
                <a:lnTo>
                  <a:pt x="2620010" y="20771"/>
                </a:lnTo>
                <a:lnTo>
                  <a:pt x="2600960" y="13293"/>
                </a:lnTo>
                <a:lnTo>
                  <a:pt x="2579370" y="7478"/>
                </a:lnTo>
                <a:lnTo>
                  <a:pt x="2555240" y="3324"/>
                </a:lnTo>
                <a:lnTo>
                  <a:pt x="2528570" y="831"/>
                </a:lnTo>
                <a:lnTo>
                  <a:pt x="2499360" y="0"/>
                </a:lnTo>
                <a:lnTo>
                  <a:pt x="182880" y="0"/>
                </a:lnTo>
                <a:lnTo>
                  <a:pt x="153670" y="831"/>
                </a:lnTo>
                <a:lnTo>
                  <a:pt x="127000" y="3324"/>
                </a:lnTo>
                <a:lnTo>
                  <a:pt x="102870" y="7478"/>
                </a:lnTo>
                <a:lnTo>
                  <a:pt x="81280" y="13293"/>
                </a:lnTo>
                <a:lnTo>
                  <a:pt x="62230" y="20771"/>
                </a:lnTo>
                <a:lnTo>
                  <a:pt x="45720" y="29910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2"/>
                </a:lnTo>
                <a:lnTo>
                  <a:pt x="1270" y="100529"/>
                </a:lnTo>
                <a:lnTo>
                  <a:pt x="0" y="119637"/>
                </a:lnTo>
                <a:lnTo>
                  <a:pt x="0" y="199396"/>
                </a:lnTo>
                <a:lnTo>
                  <a:pt x="1270" y="218504"/>
                </a:lnTo>
                <a:lnTo>
                  <a:pt x="5080" y="235952"/>
                </a:lnTo>
                <a:lnTo>
                  <a:pt x="11430" y="251737"/>
                </a:lnTo>
                <a:lnTo>
                  <a:pt x="20320" y="265861"/>
                </a:lnTo>
                <a:lnTo>
                  <a:pt x="31750" y="278323"/>
                </a:lnTo>
                <a:lnTo>
                  <a:pt x="45720" y="289124"/>
                </a:lnTo>
                <a:lnTo>
                  <a:pt x="62230" y="298263"/>
                </a:lnTo>
                <a:lnTo>
                  <a:pt x="81280" y="305740"/>
                </a:lnTo>
                <a:lnTo>
                  <a:pt x="102870" y="311556"/>
                </a:lnTo>
                <a:lnTo>
                  <a:pt x="127000" y="315710"/>
                </a:lnTo>
                <a:lnTo>
                  <a:pt x="153670" y="318202"/>
                </a:lnTo>
                <a:lnTo>
                  <a:pt x="182880" y="319033"/>
                </a:lnTo>
                <a:close/>
              </a:path>
            </a:pathLst>
          </a:custGeom>
          <a:solidFill>
            <a:srgbClr val="EEF0F3"/>
          </a:solidFill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path 5"/>
          <p:cNvSpPr/>
          <p:nvPr/>
        </p:nvSpPr>
        <p:spPr>
          <a:xfrm>
            <a:off x="121920" y="3030811"/>
            <a:ext cx="6339839" cy="1834438"/>
          </a:xfrm>
          <a:custGeom>
            <a:avLst/>
            <a:gdLst/>
            <a:ahLst/>
            <a:cxnLst/>
            <a:rect l="l" t="t" r="r" b="b"/>
            <a:pathLst>
              <a:path w="6339839" h="1834438">
                <a:moveTo>
                  <a:pt x="182880" y="1834438"/>
                </a:moveTo>
                <a:lnTo>
                  <a:pt x="6156960" y="1834438"/>
                </a:lnTo>
                <a:lnTo>
                  <a:pt x="6186170" y="1833607"/>
                </a:lnTo>
                <a:lnTo>
                  <a:pt x="6212840" y="1831115"/>
                </a:lnTo>
                <a:lnTo>
                  <a:pt x="6236970" y="1826960"/>
                </a:lnTo>
                <a:lnTo>
                  <a:pt x="6258560" y="1821145"/>
                </a:lnTo>
                <a:lnTo>
                  <a:pt x="6277610" y="1813667"/>
                </a:lnTo>
                <a:lnTo>
                  <a:pt x="6294119" y="1804528"/>
                </a:lnTo>
                <a:lnTo>
                  <a:pt x="6308089" y="1793728"/>
                </a:lnTo>
                <a:lnTo>
                  <a:pt x="6319519" y="1781266"/>
                </a:lnTo>
                <a:lnTo>
                  <a:pt x="6328409" y="1767142"/>
                </a:lnTo>
                <a:lnTo>
                  <a:pt x="6334759" y="1751356"/>
                </a:lnTo>
                <a:lnTo>
                  <a:pt x="6338569" y="1733909"/>
                </a:lnTo>
                <a:lnTo>
                  <a:pt x="6339839" y="1714800"/>
                </a:lnTo>
                <a:lnTo>
                  <a:pt x="6339839" y="119637"/>
                </a:lnTo>
                <a:lnTo>
                  <a:pt x="6338569" y="100528"/>
                </a:lnTo>
                <a:lnTo>
                  <a:pt x="6334759" y="83081"/>
                </a:lnTo>
                <a:lnTo>
                  <a:pt x="6328409" y="67296"/>
                </a:lnTo>
                <a:lnTo>
                  <a:pt x="6319519" y="53172"/>
                </a:lnTo>
                <a:lnTo>
                  <a:pt x="6308089" y="40710"/>
                </a:lnTo>
                <a:lnTo>
                  <a:pt x="6294119" y="29909"/>
                </a:lnTo>
                <a:lnTo>
                  <a:pt x="6277610" y="20770"/>
                </a:lnTo>
                <a:lnTo>
                  <a:pt x="6258560" y="13293"/>
                </a:lnTo>
                <a:lnTo>
                  <a:pt x="6236970" y="7477"/>
                </a:lnTo>
                <a:lnTo>
                  <a:pt x="6212840" y="3323"/>
                </a:lnTo>
                <a:lnTo>
                  <a:pt x="6186170" y="831"/>
                </a:lnTo>
                <a:lnTo>
                  <a:pt x="6156960" y="0"/>
                </a:lnTo>
                <a:lnTo>
                  <a:pt x="182880" y="0"/>
                </a:lnTo>
                <a:lnTo>
                  <a:pt x="153670" y="831"/>
                </a:lnTo>
                <a:lnTo>
                  <a:pt x="127000" y="3323"/>
                </a:lnTo>
                <a:lnTo>
                  <a:pt x="102870" y="7477"/>
                </a:lnTo>
                <a:lnTo>
                  <a:pt x="81280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1"/>
                </a:lnTo>
                <a:lnTo>
                  <a:pt x="1270" y="100528"/>
                </a:lnTo>
                <a:lnTo>
                  <a:pt x="0" y="119637"/>
                </a:lnTo>
                <a:lnTo>
                  <a:pt x="0" y="1714800"/>
                </a:lnTo>
                <a:lnTo>
                  <a:pt x="1270" y="1733909"/>
                </a:lnTo>
                <a:lnTo>
                  <a:pt x="5080" y="1751356"/>
                </a:lnTo>
                <a:lnTo>
                  <a:pt x="11430" y="1767142"/>
                </a:lnTo>
                <a:lnTo>
                  <a:pt x="20320" y="1781266"/>
                </a:lnTo>
                <a:lnTo>
                  <a:pt x="31750" y="1793728"/>
                </a:lnTo>
                <a:lnTo>
                  <a:pt x="45720" y="1804528"/>
                </a:lnTo>
                <a:lnTo>
                  <a:pt x="62230" y="1813667"/>
                </a:lnTo>
                <a:lnTo>
                  <a:pt x="81280" y="1821145"/>
                </a:lnTo>
                <a:lnTo>
                  <a:pt x="102870" y="1826960"/>
                </a:lnTo>
                <a:lnTo>
                  <a:pt x="127000" y="1831115"/>
                </a:lnTo>
                <a:lnTo>
                  <a:pt x="153670" y="1833607"/>
                </a:lnTo>
                <a:lnTo>
                  <a:pt x="182880" y="1834438"/>
                </a:lnTo>
                <a:close/>
              </a:path>
            </a:pathLst>
          </a:custGeom>
          <a:solidFill>
            <a:srgbClr val="EF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path 6"/>
          <p:cNvSpPr/>
          <p:nvPr/>
        </p:nvSpPr>
        <p:spPr>
          <a:xfrm>
            <a:off x="7680960" y="239275"/>
            <a:ext cx="2072639" cy="3190326"/>
          </a:xfrm>
          <a:custGeom>
            <a:avLst/>
            <a:gdLst/>
            <a:ahLst/>
            <a:cxnLst/>
            <a:rect l="l" t="t" r="r" b="b"/>
            <a:pathLst>
              <a:path w="2072639" h="3190326">
                <a:moveTo>
                  <a:pt x="182879" y="3190326"/>
                </a:moveTo>
                <a:lnTo>
                  <a:pt x="1889760" y="3190326"/>
                </a:lnTo>
                <a:lnTo>
                  <a:pt x="1918970" y="3189496"/>
                </a:lnTo>
                <a:lnTo>
                  <a:pt x="1945640" y="3187003"/>
                </a:lnTo>
                <a:lnTo>
                  <a:pt x="1969769" y="3182849"/>
                </a:lnTo>
                <a:lnTo>
                  <a:pt x="1991359" y="3177033"/>
                </a:lnTo>
                <a:lnTo>
                  <a:pt x="2010409" y="3169556"/>
                </a:lnTo>
                <a:lnTo>
                  <a:pt x="2026919" y="3160417"/>
                </a:lnTo>
                <a:lnTo>
                  <a:pt x="2040889" y="3149617"/>
                </a:lnTo>
                <a:lnTo>
                  <a:pt x="2052319" y="3137154"/>
                </a:lnTo>
                <a:lnTo>
                  <a:pt x="2061209" y="3123031"/>
                </a:lnTo>
                <a:lnTo>
                  <a:pt x="2067559" y="3107245"/>
                </a:lnTo>
                <a:lnTo>
                  <a:pt x="2071369" y="3089798"/>
                </a:lnTo>
                <a:lnTo>
                  <a:pt x="2072639" y="3070689"/>
                </a:lnTo>
                <a:lnTo>
                  <a:pt x="2072639" y="119637"/>
                </a:lnTo>
                <a:lnTo>
                  <a:pt x="2071369" y="100528"/>
                </a:lnTo>
                <a:lnTo>
                  <a:pt x="2067559" y="83081"/>
                </a:lnTo>
                <a:lnTo>
                  <a:pt x="2061209" y="67296"/>
                </a:lnTo>
                <a:lnTo>
                  <a:pt x="2052319" y="53172"/>
                </a:lnTo>
                <a:lnTo>
                  <a:pt x="2040889" y="40710"/>
                </a:lnTo>
                <a:lnTo>
                  <a:pt x="2026919" y="29909"/>
                </a:lnTo>
                <a:lnTo>
                  <a:pt x="2010409" y="20770"/>
                </a:lnTo>
                <a:lnTo>
                  <a:pt x="1991359" y="13293"/>
                </a:lnTo>
                <a:lnTo>
                  <a:pt x="1969769" y="7477"/>
                </a:lnTo>
                <a:lnTo>
                  <a:pt x="1945640" y="3323"/>
                </a:lnTo>
                <a:lnTo>
                  <a:pt x="1918970" y="830"/>
                </a:lnTo>
                <a:lnTo>
                  <a:pt x="1889760" y="0"/>
                </a:lnTo>
                <a:lnTo>
                  <a:pt x="182879" y="0"/>
                </a:lnTo>
                <a:lnTo>
                  <a:pt x="153669" y="830"/>
                </a:lnTo>
                <a:lnTo>
                  <a:pt x="127000" y="3323"/>
                </a:lnTo>
                <a:lnTo>
                  <a:pt x="102870" y="7477"/>
                </a:lnTo>
                <a:lnTo>
                  <a:pt x="81280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1"/>
                </a:lnTo>
                <a:lnTo>
                  <a:pt x="1270" y="100528"/>
                </a:lnTo>
                <a:lnTo>
                  <a:pt x="0" y="119637"/>
                </a:lnTo>
                <a:lnTo>
                  <a:pt x="0" y="3070689"/>
                </a:lnTo>
                <a:lnTo>
                  <a:pt x="1270" y="3089798"/>
                </a:lnTo>
                <a:lnTo>
                  <a:pt x="5080" y="3107245"/>
                </a:lnTo>
                <a:lnTo>
                  <a:pt x="11430" y="3123031"/>
                </a:lnTo>
                <a:lnTo>
                  <a:pt x="20320" y="3137154"/>
                </a:lnTo>
                <a:lnTo>
                  <a:pt x="31750" y="3149617"/>
                </a:lnTo>
                <a:lnTo>
                  <a:pt x="45720" y="3160417"/>
                </a:lnTo>
                <a:lnTo>
                  <a:pt x="62230" y="3169556"/>
                </a:lnTo>
                <a:lnTo>
                  <a:pt x="81280" y="3177033"/>
                </a:lnTo>
                <a:lnTo>
                  <a:pt x="102870" y="3182849"/>
                </a:lnTo>
                <a:lnTo>
                  <a:pt x="127000" y="3187003"/>
                </a:lnTo>
                <a:lnTo>
                  <a:pt x="153669" y="3189496"/>
                </a:lnTo>
                <a:lnTo>
                  <a:pt x="182879" y="3190326"/>
                </a:lnTo>
                <a:close/>
              </a:path>
            </a:pathLst>
          </a:cu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7"/>
          <p:cNvSpPr/>
          <p:nvPr/>
        </p:nvSpPr>
        <p:spPr>
          <a:xfrm>
            <a:off x="7802879" y="319033"/>
            <a:ext cx="1828800" cy="1355889"/>
          </a:xfrm>
          <a:custGeom>
            <a:avLst/>
            <a:gdLst/>
            <a:ahLst/>
            <a:cxnLst/>
            <a:rect l="l" t="t" r="r" b="b"/>
            <a:pathLst>
              <a:path w="1828800" h="1355889">
                <a:moveTo>
                  <a:pt x="182881" y="1355889"/>
                </a:moveTo>
                <a:lnTo>
                  <a:pt x="1645920" y="1355889"/>
                </a:lnTo>
                <a:lnTo>
                  <a:pt x="1675131" y="1355058"/>
                </a:lnTo>
                <a:lnTo>
                  <a:pt x="1701801" y="1352565"/>
                </a:lnTo>
                <a:lnTo>
                  <a:pt x="1725931" y="1348411"/>
                </a:lnTo>
                <a:lnTo>
                  <a:pt x="1747520" y="1342596"/>
                </a:lnTo>
                <a:lnTo>
                  <a:pt x="1766570" y="1335118"/>
                </a:lnTo>
                <a:lnTo>
                  <a:pt x="1783080" y="1325979"/>
                </a:lnTo>
                <a:lnTo>
                  <a:pt x="1797050" y="1315179"/>
                </a:lnTo>
                <a:lnTo>
                  <a:pt x="1808480" y="1302717"/>
                </a:lnTo>
                <a:lnTo>
                  <a:pt x="1817370" y="1288593"/>
                </a:lnTo>
                <a:lnTo>
                  <a:pt x="1823720" y="1272807"/>
                </a:lnTo>
                <a:lnTo>
                  <a:pt x="1827530" y="1255360"/>
                </a:lnTo>
                <a:lnTo>
                  <a:pt x="1828800" y="1236252"/>
                </a:lnTo>
                <a:lnTo>
                  <a:pt x="1828800" y="119637"/>
                </a:lnTo>
                <a:lnTo>
                  <a:pt x="1827530" y="100528"/>
                </a:lnTo>
                <a:lnTo>
                  <a:pt x="1823720" y="83081"/>
                </a:lnTo>
                <a:lnTo>
                  <a:pt x="1817370" y="67296"/>
                </a:lnTo>
                <a:lnTo>
                  <a:pt x="1808480" y="53172"/>
                </a:lnTo>
                <a:lnTo>
                  <a:pt x="1797050" y="40710"/>
                </a:lnTo>
                <a:lnTo>
                  <a:pt x="1783080" y="29909"/>
                </a:lnTo>
                <a:lnTo>
                  <a:pt x="1766570" y="20770"/>
                </a:lnTo>
                <a:lnTo>
                  <a:pt x="1747520" y="13293"/>
                </a:lnTo>
                <a:lnTo>
                  <a:pt x="1725931" y="7477"/>
                </a:lnTo>
                <a:lnTo>
                  <a:pt x="1701801" y="3323"/>
                </a:lnTo>
                <a:lnTo>
                  <a:pt x="1675131" y="831"/>
                </a:lnTo>
                <a:lnTo>
                  <a:pt x="1645920" y="0"/>
                </a:lnTo>
                <a:lnTo>
                  <a:pt x="182881" y="0"/>
                </a:lnTo>
                <a:lnTo>
                  <a:pt x="153670" y="831"/>
                </a:lnTo>
                <a:lnTo>
                  <a:pt x="127000" y="3323"/>
                </a:lnTo>
                <a:lnTo>
                  <a:pt x="102870" y="7477"/>
                </a:lnTo>
                <a:lnTo>
                  <a:pt x="81280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1"/>
                </a:lnTo>
                <a:lnTo>
                  <a:pt x="1270" y="100528"/>
                </a:lnTo>
                <a:lnTo>
                  <a:pt x="0" y="119637"/>
                </a:lnTo>
                <a:lnTo>
                  <a:pt x="0" y="1236252"/>
                </a:lnTo>
                <a:lnTo>
                  <a:pt x="1270" y="1255360"/>
                </a:lnTo>
                <a:lnTo>
                  <a:pt x="5080" y="1272807"/>
                </a:lnTo>
                <a:lnTo>
                  <a:pt x="11430" y="1288593"/>
                </a:lnTo>
                <a:lnTo>
                  <a:pt x="20320" y="1302717"/>
                </a:lnTo>
                <a:lnTo>
                  <a:pt x="31750" y="1315179"/>
                </a:lnTo>
                <a:lnTo>
                  <a:pt x="45720" y="1325979"/>
                </a:lnTo>
                <a:lnTo>
                  <a:pt x="62230" y="1335118"/>
                </a:lnTo>
                <a:lnTo>
                  <a:pt x="81280" y="1342596"/>
                </a:lnTo>
                <a:lnTo>
                  <a:pt x="102870" y="1348411"/>
                </a:lnTo>
                <a:lnTo>
                  <a:pt x="127000" y="1352565"/>
                </a:lnTo>
                <a:lnTo>
                  <a:pt x="153670" y="1355058"/>
                </a:lnTo>
                <a:lnTo>
                  <a:pt x="182881" y="1355889"/>
                </a:lnTo>
                <a:close/>
              </a:path>
            </a:pathLst>
          </a:custGeom>
          <a:solidFill>
            <a:srgbClr val="FFF1DE"/>
          </a:solidFill>
          <a:ln w="1894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path 8"/>
          <p:cNvSpPr/>
          <p:nvPr/>
        </p:nvSpPr>
        <p:spPr>
          <a:xfrm>
            <a:off x="7802879" y="1993954"/>
            <a:ext cx="1828800" cy="1355889"/>
          </a:xfrm>
          <a:custGeom>
            <a:avLst/>
            <a:gdLst/>
            <a:ahLst/>
            <a:cxnLst/>
            <a:rect l="l" t="t" r="r" b="b"/>
            <a:pathLst>
              <a:path w="1828800" h="1355889">
                <a:moveTo>
                  <a:pt x="182881" y="1355889"/>
                </a:moveTo>
                <a:lnTo>
                  <a:pt x="1645920" y="1355889"/>
                </a:lnTo>
                <a:lnTo>
                  <a:pt x="1675131" y="1355059"/>
                </a:lnTo>
                <a:lnTo>
                  <a:pt x="1701801" y="1352566"/>
                </a:lnTo>
                <a:lnTo>
                  <a:pt x="1725931" y="1348412"/>
                </a:lnTo>
                <a:lnTo>
                  <a:pt x="1747520" y="1342596"/>
                </a:lnTo>
                <a:lnTo>
                  <a:pt x="1766570" y="1335119"/>
                </a:lnTo>
                <a:lnTo>
                  <a:pt x="1783080" y="1325980"/>
                </a:lnTo>
                <a:lnTo>
                  <a:pt x="1797050" y="1315179"/>
                </a:lnTo>
                <a:lnTo>
                  <a:pt x="1808480" y="1302717"/>
                </a:lnTo>
                <a:lnTo>
                  <a:pt x="1817370" y="1288593"/>
                </a:lnTo>
                <a:lnTo>
                  <a:pt x="1823720" y="1272808"/>
                </a:lnTo>
                <a:lnTo>
                  <a:pt x="1827530" y="1255361"/>
                </a:lnTo>
                <a:lnTo>
                  <a:pt x="1828800" y="1236252"/>
                </a:lnTo>
                <a:lnTo>
                  <a:pt x="1828800" y="119638"/>
                </a:lnTo>
                <a:lnTo>
                  <a:pt x="1827530" y="100529"/>
                </a:lnTo>
                <a:lnTo>
                  <a:pt x="1823720" y="83082"/>
                </a:lnTo>
                <a:lnTo>
                  <a:pt x="1817370" y="67296"/>
                </a:lnTo>
                <a:lnTo>
                  <a:pt x="1808480" y="53173"/>
                </a:lnTo>
                <a:lnTo>
                  <a:pt x="1797050" y="40710"/>
                </a:lnTo>
                <a:lnTo>
                  <a:pt x="1783080" y="29910"/>
                </a:lnTo>
                <a:lnTo>
                  <a:pt x="1766570" y="20771"/>
                </a:lnTo>
                <a:lnTo>
                  <a:pt x="1747520" y="13293"/>
                </a:lnTo>
                <a:lnTo>
                  <a:pt x="1725931" y="7478"/>
                </a:lnTo>
                <a:lnTo>
                  <a:pt x="1701801" y="3324"/>
                </a:lnTo>
                <a:lnTo>
                  <a:pt x="1675131" y="831"/>
                </a:lnTo>
                <a:lnTo>
                  <a:pt x="1645920" y="0"/>
                </a:lnTo>
                <a:lnTo>
                  <a:pt x="182881" y="0"/>
                </a:lnTo>
                <a:lnTo>
                  <a:pt x="153670" y="831"/>
                </a:lnTo>
                <a:lnTo>
                  <a:pt x="127000" y="3324"/>
                </a:lnTo>
                <a:lnTo>
                  <a:pt x="102870" y="7478"/>
                </a:lnTo>
                <a:lnTo>
                  <a:pt x="81280" y="13293"/>
                </a:lnTo>
                <a:lnTo>
                  <a:pt x="62230" y="20771"/>
                </a:lnTo>
                <a:lnTo>
                  <a:pt x="45720" y="29910"/>
                </a:lnTo>
                <a:lnTo>
                  <a:pt x="31750" y="40710"/>
                </a:lnTo>
                <a:lnTo>
                  <a:pt x="20320" y="53173"/>
                </a:lnTo>
                <a:lnTo>
                  <a:pt x="11430" y="67296"/>
                </a:lnTo>
                <a:lnTo>
                  <a:pt x="5080" y="83082"/>
                </a:lnTo>
                <a:lnTo>
                  <a:pt x="1270" y="100529"/>
                </a:lnTo>
                <a:lnTo>
                  <a:pt x="0" y="119638"/>
                </a:lnTo>
                <a:lnTo>
                  <a:pt x="0" y="1236252"/>
                </a:lnTo>
                <a:lnTo>
                  <a:pt x="1270" y="1255361"/>
                </a:lnTo>
                <a:lnTo>
                  <a:pt x="5080" y="1272808"/>
                </a:lnTo>
                <a:lnTo>
                  <a:pt x="11430" y="1288593"/>
                </a:lnTo>
                <a:lnTo>
                  <a:pt x="20320" y="1302717"/>
                </a:lnTo>
                <a:lnTo>
                  <a:pt x="31750" y="1315179"/>
                </a:lnTo>
                <a:lnTo>
                  <a:pt x="45720" y="1325980"/>
                </a:lnTo>
                <a:lnTo>
                  <a:pt x="62230" y="1335119"/>
                </a:lnTo>
                <a:lnTo>
                  <a:pt x="81280" y="1342596"/>
                </a:lnTo>
                <a:lnTo>
                  <a:pt x="102870" y="1348412"/>
                </a:lnTo>
                <a:lnTo>
                  <a:pt x="127000" y="1352566"/>
                </a:lnTo>
                <a:lnTo>
                  <a:pt x="153670" y="1355059"/>
                </a:lnTo>
                <a:lnTo>
                  <a:pt x="182881" y="1355889"/>
                </a:lnTo>
                <a:close/>
              </a:path>
            </a:pathLst>
          </a:custGeom>
          <a:solidFill>
            <a:srgbClr val="E1F6F4"/>
          </a:solidFill>
          <a:ln w="18946">
            <a:solidFill>
              <a:srgbClr val="0ABAB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path 9"/>
          <p:cNvSpPr/>
          <p:nvPr/>
        </p:nvSpPr>
        <p:spPr>
          <a:xfrm>
            <a:off x="10607040" y="239275"/>
            <a:ext cx="1524000" cy="3110568"/>
          </a:xfrm>
          <a:custGeom>
            <a:avLst/>
            <a:gdLst/>
            <a:ahLst/>
            <a:cxnLst/>
            <a:rect l="l" t="t" r="r" b="b"/>
            <a:pathLst>
              <a:path w="1524000" h="3110568">
                <a:moveTo>
                  <a:pt x="182879" y="3110568"/>
                </a:moveTo>
                <a:lnTo>
                  <a:pt x="1341119" y="3110568"/>
                </a:lnTo>
                <a:lnTo>
                  <a:pt x="1370329" y="3109738"/>
                </a:lnTo>
                <a:lnTo>
                  <a:pt x="1396999" y="3107245"/>
                </a:lnTo>
                <a:lnTo>
                  <a:pt x="1421129" y="3103091"/>
                </a:lnTo>
                <a:lnTo>
                  <a:pt x="1442719" y="3097275"/>
                </a:lnTo>
                <a:lnTo>
                  <a:pt x="1461769" y="3089798"/>
                </a:lnTo>
                <a:lnTo>
                  <a:pt x="1478280" y="3080659"/>
                </a:lnTo>
                <a:lnTo>
                  <a:pt x="1492250" y="3069858"/>
                </a:lnTo>
                <a:lnTo>
                  <a:pt x="1503680" y="3057396"/>
                </a:lnTo>
                <a:lnTo>
                  <a:pt x="1512570" y="3043272"/>
                </a:lnTo>
                <a:lnTo>
                  <a:pt x="1518920" y="3027487"/>
                </a:lnTo>
                <a:lnTo>
                  <a:pt x="1522730" y="3010040"/>
                </a:lnTo>
                <a:lnTo>
                  <a:pt x="1524000" y="2990931"/>
                </a:lnTo>
                <a:lnTo>
                  <a:pt x="1524000" y="119637"/>
                </a:lnTo>
                <a:lnTo>
                  <a:pt x="1522730" y="100528"/>
                </a:lnTo>
                <a:lnTo>
                  <a:pt x="1518920" y="83081"/>
                </a:lnTo>
                <a:lnTo>
                  <a:pt x="1512570" y="67296"/>
                </a:lnTo>
                <a:lnTo>
                  <a:pt x="1503680" y="53172"/>
                </a:lnTo>
                <a:lnTo>
                  <a:pt x="1492250" y="40710"/>
                </a:lnTo>
                <a:lnTo>
                  <a:pt x="1478280" y="29909"/>
                </a:lnTo>
                <a:lnTo>
                  <a:pt x="1461769" y="20770"/>
                </a:lnTo>
                <a:lnTo>
                  <a:pt x="1442719" y="13293"/>
                </a:lnTo>
                <a:lnTo>
                  <a:pt x="1421129" y="7477"/>
                </a:lnTo>
                <a:lnTo>
                  <a:pt x="1396999" y="3323"/>
                </a:lnTo>
                <a:lnTo>
                  <a:pt x="1370329" y="830"/>
                </a:lnTo>
                <a:lnTo>
                  <a:pt x="1341119" y="0"/>
                </a:lnTo>
                <a:lnTo>
                  <a:pt x="182879" y="0"/>
                </a:lnTo>
                <a:lnTo>
                  <a:pt x="153669" y="830"/>
                </a:lnTo>
                <a:lnTo>
                  <a:pt x="126999" y="3323"/>
                </a:lnTo>
                <a:lnTo>
                  <a:pt x="102869" y="7477"/>
                </a:lnTo>
                <a:lnTo>
                  <a:pt x="81279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1"/>
                </a:lnTo>
                <a:lnTo>
                  <a:pt x="1270" y="100528"/>
                </a:lnTo>
                <a:lnTo>
                  <a:pt x="0" y="119637"/>
                </a:lnTo>
                <a:lnTo>
                  <a:pt x="0" y="2990931"/>
                </a:lnTo>
                <a:lnTo>
                  <a:pt x="1270" y="3010040"/>
                </a:lnTo>
                <a:lnTo>
                  <a:pt x="5080" y="3027487"/>
                </a:lnTo>
                <a:lnTo>
                  <a:pt x="11430" y="3043272"/>
                </a:lnTo>
                <a:lnTo>
                  <a:pt x="20320" y="3057396"/>
                </a:lnTo>
                <a:lnTo>
                  <a:pt x="31750" y="3069858"/>
                </a:lnTo>
                <a:lnTo>
                  <a:pt x="45720" y="3080659"/>
                </a:lnTo>
                <a:lnTo>
                  <a:pt x="62230" y="3089798"/>
                </a:lnTo>
                <a:lnTo>
                  <a:pt x="81279" y="3097275"/>
                </a:lnTo>
                <a:lnTo>
                  <a:pt x="102869" y="3103091"/>
                </a:lnTo>
                <a:lnTo>
                  <a:pt x="126999" y="3107245"/>
                </a:lnTo>
                <a:lnTo>
                  <a:pt x="153669" y="3109738"/>
                </a:lnTo>
                <a:lnTo>
                  <a:pt x="182879" y="3110568"/>
                </a:lnTo>
                <a:close/>
              </a:path>
            </a:pathLst>
          </a:cu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10"/>
          <p:cNvSpPr/>
          <p:nvPr/>
        </p:nvSpPr>
        <p:spPr>
          <a:xfrm>
            <a:off x="10668000" y="1874317"/>
            <a:ext cx="1402079" cy="1395768"/>
          </a:xfrm>
          <a:custGeom>
            <a:avLst/>
            <a:gdLst/>
            <a:ahLst/>
            <a:cxnLst/>
            <a:rect l="l" t="t" r="r" b="b"/>
            <a:pathLst>
              <a:path w="1402079" h="1395768">
                <a:moveTo>
                  <a:pt x="182879" y="1395768"/>
                </a:moveTo>
                <a:lnTo>
                  <a:pt x="1219199" y="1395768"/>
                </a:lnTo>
                <a:lnTo>
                  <a:pt x="1248409" y="1394937"/>
                </a:lnTo>
                <a:lnTo>
                  <a:pt x="1275079" y="1392445"/>
                </a:lnTo>
                <a:lnTo>
                  <a:pt x="1299209" y="1388291"/>
                </a:lnTo>
                <a:lnTo>
                  <a:pt x="1320799" y="1382475"/>
                </a:lnTo>
                <a:lnTo>
                  <a:pt x="1339849" y="1374998"/>
                </a:lnTo>
                <a:lnTo>
                  <a:pt x="1356359" y="1365859"/>
                </a:lnTo>
                <a:lnTo>
                  <a:pt x="1370329" y="1355058"/>
                </a:lnTo>
                <a:lnTo>
                  <a:pt x="1381759" y="1342596"/>
                </a:lnTo>
                <a:lnTo>
                  <a:pt x="1390649" y="1328472"/>
                </a:lnTo>
                <a:lnTo>
                  <a:pt x="1396999" y="1312687"/>
                </a:lnTo>
                <a:lnTo>
                  <a:pt x="1400809" y="1295240"/>
                </a:lnTo>
                <a:lnTo>
                  <a:pt x="1402079" y="1276131"/>
                </a:lnTo>
                <a:lnTo>
                  <a:pt x="1402079" y="119637"/>
                </a:lnTo>
                <a:lnTo>
                  <a:pt x="1400809" y="100529"/>
                </a:lnTo>
                <a:lnTo>
                  <a:pt x="1396999" y="83082"/>
                </a:lnTo>
                <a:lnTo>
                  <a:pt x="1390649" y="67296"/>
                </a:lnTo>
                <a:lnTo>
                  <a:pt x="1381759" y="53172"/>
                </a:lnTo>
                <a:lnTo>
                  <a:pt x="1370329" y="40710"/>
                </a:lnTo>
                <a:lnTo>
                  <a:pt x="1356359" y="29910"/>
                </a:lnTo>
                <a:lnTo>
                  <a:pt x="1339849" y="20771"/>
                </a:lnTo>
                <a:lnTo>
                  <a:pt x="1320799" y="13293"/>
                </a:lnTo>
                <a:lnTo>
                  <a:pt x="1299209" y="7478"/>
                </a:lnTo>
                <a:lnTo>
                  <a:pt x="1275079" y="3323"/>
                </a:lnTo>
                <a:lnTo>
                  <a:pt x="1248409" y="831"/>
                </a:lnTo>
                <a:lnTo>
                  <a:pt x="1219199" y="0"/>
                </a:lnTo>
                <a:lnTo>
                  <a:pt x="182879" y="0"/>
                </a:lnTo>
                <a:lnTo>
                  <a:pt x="153669" y="831"/>
                </a:lnTo>
                <a:lnTo>
                  <a:pt x="126999" y="3323"/>
                </a:lnTo>
                <a:lnTo>
                  <a:pt x="102869" y="7478"/>
                </a:lnTo>
                <a:lnTo>
                  <a:pt x="81279" y="13293"/>
                </a:lnTo>
                <a:lnTo>
                  <a:pt x="62229" y="20771"/>
                </a:lnTo>
                <a:lnTo>
                  <a:pt x="45719" y="29910"/>
                </a:lnTo>
                <a:lnTo>
                  <a:pt x="31749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2"/>
                </a:lnTo>
                <a:lnTo>
                  <a:pt x="1270" y="100529"/>
                </a:lnTo>
                <a:lnTo>
                  <a:pt x="0" y="119637"/>
                </a:lnTo>
                <a:lnTo>
                  <a:pt x="0" y="1276131"/>
                </a:lnTo>
                <a:lnTo>
                  <a:pt x="1270" y="1295240"/>
                </a:lnTo>
                <a:lnTo>
                  <a:pt x="5080" y="1312687"/>
                </a:lnTo>
                <a:lnTo>
                  <a:pt x="11430" y="1328472"/>
                </a:lnTo>
                <a:lnTo>
                  <a:pt x="20320" y="1342596"/>
                </a:lnTo>
                <a:lnTo>
                  <a:pt x="31749" y="1355058"/>
                </a:lnTo>
                <a:lnTo>
                  <a:pt x="45719" y="1365859"/>
                </a:lnTo>
                <a:lnTo>
                  <a:pt x="62229" y="1374998"/>
                </a:lnTo>
                <a:lnTo>
                  <a:pt x="81279" y="1382475"/>
                </a:lnTo>
                <a:lnTo>
                  <a:pt x="102869" y="1388291"/>
                </a:lnTo>
                <a:lnTo>
                  <a:pt x="126999" y="1392445"/>
                </a:lnTo>
                <a:lnTo>
                  <a:pt x="153669" y="1394937"/>
                </a:lnTo>
                <a:lnTo>
                  <a:pt x="182879" y="1395768"/>
                </a:lnTo>
                <a:close/>
              </a:path>
            </a:pathLst>
          </a:custGeom>
          <a:solidFill>
            <a:srgbClr val="EEF0F3"/>
          </a:solidFill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path 11"/>
          <p:cNvSpPr/>
          <p:nvPr/>
        </p:nvSpPr>
        <p:spPr>
          <a:xfrm>
            <a:off x="10607040" y="3828392"/>
            <a:ext cx="1524000" cy="957098"/>
          </a:xfrm>
          <a:custGeom>
            <a:avLst/>
            <a:gdLst/>
            <a:ahLst/>
            <a:cxnLst/>
            <a:rect l="l" t="t" r="r" b="b"/>
            <a:pathLst>
              <a:path w="1524000" h="957098">
                <a:moveTo>
                  <a:pt x="182879" y="957098"/>
                </a:moveTo>
                <a:lnTo>
                  <a:pt x="1341119" y="957098"/>
                </a:lnTo>
                <a:lnTo>
                  <a:pt x="1370329" y="956268"/>
                </a:lnTo>
                <a:lnTo>
                  <a:pt x="1396999" y="953775"/>
                </a:lnTo>
                <a:lnTo>
                  <a:pt x="1421129" y="949621"/>
                </a:lnTo>
                <a:lnTo>
                  <a:pt x="1442719" y="943805"/>
                </a:lnTo>
                <a:lnTo>
                  <a:pt x="1461769" y="936328"/>
                </a:lnTo>
                <a:lnTo>
                  <a:pt x="1478280" y="927189"/>
                </a:lnTo>
                <a:lnTo>
                  <a:pt x="1492250" y="916389"/>
                </a:lnTo>
                <a:lnTo>
                  <a:pt x="1503680" y="903926"/>
                </a:lnTo>
                <a:lnTo>
                  <a:pt x="1512570" y="889803"/>
                </a:lnTo>
                <a:lnTo>
                  <a:pt x="1518920" y="874017"/>
                </a:lnTo>
                <a:lnTo>
                  <a:pt x="1522730" y="856570"/>
                </a:lnTo>
                <a:lnTo>
                  <a:pt x="1524000" y="837461"/>
                </a:lnTo>
                <a:lnTo>
                  <a:pt x="1524000" y="119638"/>
                </a:lnTo>
                <a:lnTo>
                  <a:pt x="1522730" y="100529"/>
                </a:lnTo>
                <a:lnTo>
                  <a:pt x="1518920" y="83082"/>
                </a:lnTo>
                <a:lnTo>
                  <a:pt x="1512570" y="67296"/>
                </a:lnTo>
                <a:lnTo>
                  <a:pt x="1503680" y="53173"/>
                </a:lnTo>
                <a:lnTo>
                  <a:pt x="1492250" y="40710"/>
                </a:lnTo>
                <a:lnTo>
                  <a:pt x="1478280" y="29910"/>
                </a:lnTo>
                <a:lnTo>
                  <a:pt x="1461769" y="20771"/>
                </a:lnTo>
                <a:lnTo>
                  <a:pt x="1442719" y="13293"/>
                </a:lnTo>
                <a:lnTo>
                  <a:pt x="1421129" y="7478"/>
                </a:lnTo>
                <a:lnTo>
                  <a:pt x="1396999" y="3324"/>
                </a:lnTo>
                <a:lnTo>
                  <a:pt x="1370329" y="831"/>
                </a:lnTo>
                <a:lnTo>
                  <a:pt x="1341119" y="0"/>
                </a:lnTo>
                <a:lnTo>
                  <a:pt x="182879" y="0"/>
                </a:lnTo>
                <a:lnTo>
                  <a:pt x="153669" y="831"/>
                </a:lnTo>
                <a:lnTo>
                  <a:pt x="126999" y="3324"/>
                </a:lnTo>
                <a:lnTo>
                  <a:pt x="102869" y="7478"/>
                </a:lnTo>
                <a:lnTo>
                  <a:pt x="81279" y="13293"/>
                </a:lnTo>
                <a:lnTo>
                  <a:pt x="62230" y="20771"/>
                </a:lnTo>
                <a:lnTo>
                  <a:pt x="45720" y="29910"/>
                </a:lnTo>
                <a:lnTo>
                  <a:pt x="31750" y="40710"/>
                </a:lnTo>
                <a:lnTo>
                  <a:pt x="20320" y="53173"/>
                </a:lnTo>
                <a:lnTo>
                  <a:pt x="11430" y="67296"/>
                </a:lnTo>
                <a:lnTo>
                  <a:pt x="5080" y="83082"/>
                </a:lnTo>
                <a:lnTo>
                  <a:pt x="1270" y="100529"/>
                </a:lnTo>
                <a:lnTo>
                  <a:pt x="0" y="119638"/>
                </a:lnTo>
                <a:lnTo>
                  <a:pt x="0" y="837461"/>
                </a:lnTo>
                <a:lnTo>
                  <a:pt x="1270" y="856570"/>
                </a:lnTo>
                <a:lnTo>
                  <a:pt x="5080" y="874017"/>
                </a:lnTo>
                <a:lnTo>
                  <a:pt x="11430" y="889803"/>
                </a:lnTo>
                <a:lnTo>
                  <a:pt x="20320" y="903926"/>
                </a:lnTo>
                <a:lnTo>
                  <a:pt x="31750" y="916389"/>
                </a:lnTo>
                <a:lnTo>
                  <a:pt x="45720" y="927189"/>
                </a:lnTo>
                <a:lnTo>
                  <a:pt x="62230" y="936328"/>
                </a:lnTo>
                <a:lnTo>
                  <a:pt x="81279" y="943805"/>
                </a:lnTo>
                <a:lnTo>
                  <a:pt x="102869" y="949621"/>
                </a:lnTo>
                <a:lnTo>
                  <a:pt x="126999" y="953775"/>
                </a:lnTo>
                <a:lnTo>
                  <a:pt x="153669" y="956268"/>
                </a:lnTo>
                <a:lnTo>
                  <a:pt x="182879" y="957098"/>
                </a:lnTo>
                <a:close/>
              </a:path>
            </a:pathLst>
          </a:custGeom>
          <a:solidFill>
            <a:srgbClr val="EEF0F3"/>
          </a:solidFill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path 12"/>
          <p:cNvSpPr/>
          <p:nvPr/>
        </p:nvSpPr>
        <p:spPr>
          <a:xfrm>
            <a:off x="6400799" y="1036857"/>
            <a:ext cx="0" cy="1036856"/>
          </a:xfrm>
          <a:custGeom>
            <a:avLst/>
            <a:gdLst/>
            <a:ahLst/>
            <a:cxnLst/>
            <a:rect l="l" t="t" r="r" b="b"/>
            <a:pathLst>
              <a:path w="0" h="1036856">
                <a:moveTo>
                  <a:pt x="0" y="1036856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path 13"/>
          <p:cNvSpPr/>
          <p:nvPr/>
        </p:nvSpPr>
        <p:spPr>
          <a:xfrm>
            <a:off x="1133856" y="4067667"/>
            <a:ext cx="207264" cy="39879"/>
          </a:xfrm>
          <a:custGeom>
            <a:avLst/>
            <a:gdLst/>
            <a:ahLst/>
            <a:cxnLst/>
            <a:rect l="l" t="t" r="r" b="b"/>
            <a:pathLst>
              <a:path w="207264" h="39879">
                <a:moveTo>
                  <a:pt x="0" y="0"/>
                </a:moveTo>
                <a:lnTo>
                  <a:pt x="207264" y="39879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path 14"/>
          <p:cNvSpPr/>
          <p:nvPr/>
        </p:nvSpPr>
        <p:spPr>
          <a:xfrm>
            <a:off x="1133856" y="3987909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79758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path 15"/>
          <p:cNvSpPr/>
          <p:nvPr/>
        </p:nvSpPr>
        <p:spPr>
          <a:xfrm>
            <a:off x="1133856" y="3868271"/>
            <a:ext cx="207264" cy="199396"/>
          </a:xfrm>
          <a:custGeom>
            <a:avLst/>
            <a:gdLst/>
            <a:ahLst/>
            <a:cxnLst/>
            <a:rect l="l" t="t" r="r" b="b"/>
            <a:pathLst>
              <a:path w="207264" h="199396">
                <a:moveTo>
                  <a:pt x="0" y="199396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path 16"/>
          <p:cNvSpPr/>
          <p:nvPr/>
        </p:nvSpPr>
        <p:spPr>
          <a:xfrm>
            <a:off x="1133856" y="3908151"/>
            <a:ext cx="207264" cy="199395"/>
          </a:xfrm>
          <a:custGeom>
            <a:avLst/>
            <a:gdLst/>
            <a:ahLst/>
            <a:cxnLst/>
            <a:rect l="l" t="t" r="r" b="b"/>
            <a:pathLst>
              <a:path w="207264" h="199395">
                <a:moveTo>
                  <a:pt x="0" y="0"/>
                </a:moveTo>
                <a:lnTo>
                  <a:pt x="207264" y="199395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path 17"/>
          <p:cNvSpPr/>
          <p:nvPr/>
        </p:nvSpPr>
        <p:spPr>
          <a:xfrm>
            <a:off x="1133856" y="3908151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0"/>
                </a:moveTo>
                <a:lnTo>
                  <a:pt x="207264" y="79758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path 18"/>
          <p:cNvSpPr/>
          <p:nvPr/>
        </p:nvSpPr>
        <p:spPr>
          <a:xfrm>
            <a:off x="1133856" y="3868271"/>
            <a:ext cx="207264" cy="39880"/>
          </a:xfrm>
          <a:custGeom>
            <a:avLst/>
            <a:gdLst/>
            <a:ahLst/>
            <a:cxnLst/>
            <a:rect l="l" t="t" r="r" b="b"/>
            <a:pathLst>
              <a:path w="207264" h="39880">
                <a:moveTo>
                  <a:pt x="0" y="39880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19"/>
          <p:cNvSpPr/>
          <p:nvPr/>
        </p:nvSpPr>
        <p:spPr>
          <a:xfrm>
            <a:off x="1341120" y="4067667"/>
            <a:ext cx="207264" cy="39879"/>
          </a:xfrm>
          <a:custGeom>
            <a:avLst/>
            <a:gdLst/>
            <a:ahLst/>
            <a:cxnLst/>
            <a:rect l="l" t="t" r="r" b="b"/>
            <a:pathLst>
              <a:path w="207264" h="39879">
                <a:moveTo>
                  <a:pt x="0" y="39879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20"/>
          <p:cNvSpPr/>
          <p:nvPr/>
        </p:nvSpPr>
        <p:spPr>
          <a:xfrm>
            <a:off x="1341120" y="3908151"/>
            <a:ext cx="207264" cy="199395"/>
          </a:xfrm>
          <a:custGeom>
            <a:avLst/>
            <a:gdLst/>
            <a:ahLst/>
            <a:cxnLst/>
            <a:rect l="l" t="t" r="r" b="b"/>
            <a:pathLst>
              <a:path w="207264" h="199395">
                <a:moveTo>
                  <a:pt x="0" y="199395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path 21"/>
          <p:cNvSpPr/>
          <p:nvPr/>
        </p:nvSpPr>
        <p:spPr>
          <a:xfrm>
            <a:off x="1341120" y="3987909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0"/>
                </a:moveTo>
                <a:lnTo>
                  <a:pt x="207264" y="79758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22"/>
          <p:cNvSpPr/>
          <p:nvPr/>
        </p:nvSpPr>
        <p:spPr>
          <a:xfrm>
            <a:off x="1341120" y="3908151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79758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23"/>
          <p:cNvSpPr/>
          <p:nvPr/>
        </p:nvSpPr>
        <p:spPr>
          <a:xfrm>
            <a:off x="1341120" y="3868271"/>
            <a:ext cx="207264" cy="199396"/>
          </a:xfrm>
          <a:custGeom>
            <a:avLst/>
            <a:gdLst/>
            <a:ahLst/>
            <a:cxnLst/>
            <a:rect l="l" t="t" r="r" b="b"/>
            <a:pathLst>
              <a:path w="207264" h="199396">
                <a:moveTo>
                  <a:pt x="0" y="0"/>
                </a:moveTo>
                <a:lnTo>
                  <a:pt x="207264" y="199396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24"/>
          <p:cNvSpPr/>
          <p:nvPr/>
        </p:nvSpPr>
        <p:spPr>
          <a:xfrm>
            <a:off x="1341120" y="3868271"/>
            <a:ext cx="207264" cy="39880"/>
          </a:xfrm>
          <a:custGeom>
            <a:avLst/>
            <a:gdLst/>
            <a:ahLst/>
            <a:cxnLst/>
            <a:rect l="l" t="t" r="r" b="b"/>
            <a:pathLst>
              <a:path w="207264" h="39880">
                <a:moveTo>
                  <a:pt x="0" y="0"/>
                </a:moveTo>
                <a:lnTo>
                  <a:pt x="207264" y="3988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25"/>
          <p:cNvSpPr/>
          <p:nvPr/>
        </p:nvSpPr>
        <p:spPr>
          <a:xfrm>
            <a:off x="5035296" y="4067667"/>
            <a:ext cx="207264" cy="39879"/>
          </a:xfrm>
          <a:custGeom>
            <a:avLst/>
            <a:gdLst/>
            <a:ahLst/>
            <a:cxnLst/>
            <a:rect l="l" t="t" r="r" b="b"/>
            <a:pathLst>
              <a:path w="207264" h="39879">
                <a:moveTo>
                  <a:pt x="0" y="0"/>
                </a:moveTo>
                <a:lnTo>
                  <a:pt x="207264" y="39879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26"/>
          <p:cNvSpPr/>
          <p:nvPr/>
        </p:nvSpPr>
        <p:spPr>
          <a:xfrm>
            <a:off x="5035296" y="3987909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79758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27"/>
          <p:cNvSpPr/>
          <p:nvPr/>
        </p:nvSpPr>
        <p:spPr>
          <a:xfrm>
            <a:off x="5035296" y="3868271"/>
            <a:ext cx="207264" cy="199396"/>
          </a:xfrm>
          <a:custGeom>
            <a:avLst/>
            <a:gdLst/>
            <a:ahLst/>
            <a:cxnLst/>
            <a:rect l="l" t="t" r="r" b="b"/>
            <a:pathLst>
              <a:path w="207264" h="199396">
                <a:moveTo>
                  <a:pt x="0" y="199396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28"/>
          <p:cNvSpPr/>
          <p:nvPr/>
        </p:nvSpPr>
        <p:spPr>
          <a:xfrm>
            <a:off x="5035296" y="3908151"/>
            <a:ext cx="207264" cy="199395"/>
          </a:xfrm>
          <a:custGeom>
            <a:avLst/>
            <a:gdLst/>
            <a:ahLst/>
            <a:cxnLst/>
            <a:rect l="l" t="t" r="r" b="b"/>
            <a:pathLst>
              <a:path w="207264" h="199395">
                <a:moveTo>
                  <a:pt x="0" y="0"/>
                </a:moveTo>
                <a:lnTo>
                  <a:pt x="207264" y="199395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29"/>
          <p:cNvSpPr/>
          <p:nvPr/>
        </p:nvSpPr>
        <p:spPr>
          <a:xfrm>
            <a:off x="5035296" y="3908151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0"/>
                </a:moveTo>
                <a:lnTo>
                  <a:pt x="207264" y="79758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30"/>
          <p:cNvSpPr/>
          <p:nvPr/>
        </p:nvSpPr>
        <p:spPr>
          <a:xfrm>
            <a:off x="5035296" y="3868271"/>
            <a:ext cx="207264" cy="39880"/>
          </a:xfrm>
          <a:custGeom>
            <a:avLst/>
            <a:gdLst/>
            <a:ahLst/>
            <a:cxnLst/>
            <a:rect l="l" t="t" r="r" b="b"/>
            <a:pathLst>
              <a:path w="207264" h="39880">
                <a:moveTo>
                  <a:pt x="0" y="39880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31"/>
          <p:cNvSpPr/>
          <p:nvPr/>
        </p:nvSpPr>
        <p:spPr>
          <a:xfrm>
            <a:off x="5242560" y="4067667"/>
            <a:ext cx="207264" cy="39879"/>
          </a:xfrm>
          <a:custGeom>
            <a:avLst/>
            <a:gdLst/>
            <a:ahLst/>
            <a:cxnLst/>
            <a:rect l="l" t="t" r="r" b="b"/>
            <a:pathLst>
              <a:path w="207264" h="39879">
                <a:moveTo>
                  <a:pt x="0" y="39879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32"/>
          <p:cNvSpPr/>
          <p:nvPr/>
        </p:nvSpPr>
        <p:spPr>
          <a:xfrm>
            <a:off x="5242560" y="3908151"/>
            <a:ext cx="207264" cy="199395"/>
          </a:xfrm>
          <a:custGeom>
            <a:avLst/>
            <a:gdLst/>
            <a:ahLst/>
            <a:cxnLst/>
            <a:rect l="l" t="t" r="r" b="b"/>
            <a:pathLst>
              <a:path w="207264" h="199395">
                <a:moveTo>
                  <a:pt x="0" y="199395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33"/>
          <p:cNvSpPr/>
          <p:nvPr/>
        </p:nvSpPr>
        <p:spPr>
          <a:xfrm>
            <a:off x="5242560" y="3987909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0"/>
                </a:moveTo>
                <a:lnTo>
                  <a:pt x="207264" y="79758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34"/>
          <p:cNvSpPr/>
          <p:nvPr/>
        </p:nvSpPr>
        <p:spPr>
          <a:xfrm>
            <a:off x="5242560" y="3908151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79758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path 35"/>
          <p:cNvSpPr/>
          <p:nvPr/>
        </p:nvSpPr>
        <p:spPr>
          <a:xfrm>
            <a:off x="5242560" y="3868271"/>
            <a:ext cx="207264" cy="199396"/>
          </a:xfrm>
          <a:custGeom>
            <a:avLst/>
            <a:gdLst/>
            <a:ahLst/>
            <a:cxnLst/>
            <a:rect l="l" t="t" r="r" b="b"/>
            <a:pathLst>
              <a:path w="207264" h="199396">
                <a:moveTo>
                  <a:pt x="0" y="0"/>
                </a:moveTo>
                <a:lnTo>
                  <a:pt x="207264" y="199396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path 36"/>
          <p:cNvSpPr/>
          <p:nvPr/>
        </p:nvSpPr>
        <p:spPr>
          <a:xfrm>
            <a:off x="5242560" y="3868271"/>
            <a:ext cx="207264" cy="39880"/>
          </a:xfrm>
          <a:custGeom>
            <a:avLst/>
            <a:gdLst/>
            <a:ahLst/>
            <a:cxnLst/>
            <a:rect l="l" t="t" r="r" b="b"/>
            <a:pathLst>
              <a:path w="207264" h="39880">
                <a:moveTo>
                  <a:pt x="0" y="0"/>
                </a:moveTo>
                <a:lnTo>
                  <a:pt x="207264" y="3988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37"/>
          <p:cNvSpPr/>
          <p:nvPr/>
        </p:nvSpPr>
        <p:spPr>
          <a:xfrm>
            <a:off x="8656319" y="1036857"/>
            <a:ext cx="207265" cy="39879"/>
          </a:xfrm>
          <a:custGeom>
            <a:avLst/>
            <a:gdLst/>
            <a:ahLst/>
            <a:cxnLst/>
            <a:rect l="l" t="t" r="r" b="b"/>
            <a:pathLst>
              <a:path w="207265" h="39879">
                <a:moveTo>
                  <a:pt x="0" y="0"/>
                </a:moveTo>
                <a:lnTo>
                  <a:pt x="207265" y="39879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path 38"/>
          <p:cNvSpPr/>
          <p:nvPr/>
        </p:nvSpPr>
        <p:spPr>
          <a:xfrm>
            <a:off x="8656319" y="957098"/>
            <a:ext cx="207265" cy="79759"/>
          </a:xfrm>
          <a:custGeom>
            <a:avLst/>
            <a:gdLst/>
            <a:ahLst/>
            <a:cxnLst/>
            <a:rect l="l" t="t" r="r" b="b"/>
            <a:pathLst>
              <a:path w="207265" h="79759">
                <a:moveTo>
                  <a:pt x="0" y="79759"/>
                </a:moveTo>
                <a:lnTo>
                  <a:pt x="207265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path 39"/>
          <p:cNvSpPr/>
          <p:nvPr/>
        </p:nvSpPr>
        <p:spPr>
          <a:xfrm>
            <a:off x="8656319" y="837461"/>
            <a:ext cx="207265" cy="199396"/>
          </a:xfrm>
          <a:custGeom>
            <a:avLst/>
            <a:gdLst/>
            <a:ahLst/>
            <a:cxnLst/>
            <a:rect l="l" t="t" r="r" b="b"/>
            <a:pathLst>
              <a:path w="207265" h="199396">
                <a:moveTo>
                  <a:pt x="0" y="199396"/>
                </a:moveTo>
                <a:lnTo>
                  <a:pt x="207265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path 40"/>
          <p:cNvSpPr/>
          <p:nvPr/>
        </p:nvSpPr>
        <p:spPr>
          <a:xfrm>
            <a:off x="8656319" y="877340"/>
            <a:ext cx="207265" cy="199396"/>
          </a:xfrm>
          <a:custGeom>
            <a:avLst/>
            <a:gdLst/>
            <a:ahLst/>
            <a:cxnLst/>
            <a:rect l="l" t="t" r="r" b="b"/>
            <a:pathLst>
              <a:path w="207265" h="199396">
                <a:moveTo>
                  <a:pt x="0" y="0"/>
                </a:moveTo>
                <a:lnTo>
                  <a:pt x="207265" y="199396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path 41"/>
          <p:cNvSpPr/>
          <p:nvPr/>
        </p:nvSpPr>
        <p:spPr>
          <a:xfrm>
            <a:off x="8656319" y="877340"/>
            <a:ext cx="207265" cy="79758"/>
          </a:xfrm>
          <a:custGeom>
            <a:avLst/>
            <a:gdLst/>
            <a:ahLst/>
            <a:cxnLst/>
            <a:rect l="l" t="t" r="r" b="b"/>
            <a:pathLst>
              <a:path w="207265" h="79758">
                <a:moveTo>
                  <a:pt x="0" y="0"/>
                </a:moveTo>
                <a:lnTo>
                  <a:pt x="207265" y="79758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path 42"/>
          <p:cNvSpPr/>
          <p:nvPr/>
        </p:nvSpPr>
        <p:spPr>
          <a:xfrm>
            <a:off x="8656319" y="837461"/>
            <a:ext cx="207265" cy="39879"/>
          </a:xfrm>
          <a:custGeom>
            <a:avLst/>
            <a:gdLst/>
            <a:ahLst/>
            <a:cxnLst/>
            <a:rect l="l" t="t" r="r" b="b"/>
            <a:pathLst>
              <a:path w="207265" h="39879">
                <a:moveTo>
                  <a:pt x="0" y="39879"/>
                </a:moveTo>
                <a:lnTo>
                  <a:pt x="207265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path 43"/>
          <p:cNvSpPr/>
          <p:nvPr/>
        </p:nvSpPr>
        <p:spPr>
          <a:xfrm>
            <a:off x="8863584" y="1036857"/>
            <a:ext cx="207263" cy="39879"/>
          </a:xfrm>
          <a:custGeom>
            <a:avLst/>
            <a:gdLst/>
            <a:ahLst/>
            <a:cxnLst/>
            <a:rect l="l" t="t" r="r" b="b"/>
            <a:pathLst>
              <a:path w="207263" h="39879">
                <a:moveTo>
                  <a:pt x="0" y="39879"/>
                </a:moveTo>
                <a:lnTo>
                  <a:pt x="207263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44"/>
          <p:cNvSpPr/>
          <p:nvPr/>
        </p:nvSpPr>
        <p:spPr>
          <a:xfrm>
            <a:off x="8863584" y="877340"/>
            <a:ext cx="207263" cy="199396"/>
          </a:xfrm>
          <a:custGeom>
            <a:avLst/>
            <a:gdLst/>
            <a:ahLst/>
            <a:cxnLst/>
            <a:rect l="l" t="t" r="r" b="b"/>
            <a:pathLst>
              <a:path w="207263" h="199396">
                <a:moveTo>
                  <a:pt x="0" y="199396"/>
                </a:moveTo>
                <a:lnTo>
                  <a:pt x="207263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path 45"/>
          <p:cNvSpPr/>
          <p:nvPr/>
        </p:nvSpPr>
        <p:spPr>
          <a:xfrm>
            <a:off x="8863584" y="957098"/>
            <a:ext cx="207263" cy="79759"/>
          </a:xfrm>
          <a:custGeom>
            <a:avLst/>
            <a:gdLst/>
            <a:ahLst/>
            <a:cxnLst/>
            <a:rect l="l" t="t" r="r" b="b"/>
            <a:pathLst>
              <a:path w="207263" h="79759">
                <a:moveTo>
                  <a:pt x="0" y="0"/>
                </a:moveTo>
                <a:lnTo>
                  <a:pt x="207263" y="79759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path 46"/>
          <p:cNvSpPr/>
          <p:nvPr/>
        </p:nvSpPr>
        <p:spPr>
          <a:xfrm>
            <a:off x="8863584" y="877340"/>
            <a:ext cx="207263" cy="79758"/>
          </a:xfrm>
          <a:custGeom>
            <a:avLst/>
            <a:gdLst/>
            <a:ahLst/>
            <a:cxnLst/>
            <a:rect l="l" t="t" r="r" b="b"/>
            <a:pathLst>
              <a:path w="207263" h="79758">
                <a:moveTo>
                  <a:pt x="0" y="79758"/>
                </a:moveTo>
                <a:lnTo>
                  <a:pt x="207263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path 47"/>
          <p:cNvSpPr/>
          <p:nvPr/>
        </p:nvSpPr>
        <p:spPr>
          <a:xfrm>
            <a:off x="8863584" y="837461"/>
            <a:ext cx="207263" cy="199396"/>
          </a:xfrm>
          <a:custGeom>
            <a:avLst/>
            <a:gdLst/>
            <a:ahLst/>
            <a:cxnLst/>
            <a:rect l="l" t="t" r="r" b="b"/>
            <a:pathLst>
              <a:path w="207263" h="199396">
                <a:moveTo>
                  <a:pt x="0" y="0"/>
                </a:moveTo>
                <a:lnTo>
                  <a:pt x="207263" y="199396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path 48"/>
          <p:cNvSpPr/>
          <p:nvPr/>
        </p:nvSpPr>
        <p:spPr>
          <a:xfrm>
            <a:off x="8863584" y="837461"/>
            <a:ext cx="207263" cy="39879"/>
          </a:xfrm>
          <a:custGeom>
            <a:avLst/>
            <a:gdLst/>
            <a:ahLst/>
            <a:cxnLst/>
            <a:rect l="l" t="t" r="r" b="b"/>
            <a:pathLst>
              <a:path w="207263" h="39879">
                <a:moveTo>
                  <a:pt x="0" y="0"/>
                </a:moveTo>
                <a:lnTo>
                  <a:pt x="207263" y="39879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path 49"/>
          <p:cNvSpPr/>
          <p:nvPr/>
        </p:nvSpPr>
        <p:spPr>
          <a:xfrm>
            <a:off x="8656319" y="2711778"/>
            <a:ext cx="207265" cy="39879"/>
          </a:xfrm>
          <a:custGeom>
            <a:avLst/>
            <a:gdLst/>
            <a:ahLst/>
            <a:cxnLst/>
            <a:rect l="l" t="t" r="r" b="b"/>
            <a:pathLst>
              <a:path w="207265" h="39879">
                <a:moveTo>
                  <a:pt x="0" y="0"/>
                </a:moveTo>
                <a:lnTo>
                  <a:pt x="207265" y="39879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50"/>
          <p:cNvSpPr/>
          <p:nvPr/>
        </p:nvSpPr>
        <p:spPr>
          <a:xfrm>
            <a:off x="8656319" y="2632020"/>
            <a:ext cx="207265" cy="79758"/>
          </a:xfrm>
          <a:custGeom>
            <a:avLst/>
            <a:gdLst/>
            <a:ahLst/>
            <a:cxnLst/>
            <a:rect l="l" t="t" r="r" b="b"/>
            <a:pathLst>
              <a:path w="207265" h="79758">
                <a:moveTo>
                  <a:pt x="0" y="79758"/>
                </a:moveTo>
                <a:lnTo>
                  <a:pt x="207265" y="0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path 51"/>
          <p:cNvSpPr/>
          <p:nvPr/>
        </p:nvSpPr>
        <p:spPr>
          <a:xfrm>
            <a:off x="8656319" y="2512383"/>
            <a:ext cx="207265" cy="199395"/>
          </a:xfrm>
          <a:custGeom>
            <a:avLst/>
            <a:gdLst/>
            <a:ahLst/>
            <a:cxnLst/>
            <a:rect l="l" t="t" r="r" b="b"/>
            <a:pathLst>
              <a:path w="207265" h="199395">
                <a:moveTo>
                  <a:pt x="0" y="199395"/>
                </a:moveTo>
                <a:lnTo>
                  <a:pt x="207265" y="0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path 52"/>
          <p:cNvSpPr/>
          <p:nvPr/>
        </p:nvSpPr>
        <p:spPr>
          <a:xfrm>
            <a:off x="8656319" y="2552262"/>
            <a:ext cx="207265" cy="199395"/>
          </a:xfrm>
          <a:custGeom>
            <a:avLst/>
            <a:gdLst/>
            <a:ahLst/>
            <a:cxnLst/>
            <a:rect l="l" t="t" r="r" b="b"/>
            <a:pathLst>
              <a:path w="207265" h="199395">
                <a:moveTo>
                  <a:pt x="0" y="0"/>
                </a:moveTo>
                <a:lnTo>
                  <a:pt x="207265" y="199395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53"/>
          <p:cNvSpPr/>
          <p:nvPr/>
        </p:nvSpPr>
        <p:spPr>
          <a:xfrm>
            <a:off x="8656319" y="2552262"/>
            <a:ext cx="207265" cy="79758"/>
          </a:xfrm>
          <a:custGeom>
            <a:avLst/>
            <a:gdLst/>
            <a:ahLst/>
            <a:cxnLst/>
            <a:rect l="l" t="t" r="r" b="b"/>
            <a:pathLst>
              <a:path w="207265" h="79758">
                <a:moveTo>
                  <a:pt x="0" y="0"/>
                </a:moveTo>
                <a:lnTo>
                  <a:pt x="207265" y="79758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path 54"/>
          <p:cNvSpPr/>
          <p:nvPr/>
        </p:nvSpPr>
        <p:spPr>
          <a:xfrm>
            <a:off x="8656319" y="2512383"/>
            <a:ext cx="207265" cy="39879"/>
          </a:xfrm>
          <a:custGeom>
            <a:avLst/>
            <a:gdLst/>
            <a:ahLst/>
            <a:cxnLst/>
            <a:rect l="l" t="t" r="r" b="b"/>
            <a:pathLst>
              <a:path w="207265" h="39879">
                <a:moveTo>
                  <a:pt x="0" y="39879"/>
                </a:moveTo>
                <a:lnTo>
                  <a:pt x="207265" y="0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path 55"/>
          <p:cNvSpPr/>
          <p:nvPr/>
        </p:nvSpPr>
        <p:spPr>
          <a:xfrm>
            <a:off x="8863584" y="2711778"/>
            <a:ext cx="207263" cy="39879"/>
          </a:xfrm>
          <a:custGeom>
            <a:avLst/>
            <a:gdLst/>
            <a:ahLst/>
            <a:cxnLst/>
            <a:rect l="l" t="t" r="r" b="b"/>
            <a:pathLst>
              <a:path w="207263" h="39879">
                <a:moveTo>
                  <a:pt x="0" y="39879"/>
                </a:moveTo>
                <a:lnTo>
                  <a:pt x="207263" y="0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56"/>
          <p:cNvSpPr/>
          <p:nvPr/>
        </p:nvSpPr>
        <p:spPr>
          <a:xfrm>
            <a:off x="8863584" y="2552262"/>
            <a:ext cx="207263" cy="199395"/>
          </a:xfrm>
          <a:custGeom>
            <a:avLst/>
            <a:gdLst/>
            <a:ahLst/>
            <a:cxnLst/>
            <a:rect l="l" t="t" r="r" b="b"/>
            <a:pathLst>
              <a:path w="207263" h="199395">
                <a:moveTo>
                  <a:pt x="0" y="199395"/>
                </a:moveTo>
                <a:lnTo>
                  <a:pt x="207263" y="0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path 57"/>
          <p:cNvSpPr/>
          <p:nvPr/>
        </p:nvSpPr>
        <p:spPr>
          <a:xfrm>
            <a:off x="8863584" y="2632020"/>
            <a:ext cx="207263" cy="79758"/>
          </a:xfrm>
          <a:custGeom>
            <a:avLst/>
            <a:gdLst/>
            <a:ahLst/>
            <a:cxnLst/>
            <a:rect l="l" t="t" r="r" b="b"/>
            <a:pathLst>
              <a:path w="207263" h="79758">
                <a:moveTo>
                  <a:pt x="0" y="0"/>
                </a:moveTo>
                <a:lnTo>
                  <a:pt x="207263" y="79758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path 58"/>
          <p:cNvSpPr/>
          <p:nvPr/>
        </p:nvSpPr>
        <p:spPr>
          <a:xfrm>
            <a:off x="8863584" y="2552262"/>
            <a:ext cx="207263" cy="79758"/>
          </a:xfrm>
          <a:custGeom>
            <a:avLst/>
            <a:gdLst/>
            <a:ahLst/>
            <a:cxnLst/>
            <a:rect l="l" t="t" r="r" b="b"/>
            <a:pathLst>
              <a:path w="207263" h="79758">
                <a:moveTo>
                  <a:pt x="0" y="79758"/>
                </a:moveTo>
                <a:lnTo>
                  <a:pt x="207263" y="0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path 59"/>
          <p:cNvSpPr/>
          <p:nvPr/>
        </p:nvSpPr>
        <p:spPr>
          <a:xfrm>
            <a:off x="8863584" y="2512383"/>
            <a:ext cx="207263" cy="199395"/>
          </a:xfrm>
          <a:custGeom>
            <a:avLst/>
            <a:gdLst/>
            <a:ahLst/>
            <a:cxnLst/>
            <a:rect l="l" t="t" r="r" b="b"/>
            <a:pathLst>
              <a:path w="207263" h="199395">
                <a:moveTo>
                  <a:pt x="0" y="0"/>
                </a:moveTo>
                <a:lnTo>
                  <a:pt x="207263" y="199395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path 60"/>
          <p:cNvSpPr/>
          <p:nvPr/>
        </p:nvSpPr>
        <p:spPr>
          <a:xfrm>
            <a:off x="8863584" y="2512383"/>
            <a:ext cx="207263" cy="39879"/>
          </a:xfrm>
          <a:custGeom>
            <a:avLst/>
            <a:gdLst/>
            <a:ahLst/>
            <a:cxnLst/>
            <a:rect l="l" t="t" r="r" b="b"/>
            <a:pathLst>
              <a:path w="207263" h="39879">
                <a:moveTo>
                  <a:pt x="0" y="0"/>
                </a:moveTo>
                <a:lnTo>
                  <a:pt x="207263" y="39879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61"/>
          <p:cNvSpPr/>
          <p:nvPr/>
        </p:nvSpPr>
        <p:spPr>
          <a:xfrm>
            <a:off x="2560320" y="757703"/>
            <a:ext cx="952853" cy="0"/>
          </a:xfrm>
          <a:custGeom>
            <a:avLst/>
            <a:gdLst/>
            <a:ahLst/>
            <a:cxnLst/>
            <a:rect l="l" t="t" r="r" b="b"/>
            <a:pathLst>
              <a:path w="952853" h="0">
                <a:moveTo>
                  <a:pt x="0" y="0"/>
                </a:moveTo>
                <a:lnTo>
                  <a:pt x="81124" y="0"/>
                </a:lnTo>
                <a:lnTo>
                  <a:pt x="161935" y="0"/>
                </a:lnTo>
                <a:lnTo>
                  <a:pt x="242433" y="0"/>
                </a:lnTo>
                <a:lnTo>
                  <a:pt x="322619" y="0"/>
                </a:lnTo>
                <a:lnTo>
                  <a:pt x="402492" y="0"/>
                </a:lnTo>
                <a:lnTo>
                  <a:pt x="482053" y="0"/>
                </a:lnTo>
                <a:lnTo>
                  <a:pt x="561301" y="0"/>
                </a:lnTo>
                <a:lnTo>
                  <a:pt x="640237" y="0"/>
                </a:lnTo>
                <a:lnTo>
                  <a:pt x="718860" y="0"/>
                </a:lnTo>
                <a:lnTo>
                  <a:pt x="797170" y="0"/>
                </a:lnTo>
                <a:lnTo>
                  <a:pt x="875168" y="0"/>
                </a:lnTo>
                <a:lnTo>
                  <a:pt x="952853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path 62"/>
          <p:cNvSpPr/>
          <p:nvPr/>
        </p:nvSpPr>
        <p:spPr>
          <a:xfrm>
            <a:off x="3446861" y="724547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path 63"/>
          <p:cNvSpPr/>
          <p:nvPr/>
        </p:nvSpPr>
        <p:spPr>
          <a:xfrm>
            <a:off x="2560320" y="1834438"/>
            <a:ext cx="670560" cy="0"/>
          </a:xfrm>
          <a:custGeom>
            <a:avLst/>
            <a:gdLst/>
            <a:ahLst/>
            <a:cxnLst/>
            <a:rect l="l" t="t" r="r" b="b"/>
            <a:pathLst>
              <a:path w="670560" h="0">
                <a:moveTo>
                  <a:pt x="0" y="0"/>
                </a:moveTo>
                <a:lnTo>
                  <a:pt x="670560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path 64"/>
          <p:cNvSpPr/>
          <p:nvPr/>
        </p:nvSpPr>
        <p:spPr>
          <a:xfrm>
            <a:off x="3230880" y="1355889"/>
            <a:ext cx="0" cy="478549"/>
          </a:xfrm>
          <a:custGeom>
            <a:avLst/>
            <a:gdLst/>
            <a:ahLst/>
            <a:cxnLst/>
            <a:rect l="l" t="t" r="r" b="b"/>
            <a:pathLst>
              <a:path w="0" h="478549">
                <a:moveTo>
                  <a:pt x="0" y="478549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65"/>
          <p:cNvSpPr/>
          <p:nvPr/>
        </p:nvSpPr>
        <p:spPr>
          <a:xfrm>
            <a:off x="3230880" y="1355889"/>
            <a:ext cx="282293" cy="0"/>
          </a:xfrm>
          <a:custGeom>
            <a:avLst/>
            <a:gdLst/>
            <a:ahLst/>
            <a:cxnLst/>
            <a:rect l="l" t="t" r="r" b="b"/>
            <a:pathLst>
              <a:path w="282293" h="0">
                <a:moveTo>
                  <a:pt x="0" y="0"/>
                </a:moveTo>
                <a:lnTo>
                  <a:pt x="25243" y="0"/>
                </a:lnTo>
                <a:lnTo>
                  <a:pt x="50175" y="0"/>
                </a:lnTo>
                <a:lnTo>
                  <a:pt x="74793" y="0"/>
                </a:lnTo>
                <a:lnTo>
                  <a:pt x="99099" y="0"/>
                </a:lnTo>
                <a:lnTo>
                  <a:pt x="123092" y="0"/>
                </a:lnTo>
                <a:lnTo>
                  <a:pt x="146773" y="0"/>
                </a:lnTo>
                <a:lnTo>
                  <a:pt x="170141" y="0"/>
                </a:lnTo>
                <a:lnTo>
                  <a:pt x="193197" y="0"/>
                </a:lnTo>
                <a:lnTo>
                  <a:pt x="215940" y="0"/>
                </a:lnTo>
                <a:lnTo>
                  <a:pt x="238370" y="0"/>
                </a:lnTo>
                <a:lnTo>
                  <a:pt x="260488" y="0"/>
                </a:lnTo>
                <a:lnTo>
                  <a:pt x="282293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path 66"/>
          <p:cNvSpPr/>
          <p:nvPr/>
        </p:nvSpPr>
        <p:spPr>
          <a:xfrm>
            <a:off x="3446861" y="1322733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path 67"/>
          <p:cNvSpPr/>
          <p:nvPr/>
        </p:nvSpPr>
        <p:spPr>
          <a:xfrm>
            <a:off x="1089965" y="4038954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89"/>
                </a:lnTo>
                <a:lnTo>
                  <a:pt x="68242" y="52602"/>
                </a:lnTo>
                <a:lnTo>
                  <a:pt x="70578" y="51508"/>
                </a:lnTo>
                <a:lnTo>
                  <a:pt x="72809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4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09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5"/>
                </a:lnTo>
                <a:lnTo>
                  <a:pt x="86278" y="21261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7" y="2186"/>
                </a:lnTo>
                <a:lnTo>
                  <a:pt x="58016" y="1527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7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1"/>
                </a:lnTo>
                <a:lnTo>
                  <a:pt x="851" y="23085"/>
                </a:lnTo>
                <a:lnTo>
                  <a:pt x="380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0" y="32487"/>
                </a:lnTo>
                <a:lnTo>
                  <a:pt x="851" y="34341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4" y="43051"/>
                </a:lnTo>
                <a:lnTo>
                  <a:pt x="7374" y="44643"/>
                </a:lnTo>
                <a:lnTo>
                  <a:pt x="9045" y="46171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3" y="50313"/>
                </a:lnTo>
                <a:lnTo>
                  <a:pt x="17204" y="51508"/>
                </a:lnTo>
                <a:lnTo>
                  <a:pt x="19540" y="52602"/>
                </a:lnTo>
                <a:lnTo>
                  <a:pt x="21973" y="53589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6" y="55898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path 68"/>
          <p:cNvSpPr/>
          <p:nvPr/>
        </p:nvSpPr>
        <p:spPr>
          <a:xfrm>
            <a:off x="1089965" y="3879438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8" y="51508"/>
                </a:lnTo>
                <a:lnTo>
                  <a:pt x="72809" y="50312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4"/>
                </a:lnTo>
                <a:lnTo>
                  <a:pt x="86931" y="34340"/>
                </a:lnTo>
                <a:lnTo>
                  <a:pt x="87401" y="32487"/>
                </a:lnTo>
                <a:lnTo>
                  <a:pt x="87686" y="30609"/>
                </a:lnTo>
                <a:lnTo>
                  <a:pt x="87782" y="28713"/>
                </a:lnTo>
                <a:lnTo>
                  <a:pt x="87686" y="26816"/>
                </a:lnTo>
                <a:lnTo>
                  <a:pt x="87401" y="24939"/>
                </a:lnTo>
                <a:lnTo>
                  <a:pt x="86931" y="23085"/>
                </a:lnTo>
                <a:lnTo>
                  <a:pt x="86278" y="21261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10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7" y="2186"/>
                </a:lnTo>
                <a:lnTo>
                  <a:pt x="58016" y="1527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2"/>
                </a:lnTo>
                <a:lnTo>
                  <a:pt x="43891" y="0"/>
                </a:lnTo>
                <a:lnTo>
                  <a:pt x="40992" y="62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7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4"/>
                </a:lnTo>
                <a:lnTo>
                  <a:pt x="7374" y="12783"/>
                </a:lnTo>
                <a:lnTo>
                  <a:pt x="5864" y="14374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1"/>
                </a:lnTo>
                <a:lnTo>
                  <a:pt x="851" y="23085"/>
                </a:lnTo>
                <a:lnTo>
                  <a:pt x="380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0" y="32487"/>
                </a:lnTo>
                <a:lnTo>
                  <a:pt x="851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4" y="43051"/>
                </a:lnTo>
                <a:lnTo>
                  <a:pt x="7374" y="44643"/>
                </a:lnTo>
                <a:lnTo>
                  <a:pt x="9045" y="46171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0" y="52601"/>
                </a:lnTo>
                <a:lnTo>
                  <a:pt x="21973" y="53589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6" y="55898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69"/>
          <p:cNvSpPr/>
          <p:nvPr/>
        </p:nvSpPr>
        <p:spPr>
          <a:xfrm>
            <a:off x="1297229" y="4078833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09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6"/>
                </a:lnTo>
                <a:lnTo>
                  <a:pt x="86278" y="21262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7" y="2186"/>
                </a:lnTo>
                <a:lnTo>
                  <a:pt x="58016" y="1527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7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1" y="23086"/>
                </a:lnTo>
                <a:lnTo>
                  <a:pt x="380" y="24939"/>
                </a:lnTo>
                <a:lnTo>
                  <a:pt x="95" y="26817"/>
                </a:lnTo>
                <a:lnTo>
                  <a:pt x="0" y="28713"/>
                </a:lnTo>
                <a:lnTo>
                  <a:pt x="95" y="30609"/>
                </a:lnTo>
                <a:lnTo>
                  <a:pt x="380" y="32487"/>
                </a:lnTo>
                <a:lnTo>
                  <a:pt x="851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4" y="43052"/>
                </a:lnTo>
                <a:lnTo>
                  <a:pt x="7374" y="44643"/>
                </a:lnTo>
                <a:lnTo>
                  <a:pt x="9045" y="46172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6" y="55898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70"/>
          <p:cNvSpPr/>
          <p:nvPr/>
        </p:nvSpPr>
        <p:spPr>
          <a:xfrm>
            <a:off x="1297229" y="3959196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8" y="51508"/>
                </a:lnTo>
                <a:lnTo>
                  <a:pt x="72809" y="50312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4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09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5"/>
                </a:lnTo>
                <a:lnTo>
                  <a:pt x="86278" y="21261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10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7" y="2186"/>
                </a:lnTo>
                <a:lnTo>
                  <a:pt x="58016" y="1527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7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4"/>
                </a:lnTo>
                <a:lnTo>
                  <a:pt x="7374" y="12783"/>
                </a:lnTo>
                <a:lnTo>
                  <a:pt x="5864" y="14374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1"/>
                </a:lnTo>
                <a:lnTo>
                  <a:pt x="851" y="23085"/>
                </a:lnTo>
                <a:lnTo>
                  <a:pt x="380" y="24939"/>
                </a:lnTo>
                <a:lnTo>
                  <a:pt x="95" y="26817"/>
                </a:lnTo>
                <a:lnTo>
                  <a:pt x="0" y="28713"/>
                </a:lnTo>
                <a:lnTo>
                  <a:pt x="95" y="30609"/>
                </a:lnTo>
                <a:lnTo>
                  <a:pt x="380" y="32487"/>
                </a:lnTo>
                <a:lnTo>
                  <a:pt x="851" y="34341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4" y="43051"/>
                </a:lnTo>
                <a:lnTo>
                  <a:pt x="7374" y="44643"/>
                </a:lnTo>
                <a:lnTo>
                  <a:pt x="9045" y="46171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0" y="52601"/>
                </a:lnTo>
                <a:lnTo>
                  <a:pt x="21973" y="53589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6" y="55898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path 71"/>
          <p:cNvSpPr/>
          <p:nvPr/>
        </p:nvSpPr>
        <p:spPr>
          <a:xfrm>
            <a:off x="1297229" y="3839559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8" y="51508"/>
                </a:lnTo>
                <a:lnTo>
                  <a:pt x="72809" y="50312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3" y="41402"/>
                </a:lnTo>
                <a:lnTo>
                  <a:pt x="84441" y="39700"/>
                </a:lnTo>
                <a:lnTo>
                  <a:pt x="85447" y="37953"/>
                </a:lnTo>
                <a:lnTo>
                  <a:pt x="86278" y="36164"/>
                </a:lnTo>
                <a:lnTo>
                  <a:pt x="86931" y="34340"/>
                </a:lnTo>
                <a:lnTo>
                  <a:pt x="87401" y="32486"/>
                </a:lnTo>
                <a:lnTo>
                  <a:pt x="87686" y="30609"/>
                </a:lnTo>
                <a:lnTo>
                  <a:pt x="87782" y="28712"/>
                </a:lnTo>
                <a:lnTo>
                  <a:pt x="87686" y="26816"/>
                </a:lnTo>
                <a:lnTo>
                  <a:pt x="87401" y="24938"/>
                </a:lnTo>
                <a:lnTo>
                  <a:pt x="86931" y="23085"/>
                </a:lnTo>
                <a:lnTo>
                  <a:pt x="86278" y="21261"/>
                </a:lnTo>
                <a:lnTo>
                  <a:pt x="85447" y="19472"/>
                </a:lnTo>
                <a:lnTo>
                  <a:pt x="84441" y="17725"/>
                </a:lnTo>
                <a:lnTo>
                  <a:pt x="83263" y="16023"/>
                </a:lnTo>
                <a:lnTo>
                  <a:pt x="81918" y="14374"/>
                </a:lnTo>
                <a:lnTo>
                  <a:pt x="80408" y="12782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09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7" y="2186"/>
                </a:lnTo>
                <a:lnTo>
                  <a:pt x="58016" y="1527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2"/>
                </a:lnTo>
                <a:lnTo>
                  <a:pt x="43891" y="0"/>
                </a:lnTo>
                <a:lnTo>
                  <a:pt x="40992" y="62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7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5" y="8409"/>
                </a:lnTo>
                <a:lnTo>
                  <a:pt x="10873" y="9795"/>
                </a:lnTo>
                <a:lnTo>
                  <a:pt x="9045" y="11254"/>
                </a:lnTo>
                <a:lnTo>
                  <a:pt x="7374" y="12782"/>
                </a:lnTo>
                <a:lnTo>
                  <a:pt x="5864" y="14374"/>
                </a:lnTo>
                <a:lnTo>
                  <a:pt x="4519" y="16023"/>
                </a:lnTo>
                <a:lnTo>
                  <a:pt x="3341" y="17725"/>
                </a:lnTo>
                <a:lnTo>
                  <a:pt x="2335" y="19472"/>
                </a:lnTo>
                <a:lnTo>
                  <a:pt x="1504" y="21261"/>
                </a:lnTo>
                <a:lnTo>
                  <a:pt x="851" y="23085"/>
                </a:lnTo>
                <a:lnTo>
                  <a:pt x="380" y="24938"/>
                </a:lnTo>
                <a:lnTo>
                  <a:pt x="95" y="26816"/>
                </a:lnTo>
                <a:lnTo>
                  <a:pt x="0" y="28712"/>
                </a:lnTo>
                <a:lnTo>
                  <a:pt x="95" y="30609"/>
                </a:lnTo>
                <a:lnTo>
                  <a:pt x="380" y="32486"/>
                </a:lnTo>
                <a:lnTo>
                  <a:pt x="851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0"/>
                </a:lnTo>
                <a:lnTo>
                  <a:pt x="4519" y="41402"/>
                </a:lnTo>
                <a:lnTo>
                  <a:pt x="5864" y="43051"/>
                </a:lnTo>
                <a:lnTo>
                  <a:pt x="7374" y="44643"/>
                </a:lnTo>
                <a:lnTo>
                  <a:pt x="9045" y="46171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0" y="52601"/>
                </a:lnTo>
                <a:lnTo>
                  <a:pt x="21973" y="53589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6" y="55898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path 72"/>
          <p:cNvSpPr/>
          <p:nvPr/>
        </p:nvSpPr>
        <p:spPr>
          <a:xfrm>
            <a:off x="1504493" y="4038954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89"/>
                </a:lnTo>
                <a:lnTo>
                  <a:pt x="68242" y="52602"/>
                </a:lnTo>
                <a:lnTo>
                  <a:pt x="70578" y="51508"/>
                </a:lnTo>
                <a:lnTo>
                  <a:pt x="72809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4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09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5"/>
                </a:lnTo>
                <a:lnTo>
                  <a:pt x="86278" y="21261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7" y="2186"/>
                </a:lnTo>
                <a:lnTo>
                  <a:pt x="58016" y="1527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7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2" y="7113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1"/>
                </a:lnTo>
                <a:lnTo>
                  <a:pt x="851" y="23085"/>
                </a:lnTo>
                <a:lnTo>
                  <a:pt x="380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0" y="32487"/>
                </a:lnTo>
                <a:lnTo>
                  <a:pt x="851" y="34341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4" y="43051"/>
                </a:lnTo>
                <a:lnTo>
                  <a:pt x="7374" y="44643"/>
                </a:lnTo>
                <a:lnTo>
                  <a:pt x="9045" y="46171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2" y="50313"/>
                </a:lnTo>
                <a:lnTo>
                  <a:pt x="17204" y="51508"/>
                </a:lnTo>
                <a:lnTo>
                  <a:pt x="19540" y="52602"/>
                </a:lnTo>
                <a:lnTo>
                  <a:pt x="21973" y="53589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6" y="55898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73"/>
          <p:cNvSpPr/>
          <p:nvPr/>
        </p:nvSpPr>
        <p:spPr>
          <a:xfrm>
            <a:off x="1504493" y="3879438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8" y="51508"/>
                </a:lnTo>
                <a:lnTo>
                  <a:pt x="72809" y="50312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4"/>
                </a:lnTo>
                <a:lnTo>
                  <a:pt x="86931" y="34340"/>
                </a:lnTo>
                <a:lnTo>
                  <a:pt x="87401" y="32487"/>
                </a:lnTo>
                <a:lnTo>
                  <a:pt x="87686" y="30609"/>
                </a:lnTo>
                <a:lnTo>
                  <a:pt x="87782" y="28713"/>
                </a:lnTo>
                <a:lnTo>
                  <a:pt x="87686" y="26816"/>
                </a:lnTo>
                <a:lnTo>
                  <a:pt x="87401" y="24939"/>
                </a:lnTo>
                <a:lnTo>
                  <a:pt x="86931" y="23085"/>
                </a:lnTo>
                <a:lnTo>
                  <a:pt x="86278" y="21261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10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7" y="2186"/>
                </a:lnTo>
                <a:lnTo>
                  <a:pt x="58016" y="1527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2"/>
                </a:lnTo>
                <a:lnTo>
                  <a:pt x="43891" y="0"/>
                </a:lnTo>
                <a:lnTo>
                  <a:pt x="40992" y="62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7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2" y="7113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4"/>
                </a:lnTo>
                <a:lnTo>
                  <a:pt x="7374" y="12783"/>
                </a:lnTo>
                <a:lnTo>
                  <a:pt x="5864" y="14374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1"/>
                </a:lnTo>
                <a:lnTo>
                  <a:pt x="851" y="23085"/>
                </a:lnTo>
                <a:lnTo>
                  <a:pt x="380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0" y="32487"/>
                </a:lnTo>
                <a:lnTo>
                  <a:pt x="851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4" y="43051"/>
                </a:lnTo>
                <a:lnTo>
                  <a:pt x="7374" y="44643"/>
                </a:lnTo>
                <a:lnTo>
                  <a:pt x="9045" y="46171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2" y="50312"/>
                </a:lnTo>
                <a:lnTo>
                  <a:pt x="17204" y="51508"/>
                </a:lnTo>
                <a:lnTo>
                  <a:pt x="19540" y="52601"/>
                </a:lnTo>
                <a:lnTo>
                  <a:pt x="21973" y="53589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6" y="55898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path 74"/>
          <p:cNvSpPr/>
          <p:nvPr/>
        </p:nvSpPr>
        <p:spPr>
          <a:xfrm>
            <a:off x="4991405" y="4038954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89" y="57363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1" y="56442"/>
                </a:lnTo>
                <a:lnTo>
                  <a:pt x="58015" y="55898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89"/>
                </a:lnTo>
                <a:lnTo>
                  <a:pt x="68242" y="52602"/>
                </a:lnTo>
                <a:lnTo>
                  <a:pt x="70578" y="51508"/>
                </a:lnTo>
                <a:lnTo>
                  <a:pt x="72809" y="50313"/>
                </a:lnTo>
                <a:lnTo>
                  <a:pt x="74926" y="49016"/>
                </a:lnTo>
                <a:lnTo>
                  <a:pt x="76908" y="47631"/>
                </a:lnTo>
                <a:lnTo>
                  <a:pt x="78737" y="46171"/>
                </a:lnTo>
                <a:lnTo>
                  <a:pt x="80407" y="44643"/>
                </a:lnTo>
                <a:lnTo>
                  <a:pt x="81917" y="43051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4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09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5"/>
                </a:lnTo>
                <a:lnTo>
                  <a:pt x="86278" y="21261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7" y="14375"/>
                </a:lnTo>
                <a:lnTo>
                  <a:pt x="80407" y="12783"/>
                </a:lnTo>
                <a:lnTo>
                  <a:pt x="78737" y="11255"/>
                </a:lnTo>
                <a:lnTo>
                  <a:pt x="76908" y="9795"/>
                </a:lnTo>
                <a:lnTo>
                  <a:pt x="74926" y="8410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7" y="2186"/>
                </a:lnTo>
                <a:lnTo>
                  <a:pt x="58015" y="1527"/>
                </a:lnTo>
                <a:lnTo>
                  <a:pt x="55281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89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7"/>
                </a:lnTo>
                <a:lnTo>
                  <a:pt x="27094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3" y="5917"/>
                </a:lnTo>
                <a:lnTo>
                  <a:pt x="14972" y="7113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8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3" y="21261"/>
                </a:lnTo>
                <a:lnTo>
                  <a:pt x="851" y="23085"/>
                </a:lnTo>
                <a:lnTo>
                  <a:pt x="380" y="24939"/>
                </a:lnTo>
                <a:lnTo>
                  <a:pt x="95" y="26817"/>
                </a:lnTo>
                <a:lnTo>
                  <a:pt x="0" y="28713"/>
                </a:lnTo>
                <a:lnTo>
                  <a:pt x="95" y="30609"/>
                </a:lnTo>
                <a:lnTo>
                  <a:pt x="380" y="32487"/>
                </a:lnTo>
                <a:lnTo>
                  <a:pt x="851" y="34341"/>
                </a:lnTo>
                <a:lnTo>
                  <a:pt x="1503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8" y="41402"/>
                </a:lnTo>
                <a:lnTo>
                  <a:pt x="5864" y="43051"/>
                </a:lnTo>
                <a:lnTo>
                  <a:pt x="7374" y="44643"/>
                </a:lnTo>
                <a:lnTo>
                  <a:pt x="9045" y="46171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2" y="50313"/>
                </a:lnTo>
                <a:lnTo>
                  <a:pt x="17203" y="51508"/>
                </a:lnTo>
                <a:lnTo>
                  <a:pt x="19540" y="52602"/>
                </a:lnTo>
                <a:lnTo>
                  <a:pt x="21973" y="53589"/>
                </a:lnTo>
                <a:lnTo>
                  <a:pt x="24494" y="54470"/>
                </a:lnTo>
                <a:lnTo>
                  <a:pt x="27094" y="55240"/>
                </a:lnTo>
                <a:lnTo>
                  <a:pt x="29766" y="55898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path 75"/>
          <p:cNvSpPr/>
          <p:nvPr/>
        </p:nvSpPr>
        <p:spPr>
          <a:xfrm>
            <a:off x="4991405" y="3879438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89" y="57363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1" y="56442"/>
                </a:lnTo>
                <a:lnTo>
                  <a:pt x="58015" y="55898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8" y="51508"/>
                </a:lnTo>
                <a:lnTo>
                  <a:pt x="72809" y="50312"/>
                </a:lnTo>
                <a:lnTo>
                  <a:pt x="74926" y="49016"/>
                </a:lnTo>
                <a:lnTo>
                  <a:pt x="76908" y="47631"/>
                </a:lnTo>
                <a:lnTo>
                  <a:pt x="78737" y="46171"/>
                </a:lnTo>
                <a:lnTo>
                  <a:pt x="80407" y="44643"/>
                </a:lnTo>
                <a:lnTo>
                  <a:pt x="81917" y="43051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4"/>
                </a:lnTo>
                <a:lnTo>
                  <a:pt x="86931" y="34340"/>
                </a:lnTo>
                <a:lnTo>
                  <a:pt x="87401" y="32487"/>
                </a:lnTo>
                <a:lnTo>
                  <a:pt x="87686" y="30609"/>
                </a:lnTo>
                <a:lnTo>
                  <a:pt x="87782" y="28713"/>
                </a:lnTo>
                <a:lnTo>
                  <a:pt x="87686" y="26816"/>
                </a:lnTo>
                <a:lnTo>
                  <a:pt x="87401" y="24939"/>
                </a:lnTo>
                <a:lnTo>
                  <a:pt x="86931" y="23085"/>
                </a:lnTo>
                <a:lnTo>
                  <a:pt x="86278" y="21261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7" y="14374"/>
                </a:lnTo>
                <a:lnTo>
                  <a:pt x="80407" y="12783"/>
                </a:lnTo>
                <a:lnTo>
                  <a:pt x="78737" y="11254"/>
                </a:lnTo>
                <a:lnTo>
                  <a:pt x="76908" y="9795"/>
                </a:lnTo>
                <a:lnTo>
                  <a:pt x="74926" y="8410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7" y="2186"/>
                </a:lnTo>
                <a:lnTo>
                  <a:pt x="58015" y="1527"/>
                </a:lnTo>
                <a:lnTo>
                  <a:pt x="55281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89" y="62"/>
                </a:lnTo>
                <a:lnTo>
                  <a:pt x="43891" y="0"/>
                </a:lnTo>
                <a:lnTo>
                  <a:pt x="40992" y="62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7"/>
                </a:lnTo>
                <a:lnTo>
                  <a:pt x="27094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3" y="5917"/>
                </a:lnTo>
                <a:lnTo>
                  <a:pt x="14972" y="7113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4"/>
                </a:lnTo>
                <a:lnTo>
                  <a:pt x="7374" y="12783"/>
                </a:lnTo>
                <a:lnTo>
                  <a:pt x="5864" y="14374"/>
                </a:lnTo>
                <a:lnTo>
                  <a:pt x="4518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3" y="21261"/>
                </a:lnTo>
                <a:lnTo>
                  <a:pt x="851" y="23085"/>
                </a:lnTo>
                <a:lnTo>
                  <a:pt x="380" y="24939"/>
                </a:lnTo>
                <a:lnTo>
                  <a:pt x="95" y="26816"/>
                </a:lnTo>
                <a:lnTo>
                  <a:pt x="0" y="28713"/>
                </a:lnTo>
                <a:lnTo>
                  <a:pt x="95" y="30609"/>
                </a:lnTo>
                <a:lnTo>
                  <a:pt x="380" y="32487"/>
                </a:lnTo>
                <a:lnTo>
                  <a:pt x="851" y="34340"/>
                </a:lnTo>
                <a:lnTo>
                  <a:pt x="1503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8" y="41402"/>
                </a:lnTo>
                <a:lnTo>
                  <a:pt x="5864" y="43051"/>
                </a:lnTo>
                <a:lnTo>
                  <a:pt x="7374" y="44643"/>
                </a:lnTo>
                <a:lnTo>
                  <a:pt x="9045" y="46171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2" y="50312"/>
                </a:lnTo>
                <a:lnTo>
                  <a:pt x="17203" y="51508"/>
                </a:lnTo>
                <a:lnTo>
                  <a:pt x="19540" y="52601"/>
                </a:lnTo>
                <a:lnTo>
                  <a:pt x="21973" y="53589"/>
                </a:lnTo>
                <a:lnTo>
                  <a:pt x="24494" y="54470"/>
                </a:lnTo>
                <a:lnTo>
                  <a:pt x="27094" y="55240"/>
                </a:lnTo>
                <a:lnTo>
                  <a:pt x="29766" y="55898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path 76"/>
          <p:cNvSpPr/>
          <p:nvPr/>
        </p:nvSpPr>
        <p:spPr>
          <a:xfrm>
            <a:off x="5198669" y="4078833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89" y="57363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1" y="56442"/>
                </a:lnTo>
                <a:lnTo>
                  <a:pt x="58015" y="55898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7" y="49016"/>
                </a:lnTo>
                <a:lnTo>
                  <a:pt x="76908" y="47631"/>
                </a:lnTo>
                <a:lnTo>
                  <a:pt x="78737" y="46172"/>
                </a:lnTo>
                <a:lnTo>
                  <a:pt x="80407" y="44643"/>
                </a:lnTo>
                <a:lnTo>
                  <a:pt x="81917" y="43052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09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6"/>
                </a:lnTo>
                <a:lnTo>
                  <a:pt x="86278" y="21262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7" y="14375"/>
                </a:lnTo>
                <a:lnTo>
                  <a:pt x="80407" y="12783"/>
                </a:lnTo>
                <a:lnTo>
                  <a:pt x="78737" y="11255"/>
                </a:lnTo>
                <a:lnTo>
                  <a:pt x="76908" y="9795"/>
                </a:lnTo>
                <a:lnTo>
                  <a:pt x="74927" y="8410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7" y="2186"/>
                </a:lnTo>
                <a:lnTo>
                  <a:pt x="58015" y="1527"/>
                </a:lnTo>
                <a:lnTo>
                  <a:pt x="55281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89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7"/>
                </a:lnTo>
                <a:lnTo>
                  <a:pt x="27094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3" y="5917"/>
                </a:lnTo>
                <a:lnTo>
                  <a:pt x="14972" y="7113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8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3" y="21262"/>
                </a:lnTo>
                <a:lnTo>
                  <a:pt x="851" y="23086"/>
                </a:lnTo>
                <a:lnTo>
                  <a:pt x="380" y="24939"/>
                </a:lnTo>
                <a:lnTo>
                  <a:pt x="95" y="26817"/>
                </a:lnTo>
                <a:lnTo>
                  <a:pt x="0" y="28713"/>
                </a:lnTo>
                <a:lnTo>
                  <a:pt x="95" y="30609"/>
                </a:lnTo>
                <a:lnTo>
                  <a:pt x="380" y="32487"/>
                </a:lnTo>
                <a:lnTo>
                  <a:pt x="851" y="34341"/>
                </a:lnTo>
                <a:lnTo>
                  <a:pt x="1503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8" y="41402"/>
                </a:lnTo>
                <a:lnTo>
                  <a:pt x="5864" y="43052"/>
                </a:lnTo>
                <a:lnTo>
                  <a:pt x="7374" y="44643"/>
                </a:lnTo>
                <a:lnTo>
                  <a:pt x="9045" y="46172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2" y="50313"/>
                </a:lnTo>
                <a:lnTo>
                  <a:pt x="17203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4" y="55240"/>
                </a:lnTo>
                <a:lnTo>
                  <a:pt x="29766" y="55898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path 77"/>
          <p:cNvSpPr/>
          <p:nvPr/>
        </p:nvSpPr>
        <p:spPr>
          <a:xfrm>
            <a:off x="5198669" y="3959196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89" y="57363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1" y="56442"/>
                </a:lnTo>
                <a:lnTo>
                  <a:pt x="58015" y="55898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8" y="51508"/>
                </a:lnTo>
                <a:lnTo>
                  <a:pt x="72809" y="50312"/>
                </a:lnTo>
                <a:lnTo>
                  <a:pt x="74927" y="49016"/>
                </a:lnTo>
                <a:lnTo>
                  <a:pt x="76908" y="47631"/>
                </a:lnTo>
                <a:lnTo>
                  <a:pt x="78737" y="46171"/>
                </a:lnTo>
                <a:lnTo>
                  <a:pt x="80407" y="44643"/>
                </a:lnTo>
                <a:lnTo>
                  <a:pt x="81917" y="43051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4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09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5"/>
                </a:lnTo>
                <a:lnTo>
                  <a:pt x="86278" y="21261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7" y="14374"/>
                </a:lnTo>
                <a:lnTo>
                  <a:pt x="80407" y="12783"/>
                </a:lnTo>
                <a:lnTo>
                  <a:pt x="78737" y="11254"/>
                </a:lnTo>
                <a:lnTo>
                  <a:pt x="76908" y="9795"/>
                </a:lnTo>
                <a:lnTo>
                  <a:pt x="74927" y="8410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7" y="2186"/>
                </a:lnTo>
                <a:lnTo>
                  <a:pt x="58015" y="1527"/>
                </a:lnTo>
                <a:lnTo>
                  <a:pt x="55281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89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7"/>
                </a:lnTo>
                <a:lnTo>
                  <a:pt x="27094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3" y="5917"/>
                </a:lnTo>
                <a:lnTo>
                  <a:pt x="14972" y="7113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4"/>
                </a:lnTo>
                <a:lnTo>
                  <a:pt x="7374" y="12783"/>
                </a:lnTo>
                <a:lnTo>
                  <a:pt x="5864" y="14374"/>
                </a:lnTo>
                <a:lnTo>
                  <a:pt x="4518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3" y="21261"/>
                </a:lnTo>
                <a:lnTo>
                  <a:pt x="851" y="23085"/>
                </a:lnTo>
                <a:lnTo>
                  <a:pt x="380" y="24939"/>
                </a:lnTo>
                <a:lnTo>
                  <a:pt x="95" y="26817"/>
                </a:lnTo>
                <a:lnTo>
                  <a:pt x="0" y="28713"/>
                </a:lnTo>
                <a:lnTo>
                  <a:pt x="95" y="30609"/>
                </a:lnTo>
                <a:lnTo>
                  <a:pt x="380" y="32487"/>
                </a:lnTo>
                <a:lnTo>
                  <a:pt x="851" y="34341"/>
                </a:lnTo>
                <a:lnTo>
                  <a:pt x="1503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8" y="41402"/>
                </a:lnTo>
                <a:lnTo>
                  <a:pt x="5864" y="43051"/>
                </a:lnTo>
                <a:lnTo>
                  <a:pt x="7374" y="44643"/>
                </a:lnTo>
                <a:lnTo>
                  <a:pt x="9045" y="46171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2" y="50312"/>
                </a:lnTo>
                <a:lnTo>
                  <a:pt x="17203" y="51508"/>
                </a:lnTo>
                <a:lnTo>
                  <a:pt x="19540" y="52601"/>
                </a:lnTo>
                <a:lnTo>
                  <a:pt x="21973" y="53589"/>
                </a:lnTo>
                <a:lnTo>
                  <a:pt x="24494" y="54470"/>
                </a:lnTo>
                <a:lnTo>
                  <a:pt x="27094" y="55240"/>
                </a:lnTo>
                <a:lnTo>
                  <a:pt x="29766" y="55898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path 78"/>
          <p:cNvSpPr/>
          <p:nvPr/>
        </p:nvSpPr>
        <p:spPr>
          <a:xfrm>
            <a:off x="5198669" y="3839559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89" y="57363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1" y="56442"/>
                </a:lnTo>
                <a:lnTo>
                  <a:pt x="58015" y="55898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8" y="51508"/>
                </a:lnTo>
                <a:lnTo>
                  <a:pt x="72809" y="50312"/>
                </a:lnTo>
                <a:lnTo>
                  <a:pt x="74927" y="49016"/>
                </a:lnTo>
                <a:lnTo>
                  <a:pt x="76908" y="47631"/>
                </a:lnTo>
                <a:lnTo>
                  <a:pt x="78737" y="46171"/>
                </a:lnTo>
                <a:lnTo>
                  <a:pt x="80407" y="44643"/>
                </a:lnTo>
                <a:lnTo>
                  <a:pt x="81917" y="43051"/>
                </a:lnTo>
                <a:lnTo>
                  <a:pt x="83263" y="41402"/>
                </a:lnTo>
                <a:lnTo>
                  <a:pt x="84441" y="39700"/>
                </a:lnTo>
                <a:lnTo>
                  <a:pt x="85447" y="37953"/>
                </a:lnTo>
                <a:lnTo>
                  <a:pt x="86278" y="36164"/>
                </a:lnTo>
                <a:lnTo>
                  <a:pt x="86931" y="34340"/>
                </a:lnTo>
                <a:lnTo>
                  <a:pt x="87401" y="32486"/>
                </a:lnTo>
                <a:lnTo>
                  <a:pt x="87686" y="30609"/>
                </a:lnTo>
                <a:lnTo>
                  <a:pt x="87782" y="28712"/>
                </a:lnTo>
                <a:lnTo>
                  <a:pt x="87686" y="26816"/>
                </a:lnTo>
                <a:lnTo>
                  <a:pt x="87401" y="24938"/>
                </a:lnTo>
                <a:lnTo>
                  <a:pt x="86931" y="23085"/>
                </a:lnTo>
                <a:lnTo>
                  <a:pt x="86278" y="21261"/>
                </a:lnTo>
                <a:lnTo>
                  <a:pt x="85447" y="19472"/>
                </a:lnTo>
                <a:lnTo>
                  <a:pt x="84441" y="17725"/>
                </a:lnTo>
                <a:lnTo>
                  <a:pt x="83263" y="16023"/>
                </a:lnTo>
                <a:lnTo>
                  <a:pt x="81917" y="14374"/>
                </a:lnTo>
                <a:lnTo>
                  <a:pt x="80407" y="12782"/>
                </a:lnTo>
                <a:lnTo>
                  <a:pt x="78737" y="11254"/>
                </a:lnTo>
                <a:lnTo>
                  <a:pt x="76908" y="9795"/>
                </a:lnTo>
                <a:lnTo>
                  <a:pt x="74927" y="8409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7" y="2186"/>
                </a:lnTo>
                <a:lnTo>
                  <a:pt x="58015" y="1527"/>
                </a:lnTo>
                <a:lnTo>
                  <a:pt x="55281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89" y="62"/>
                </a:lnTo>
                <a:lnTo>
                  <a:pt x="43891" y="0"/>
                </a:lnTo>
                <a:lnTo>
                  <a:pt x="40992" y="62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7"/>
                </a:lnTo>
                <a:lnTo>
                  <a:pt x="27094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3" y="5917"/>
                </a:lnTo>
                <a:lnTo>
                  <a:pt x="14972" y="7113"/>
                </a:lnTo>
                <a:lnTo>
                  <a:pt x="12855" y="8409"/>
                </a:lnTo>
                <a:lnTo>
                  <a:pt x="10873" y="9795"/>
                </a:lnTo>
                <a:lnTo>
                  <a:pt x="9045" y="11254"/>
                </a:lnTo>
                <a:lnTo>
                  <a:pt x="7374" y="12782"/>
                </a:lnTo>
                <a:lnTo>
                  <a:pt x="5864" y="14374"/>
                </a:lnTo>
                <a:lnTo>
                  <a:pt x="4518" y="16023"/>
                </a:lnTo>
                <a:lnTo>
                  <a:pt x="3341" y="17725"/>
                </a:lnTo>
                <a:lnTo>
                  <a:pt x="2335" y="19472"/>
                </a:lnTo>
                <a:lnTo>
                  <a:pt x="1503" y="21261"/>
                </a:lnTo>
                <a:lnTo>
                  <a:pt x="851" y="23085"/>
                </a:lnTo>
                <a:lnTo>
                  <a:pt x="380" y="24938"/>
                </a:lnTo>
                <a:lnTo>
                  <a:pt x="95" y="26816"/>
                </a:lnTo>
                <a:lnTo>
                  <a:pt x="0" y="28712"/>
                </a:lnTo>
                <a:lnTo>
                  <a:pt x="95" y="30609"/>
                </a:lnTo>
                <a:lnTo>
                  <a:pt x="380" y="32486"/>
                </a:lnTo>
                <a:lnTo>
                  <a:pt x="851" y="34340"/>
                </a:lnTo>
                <a:lnTo>
                  <a:pt x="1503" y="36164"/>
                </a:lnTo>
                <a:lnTo>
                  <a:pt x="2335" y="37953"/>
                </a:lnTo>
                <a:lnTo>
                  <a:pt x="3341" y="39700"/>
                </a:lnTo>
                <a:lnTo>
                  <a:pt x="4518" y="41402"/>
                </a:lnTo>
                <a:lnTo>
                  <a:pt x="5864" y="43051"/>
                </a:lnTo>
                <a:lnTo>
                  <a:pt x="7374" y="44643"/>
                </a:lnTo>
                <a:lnTo>
                  <a:pt x="9045" y="46171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2" y="50312"/>
                </a:lnTo>
                <a:lnTo>
                  <a:pt x="17203" y="51508"/>
                </a:lnTo>
                <a:lnTo>
                  <a:pt x="19540" y="52601"/>
                </a:lnTo>
                <a:lnTo>
                  <a:pt x="21973" y="53589"/>
                </a:lnTo>
                <a:lnTo>
                  <a:pt x="24494" y="54470"/>
                </a:lnTo>
                <a:lnTo>
                  <a:pt x="27094" y="55240"/>
                </a:lnTo>
                <a:lnTo>
                  <a:pt x="29766" y="55898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path 79"/>
          <p:cNvSpPr/>
          <p:nvPr/>
        </p:nvSpPr>
        <p:spPr>
          <a:xfrm>
            <a:off x="5405932" y="4038954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3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9" y="54470"/>
                </a:lnTo>
                <a:lnTo>
                  <a:pt x="65810" y="53589"/>
                </a:lnTo>
                <a:lnTo>
                  <a:pt x="68243" y="52602"/>
                </a:lnTo>
                <a:lnTo>
                  <a:pt x="70579" y="51508"/>
                </a:lnTo>
                <a:lnTo>
                  <a:pt x="72810" y="50313"/>
                </a:lnTo>
                <a:lnTo>
                  <a:pt x="74928" y="49016"/>
                </a:lnTo>
                <a:lnTo>
                  <a:pt x="76909" y="47631"/>
                </a:lnTo>
                <a:lnTo>
                  <a:pt x="78738" y="46171"/>
                </a:lnTo>
                <a:lnTo>
                  <a:pt x="80409" y="44643"/>
                </a:lnTo>
                <a:lnTo>
                  <a:pt x="81919" y="43051"/>
                </a:lnTo>
                <a:lnTo>
                  <a:pt x="83264" y="41402"/>
                </a:lnTo>
                <a:lnTo>
                  <a:pt x="84442" y="39701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2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3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2" y="23085"/>
                </a:lnTo>
                <a:lnTo>
                  <a:pt x="86279" y="21261"/>
                </a:lnTo>
                <a:lnTo>
                  <a:pt x="85448" y="19473"/>
                </a:lnTo>
                <a:lnTo>
                  <a:pt x="84442" y="17725"/>
                </a:lnTo>
                <a:lnTo>
                  <a:pt x="83264" y="16024"/>
                </a:lnTo>
                <a:lnTo>
                  <a:pt x="81919" y="14375"/>
                </a:lnTo>
                <a:lnTo>
                  <a:pt x="80409" y="12783"/>
                </a:lnTo>
                <a:lnTo>
                  <a:pt x="78738" y="11255"/>
                </a:lnTo>
                <a:lnTo>
                  <a:pt x="76909" y="9795"/>
                </a:lnTo>
                <a:lnTo>
                  <a:pt x="74928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3" y="4824"/>
                </a:lnTo>
                <a:lnTo>
                  <a:pt x="65810" y="3836"/>
                </a:lnTo>
                <a:lnTo>
                  <a:pt x="63289" y="2956"/>
                </a:lnTo>
                <a:lnTo>
                  <a:pt x="60688" y="2186"/>
                </a:lnTo>
                <a:lnTo>
                  <a:pt x="58016" y="1527"/>
                </a:lnTo>
                <a:lnTo>
                  <a:pt x="55282" y="984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3"/>
                </a:lnTo>
                <a:lnTo>
                  <a:pt x="43892" y="0"/>
                </a:lnTo>
                <a:lnTo>
                  <a:pt x="40993" y="63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7"/>
                </a:lnTo>
                <a:lnTo>
                  <a:pt x="27095" y="2186"/>
                </a:lnTo>
                <a:lnTo>
                  <a:pt x="24495" y="2956"/>
                </a:lnTo>
                <a:lnTo>
                  <a:pt x="21974" y="3836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2" y="17725"/>
                </a:lnTo>
                <a:lnTo>
                  <a:pt x="2335" y="19473"/>
                </a:lnTo>
                <a:lnTo>
                  <a:pt x="1504" y="21261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1"/>
                </a:lnTo>
                <a:lnTo>
                  <a:pt x="1504" y="36164"/>
                </a:lnTo>
                <a:lnTo>
                  <a:pt x="2335" y="37953"/>
                </a:lnTo>
                <a:lnTo>
                  <a:pt x="3342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8"/>
                </a:lnTo>
                <a:lnTo>
                  <a:pt x="19541" y="52602"/>
                </a:lnTo>
                <a:lnTo>
                  <a:pt x="21974" y="53589"/>
                </a:lnTo>
                <a:lnTo>
                  <a:pt x="24495" y="54470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path 80"/>
          <p:cNvSpPr/>
          <p:nvPr/>
        </p:nvSpPr>
        <p:spPr>
          <a:xfrm>
            <a:off x="5405932" y="3879438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3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9" y="54470"/>
                </a:lnTo>
                <a:lnTo>
                  <a:pt x="65810" y="53589"/>
                </a:lnTo>
                <a:lnTo>
                  <a:pt x="68243" y="52601"/>
                </a:lnTo>
                <a:lnTo>
                  <a:pt x="70579" y="51508"/>
                </a:lnTo>
                <a:lnTo>
                  <a:pt x="72810" y="50312"/>
                </a:lnTo>
                <a:lnTo>
                  <a:pt x="74928" y="49016"/>
                </a:lnTo>
                <a:lnTo>
                  <a:pt x="76909" y="47631"/>
                </a:lnTo>
                <a:lnTo>
                  <a:pt x="78738" y="46171"/>
                </a:lnTo>
                <a:lnTo>
                  <a:pt x="80409" y="44643"/>
                </a:lnTo>
                <a:lnTo>
                  <a:pt x="81919" y="43051"/>
                </a:lnTo>
                <a:lnTo>
                  <a:pt x="83264" y="41402"/>
                </a:lnTo>
                <a:lnTo>
                  <a:pt x="84442" y="39701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2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3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2" y="23085"/>
                </a:lnTo>
                <a:lnTo>
                  <a:pt x="86279" y="21261"/>
                </a:lnTo>
                <a:lnTo>
                  <a:pt x="85448" y="19473"/>
                </a:lnTo>
                <a:lnTo>
                  <a:pt x="84442" y="17725"/>
                </a:lnTo>
                <a:lnTo>
                  <a:pt x="83264" y="16024"/>
                </a:lnTo>
                <a:lnTo>
                  <a:pt x="81919" y="14374"/>
                </a:lnTo>
                <a:lnTo>
                  <a:pt x="80409" y="12783"/>
                </a:lnTo>
                <a:lnTo>
                  <a:pt x="78738" y="11254"/>
                </a:lnTo>
                <a:lnTo>
                  <a:pt x="76909" y="9795"/>
                </a:lnTo>
                <a:lnTo>
                  <a:pt x="74928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3" y="4824"/>
                </a:lnTo>
                <a:lnTo>
                  <a:pt x="65810" y="3836"/>
                </a:lnTo>
                <a:lnTo>
                  <a:pt x="63289" y="2956"/>
                </a:lnTo>
                <a:lnTo>
                  <a:pt x="60688" y="2186"/>
                </a:lnTo>
                <a:lnTo>
                  <a:pt x="58016" y="1527"/>
                </a:lnTo>
                <a:lnTo>
                  <a:pt x="55282" y="984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2"/>
                </a:lnTo>
                <a:lnTo>
                  <a:pt x="43892" y="0"/>
                </a:lnTo>
                <a:lnTo>
                  <a:pt x="40993" y="62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7"/>
                </a:lnTo>
                <a:lnTo>
                  <a:pt x="27095" y="2186"/>
                </a:lnTo>
                <a:lnTo>
                  <a:pt x="24495" y="2956"/>
                </a:lnTo>
                <a:lnTo>
                  <a:pt x="21974" y="3836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4"/>
                </a:lnTo>
                <a:lnTo>
                  <a:pt x="7375" y="12783"/>
                </a:lnTo>
                <a:lnTo>
                  <a:pt x="5865" y="14374"/>
                </a:lnTo>
                <a:lnTo>
                  <a:pt x="4519" y="16024"/>
                </a:lnTo>
                <a:lnTo>
                  <a:pt x="3342" y="17725"/>
                </a:lnTo>
                <a:lnTo>
                  <a:pt x="2335" y="19473"/>
                </a:lnTo>
                <a:lnTo>
                  <a:pt x="1504" y="21261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2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1" y="52601"/>
                </a:lnTo>
                <a:lnTo>
                  <a:pt x="21974" y="53589"/>
                </a:lnTo>
                <a:lnTo>
                  <a:pt x="24495" y="54470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path 81"/>
          <p:cNvSpPr/>
          <p:nvPr/>
        </p:nvSpPr>
        <p:spPr>
          <a:xfrm>
            <a:off x="1341120" y="2472504"/>
            <a:ext cx="0" cy="958518"/>
          </a:xfrm>
          <a:custGeom>
            <a:avLst/>
            <a:gdLst/>
            <a:ahLst/>
            <a:cxnLst/>
            <a:rect l="l" t="t" r="r" b="b"/>
            <a:pathLst>
              <a:path w="0" h="958518">
                <a:moveTo>
                  <a:pt x="0" y="0"/>
                </a:moveTo>
                <a:lnTo>
                  <a:pt x="0" y="81595"/>
                </a:lnTo>
                <a:lnTo>
                  <a:pt x="0" y="162879"/>
                </a:lnTo>
                <a:lnTo>
                  <a:pt x="0" y="243849"/>
                </a:lnTo>
                <a:lnTo>
                  <a:pt x="0" y="324507"/>
                </a:lnTo>
                <a:lnTo>
                  <a:pt x="0" y="404853"/>
                </a:lnTo>
                <a:lnTo>
                  <a:pt x="0" y="484886"/>
                </a:lnTo>
                <a:lnTo>
                  <a:pt x="0" y="564606"/>
                </a:lnTo>
                <a:lnTo>
                  <a:pt x="0" y="644013"/>
                </a:lnTo>
                <a:lnTo>
                  <a:pt x="0" y="723109"/>
                </a:lnTo>
                <a:lnTo>
                  <a:pt x="0" y="801891"/>
                </a:lnTo>
                <a:lnTo>
                  <a:pt x="0" y="880361"/>
                </a:lnTo>
                <a:lnTo>
                  <a:pt x="0" y="958518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82"/>
          <p:cNvSpPr/>
          <p:nvPr/>
        </p:nvSpPr>
        <p:spPr>
          <a:xfrm>
            <a:off x="1307964" y="3364710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0"/>
                </a:moveTo>
                <a:lnTo>
                  <a:pt x="33156" y="66312"/>
                </a:lnTo>
                <a:lnTo>
                  <a:pt x="0" y="0"/>
                </a:lnTo>
                <a:lnTo>
                  <a:pt x="66312" y="0"/>
                </a:lnTo>
                <a:close/>
              </a:path>
            </a:pathLst>
          </a:custGeom>
          <a:solidFill>
            <a:srgbClr val="6B7280"/>
          </a:solidFill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83"/>
          <p:cNvSpPr/>
          <p:nvPr/>
        </p:nvSpPr>
        <p:spPr>
          <a:xfrm>
            <a:off x="1706880" y="3987909"/>
            <a:ext cx="3147413" cy="0"/>
          </a:xfrm>
          <a:custGeom>
            <a:avLst/>
            <a:gdLst/>
            <a:ahLst/>
            <a:cxnLst/>
            <a:rect l="l" t="t" r="r" b="b"/>
            <a:pathLst>
              <a:path w="3147413" h="0">
                <a:moveTo>
                  <a:pt x="0" y="0"/>
                </a:moveTo>
                <a:lnTo>
                  <a:pt x="264004" y="0"/>
                </a:lnTo>
                <a:lnTo>
                  <a:pt x="527695" y="0"/>
                </a:lnTo>
                <a:lnTo>
                  <a:pt x="791073" y="0"/>
                </a:lnTo>
                <a:lnTo>
                  <a:pt x="1054139" y="0"/>
                </a:lnTo>
                <a:lnTo>
                  <a:pt x="1316892" y="0"/>
                </a:lnTo>
                <a:lnTo>
                  <a:pt x="1579333" y="0"/>
                </a:lnTo>
                <a:lnTo>
                  <a:pt x="1841461" y="0"/>
                </a:lnTo>
                <a:lnTo>
                  <a:pt x="2103277" y="0"/>
                </a:lnTo>
                <a:lnTo>
                  <a:pt x="2364780" y="0"/>
                </a:lnTo>
                <a:lnTo>
                  <a:pt x="2625970" y="0"/>
                </a:lnTo>
                <a:lnTo>
                  <a:pt x="2886848" y="0"/>
                </a:lnTo>
                <a:lnTo>
                  <a:pt x="3147413" y="0"/>
                </a:lnTo>
              </a:path>
            </a:pathLst>
          </a:custGeom>
          <a:noFill/>
          <a:ln w="20130">
            <a:solidFill>
              <a:srgbClr val="B8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path 84"/>
          <p:cNvSpPr/>
          <p:nvPr/>
        </p:nvSpPr>
        <p:spPr>
          <a:xfrm>
            <a:off x="4787981" y="3954752"/>
            <a:ext cx="66312" cy="66313"/>
          </a:xfrm>
          <a:custGeom>
            <a:avLst/>
            <a:gdLst/>
            <a:ahLst/>
            <a:cxnLst/>
            <a:rect l="l" t="t" r="r" b="b"/>
            <a:pathLst>
              <a:path w="66312" h="66313">
                <a:moveTo>
                  <a:pt x="0" y="0"/>
                </a:moveTo>
                <a:lnTo>
                  <a:pt x="66312" y="33157"/>
                </a:lnTo>
                <a:lnTo>
                  <a:pt x="0" y="66313"/>
                </a:lnTo>
                <a:lnTo>
                  <a:pt x="0" y="0"/>
                </a:lnTo>
                <a:close/>
              </a:path>
            </a:pathLst>
          </a:custGeom>
          <a:solidFill>
            <a:srgbClr val="B8893E"/>
          </a:solidFill>
          <a:ln w="20130">
            <a:solidFill>
              <a:srgbClr val="B8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path 85"/>
          <p:cNvSpPr/>
          <p:nvPr/>
        </p:nvSpPr>
        <p:spPr>
          <a:xfrm>
            <a:off x="42672" y="2073713"/>
            <a:ext cx="79248" cy="0"/>
          </a:xfrm>
          <a:custGeom>
            <a:avLst/>
            <a:gdLst/>
            <a:ahLst/>
            <a:cxnLst/>
            <a:rect l="l" t="t" r="r" b="b"/>
            <a:pathLst>
              <a:path w="79248" h="0">
                <a:moveTo>
                  <a:pt x="79248" y="0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86"/>
          <p:cNvSpPr/>
          <p:nvPr/>
        </p:nvSpPr>
        <p:spPr>
          <a:xfrm>
            <a:off x="42672" y="2073713"/>
            <a:ext cx="0" cy="2552261"/>
          </a:xfrm>
          <a:custGeom>
            <a:avLst/>
            <a:gdLst/>
            <a:ahLst/>
            <a:cxnLst/>
            <a:rect l="l" t="t" r="r" b="b"/>
            <a:pathLst>
              <a:path w="0" h="2552261">
                <a:moveTo>
                  <a:pt x="0" y="0"/>
                </a:moveTo>
                <a:lnTo>
                  <a:pt x="0" y="2552261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87"/>
          <p:cNvSpPr/>
          <p:nvPr/>
        </p:nvSpPr>
        <p:spPr>
          <a:xfrm>
            <a:off x="42672" y="4625974"/>
            <a:ext cx="5199888" cy="0"/>
          </a:xfrm>
          <a:custGeom>
            <a:avLst/>
            <a:gdLst/>
            <a:ahLst/>
            <a:cxnLst/>
            <a:rect l="l" t="t" r="r" b="b"/>
            <a:pathLst>
              <a:path w="5199888" h="0">
                <a:moveTo>
                  <a:pt x="0" y="0"/>
                </a:moveTo>
                <a:lnTo>
                  <a:pt x="5199888" y="0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path 88"/>
          <p:cNvSpPr/>
          <p:nvPr/>
        </p:nvSpPr>
        <p:spPr>
          <a:xfrm>
            <a:off x="5242560" y="4273617"/>
            <a:ext cx="0" cy="352357"/>
          </a:xfrm>
          <a:custGeom>
            <a:avLst/>
            <a:gdLst/>
            <a:ahLst/>
            <a:cxnLst/>
            <a:rect l="l" t="t" r="r" b="b"/>
            <a:pathLst>
              <a:path w="0" h="352357">
                <a:moveTo>
                  <a:pt x="0" y="352357"/>
                </a:moveTo>
                <a:lnTo>
                  <a:pt x="0" y="321275"/>
                </a:lnTo>
                <a:lnTo>
                  <a:pt x="0" y="290505"/>
                </a:lnTo>
                <a:lnTo>
                  <a:pt x="0" y="260048"/>
                </a:lnTo>
                <a:lnTo>
                  <a:pt x="0" y="229903"/>
                </a:lnTo>
                <a:lnTo>
                  <a:pt x="0" y="200071"/>
                </a:lnTo>
                <a:lnTo>
                  <a:pt x="0" y="170552"/>
                </a:lnTo>
                <a:lnTo>
                  <a:pt x="0" y="141345"/>
                </a:lnTo>
                <a:lnTo>
                  <a:pt x="0" y="112451"/>
                </a:lnTo>
                <a:lnTo>
                  <a:pt x="0" y="83870"/>
                </a:lnTo>
                <a:lnTo>
                  <a:pt x="0" y="55601"/>
                </a:lnTo>
                <a:lnTo>
                  <a:pt x="0" y="27644"/>
                </a:lnTo>
                <a:lnTo>
                  <a:pt x="0" y="0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path 89"/>
          <p:cNvSpPr/>
          <p:nvPr/>
        </p:nvSpPr>
        <p:spPr>
          <a:xfrm>
            <a:off x="5209404" y="4273617"/>
            <a:ext cx="66312" cy="66313"/>
          </a:xfrm>
          <a:custGeom>
            <a:avLst/>
            <a:gdLst/>
            <a:ahLst/>
            <a:cxnLst/>
            <a:rect l="l" t="t" r="r" b="b"/>
            <a:pathLst>
              <a:path w="66312" h="66313">
                <a:moveTo>
                  <a:pt x="0" y="66313"/>
                </a:moveTo>
                <a:lnTo>
                  <a:pt x="33156" y="0"/>
                </a:lnTo>
                <a:lnTo>
                  <a:pt x="66312" y="66313"/>
                </a:lnTo>
                <a:lnTo>
                  <a:pt x="0" y="66313"/>
                </a:lnTo>
                <a:close/>
              </a:path>
            </a:pathLst>
          </a:custGeom>
          <a:solidFill>
            <a:srgbClr val="FF9500"/>
          </a:solidFill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90"/>
          <p:cNvSpPr/>
          <p:nvPr/>
        </p:nvSpPr>
        <p:spPr>
          <a:xfrm>
            <a:off x="8612428" y="1008144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6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8" y="54469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9" y="51508"/>
                </a:lnTo>
                <a:lnTo>
                  <a:pt x="72810" y="50312"/>
                </a:lnTo>
                <a:lnTo>
                  <a:pt x="74928" y="49016"/>
                </a:lnTo>
                <a:lnTo>
                  <a:pt x="76910" y="47630"/>
                </a:lnTo>
                <a:lnTo>
                  <a:pt x="78738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1" y="39700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1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1" y="17724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2"/>
                </a:lnTo>
                <a:lnTo>
                  <a:pt x="78738" y="11254"/>
                </a:lnTo>
                <a:lnTo>
                  <a:pt x="76910" y="9794"/>
                </a:lnTo>
                <a:lnTo>
                  <a:pt x="74928" y="8409"/>
                </a:lnTo>
                <a:lnTo>
                  <a:pt x="72810" y="7113"/>
                </a:lnTo>
                <a:lnTo>
                  <a:pt x="70579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8" y="2185"/>
                </a:lnTo>
                <a:lnTo>
                  <a:pt x="58016" y="1527"/>
                </a:lnTo>
                <a:lnTo>
                  <a:pt x="55282" y="983"/>
                </a:lnTo>
                <a:lnTo>
                  <a:pt x="52494" y="556"/>
                </a:lnTo>
                <a:lnTo>
                  <a:pt x="49660" y="249"/>
                </a:lnTo>
                <a:lnTo>
                  <a:pt x="46790" y="62"/>
                </a:lnTo>
                <a:lnTo>
                  <a:pt x="43891" y="0"/>
                </a:lnTo>
                <a:lnTo>
                  <a:pt x="40993" y="62"/>
                </a:lnTo>
                <a:lnTo>
                  <a:pt x="38122" y="249"/>
                </a:lnTo>
                <a:lnTo>
                  <a:pt x="35289" y="556"/>
                </a:lnTo>
                <a:lnTo>
                  <a:pt x="32501" y="983"/>
                </a:lnTo>
                <a:lnTo>
                  <a:pt x="29767" y="1527"/>
                </a:lnTo>
                <a:lnTo>
                  <a:pt x="27095" y="2185"/>
                </a:lnTo>
                <a:lnTo>
                  <a:pt x="24495" y="2956"/>
                </a:lnTo>
                <a:lnTo>
                  <a:pt x="21974" y="3836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09"/>
                </a:lnTo>
                <a:lnTo>
                  <a:pt x="10874" y="9794"/>
                </a:lnTo>
                <a:lnTo>
                  <a:pt x="9046" y="11254"/>
                </a:lnTo>
                <a:lnTo>
                  <a:pt x="7375" y="12782"/>
                </a:lnTo>
                <a:lnTo>
                  <a:pt x="5865" y="14374"/>
                </a:lnTo>
                <a:lnTo>
                  <a:pt x="4519" y="16023"/>
                </a:lnTo>
                <a:lnTo>
                  <a:pt x="3342" y="17724"/>
                </a:lnTo>
                <a:lnTo>
                  <a:pt x="2335" y="19472"/>
                </a:lnTo>
                <a:lnTo>
                  <a:pt x="1504" y="21261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2" y="39700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0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1" y="52601"/>
                </a:lnTo>
                <a:lnTo>
                  <a:pt x="21974" y="53589"/>
                </a:lnTo>
                <a:lnTo>
                  <a:pt x="24495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2" y="57176"/>
                </a:lnTo>
                <a:lnTo>
                  <a:pt x="40993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91"/>
          <p:cNvSpPr/>
          <p:nvPr/>
        </p:nvSpPr>
        <p:spPr>
          <a:xfrm>
            <a:off x="8612428" y="848627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8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9" y="51509"/>
                </a:lnTo>
                <a:lnTo>
                  <a:pt x="72810" y="50313"/>
                </a:lnTo>
                <a:lnTo>
                  <a:pt x="74928" y="49016"/>
                </a:lnTo>
                <a:lnTo>
                  <a:pt x="76910" y="47631"/>
                </a:lnTo>
                <a:lnTo>
                  <a:pt x="78738" y="46171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1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2"/>
                </a:lnTo>
                <a:lnTo>
                  <a:pt x="85448" y="19473"/>
                </a:lnTo>
                <a:lnTo>
                  <a:pt x="84441" y="17725"/>
                </a:lnTo>
                <a:lnTo>
                  <a:pt x="83264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8" y="11255"/>
                </a:lnTo>
                <a:lnTo>
                  <a:pt x="76910" y="9795"/>
                </a:lnTo>
                <a:lnTo>
                  <a:pt x="74928" y="8410"/>
                </a:lnTo>
                <a:lnTo>
                  <a:pt x="72810" y="7113"/>
                </a:lnTo>
                <a:lnTo>
                  <a:pt x="70579" y="5918"/>
                </a:lnTo>
                <a:lnTo>
                  <a:pt x="68242" y="4824"/>
                </a:lnTo>
                <a:lnTo>
                  <a:pt x="65809" y="3837"/>
                </a:lnTo>
                <a:lnTo>
                  <a:pt x="63288" y="2956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3" y="63"/>
                </a:lnTo>
                <a:lnTo>
                  <a:pt x="38122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5" y="2956"/>
                </a:lnTo>
                <a:lnTo>
                  <a:pt x="21974" y="3837"/>
                </a:lnTo>
                <a:lnTo>
                  <a:pt x="19541" y="4824"/>
                </a:lnTo>
                <a:lnTo>
                  <a:pt x="17204" y="5918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2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2" y="39701"/>
                </a:lnTo>
                <a:lnTo>
                  <a:pt x="4519" y="41402"/>
                </a:lnTo>
                <a:lnTo>
                  <a:pt x="5865" y="43052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1" y="52602"/>
                </a:lnTo>
                <a:lnTo>
                  <a:pt x="21974" y="53590"/>
                </a:lnTo>
                <a:lnTo>
                  <a:pt x="24495" y="54470"/>
                </a:lnTo>
                <a:lnTo>
                  <a:pt x="27095" y="55240"/>
                </a:lnTo>
                <a:lnTo>
                  <a:pt x="29767" y="55899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2" y="57177"/>
                </a:lnTo>
                <a:lnTo>
                  <a:pt x="40993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Editable path 92"/>
          <p:cNvSpPr/>
          <p:nvPr/>
        </p:nvSpPr>
        <p:spPr>
          <a:xfrm>
            <a:off x="8819692" y="1048023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3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9" y="54469"/>
                </a:lnTo>
                <a:lnTo>
                  <a:pt x="65810" y="53589"/>
                </a:lnTo>
                <a:lnTo>
                  <a:pt x="68243" y="52601"/>
                </a:lnTo>
                <a:lnTo>
                  <a:pt x="70579" y="51508"/>
                </a:lnTo>
                <a:lnTo>
                  <a:pt x="72810" y="50312"/>
                </a:lnTo>
                <a:lnTo>
                  <a:pt x="74927" y="49016"/>
                </a:lnTo>
                <a:lnTo>
                  <a:pt x="76909" y="47630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2" y="39700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2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3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2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2" y="17725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2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3" y="4824"/>
                </a:lnTo>
                <a:lnTo>
                  <a:pt x="65810" y="3836"/>
                </a:lnTo>
                <a:lnTo>
                  <a:pt x="63289" y="2956"/>
                </a:lnTo>
                <a:lnTo>
                  <a:pt x="60688" y="2185"/>
                </a:lnTo>
                <a:lnTo>
                  <a:pt x="58016" y="1527"/>
                </a:lnTo>
                <a:lnTo>
                  <a:pt x="55282" y="983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2"/>
                </a:lnTo>
                <a:lnTo>
                  <a:pt x="43892" y="0"/>
                </a:lnTo>
                <a:lnTo>
                  <a:pt x="40993" y="62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3"/>
                </a:lnTo>
                <a:lnTo>
                  <a:pt x="29767" y="1527"/>
                </a:lnTo>
                <a:lnTo>
                  <a:pt x="27095" y="2185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5" y="11254"/>
                </a:lnTo>
                <a:lnTo>
                  <a:pt x="7375" y="12782"/>
                </a:lnTo>
                <a:lnTo>
                  <a:pt x="5865" y="14374"/>
                </a:lnTo>
                <a:lnTo>
                  <a:pt x="4519" y="16023"/>
                </a:lnTo>
                <a:lnTo>
                  <a:pt x="3341" y="17725"/>
                </a:lnTo>
                <a:lnTo>
                  <a:pt x="2335" y="19472"/>
                </a:lnTo>
                <a:lnTo>
                  <a:pt x="1504" y="21261"/>
                </a:lnTo>
                <a:lnTo>
                  <a:pt x="851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1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0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5" y="46171"/>
                </a:lnTo>
                <a:lnTo>
                  <a:pt x="10874" y="47630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0" y="52601"/>
                </a:lnTo>
                <a:lnTo>
                  <a:pt x="21973" y="53589"/>
                </a:lnTo>
                <a:lnTo>
                  <a:pt x="24494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ditable path 93"/>
          <p:cNvSpPr/>
          <p:nvPr/>
        </p:nvSpPr>
        <p:spPr>
          <a:xfrm>
            <a:off x="8819692" y="928385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3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8" y="55240"/>
                </a:lnTo>
                <a:lnTo>
                  <a:pt x="63289" y="54470"/>
                </a:lnTo>
                <a:lnTo>
                  <a:pt x="65810" y="53590"/>
                </a:lnTo>
                <a:lnTo>
                  <a:pt x="68243" y="52602"/>
                </a:lnTo>
                <a:lnTo>
                  <a:pt x="70579" y="51509"/>
                </a:lnTo>
                <a:lnTo>
                  <a:pt x="72810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4" y="41402"/>
                </a:lnTo>
                <a:lnTo>
                  <a:pt x="84442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2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3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2" y="23085"/>
                </a:lnTo>
                <a:lnTo>
                  <a:pt x="86279" y="21262"/>
                </a:lnTo>
                <a:lnTo>
                  <a:pt x="85448" y="19473"/>
                </a:lnTo>
                <a:lnTo>
                  <a:pt x="84442" y="17725"/>
                </a:lnTo>
                <a:lnTo>
                  <a:pt x="83264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4"/>
                </a:lnTo>
                <a:lnTo>
                  <a:pt x="70579" y="5918"/>
                </a:lnTo>
                <a:lnTo>
                  <a:pt x="68243" y="4825"/>
                </a:lnTo>
                <a:lnTo>
                  <a:pt x="65810" y="3837"/>
                </a:lnTo>
                <a:lnTo>
                  <a:pt x="63289" y="2956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3"/>
                </a:lnTo>
                <a:lnTo>
                  <a:pt x="43892" y="0"/>
                </a:lnTo>
                <a:lnTo>
                  <a:pt x="40993" y="63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7"/>
                </a:lnTo>
                <a:lnTo>
                  <a:pt x="19540" y="4825"/>
                </a:lnTo>
                <a:lnTo>
                  <a:pt x="17204" y="5918"/>
                </a:lnTo>
                <a:lnTo>
                  <a:pt x="14973" y="7114"/>
                </a:lnTo>
                <a:lnTo>
                  <a:pt x="12856" y="8410"/>
                </a:lnTo>
                <a:lnTo>
                  <a:pt x="10874" y="9795"/>
                </a:lnTo>
                <a:lnTo>
                  <a:pt x="9045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1" y="23085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1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2"/>
                </a:lnTo>
                <a:lnTo>
                  <a:pt x="7375" y="44643"/>
                </a:lnTo>
                <a:lnTo>
                  <a:pt x="9045" y="46172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7" y="55899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path 94"/>
          <p:cNvSpPr/>
          <p:nvPr/>
        </p:nvSpPr>
        <p:spPr>
          <a:xfrm>
            <a:off x="8819692" y="808748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3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8" y="55240"/>
                </a:lnTo>
                <a:lnTo>
                  <a:pt x="63289" y="54470"/>
                </a:lnTo>
                <a:lnTo>
                  <a:pt x="65810" y="53590"/>
                </a:lnTo>
                <a:lnTo>
                  <a:pt x="68243" y="52602"/>
                </a:lnTo>
                <a:lnTo>
                  <a:pt x="70579" y="51509"/>
                </a:lnTo>
                <a:lnTo>
                  <a:pt x="72810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2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2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3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2" y="23085"/>
                </a:lnTo>
                <a:lnTo>
                  <a:pt x="86279" y="21261"/>
                </a:lnTo>
                <a:lnTo>
                  <a:pt x="85448" y="19473"/>
                </a:lnTo>
                <a:lnTo>
                  <a:pt x="84442" y="17725"/>
                </a:lnTo>
                <a:lnTo>
                  <a:pt x="83264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3" y="4824"/>
                </a:lnTo>
                <a:lnTo>
                  <a:pt x="65810" y="3837"/>
                </a:lnTo>
                <a:lnTo>
                  <a:pt x="63289" y="2956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3"/>
                </a:lnTo>
                <a:lnTo>
                  <a:pt x="43892" y="0"/>
                </a:lnTo>
                <a:lnTo>
                  <a:pt x="40993" y="63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7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5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1"/>
                </a:lnTo>
                <a:lnTo>
                  <a:pt x="851" y="23085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1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5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7" y="55899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ditable path 95"/>
          <p:cNvSpPr/>
          <p:nvPr/>
        </p:nvSpPr>
        <p:spPr>
          <a:xfrm>
            <a:off x="9026956" y="1008144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6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8" y="54469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8" y="51508"/>
                </a:lnTo>
                <a:lnTo>
                  <a:pt x="72810" y="50312"/>
                </a:lnTo>
                <a:lnTo>
                  <a:pt x="74927" y="49016"/>
                </a:lnTo>
                <a:lnTo>
                  <a:pt x="76909" y="47630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1" y="39700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1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1" y="17724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2"/>
                </a:lnTo>
                <a:lnTo>
                  <a:pt x="78737" y="11254"/>
                </a:lnTo>
                <a:lnTo>
                  <a:pt x="76909" y="9794"/>
                </a:lnTo>
                <a:lnTo>
                  <a:pt x="74927" y="8409"/>
                </a:lnTo>
                <a:lnTo>
                  <a:pt x="72810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8" y="2185"/>
                </a:lnTo>
                <a:lnTo>
                  <a:pt x="58016" y="1527"/>
                </a:lnTo>
                <a:lnTo>
                  <a:pt x="55282" y="983"/>
                </a:lnTo>
                <a:lnTo>
                  <a:pt x="52494" y="556"/>
                </a:lnTo>
                <a:lnTo>
                  <a:pt x="49660" y="249"/>
                </a:lnTo>
                <a:lnTo>
                  <a:pt x="46790" y="62"/>
                </a:lnTo>
                <a:lnTo>
                  <a:pt x="43891" y="0"/>
                </a:lnTo>
                <a:lnTo>
                  <a:pt x="40993" y="62"/>
                </a:lnTo>
                <a:lnTo>
                  <a:pt x="38123" y="249"/>
                </a:lnTo>
                <a:lnTo>
                  <a:pt x="35289" y="556"/>
                </a:lnTo>
                <a:lnTo>
                  <a:pt x="32501" y="983"/>
                </a:lnTo>
                <a:lnTo>
                  <a:pt x="29767" y="1527"/>
                </a:lnTo>
                <a:lnTo>
                  <a:pt x="27095" y="2185"/>
                </a:lnTo>
                <a:lnTo>
                  <a:pt x="24495" y="2956"/>
                </a:lnTo>
                <a:lnTo>
                  <a:pt x="21974" y="3836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09"/>
                </a:lnTo>
                <a:lnTo>
                  <a:pt x="10874" y="9794"/>
                </a:lnTo>
                <a:lnTo>
                  <a:pt x="9046" y="11254"/>
                </a:lnTo>
                <a:lnTo>
                  <a:pt x="7375" y="12782"/>
                </a:lnTo>
                <a:lnTo>
                  <a:pt x="5865" y="14374"/>
                </a:lnTo>
                <a:lnTo>
                  <a:pt x="4519" y="16023"/>
                </a:lnTo>
                <a:lnTo>
                  <a:pt x="3341" y="17724"/>
                </a:lnTo>
                <a:lnTo>
                  <a:pt x="2335" y="19472"/>
                </a:lnTo>
                <a:lnTo>
                  <a:pt x="1504" y="21261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0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0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1" y="52601"/>
                </a:lnTo>
                <a:lnTo>
                  <a:pt x="21974" y="53589"/>
                </a:lnTo>
                <a:lnTo>
                  <a:pt x="24495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6"/>
                </a:lnTo>
                <a:lnTo>
                  <a:pt x="40993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ditable path 96"/>
          <p:cNvSpPr/>
          <p:nvPr/>
        </p:nvSpPr>
        <p:spPr>
          <a:xfrm>
            <a:off x="9026956" y="848627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8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10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1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2"/>
                </a:lnTo>
                <a:lnTo>
                  <a:pt x="85448" y="19473"/>
                </a:lnTo>
                <a:lnTo>
                  <a:pt x="84441" y="17725"/>
                </a:lnTo>
                <a:lnTo>
                  <a:pt x="83264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3"/>
                </a:lnTo>
                <a:lnTo>
                  <a:pt x="70578" y="5918"/>
                </a:lnTo>
                <a:lnTo>
                  <a:pt x="68242" y="4824"/>
                </a:lnTo>
                <a:lnTo>
                  <a:pt x="65809" y="3837"/>
                </a:lnTo>
                <a:lnTo>
                  <a:pt x="63288" y="2956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3" y="63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5" y="2956"/>
                </a:lnTo>
                <a:lnTo>
                  <a:pt x="21974" y="3837"/>
                </a:lnTo>
                <a:lnTo>
                  <a:pt x="19541" y="4824"/>
                </a:lnTo>
                <a:lnTo>
                  <a:pt x="17204" y="5918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2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1" y="52602"/>
                </a:lnTo>
                <a:lnTo>
                  <a:pt x="21974" y="53590"/>
                </a:lnTo>
                <a:lnTo>
                  <a:pt x="24495" y="54470"/>
                </a:lnTo>
                <a:lnTo>
                  <a:pt x="27095" y="55240"/>
                </a:lnTo>
                <a:lnTo>
                  <a:pt x="29767" y="55899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ditable path 97"/>
          <p:cNvSpPr/>
          <p:nvPr/>
        </p:nvSpPr>
        <p:spPr>
          <a:xfrm>
            <a:off x="8612428" y="2683065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9" y="51509"/>
                </a:lnTo>
                <a:lnTo>
                  <a:pt x="72810" y="50313"/>
                </a:lnTo>
                <a:lnTo>
                  <a:pt x="74928" y="49016"/>
                </a:lnTo>
                <a:lnTo>
                  <a:pt x="76910" y="47631"/>
                </a:lnTo>
                <a:lnTo>
                  <a:pt x="78738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1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2"/>
                </a:lnTo>
                <a:lnTo>
                  <a:pt x="85448" y="19473"/>
                </a:lnTo>
                <a:lnTo>
                  <a:pt x="84441" y="17725"/>
                </a:lnTo>
                <a:lnTo>
                  <a:pt x="83264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8" y="11255"/>
                </a:lnTo>
                <a:lnTo>
                  <a:pt x="76910" y="9795"/>
                </a:lnTo>
                <a:lnTo>
                  <a:pt x="74928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2" y="4824"/>
                </a:lnTo>
                <a:lnTo>
                  <a:pt x="65809" y="3837"/>
                </a:lnTo>
                <a:lnTo>
                  <a:pt x="63288" y="2956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3" y="63"/>
                </a:lnTo>
                <a:lnTo>
                  <a:pt x="38122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5" y="2956"/>
                </a:lnTo>
                <a:lnTo>
                  <a:pt x="21974" y="3837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2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2" y="39701"/>
                </a:lnTo>
                <a:lnTo>
                  <a:pt x="4519" y="41402"/>
                </a:lnTo>
                <a:lnTo>
                  <a:pt x="5865" y="43052"/>
                </a:lnTo>
                <a:lnTo>
                  <a:pt x="7375" y="44643"/>
                </a:lnTo>
                <a:lnTo>
                  <a:pt x="9046" y="46172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1" y="52602"/>
                </a:lnTo>
                <a:lnTo>
                  <a:pt x="21974" y="53590"/>
                </a:lnTo>
                <a:lnTo>
                  <a:pt x="24495" y="54470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2" y="57177"/>
                </a:lnTo>
                <a:lnTo>
                  <a:pt x="40993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path 98"/>
          <p:cNvSpPr/>
          <p:nvPr/>
        </p:nvSpPr>
        <p:spPr>
          <a:xfrm>
            <a:off x="8612428" y="2523549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8" y="54469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9" y="51508"/>
                </a:lnTo>
                <a:lnTo>
                  <a:pt x="72810" y="50312"/>
                </a:lnTo>
                <a:lnTo>
                  <a:pt x="74928" y="49016"/>
                </a:lnTo>
                <a:lnTo>
                  <a:pt x="76910" y="47631"/>
                </a:lnTo>
                <a:lnTo>
                  <a:pt x="78738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1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1" y="17725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8" y="11254"/>
                </a:lnTo>
                <a:lnTo>
                  <a:pt x="76910" y="9795"/>
                </a:lnTo>
                <a:lnTo>
                  <a:pt x="74928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8" y="2186"/>
                </a:lnTo>
                <a:lnTo>
                  <a:pt x="58016" y="1527"/>
                </a:lnTo>
                <a:lnTo>
                  <a:pt x="55282" y="984"/>
                </a:lnTo>
                <a:lnTo>
                  <a:pt x="52494" y="557"/>
                </a:lnTo>
                <a:lnTo>
                  <a:pt x="49660" y="249"/>
                </a:lnTo>
                <a:lnTo>
                  <a:pt x="46790" y="62"/>
                </a:lnTo>
                <a:lnTo>
                  <a:pt x="43891" y="0"/>
                </a:lnTo>
                <a:lnTo>
                  <a:pt x="40993" y="62"/>
                </a:lnTo>
                <a:lnTo>
                  <a:pt x="38122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7"/>
                </a:lnTo>
                <a:lnTo>
                  <a:pt x="27095" y="2186"/>
                </a:lnTo>
                <a:lnTo>
                  <a:pt x="24495" y="2956"/>
                </a:lnTo>
                <a:lnTo>
                  <a:pt x="21974" y="3836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4"/>
                </a:lnTo>
                <a:lnTo>
                  <a:pt x="7375" y="12783"/>
                </a:lnTo>
                <a:lnTo>
                  <a:pt x="5865" y="14374"/>
                </a:lnTo>
                <a:lnTo>
                  <a:pt x="4519" y="16023"/>
                </a:lnTo>
                <a:lnTo>
                  <a:pt x="3342" y="17725"/>
                </a:lnTo>
                <a:lnTo>
                  <a:pt x="2335" y="19472"/>
                </a:lnTo>
                <a:lnTo>
                  <a:pt x="1504" y="21261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2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1" y="52601"/>
                </a:lnTo>
                <a:lnTo>
                  <a:pt x="21974" y="53589"/>
                </a:lnTo>
                <a:lnTo>
                  <a:pt x="24495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2" y="57177"/>
                </a:lnTo>
                <a:lnTo>
                  <a:pt x="40993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path 99"/>
          <p:cNvSpPr/>
          <p:nvPr/>
        </p:nvSpPr>
        <p:spPr>
          <a:xfrm>
            <a:off x="8819692" y="2722944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4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8" y="55240"/>
                </a:lnTo>
                <a:lnTo>
                  <a:pt x="63289" y="54470"/>
                </a:lnTo>
                <a:lnTo>
                  <a:pt x="65810" y="53590"/>
                </a:lnTo>
                <a:lnTo>
                  <a:pt x="68243" y="52602"/>
                </a:lnTo>
                <a:lnTo>
                  <a:pt x="70579" y="51509"/>
                </a:lnTo>
                <a:lnTo>
                  <a:pt x="72810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4" y="41402"/>
                </a:lnTo>
                <a:lnTo>
                  <a:pt x="84442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2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3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2" y="23086"/>
                </a:lnTo>
                <a:lnTo>
                  <a:pt x="86279" y="21262"/>
                </a:lnTo>
                <a:lnTo>
                  <a:pt x="85448" y="19473"/>
                </a:lnTo>
                <a:lnTo>
                  <a:pt x="84442" y="17725"/>
                </a:lnTo>
                <a:lnTo>
                  <a:pt x="83264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3" y="4824"/>
                </a:lnTo>
                <a:lnTo>
                  <a:pt x="65810" y="3837"/>
                </a:lnTo>
                <a:lnTo>
                  <a:pt x="63289" y="2956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3"/>
                </a:lnTo>
                <a:lnTo>
                  <a:pt x="43892" y="0"/>
                </a:lnTo>
                <a:lnTo>
                  <a:pt x="40993" y="63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7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5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1" y="23086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1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2"/>
                </a:lnTo>
                <a:lnTo>
                  <a:pt x="7375" y="44643"/>
                </a:lnTo>
                <a:lnTo>
                  <a:pt x="9045" y="46172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7" y="55899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4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Editable path 100"/>
          <p:cNvSpPr/>
          <p:nvPr/>
        </p:nvSpPr>
        <p:spPr>
          <a:xfrm>
            <a:off x="8819692" y="2603307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3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9" y="54470"/>
                </a:lnTo>
                <a:lnTo>
                  <a:pt x="65810" y="53589"/>
                </a:lnTo>
                <a:lnTo>
                  <a:pt x="68243" y="52602"/>
                </a:lnTo>
                <a:lnTo>
                  <a:pt x="70579" y="51509"/>
                </a:lnTo>
                <a:lnTo>
                  <a:pt x="72810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2" y="39701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2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3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2" y="23085"/>
                </a:lnTo>
                <a:lnTo>
                  <a:pt x="86279" y="21261"/>
                </a:lnTo>
                <a:lnTo>
                  <a:pt x="85448" y="19473"/>
                </a:lnTo>
                <a:lnTo>
                  <a:pt x="84442" y="17725"/>
                </a:lnTo>
                <a:lnTo>
                  <a:pt x="83264" y="16024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3" y="4824"/>
                </a:lnTo>
                <a:lnTo>
                  <a:pt x="65810" y="3836"/>
                </a:lnTo>
                <a:lnTo>
                  <a:pt x="63289" y="2956"/>
                </a:lnTo>
                <a:lnTo>
                  <a:pt x="60688" y="2186"/>
                </a:lnTo>
                <a:lnTo>
                  <a:pt x="58016" y="1527"/>
                </a:lnTo>
                <a:lnTo>
                  <a:pt x="55282" y="984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3"/>
                </a:lnTo>
                <a:lnTo>
                  <a:pt x="43892" y="0"/>
                </a:lnTo>
                <a:lnTo>
                  <a:pt x="40993" y="63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7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5" y="11254"/>
                </a:lnTo>
                <a:lnTo>
                  <a:pt x="7375" y="12783"/>
                </a:lnTo>
                <a:lnTo>
                  <a:pt x="5865" y="14374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1"/>
                </a:lnTo>
                <a:lnTo>
                  <a:pt x="851" y="23085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1" y="34341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5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89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path 101"/>
          <p:cNvSpPr/>
          <p:nvPr/>
        </p:nvSpPr>
        <p:spPr>
          <a:xfrm>
            <a:off x="8819692" y="2483670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3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9" y="54469"/>
                </a:lnTo>
                <a:lnTo>
                  <a:pt x="65810" y="53589"/>
                </a:lnTo>
                <a:lnTo>
                  <a:pt x="68243" y="52601"/>
                </a:lnTo>
                <a:lnTo>
                  <a:pt x="70579" y="51508"/>
                </a:lnTo>
                <a:lnTo>
                  <a:pt x="72810" y="50312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2" y="39701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2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3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2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2" y="17725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09"/>
                </a:lnTo>
                <a:lnTo>
                  <a:pt x="72810" y="7113"/>
                </a:lnTo>
                <a:lnTo>
                  <a:pt x="70579" y="5917"/>
                </a:lnTo>
                <a:lnTo>
                  <a:pt x="68243" y="4824"/>
                </a:lnTo>
                <a:lnTo>
                  <a:pt x="65810" y="3836"/>
                </a:lnTo>
                <a:lnTo>
                  <a:pt x="63289" y="2956"/>
                </a:lnTo>
                <a:lnTo>
                  <a:pt x="60688" y="2185"/>
                </a:lnTo>
                <a:lnTo>
                  <a:pt x="58016" y="1527"/>
                </a:lnTo>
                <a:lnTo>
                  <a:pt x="55282" y="984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2"/>
                </a:lnTo>
                <a:lnTo>
                  <a:pt x="43892" y="0"/>
                </a:lnTo>
                <a:lnTo>
                  <a:pt x="40993" y="62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7"/>
                </a:lnTo>
                <a:lnTo>
                  <a:pt x="27095" y="2185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09"/>
                </a:lnTo>
                <a:lnTo>
                  <a:pt x="10874" y="9795"/>
                </a:lnTo>
                <a:lnTo>
                  <a:pt x="9045" y="11254"/>
                </a:lnTo>
                <a:lnTo>
                  <a:pt x="7375" y="12783"/>
                </a:lnTo>
                <a:lnTo>
                  <a:pt x="5865" y="14374"/>
                </a:lnTo>
                <a:lnTo>
                  <a:pt x="4519" y="16023"/>
                </a:lnTo>
                <a:lnTo>
                  <a:pt x="3341" y="17725"/>
                </a:lnTo>
                <a:lnTo>
                  <a:pt x="2335" y="19472"/>
                </a:lnTo>
                <a:lnTo>
                  <a:pt x="1504" y="21261"/>
                </a:lnTo>
                <a:lnTo>
                  <a:pt x="851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1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5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0" y="52601"/>
                </a:lnTo>
                <a:lnTo>
                  <a:pt x="21973" y="53589"/>
                </a:lnTo>
                <a:lnTo>
                  <a:pt x="24494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ditable path 102"/>
          <p:cNvSpPr/>
          <p:nvPr/>
        </p:nvSpPr>
        <p:spPr>
          <a:xfrm>
            <a:off x="9026956" y="2683065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10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1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2"/>
                </a:lnTo>
                <a:lnTo>
                  <a:pt x="85448" y="19473"/>
                </a:lnTo>
                <a:lnTo>
                  <a:pt x="84441" y="17725"/>
                </a:lnTo>
                <a:lnTo>
                  <a:pt x="83264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7"/>
                </a:lnTo>
                <a:lnTo>
                  <a:pt x="63288" y="2956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3" y="63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5" y="2956"/>
                </a:lnTo>
                <a:lnTo>
                  <a:pt x="21974" y="3837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2"/>
                </a:lnTo>
                <a:lnTo>
                  <a:pt x="7375" y="44643"/>
                </a:lnTo>
                <a:lnTo>
                  <a:pt x="9046" y="46172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1" y="52602"/>
                </a:lnTo>
                <a:lnTo>
                  <a:pt x="21974" y="53590"/>
                </a:lnTo>
                <a:lnTo>
                  <a:pt x="24495" y="54470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Editable path 103"/>
          <p:cNvSpPr/>
          <p:nvPr/>
        </p:nvSpPr>
        <p:spPr>
          <a:xfrm>
            <a:off x="9026956" y="2523549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8" y="54469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8" y="51508"/>
                </a:lnTo>
                <a:lnTo>
                  <a:pt x="72810" y="50312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1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1" y="17725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8" y="2186"/>
                </a:lnTo>
                <a:lnTo>
                  <a:pt x="58016" y="1527"/>
                </a:lnTo>
                <a:lnTo>
                  <a:pt x="55282" y="984"/>
                </a:lnTo>
                <a:lnTo>
                  <a:pt x="52494" y="557"/>
                </a:lnTo>
                <a:lnTo>
                  <a:pt x="49660" y="249"/>
                </a:lnTo>
                <a:lnTo>
                  <a:pt x="46790" y="62"/>
                </a:lnTo>
                <a:lnTo>
                  <a:pt x="43891" y="0"/>
                </a:lnTo>
                <a:lnTo>
                  <a:pt x="40993" y="62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7"/>
                </a:lnTo>
                <a:lnTo>
                  <a:pt x="27095" y="2186"/>
                </a:lnTo>
                <a:lnTo>
                  <a:pt x="24495" y="2956"/>
                </a:lnTo>
                <a:lnTo>
                  <a:pt x="21974" y="3836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4"/>
                </a:lnTo>
                <a:lnTo>
                  <a:pt x="7375" y="12783"/>
                </a:lnTo>
                <a:lnTo>
                  <a:pt x="5865" y="14374"/>
                </a:lnTo>
                <a:lnTo>
                  <a:pt x="4519" y="16023"/>
                </a:lnTo>
                <a:lnTo>
                  <a:pt x="3341" y="17725"/>
                </a:lnTo>
                <a:lnTo>
                  <a:pt x="2335" y="19472"/>
                </a:lnTo>
                <a:lnTo>
                  <a:pt x="1504" y="21261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1" y="52601"/>
                </a:lnTo>
                <a:lnTo>
                  <a:pt x="21974" y="53589"/>
                </a:lnTo>
                <a:lnTo>
                  <a:pt x="24495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ditable path 104"/>
          <p:cNvSpPr/>
          <p:nvPr/>
        </p:nvSpPr>
        <p:spPr>
          <a:xfrm>
            <a:off x="6461759" y="1036857"/>
            <a:ext cx="1318614" cy="0"/>
          </a:xfrm>
          <a:custGeom>
            <a:avLst/>
            <a:gdLst/>
            <a:ahLst/>
            <a:cxnLst/>
            <a:rect l="l" t="t" r="r" b="b"/>
            <a:pathLst>
              <a:path w="1318614" h="0">
                <a:moveTo>
                  <a:pt x="0" y="0"/>
                </a:moveTo>
                <a:lnTo>
                  <a:pt x="111604" y="0"/>
                </a:lnTo>
                <a:lnTo>
                  <a:pt x="222895" y="0"/>
                </a:lnTo>
                <a:lnTo>
                  <a:pt x="333874" y="0"/>
                </a:lnTo>
                <a:lnTo>
                  <a:pt x="444540" y="0"/>
                </a:lnTo>
                <a:lnTo>
                  <a:pt x="554893" y="0"/>
                </a:lnTo>
                <a:lnTo>
                  <a:pt x="664934" y="0"/>
                </a:lnTo>
                <a:lnTo>
                  <a:pt x="774662" y="0"/>
                </a:lnTo>
                <a:lnTo>
                  <a:pt x="884078" y="0"/>
                </a:lnTo>
                <a:lnTo>
                  <a:pt x="993181" y="0"/>
                </a:lnTo>
                <a:lnTo>
                  <a:pt x="1101971" y="0"/>
                </a:lnTo>
                <a:lnTo>
                  <a:pt x="1210449" y="0"/>
                </a:lnTo>
                <a:lnTo>
                  <a:pt x="1318614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Editable path 105"/>
          <p:cNvSpPr/>
          <p:nvPr/>
        </p:nvSpPr>
        <p:spPr>
          <a:xfrm>
            <a:off x="7714061" y="1003700"/>
            <a:ext cx="66312" cy="66313"/>
          </a:xfrm>
          <a:custGeom>
            <a:avLst/>
            <a:gdLst/>
            <a:ahLst/>
            <a:cxnLst/>
            <a:rect l="l" t="t" r="r" b="b"/>
            <a:pathLst>
              <a:path w="66312" h="66313">
                <a:moveTo>
                  <a:pt x="0" y="0"/>
                </a:moveTo>
                <a:lnTo>
                  <a:pt x="66312" y="33157"/>
                </a:lnTo>
                <a:lnTo>
                  <a:pt x="0" y="66313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Editable path 106"/>
          <p:cNvSpPr/>
          <p:nvPr/>
        </p:nvSpPr>
        <p:spPr>
          <a:xfrm>
            <a:off x="6461759" y="2073713"/>
            <a:ext cx="243841" cy="0"/>
          </a:xfrm>
          <a:custGeom>
            <a:avLst/>
            <a:gdLst/>
            <a:ahLst/>
            <a:cxnLst/>
            <a:rect l="l" t="t" r="r" b="b"/>
            <a:pathLst>
              <a:path w="243841" h="0">
                <a:moveTo>
                  <a:pt x="0" y="0"/>
                </a:moveTo>
                <a:lnTo>
                  <a:pt x="243841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Editable path 107"/>
          <p:cNvSpPr/>
          <p:nvPr/>
        </p:nvSpPr>
        <p:spPr>
          <a:xfrm>
            <a:off x="6705600" y="2073713"/>
            <a:ext cx="0" cy="638065"/>
          </a:xfrm>
          <a:custGeom>
            <a:avLst/>
            <a:gdLst/>
            <a:ahLst/>
            <a:cxnLst/>
            <a:rect l="l" t="t" r="r" b="b"/>
            <a:pathLst>
              <a:path w="0" h="638065">
                <a:moveTo>
                  <a:pt x="0" y="0"/>
                </a:moveTo>
                <a:lnTo>
                  <a:pt x="0" y="638065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Editable path 108"/>
          <p:cNvSpPr/>
          <p:nvPr/>
        </p:nvSpPr>
        <p:spPr>
          <a:xfrm>
            <a:off x="6705600" y="2711778"/>
            <a:ext cx="1074773" cy="0"/>
          </a:xfrm>
          <a:custGeom>
            <a:avLst/>
            <a:gdLst/>
            <a:ahLst/>
            <a:cxnLst/>
            <a:rect l="l" t="t" r="r" b="b"/>
            <a:pathLst>
              <a:path w="1074773" h="0">
                <a:moveTo>
                  <a:pt x="0" y="0"/>
                </a:moveTo>
                <a:lnTo>
                  <a:pt x="91284" y="0"/>
                </a:lnTo>
                <a:lnTo>
                  <a:pt x="182255" y="0"/>
                </a:lnTo>
                <a:lnTo>
                  <a:pt x="272913" y="0"/>
                </a:lnTo>
                <a:lnTo>
                  <a:pt x="363259" y="0"/>
                </a:lnTo>
                <a:lnTo>
                  <a:pt x="453292" y="0"/>
                </a:lnTo>
                <a:lnTo>
                  <a:pt x="543013" y="0"/>
                </a:lnTo>
                <a:lnTo>
                  <a:pt x="632421" y="0"/>
                </a:lnTo>
                <a:lnTo>
                  <a:pt x="721517" y="0"/>
                </a:lnTo>
                <a:lnTo>
                  <a:pt x="810299" y="0"/>
                </a:lnTo>
                <a:lnTo>
                  <a:pt x="898770" y="0"/>
                </a:lnTo>
                <a:lnTo>
                  <a:pt x="986928" y="0"/>
                </a:lnTo>
                <a:lnTo>
                  <a:pt x="1074773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Editable path 109"/>
          <p:cNvSpPr/>
          <p:nvPr/>
        </p:nvSpPr>
        <p:spPr>
          <a:xfrm>
            <a:off x="7714061" y="2678622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ditable path 110"/>
          <p:cNvSpPr/>
          <p:nvPr/>
        </p:nvSpPr>
        <p:spPr>
          <a:xfrm>
            <a:off x="9631679" y="1196373"/>
            <a:ext cx="365760" cy="0"/>
          </a:xfrm>
          <a:custGeom>
            <a:avLst/>
            <a:gdLst/>
            <a:ahLst/>
            <a:cxnLst/>
            <a:rect l="l" t="t" r="r" b="b"/>
            <a:pathLst>
              <a:path w="365760" h="0">
                <a:moveTo>
                  <a:pt x="0" y="0"/>
                </a:moveTo>
                <a:lnTo>
                  <a:pt x="365760" y="0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Editable path 111"/>
          <p:cNvSpPr/>
          <p:nvPr/>
        </p:nvSpPr>
        <p:spPr>
          <a:xfrm>
            <a:off x="9997439" y="1196373"/>
            <a:ext cx="0" cy="3110568"/>
          </a:xfrm>
          <a:custGeom>
            <a:avLst/>
            <a:gdLst/>
            <a:ahLst/>
            <a:cxnLst/>
            <a:rect l="l" t="t" r="r" b="b"/>
            <a:pathLst>
              <a:path w="0" h="3110568">
                <a:moveTo>
                  <a:pt x="0" y="0"/>
                </a:moveTo>
                <a:lnTo>
                  <a:pt x="0" y="3110568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Editable path 112"/>
          <p:cNvSpPr/>
          <p:nvPr/>
        </p:nvSpPr>
        <p:spPr>
          <a:xfrm>
            <a:off x="9997439" y="4306941"/>
            <a:ext cx="587093" cy="0"/>
          </a:xfrm>
          <a:custGeom>
            <a:avLst/>
            <a:gdLst/>
            <a:ahLst/>
            <a:cxnLst/>
            <a:rect l="l" t="t" r="r" b="b"/>
            <a:pathLst>
              <a:path w="587093" h="0">
                <a:moveTo>
                  <a:pt x="0" y="0"/>
                </a:moveTo>
                <a:lnTo>
                  <a:pt x="50644" y="0"/>
                </a:lnTo>
                <a:lnTo>
                  <a:pt x="100975" y="0"/>
                </a:lnTo>
                <a:lnTo>
                  <a:pt x="150994" y="0"/>
                </a:lnTo>
                <a:lnTo>
                  <a:pt x="200700" y="0"/>
                </a:lnTo>
                <a:lnTo>
                  <a:pt x="250093" y="0"/>
                </a:lnTo>
                <a:lnTo>
                  <a:pt x="299174" y="0"/>
                </a:lnTo>
                <a:lnTo>
                  <a:pt x="347942" y="0"/>
                </a:lnTo>
                <a:lnTo>
                  <a:pt x="396397" y="0"/>
                </a:lnTo>
                <a:lnTo>
                  <a:pt x="444540" y="0"/>
                </a:lnTo>
                <a:lnTo>
                  <a:pt x="492371" y="0"/>
                </a:lnTo>
                <a:lnTo>
                  <a:pt x="539888" y="0"/>
                </a:lnTo>
                <a:lnTo>
                  <a:pt x="587093" y="0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Editable path 113"/>
          <p:cNvSpPr/>
          <p:nvPr/>
        </p:nvSpPr>
        <p:spPr>
          <a:xfrm>
            <a:off x="10518220" y="4273785"/>
            <a:ext cx="66312" cy="66313"/>
          </a:xfrm>
          <a:custGeom>
            <a:avLst/>
            <a:gdLst/>
            <a:ahLst/>
            <a:cxnLst/>
            <a:rect l="l" t="t" r="r" b="b"/>
            <a:pathLst>
              <a:path w="66312" h="66313">
                <a:moveTo>
                  <a:pt x="0" y="0"/>
                </a:moveTo>
                <a:lnTo>
                  <a:pt x="66312" y="33156"/>
                </a:lnTo>
                <a:lnTo>
                  <a:pt x="0" y="66313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Editable path 114"/>
          <p:cNvSpPr/>
          <p:nvPr/>
        </p:nvSpPr>
        <p:spPr>
          <a:xfrm>
            <a:off x="9631679" y="3030811"/>
            <a:ext cx="343254" cy="0"/>
          </a:xfrm>
          <a:custGeom>
            <a:avLst/>
            <a:gdLst/>
            <a:ahLst/>
            <a:cxnLst/>
            <a:rect l="l" t="t" r="r" b="b"/>
            <a:pathLst>
              <a:path w="343254" h="0">
                <a:moveTo>
                  <a:pt x="0" y="0"/>
                </a:moveTo>
                <a:lnTo>
                  <a:pt x="30324" y="0"/>
                </a:lnTo>
                <a:lnTo>
                  <a:pt x="60335" y="0"/>
                </a:lnTo>
                <a:lnTo>
                  <a:pt x="90034" y="0"/>
                </a:lnTo>
                <a:lnTo>
                  <a:pt x="119420" y="0"/>
                </a:lnTo>
                <a:lnTo>
                  <a:pt x="148493" y="0"/>
                </a:lnTo>
                <a:lnTo>
                  <a:pt x="177254" y="0"/>
                </a:lnTo>
                <a:lnTo>
                  <a:pt x="205702" y="0"/>
                </a:lnTo>
                <a:lnTo>
                  <a:pt x="233838" y="0"/>
                </a:lnTo>
                <a:lnTo>
                  <a:pt x="261661" y="0"/>
                </a:lnTo>
                <a:lnTo>
                  <a:pt x="289171" y="0"/>
                </a:lnTo>
                <a:lnTo>
                  <a:pt x="316369" y="0"/>
                </a:lnTo>
                <a:lnTo>
                  <a:pt x="343254" y="0"/>
                </a:lnTo>
              </a:path>
            </a:pathLst>
          </a:custGeom>
          <a:noFill/>
          <a:ln w="20130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Editable path 115"/>
          <p:cNvSpPr/>
          <p:nvPr/>
        </p:nvSpPr>
        <p:spPr>
          <a:xfrm>
            <a:off x="9908621" y="2997655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0ABAB5"/>
          </a:solidFill>
          <a:ln w="20130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Editable path 116"/>
          <p:cNvSpPr/>
          <p:nvPr/>
        </p:nvSpPr>
        <p:spPr>
          <a:xfrm>
            <a:off x="11369039" y="3292592"/>
            <a:ext cx="0" cy="535800"/>
          </a:xfrm>
          <a:custGeom>
            <a:avLst/>
            <a:gdLst/>
            <a:ahLst/>
            <a:cxnLst/>
            <a:rect l="l" t="t" r="r" b="b"/>
            <a:pathLst>
              <a:path w="0" h="535800">
                <a:moveTo>
                  <a:pt x="0" y="535800"/>
                </a:moveTo>
                <a:lnTo>
                  <a:pt x="0" y="489431"/>
                </a:lnTo>
                <a:lnTo>
                  <a:pt x="0" y="443374"/>
                </a:lnTo>
                <a:lnTo>
                  <a:pt x="0" y="397630"/>
                </a:lnTo>
                <a:lnTo>
                  <a:pt x="0" y="352199"/>
                </a:lnTo>
                <a:lnTo>
                  <a:pt x="0" y="307080"/>
                </a:lnTo>
                <a:lnTo>
                  <a:pt x="0" y="262273"/>
                </a:lnTo>
                <a:lnTo>
                  <a:pt x="0" y="217780"/>
                </a:lnTo>
                <a:lnTo>
                  <a:pt x="0" y="173598"/>
                </a:lnTo>
                <a:lnTo>
                  <a:pt x="0" y="129730"/>
                </a:lnTo>
                <a:lnTo>
                  <a:pt x="0" y="86174"/>
                </a:lnTo>
                <a:lnTo>
                  <a:pt x="0" y="42930"/>
                </a:ln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Editable path 117"/>
          <p:cNvSpPr/>
          <p:nvPr/>
        </p:nvSpPr>
        <p:spPr>
          <a:xfrm>
            <a:off x="11335883" y="3292592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66312"/>
                </a:moveTo>
                <a:lnTo>
                  <a:pt x="33156" y="0"/>
                </a:lnTo>
                <a:lnTo>
                  <a:pt x="66312" y="66312"/>
                </a:lnTo>
                <a:lnTo>
                  <a:pt x="0" y="66312"/>
                </a:lnTo>
                <a:close/>
              </a:path>
            </a:pathLst>
          </a:custGeom>
          <a:solidFill>
            <a:srgbClr val="6B7280"/>
          </a:solidFill>
          <a:ln w="20130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Editable path 118"/>
          <p:cNvSpPr/>
          <p:nvPr/>
        </p:nvSpPr>
        <p:spPr>
          <a:xfrm>
            <a:off x="10363199" y="4067667"/>
            <a:ext cx="243841" cy="0"/>
          </a:xfrm>
          <a:custGeom>
            <a:avLst/>
            <a:gdLst/>
            <a:ahLst/>
            <a:cxnLst/>
            <a:rect l="l" t="t" r="r" b="b"/>
            <a:pathLst>
              <a:path w="243841" h="0">
                <a:moveTo>
                  <a:pt x="243841" y="0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Editable path 119"/>
          <p:cNvSpPr/>
          <p:nvPr/>
        </p:nvSpPr>
        <p:spPr>
          <a:xfrm>
            <a:off x="10363199" y="1595164"/>
            <a:ext cx="0" cy="2472503"/>
          </a:xfrm>
          <a:custGeom>
            <a:avLst/>
            <a:gdLst/>
            <a:ahLst/>
            <a:cxnLst/>
            <a:rect l="l" t="t" r="r" b="b"/>
            <a:pathLst>
              <a:path w="0" h="2472503">
                <a:moveTo>
                  <a:pt x="0" y="2472503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Editable path 120"/>
          <p:cNvSpPr/>
          <p:nvPr/>
        </p:nvSpPr>
        <p:spPr>
          <a:xfrm>
            <a:off x="10363199" y="1595164"/>
            <a:ext cx="221333" cy="0"/>
          </a:xfrm>
          <a:custGeom>
            <a:avLst/>
            <a:gdLst/>
            <a:ahLst/>
            <a:cxnLst/>
            <a:rect l="l" t="t" r="r" b="b"/>
            <a:pathLst>
              <a:path w="221333" h="0">
                <a:moveTo>
                  <a:pt x="0" y="0"/>
                </a:moveTo>
                <a:lnTo>
                  <a:pt x="20164" y="0"/>
                </a:lnTo>
                <a:lnTo>
                  <a:pt x="40015" y="0"/>
                </a:lnTo>
                <a:lnTo>
                  <a:pt x="59554" y="0"/>
                </a:lnTo>
                <a:lnTo>
                  <a:pt x="78780" y="0"/>
                </a:lnTo>
                <a:lnTo>
                  <a:pt x="97693" y="0"/>
                </a:lnTo>
                <a:lnTo>
                  <a:pt x="116294" y="0"/>
                </a:lnTo>
                <a:lnTo>
                  <a:pt x="134582" y="0"/>
                </a:lnTo>
                <a:lnTo>
                  <a:pt x="152557" y="0"/>
                </a:lnTo>
                <a:lnTo>
                  <a:pt x="170220" y="0"/>
                </a:lnTo>
                <a:lnTo>
                  <a:pt x="187571" y="0"/>
                </a:lnTo>
                <a:lnTo>
                  <a:pt x="204608" y="0"/>
                </a:lnTo>
                <a:lnTo>
                  <a:pt x="221333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Editable path 121"/>
          <p:cNvSpPr/>
          <p:nvPr/>
        </p:nvSpPr>
        <p:spPr>
          <a:xfrm>
            <a:off x="10518220" y="1562008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Editable path 122"/>
          <p:cNvSpPr/>
          <p:nvPr/>
        </p:nvSpPr>
        <p:spPr>
          <a:xfrm>
            <a:off x="11369039" y="79759"/>
            <a:ext cx="0" cy="159516"/>
          </a:xfrm>
          <a:custGeom>
            <a:avLst/>
            <a:gdLst/>
            <a:ahLst/>
            <a:cxnLst/>
            <a:rect l="l" t="t" r="r" b="b"/>
            <a:pathLst>
              <a:path w="0" h="159516">
                <a:moveTo>
                  <a:pt x="0" y="159516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Editable path 123"/>
          <p:cNvSpPr/>
          <p:nvPr/>
        </p:nvSpPr>
        <p:spPr>
          <a:xfrm>
            <a:off x="4998720" y="79759"/>
            <a:ext cx="6370319" cy="0"/>
          </a:xfrm>
          <a:custGeom>
            <a:avLst/>
            <a:gdLst/>
            <a:ahLst/>
            <a:cxnLst/>
            <a:rect l="l" t="t" r="r" b="b"/>
            <a:pathLst>
              <a:path w="6370319" h="0">
                <a:moveTo>
                  <a:pt x="6370319" y="0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Editable path 124"/>
          <p:cNvSpPr/>
          <p:nvPr/>
        </p:nvSpPr>
        <p:spPr>
          <a:xfrm>
            <a:off x="4998720" y="79759"/>
            <a:ext cx="0" cy="137009"/>
          </a:xfrm>
          <a:custGeom>
            <a:avLst/>
            <a:gdLst/>
            <a:ahLst/>
            <a:cxnLst/>
            <a:rect l="l" t="t" r="r" b="b"/>
            <a:pathLst>
              <a:path w="0" h="137009">
                <a:moveTo>
                  <a:pt x="0" y="0"/>
                </a:moveTo>
                <a:lnTo>
                  <a:pt x="0" y="13136"/>
                </a:lnTo>
                <a:lnTo>
                  <a:pt x="0" y="25960"/>
                </a:lnTo>
                <a:lnTo>
                  <a:pt x="0" y="38472"/>
                </a:lnTo>
                <a:lnTo>
                  <a:pt x="0" y="50671"/>
                </a:lnTo>
                <a:lnTo>
                  <a:pt x="0" y="62557"/>
                </a:lnTo>
                <a:lnTo>
                  <a:pt x="0" y="74131"/>
                </a:lnTo>
                <a:lnTo>
                  <a:pt x="0" y="85392"/>
                </a:lnTo>
                <a:lnTo>
                  <a:pt x="0" y="96341"/>
                </a:lnTo>
                <a:lnTo>
                  <a:pt x="0" y="106977"/>
                </a:lnTo>
                <a:lnTo>
                  <a:pt x="0" y="117300"/>
                </a:lnTo>
                <a:lnTo>
                  <a:pt x="0" y="127311"/>
                </a:lnTo>
                <a:lnTo>
                  <a:pt x="0" y="137009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Editable path 125"/>
          <p:cNvSpPr/>
          <p:nvPr/>
        </p:nvSpPr>
        <p:spPr>
          <a:xfrm>
            <a:off x="4965564" y="150456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0"/>
                </a:moveTo>
                <a:lnTo>
                  <a:pt x="33156" y="66312"/>
                </a:lnTo>
                <a:lnTo>
                  <a:pt x="0" y="0"/>
                </a:lnTo>
                <a:lnTo>
                  <a:pt x="66312" y="0"/>
                </a:lnTo>
                <a:close/>
              </a:path>
            </a:pathLst>
          </a:custGeom>
          <a:solidFill>
            <a:srgbClr val="6B7280"/>
          </a:solidFill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Editable path 126"/>
          <p:cNvSpPr/>
          <p:nvPr/>
        </p:nvSpPr>
        <p:spPr>
          <a:xfrm>
            <a:off x="9654186" y="638066"/>
            <a:ext cx="952854" cy="0"/>
          </a:xfrm>
          <a:custGeom>
            <a:avLst/>
            <a:gdLst/>
            <a:ahLst/>
            <a:cxnLst/>
            <a:rect l="l" t="t" r="r" b="b"/>
            <a:pathLst>
              <a:path w="952854" h="0">
                <a:moveTo>
                  <a:pt x="952854" y="0"/>
                </a:moveTo>
                <a:lnTo>
                  <a:pt x="871730" y="0"/>
                </a:lnTo>
                <a:lnTo>
                  <a:pt x="790919" y="0"/>
                </a:lnTo>
                <a:lnTo>
                  <a:pt x="710420" y="0"/>
                </a:lnTo>
                <a:lnTo>
                  <a:pt x="630234" y="0"/>
                </a:lnTo>
                <a:lnTo>
                  <a:pt x="550361" y="0"/>
                </a:lnTo>
                <a:lnTo>
                  <a:pt x="470800" y="0"/>
                </a:lnTo>
                <a:lnTo>
                  <a:pt x="391552" y="0"/>
                </a:lnTo>
                <a:lnTo>
                  <a:pt x="312617" y="0"/>
                </a:lnTo>
                <a:lnTo>
                  <a:pt x="233994" y="0"/>
                </a:lnTo>
                <a:lnTo>
                  <a:pt x="155683" y="0"/>
                </a:lnTo>
                <a:lnTo>
                  <a:pt x="77685" y="0"/>
                </a:ln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Editable path 127"/>
          <p:cNvSpPr/>
          <p:nvPr/>
        </p:nvSpPr>
        <p:spPr>
          <a:xfrm>
            <a:off x="9654186" y="604909"/>
            <a:ext cx="66312" cy="66313"/>
          </a:xfrm>
          <a:custGeom>
            <a:avLst/>
            <a:gdLst/>
            <a:ahLst/>
            <a:cxnLst/>
            <a:rect l="l" t="t" r="r" b="b"/>
            <a:pathLst>
              <a:path w="66312" h="66313">
                <a:moveTo>
                  <a:pt x="66312" y="66313"/>
                </a:moveTo>
                <a:lnTo>
                  <a:pt x="0" y="33157"/>
                </a:lnTo>
                <a:lnTo>
                  <a:pt x="66312" y="0"/>
                </a:lnTo>
                <a:lnTo>
                  <a:pt x="66312" y="66313"/>
                </a:lnTo>
                <a:close/>
              </a:path>
            </a:pathLst>
          </a:custGeom>
          <a:solidFill>
            <a:srgbClr val="6B7280"/>
          </a:solidFill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Editable path 128"/>
          <p:cNvSpPr/>
          <p:nvPr/>
        </p:nvSpPr>
        <p:spPr>
          <a:xfrm>
            <a:off x="9814559" y="1355889"/>
            <a:ext cx="792481" cy="0"/>
          </a:xfrm>
          <a:custGeom>
            <a:avLst/>
            <a:gdLst/>
            <a:ahLst/>
            <a:cxnLst/>
            <a:rect l="l" t="t" r="r" b="b"/>
            <a:pathLst>
              <a:path w="792481" h="0">
                <a:moveTo>
                  <a:pt x="792481" y="0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Editable path 129"/>
          <p:cNvSpPr/>
          <p:nvPr/>
        </p:nvSpPr>
        <p:spPr>
          <a:xfrm>
            <a:off x="9814559" y="1355889"/>
            <a:ext cx="0" cy="957098"/>
          </a:xfrm>
          <a:custGeom>
            <a:avLst/>
            <a:gdLst/>
            <a:ahLst/>
            <a:cxnLst/>
            <a:rect l="l" t="t" r="r" b="b"/>
            <a:pathLst>
              <a:path w="0" h="957098">
                <a:moveTo>
                  <a:pt x="0" y="0"/>
                </a:moveTo>
                <a:lnTo>
                  <a:pt x="0" y="957098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Editable path 130"/>
          <p:cNvSpPr/>
          <p:nvPr/>
        </p:nvSpPr>
        <p:spPr>
          <a:xfrm>
            <a:off x="9654186" y="2312987"/>
            <a:ext cx="160373" cy="0"/>
          </a:xfrm>
          <a:custGeom>
            <a:avLst/>
            <a:gdLst/>
            <a:ahLst/>
            <a:cxnLst/>
            <a:rect l="l" t="t" r="r" b="b"/>
            <a:pathLst>
              <a:path w="160373" h="0">
                <a:moveTo>
                  <a:pt x="160373" y="0"/>
                </a:moveTo>
                <a:lnTo>
                  <a:pt x="145290" y="0"/>
                </a:lnTo>
                <a:lnTo>
                  <a:pt x="130519" y="0"/>
                </a:lnTo>
                <a:lnTo>
                  <a:pt x="116060" y="0"/>
                </a:lnTo>
                <a:lnTo>
                  <a:pt x="101914" y="0"/>
                </a:lnTo>
                <a:lnTo>
                  <a:pt x="88081" y="0"/>
                </a:lnTo>
                <a:lnTo>
                  <a:pt x="74560" y="0"/>
                </a:lnTo>
                <a:lnTo>
                  <a:pt x="61352" y="0"/>
                </a:lnTo>
                <a:lnTo>
                  <a:pt x="48456" y="0"/>
                </a:lnTo>
                <a:lnTo>
                  <a:pt x="35873" y="0"/>
                </a:lnTo>
                <a:lnTo>
                  <a:pt x="23603" y="0"/>
                </a:lnTo>
                <a:lnTo>
                  <a:pt x="11645" y="0"/>
                </a:ln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Editable path 131"/>
          <p:cNvSpPr/>
          <p:nvPr/>
        </p:nvSpPr>
        <p:spPr>
          <a:xfrm>
            <a:off x="9654186" y="2279831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66312"/>
                </a:moveTo>
                <a:lnTo>
                  <a:pt x="0" y="33156"/>
                </a:lnTo>
                <a:lnTo>
                  <a:pt x="66312" y="0"/>
                </a:lnTo>
                <a:lnTo>
                  <a:pt x="66312" y="66312"/>
                </a:lnTo>
                <a:close/>
              </a:path>
            </a:pathLst>
          </a:custGeom>
          <a:solidFill>
            <a:srgbClr val="6B7280"/>
          </a:solidFill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Editable path 132"/>
          <p:cNvSpPr/>
          <p:nvPr/>
        </p:nvSpPr>
        <p:spPr>
          <a:xfrm>
            <a:off x="6461759" y="3987909"/>
            <a:ext cx="2255521" cy="0"/>
          </a:xfrm>
          <a:custGeom>
            <a:avLst/>
            <a:gdLst/>
            <a:ahLst/>
            <a:cxnLst/>
            <a:rect l="l" t="t" r="r" b="b"/>
            <a:pathLst>
              <a:path w="2255521" h="0">
                <a:moveTo>
                  <a:pt x="0" y="0"/>
                </a:moveTo>
                <a:lnTo>
                  <a:pt x="2255521" y="0"/>
                </a:lnTo>
              </a:path>
            </a:pathLst>
          </a:custGeom>
          <a:noFill/>
          <a:ln w="20130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Editable path 133"/>
          <p:cNvSpPr/>
          <p:nvPr/>
        </p:nvSpPr>
        <p:spPr>
          <a:xfrm>
            <a:off x="8717280" y="3372350"/>
            <a:ext cx="0" cy="615559"/>
          </a:xfrm>
          <a:custGeom>
            <a:avLst/>
            <a:gdLst/>
            <a:ahLst/>
            <a:cxnLst/>
            <a:rect l="l" t="t" r="r" b="b"/>
            <a:pathLst>
              <a:path w="0" h="615559">
                <a:moveTo>
                  <a:pt x="0" y="615559"/>
                </a:moveTo>
                <a:lnTo>
                  <a:pt x="0" y="562543"/>
                </a:lnTo>
                <a:lnTo>
                  <a:pt x="0" y="509840"/>
                </a:lnTo>
                <a:lnTo>
                  <a:pt x="0" y="457449"/>
                </a:lnTo>
                <a:lnTo>
                  <a:pt x="0" y="405371"/>
                </a:lnTo>
                <a:lnTo>
                  <a:pt x="0" y="353606"/>
                </a:lnTo>
                <a:lnTo>
                  <a:pt x="0" y="302153"/>
                </a:lnTo>
                <a:lnTo>
                  <a:pt x="0" y="251013"/>
                </a:lnTo>
                <a:lnTo>
                  <a:pt x="0" y="200185"/>
                </a:lnTo>
                <a:lnTo>
                  <a:pt x="0" y="149670"/>
                </a:lnTo>
                <a:lnTo>
                  <a:pt x="0" y="99467"/>
                </a:lnTo>
                <a:lnTo>
                  <a:pt x="0" y="49577"/>
                </a:lnTo>
                <a:lnTo>
                  <a:pt x="0" y="0"/>
                </a:lnTo>
              </a:path>
            </a:pathLst>
          </a:custGeom>
          <a:noFill/>
          <a:ln w="20130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Editable path 134"/>
          <p:cNvSpPr/>
          <p:nvPr/>
        </p:nvSpPr>
        <p:spPr>
          <a:xfrm>
            <a:off x="8684123" y="3372350"/>
            <a:ext cx="66313" cy="66312"/>
          </a:xfrm>
          <a:custGeom>
            <a:avLst/>
            <a:gdLst/>
            <a:ahLst/>
            <a:cxnLst/>
            <a:rect l="l" t="t" r="r" b="b"/>
            <a:pathLst>
              <a:path w="66313" h="66312">
                <a:moveTo>
                  <a:pt x="0" y="66312"/>
                </a:moveTo>
                <a:lnTo>
                  <a:pt x="33157" y="0"/>
                </a:lnTo>
                <a:lnTo>
                  <a:pt x="66313" y="66312"/>
                </a:lnTo>
                <a:lnTo>
                  <a:pt x="0" y="66312"/>
                </a:lnTo>
                <a:close/>
              </a:path>
            </a:pathLst>
          </a:custGeom>
          <a:solidFill>
            <a:srgbClr val="B8893E"/>
          </a:solidFill>
          <a:ln w="20130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624872"/>
            <a:ext cx="914399" cy="1142999"/>
          </a:xfrm>
          <a:prstGeom prst="rect">
            <a:avLst/>
          </a:prstGeom>
        </p:spPr>
      </p:pic>
      <p:pic>
        <p:nvPicPr>
          <p:cNvPr id="137" name="Picture 13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63" y="1966679"/>
            <a:ext cx="585215" cy="357631"/>
          </a:xfrm>
          <a:prstGeom prst="rect">
            <a:avLst/>
          </a:prstGeom>
        </p:spPr>
      </p:pic>
      <p:pic>
        <p:nvPicPr>
          <p:cNvPr id="138" name="Picture 1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5" y="1917910"/>
            <a:ext cx="585215" cy="455167"/>
          </a:xfrm>
          <a:prstGeom prst="rect">
            <a:avLst/>
          </a:prstGeom>
        </p:spPr>
      </p:pic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8927" y="1917910"/>
            <a:ext cx="585215" cy="455167"/>
          </a:xfrm>
          <a:prstGeom prst="rect">
            <a:avLst/>
          </a:prstGeom>
        </p:spPr>
      </p:pic>
      <p:pic>
        <p:nvPicPr>
          <p:cNvPr id="140" name="Picture 13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9759" y="1917910"/>
            <a:ext cx="585215" cy="455167"/>
          </a:xfrm>
          <a:prstGeom prst="rect">
            <a:avLst/>
          </a:prstGeom>
        </p:spPr>
      </p:pic>
      <p:sp>
        <p:nvSpPr>
          <p:cNvPr id="141" name="Editable path 135"/>
          <p:cNvSpPr/>
          <p:nvPr/>
        </p:nvSpPr>
        <p:spPr>
          <a:xfrm>
            <a:off x="4240377" y="1257523"/>
            <a:ext cx="95098" cy="257883"/>
          </a:xfrm>
          <a:custGeom>
            <a:avLst/>
            <a:gdLst/>
            <a:ahLst/>
            <a:cxnLst/>
            <a:rect l="l" t="t" r="r" b="b"/>
            <a:pathLst>
              <a:path w="95098" h="257883">
                <a:moveTo>
                  <a:pt x="0" y="0"/>
                </a:moveTo>
                <a:lnTo>
                  <a:pt x="95098" y="0"/>
                </a:lnTo>
                <a:lnTo>
                  <a:pt x="95098" y="257883"/>
                </a:lnTo>
                <a:lnTo>
                  <a:pt x="0" y="25788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11841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Editable path 136"/>
          <p:cNvSpPr/>
          <p:nvPr/>
        </p:nvSpPr>
        <p:spPr>
          <a:xfrm>
            <a:off x="4240377" y="778599"/>
            <a:ext cx="95098" cy="233322"/>
          </a:xfrm>
          <a:custGeom>
            <a:avLst/>
            <a:gdLst/>
            <a:ahLst/>
            <a:cxnLst/>
            <a:rect l="l" t="t" r="r" b="b"/>
            <a:pathLst>
              <a:path w="95098" h="233322">
                <a:moveTo>
                  <a:pt x="0" y="0"/>
                </a:moveTo>
                <a:lnTo>
                  <a:pt x="95098" y="0"/>
                </a:lnTo>
                <a:lnTo>
                  <a:pt x="95098" y="233322"/>
                </a:lnTo>
                <a:lnTo>
                  <a:pt x="0" y="23332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11841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Editable path 137"/>
          <p:cNvSpPr/>
          <p:nvPr/>
        </p:nvSpPr>
        <p:spPr>
          <a:xfrm>
            <a:off x="3669792" y="1147003"/>
            <a:ext cx="538886" cy="245601"/>
          </a:xfrm>
          <a:custGeom>
            <a:avLst/>
            <a:gdLst/>
            <a:ahLst/>
            <a:cxnLst/>
            <a:rect l="l" t="t" r="r" b="b"/>
            <a:pathLst>
              <a:path w="538886" h="245601">
                <a:moveTo>
                  <a:pt x="0" y="245601"/>
                </a:moveTo>
                <a:lnTo>
                  <a:pt x="190195" y="122800"/>
                </a:lnTo>
                <a:lnTo>
                  <a:pt x="364541" y="49120"/>
                </a:lnTo>
                <a:lnTo>
                  <a:pt x="538886" y="0"/>
                </a:lnTo>
              </a:path>
            </a:pathLst>
          </a:custGeom>
          <a:noFill/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Editable path 138"/>
          <p:cNvSpPr/>
          <p:nvPr/>
        </p:nvSpPr>
        <p:spPr>
          <a:xfrm>
            <a:off x="3652030" y="1374842"/>
            <a:ext cx="35524" cy="35525"/>
          </a:xfrm>
          <a:custGeom>
            <a:avLst/>
            <a:gdLst/>
            <a:ahLst/>
            <a:cxnLst/>
            <a:rect l="l" t="t" r="r" b="b"/>
            <a:pathLst>
              <a:path w="35524" h="35525">
                <a:moveTo>
                  <a:pt x="17762" y="35525"/>
                </a:moveTo>
                <a:lnTo>
                  <a:pt x="18935" y="35486"/>
                </a:lnTo>
                <a:lnTo>
                  <a:pt x="20096" y="35371"/>
                </a:lnTo>
                <a:lnTo>
                  <a:pt x="21243" y="35180"/>
                </a:lnTo>
                <a:lnTo>
                  <a:pt x="22371" y="34916"/>
                </a:lnTo>
                <a:lnTo>
                  <a:pt x="23478" y="34580"/>
                </a:lnTo>
                <a:lnTo>
                  <a:pt x="24559" y="34172"/>
                </a:lnTo>
                <a:lnTo>
                  <a:pt x="25612" y="33696"/>
                </a:lnTo>
                <a:lnTo>
                  <a:pt x="26632" y="33151"/>
                </a:lnTo>
                <a:lnTo>
                  <a:pt x="27616" y="32540"/>
                </a:lnTo>
                <a:lnTo>
                  <a:pt x="28562" y="31864"/>
                </a:lnTo>
                <a:lnTo>
                  <a:pt x="29465" y="31124"/>
                </a:lnTo>
                <a:lnTo>
                  <a:pt x="30322" y="30322"/>
                </a:lnTo>
                <a:lnTo>
                  <a:pt x="31124" y="29465"/>
                </a:lnTo>
                <a:lnTo>
                  <a:pt x="31864" y="28562"/>
                </a:lnTo>
                <a:lnTo>
                  <a:pt x="32540" y="27617"/>
                </a:lnTo>
                <a:lnTo>
                  <a:pt x="33151" y="26632"/>
                </a:lnTo>
                <a:lnTo>
                  <a:pt x="33695" y="25612"/>
                </a:lnTo>
                <a:lnTo>
                  <a:pt x="34172" y="24560"/>
                </a:lnTo>
                <a:lnTo>
                  <a:pt x="34579" y="23478"/>
                </a:lnTo>
                <a:lnTo>
                  <a:pt x="34916" y="22372"/>
                </a:lnTo>
                <a:lnTo>
                  <a:pt x="35180" y="21244"/>
                </a:lnTo>
                <a:lnTo>
                  <a:pt x="35370" y="20097"/>
                </a:lnTo>
                <a:lnTo>
                  <a:pt x="35485" y="18935"/>
                </a:lnTo>
                <a:lnTo>
                  <a:pt x="35524" y="17762"/>
                </a:lnTo>
                <a:lnTo>
                  <a:pt x="35485" y="16589"/>
                </a:lnTo>
                <a:lnTo>
                  <a:pt x="35370" y="15428"/>
                </a:lnTo>
                <a:lnTo>
                  <a:pt x="35180" y="14281"/>
                </a:lnTo>
                <a:lnTo>
                  <a:pt x="34916" y="13153"/>
                </a:lnTo>
                <a:lnTo>
                  <a:pt x="34579" y="12046"/>
                </a:lnTo>
                <a:lnTo>
                  <a:pt x="34172" y="10965"/>
                </a:lnTo>
                <a:lnTo>
                  <a:pt x="33695" y="9913"/>
                </a:lnTo>
                <a:lnTo>
                  <a:pt x="33151" y="8892"/>
                </a:lnTo>
                <a:lnTo>
                  <a:pt x="32540" y="7908"/>
                </a:lnTo>
                <a:lnTo>
                  <a:pt x="31864" y="6962"/>
                </a:lnTo>
                <a:lnTo>
                  <a:pt x="31124" y="6059"/>
                </a:lnTo>
                <a:lnTo>
                  <a:pt x="30322" y="5203"/>
                </a:lnTo>
                <a:lnTo>
                  <a:pt x="29465" y="4400"/>
                </a:lnTo>
                <a:lnTo>
                  <a:pt x="28562" y="3661"/>
                </a:lnTo>
                <a:lnTo>
                  <a:pt x="27616" y="2984"/>
                </a:lnTo>
                <a:lnTo>
                  <a:pt x="26632" y="2373"/>
                </a:lnTo>
                <a:lnTo>
                  <a:pt x="25612" y="1829"/>
                </a:lnTo>
                <a:lnTo>
                  <a:pt x="24559" y="1352"/>
                </a:lnTo>
                <a:lnTo>
                  <a:pt x="23478" y="945"/>
                </a:lnTo>
                <a:lnTo>
                  <a:pt x="22371" y="609"/>
                </a:lnTo>
                <a:lnTo>
                  <a:pt x="21243" y="345"/>
                </a:lnTo>
                <a:lnTo>
                  <a:pt x="20096" y="154"/>
                </a:lnTo>
                <a:lnTo>
                  <a:pt x="18935" y="39"/>
                </a:lnTo>
                <a:lnTo>
                  <a:pt x="17762" y="0"/>
                </a:lnTo>
                <a:lnTo>
                  <a:pt x="16589" y="39"/>
                </a:lnTo>
                <a:lnTo>
                  <a:pt x="15427" y="154"/>
                </a:lnTo>
                <a:lnTo>
                  <a:pt x="14281" y="345"/>
                </a:lnTo>
                <a:lnTo>
                  <a:pt x="13152" y="609"/>
                </a:lnTo>
                <a:lnTo>
                  <a:pt x="12046" y="945"/>
                </a:lnTo>
                <a:lnTo>
                  <a:pt x="10965" y="1352"/>
                </a:lnTo>
                <a:lnTo>
                  <a:pt x="9912" y="1829"/>
                </a:lnTo>
                <a:lnTo>
                  <a:pt x="8892" y="2373"/>
                </a:lnTo>
                <a:lnTo>
                  <a:pt x="7907" y="2984"/>
                </a:lnTo>
                <a:lnTo>
                  <a:pt x="6962" y="3661"/>
                </a:lnTo>
                <a:lnTo>
                  <a:pt x="6059" y="4400"/>
                </a:lnTo>
                <a:lnTo>
                  <a:pt x="5202" y="5203"/>
                </a:lnTo>
                <a:lnTo>
                  <a:pt x="4400" y="6059"/>
                </a:lnTo>
                <a:lnTo>
                  <a:pt x="3660" y="6962"/>
                </a:lnTo>
                <a:lnTo>
                  <a:pt x="2984" y="7908"/>
                </a:lnTo>
                <a:lnTo>
                  <a:pt x="2373" y="8892"/>
                </a:lnTo>
                <a:lnTo>
                  <a:pt x="1828" y="9913"/>
                </a:lnTo>
                <a:lnTo>
                  <a:pt x="1352" y="10965"/>
                </a:lnTo>
                <a:lnTo>
                  <a:pt x="945" y="12046"/>
                </a:lnTo>
                <a:lnTo>
                  <a:pt x="608" y="13153"/>
                </a:lnTo>
                <a:lnTo>
                  <a:pt x="344" y="14281"/>
                </a:lnTo>
                <a:lnTo>
                  <a:pt x="154" y="15428"/>
                </a:lnTo>
                <a:lnTo>
                  <a:pt x="38" y="16589"/>
                </a:lnTo>
                <a:lnTo>
                  <a:pt x="0" y="17762"/>
                </a:lnTo>
                <a:lnTo>
                  <a:pt x="38" y="18935"/>
                </a:lnTo>
                <a:lnTo>
                  <a:pt x="154" y="20097"/>
                </a:lnTo>
                <a:lnTo>
                  <a:pt x="344" y="21244"/>
                </a:lnTo>
                <a:lnTo>
                  <a:pt x="608" y="22372"/>
                </a:lnTo>
                <a:lnTo>
                  <a:pt x="945" y="23478"/>
                </a:lnTo>
                <a:lnTo>
                  <a:pt x="1352" y="24560"/>
                </a:lnTo>
                <a:lnTo>
                  <a:pt x="1828" y="25612"/>
                </a:lnTo>
                <a:lnTo>
                  <a:pt x="2373" y="26632"/>
                </a:lnTo>
                <a:lnTo>
                  <a:pt x="2984" y="27617"/>
                </a:lnTo>
                <a:lnTo>
                  <a:pt x="3660" y="28562"/>
                </a:lnTo>
                <a:lnTo>
                  <a:pt x="4400" y="29465"/>
                </a:lnTo>
                <a:lnTo>
                  <a:pt x="5202" y="30322"/>
                </a:lnTo>
                <a:lnTo>
                  <a:pt x="6059" y="31124"/>
                </a:lnTo>
                <a:lnTo>
                  <a:pt x="6962" y="31864"/>
                </a:lnTo>
                <a:lnTo>
                  <a:pt x="7907" y="32540"/>
                </a:lnTo>
                <a:lnTo>
                  <a:pt x="8892" y="33151"/>
                </a:lnTo>
                <a:lnTo>
                  <a:pt x="9912" y="33696"/>
                </a:lnTo>
                <a:lnTo>
                  <a:pt x="10965" y="34172"/>
                </a:lnTo>
                <a:lnTo>
                  <a:pt x="12046" y="34580"/>
                </a:lnTo>
                <a:lnTo>
                  <a:pt x="13152" y="34916"/>
                </a:lnTo>
                <a:lnTo>
                  <a:pt x="14281" y="35180"/>
                </a:lnTo>
                <a:lnTo>
                  <a:pt x="15427" y="35371"/>
                </a:lnTo>
                <a:lnTo>
                  <a:pt x="16589" y="35486"/>
                </a:lnTo>
                <a:lnTo>
                  <a:pt x="17762" y="35525"/>
                </a:lnTo>
                <a:close/>
              </a:path>
            </a:pathLst>
          </a:custGeom>
          <a:solidFill>
            <a:srgbClr val="FF9500"/>
          </a:solidFill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Editable path 139"/>
          <p:cNvSpPr/>
          <p:nvPr/>
        </p:nvSpPr>
        <p:spPr>
          <a:xfrm>
            <a:off x="3842225" y="1252041"/>
            <a:ext cx="35524" cy="35525"/>
          </a:xfrm>
          <a:custGeom>
            <a:avLst/>
            <a:gdLst/>
            <a:ahLst/>
            <a:cxnLst/>
            <a:rect l="l" t="t" r="r" b="b"/>
            <a:pathLst>
              <a:path w="35524" h="35525">
                <a:moveTo>
                  <a:pt x="17762" y="35525"/>
                </a:moveTo>
                <a:lnTo>
                  <a:pt x="18935" y="35486"/>
                </a:lnTo>
                <a:lnTo>
                  <a:pt x="20097" y="35371"/>
                </a:lnTo>
                <a:lnTo>
                  <a:pt x="21243" y="35180"/>
                </a:lnTo>
                <a:lnTo>
                  <a:pt x="22372" y="34916"/>
                </a:lnTo>
                <a:lnTo>
                  <a:pt x="23478" y="34580"/>
                </a:lnTo>
                <a:lnTo>
                  <a:pt x="24559" y="34172"/>
                </a:lnTo>
                <a:lnTo>
                  <a:pt x="25612" y="33696"/>
                </a:lnTo>
                <a:lnTo>
                  <a:pt x="26632" y="33151"/>
                </a:lnTo>
                <a:lnTo>
                  <a:pt x="27617" y="32540"/>
                </a:lnTo>
                <a:lnTo>
                  <a:pt x="28562" y="31864"/>
                </a:lnTo>
                <a:lnTo>
                  <a:pt x="29465" y="31124"/>
                </a:lnTo>
                <a:lnTo>
                  <a:pt x="30322" y="30322"/>
                </a:lnTo>
                <a:lnTo>
                  <a:pt x="31124" y="29465"/>
                </a:lnTo>
                <a:lnTo>
                  <a:pt x="31864" y="28562"/>
                </a:lnTo>
                <a:lnTo>
                  <a:pt x="32540" y="27617"/>
                </a:lnTo>
                <a:lnTo>
                  <a:pt x="33151" y="26632"/>
                </a:lnTo>
                <a:lnTo>
                  <a:pt x="33696" y="25612"/>
                </a:lnTo>
                <a:lnTo>
                  <a:pt x="34172" y="24560"/>
                </a:lnTo>
                <a:lnTo>
                  <a:pt x="34579" y="23478"/>
                </a:lnTo>
                <a:lnTo>
                  <a:pt x="34916" y="22372"/>
                </a:lnTo>
                <a:lnTo>
                  <a:pt x="35180" y="21244"/>
                </a:lnTo>
                <a:lnTo>
                  <a:pt x="35370" y="20097"/>
                </a:lnTo>
                <a:lnTo>
                  <a:pt x="35486" y="18935"/>
                </a:lnTo>
                <a:lnTo>
                  <a:pt x="35524" y="17762"/>
                </a:lnTo>
                <a:lnTo>
                  <a:pt x="35486" y="16589"/>
                </a:lnTo>
                <a:lnTo>
                  <a:pt x="35370" y="15428"/>
                </a:lnTo>
                <a:lnTo>
                  <a:pt x="35180" y="14281"/>
                </a:lnTo>
                <a:lnTo>
                  <a:pt x="34916" y="13153"/>
                </a:lnTo>
                <a:lnTo>
                  <a:pt x="34579" y="12046"/>
                </a:lnTo>
                <a:lnTo>
                  <a:pt x="34172" y="10965"/>
                </a:lnTo>
                <a:lnTo>
                  <a:pt x="33696" y="9913"/>
                </a:lnTo>
                <a:lnTo>
                  <a:pt x="33151" y="8892"/>
                </a:lnTo>
                <a:lnTo>
                  <a:pt x="32540" y="7908"/>
                </a:lnTo>
                <a:lnTo>
                  <a:pt x="31864" y="6962"/>
                </a:lnTo>
                <a:lnTo>
                  <a:pt x="31124" y="6059"/>
                </a:lnTo>
                <a:lnTo>
                  <a:pt x="30322" y="5203"/>
                </a:lnTo>
                <a:lnTo>
                  <a:pt x="29465" y="4400"/>
                </a:lnTo>
                <a:lnTo>
                  <a:pt x="28562" y="3661"/>
                </a:lnTo>
                <a:lnTo>
                  <a:pt x="27617" y="2984"/>
                </a:lnTo>
                <a:lnTo>
                  <a:pt x="26632" y="2373"/>
                </a:lnTo>
                <a:lnTo>
                  <a:pt x="25612" y="1829"/>
                </a:lnTo>
                <a:lnTo>
                  <a:pt x="24559" y="1352"/>
                </a:lnTo>
                <a:lnTo>
                  <a:pt x="23478" y="945"/>
                </a:lnTo>
                <a:lnTo>
                  <a:pt x="22372" y="609"/>
                </a:lnTo>
                <a:lnTo>
                  <a:pt x="21243" y="345"/>
                </a:lnTo>
                <a:lnTo>
                  <a:pt x="20097" y="154"/>
                </a:lnTo>
                <a:lnTo>
                  <a:pt x="18935" y="39"/>
                </a:lnTo>
                <a:lnTo>
                  <a:pt x="17762" y="0"/>
                </a:lnTo>
                <a:lnTo>
                  <a:pt x="16589" y="39"/>
                </a:lnTo>
                <a:lnTo>
                  <a:pt x="15428" y="154"/>
                </a:lnTo>
                <a:lnTo>
                  <a:pt x="14281" y="345"/>
                </a:lnTo>
                <a:lnTo>
                  <a:pt x="13153" y="609"/>
                </a:lnTo>
                <a:lnTo>
                  <a:pt x="12046" y="945"/>
                </a:lnTo>
                <a:lnTo>
                  <a:pt x="10965" y="1352"/>
                </a:lnTo>
                <a:lnTo>
                  <a:pt x="9912" y="1829"/>
                </a:lnTo>
                <a:lnTo>
                  <a:pt x="8892" y="2373"/>
                </a:lnTo>
                <a:lnTo>
                  <a:pt x="7908" y="2984"/>
                </a:lnTo>
                <a:lnTo>
                  <a:pt x="6962" y="3661"/>
                </a:lnTo>
                <a:lnTo>
                  <a:pt x="6059" y="4400"/>
                </a:lnTo>
                <a:lnTo>
                  <a:pt x="5202" y="5203"/>
                </a:lnTo>
                <a:lnTo>
                  <a:pt x="4400" y="6059"/>
                </a:lnTo>
                <a:lnTo>
                  <a:pt x="3660" y="6962"/>
                </a:lnTo>
                <a:lnTo>
                  <a:pt x="2984" y="7908"/>
                </a:lnTo>
                <a:lnTo>
                  <a:pt x="2373" y="8892"/>
                </a:lnTo>
                <a:lnTo>
                  <a:pt x="1829" y="9913"/>
                </a:lnTo>
                <a:lnTo>
                  <a:pt x="1352" y="10965"/>
                </a:lnTo>
                <a:lnTo>
                  <a:pt x="945" y="12046"/>
                </a:lnTo>
                <a:lnTo>
                  <a:pt x="608" y="13153"/>
                </a:lnTo>
                <a:lnTo>
                  <a:pt x="344" y="14281"/>
                </a:lnTo>
                <a:lnTo>
                  <a:pt x="154" y="15428"/>
                </a:lnTo>
                <a:lnTo>
                  <a:pt x="39" y="16589"/>
                </a:lnTo>
                <a:lnTo>
                  <a:pt x="0" y="17762"/>
                </a:lnTo>
                <a:lnTo>
                  <a:pt x="39" y="18935"/>
                </a:lnTo>
                <a:lnTo>
                  <a:pt x="154" y="20097"/>
                </a:lnTo>
                <a:lnTo>
                  <a:pt x="344" y="21244"/>
                </a:lnTo>
                <a:lnTo>
                  <a:pt x="608" y="22372"/>
                </a:lnTo>
                <a:lnTo>
                  <a:pt x="945" y="23478"/>
                </a:lnTo>
                <a:lnTo>
                  <a:pt x="1352" y="24560"/>
                </a:lnTo>
                <a:lnTo>
                  <a:pt x="1829" y="25612"/>
                </a:lnTo>
                <a:lnTo>
                  <a:pt x="2373" y="26632"/>
                </a:lnTo>
                <a:lnTo>
                  <a:pt x="2984" y="27617"/>
                </a:lnTo>
                <a:lnTo>
                  <a:pt x="3660" y="28562"/>
                </a:lnTo>
                <a:lnTo>
                  <a:pt x="4400" y="29465"/>
                </a:lnTo>
                <a:lnTo>
                  <a:pt x="5202" y="30322"/>
                </a:lnTo>
                <a:lnTo>
                  <a:pt x="6059" y="31124"/>
                </a:lnTo>
                <a:lnTo>
                  <a:pt x="6962" y="31864"/>
                </a:lnTo>
                <a:lnTo>
                  <a:pt x="7908" y="32540"/>
                </a:lnTo>
                <a:lnTo>
                  <a:pt x="8892" y="33151"/>
                </a:lnTo>
                <a:lnTo>
                  <a:pt x="9912" y="33696"/>
                </a:lnTo>
                <a:lnTo>
                  <a:pt x="10965" y="34172"/>
                </a:lnTo>
                <a:lnTo>
                  <a:pt x="12046" y="34580"/>
                </a:lnTo>
                <a:lnTo>
                  <a:pt x="13153" y="34916"/>
                </a:lnTo>
                <a:lnTo>
                  <a:pt x="14281" y="35180"/>
                </a:lnTo>
                <a:lnTo>
                  <a:pt x="15428" y="35371"/>
                </a:lnTo>
                <a:lnTo>
                  <a:pt x="16589" y="35486"/>
                </a:lnTo>
                <a:lnTo>
                  <a:pt x="17762" y="35525"/>
                </a:lnTo>
                <a:close/>
              </a:path>
            </a:pathLst>
          </a:custGeom>
          <a:solidFill>
            <a:srgbClr val="FF9500"/>
          </a:solidFill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Editable path 140"/>
          <p:cNvSpPr/>
          <p:nvPr/>
        </p:nvSpPr>
        <p:spPr>
          <a:xfrm>
            <a:off x="4016570" y="1178361"/>
            <a:ext cx="35525" cy="35524"/>
          </a:xfrm>
          <a:custGeom>
            <a:avLst/>
            <a:gdLst/>
            <a:ahLst/>
            <a:cxnLst/>
            <a:rect l="l" t="t" r="r" b="b"/>
            <a:pathLst>
              <a:path w="35525" h="35524">
                <a:moveTo>
                  <a:pt x="17763" y="35524"/>
                </a:moveTo>
                <a:lnTo>
                  <a:pt x="18936" y="35485"/>
                </a:lnTo>
                <a:lnTo>
                  <a:pt x="20097" y="35370"/>
                </a:lnTo>
                <a:lnTo>
                  <a:pt x="21244" y="35180"/>
                </a:lnTo>
                <a:lnTo>
                  <a:pt x="22372" y="34915"/>
                </a:lnTo>
                <a:lnTo>
                  <a:pt x="23479" y="34579"/>
                </a:lnTo>
                <a:lnTo>
                  <a:pt x="24560" y="34172"/>
                </a:lnTo>
                <a:lnTo>
                  <a:pt x="25612" y="33695"/>
                </a:lnTo>
                <a:lnTo>
                  <a:pt x="26632" y="33151"/>
                </a:lnTo>
                <a:lnTo>
                  <a:pt x="27617" y="32540"/>
                </a:lnTo>
                <a:lnTo>
                  <a:pt x="28563" y="31864"/>
                </a:lnTo>
                <a:lnTo>
                  <a:pt x="29466" y="31124"/>
                </a:lnTo>
                <a:lnTo>
                  <a:pt x="30322" y="30322"/>
                </a:lnTo>
                <a:lnTo>
                  <a:pt x="31125" y="29465"/>
                </a:lnTo>
                <a:lnTo>
                  <a:pt x="31864" y="28562"/>
                </a:lnTo>
                <a:lnTo>
                  <a:pt x="32541" y="27616"/>
                </a:lnTo>
                <a:lnTo>
                  <a:pt x="33152" y="26632"/>
                </a:lnTo>
                <a:lnTo>
                  <a:pt x="33696" y="25612"/>
                </a:lnTo>
                <a:lnTo>
                  <a:pt x="34173" y="24559"/>
                </a:lnTo>
                <a:lnTo>
                  <a:pt x="34580" y="23478"/>
                </a:lnTo>
                <a:lnTo>
                  <a:pt x="34916" y="22371"/>
                </a:lnTo>
                <a:lnTo>
                  <a:pt x="35180" y="21243"/>
                </a:lnTo>
                <a:lnTo>
                  <a:pt x="35371" y="20096"/>
                </a:lnTo>
                <a:lnTo>
                  <a:pt x="35486" y="18935"/>
                </a:lnTo>
                <a:lnTo>
                  <a:pt x="35525" y="17762"/>
                </a:lnTo>
                <a:lnTo>
                  <a:pt x="35486" y="16589"/>
                </a:lnTo>
                <a:lnTo>
                  <a:pt x="35371" y="15427"/>
                </a:lnTo>
                <a:lnTo>
                  <a:pt x="35180" y="14280"/>
                </a:lnTo>
                <a:lnTo>
                  <a:pt x="34916" y="13152"/>
                </a:lnTo>
                <a:lnTo>
                  <a:pt x="34580" y="12046"/>
                </a:lnTo>
                <a:lnTo>
                  <a:pt x="34173" y="10964"/>
                </a:lnTo>
                <a:lnTo>
                  <a:pt x="33696" y="9912"/>
                </a:lnTo>
                <a:lnTo>
                  <a:pt x="33152" y="8892"/>
                </a:lnTo>
                <a:lnTo>
                  <a:pt x="32541" y="7907"/>
                </a:lnTo>
                <a:lnTo>
                  <a:pt x="31864" y="6962"/>
                </a:lnTo>
                <a:lnTo>
                  <a:pt x="31125" y="6059"/>
                </a:lnTo>
                <a:lnTo>
                  <a:pt x="30322" y="5202"/>
                </a:lnTo>
                <a:lnTo>
                  <a:pt x="29466" y="4400"/>
                </a:lnTo>
                <a:lnTo>
                  <a:pt x="28563" y="3660"/>
                </a:lnTo>
                <a:lnTo>
                  <a:pt x="27617" y="2984"/>
                </a:lnTo>
                <a:lnTo>
                  <a:pt x="26632" y="2373"/>
                </a:lnTo>
                <a:lnTo>
                  <a:pt x="25612" y="1828"/>
                </a:lnTo>
                <a:lnTo>
                  <a:pt x="24560" y="1352"/>
                </a:lnTo>
                <a:lnTo>
                  <a:pt x="23479" y="945"/>
                </a:lnTo>
                <a:lnTo>
                  <a:pt x="22372" y="608"/>
                </a:lnTo>
                <a:lnTo>
                  <a:pt x="21244" y="344"/>
                </a:lnTo>
                <a:lnTo>
                  <a:pt x="20097" y="154"/>
                </a:lnTo>
                <a:lnTo>
                  <a:pt x="18936" y="38"/>
                </a:lnTo>
                <a:lnTo>
                  <a:pt x="17763" y="0"/>
                </a:lnTo>
                <a:lnTo>
                  <a:pt x="16590" y="38"/>
                </a:lnTo>
                <a:lnTo>
                  <a:pt x="15428" y="154"/>
                </a:lnTo>
                <a:lnTo>
                  <a:pt x="14281" y="344"/>
                </a:lnTo>
                <a:lnTo>
                  <a:pt x="13153" y="608"/>
                </a:lnTo>
                <a:lnTo>
                  <a:pt x="12047" y="945"/>
                </a:lnTo>
                <a:lnTo>
                  <a:pt x="10965" y="1352"/>
                </a:lnTo>
                <a:lnTo>
                  <a:pt x="9913" y="1828"/>
                </a:lnTo>
                <a:lnTo>
                  <a:pt x="8893" y="2373"/>
                </a:lnTo>
                <a:lnTo>
                  <a:pt x="7908" y="2984"/>
                </a:lnTo>
                <a:lnTo>
                  <a:pt x="6963" y="3660"/>
                </a:lnTo>
                <a:lnTo>
                  <a:pt x="6060" y="4400"/>
                </a:lnTo>
                <a:lnTo>
                  <a:pt x="5203" y="5202"/>
                </a:lnTo>
                <a:lnTo>
                  <a:pt x="4401" y="6059"/>
                </a:lnTo>
                <a:lnTo>
                  <a:pt x="3661" y="6962"/>
                </a:lnTo>
                <a:lnTo>
                  <a:pt x="2985" y="7907"/>
                </a:lnTo>
                <a:lnTo>
                  <a:pt x="2374" y="8892"/>
                </a:lnTo>
                <a:lnTo>
                  <a:pt x="1829" y="9912"/>
                </a:lnTo>
                <a:lnTo>
                  <a:pt x="1352" y="10964"/>
                </a:lnTo>
                <a:lnTo>
                  <a:pt x="945" y="12046"/>
                </a:lnTo>
                <a:lnTo>
                  <a:pt x="609" y="13152"/>
                </a:lnTo>
                <a:lnTo>
                  <a:pt x="345" y="14280"/>
                </a:lnTo>
                <a:lnTo>
                  <a:pt x="154" y="15427"/>
                </a:lnTo>
                <a:lnTo>
                  <a:pt x="39" y="16589"/>
                </a:lnTo>
                <a:lnTo>
                  <a:pt x="0" y="17762"/>
                </a:lnTo>
                <a:lnTo>
                  <a:pt x="39" y="18935"/>
                </a:lnTo>
                <a:lnTo>
                  <a:pt x="154" y="20096"/>
                </a:lnTo>
                <a:lnTo>
                  <a:pt x="345" y="21243"/>
                </a:lnTo>
                <a:lnTo>
                  <a:pt x="609" y="22371"/>
                </a:lnTo>
                <a:lnTo>
                  <a:pt x="945" y="23478"/>
                </a:lnTo>
                <a:lnTo>
                  <a:pt x="1352" y="24559"/>
                </a:lnTo>
                <a:lnTo>
                  <a:pt x="1829" y="25612"/>
                </a:lnTo>
                <a:lnTo>
                  <a:pt x="2374" y="26632"/>
                </a:lnTo>
                <a:lnTo>
                  <a:pt x="2985" y="27616"/>
                </a:lnTo>
                <a:lnTo>
                  <a:pt x="3661" y="28562"/>
                </a:lnTo>
                <a:lnTo>
                  <a:pt x="4401" y="29465"/>
                </a:lnTo>
                <a:lnTo>
                  <a:pt x="5203" y="30322"/>
                </a:lnTo>
                <a:lnTo>
                  <a:pt x="6060" y="31124"/>
                </a:lnTo>
                <a:lnTo>
                  <a:pt x="6963" y="31864"/>
                </a:lnTo>
                <a:lnTo>
                  <a:pt x="7908" y="32540"/>
                </a:lnTo>
                <a:lnTo>
                  <a:pt x="8893" y="33151"/>
                </a:lnTo>
                <a:lnTo>
                  <a:pt x="9913" y="33695"/>
                </a:lnTo>
                <a:lnTo>
                  <a:pt x="10965" y="34172"/>
                </a:lnTo>
                <a:lnTo>
                  <a:pt x="12047" y="34579"/>
                </a:lnTo>
                <a:lnTo>
                  <a:pt x="13153" y="34915"/>
                </a:lnTo>
                <a:lnTo>
                  <a:pt x="14281" y="35180"/>
                </a:lnTo>
                <a:lnTo>
                  <a:pt x="15428" y="35370"/>
                </a:lnTo>
                <a:lnTo>
                  <a:pt x="16590" y="35485"/>
                </a:lnTo>
                <a:lnTo>
                  <a:pt x="17763" y="35524"/>
                </a:lnTo>
                <a:close/>
              </a:path>
            </a:pathLst>
          </a:custGeom>
          <a:solidFill>
            <a:srgbClr val="FF9500"/>
          </a:solidFill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Editable path 141"/>
          <p:cNvSpPr/>
          <p:nvPr/>
        </p:nvSpPr>
        <p:spPr>
          <a:xfrm>
            <a:off x="4190916" y="1129240"/>
            <a:ext cx="35524" cy="35525"/>
          </a:xfrm>
          <a:custGeom>
            <a:avLst/>
            <a:gdLst/>
            <a:ahLst/>
            <a:cxnLst/>
            <a:rect l="l" t="t" r="r" b="b"/>
            <a:pathLst>
              <a:path w="35524" h="35525">
                <a:moveTo>
                  <a:pt x="17762" y="35525"/>
                </a:moveTo>
                <a:lnTo>
                  <a:pt x="18935" y="35486"/>
                </a:lnTo>
                <a:lnTo>
                  <a:pt x="20097" y="35371"/>
                </a:lnTo>
                <a:lnTo>
                  <a:pt x="21243" y="35180"/>
                </a:lnTo>
                <a:lnTo>
                  <a:pt x="22372" y="34916"/>
                </a:lnTo>
                <a:lnTo>
                  <a:pt x="23478" y="34580"/>
                </a:lnTo>
                <a:lnTo>
                  <a:pt x="24559" y="34172"/>
                </a:lnTo>
                <a:lnTo>
                  <a:pt x="25612" y="33696"/>
                </a:lnTo>
                <a:lnTo>
                  <a:pt x="26632" y="33151"/>
                </a:lnTo>
                <a:lnTo>
                  <a:pt x="27617" y="32540"/>
                </a:lnTo>
                <a:lnTo>
                  <a:pt x="28562" y="31864"/>
                </a:lnTo>
                <a:lnTo>
                  <a:pt x="29465" y="31124"/>
                </a:lnTo>
                <a:lnTo>
                  <a:pt x="30322" y="30322"/>
                </a:lnTo>
                <a:lnTo>
                  <a:pt x="31124" y="29465"/>
                </a:lnTo>
                <a:lnTo>
                  <a:pt x="31864" y="28562"/>
                </a:lnTo>
                <a:lnTo>
                  <a:pt x="32540" y="27617"/>
                </a:lnTo>
                <a:lnTo>
                  <a:pt x="33151" y="26632"/>
                </a:lnTo>
                <a:lnTo>
                  <a:pt x="33696" y="25612"/>
                </a:lnTo>
                <a:lnTo>
                  <a:pt x="34172" y="24560"/>
                </a:lnTo>
                <a:lnTo>
                  <a:pt x="34579" y="23478"/>
                </a:lnTo>
                <a:lnTo>
                  <a:pt x="34916" y="22372"/>
                </a:lnTo>
                <a:lnTo>
                  <a:pt x="35180" y="21244"/>
                </a:lnTo>
                <a:lnTo>
                  <a:pt x="35370" y="20097"/>
                </a:lnTo>
                <a:lnTo>
                  <a:pt x="35485" y="18935"/>
                </a:lnTo>
                <a:lnTo>
                  <a:pt x="35524" y="17762"/>
                </a:lnTo>
                <a:lnTo>
                  <a:pt x="35485" y="16589"/>
                </a:lnTo>
                <a:lnTo>
                  <a:pt x="35370" y="15428"/>
                </a:lnTo>
                <a:lnTo>
                  <a:pt x="35180" y="14281"/>
                </a:lnTo>
                <a:lnTo>
                  <a:pt x="34916" y="13153"/>
                </a:lnTo>
                <a:lnTo>
                  <a:pt x="34579" y="12046"/>
                </a:lnTo>
                <a:lnTo>
                  <a:pt x="34172" y="10965"/>
                </a:lnTo>
                <a:lnTo>
                  <a:pt x="33696" y="9913"/>
                </a:lnTo>
                <a:lnTo>
                  <a:pt x="33151" y="8892"/>
                </a:lnTo>
                <a:lnTo>
                  <a:pt x="32540" y="7908"/>
                </a:lnTo>
                <a:lnTo>
                  <a:pt x="31864" y="6962"/>
                </a:lnTo>
                <a:lnTo>
                  <a:pt x="31124" y="6059"/>
                </a:lnTo>
                <a:lnTo>
                  <a:pt x="30322" y="5203"/>
                </a:lnTo>
                <a:lnTo>
                  <a:pt x="29465" y="4400"/>
                </a:lnTo>
                <a:lnTo>
                  <a:pt x="28562" y="3661"/>
                </a:lnTo>
                <a:lnTo>
                  <a:pt x="27617" y="2984"/>
                </a:lnTo>
                <a:lnTo>
                  <a:pt x="26632" y="2373"/>
                </a:lnTo>
                <a:lnTo>
                  <a:pt x="25612" y="1829"/>
                </a:lnTo>
                <a:lnTo>
                  <a:pt x="24559" y="1352"/>
                </a:lnTo>
                <a:lnTo>
                  <a:pt x="23478" y="945"/>
                </a:lnTo>
                <a:lnTo>
                  <a:pt x="22372" y="609"/>
                </a:lnTo>
                <a:lnTo>
                  <a:pt x="21243" y="345"/>
                </a:lnTo>
                <a:lnTo>
                  <a:pt x="20097" y="154"/>
                </a:lnTo>
                <a:lnTo>
                  <a:pt x="18935" y="39"/>
                </a:lnTo>
                <a:lnTo>
                  <a:pt x="17762" y="0"/>
                </a:lnTo>
                <a:lnTo>
                  <a:pt x="16589" y="39"/>
                </a:lnTo>
                <a:lnTo>
                  <a:pt x="15427" y="154"/>
                </a:lnTo>
                <a:lnTo>
                  <a:pt x="14281" y="345"/>
                </a:lnTo>
                <a:lnTo>
                  <a:pt x="13152" y="609"/>
                </a:lnTo>
                <a:lnTo>
                  <a:pt x="12046" y="945"/>
                </a:lnTo>
                <a:lnTo>
                  <a:pt x="10965" y="1352"/>
                </a:lnTo>
                <a:lnTo>
                  <a:pt x="9912" y="1829"/>
                </a:lnTo>
                <a:lnTo>
                  <a:pt x="8892" y="2373"/>
                </a:lnTo>
                <a:lnTo>
                  <a:pt x="7908" y="2984"/>
                </a:lnTo>
                <a:lnTo>
                  <a:pt x="6962" y="3661"/>
                </a:lnTo>
                <a:lnTo>
                  <a:pt x="6059" y="4400"/>
                </a:lnTo>
                <a:lnTo>
                  <a:pt x="5202" y="5203"/>
                </a:lnTo>
                <a:lnTo>
                  <a:pt x="4400" y="6059"/>
                </a:lnTo>
                <a:lnTo>
                  <a:pt x="3660" y="6962"/>
                </a:lnTo>
                <a:lnTo>
                  <a:pt x="2984" y="7908"/>
                </a:lnTo>
                <a:lnTo>
                  <a:pt x="2373" y="8892"/>
                </a:lnTo>
                <a:lnTo>
                  <a:pt x="1828" y="9913"/>
                </a:lnTo>
                <a:lnTo>
                  <a:pt x="1352" y="10965"/>
                </a:lnTo>
                <a:lnTo>
                  <a:pt x="945" y="12046"/>
                </a:lnTo>
                <a:lnTo>
                  <a:pt x="608" y="13153"/>
                </a:lnTo>
                <a:lnTo>
                  <a:pt x="344" y="14281"/>
                </a:lnTo>
                <a:lnTo>
                  <a:pt x="154" y="15428"/>
                </a:lnTo>
                <a:lnTo>
                  <a:pt x="39" y="16589"/>
                </a:lnTo>
                <a:lnTo>
                  <a:pt x="0" y="17762"/>
                </a:lnTo>
                <a:lnTo>
                  <a:pt x="39" y="18935"/>
                </a:lnTo>
                <a:lnTo>
                  <a:pt x="154" y="20097"/>
                </a:lnTo>
                <a:lnTo>
                  <a:pt x="344" y="21244"/>
                </a:lnTo>
                <a:lnTo>
                  <a:pt x="608" y="22372"/>
                </a:lnTo>
                <a:lnTo>
                  <a:pt x="945" y="23478"/>
                </a:lnTo>
                <a:lnTo>
                  <a:pt x="1352" y="24560"/>
                </a:lnTo>
                <a:lnTo>
                  <a:pt x="1828" y="25612"/>
                </a:lnTo>
                <a:lnTo>
                  <a:pt x="2373" y="26632"/>
                </a:lnTo>
                <a:lnTo>
                  <a:pt x="2984" y="27617"/>
                </a:lnTo>
                <a:lnTo>
                  <a:pt x="3660" y="28562"/>
                </a:lnTo>
                <a:lnTo>
                  <a:pt x="4400" y="29465"/>
                </a:lnTo>
                <a:lnTo>
                  <a:pt x="5202" y="30322"/>
                </a:lnTo>
                <a:lnTo>
                  <a:pt x="6059" y="31124"/>
                </a:lnTo>
                <a:lnTo>
                  <a:pt x="6962" y="31864"/>
                </a:lnTo>
                <a:lnTo>
                  <a:pt x="7908" y="32540"/>
                </a:lnTo>
                <a:lnTo>
                  <a:pt x="8892" y="33151"/>
                </a:lnTo>
                <a:lnTo>
                  <a:pt x="9912" y="33696"/>
                </a:lnTo>
                <a:lnTo>
                  <a:pt x="10965" y="34172"/>
                </a:lnTo>
                <a:lnTo>
                  <a:pt x="12046" y="34580"/>
                </a:lnTo>
                <a:lnTo>
                  <a:pt x="13152" y="34916"/>
                </a:lnTo>
                <a:lnTo>
                  <a:pt x="14281" y="35180"/>
                </a:lnTo>
                <a:lnTo>
                  <a:pt x="15427" y="35371"/>
                </a:lnTo>
                <a:lnTo>
                  <a:pt x="16589" y="35486"/>
                </a:lnTo>
                <a:lnTo>
                  <a:pt x="17762" y="35525"/>
                </a:lnTo>
                <a:close/>
              </a:path>
            </a:pathLst>
          </a:custGeom>
          <a:solidFill>
            <a:srgbClr val="FF9500"/>
          </a:solidFill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Editable path 142"/>
          <p:cNvSpPr/>
          <p:nvPr/>
        </p:nvSpPr>
        <p:spPr>
          <a:xfrm>
            <a:off x="3796588" y="1122442"/>
            <a:ext cx="63399" cy="147361"/>
          </a:xfrm>
          <a:custGeom>
            <a:avLst/>
            <a:gdLst/>
            <a:ahLst/>
            <a:cxnLst/>
            <a:rect l="l" t="t" r="r" b="b"/>
            <a:pathLst>
              <a:path w="63399" h="147361">
                <a:moveTo>
                  <a:pt x="63399" y="147361"/>
                </a:moveTo>
                <a:lnTo>
                  <a:pt x="0" y="0"/>
                </a:lnTo>
              </a:path>
            </a:pathLst>
          </a:custGeom>
          <a:noFill/>
          <a:ln w="13025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Editable path 143"/>
          <p:cNvSpPr/>
          <p:nvPr/>
        </p:nvSpPr>
        <p:spPr>
          <a:xfrm>
            <a:off x="3970934" y="1196123"/>
            <a:ext cx="63399" cy="147361"/>
          </a:xfrm>
          <a:custGeom>
            <a:avLst/>
            <a:gdLst/>
            <a:ahLst/>
            <a:cxnLst/>
            <a:rect l="l" t="t" r="r" b="b"/>
            <a:pathLst>
              <a:path w="63399" h="147361">
                <a:moveTo>
                  <a:pt x="63399" y="0"/>
                </a:moveTo>
                <a:lnTo>
                  <a:pt x="0" y="147361"/>
                </a:lnTo>
              </a:path>
            </a:pathLst>
          </a:custGeom>
          <a:noFill/>
          <a:ln w="13025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Editable path 144"/>
          <p:cNvSpPr/>
          <p:nvPr/>
        </p:nvSpPr>
        <p:spPr>
          <a:xfrm>
            <a:off x="4367174" y="901400"/>
            <a:ext cx="570586" cy="245603"/>
          </a:xfrm>
          <a:custGeom>
            <a:avLst/>
            <a:gdLst/>
            <a:ahLst/>
            <a:cxnLst/>
            <a:rect l="l" t="t" r="r" b="b"/>
            <a:pathLst>
              <a:path w="570586" h="245603">
                <a:moveTo>
                  <a:pt x="570586" y="0"/>
                </a:moveTo>
                <a:lnTo>
                  <a:pt x="380391" y="122802"/>
                </a:lnTo>
                <a:lnTo>
                  <a:pt x="174346" y="221042"/>
                </a:lnTo>
                <a:lnTo>
                  <a:pt x="0" y="245603"/>
                </a:lnTo>
              </a:path>
            </a:pathLst>
          </a:custGeom>
          <a:noFill/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Editable path 145"/>
          <p:cNvSpPr/>
          <p:nvPr/>
        </p:nvSpPr>
        <p:spPr>
          <a:xfrm>
            <a:off x="4919998" y="883638"/>
            <a:ext cx="35524" cy="35525"/>
          </a:xfrm>
          <a:custGeom>
            <a:avLst/>
            <a:gdLst/>
            <a:ahLst/>
            <a:cxnLst/>
            <a:rect l="l" t="t" r="r" b="b"/>
            <a:pathLst>
              <a:path w="35524" h="35525">
                <a:moveTo>
                  <a:pt x="17762" y="35525"/>
                </a:moveTo>
                <a:lnTo>
                  <a:pt x="18935" y="35486"/>
                </a:lnTo>
                <a:lnTo>
                  <a:pt x="20096" y="35371"/>
                </a:lnTo>
                <a:lnTo>
                  <a:pt x="21243" y="35180"/>
                </a:lnTo>
                <a:lnTo>
                  <a:pt x="22371" y="34916"/>
                </a:lnTo>
                <a:lnTo>
                  <a:pt x="23478" y="34580"/>
                </a:lnTo>
                <a:lnTo>
                  <a:pt x="24559" y="34172"/>
                </a:lnTo>
                <a:lnTo>
                  <a:pt x="25611" y="33696"/>
                </a:lnTo>
                <a:lnTo>
                  <a:pt x="26632" y="33151"/>
                </a:lnTo>
                <a:lnTo>
                  <a:pt x="27616" y="32540"/>
                </a:lnTo>
                <a:lnTo>
                  <a:pt x="28562" y="31864"/>
                </a:lnTo>
                <a:lnTo>
                  <a:pt x="29465" y="31124"/>
                </a:lnTo>
                <a:lnTo>
                  <a:pt x="30322" y="30322"/>
                </a:lnTo>
                <a:lnTo>
                  <a:pt x="31124" y="29465"/>
                </a:lnTo>
                <a:lnTo>
                  <a:pt x="31864" y="28562"/>
                </a:lnTo>
                <a:lnTo>
                  <a:pt x="32540" y="27617"/>
                </a:lnTo>
                <a:lnTo>
                  <a:pt x="33151" y="26632"/>
                </a:lnTo>
                <a:lnTo>
                  <a:pt x="33695" y="25612"/>
                </a:lnTo>
                <a:lnTo>
                  <a:pt x="34172" y="24560"/>
                </a:lnTo>
                <a:lnTo>
                  <a:pt x="34579" y="23479"/>
                </a:lnTo>
                <a:lnTo>
                  <a:pt x="34915" y="22372"/>
                </a:lnTo>
                <a:lnTo>
                  <a:pt x="35180" y="21244"/>
                </a:lnTo>
                <a:lnTo>
                  <a:pt x="35370" y="20097"/>
                </a:lnTo>
                <a:lnTo>
                  <a:pt x="35485" y="18935"/>
                </a:lnTo>
                <a:lnTo>
                  <a:pt x="35524" y="17762"/>
                </a:lnTo>
                <a:lnTo>
                  <a:pt x="35485" y="16589"/>
                </a:lnTo>
                <a:lnTo>
                  <a:pt x="35370" y="15428"/>
                </a:lnTo>
                <a:lnTo>
                  <a:pt x="35180" y="14281"/>
                </a:lnTo>
                <a:lnTo>
                  <a:pt x="34915" y="13153"/>
                </a:lnTo>
                <a:lnTo>
                  <a:pt x="34579" y="12046"/>
                </a:lnTo>
                <a:lnTo>
                  <a:pt x="34172" y="10965"/>
                </a:lnTo>
                <a:lnTo>
                  <a:pt x="33695" y="9913"/>
                </a:lnTo>
                <a:lnTo>
                  <a:pt x="33151" y="8892"/>
                </a:lnTo>
                <a:lnTo>
                  <a:pt x="32540" y="7908"/>
                </a:lnTo>
                <a:lnTo>
                  <a:pt x="31864" y="6962"/>
                </a:lnTo>
                <a:lnTo>
                  <a:pt x="31124" y="6059"/>
                </a:lnTo>
                <a:lnTo>
                  <a:pt x="30322" y="5203"/>
                </a:lnTo>
                <a:lnTo>
                  <a:pt x="29465" y="4400"/>
                </a:lnTo>
                <a:lnTo>
                  <a:pt x="28562" y="3661"/>
                </a:lnTo>
                <a:lnTo>
                  <a:pt x="27616" y="2984"/>
                </a:lnTo>
                <a:lnTo>
                  <a:pt x="26632" y="2373"/>
                </a:lnTo>
                <a:lnTo>
                  <a:pt x="25611" y="1829"/>
                </a:lnTo>
                <a:lnTo>
                  <a:pt x="24559" y="1352"/>
                </a:lnTo>
                <a:lnTo>
                  <a:pt x="23478" y="945"/>
                </a:lnTo>
                <a:lnTo>
                  <a:pt x="22371" y="609"/>
                </a:lnTo>
                <a:lnTo>
                  <a:pt x="21243" y="345"/>
                </a:lnTo>
                <a:lnTo>
                  <a:pt x="20096" y="154"/>
                </a:lnTo>
                <a:lnTo>
                  <a:pt x="18935" y="39"/>
                </a:lnTo>
                <a:lnTo>
                  <a:pt x="17762" y="0"/>
                </a:lnTo>
                <a:lnTo>
                  <a:pt x="16589" y="39"/>
                </a:lnTo>
                <a:lnTo>
                  <a:pt x="15427" y="154"/>
                </a:lnTo>
                <a:lnTo>
                  <a:pt x="14281" y="345"/>
                </a:lnTo>
                <a:lnTo>
                  <a:pt x="13152" y="609"/>
                </a:lnTo>
                <a:lnTo>
                  <a:pt x="12046" y="945"/>
                </a:lnTo>
                <a:lnTo>
                  <a:pt x="10965" y="1352"/>
                </a:lnTo>
                <a:lnTo>
                  <a:pt x="9912" y="1829"/>
                </a:lnTo>
                <a:lnTo>
                  <a:pt x="8892" y="2373"/>
                </a:lnTo>
                <a:lnTo>
                  <a:pt x="7907" y="2984"/>
                </a:lnTo>
                <a:lnTo>
                  <a:pt x="6962" y="3661"/>
                </a:lnTo>
                <a:lnTo>
                  <a:pt x="6059" y="4400"/>
                </a:lnTo>
                <a:lnTo>
                  <a:pt x="5202" y="5203"/>
                </a:lnTo>
                <a:lnTo>
                  <a:pt x="4400" y="6059"/>
                </a:lnTo>
                <a:lnTo>
                  <a:pt x="3660" y="6962"/>
                </a:lnTo>
                <a:lnTo>
                  <a:pt x="2984" y="7908"/>
                </a:lnTo>
                <a:lnTo>
                  <a:pt x="2373" y="8892"/>
                </a:lnTo>
                <a:lnTo>
                  <a:pt x="1828" y="9913"/>
                </a:lnTo>
                <a:lnTo>
                  <a:pt x="1352" y="10965"/>
                </a:lnTo>
                <a:lnTo>
                  <a:pt x="944" y="12046"/>
                </a:lnTo>
                <a:lnTo>
                  <a:pt x="608" y="13153"/>
                </a:lnTo>
                <a:lnTo>
                  <a:pt x="344" y="14281"/>
                </a:lnTo>
                <a:lnTo>
                  <a:pt x="154" y="15428"/>
                </a:lnTo>
                <a:lnTo>
                  <a:pt x="38" y="16589"/>
                </a:lnTo>
                <a:lnTo>
                  <a:pt x="0" y="17762"/>
                </a:lnTo>
                <a:lnTo>
                  <a:pt x="38" y="18935"/>
                </a:lnTo>
                <a:lnTo>
                  <a:pt x="154" y="20097"/>
                </a:lnTo>
                <a:lnTo>
                  <a:pt x="344" y="21244"/>
                </a:lnTo>
                <a:lnTo>
                  <a:pt x="608" y="22372"/>
                </a:lnTo>
                <a:lnTo>
                  <a:pt x="944" y="23479"/>
                </a:lnTo>
                <a:lnTo>
                  <a:pt x="1352" y="24560"/>
                </a:lnTo>
                <a:lnTo>
                  <a:pt x="1828" y="25612"/>
                </a:lnTo>
                <a:lnTo>
                  <a:pt x="2373" y="26632"/>
                </a:lnTo>
                <a:lnTo>
                  <a:pt x="2984" y="27617"/>
                </a:lnTo>
                <a:lnTo>
                  <a:pt x="3660" y="28562"/>
                </a:lnTo>
                <a:lnTo>
                  <a:pt x="4400" y="29465"/>
                </a:lnTo>
                <a:lnTo>
                  <a:pt x="5202" y="30322"/>
                </a:lnTo>
                <a:lnTo>
                  <a:pt x="6059" y="31124"/>
                </a:lnTo>
                <a:lnTo>
                  <a:pt x="6962" y="31864"/>
                </a:lnTo>
                <a:lnTo>
                  <a:pt x="7907" y="32540"/>
                </a:lnTo>
                <a:lnTo>
                  <a:pt x="8892" y="33151"/>
                </a:lnTo>
                <a:lnTo>
                  <a:pt x="9912" y="33696"/>
                </a:lnTo>
                <a:lnTo>
                  <a:pt x="10965" y="34172"/>
                </a:lnTo>
                <a:lnTo>
                  <a:pt x="12046" y="34580"/>
                </a:lnTo>
                <a:lnTo>
                  <a:pt x="13152" y="34916"/>
                </a:lnTo>
                <a:lnTo>
                  <a:pt x="14281" y="35180"/>
                </a:lnTo>
                <a:lnTo>
                  <a:pt x="15427" y="35371"/>
                </a:lnTo>
                <a:lnTo>
                  <a:pt x="16589" y="35486"/>
                </a:lnTo>
                <a:lnTo>
                  <a:pt x="17762" y="35525"/>
                </a:lnTo>
                <a:close/>
              </a:path>
            </a:pathLst>
          </a:custGeom>
          <a:solidFill>
            <a:srgbClr val="0ABAB5"/>
          </a:solidFill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Editable path 146"/>
          <p:cNvSpPr/>
          <p:nvPr/>
        </p:nvSpPr>
        <p:spPr>
          <a:xfrm>
            <a:off x="4729802" y="1006439"/>
            <a:ext cx="35525" cy="35525"/>
          </a:xfrm>
          <a:custGeom>
            <a:avLst/>
            <a:gdLst/>
            <a:ahLst/>
            <a:cxnLst/>
            <a:rect l="l" t="t" r="r" b="b"/>
            <a:pathLst>
              <a:path w="35525" h="35525">
                <a:moveTo>
                  <a:pt x="17763" y="35525"/>
                </a:moveTo>
                <a:lnTo>
                  <a:pt x="18936" y="35486"/>
                </a:lnTo>
                <a:lnTo>
                  <a:pt x="20097" y="35371"/>
                </a:lnTo>
                <a:lnTo>
                  <a:pt x="21244" y="35180"/>
                </a:lnTo>
                <a:lnTo>
                  <a:pt x="22372" y="34916"/>
                </a:lnTo>
                <a:lnTo>
                  <a:pt x="23479" y="34580"/>
                </a:lnTo>
                <a:lnTo>
                  <a:pt x="24560" y="34172"/>
                </a:lnTo>
                <a:lnTo>
                  <a:pt x="25612" y="33696"/>
                </a:lnTo>
                <a:lnTo>
                  <a:pt x="26632" y="33151"/>
                </a:lnTo>
                <a:lnTo>
                  <a:pt x="27617" y="32540"/>
                </a:lnTo>
                <a:lnTo>
                  <a:pt x="28563" y="31864"/>
                </a:lnTo>
                <a:lnTo>
                  <a:pt x="29465" y="31124"/>
                </a:lnTo>
                <a:lnTo>
                  <a:pt x="30322" y="30322"/>
                </a:lnTo>
                <a:lnTo>
                  <a:pt x="31124" y="29465"/>
                </a:lnTo>
                <a:lnTo>
                  <a:pt x="31864" y="28562"/>
                </a:lnTo>
                <a:lnTo>
                  <a:pt x="32540" y="27617"/>
                </a:lnTo>
                <a:lnTo>
                  <a:pt x="33152" y="26632"/>
                </a:lnTo>
                <a:lnTo>
                  <a:pt x="33696" y="25612"/>
                </a:lnTo>
                <a:lnTo>
                  <a:pt x="34173" y="24560"/>
                </a:lnTo>
                <a:lnTo>
                  <a:pt x="34580" y="23478"/>
                </a:lnTo>
                <a:lnTo>
                  <a:pt x="34916" y="22372"/>
                </a:lnTo>
                <a:lnTo>
                  <a:pt x="35180" y="21244"/>
                </a:lnTo>
                <a:lnTo>
                  <a:pt x="35371" y="20097"/>
                </a:lnTo>
                <a:lnTo>
                  <a:pt x="35486" y="18935"/>
                </a:lnTo>
                <a:lnTo>
                  <a:pt x="35525" y="17762"/>
                </a:lnTo>
                <a:lnTo>
                  <a:pt x="35486" y="16589"/>
                </a:lnTo>
                <a:lnTo>
                  <a:pt x="35371" y="15428"/>
                </a:lnTo>
                <a:lnTo>
                  <a:pt x="35180" y="14281"/>
                </a:lnTo>
                <a:lnTo>
                  <a:pt x="34916" y="13153"/>
                </a:lnTo>
                <a:lnTo>
                  <a:pt x="34580" y="12046"/>
                </a:lnTo>
                <a:lnTo>
                  <a:pt x="34173" y="10965"/>
                </a:lnTo>
                <a:lnTo>
                  <a:pt x="33696" y="9913"/>
                </a:lnTo>
                <a:lnTo>
                  <a:pt x="33152" y="8892"/>
                </a:lnTo>
                <a:lnTo>
                  <a:pt x="32540" y="7908"/>
                </a:lnTo>
                <a:lnTo>
                  <a:pt x="31864" y="6962"/>
                </a:lnTo>
                <a:lnTo>
                  <a:pt x="31124" y="6059"/>
                </a:lnTo>
                <a:lnTo>
                  <a:pt x="30322" y="5203"/>
                </a:lnTo>
                <a:lnTo>
                  <a:pt x="29465" y="4400"/>
                </a:lnTo>
                <a:lnTo>
                  <a:pt x="28563" y="3661"/>
                </a:lnTo>
                <a:lnTo>
                  <a:pt x="27617" y="2984"/>
                </a:lnTo>
                <a:lnTo>
                  <a:pt x="26632" y="2373"/>
                </a:lnTo>
                <a:lnTo>
                  <a:pt x="25612" y="1829"/>
                </a:lnTo>
                <a:lnTo>
                  <a:pt x="24560" y="1352"/>
                </a:lnTo>
                <a:lnTo>
                  <a:pt x="23479" y="945"/>
                </a:lnTo>
                <a:lnTo>
                  <a:pt x="22372" y="609"/>
                </a:lnTo>
                <a:lnTo>
                  <a:pt x="21244" y="345"/>
                </a:lnTo>
                <a:lnTo>
                  <a:pt x="20097" y="154"/>
                </a:lnTo>
                <a:lnTo>
                  <a:pt x="18936" y="39"/>
                </a:lnTo>
                <a:lnTo>
                  <a:pt x="17763" y="0"/>
                </a:lnTo>
                <a:lnTo>
                  <a:pt x="16589" y="39"/>
                </a:lnTo>
                <a:lnTo>
                  <a:pt x="15428" y="154"/>
                </a:lnTo>
                <a:lnTo>
                  <a:pt x="14281" y="345"/>
                </a:lnTo>
                <a:lnTo>
                  <a:pt x="13153" y="609"/>
                </a:lnTo>
                <a:lnTo>
                  <a:pt x="12046" y="945"/>
                </a:lnTo>
                <a:lnTo>
                  <a:pt x="10965" y="1352"/>
                </a:lnTo>
                <a:lnTo>
                  <a:pt x="9913" y="1829"/>
                </a:lnTo>
                <a:lnTo>
                  <a:pt x="8893" y="2373"/>
                </a:lnTo>
                <a:lnTo>
                  <a:pt x="7908" y="2984"/>
                </a:lnTo>
                <a:lnTo>
                  <a:pt x="6963" y="3661"/>
                </a:lnTo>
                <a:lnTo>
                  <a:pt x="6060" y="4400"/>
                </a:lnTo>
                <a:lnTo>
                  <a:pt x="5203" y="5203"/>
                </a:lnTo>
                <a:lnTo>
                  <a:pt x="4401" y="6059"/>
                </a:lnTo>
                <a:lnTo>
                  <a:pt x="3661" y="6962"/>
                </a:lnTo>
                <a:lnTo>
                  <a:pt x="2985" y="7908"/>
                </a:lnTo>
                <a:lnTo>
                  <a:pt x="2374" y="8892"/>
                </a:lnTo>
                <a:lnTo>
                  <a:pt x="1829" y="9913"/>
                </a:lnTo>
                <a:lnTo>
                  <a:pt x="1352" y="10965"/>
                </a:lnTo>
                <a:lnTo>
                  <a:pt x="945" y="12046"/>
                </a:lnTo>
                <a:lnTo>
                  <a:pt x="609" y="13153"/>
                </a:lnTo>
                <a:lnTo>
                  <a:pt x="345" y="14281"/>
                </a:lnTo>
                <a:lnTo>
                  <a:pt x="154" y="15428"/>
                </a:lnTo>
                <a:lnTo>
                  <a:pt x="39" y="16589"/>
                </a:lnTo>
                <a:lnTo>
                  <a:pt x="0" y="17762"/>
                </a:lnTo>
                <a:lnTo>
                  <a:pt x="39" y="18935"/>
                </a:lnTo>
                <a:lnTo>
                  <a:pt x="154" y="20097"/>
                </a:lnTo>
                <a:lnTo>
                  <a:pt x="345" y="21244"/>
                </a:lnTo>
                <a:lnTo>
                  <a:pt x="609" y="22372"/>
                </a:lnTo>
                <a:lnTo>
                  <a:pt x="945" y="23478"/>
                </a:lnTo>
                <a:lnTo>
                  <a:pt x="1352" y="24560"/>
                </a:lnTo>
                <a:lnTo>
                  <a:pt x="1829" y="25612"/>
                </a:lnTo>
                <a:lnTo>
                  <a:pt x="2374" y="26632"/>
                </a:lnTo>
                <a:lnTo>
                  <a:pt x="2985" y="27617"/>
                </a:lnTo>
                <a:lnTo>
                  <a:pt x="3661" y="28562"/>
                </a:lnTo>
                <a:lnTo>
                  <a:pt x="4401" y="29465"/>
                </a:lnTo>
                <a:lnTo>
                  <a:pt x="5203" y="30322"/>
                </a:lnTo>
                <a:lnTo>
                  <a:pt x="6060" y="31124"/>
                </a:lnTo>
                <a:lnTo>
                  <a:pt x="6963" y="31864"/>
                </a:lnTo>
                <a:lnTo>
                  <a:pt x="7908" y="32540"/>
                </a:lnTo>
                <a:lnTo>
                  <a:pt x="8893" y="33151"/>
                </a:lnTo>
                <a:lnTo>
                  <a:pt x="9913" y="33696"/>
                </a:lnTo>
                <a:lnTo>
                  <a:pt x="10965" y="34172"/>
                </a:lnTo>
                <a:lnTo>
                  <a:pt x="12046" y="34580"/>
                </a:lnTo>
                <a:lnTo>
                  <a:pt x="13153" y="34916"/>
                </a:lnTo>
                <a:lnTo>
                  <a:pt x="14281" y="35180"/>
                </a:lnTo>
                <a:lnTo>
                  <a:pt x="15428" y="35371"/>
                </a:lnTo>
                <a:lnTo>
                  <a:pt x="16589" y="35486"/>
                </a:lnTo>
                <a:lnTo>
                  <a:pt x="17763" y="35525"/>
                </a:lnTo>
                <a:close/>
              </a:path>
            </a:pathLst>
          </a:custGeom>
          <a:solidFill>
            <a:srgbClr val="0ABAB5"/>
          </a:solidFill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Editable path 147"/>
          <p:cNvSpPr/>
          <p:nvPr/>
        </p:nvSpPr>
        <p:spPr>
          <a:xfrm>
            <a:off x="4523758" y="1104680"/>
            <a:ext cx="35524" cy="35524"/>
          </a:xfrm>
          <a:custGeom>
            <a:avLst/>
            <a:gdLst/>
            <a:ahLst/>
            <a:cxnLst/>
            <a:rect l="l" t="t" r="r" b="b"/>
            <a:pathLst>
              <a:path w="35524" h="35524">
                <a:moveTo>
                  <a:pt x="17762" y="35524"/>
                </a:moveTo>
                <a:lnTo>
                  <a:pt x="18935" y="35486"/>
                </a:lnTo>
                <a:lnTo>
                  <a:pt x="20096" y="35370"/>
                </a:lnTo>
                <a:lnTo>
                  <a:pt x="21243" y="35180"/>
                </a:lnTo>
                <a:lnTo>
                  <a:pt x="22371" y="34916"/>
                </a:lnTo>
                <a:lnTo>
                  <a:pt x="23478" y="34579"/>
                </a:lnTo>
                <a:lnTo>
                  <a:pt x="24559" y="34172"/>
                </a:lnTo>
                <a:lnTo>
                  <a:pt x="25611" y="33696"/>
                </a:lnTo>
                <a:lnTo>
                  <a:pt x="26632" y="33151"/>
                </a:lnTo>
                <a:lnTo>
                  <a:pt x="27616" y="32540"/>
                </a:lnTo>
                <a:lnTo>
                  <a:pt x="28562" y="31864"/>
                </a:lnTo>
                <a:lnTo>
                  <a:pt x="29465" y="31124"/>
                </a:lnTo>
                <a:lnTo>
                  <a:pt x="30322" y="30322"/>
                </a:lnTo>
                <a:lnTo>
                  <a:pt x="31124" y="29465"/>
                </a:lnTo>
                <a:lnTo>
                  <a:pt x="31864" y="28562"/>
                </a:lnTo>
                <a:lnTo>
                  <a:pt x="32540" y="27617"/>
                </a:lnTo>
                <a:lnTo>
                  <a:pt x="33151" y="26632"/>
                </a:lnTo>
                <a:lnTo>
                  <a:pt x="33695" y="25612"/>
                </a:lnTo>
                <a:lnTo>
                  <a:pt x="34172" y="24559"/>
                </a:lnTo>
                <a:lnTo>
                  <a:pt x="34579" y="23478"/>
                </a:lnTo>
                <a:lnTo>
                  <a:pt x="34915" y="22372"/>
                </a:lnTo>
                <a:lnTo>
                  <a:pt x="35180" y="21243"/>
                </a:lnTo>
                <a:lnTo>
                  <a:pt x="35370" y="20097"/>
                </a:lnTo>
                <a:lnTo>
                  <a:pt x="35485" y="18935"/>
                </a:lnTo>
                <a:lnTo>
                  <a:pt x="35524" y="17762"/>
                </a:lnTo>
                <a:lnTo>
                  <a:pt x="35485" y="16589"/>
                </a:lnTo>
                <a:lnTo>
                  <a:pt x="35370" y="15427"/>
                </a:lnTo>
                <a:lnTo>
                  <a:pt x="35180" y="14281"/>
                </a:lnTo>
                <a:lnTo>
                  <a:pt x="34915" y="13152"/>
                </a:lnTo>
                <a:lnTo>
                  <a:pt x="34579" y="12046"/>
                </a:lnTo>
                <a:lnTo>
                  <a:pt x="34172" y="10965"/>
                </a:lnTo>
                <a:lnTo>
                  <a:pt x="33695" y="9912"/>
                </a:lnTo>
                <a:lnTo>
                  <a:pt x="33151" y="8892"/>
                </a:lnTo>
                <a:lnTo>
                  <a:pt x="32540" y="7908"/>
                </a:lnTo>
                <a:lnTo>
                  <a:pt x="31864" y="6962"/>
                </a:lnTo>
                <a:lnTo>
                  <a:pt x="31124" y="6059"/>
                </a:lnTo>
                <a:lnTo>
                  <a:pt x="30322" y="5202"/>
                </a:lnTo>
                <a:lnTo>
                  <a:pt x="29465" y="4400"/>
                </a:lnTo>
                <a:lnTo>
                  <a:pt x="28562" y="3660"/>
                </a:lnTo>
                <a:lnTo>
                  <a:pt x="27616" y="2984"/>
                </a:lnTo>
                <a:lnTo>
                  <a:pt x="26632" y="2373"/>
                </a:lnTo>
                <a:lnTo>
                  <a:pt x="25611" y="1829"/>
                </a:lnTo>
                <a:lnTo>
                  <a:pt x="24559" y="1352"/>
                </a:lnTo>
                <a:lnTo>
                  <a:pt x="23478" y="945"/>
                </a:lnTo>
                <a:lnTo>
                  <a:pt x="22371" y="608"/>
                </a:lnTo>
                <a:lnTo>
                  <a:pt x="21243" y="344"/>
                </a:lnTo>
                <a:lnTo>
                  <a:pt x="20096" y="154"/>
                </a:lnTo>
                <a:lnTo>
                  <a:pt x="18935" y="39"/>
                </a:lnTo>
                <a:lnTo>
                  <a:pt x="17762" y="0"/>
                </a:lnTo>
                <a:lnTo>
                  <a:pt x="16589" y="39"/>
                </a:lnTo>
                <a:lnTo>
                  <a:pt x="15427" y="154"/>
                </a:lnTo>
                <a:lnTo>
                  <a:pt x="14280" y="344"/>
                </a:lnTo>
                <a:lnTo>
                  <a:pt x="13152" y="608"/>
                </a:lnTo>
                <a:lnTo>
                  <a:pt x="12046" y="945"/>
                </a:lnTo>
                <a:lnTo>
                  <a:pt x="10965" y="1352"/>
                </a:lnTo>
                <a:lnTo>
                  <a:pt x="9912" y="1829"/>
                </a:lnTo>
                <a:lnTo>
                  <a:pt x="8892" y="2373"/>
                </a:lnTo>
                <a:lnTo>
                  <a:pt x="7907" y="2984"/>
                </a:lnTo>
                <a:lnTo>
                  <a:pt x="6962" y="3660"/>
                </a:lnTo>
                <a:lnTo>
                  <a:pt x="6059" y="4400"/>
                </a:lnTo>
                <a:lnTo>
                  <a:pt x="5202" y="5202"/>
                </a:lnTo>
                <a:lnTo>
                  <a:pt x="4400" y="6059"/>
                </a:lnTo>
                <a:lnTo>
                  <a:pt x="3660" y="6962"/>
                </a:lnTo>
                <a:lnTo>
                  <a:pt x="2984" y="7908"/>
                </a:lnTo>
                <a:lnTo>
                  <a:pt x="2373" y="8892"/>
                </a:lnTo>
                <a:lnTo>
                  <a:pt x="1828" y="9912"/>
                </a:lnTo>
                <a:lnTo>
                  <a:pt x="1352" y="10965"/>
                </a:lnTo>
                <a:lnTo>
                  <a:pt x="944" y="12046"/>
                </a:lnTo>
                <a:lnTo>
                  <a:pt x="608" y="13152"/>
                </a:lnTo>
                <a:lnTo>
                  <a:pt x="344" y="14281"/>
                </a:lnTo>
                <a:lnTo>
                  <a:pt x="154" y="15427"/>
                </a:lnTo>
                <a:lnTo>
                  <a:pt x="38" y="16589"/>
                </a:lnTo>
                <a:lnTo>
                  <a:pt x="0" y="17762"/>
                </a:lnTo>
                <a:lnTo>
                  <a:pt x="38" y="18935"/>
                </a:lnTo>
                <a:lnTo>
                  <a:pt x="154" y="20097"/>
                </a:lnTo>
                <a:lnTo>
                  <a:pt x="344" y="21243"/>
                </a:lnTo>
                <a:lnTo>
                  <a:pt x="608" y="22372"/>
                </a:lnTo>
                <a:lnTo>
                  <a:pt x="944" y="23478"/>
                </a:lnTo>
                <a:lnTo>
                  <a:pt x="1352" y="24559"/>
                </a:lnTo>
                <a:lnTo>
                  <a:pt x="1828" y="25612"/>
                </a:lnTo>
                <a:lnTo>
                  <a:pt x="2373" y="26632"/>
                </a:lnTo>
                <a:lnTo>
                  <a:pt x="2984" y="27617"/>
                </a:lnTo>
                <a:lnTo>
                  <a:pt x="3660" y="28562"/>
                </a:lnTo>
                <a:lnTo>
                  <a:pt x="4400" y="29465"/>
                </a:lnTo>
                <a:lnTo>
                  <a:pt x="5202" y="30322"/>
                </a:lnTo>
                <a:lnTo>
                  <a:pt x="6059" y="31124"/>
                </a:lnTo>
                <a:lnTo>
                  <a:pt x="6962" y="31864"/>
                </a:lnTo>
                <a:lnTo>
                  <a:pt x="7907" y="32540"/>
                </a:lnTo>
                <a:lnTo>
                  <a:pt x="8892" y="33151"/>
                </a:lnTo>
                <a:lnTo>
                  <a:pt x="9912" y="33696"/>
                </a:lnTo>
                <a:lnTo>
                  <a:pt x="10965" y="34172"/>
                </a:lnTo>
                <a:lnTo>
                  <a:pt x="12046" y="34579"/>
                </a:lnTo>
                <a:lnTo>
                  <a:pt x="13152" y="34916"/>
                </a:lnTo>
                <a:lnTo>
                  <a:pt x="14280" y="35180"/>
                </a:lnTo>
                <a:lnTo>
                  <a:pt x="15427" y="35370"/>
                </a:lnTo>
                <a:lnTo>
                  <a:pt x="16589" y="35486"/>
                </a:lnTo>
                <a:lnTo>
                  <a:pt x="17762" y="35524"/>
                </a:lnTo>
                <a:close/>
              </a:path>
            </a:pathLst>
          </a:custGeom>
          <a:solidFill>
            <a:srgbClr val="0ABAB5"/>
          </a:solidFill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Editable path 148"/>
          <p:cNvSpPr/>
          <p:nvPr/>
        </p:nvSpPr>
        <p:spPr>
          <a:xfrm>
            <a:off x="4349412" y="1129240"/>
            <a:ext cx="35525" cy="35525"/>
          </a:xfrm>
          <a:custGeom>
            <a:avLst/>
            <a:gdLst/>
            <a:ahLst/>
            <a:cxnLst/>
            <a:rect l="l" t="t" r="r" b="b"/>
            <a:pathLst>
              <a:path w="35525" h="35525">
                <a:moveTo>
                  <a:pt x="17762" y="35525"/>
                </a:moveTo>
                <a:lnTo>
                  <a:pt x="18935" y="35486"/>
                </a:lnTo>
                <a:lnTo>
                  <a:pt x="20097" y="35371"/>
                </a:lnTo>
                <a:lnTo>
                  <a:pt x="21244" y="35180"/>
                </a:lnTo>
                <a:lnTo>
                  <a:pt x="22372" y="34916"/>
                </a:lnTo>
                <a:lnTo>
                  <a:pt x="23478" y="34580"/>
                </a:lnTo>
                <a:lnTo>
                  <a:pt x="24560" y="34172"/>
                </a:lnTo>
                <a:lnTo>
                  <a:pt x="25612" y="33696"/>
                </a:lnTo>
                <a:lnTo>
                  <a:pt x="26632" y="33151"/>
                </a:lnTo>
                <a:lnTo>
                  <a:pt x="27617" y="32540"/>
                </a:lnTo>
                <a:lnTo>
                  <a:pt x="28562" y="31864"/>
                </a:lnTo>
                <a:lnTo>
                  <a:pt x="29465" y="31124"/>
                </a:lnTo>
                <a:lnTo>
                  <a:pt x="30322" y="30322"/>
                </a:lnTo>
                <a:lnTo>
                  <a:pt x="31124" y="29465"/>
                </a:lnTo>
                <a:lnTo>
                  <a:pt x="31864" y="28562"/>
                </a:lnTo>
                <a:lnTo>
                  <a:pt x="32540" y="27617"/>
                </a:lnTo>
                <a:lnTo>
                  <a:pt x="33151" y="26632"/>
                </a:lnTo>
                <a:lnTo>
                  <a:pt x="33696" y="25612"/>
                </a:lnTo>
                <a:lnTo>
                  <a:pt x="34172" y="24560"/>
                </a:lnTo>
                <a:lnTo>
                  <a:pt x="34580" y="23478"/>
                </a:lnTo>
                <a:lnTo>
                  <a:pt x="34916" y="22372"/>
                </a:lnTo>
                <a:lnTo>
                  <a:pt x="35180" y="21244"/>
                </a:lnTo>
                <a:lnTo>
                  <a:pt x="35370" y="20097"/>
                </a:lnTo>
                <a:lnTo>
                  <a:pt x="35486" y="18935"/>
                </a:lnTo>
                <a:lnTo>
                  <a:pt x="35525" y="17762"/>
                </a:lnTo>
                <a:lnTo>
                  <a:pt x="35486" y="16589"/>
                </a:lnTo>
                <a:lnTo>
                  <a:pt x="35370" y="15428"/>
                </a:lnTo>
                <a:lnTo>
                  <a:pt x="35180" y="14281"/>
                </a:lnTo>
                <a:lnTo>
                  <a:pt x="34916" y="13153"/>
                </a:lnTo>
                <a:lnTo>
                  <a:pt x="34580" y="12046"/>
                </a:lnTo>
                <a:lnTo>
                  <a:pt x="34172" y="10965"/>
                </a:lnTo>
                <a:lnTo>
                  <a:pt x="33696" y="9913"/>
                </a:lnTo>
                <a:lnTo>
                  <a:pt x="33151" y="8892"/>
                </a:lnTo>
                <a:lnTo>
                  <a:pt x="32540" y="7908"/>
                </a:lnTo>
                <a:lnTo>
                  <a:pt x="31864" y="6962"/>
                </a:lnTo>
                <a:lnTo>
                  <a:pt x="31124" y="6059"/>
                </a:lnTo>
                <a:lnTo>
                  <a:pt x="30322" y="5203"/>
                </a:lnTo>
                <a:lnTo>
                  <a:pt x="29465" y="4400"/>
                </a:lnTo>
                <a:lnTo>
                  <a:pt x="28562" y="3661"/>
                </a:lnTo>
                <a:lnTo>
                  <a:pt x="27617" y="2984"/>
                </a:lnTo>
                <a:lnTo>
                  <a:pt x="26632" y="2373"/>
                </a:lnTo>
                <a:lnTo>
                  <a:pt x="25612" y="1829"/>
                </a:lnTo>
                <a:lnTo>
                  <a:pt x="24560" y="1352"/>
                </a:lnTo>
                <a:lnTo>
                  <a:pt x="23478" y="945"/>
                </a:lnTo>
                <a:lnTo>
                  <a:pt x="22372" y="609"/>
                </a:lnTo>
                <a:lnTo>
                  <a:pt x="21244" y="345"/>
                </a:lnTo>
                <a:lnTo>
                  <a:pt x="20097" y="154"/>
                </a:lnTo>
                <a:lnTo>
                  <a:pt x="18935" y="39"/>
                </a:lnTo>
                <a:lnTo>
                  <a:pt x="17762" y="0"/>
                </a:lnTo>
                <a:lnTo>
                  <a:pt x="16589" y="39"/>
                </a:lnTo>
                <a:lnTo>
                  <a:pt x="15428" y="154"/>
                </a:lnTo>
                <a:lnTo>
                  <a:pt x="14281" y="345"/>
                </a:lnTo>
                <a:lnTo>
                  <a:pt x="13153" y="609"/>
                </a:lnTo>
                <a:lnTo>
                  <a:pt x="12046" y="945"/>
                </a:lnTo>
                <a:lnTo>
                  <a:pt x="10965" y="1352"/>
                </a:lnTo>
                <a:lnTo>
                  <a:pt x="9913" y="1829"/>
                </a:lnTo>
                <a:lnTo>
                  <a:pt x="8892" y="2373"/>
                </a:lnTo>
                <a:lnTo>
                  <a:pt x="7908" y="2984"/>
                </a:lnTo>
                <a:lnTo>
                  <a:pt x="6962" y="3661"/>
                </a:lnTo>
                <a:lnTo>
                  <a:pt x="6059" y="4400"/>
                </a:lnTo>
                <a:lnTo>
                  <a:pt x="5202" y="5203"/>
                </a:lnTo>
                <a:lnTo>
                  <a:pt x="4400" y="6059"/>
                </a:lnTo>
                <a:lnTo>
                  <a:pt x="3661" y="6962"/>
                </a:lnTo>
                <a:lnTo>
                  <a:pt x="2984" y="7908"/>
                </a:lnTo>
                <a:lnTo>
                  <a:pt x="2373" y="8892"/>
                </a:lnTo>
                <a:lnTo>
                  <a:pt x="1829" y="9913"/>
                </a:lnTo>
                <a:lnTo>
                  <a:pt x="1352" y="10965"/>
                </a:lnTo>
                <a:lnTo>
                  <a:pt x="945" y="12046"/>
                </a:lnTo>
                <a:lnTo>
                  <a:pt x="609" y="13153"/>
                </a:lnTo>
                <a:lnTo>
                  <a:pt x="345" y="14281"/>
                </a:lnTo>
                <a:lnTo>
                  <a:pt x="154" y="15428"/>
                </a:lnTo>
                <a:lnTo>
                  <a:pt x="39" y="16589"/>
                </a:lnTo>
                <a:lnTo>
                  <a:pt x="0" y="17762"/>
                </a:lnTo>
                <a:lnTo>
                  <a:pt x="39" y="18935"/>
                </a:lnTo>
                <a:lnTo>
                  <a:pt x="154" y="20097"/>
                </a:lnTo>
                <a:lnTo>
                  <a:pt x="345" y="21244"/>
                </a:lnTo>
                <a:lnTo>
                  <a:pt x="609" y="22372"/>
                </a:lnTo>
                <a:lnTo>
                  <a:pt x="945" y="23478"/>
                </a:lnTo>
                <a:lnTo>
                  <a:pt x="1352" y="24560"/>
                </a:lnTo>
                <a:lnTo>
                  <a:pt x="1829" y="25612"/>
                </a:lnTo>
                <a:lnTo>
                  <a:pt x="2373" y="26632"/>
                </a:lnTo>
                <a:lnTo>
                  <a:pt x="2984" y="27617"/>
                </a:lnTo>
                <a:lnTo>
                  <a:pt x="3661" y="28562"/>
                </a:lnTo>
                <a:lnTo>
                  <a:pt x="4400" y="29465"/>
                </a:lnTo>
                <a:lnTo>
                  <a:pt x="5202" y="30322"/>
                </a:lnTo>
                <a:lnTo>
                  <a:pt x="6059" y="31124"/>
                </a:lnTo>
                <a:lnTo>
                  <a:pt x="6962" y="31864"/>
                </a:lnTo>
                <a:lnTo>
                  <a:pt x="7908" y="32540"/>
                </a:lnTo>
                <a:lnTo>
                  <a:pt x="8892" y="33151"/>
                </a:lnTo>
                <a:lnTo>
                  <a:pt x="9913" y="33696"/>
                </a:lnTo>
                <a:lnTo>
                  <a:pt x="10965" y="34172"/>
                </a:lnTo>
                <a:lnTo>
                  <a:pt x="12046" y="34580"/>
                </a:lnTo>
                <a:lnTo>
                  <a:pt x="13153" y="34916"/>
                </a:lnTo>
                <a:lnTo>
                  <a:pt x="14281" y="35180"/>
                </a:lnTo>
                <a:lnTo>
                  <a:pt x="15428" y="35371"/>
                </a:lnTo>
                <a:lnTo>
                  <a:pt x="16589" y="35486"/>
                </a:lnTo>
                <a:lnTo>
                  <a:pt x="17762" y="35525"/>
                </a:lnTo>
                <a:close/>
              </a:path>
            </a:pathLst>
          </a:custGeom>
          <a:solidFill>
            <a:srgbClr val="0ABAB5"/>
          </a:solidFill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Editable path 149"/>
          <p:cNvSpPr/>
          <p:nvPr/>
        </p:nvSpPr>
        <p:spPr>
          <a:xfrm>
            <a:off x="4684166" y="876840"/>
            <a:ext cx="63399" cy="147362"/>
          </a:xfrm>
          <a:custGeom>
            <a:avLst/>
            <a:gdLst/>
            <a:ahLst/>
            <a:cxnLst/>
            <a:rect l="l" t="t" r="r" b="b"/>
            <a:pathLst>
              <a:path w="63399" h="147362">
                <a:moveTo>
                  <a:pt x="63399" y="147362"/>
                </a:moveTo>
                <a:lnTo>
                  <a:pt x="0" y="0"/>
                </a:lnTo>
              </a:path>
            </a:pathLst>
          </a:custGeom>
          <a:noFill/>
          <a:ln w="13025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Editable path 150"/>
          <p:cNvSpPr/>
          <p:nvPr/>
        </p:nvSpPr>
        <p:spPr>
          <a:xfrm>
            <a:off x="4478121" y="1122442"/>
            <a:ext cx="63399" cy="147361"/>
          </a:xfrm>
          <a:custGeom>
            <a:avLst/>
            <a:gdLst/>
            <a:ahLst/>
            <a:cxnLst/>
            <a:rect l="l" t="t" r="r" b="b"/>
            <a:pathLst>
              <a:path w="63399" h="147361">
                <a:moveTo>
                  <a:pt x="63399" y="0"/>
                </a:moveTo>
                <a:lnTo>
                  <a:pt x="0" y="147361"/>
                </a:lnTo>
              </a:path>
            </a:pathLst>
          </a:custGeom>
          <a:noFill/>
          <a:ln w="13025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Editable path 151"/>
          <p:cNvSpPr/>
          <p:nvPr/>
        </p:nvSpPr>
        <p:spPr>
          <a:xfrm>
            <a:off x="4208678" y="1147003"/>
            <a:ext cx="158496" cy="0"/>
          </a:xfrm>
          <a:custGeom>
            <a:avLst/>
            <a:gdLst/>
            <a:ahLst/>
            <a:cxnLst/>
            <a:rect l="l" t="t" r="r" b="b"/>
            <a:pathLst>
              <a:path w="158496" h="0">
                <a:moveTo>
                  <a:pt x="0" y="0"/>
                </a:moveTo>
                <a:lnTo>
                  <a:pt x="158496" y="0"/>
                </a:lnTo>
              </a:path>
            </a:pathLst>
          </a:custGeom>
          <a:noFill/>
          <a:ln w="47365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Editable path 152"/>
          <p:cNvSpPr/>
          <p:nvPr/>
        </p:nvSpPr>
        <p:spPr>
          <a:xfrm>
            <a:off x="5618073" y="1257523"/>
            <a:ext cx="95098" cy="257883"/>
          </a:xfrm>
          <a:custGeom>
            <a:avLst/>
            <a:gdLst/>
            <a:ahLst/>
            <a:cxnLst/>
            <a:rect l="l" t="t" r="r" b="b"/>
            <a:pathLst>
              <a:path w="95098" h="257883">
                <a:moveTo>
                  <a:pt x="0" y="0"/>
                </a:moveTo>
                <a:lnTo>
                  <a:pt x="95098" y="0"/>
                </a:lnTo>
                <a:lnTo>
                  <a:pt x="95098" y="257883"/>
                </a:lnTo>
                <a:lnTo>
                  <a:pt x="0" y="257883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11841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Editable path 153"/>
          <p:cNvSpPr/>
          <p:nvPr/>
        </p:nvSpPr>
        <p:spPr>
          <a:xfrm>
            <a:off x="5618073" y="778599"/>
            <a:ext cx="95098" cy="233322"/>
          </a:xfrm>
          <a:custGeom>
            <a:avLst/>
            <a:gdLst/>
            <a:ahLst/>
            <a:cxnLst/>
            <a:rect l="l" t="t" r="r" b="b"/>
            <a:pathLst>
              <a:path w="95098" h="233322">
                <a:moveTo>
                  <a:pt x="0" y="0"/>
                </a:moveTo>
                <a:lnTo>
                  <a:pt x="95098" y="0"/>
                </a:lnTo>
                <a:lnTo>
                  <a:pt x="95098" y="233322"/>
                </a:lnTo>
                <a:lnTo>
                  <a:pt x="0" y="23332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11841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Editable path 154"/>
          <p:cNvSpPr/>
          <p:nvPr/>
        </p:nvSpPr>
        <p:spPr>
          <a:xfrm>
            <a:off x="5324856" y="1230507"/>
            <a:ext cx="79248" cy="54033"/>
          </a:xfrm>
          <a:custGeom>
            <a:avLst/>
            <a:gdLst/>
            <a:ahLst/>
            <a:cxnLst/>
            <a:rect l="l" t="t" r="r" b="b"/>
            <a:pathLst>
              <a:path w="79248" h="54033">
                <a:moveTo>
                  <a:pt x="0" y="0"/>
                </a:moveTo>
                <a:lnTo>
                  <a:pt x="79248" y="0"/>
                </a:lnTo>
                <a:lnTo>
                  <a:pt x="79248" y="54033"/>
                </a:lnTo>
                <a:lnTo>
                  <a:pt x="0" y="54033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84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Editable path 155"/>
          <p:cNvSpPr/>
          <p:nvPr/>
        </p:nvSpPr>
        <p:spPr>
          <a:xfrm>
            <a:off x="5483352" y="1144546"/>
            <a:ext cx="79248" cy="54033"/>
          </a:xfrm>
          <a:custGeom>
            <a:avLst/>
            <a:gdLst/>
            <a:ahLst/>
            <a:cxnLst/>
            <a:rect l="l" t="t" r="r" b="b"/>
            <a:pathLst>
              <a:path w="79248" h="54033">
                <a:moveTo>
                  <a:pt x="0" y="0"/>
                </a:moveTo>
                <a:lnTo>
                  <a:pt x="79248" y="0"/>
                </a:lnTo>
                <a:lnTo>
                  <a:pt x="79248" y="54033"/>
                </a:lnTo>
                <a:lnTo>
                  <a:pt x="0" y="54033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84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Editable path 156"/>
          <p:cNvSpPr/>
          <p:nvPr/>
        </p:nvSpPr>
        <p:spPr>
          <a:xfrm>
            <a:off x="5641848" y="1107706"/>
            <a:ext cx="79248" cy="54033"/>
          </a:xfrm>
          <a:custGeom>
            <a:avLst/>
            <a:gdLst/>
            <a:ahLst/>
            <a:cxnLst/>
            <a:rect l="l" t="t" r="r" b="b"/>
            <a:pathLst>
              <a:path w="79248" h="54033">
                <a:moveTo>
                  <a:pt x="0" y="0"/>
                </a:moveTo>
                <a:lnTo>
                  <a:pt x="79248" y="0"/>
                </a:lnTo>
                <a:lnTo>
                  <a:pt x="79248" y="54033"/>
                </a:lnTo>
                <a:lnTo>
                  <a:pt x="0" y="54033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84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Editable path 157"/>
          <p:cNvSpPr/>
          <p:nvPr/>
        </p:nvSpPr>
        <p:spPr>
          <a:xfrm>
            <a:off x="5800344" y="1083146"/>
            <a:ext cx="79248" cy="54032"/>
          </a:xfrm>
          <a:custGeom>
            <a:avLst/>
            <a:gdLst/>
            <a:ahLst/>
            <a:cxnLst/>
            <a:rect l="l" t="t" r="r" b="b"/>
            <a:pathLst>
              <a:path w="79248" h="54032">
                <a:moveTo>
                  <a:pt x="0" y="0"/>
                </a:moveTo>
                <a:lnTo>
                  <a:pt x="79248" y="0"/>
                </a:lnTo>
                <a:lnTo>
                  <a:pt x="79248" y="54032"/>
                </a:lnTo>
                <a:lnTo>
                  <a:pt x="0" y="54032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84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Editable path 158"/>
          <p:cNvSpPr/>
          <p:nvPr/>
        </p:nvSpPr>
        <p:spPr>
          <a:xfrm>
            <a:off x="5958840" y="1058586"/>
            <a:ext cx="79248" cy="54032"/>
          </a:xfrm>
          <a:custGeom>
            <a:avLst/>
            <a:gdLst/>
            <a:ahLst/>
            <a:cxnLst/>
            <a:rect l="l" t="t" r="r" b="b"/>
            <a:pathLst>
              <a:path w="79248" h="54032">
                <a:moveTo>
                  <a:pt x="0" y="0"/>
                </a:moveTo>
                <a:lnTo>
                  <a:pt x="79248" y="0"/>
                </a:lnTo>
                <a:lnTo>
                  <a:pt x="79248" y="54032"/>
                </a:lnTo>
                <a:lnTo>
                  <a:pt x="0" y="54032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84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Editable path 159"/>
          <p:cNvSpPr/>
          <p:nvPr/>
        </p:nvSpPr>
        <p:spPr>
          <a:xfrm>
            <a:off x="5047488" y="901400"/>
            <a:ext cx="1267968" cy="491204"/>
          </a:xfrm>
          <a:custGeom>
            <a:avLst/>
            <a:gdLst/>
            <a:ahLst/>
            <a:cxnLst/>
            <a:rect l="l" t="t" r="r" b="b"/>
            <a:pathLst>
              <a:path w="1267968" h="491204">
                <a:moveTo>
                  <a:pt x="0" y="491204"/>
                </a:moveTo>
                <a:lnTo>
                  <a:pt x="158496" y="442084"/>
                </a:lnTo>
                <a:lnTo>
                  <a:pt x="316992" y="356123"/>
                </a:lnTo>
                <a:lnTo>
                  <a:pt x="475488" y="270163"/>
                </a:lnTo>
                <a:lnTo>
                  <a:pt x="633984" y="233322"/>
                </a:lnTo>
                <a:lnTo>
                  <a:pt x="792480" y="208762"/>
                </a:lnTo>
                <a:lnTo>
                  <a:pt x="950976" y="184202"/>
                </a:lnTo>
                <a:lnTo>
                  <a:pt x="1109472" y="110521"/>
                </a:lnTo>
                <a:lnTo>
                  <a:pt x="1267968" y="0"/>
                </a:lnTo>
              </a:path>
            </a:pathLst>
          </a:custGeom>
          <a:noFill/>
          <a:ln w="21314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Editable path 160"/>
          <p:cNvSpPr/>
          <p:nvPr/>
        </p:nvSpPr>
        <p:spPr>
          <a:xfrm>
            <a:off x="5364480" y="1085602"/>
            <a:ext cx="633984" cy="171921"/>
          </a:xfrm>
          <a:custGeom>
            <a:avLst/>
            <a:gdLst/>
            <a:ahLst/>
            <a:cxnLst/>
            <a:rect l="l" t="t" r="r" b="b"/>
            <a:pathLst>
              <a:path w="633984" h="171921">
                <a:moveTo>
                  <a:pt x="0" y="171921"/>
                </a:moveTo>
                <a:lnTo>
                  <a:pt x="158496" y="85961"/>
                </a:lnTo>
                <a:lnTo>
                  <a:pt x="316992" y="49120"/>
                </a:lnTo>
                <a:lnTo>
                  <a:pt x="475488" y="24560"/>
                </a:lnTo>
                <a:lnTo>
                  <a:pt x="633984" y="0"/>
                </a:lnTo>
              </a:path>
            </a:pathLst>
          </a:custGeom>
          <a:noFill/>
          <a:ln w="3552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7" name="Picture 16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8319" y="550331"/>
            <a:ext cx="580639" cy="725799"/>
          </a:xfrm>
          <a:prstGeom prst="rect">
            <a:avLst/>
          </a:prstGeom>
        </p:spPr>
      </p:pic>
      <p:pic>
        <p:nvPicPr>
          <p:cNvPr id="168" name="Picture 16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8319" y="2225253"/>
            <a:ext cx="580639" cy="725799"/>
          </a:xfrm>
          <a:prstGeom prst="rect">
            <a:avLst/>
          </a:prstGeom>
        </p:spPr>
      </p:pic>
      <p:pic>
        <p:nvPicPr>
          <p:cNvPr id="169" name="Picture 16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04580" y="733775"/>
            <a:ext cx="916726" cy="781630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816023" y="308101"/>
            <a:ext cx="1103191" cy="2216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54" b="1" i="0">
                <a:solidFill>
                  <a:srgbClr val="B8893E"/>
                </a:solidFill>
                <a:latin typeface="Times New Roman"/>
              </a:rPr>
              <a:t>Robot &amp; task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81228" y="786371"/>
            <a:ext cx="1014768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2 × 7-DoF arms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282153" y="968614"/>
            <a:ext cx="1003028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2B2B2B"/>
                </a:solidFill>
                <a:latin typeface="Times New Roman"/>
              </a:rPr>
              <a:t>Dexterous hands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56718" y="1111248"/>
            <a:ext cx="854662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2B2B2B"/>
                </a:solidFill>
                <a:latin typeface="Times New Roman"/>
              </a:rPr>
              <a:t>16 finger DoF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7273" y="1253827"/>
            <a:ext cx="853361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2B2B2B"/>
                </a:solidFill>
                <a:latin typeface="Times New Roman"/>
              </a:rPr>
              <a:t>+ wrist / hand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414260" y="1472970"/>
            <a:ext cx="748003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Lift + torso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75307" y="1615179"/>
            <a:ext cx="1027197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Holonomic base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48177" y="309581"/>
            <a:ext cx="1355159" cy="2216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54" b="1" i="0">
                <a:solidFill>
                  <a:srgbClr val="7C5AA6"/>
                </a:solidFill>
                <a:latin typeface="Times New Roman"/>
              </a:rPr>
              <a:t>Shared planning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851822" y="1506134"/>
            <a:ext cx="874477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7C5AA6"/>
                </a:solidFill>
                <a:latin typeface="Times New Roman"/>
              </a:rPr>
              <a:t>RRT-Connect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278325" y="1506134"/>
            <a:ext cx="824942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7C5AA6"/>
                </a:solidFill>
                <a:latin typeface="Times New Roman"/>
              </a:rPr>
              <a:t>MPC · 10 Hz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217181" y="1678496"/>
            <a:ext cx="1111407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7C5AA6"/>
                </a:solidFill>
                <a:latin typeface="Times New Roman"/>
              </a:rPr>
              <a:t>Spatial schedule: |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291051" y="1678496"/>
            <a:ext cx="130850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1">
                <a:solidFill>
                  <a:srgbClr val="7C5AA6"/>
                </a:solidFill>
                <a:latin typeface="Times New Roman"/>
              </a:rPr>
              <a:t>ϕ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383858" y="1678496"/>
            <a:ext cx="359654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7C5AA6"/>
                </a:solidFill>
                <a:latin typeface="Times New Roman"/>
              </a:rPr>
              <a:t>|≤90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722770" y="1665110"/>
            <a:ext cx="62665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0">
                <a:solidFill>
                  <a:srgbClr val="7C5AA6"/>
                </a:solidFill>
                <a:latin typeface="Times New Roman"/>
              </a:rPr>
              <a:t>∘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242344" y="1986082"/>
            <a:ext cx="1545883" cy="1875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30" b="1" i="0">
                <a:solidFill>
                  <a:srgbClr val="6B7280"/>
                </a:solidFill>
                <a:latin typeface="Times New Roman"/>
              </a:rPr>
              <a:t>Acquisition supervisor</a:t>
            </a:r>
          </a:p>
        </p:txBody>
      </p:sp>
      <p:sp>
        <p:nvSpPr>
          <p:cNvPr id="185" name="Editable path 161"/>
          <p:cNvSpPr/>
          <p:nvPr/>
        </p:nvSpPr>
        <p:spPr>
          <a:xfrm>
            <a:off x="2816072" y="656032"/>
            <a:ext cx="463855" cy="203342"/>
          </a:xfrm>
          <a:custGeom>
            <a:avLst/>
            <a:gdLst/>
            <a:ahLst/>
            <a:cxnLst/>
            <a:rect l="l" t="t" r="r" b="b"/>
            <a:pathLst>
              <a:path w="463855" h="203342">
                <a:moveTo>
                  <a:pt x="0" y="0"/>
                </a:moveTo>
                <a:lnTo>
                  <a:pt x="463855" y="0"/>
                </a:lnTo>
                <a:lnTo>
                  <a:pt x="463855" y="203342"/>
                </a:lnTo>
                <a:lnTo>
                  <a:pt x="0" y="20334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2834852" y="647944"/>
            <a:ext cx="142588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1">
                <a:solidFill>
                  <a:srgbClr val="7C5AA6"/>
                </a:solidFill>
                <a:latin typeface="Times New Roman"/>
              </a:rPr>
              <a:t>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941760" y="651643"/>
            <a:ext cx="72233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7C5AA6"/>
                </a:solidFill>
                <a:latin typeface="Times New Roman"/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998971" y="651643"/>
            <a:ext cx="108349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1">
                <a:solidFill>
                  <a:srgbClr val="7C5AA6"/>
                </a:solidFill>
                <a:latin typeface="Times New Roman"/>
              </a:rPr>
              <a:t>q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071500" y="705885"/>
            <a:ext cx="75844" cy="1213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96" b="0" i="1">
                <a:solidFill>
                  <a:srgbClr val="7C5AA6"/>
                </a:solidFill>
                <a:latin typeface="Times New Roman"/>
              </a:rPr>
              <a:t>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128524" y="651643"/>
            <a:ext cx="72232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7C5AA6"/>
                </a:solidFill>
                <a:latin typeface="Times New Roman"/>
              </a:rPr>
              <a:t>,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185735" y="651643"/>
            <a:ext cx="108349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1">
                <a:solidFill>
                  <a:srgbClr val="7C5AA6"/>
                </a:solidFill>
                <a:latin typeface="Times New Roman"/>
              </a:rPr>
              <a:t>g</a:t>
            </a:r>
          </a:p>
        </p:txBody>
      </p:sp>
      <p:sp>
        <p:nvSpPr>
          <p:cNvPr id="192" name="Editable path 162"/>
          <p:cNvSpPr/>
          <p:nvPr/>
        </p:nvSpPr>
        <p:spPr>
          <a:xfrm>
            <a:off x="3058468" y="1441835"/>
            <a:ext cx="344824" cy="179044"/>
          </a:xfrm>
          <a:custGeom>
            <a:avLst/>
            <a:gdLst/>
            <a:ahLst/>
            <a:cxnLst/>
            <a:rect l="l" t="t" r="r" b="b"/>
            <a:pathLst>
              <a:path w="344824" h="179044">
                <a:moveTo>
                  <a:pt x="0" y="0"/>
                </a:moveTo>
                <a:lnTo>
                  <a:pt x="344824" y="0"/>
                </a:lnTo>
                <a:lnTo>
                  <a:pt x="344824" y="179044"/>
                </a:lnTo>
                <a:lnTo>
                  <a:pt x="0" y="1790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132262" y="1432787"/>
            <a:ext cx="59207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̂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076940" y="1441298"/>
            <a:ext cx="90800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s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134405" y="1494959"/>
            <a:ext cx="85642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201434" y="1432787"/>
            <a:ext cx="158731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,̂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57477" y="1441298"/>
            <a:ext cx="90800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14942" y="1494959"/>
            <a:ext cx="85642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B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737274" y="3111113"/>
            <a:ext cx="3164211" cy="210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79" b="1" i="0">
                <a:solidFill>
                  <a:srgbClr val="7C5AA6"/>
                </a:solidFill>
                <a:latin typeface="Times New Roman"/>
              </a:rPr>
              <a:t>Central training only · imitation / DAgger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051003" y="3492436"/>
            <a:ext cx="621512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1" i="0">
                <a:solidFill>
                  <a:srgbClr val="6B7280"/>
                </a:solidFill>
                <a:latin typeface="Times New Roman"/>
              </a:rPr>
              <a:t>Teacher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75883" y="4226010"/>
            <a:ext cx="773467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6B7280"/>
                </a:solidFill>
                <a:latin typeface="Times New Roman"/>
              </a:rPr>
              <a:t>Geometry +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36103" y="4368589"/>
            <a:ext cx="853589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6B7280"/>
                </a:solidFill>
                <a:latin typeface="Times New Roman"/>
              </a:rPr>
              <a:t>velocity actor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966319" y="3492436"/>
            <a:ext cx="594158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1" i="0">
                <a:solidFill>
                  <a:srgbClr val="FF9500"/>
                </a:solidFill>
                <a:latin typeface="Times New Roman"/>
              </a:rPr>
              <a:t>Student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866222" y="4297670"/>
            <a:ext cx="795847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FF9500"/>
                </a:solidFill>
                <a:latin typeface="Times New Roman"/>
              </a:rPr>
              <a:t>Shared MLP</a:t>
            </a:r>
          </a:p>
        </p:txBody>
      </p:sp>
      <p:sp>
        <p:nvSpPr>
          <p:cNvPr id="205" name="Editable path 163"/>
          <p:cNvSpPr/>
          <p:nvPr/>
        </p:nvSpPr>
        <p:spPr>
          <a:xfrm>
            <a:off x="1203616" y="2668736"/>
            <a:ext cx="275007" cy="165843"/>
          </a:xfrm>
          <a:custGeom>
            <a:avLst/>
            <a:gdLst/>
            <a:ahLst/>
            <a:cxnLst/>
            <a:rect l="l" t="t" r="r" b="b"/>
            <a:pathLst>
              <a:path w="275007" h="165843">
                <a:moveTo>
                  <a:pt x="0" y="0"/>
                </a:moveTo>
                <a:lnTo>
                  <a:pt x="275007" y="0"/>
                </a:lnTo>
                <a:lnTo>
                  <a:pt x="275007" y="165843"/>
                </a:lnTo>
                <a:lnTo>
                  <a:pt x="0" y="16584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222704" y="2639403"/>
            <a:ext cx="110125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1">
                <a:solidFill>
                  <a:srgbClr val="6B7280"/>
                </a:solidFill>
                <a:latin typeface="Times New Roman"/>
              </a:rPr>
              <a:t>g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296713" y="2639403"/>
            <a:ext cx="73417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355092" y="2639403"/>
            <a:ext cx="101903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1">
                <a:solidFill>
                  <a:srgbClr val="6B7280"/>
                </a:solidFill>
                <a:latin typeface="Times New Roman"/>
              </a:rPr>
              <a:t>x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420812" y="2694227"/>
            <a:ext cx="54270" cy="1233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9" b="0" i="1">
                <a:solidFill>
                  <a:srgbClr val="6B7280"/>
                </a:solidFill>
                <a:latin typeface="Times New Roman"/>
              </a:rPr>
              <a:t>t</a:t>
            </a:r>
          </a:p>
        </p:txBody>
      </p:sp>
      <p:sp>
        <p:nvSpPr>
          <p:cNvPr id="210" name="Editable path 164"/>
          <p:cNvSpPr/>
          <p:nvPr/>
        </p:nvSpPr>
        <p:spPr>
          <a:xfrm>
            <a:off x="3178635" y="3862863"/>
            <a:ext cx="226409" cy="250092"/>
          </a:xfrm>
          <a:custGeom>
            <a:avLst/>
            <a:gdLst/>
            <a:ahLst/>
            <a:cxnLst/>
            <a:rect l="l" t="t" r="r" b="b"/>
            <a:pathLst>
              <a:path w="226409" h="250092">
                <a:moveTo>
                  <a:pt x="0" y="0"/>
                </a:moveTo>
                <a:lnTo>
                  <a:pt x="226409" y="0"/>
                </a:lnTo>
                <a:lnTo>
                  <a:pt x="226409" y="250092"/>
                </a:lnTo>
                <a:lnTo>
                  <a:pt x="0" y="2500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3197107" y="3892411"/>
            <a:ext cx="115608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1">
                <a:solidFill>
                  <a:srgbClr val="B8893E"/>
                </a:solidFill>
                <a:latin typeface="Times New Roman"/>
              </a:rPr>
              <a:t>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3300049" y="3871603"/>
            <a:ext cx="80818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0">
                <a:solidFill>
                  <a:srgbClr val="B8893E"/>
                </a:solidFill>
                <a:latin typeface="Times New Roman"/>
              </a:rPr>
              <a:t>*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274231" y="3974180"/>
            <a:ext cx="56895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1">
                <a:solidFill>
                  <a:srgbClr val="B8893E"/>
                </a:solidFill>
                <a:latin typeface="Times New Roman"/>
              </a:rPr>
              <a:t>i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04187" y="3974180"/>
            <a:ext cx="53878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0">
                <a:solidFill>
                  <a:srgbClr val="B8893E"/>
                </a:solidFill>
                <a:latin typeface="Times New Roman"/>
              </a:rPr>
              <a:t>,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346687" y="3974180"/>
            <a:ext cx="56895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1">
                <a:solidFill>
                  <a:srgbClr val="B8893E"/>
                </a:solidFill>
                <a:latin typeface="Times New Roman"/>
              </a:rPr>
              <a:t>t</a:t>
            </a:r>
          </a:p>
        </p:txBody>
      </p:sp>
      <p:sp>
        <p:nvSpPr>
          <p:cNvPr id="216" name="Editable path 165"/>
          <p:cNvSpPr/>
          <p:nvPr/>
        </p:nvSpPr>
        <p:spPr>
          <a:xfrm>
            <a:off x="3357513" y="4523688"/>
            <a:ext cx="844014" cy="204573"/>
          </a:xfrm>
          <a:custGeom>
            <a:avLst/>
            <a:gdLst/>
            <a:ahLst/>
            <a:cxnLst/>
            <a:rect l="l" t="t" r="r" b="b"/>
            <a:pathLst>
              <a:path w="844014" h="204573">
                <a:moveTo>
                  <a:pt x="0" y="0"/>
                </a:moveTo>
                <a:lnTo>
                  <a:pt x="844014" y="0"/>
                </a:lnTo>
                <a:lnTo>
                  <a:pt x="844014" y="204573"/>
                </a:lnTo>
                <a:lnTo>
                  <a:pt x="0" y="2045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3376909" y="4517147"/>
            <a:ext cx="111901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1">
                <a:solidFill>
                  <a:srgbClr val="FF9500"/>
                </a:solidFill>
                <a:latin typeface="Times New Roman"/>
              </a:rPr>
              <a:t>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450917" y="4572553"/>
            <a:ext cx="55145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1">
                <a:solidFill>
                  <a:srgbClr val="FF9500"/>
                </a:solidFill>
                <a:latin typeface="Times New Roman"/>
              </a:rPr>
              <a:t>i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479722" y="4572553"/>
            <a:ext cx="52220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0">
                <a:solidFill>
                  <a:srgbClr val="FF9500"/>
                </a:solidFill>
                <a:latin typeface="Times New Roman"/>
              </a:rPr>
              <a:t>,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3520586" y="4572553"/>
            <a:ext cx="55145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1">
                <a:solidFill>
                  <a:srgbClr val="FF9500"/>
                </a:solidFill>
                <a:latin typeface="Times New Roman"/>
              </a:rPr>
              <a:t>t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577018" y="4517147"/>
            <a:ext cx="139504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FF9500"/>
                </a:solidFill>
                <a:latin typeface="Times New Roman"/>
              </a:rPr>
              <a:t>=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3699784" y="4517147"/>
            <a:ext cx="78779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1">
                <a:solidFill>
                  <a:srgbClr val="FF9500"/>
                </a:solidFill>
                <a:latin typeface="Times New Roman"/>
              </a:rPr>
              <a:t>f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740933" y="4572553"/>
            <a:ext cx="55145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1">
                <a:solidFill>
                  <a:srgbClr val="FF9500"/>
                </a:solidFill>
                <a:latin typeface="Times New Roman"/>
              </a:rPr>
              <a:t>i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775991" y="4517147"/>
            <a:ext cx="86985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FF9500"/>
                </a:solidFill>
                <a:latin typeface="Times New Roman"/>
              </a:rPr>
              <a:t>(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825281" y="4517147"/>
            <a:ext cx="103546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1">
                <a:solidFill>
                  <a:srgbClr val="FF9500"/>
                </a:solidFill>
                <a:latin typeface="Times New Roman"/>
              </a:rPr>
              <a:t>x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891001" y="4572553"/>
            <a:ext cx="55145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1">
                <a:solidFill>
                  <a:srgbClr val="FF9500"/>
                </a:solidFill>
                <a:latin typeface="Times New Roman"/>
              </a:rPr>
              <a:t>t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926059" y="4517147"/>
            <a:ext cx="74601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FF9500"/>
                </a:solidFill>
                <a:latin typeface="Times New Roman"/>
              </a:rPr>
              <a:t>,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984438" y="4517147"/>
            <a:ext cx="145025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1">
                <a:solidFill>
                  <a:srgbClr val="FF9500"/>
                </a:solidFill>
                <a:latin typeface="Times New Roman"/>
              </a:rPr>
              <a:t>m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091307" y="4572553"/>
            <a:ext cx="55145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1">
                <a:solidFill>
                  <a:srgbClr val="FF9500"/>
                </a:solidFill>
                <a:latin typeface="Times New Roman"/>
              </a:rPr>
              <a:t>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126365" y="4517147"/>
            <a:ext cx="86985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FF9500"/>
                </a:solidFill>
                <a:latin typeface="Times New Roman"/>
              </a:rPr>
              <a:t>)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409585" y="399979"/>
            <a:ext cx="662671" cy="207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61" b="1" i="0">
                <a:solidFill>
                  <a:srgbClr val="FF9500"/>
                </a:solidFill>
                <a:latin typeface="Times New Roman"/>
              </a:rPr>
              <a:t>Robot A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8397559" y="1286108"/>
            <a:ext cx="524452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0">
                <a:solidFill>
                  <a:srgbClr val="FF9500"/>
                </a:solidFill>
                <a:latin typeface="Times New Roman"/>
              </a:rPr>
              <a:t>Frozen 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8881453" y="1286108"/>
            <a:ext cx="121427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1">
                <a:solidFill>
                  <a:srgbClr val="FF9500"/>
                </a:solidFill>
                <a:latin typeface="Times New Roman"/>
              </a:rPr>
              <a:t>π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8962023" y="1347641"/>
            <a:ext cx="82293" cy="1352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7" b="0" i="1">
                <a:solidFill>
                  <a:srgbClr val="FF9500"/>
                </a:solidFill>
                <a:latin typeface="Times New Roman"/>
              </a:rPr>
              <a:t>θ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8095231" y="1472256"/>
            <a:ext cx="127873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FF9500"/>
                </a:solidFill>
                <a:latin typeface="Times New Roman"/>
              </a:rPr>
              <a:t>Same weights · 50 Hz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8414211" y="2074900"/>
            <a:ext cx="653163" cy="207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61" b="1" i="0">
                <a:solidFill>
                  <a:srgbClr val="0ABAB5"/>
                </a:solidFill>
                <a:latin typeface="Times New Roman"/>
              </a:rPr>
              <a:t>Robot B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8397559" y="2961029"/>
            <a:ext cx="524452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0">
                <a:solidFill>
                  <a:srgbClr val="0ABAB5"/>
                </a:solidFill>
                <a:latin typeface="Times New Roman"/>
              </a:rPr>
              <a:t>Frozen 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8881453" y="2961029"/>
            <a:ext cx="121427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1">
                <a:solidFill>
                  <a:srgbClr val="0ABAB5"/>
                </a:solidFill>
                <a:latin typeface="Times New Roman"/>
              </a:rPr>
              <a:t>π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8962023" y="3022563"/>
            <a:ext cx="82293" cy="1352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7" b="0" i="1">
                <a:solidFill>
                  <a:srgbClr val="0ABAB5"/>
                </a:solidFill>
                <a:latin typeface="Times New Roman"/>
              </a:rPr>
              <a:t>θ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8095231" y="3147178"/>
            <a:ext cx="127873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0ABAB5"/>
                </a:solidFill>
                <a:latin typeface="Times New Roman"/>
              </a:rPr>
              <a:t>Same weights · 50 Hz</a:t>
            </a:r>
          </a:p>
        </p:txBody>
      </p:sp>
      <p:sp>
        <p:nvSpPr>
          <p:cNvPr id="241" name="Editable path 166"/>
          <p:cNvSpPr/>
          <p:nvPr/>
        </p:nvSpPr>
        <p:spPr>
          <a:xfrm>
            <a:off x="6805968" y="879431"/>
            <a:ext cx="652703" cy="331503"/>
          </a:xfrm>
          <a:custGeom>
            <a:avLst/>
            <a:gdLst/>
            <a:ahLst/>
            <a:cxnLst/>
            <a:rect l="l" t="t" r="r" b="b"/>
            <a:pathLst>
              <a:path w="652703" h="331503">
                <a:moveTo>
                  <a:pt x="0" y="0"/>
                </a:moveTo>
                <a:lnTo>
                  <a:pt x="652703" y="0"/>
                </a:lnTo>
                <a:lnTo>
                  <a:pt x="652703" y="331503"/>
                </a:lnTo>
                <a:lnTo>
                  <a:pt x="0" y="3315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7061270" y="853361"/>
            <a:ext cx="138119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m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7163865" y="907022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6824440" y="1027726"/>
            <a:ext cx="8284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(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6871759" y="1024089"/>
            <a:ext cx="156875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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6995299" y="1081387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7029205" y="1027726"/>
            <a:ext cx="7104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,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7085248" y="1027726"/>
            <a:ext cx="98615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κ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7148340" y="1081387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7182246" y="1027726"/>
            <a:ext cx="7104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,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238289" y="1027726"/>
            <a:ext cx="90800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z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7316296" y="1012596"/>
            <a:ext cx="74601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0">
                <a:solidFill>
                  <a:srgbClr val="7C5AA6"/>
                </a:solidFill>
                <a:latin typeface="Times New Roman"/>
              </a:rPr>
              <a:t>*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7293566" y="1100149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386647" y="1027726"/>
            <a:ext cx="8284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)</a:t>
            </a:r>
          </a:p>
        </p:txBody>
      </p:sp>
      <p:sp>
        <p:nvSpPr>
          <p:cNvPr id="255" name="Editable path 167"/>
          <p:cNvSpPr/>
          <p:nvPr/>
        </p:nvSpPr>
        <p:spPr>
          <a:xfrm>
            <a:off x="6903504" y="2554353"/>
            <a:ext cx="652703" cy="331502"/>
          </a:xfrm>
          <a:custGeom>
            <a:avLst/>
            <a:gdLst/>
            <a:ahLst/>
            <a:cxnLst/>
            <a:rect l="l" t="t" r="r" b="b"/>
            <a:pathLst>
              <a:path w="652703" h="331502">
                <a:moveTo>
                  <a:pt x="0" y="0"/>
                </a:moveTo>
                <a:lnTo>
                  <a:pt x="652703" y="0"/>
                </a:lnTo>
                <a:lnTo>
                  <a:pt x="652703" y="331502"/>
                </a:lnTo>
                <a:lnTo>
                  <a:pt x="0" y="3315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158806" y="2528282"/>
            <a:ext cx="138119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m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261401" y="2581943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6921976" y="2702648"/>
            <a:ext cx="8284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(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969295" y="2699010"/>
            <a:ext cx="156875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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092835" y="2756309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7126741" y="2702648"/>
            <a:ext cx="7104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,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7182785" y="2702648"/>
            <a:ext cx="98615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κ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245876" y="2756309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7279782" y="2702648"/>
            <a:ext cx="7104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,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7335826" y="2702648"/>
            <a:ext cx="90800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z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7413832" y="2687517"/>
            <a:ext cx="74601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0">
                <a:solidFill>
                  <a:srgbClr val="7C5AA6"/>
                </a:solidFill>
                <a:latin typeface="Times New Roman"/>
              </a:rPr>
              <a:t>*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7391102" y="2775070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7484183" y="2702648"/>
            <a:ext cx="8284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)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10989001" y="313918"/>
            <a:ext cx="804274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1" i="0">
                <a:solidFill>
                  <a:srgbClr val="6B7280"/>
                </a:solidFill>
                <a:latin typeface="Times New Roman"/>
              </a:rPr>
              <a:t>Execution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10996032" y="585141"/>
            <a:ext cx="792015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6B7280"/>
                </a:solidFill>
                <a:latin typeface="Times New Roman"/>
              </a:rPr>
              <a:t>Simulation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0865035" y="1527902"/>
            <a:ext cx="1043709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MuJoCo · 200 Hz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1018235" y="1942969"/>
            <a:ext cx="735939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1" i="0">
                <a:solidFill>
                  <a:srgbClr val="6B7280"/>
                </a:solidFill>
                <a:latin typeface="Times New Roman"/>
              </a:rPr>
              <a:t>Hardware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1022860" y="2160151"/>
            <a:ext cx="735271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2B2B2B"/>
                </a:solidFill>
                <a:latin typeface="Times New Roman"/>
              </a:rPr>
              <a:t>Jetson Thor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908886" y="2342113"/>
            <a:ext cx="95518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Embedded FOC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1047283" y="2484322"/>
            <a:ext cx="67880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Arm drives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10924613" y="2732065"/>
            <a:ext cx="92349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B8893E"/>
                </a:solidFill>
                <a:latin typeface="Times New Roman"/>
              </a:rPr>
              <a:t>4 kg target load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11068746" y="2925828"/>
            <a:ext cx="63588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6B7280"/>
                </a:solidFill>
                <a:latin typeface="Times New Roman"/>
              </a:rPr>
              <a:t>Validation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11139610" y="3066557"/>
            <a:ext cx="493931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6B7280"/>
                </a:solidFill>
                <a:latin typeface="Times New Roman"/>
              </a:rPr>
              <a:t>pending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10887238" y="3936923"/>
            <a:ext cx="995850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1" i="0">
                <a:solidFill>
                  <a:srgbClr val="6B7280"/>
                </a:solidFill>
                <a:latin typeface="Times New Roman"/>
              </a:rPr>
              <a:t>Motor control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10895379" y="4230443"/>
            <a:ext cx="979047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2B2B2B"/>
                </a:solidFill>
                <a:latin typeface="Times New Roman"/>
              </a:rPr>
              <a:t>Base kinematics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1025450" y="4372652"/>
            <a:ext cx="720019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2B2B2B"/>
                </a:solidFill>
                <a:latin typeface="Times New Roman"/>
              </a:rPr>
              <a:t>Joint servos</a:t>
            </a:r>
          </a:p>
        </p:txBody>
      </p:sp>
      <p:sp>
        <p:nvSpPr>
          <p:cNvPr id="282" name="Editable path 168"/>
          <p:cNvSpPr/>
          <p:nvPr/>
        </p:nvSpPr>
        <p:spPr>
          <a:xfrm>
            <a:off x="9896076" y="3378049"/>
            <a:ext cx="202726" cy="581654"/>
          </a:xfrm>
          <a:custGeom>
            <a:avLst/>
            <a:gdLst/>
            <a:ahLst/>
            <a:cxnLst/>
            <a:rect l="l" t="t" r="r" b="b"/>
            <a:pathLst>
              <a:path w="202726" h="581654">
                <a:moveTo>
                  <a:pt x="202726" y="581654"/>
                </a:moveTo>
                <a:lnTo>
                  <a:pt x="202726" y="0"/>
                </a:lnTo>
                <a:lnTo>
                  <a:pt x="0" y="0"/>
                </a:lnTo>
                <a:lnTo>
                  <a:pt x="0" y="581654"/>
                </a:lnTo>
                <a:lnTo>
                  <a:pt x="202726" y="58165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 rot="16200000">
            <a:off x="9968100" y="3817534"/>
            <a:ext cx="106715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FF9500"/>
                </a:solidFill>
                <a:latin typeface="Times New Roman"/>
              </a:rPr>
              <a:t>a</a:t>
            </a:r>
          </a:p>
        </p:txBody>
      </p:sp>
      <p:sp>
        <p:nvSpPr>
          <p:cNvPr id="284" name="TextBox 283"/>
          <p:cNvSpPr txBox="1"/>
          <p:nvPr/>
        </p:nvSpPr>
        <p:spPr>
          <a:xfrm rot="16200000">
            <a:off x="10017101" y="3794542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FF9500"/>
                </a:solidFill>
                <a:latin typeface="Times New Roman"/>
              </a:rPr>
              <a:t>i</a:t>
            </a:r>
          </a:p>
        </p:txBody>
      </p:sp>
      <p:sp>
        <p:nvSpPr>
          <p:cNvPr id="285" name="TextBox 284"/>
          <p:cNvSpPr txBox="1"/>
          <p:nvPr/>
        </p:nvSpPr>
        <p:spPr>
          <a:xfrm rot="16200000">
            <a:off x="10018494" y="3768282"/>
            <a:ext cx="49733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0">
                <a:solidFill>
                  <a:srgbClr val="FF9500"/>
                </a:solidFill>
                <a:latin typeface="Times New Roman"/>
              </a:rPr>
              <a:t>,</a:t>
            </a:r>
          </a:p>
        </p:txBody>
      </p:sp>
      <p:sp>
        <p:nvSpPr>
          <p:cNvPr id="286" name="TextBox 285"/>
          <p:cNvSpPr txBox="1"/>
          <p:nvPr/>
        </p:nvSpPr>
        <p:spPr>
          <a:xfrm rot="16200000">
            <a:off x="10017101" y="3727659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FF9500"/>
                </a:solidFill>
                <a:latin typeface="Times New Roman"/>
              </a:rPr>
              <a:t>t</a:t>
            </a:r>
          </a:p>
        </p:txBody>
      </p:sp>
      <p:sp>
        <p:nvSpPr>
          <p:cNvPr id="287" name="TextBox 286"/>
          <p:cNvSpPr txBox="1"/>
          <p:nvPr/>
        </p:nvSpPr>
        <p:spPr>
          <a:xfrm rot="16200000">
            <a:off x="9955027" y="3611963"/>
            <a:ext cx="132861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FF9500"/>
                </a:solidFill>
                <a:latin typeface="Times New Roman"/>
              </a:rPr>
              <a:t>∈</a:t>
            </a:r>
          </a:p>
        </p:txBody>
      </p:sp>
      <p:sp>
        <p:nvSpPr>
          <p:cNvPr id="288" name="TextBox 287"/>
          <p:cNvSpPr txBox="1"/>
          <p:nvPr/>
        </p:nvSpPr>
        <p:spPr>
          <a:xfrm rot="16200000">
            <a:off x="9954885" y="3493964"/>
            <a:ext cx="133145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FF9500"/>
                </a:solidFill>
                <a:latin typeface="Times New Roman"/>
              </a:rPr>
              <a:t>ℝ</a:t>
            </a:r>
          </a:p>
        </p:txBody>
      </p:sp>
      <p:sp>
        <p:nvSpPr>
          <p:cNvPr id="289" name="TextBox 288"/>
          <p:cNvSpPr txBox="1"/>
          <p:nvPr/>
        </p:nvSpPr>
        <p:spPr>
          <a:xfrm rot="16200000">
            <a:off x="9912400" y="3406721"/>
            <a:ext cx="124336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0">
                <a:solidFill>
                  <a:srgbClr val="FF9500"/>
                </a:solidFill>
                <a:latin typeface="Times New Roman"/>
              </a:rPr>
              <a:t>21</a:t>
            </a:r>
          </a:p>
        </p:txBody>
      </p:sp>
      <p:sp>
        <p:nvSpPr>
          <p:cNvPr id="290" name="Editable path 169"/>
          <p:cNvSpPr/>
          <p:nvPr/>
        </p:nvSpPr>
        <p:spPr>
          <a:xfrm>
            <a:off x="11243993" y="3447876"/>
            <a:ext cx="250092" cy="202726"/>
          </a:xfrm>
          <a:custGeom>
            <a:avLst/>
            <a:gdLst/>
            <a:ahLst/>
            <a:cxnLst/>
            <a:rect l="l" t="t" r="r" b="b"/>
            <a:pathLst>
              <a:path w="250092" h="202726">
                <a:moveTo>
                  <a:pt x="0" y="0"/>
                </a:moveTo>
                <a:lnTo>
                  <a:pt x="250092" y="0"/>
                </a:lnTo>
                <a:lnTo>
                  <a:pt x="250092" y="202726"/>
                </a:lnTo>
                <a:lnTo>
                  <a:pt x="0" y="20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1262465" y="3467913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6B7280"/>
                </a:solidFill>
                <a:latin typeface="Times New Roman"/>
              </a:rPr>
              <a:t>u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11342270" y="3452782"/>
            <a:ext cx="146418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0">
                <a:solidFill>
                  <a:srgbClr val="6B7280"/>
                </a:solidFill>
                <a:latin typeface="Times New Roman"/>
              </a:rPr>
              <a:t>hw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1333514" y="3540335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6B7280"/>
                </a:solidFill>
                <a:latin typeface="Times New Roman"/>
              </a:rPr>
              <a:t>i</a:t>
            </a:r>
          </a:p>
        </p:txBody>
      </p:sp>
      <p:sp>
        <p:nvSpPr>
          <p:cNvPr id="294" name="Editable path 170"/>
          <p:cNvSpPr/>
          <p:nvPr/>
        </p:nvSpPr>
        <p:spPr>
          <a:xfrm>
            <a:off x="10261836" y="2495132"/>
            <a:ext cx="202726" cy="273776"/>
          </a:xfrm>
          <a:custGeom>
            <a:avLst/>
            <a:gdLst/>
            <a:ahLst/>
            <a:cxnLst/>
            <a:rect l="l" t="t" r="r" b="b"/>
            <a:pathLst>
              <a:path w="202726" h="273776">
                <a:moveTo>
                  <a:pt x="202726" y="273776"/>
                </a:moveTo>
                <a:lnTo>
                  <a:pt x="202726" y="0"/>
                </a:lnTo>
                <a:lnTo>
                  <a:pt x="0" y="0"/>
                </a:lnTo>
                <a:lnTo>
                  <a:pt x="0" y="273776"/>
                </a:lnTo>
                <a:lnTo>
                  <a:pt x="202726" y="27377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 rot="16200000">
            <a:off x="10334448" y="2626809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6B7280"/>
                </a:solidFill>
                <a:latin typeface="Times New Roman"/>
              </a:rPr>
              <a:t>u</a:t>
            </a:r>
          </a:p>
        </p:txBody>
      </p:sp>
      <p:sp>
        <p:nvSpPr>
          <p:cNvPr id="296" name="TextBox 295"/>
          <p:cNvSpPr txBox="1"/>
          <p:nvPr/>
        </p:nvSpPr>
        <p:spPr>
          <a:xfrm rot="16200000">
            <a:off x="10256547" y="2537094"/>
            <a:ext cx="16859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0">
                <a:solidFill>
                  <a:srgbClr val="6B7280"/>
                </a:solidFill>
                <a:latin typeface="Times New Roman"/>
              </a:rPr>
              <a:t>sim</a:t>
            </a:r>
          </a:p>
        </p:txBody>
      </p:sp>
      <p:sp>
        <p:nvSpPr>
          <p:cNvPr id="297" name="TextBox 296"/>
          <p:cNvSpPr txBox="1"/>
          <p:nvPr/>
        </p:nvSpPr>
        <p:spPr>
          <a:xfrm rot="16200000">
            <a:off x="10402139" y="2603888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6B7280"/>
                </a:solidFill>
                <a:latin typeface="Times New Roman"/>
              </a:rPr>
              <a:t>i</a:t>
            </a:r>
          </a:p>
        </p:txBody>
      </p:sp>
      <p:sp>
        <p:nvSpPr>
          <p:cNvPr id="298" name="Editable path 171"/>
          <p:cNvSpPr/>
          <p:nvPr/>
        </p:nvSpPr>
        <p:spPr>
          <a:xfrm>
            <a:off x="7637762" y="-21321"/>
            <a:ext cx="817916" cy="202158"/>
          </a:xfrm>
          <a:custGeom>
            <a:avLst/>
            <a:gdLst/>
            <a:ahLst/>
            <a:cxnLst/>
            <a:rect l="l" t="t" r="r" b="b"/>
            <a:pathLst>
              <a:path w="817916" h="202158">
                <a:moveTo>
                  <a:pt x="0" y="0"/>
                </a:moveTo>
                <a:lnTo>
                  <a:pt x="817916" y="0"/>
                </a:lnTo>
                <a:lnTo>
                  <a:pt x="817916" y="202158"/>
                </a:lnTo>
                <a:lnTo>
                  <a:pt x="0" y="2021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7655950" y="-30267"/>
            <a:ext cx="105190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1">
                <a:solidFill>
                  <a:srgbClr val="6B7280"/>
                </a:solidFill>
                <a:latin typeface="Times New Roman"/>
              </a:rPr>
              <a:t>x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7722985" y="25720"/>
            <a:ext cx="103128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6B7280"/>
                </a:solidFill>
                <a:latin typeface="Times New Roman"/>
              </a:rPr>
              <a:t>O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7799290" y="25720"/>
            <a:ext cx="53049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7840972" y="25720"/>
            <a:ext cx="56020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6B7280"/>
                </a:solidFill>
                <a:latin typeface="Times New Roman"/>
              </a:rPr>
              <a:t>t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7876606" y="-30267"/>
            <a:ext cx="75785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7936153" y="-30267"/>
            <a:ext cx="113678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1">
                <a:solidFill>
                  <a:srgbClr val="6B7280"/>
                </a:solidFill>
                <a:latin typeface="Times New Roman"/>
              </a:rPr>
              <a:t>b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8011642" y="25720"/>
            <a:ext cx="91351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6B7280"/>
                </a:solidFill>
                <a:latin typeface="Times New Roman"/>
              </a:rPr>
              <a:t>A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8076215" y="25720"/>
            <a:ext cx="53049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8117897" y="25720"/>
            <a:ext cx="56020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6B7280"/>
                </a:solidFill>
                <a:latin typeface="Times New Roman"/>
              </a:rPr>
              <a:t>t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8153532" y="-30267"/>
            <a:ext cx="75785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8213078" y="-30267"/>
            <a:ext cx="113678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1">
                <a:solidFill>
                  <a:srgbClr val="6B7280"/>
                </a:solidFill>
                <a:latin typeface="Times New Roman"/>
              </a:rPr>
              <a:t>b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8288568" y="25720"/>
            <a:ext cx="91351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6B7280"/>
                </a:solidFill>
                <a:latin typeface="Times New Roman"/>
              </a:rPr>
              <a:t>B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8353142" y="25720"/>
            <a:ext cx="53049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8394824" y="25720"/>
            <a:ext cx="56020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6B7280"/>
                </a:solidFill>
                <a:latin typeface="Times New Roman"/>
              </a:rPr>
              <a:t>t</a:t>
            </a:r>
          </a:p>
        </p:txBody>
      </p:sp>
      <p:sp>
        <p:nvSpPr>
          <p:cNvPr id="313" name="Editable path 172"/>
          <p:cNvSpPr/>
          <p:nvPr/>
        </p:nvSpPr>
        <p:spPr>
          <a:xfrm>
            <a:off x="9982472" y="545029"/>
            <a:ext cx="273775" cy="186074"/>
          </a:xfrm>
          <a:custGeom>
            <a:avLst/>
            <a:gdLst/>
            <a:ahLst/>
            <a:cxnLst/>
            <a:rect l="l" t="t" r="r" b="b"/>
            <a:pathLst>
              <a:path w="273775" h="186074">
                <a:moveTo>
                  <a:pt x="0" y="0"/>
                </a:moveTo>
                <a:lnTo>
                  <a:pt x="273775" y="0"/>
                </a:lnTo>
                <a:lnTo>
                  <a:pt x="273775" y="186074"/>
                </a:lnTo>
                <a:lnTo>
                  <a:pt x="0" y="1860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10000944" y="517774"/>
            <a:ext cx="11545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1">
                <a:solidFill>
                  <a:srgbClr val="6B7280"/>
                </a:solidFill>
                <a:latin typeface="Times New Roman"/>
              </a:rPr>
              <a:t>o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0077914" y="577563"/>
            <a:ext cx="92779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1">
                <a:solidFill>
                  <a:srgbClr val="6B7280"/>
                </a:solidFill>
                <a:latin typeface="Times New Roman"/>
              </a:rPr>
              <a:t>A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0143754" y="577563"/>
            <a:ext cx="53879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10186253" y="577563"/>
            <a:ext cx="56895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1">
                <a:solidFill>
                  <a:srgbClr val="6B7280"/>
                </a:solidFill>
                <a:latin typeface="Times New Roman"/>
              </a:rPr>
              <a:t>t</a:t>
            </a:r>
          </a:p>
        </p:txBody>
      </p:sp>
      <p:sp>
        <p:nvSpPr>
          <p:cNvPr id="318" name="Editable path 173"/>
          <p:cNvSpPr/>
          <p:nvPr/>
        </p:nvSpPr>
        <p:spPr>
          <a:xfrm>
            <a:off x="9933704" y="1262852"/>
            <a:ext cx="273775" cy="186074"/>
          </a:xfrm>
          <a:custGeom>
            <a:avLst/>
            <a:gdLst/>
            <a:ahLst/>
            <a:cxnLst/>
            <a:rect l="l" t="t" r="r" b="b"/>
            <a:pathLst>
              <a:path w="273775" h="186074">
                <a:moveTo>
                  <a:pt x="0" y="0"/>
                </a:moveTo>
                <a:lnTo>
                  <a:pt x="273775" y="0"/>
                </a:lnTo>
                <a:lnTo>
                  <a:pt x="273775" y="186074"/>
                </a:lnTo>
                <a:lnTo>
                  <a:pt x="0" y="1860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9952176" y="1235598"/>
            <a:ext cx="11545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1">
                <a:solidFill>
                  <a:srgbClr val="6B7280"/>
                </a:solidFill>
                <a:latin typeface="Times New Roman"/>
              </a:rPr>
              <a:t>o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10029146" y="1295387"/>
            <a:ext cx="92779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1">
                <a:solidFill>
                  <a:srgbClr val="6B7280"/>
                </a:solidFill>
                <a:latin typeface="Times New Roman"/>
              </a:rPr>
              <a:t>B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10094986" y="1295387"/>
            <a:ext cx="53879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10137485" y="1295387"/>
            <a:ext cx="56895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1">
                <a:solidFill>
                  <a:srgbClr val="6B7280"/>
                </a:solidFill>
                <a:latin typeface="Times New Roman"/>
              </a:rPr>
              <a:t>t</a:t>
            </a:r>
          </a:p>
        </p:txBody>
      </p:sp>
      <p:sp>
        <p:nvSpPr>
          <p:cNvPr id="323" name="Editable path 174"/>
          <p:cNvSpPr/>
          <p:nvPr/>
        </p:nvSpPr>
        <p:spPr>
          <a:xfrm>
            <a:off x="7113657" y="3885930"/>
            <a:ext cx="890765" cy="203958"/>
          </a:xfrm>
          <a:custGeom>
            <a:avLst/>
            <a:gdLst/>
            <a:ahLst/>
            <a:cxnLst/>
            <a:rect l="l" t="t" r="r" b="b"/>
            <a:pathLst>
              <a:path w="890765" h="203958">
                <a:moveTo>
                  <a:pt x="0" y="0"/>
                </a:moveTo>
                <a:lnTo>
                  <a:pt x="890765" y="0"/>
                </a:lnTo>
                <a:lnTo>
                  <a:pt x="890765" y="203958"/>
                </a:lnTo>
                <a:lnTo>
                  <a:pt x="0" y="2039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7132745" y="3902187"/>
            <a:ext cx="107189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1">
                <a:solidFill>
                  <a:srgbClr val="B8893E"/>
                </a:solidFill>
                <a:latin typeface="Times New Roman"/>
              </a:rPr>
              <a:t>θ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7234583" y="3888219"/>
            <a:ext cx="77088" cy="1233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9" b="0" i="0">
                <a:solidFill>
                  <a:srgbClr val="B8893E"/>
                </a:solidFill>
                <a:latin typeface="Times New Roman"/>
              </a:rPr>
              <a:t>*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7328978" y="3902187"/>
            <a:ext cx="265628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B8893E"/>
                </a:solidFill>
                <a:latin typeface="Times New Roman"/>
              </a:rPr>
              <a:t>→{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7558465" y="3902187"/>
            <a:ext cx="110712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1">
                <a:solidFill>
                  <a:srgbClr val="B8893E"/>
                </a:solidFill>
                <a:latin typeface="Times New Roman"/>
              </a:rPr>
              <a:t>π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7633066" y="3957011"/>
            <a:ext cx="88496" cy="1233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9" b="0" i="1">
                <a:solidFill>
                  <a:srgbClr val="B8893E"/>
                </a:solidFill>
                <a:latin typeface="Times New Roman"/>
              </a:rPr>
              <a:t>A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702628" y="3902187"/>
            <a:ext cx="73416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B8893E"/>
                </a:solidFill>
                <a:latin typeface="Times New Roman"/>
              </a:rPr>
              <a:t>,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7761006" y="3902187"/>
            <a:ext cx="110712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1">
                <a:solidFill>
                  <a:srgbClr val="B8893E"/>
                </a:solidFill>
                <a:latin typeface="Times New Roman"/>
              </a:rPr>
              <a:t>π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7835607" y="3957011"/>
            <a:ext cx="88496" cy="1233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9" b="0" i="1">
                <a:solidFill>
                  <a:srgbClr val="B8893E"/>
                </a:solidFill>
                <a:latin typeface="Times New Roman"/>
              </a:rPr>
              <a:t>B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7905168" y="3902187"/>
            <a:ext cx="107189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B8893E"/>
                </a:solidFill>
                <a:latin typeface="Times New Roman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