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542245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iros_02_evaluated.pdf. Text, lines and colored regions are editable PowerPoint objects. Simulation scenes remain images. Chart traces are freeform paths, not Excel-linked charts. Compare the included original PNG before export. Math glyphs may use font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ditable path 1"/>
          <p:cNvSpPr/>
          <p:nvPr/>
        </p:nvSpPr>
        <p:spPr>
          <a:xfrm>
            <a:off x="0" y="0"/>
            <a:ext cx="12191999" cy="5422456"/>
          </a:xfrm>
          <a:custGeom>
            <a:avLst/>
            <a:gdLst/>
            <a:ahLst/>
            <a:cxnLst/>
            <a:rect l="l" t="t" r="r" b="b"/>
            <a:pathLst>
              <a:path w="12191999" h="5422456">
                <a:moveTo>
                  <a:pt x="0" y="0"/>
                </a:moveTo>
                <a:lnTo>
                  <a:pt x="12191999" y="0"/>
                </a:lnTo>
                <a:lnTo>
                  <a:pt x="12191999" y="5422456"/>
                </a:lnTo>
                <a:lnTo>
                  <a:pt x="0" y="542245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Editable path 2"/>
          <p:cNvSpPr/>
          <p:nvPr/>
        </p:nvSpPr>
        <p:spPr>
          <a:xfrm>
            <a:off x="121920" y="391311"/>
            <a:ext cx="2438400" cy="3130491"/>
          </a:xfrm>
          <a:custGeom>
            <a:avLst/>
            <a:gdLst/>
            <a:ahLst/>
            <a:cxnLst/>
            <a:rect l="l" t="t" r="r" b="b"/>
            <a:pathLst>
              <a:path w="2438400" h="3130491">
                <a:moveTo>
                  <a:pt x="152400" y="3130491"/>
                </a:moveTo>
                <a:lnTo>
                  <a:pt x="2286000" y="3130491"/>
                </a:lnTo>
                <a:lnTo>
                  <a:pt x="2310341" y="3130005"/>
                </a:lnTo>
                <a:lnTo>
                  <a:pt x="2332566" y="3128549"/>
                </a:lnTo>
                <a:lnTo>
                  <a:pt x="2352675" y="3126123"/>
                </a:lnTo>
                <a:lnTo>
                  <a:pt x="2370666" y="3122726"/>
                </a:lnTo>
                <a:lnTo>
                  <a:pt x="2386541" y="3118359"/>
                </a:lnTo>
                <a:lnTo>
                  <a:pt x="2400300" y="3113021"/>
                </a:lnTo>
                <a:lnTo>
                  <a:pt x="2411942" y="3106713"/>
                </a:lnTo>
                <a:lnTo>
                  <a:pt x="2421467" y="3099434"/>
                </a:lnTo>
                <a:lnTo>
                  <a:pt x="2428875" y="3091184"/>
                </a:lnTo>
                <a:lnTo>
                  <a:pt x="2434167" y="3081964"/>
                </a:lnTo>
                <a:lnTo>
                  <a:pt x="2437342" y="3071774"/>
                </a:lnTo>
                <a:lnTo>
                  <a:pt x="2438400" y="3060613"/>
                </a:lnTo>
                <a:lnTo>
                  <a:pt x="2438400" y="69877"/>
                </a:lnTo>
                <a:lnTo>
                  <a:pt x="2437342" y="58716"/>
                </a:lnTo>
                <a:lnTo>
                  <a:pt x="2434167" y="48526"/>
                </a:lnTo>
                <a:lnTo>
                  <a:pt x="2428875" y="39306"/>
                </a:lnTo>
                <a:lnTo>
                  <a:pt x="2421467" y="31057"/>
                </a:lnTo>
                <a:lnTo>
                  <a:pt x="2411942" y="23778"/>
                </a:lnTo>
                <a:lnTo>
                  <a:pt x="2400300" y="17470"/>
                </a:lnTo>
                <a:lnTo>
                  <a:pt x="2386541" y="12132"/>
                </a:lnTo>
                <a:lnTo>
                  <a:pt x="2370666" y="7764"/>
                </a:lnTo>
                <a:lnTo>
                  <a:pt x="2352675" y="4368"/>
                </a:lnTo>
                <a:lnTo>
                  <a:pt x="2332566" y="1941"/>
                </a:lnTo>
                <a:lnTo>
                  <a:pt x="2310341" y="486"/>
                </a:lnTo>
                <a:lnTo>
                  <a:pt x="2286000" y="0"/>
                </a:lnTo>
                <a:lnTo>
                  <a:pt x="152400" y="0"/>
                </a:lnTo>
                <a:lnTo>
                  <a:pt x="128058" y="486"/>
                </a:lnTo>
                <a:lnTo>
                  <a:pt x="105833" y="1941"/>
                </a:lnTo>
                <a:lnTo>
                  <a:pt x="85725" y="4368"/>
                </a:lnTo>
                <a:lnTo>
                  <a:pt x="67733" y="7764"/>
                </a:lnTo>
                <a:lnTo>
                  <a:pt x="51858" y="12132"/>
                </a:lnTo>
                <a:lnTo>
                  <a:pt x="38100" y="17470"/>
                </a:lnTo>
                <a:lnTo>
                  <a:pt x="26458" y="23778"/>
                </a:lnTo>
                <a:lnTo>
                  <a:pt x="16933" y="31057"/>
                </a:lnTo>
                <a:lnTo>
                  <a:pt x="9525" y="39306"/>
                </a:lnTo>
                <a:lnTo>
                  <a:pt x="4233" y="48526"/>
                </a:lnTo>
                <a:lnTo>
                  <a:pt x="1058" y="58716"/>
                </a:lnTo>
                <a:lnTo>
                  <a:pt x="0" y="69877"/>
                </a:lnTo>
                <a:lnTo>
                  <a:pt x="0" y="3060613"/>
                </a:lnTo>
                <a:lnTo>
                  <a:pt x="1058" y="3071774"/>
                </a:lnTo>
                <a:lnTo>
                  <a:pt x="4233" y="3081964"/>
                </a:lnTo>
                <a:lnTo>
                  <a:pt x="9525" y="3091184"/>
                </a:lnTo>
                <a:lnTo>
                  <a:pt x="16933" y="3099434"/>
                </a:lnTo>
                <a:lnTo>
                  <a:pt x="26458" y="3106713"/>
                </a:lnTo>
                <a:lnTo>
                  <a:pt x="38100" y="3113021"/>
                </a:lnTo>
                <a:lnTo>
                  <a:pt x="51858" y="3118359"/>
                </a:lnTo>
                <a:lnTo>
                  <a:pt x="67733" y="3122726"/>
                </a:lnTo>
                <a:lnTo>
                  <a:pt x="85725" y="3126123"/>
                </a:lnTo>
                <a:lnTo>
                  <a:pt x="105833" y="3128549"/>
                </a:lnTo>
                <a:lnTo>
                  <a:pt x="128058" y="3130005"/>
                </a:lnTo>
                <a:lnTo>
                  <a:pt x="152400" y="3130491"/>
                </a:lnTo>
                <a:close/>
              </a:path>
            </a:pathLst>
          </a:custGeom>
          <a:solidFill>
            <a:srgbClr val="FBF1E0"/>
          </a:solidFill>
          <a:ln w="15393">
            <a:solidFill>
              <a:srgbClr val="B889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Editable path 3"/>
          <p:cNvSpPr/>
          <p:nvPr/>
        </p:nvSpPr>
        <p:spPr>
          <a:xfrm>
            <a:off x="2926080" y="391311"/>
            <a:ext cx="2560320" cy="3130491"/>
          </a:xfrm>
          <a:custGeom>
            <a:avLst/>
            <a:gdLst/>
            <a:ahLst/>
            <a:cxnLst/>
            <a:rect l="l" t="t" r="r" b="b"/>
            <a:pathLst>
              <a:path w="2560320" h="3130491">
                <a:moveTo>
                  <a:pt x="152400" y="3130491"/>
                </a:moveTo>
                <a:lnTo>
                  <a:pt x="2407920" y="3130491"/>
                </a:lnTo>
                <a:lnTo>
                  <a:pt x="2432261" y="3130005"/>
                </a:lnTo>
                <a:lnTo>
                  <a:pt x="2454486" y="3128549"/>
                </a:lnTo>
                <a:lnTo>
                  <a:pt x="2474595" y="3126123"/>
                </a:lnTo>
                <a:lnTo>
                  <a:pt x="2492586" y="3122726"/>
                </a:lnTo>
                <a:lnTo>
                  <a:pt x="2508461" y="3118359"/>
                </a:lnTo>
                <a:lnTo>
                  <a:pt x="2522220" y="3113021"/>
                </a:lnTo>
                <a:lnTo>
                  <a:pt x="2533861" y="3106713"/>
                </a:lnTo>
                <a:lnTo>
                  <a:pt x="2543386" y="3099434"/>
                </a:lnTo>
                <a:lnTo>
                  <a:pt x="2550795" y="3091184"/>
                </a:lnTo>
                <a:lnTo>
                  <a:pt x="2556086" y="3081964"/>
                </a:lnTo>
                <a:lnTo>
                  <a:pt x="2559261" y="3071774"/>
                </a:lnTo>
                <a:lnTo>
                  <a:pt x="2560320" y="3060613"/>
                </a:lnTo>
                <a:lnTo>
                  <a:pt x="2560320" y="69877"/>
                </a:lnTo>
                <a:lnTo>
                  <a:pt x="2559261" y="58716"/>
                </a:lnTo>
                <a:lnTo>
                  <a:pt x="2556086" y="48526"/>
                </a:lnTo>
                <a:lnTo>
                  <a:pt x="2550795" y="39306"/>
                </a:lnTo>
                <a:lnTo>
                  <a:pt x="2543386" y="31057"/>
                </a:lnTo>
                <a:lnTo>
                  <a:pt x="2533861" y="23778"/>
                </a:lnTo>
                <a:lnTo>
                  <a:pt x="2522220" y="17470"/>
                </a:lnTo>
                <a:lnTo>
                  <a:pt x="2508461" y="12132"/>
                </a:lnTo>
                <a:lnTo>
                  <a:pt x="2492586" y="7764"/>
                </a:lnTo>
                <a:lnTo>
                  <a:pt x="2474595" y="4368"/>
                </a:lnTo>
                <a:lnTo>
                  <a:pt x="2454486" y="1941"/>
                </a:lnTo>
                <a:lnTo>
                  <a:pt x="2432261" y="486"/>
                </a:lnTo>
                <a:lnTo>
                  <a:pt x="2407920" y="0"/>
                </a:lnTo>
                <a:lnTo>
                  <a:pt x="152400" y="0"/>
                </a:lnTo>
                <a:lnTo>
                  <a:pt x="128058" y="486"/>
                </a:lnTo>
                <a:lnTo>
                  <a:pt x="105833" y="1941"/>
                </a:lnTo>
                <a:lnTo>
                  <a:pt x="85725" y="4368"/>
                </a:lnTo>
                <a:lnTo>
                  <a:pt x="67733" y="7764"/>
                </a:lnTo>
                <a:lnTo>
                  <a:pt x="51858" y="12132"/>
                </a:lnTo>
                <a:lnTo>
                  <a:pt x="38100" y="17470"/>
                </a:lnTo>
                <a:lnTo>
                  <a:pt x="26458" y="23778"/>
                </a:lnTo>
                <a:lnTo>
                  <a:pt x="16933" y="31057"/>
                </a:lnTo>
                <a:lnTo>
                  <a:pt x="9525" y="39306"/>
                </a:lnTo>
                <a:lnTo>
                  <a:pt x="4233" y="48526"/>
                </a:lnTo>
                <a:lnTo>
                  <a:pt x="1058" y="58716"/>
                </a:lnTo>
                <a:lnTo>
                  <a:pt x="0" y="69877"/>
                </a:lnTo>
                <a:lnTo>
                  <a:pt x="0" y="3060613"/>
                </a:lnTo>
                <a:lnTo>
                  <a:pt x="1058" y="3071774"/>
                </a:lnTo>
                <a:lnTo>
                  <a:pt x="4233" y="3081964"/>
                </a:lnTo>
                <a:lnTo>
                  <a:pt x="9525" y="3091184"/>
                </a:lnTo>
                <a:lnTo>
                  <a:pt x="16933" y="3099434"/>
                </a:lnTo>
                <a:lnTo>
                  <a:pt x="26458" y="3106713"/>
                </a:lnTo>
                <a:lnTo>
                  <a:pt x="38100" y="3113021"/>
                </a:lnTo>
                <a:lnTo>
                  <a:pt x="51858" y="3118359"/>
                </a:lnTo>
                <a:lnTo>
                  <a:pt x="67733" y="3122726"/>
                </a:lnTo>
                <a:lnTo>
                  <a:pt x="85725" y="3126123"/>
                </a:lnTo>
                <a:lnTo>
                  <a:pt x="105833" y="3128549"/>
                </a:lnTo>
                <a:lnTo>
                  <a:pt x="128058" y="3130005"/>
                </a:lnTo>
                <a:lnTo>
                  <a:pt x="152400" y="3130491"/>
                </a:lnTo>
                <a:close/>
              </a:path>
            </a:pathLst>
          </a:custGeom>
          <a:solidFill>
            <a:srgbClr val="EFE9F5"/>
          </a:solidFill>
          <a:ln w="15393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ditable path 4"/>
          <p:cNvSpPr/>
          <p:nvPr/>
        </p:nvSpPr>
        <p:spPr>
          <a:xfrm>
            <a:off x="5852160" y="391311"/>
            <a:ext cx="3535679" cy="3130491"/>
          </a:xfrm>
          <a:custGeom>
            <a:avLst/>
            <a:gdLst/>
            <a:ahLst/>
            <a:cxnLst/>
            <a:rect l="l" t="t" r="r" b="b"/>
            <a:pathLst>
              <a:path w="3535679" h="3130491">
                <a:moveTo>
                  <a:pt x="152400" y="3130491"/>
                </a:moveTo>
                <a:lnTo>
                  <a:pt x="3383279" y="3130491"/>
                </a:lnTo>
                <a:lnTo>
                  <a:pt x="3407621" y="3130005"/>
                </a:lnTo>
                <a:lnTo>
                  <a:pt x="3429846" y="3128549"/>
                </a:lnTo>
                <a:lnTo>
                  <a:pt x="3449954" y="3126123"/>
                </a:lnTo>
                <a:lnTo>
                  <a:pt x="3467946" y="3122726"/>
                </a:lnTo>
                <a:lnTo>
                  <a:pt x="3483821" y="3118359"/>
                </a:lnTo>
                <a:lnTo>
                  <a:pt x="3497579" y="3113021"/>
                </a:lnTo>
                <a:lnTo>
                  <a:pt x="3509221" y="3106713"/>
                </a:lnTo>
                <a:lnTo>
                  <a:pt x="3518746" y="3099434"/>
                </a:lnTo>
                <a:lnTo>
                  <a:pt x="3526154" y="3091184"/>
                </a:lnTo>
                <a:lnTo>
                  <a:pt x="3531446" y="3081964"/>
                </a:lnTo>
                <a:lnTo>
                  <a:pt x="3534621" y="3071774"/>
                </a:lnTo>
                <a:lnTo>
                  <a:pt x="3535679" y="3060613"/>
                </a:lnTo>
                <a:lnTo>
                  <a:pt x="3535679" y="69877"/>
                </a:lnTo>
                <a:lnTo>
                  <a:pt x="3534621" y="58716"/>
                </a:lnTo>
                <a:lnTo>
                  <a:pt x="3531446" y="48526"/>
                </a:lnTo>
                <a:lnTo>
                  <a:pt x="3526154" y="39306"/>
                </a:lnTo>
                <a:lnTo>
                  <a:pt x="3518746" y="31057"/>
                </a:lnTo>
                <a:lnTo>
                  <a:pt x="3509221" y="23778"/>
                </a:lnTo>
                <a:lnTo>
                  <a:pt x="3497579" y="17470"/>
                </a:lnTo>
                <a:lnTo>
                  <a:pt x="3483821" y="12132"/>
                </a:lnTo>
                <a:lnTo>
                  <a:pt x="3467946" y="7764"/>
                </a:lnTo>
                <a:lnTo>
                  <a:pt x="3449954" y="4368"/>
                </a:lnTo>
                <a:lnTo>
                  <a:pt x="3429846" y="1941"/>
                </a:lnTo>
                <a:lnTo>
                  <a:pt x="3407621" y="486"/>
                </a:lnTo>
                <a:lnTo>
                  <a:pt x="3383279" y="0"/>
                </a:lnTo>
                <a:lnTo>
                  <a:pt x="152400" y="0"/>
                </a:lnTo>
                <a:lnTo>
                  <a:pt x="128058" y="486"/>
                </a:lnTo>
                <a:lnTo>
                  <a:pt x="105833" y="1941"/>
                </a:lnTo>
                <a:lnTo>
                  <a:pt x="85725" y="4368"/>
                </a:lnTo>
                <a:lnTo>
                  <a:pt x="67733" y="7764"/>
                </a:lnTo>
                <a:lnTo>
                  <a:pt x="51858" y="12132"/>
                </a:lnTo>
                <a:lnTo>
                  <a:pt x="38100" y="17470"/>
                </a:lnTo>
                <a:lnTo>
                  <a:pt x="26458" y="23778"/>
                </a:lnTo>
                <a:lnTo>
                  <a:pt x="16933" y="31057"/>
                </a:lnTo>
                <a:lnTo>
                  <a:pt x="9525" y="39306"/>
                </a:lnTo>
                <a:lnTo>
                  <a:pt x="4233" y="48526"/>
                </a:lnTo>
                <a:lnTo>
                  <a:pt x="1058" y="58716"/>
                </a:lnTo>
                <a:lnTo>
                  <a:pt x="0" y="69877"/>
                </a:lnTo>
                <a:lnTo>
                  <a:pt x="0" y="3060613"/>
                </a:lnTo>
                <a:lnTo>
                  <a:pt x="1058" y="3071774"/>
                </a:lnTo>
                <a:lnTo>
                  <a:pt x="4233" y="3081964"/>
                </a:lnTo>
                <a:lnTo>
                  <a:pt x="9525" y="3091184"/>
                </a:lnTo>
                <a:lnTo>
                  <a:pt x="16933" y="3099434"/>
                </a:lnTo>
                <a:lnTo>
                  <a:pt x="26458" y="3106713"/>
                </a:lnTo>
                <a:lnTo>
                  <a:pt x="38100" y="3113021"/>
                </a:lnTo>
                <a:lnTo>
                  <a:pt x="51858" y="3118359"/>
                </a:lnTo>
                <a:lnTo>
                  <a:pt x="67733" y="3122726"/>
                </a:lnTo>
                <a:lnTo>
                  <a:pt x="85725" y="3126123"/>
                </a:lnTo>
                <a:lnTo>
                  <a:pt x="105833" y="3128549"/>
                </a:lnTo>
                <a:lnTo>
                  <a:pt x="128058" y="3130005"/>
                </a:lnTo>
                <a:lnTo>
                  <a:pt x="152400" y="3130491"/>
                </a:lnTo>
                <a:close/>
              </a:path>
            </a:pathLst>
          </a:custGeom>
          <a:solidFill>
            <a:srgbClr val="EEF0F3"/>
          </a:solidFill>
          <a:ln w="1539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ditable path 5"/>
          <p:cNvSpPr/>
          <p:nvPr/>
        </p:nvSpPr>
        <p:spPr>
          <a:xfrm>
            <a:off x="6010656" y="950327"/>
            <a:ext cx="3218688" cy="838525"/>
          </a:xfrm>
          <a:custGeom>
            <a:avLst/>
            <a:gdLst/>
            <a:ahLst/>
            <a:cxnLst/>
            <a:rect l="l" t="t" r="r" b="b"/>
            <a:pathLst>
              <a:path w="3218688" h="838525">
                <a:moveTo>
                  <a:pt x="152400" y="838525"/>
                </a:moveTo>
                <a:lnTo>
                  <a:pt x="3066287" y="838525"/>
                </a:lnTo>
                <a:lnTo>
                  <a:pt x="3090629" y="838039"/>
                </a:lnTo>
                <a:lnTo>
                  <a:pt x="3112854" y="836584"/>
                </a:lnTo>
                <a:lnTo>
                  <a:pt x="3132962" y="834157"/>
                </a:lnTo>
                <a:lnTo>
                  <a:pt x="3150954" y="830761"/>
                </a:lnTo>
                <a:lnTo>
                  <a:pt x="3166829" y="826393"/>
                </a:lnTo>
                <a:lnTo>
                  <a:pt x="3180588" y="821055"/>
                </a:lnTo>
                <a:lnTo>
                  <a:pt x="3192229" y="814747"/>
                </a:lnTo>
                <a:lnTo>
                  <a:pt x="3201754" y="807468"/>
                </a:lnTo>
                <a:lnTo>
                  <a:pt x="3209163" y="799219"/>
                </a:lnTo>
                <a:lnTo>
                  <a:pt x="3214454" y="789999"/>
                </a:lnTo>
                <a:lnTo>
                  <a:pt x="3217629" y="779809"/>
                </a:lnTo>
                <a:lnTo>
                  <a:pt x="3218688" y="768648"/>
                </a:lnTo>
                <a:lnTo>
                  <a:pt x="3218688" y="69877"/>
                </a:lnTo>
                <a:lnTo>
                  <a:pt x="3217629" y="58717"/>
                </a:lnTo>
                <a:lnTo>
                  <a:pt x="3214454" y="48526"/>
                </a:lnTo>
                <a:lnTo>
                  <a:pt x="3209163" y="39306"/>
                </a:lnTo>
                <a:lnTo>
                  <a:pt x="3201754" y="31057"/>
                </a:lnTo>
                <a:lnTo>
                  <a:pt x="3192229" y="23778"/>
                </a:lnTo>
                <a:lnTo>
                  <a:pt x="3180588" y="17470"/>
                </a:lnTo>
                <a:lnTo>
                  <a:pt x="3166829" y="12132"/>
                </a:lnTo>
                <a:lnTo>
                  <a:pt x="3150954" y="7765"/>
                </a:lnTo>
                <a:lnTo>
                  <a:pt x="3132962" y="4368"/>
                </a:lnTo>
                <a:lnTo>
                  <a:pt x="3112854" y="1942"/>
                </a:lnTo>
                <a:lnTo>
                  <a:pt x="3090629" y="486"/>
                </a:lnTo>
                <a:lnTo>
                  <a:pt x="3066287" y="0"/>
                </a:lnTo>
                <a:lnTo>
                  <a:pt x="152400" y="0"/>
                </a:lnTo>
                <a:lnTo>
                  <a:pt x="128058" y="486"/>
                </a:lnTo>
                <a:lnTo>
                  <a:pt x="105833" y="1942"/>
                </a:lnTo>
                <a:lnTo>
                  <a:pt x="85725" y="4368"/>
                </a:lnTo>
                <a:lnTo>
                  <a:pt x="67733" y="7765"/>
                </a:lnTo>
                <a:lnTo>
                  <a:pt x="51858" y="12132"/>
                </a:lnTo>
                <a:lnTo>
                  <a:pt x="38100" y="17470"/>
                </a:lnTo>
                <a:lnTo>
                  <a:pt x="26458" y="23778"/>
                </a:lnTo>
                <a:lnTo>
                  <a:pt x="16933" y="31057"/>
                </a:lnTo>
                <a:lnTo>
                  <a:pt x="9525" y="39306"/>
                </a:lnTo>
                <a:lnTo>
                  <a:pt x="4233" y="48526"/>
                </a:lnTo>
                <a:lnTo>
                  <a:pt x="1058" y="58717"/>
                </a:lnTo>
                <a:lnTo>
                  <a:pt x="0" y="69877"/>
                </a:lnTo>
                <a:lnTo>
                  <a:pt x="0" y="768648"/>
                </a:lnTo>
                <a:lnTo>
                  <a:pt x="1058" y="779809"/>
                </a:lnTo>
                <a:lnTo>
                  <a:pt x="4233" y="789999"/>
                </a:lnTo>
                <a:lnTo>
                  <a:pt x="9525" y="799219"/>
                </a:lnTo>
                <a:lnTo>
                  <a:pt x="16933" y="807468"/>
                </a:lnTo>
                <a:lnTo>
                  <a:pt x="26458" y="814747"/>
                </a:lnTo>
                <a:lnTo>
                  <a:pt x="38100" y="821055"/>
                </a:lnTo>
                <a:lnTo>
                  <a:pt x="51858" y="826393"/>
                </a:lnTo>
                <a:lnTo>
                  <a:pt x="67733" y="830761"/>
                </a:lnTo>
                <a:lnTo>
                  <a:pt x="85725" y="834157"/>
                </a:lnTo>
                <a:lnTo>
                  <a:pt x="105833" y="836584"/>
                </a:lnTo>
                <a:lnTo>
                  <a:pt x="128058" y="838039"/>
                </a:lnTo>
                <a:lnTo>
                  <a:pt x="152400" y="838525"/>
                </a:lnTo>
                <a:close/>
              </a:path>
            </a:pathLst>
          </a:custGeom>
          <a:solidFill>
            <a:srgbClr val="EFE9F5"/>
          </a:solidFill>
          <a:ln w="15393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ditable path 6"/>
          <p:cNvSpPr/>
          <p:nvPr/>
        </p:nvSpPr>
        <p:spPr>
          <a:xfrm>
            <a:off x="6010656" y="1956556"/>
            <a:ext cx="1536191" cy="1062131"/>
          </a:xfrm>
          <a:custGeom>
            <a:avLst/>
            <a:gdLst/>
            <a:ahLst/>
            <a:cxnLst/>
            <a:rect l="l" t="t" r="r" b="b"/>
            <a:pathLst>
              <a:path w="1536191" h="1062131">
                <a:moveTo>
                  <a:pt x="152400" y="1062131"/>
                </a:moveTo>
                <a:lnTo>
                  <a:pt x="1383791" y="1062131"/>
                </a:lnTo>
                <a:lnTo>
                  <a:pt x="1408133" y="1061646"/>
                </a:lnTo>
                <a:lnTo>
                  <a:pt x="1430358" y="1060190"/>
                </a:lnTo>
                <a:lnTo>
                  <a:pt x="1450467" y="1057764"/>
                </a:lnTo>
                <a:lnTo>
                  <a:pt x="1468458" y="1054367"/>
                </a:lnTo>
                <a:lnTo>
                  <a:pt x="1484333" y="1049999"/>
                </a:lnTo>
                <a:lnTo>
                  <a:pt x="1498092" y="1044662"/>
                </a:lnTo>
                <a:lnTo>
                  <a:pt x="1509733" y="1038353"/>
                </a:lnTo>
                <a:lnTo>
                  <a:pt x="1519258" y="1031074"/>
                </a:lnTo>
                <a:lnTo>
                  <a:pt x="1526666" y="1022825"/>
                </a:lnTo>
                <a:lnTo>
                  <a:pt x="1531958" y="1013605"/>
                </a:lnTo>
                <a:lnTo>
                  <a:pt x="1535133" y="1003415"/>
                </a:lnTo>
                <a:lnTo>
                  <a:pt x="1536191" y="992254"/>
                </a:lnTo>
                <a:lnTo>
                  <a:pt x="1536191" y="69877"/>
                </a:lnTo>
                <a:lnTo>
                  <a:pt x="1535133" y="58717"/>
                </a:lnTo>
                <a:lnTo>
                  <a:pt x="1531958" y="48526"/>
                </a:lnTo>
                <a:lnTo>
                  <a:pt x="1526666" y="39306"/>
                </a:lnTo>
                <a:lnTo>
                  <a:pt x="1519258" y="31057"/>
                </a:lnTo>
                <a:lnTo>
                  <a:pt x="1509733" y="23778"/>
                </a:lnTo>
                <a:lnTo>
                  <a:pt x="1498092" y="17470"/>
                </a:lnTo>
                <a:lnTo>
                  <a:pt x="1484333" y="12132"/>
                </a:lnTo>
                <a:lnTo>
                  <a:pt x="1468458" y="7765"/>
                </a:lnTo>
                <a:lnTo>
                  <a:pt x="1450467" y="4368"/>
                </a:lnTo>
                <a:lnTo>
                  <a:pt x="1430358" y="1941"/>
                </a:lnTo>
                <a:lnTo>
                  <a:pt x="1408133" y="486"/>
                </a:lnTo>
                <a:lnTo>
                  <a:pt x="1383791" y="0"/>
                </a:lnTo>
                <a:lnTo>
                  <a:pt x="152400" y="0"/>
                </a:lnTo>
                <a:lnTo>
                  <a:pt x="128058" y="486"/>
                </a:lnTo>
                <a:lnTo>
                  <a:pt x="105833" y="1941"/>
                </a:lnTo>
                <a:lnTo>
                  <a:pt x="85725" y="4368"/>
                </a:lnTo>
                <a:lnTo>
                  <a:pt x="67733" y="7765"/>
                </a:lnTo>
                <a:lnTo>
                  <a:pt x="51858" y="12132"/>
                </a:lnTo>
                <a:lnTo>
                  <a:pt x="38100" y="17470"/>
                </a:lnTo>
                <a:lnTo>
                  <a:pt x="26458" y="23778"/>
                </a:lnTo>
                <a:lnTo>
                  <a:pt x="16933" y="31057"/>
                </a:lnTo>
                <a:lnTo>
                  <a:pt x="9525" y="39306"/>
                </a:lnTo>
                <a:lnTo>
                  <a:pt x="4233" y="48526"/>
                </a:lnTo>
                <a:lnTo>
                  <a:pt x="1058" y="58717"/>
                </a:lnTo>
                <a:lnTo>
                  <a:pt x="0" y="69877"/>
                </a:lnTo>
                <a:lnTo>
                  <a:pt x="0" y="992254"/>
                </a:lnTo>
                <a:lnTo>
                  <a:pt x="1058" y="1003415"/>
                </a:lnTo>
                <a:lnTo>
                  <a:pt x="4233" y="1013605"/>
                </a:lnTo>
                <a:lnTo>
                  <a:pt x="9525" y="1022825"/>
                </a:lnTo>
                <a:lnTo>
                  <a:pt x="16933" y="1031074"/>
                </a:lnTo>
                <a:lnTo>
                  <a:pt x="26458" y="1038353"/>
                </a:lnTo>
                <a:lnTo>
                  <a:pt x="38100" y="1044662"/>
                </a:lnTo>
                <a:lnTo>
                  <a:pt x="51858" y="1049999"/>
                </a:lnTo>
                <a:lnTo>
                  <a:pt x="67733" y="1054367"/>
                </a:lnTo>
                <a:lnTo>
                  <a:pt x="85725" y="1057764"/>
                </a:lnTo>
                <a:lnTo>
                  <a:pt x="105833" y="1060190"/>
                </a:lnTo>
                <a:lnTo>
                  <a:pt x="128058" y="1061646"/>
                </a:lnTo>
                <a:lnTo>
                  <a:pt x="152400" y="1062131"/>
                </a:lnTo>
                <a:close/>
              </a:path>
            </a:pathLst>
          </a:custGeom>
          <a:solidFill>
            <a:srgbClr val="FFF7EB"/>
          </a:solidFill>
          <a:ln w="15393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ditable path 7"/>
          <p:cNvSpPr/>
          <p:nvPr/>
        </p:nvSpPr>
        <p:spPr>
          <a:xfrm>
            <a:off x="7693152" y="1956556"/>
            <a:ext cx="1536192" cy="1062131"/>
          </a:xfrm>
          <a:custGeom>
            <a:avLst/>
            <a:gdLst/>
            <a:ahLst/>
            <a:cxnLst/>
            <a:rect l="l" t="t" r="r" b="b"/>
            <a:pathLst>
              <a:path w="1536192" h="1062131">
                <a:moveTo>
                  <a:pt x="152400" y="1062131"/>
                </a:moveTo>
                <a:lnTo>
                  <a:pt x="1383791" y="1062131"/>
                </a:lnTo>
                <a:lnTo>
                  <a:pt x="1408133" y="1061646"/>
                </a:lnTo>
                <a:lnTo>
                  <a:pt x="1430358" y="1060190"/>
                </a:lnTo>
                <a:lnTo>
                  <a:pt x="1450466" y="1057764"/>
                </a:lnTo>
                <a:lnTo>
                  <a:pt x="1468458" y="1054367"/>
                </a:lnTo>
                <a:lnTo>
                  <a:pt x="1484333" y="1049999"/>
                </a:lnTo>
                <a:lnTo>
                  <a:pt x="1498092" y="1044662"/>
                </a:lnTo>
                <a:lnTo>
                  <a:pt x="1509733" y="1038353"/>
                </a:lnTo>
                <a:lnTo>
                  <a:pt x="1519258" y="1031074"/>
                </a:lnTo>
                <a:lnTo>
                  <a:pt x="1526667" y="1022825"/>
                </a:lnTo>
                <a:lnTo>
                  <a:pt x="1531958" y="1013605"/>
                </a:lnTo>
                <a:lnTo>
                  <a:pt x="1535133" y="1003415"/>
                </a:lnTo>
                <a:lnTo>
                  <a:pt x="1536192" y="992254"/>
                </a:lnTo>
                <a:lnTo>
                  <a:pt x="1536192" y="69877"/>
                </a:lnTo>
                <a:lnTo>
                  <a:pt x="1535133" y="58717"/>
                </a:lnTo>
                <a:lnTo>
                  <a:pt x="1531958" y="48526"/>
                </a:lnTo>
                <a:lnTo>
                  <a:pt x="1526667" y="39306"/>
                </a:lnTo>
                <a:lnTo>
                  <a:pt x="1519258" y="31057"/>
                </a:lnTo>
                <a:lnTo>
                  <a:pt x="1509733" y="23778"/>
                </a:lnTo>
                <a:lnTo>
                  <a:pt x="1498092" y="17470"/>
                </a:lnTo>
                <a:lnTo>
                  <a:pt x="1484333" y="12132"/>
                </a:lnTo>
                <a:lnTo>
                  <a:pt x="1468458" y="7765"/>
                </a:lnTo>
                <a:lnTo>
                  <a:pt x="1450466" y="4368"/>
                </a:lnTo>
                <a:lnTo>
                  <a:pt x="1430358" y="1941"/>
                </a:lnTo>
                <a:lnTo>
                  <a:pt x="1408133" y="486"/>
                </a:lnTo>
                <a:lnTo>
                  <a:pt x="1383791" y="0"/>
                </a:lnTo>
                <a:lnTo>
                  <a:pt x="152400" y="0"/>
                </a:lnTo>
                <a:lnTo>
                  <a:pt x="128058" y="486"/>
                </a:lnTo>
                <a:lnTo>
                  <a:pt x="105833" y="1941"/>
                </a:lnTo>
                <a:lnTo>
                  <a:pt x="85725" y="4368"/>
                </a:lnTo>
                <a:lnTo>
                  <a:pt x="67733" y="7765"/>
                </a:lnTo>
                <a:lnTo>
                  <a:pt x="51858" y="12132"/>
                </a:lnTo>
                <a:lnTo>
                  <a:pt x="38100" y="17470"/>
                </a:lnTo>
                <a:lnTo>
                  <a:pt x="26458" y="23778"/>
                </a:lnTo>
                <a:lnTo>
                  <a:pt x="16933" y="31057"/>
                </a:lnTo>
                <a:lnTo>
                  <a:pt x="9525" y="39306"/>
                </a:lnTo>
                <a:lnTo>
                  <a:pt x="4233" y="48526"/>
                </a:lnTo>
                <a:lnTo>
                  <a:pt x="1058" y="58717"/>
                </a:lnTo>
                <a:lnTo>
                  <a:pt x="0" y="69877"/>
                </a:lnTo>
                <a:lnTo>
                  <a:pt x="0" y="992254"/>
                </a:lnTo>
                <a:lnTo>
                  <a:pt x="1058" y="1003415"/>
                </a:lnTo>
                <a:lnTo>
                  <a:pt x="4233" y="1013605"/>
                </a:lnTo>
                <a:lnTo>
                  <a:pt x="9525" y="1022825"/>
                </a:lnTo>
                <a:lnTo>
                  <a:pt x="16933" y="1031074"/>
                </a:lnTo>
                <a:lnTo>
                  <a:pt x="26458" y="1038353"/>
                </a:lnTo>
                <a:lnTo>
                  <a:pt x="38100" y="1044662"/>
                </a:lnTo>
                <a:lnTo>
                  <a:pt x="51858" y="1049999"/>
                </a:lnTo>
                <a:lnTo>
                  <a:pt x="67733" y="1054367"/>
                </a:lnTo>
                <a:lnTo>
                  <a:pt x="85725" y="1057764"/>
                </a:lnTo>
                <a:lnTo>
                  <a:pt x="105833" y="1060190"/>
                </a:lnTo>
                <a:lnTo>
                  <a:pt x="128058" y="1061646"/>
                </a:lnTo>
                <a:lnTo>
                  <a:pt x="152400" y="1062131"/>
                </a:lnTo>
                <a:close/>
              </a:path>
            </a:pathLst>
          </a:custGeom>
          <a:solidFill>
            <a:srgbClr val="EBF9F9"/>
          </a:solidFill>
          <a:ln w="15393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Editable path 8"/>
          <p:cNvSpPr/>
          <p:nvPr/>
        </p:nvSpPr>
        <p:spPr>
          <a:xfrm>
            <a:off x="9753599" y="391311"/>
            <a:ext cx="2316480" cy="3130491"/>
          </a:xfrm>
          <a:custGeom>
            <a:avLst/>
            <a:gdLst/>
            <a:ahLst/>
            <a:cxnLst/>
            <a:rect l="l" t="t" r="r" b="b"/>
            <a:pathLst>
              <a:path w="2316480" h="3130491">
                <a:moveTo>
                  <a:pt x="152400" y="3130491"/>
                </a:moveTo>
                <a:lnTo>
                  <a:pt x="2164081" y="3130491"/>
                </a:lnTo>
                <a:lnTo>
                  <a:pt x="2188422" y="3130005"/>
                </a:lnTo>
                <a:lnTo>
                  <a:pt x="2210647" y="3128549"/>
                </a:lnTo>
                <a:lnTo>
                  <a:pt x="2230755" y="3126123"/>
                </a:lnTo>
                <a:lnTo>
                  <a:pt x="2248747" y="3122726"/>
                </a:lnTo>
                <a:lnTo>
                  <a:pt x="2264622" y="3118359"/>
                </a:lnTo>
                <a:lnTo>
                  <a:pt x="2278380" y="3113021"/>
                </a:lnTo>
                <a:lnTo>
                  <a:pt x="2290022" y="3106713"/>
                </a:lnTo>
                <a:lnTo>
                  <a:pt x="2299547" y="3099434"/>
                </a:lnTo>
                <a:lnTo>
                  <a:pt x="2306955" y="3091184"/>
                </a:lnTo>
                <a:lnTo>
                  <a:pt x="2312247" y="3081964"/>
                </a:lnTo>
                <a:lnTo>
                  <a:pt x="2315422" y="3071774"/>
                </a:lnTo>
                <a:lnTo>
                  <a:pt x="2316480" y="3060613"/>
                </a:lnTo>
                <a:lnTo>
                  <a:pt x="2316480" y="69877"/>
                </a:lnTo>
                <a:lnTo>
                  <a:pt x="2315422" y="58716"/>
                </a:lnTo>
                <a:lnTo>
                  <a:pt x="2312247" y="48526"/>
                </a:lnTo>
                <a:lnTo>
                  <a:pt x="2306955" y="39306"/>
                </a:lnTo>
                <a:lnTo>
                  <a:pt x="2299547" y="31057"/>
                </a:lnTo>
                <a:lnTo>
                  <a:pt x="2290022" y="23778"/>
                </a:lnTo>
                <a:lnTo>
                  <a:pt x="2278380" y="17470"/>
                </a:lnTo>
                <a:lnTo>
                  <a:pt x="2264622" y="12132"/>
                </a:lnTo>
                <a:lnTo>
                  <a:pt x="2248747" y="7764"/>
                </a:lnTo>
                <a:lnTo>
                  <a:pt x="2230755" y="4368"/>
                </a:lnTo>
                <a:lnTo>
                  <a:pt x="2210647" y="1941"/>
                </a:lnTo>
                <a:lnTo>
                  <a:pt x="2188422" y="486"/>
                </a:lnTo>
                <a:lnTo>
                  <a:pt x="2164081" y="0"/>
                </a:lnTo>
                <a:lnTo>
                  <a:pt x="152400" y="0"/>
                </a:lnTo>
                <a:lnTo>
                  <a:pt x="128059" y="486"/>
                </a:lnTo>
                <a:lnTo>
                  <a:pt x="105834" y="1941"/>
                </a:lnTo>
                <a:lnTo>
                  <a:pt x="85725" y="4368"/>
                </a:lnTo>
                <a:lnTo>
                  <a:pt x="67734" y="7764"/>
                </a:lnTo>
                <a:lnTo>
                  <a:pt x="51859" y="12132"/>
                </a:lnTo>
                <a:lnTo>
                  <a:pt x="38100" y="17470"/>
                </a:lnTo>
                <a:lnTo>
                  <a:pt x="26459" y="23778"/>
                </a:lnTo>
                <a:lnTo>
                  <a:pt x="16934" y="31057"/>
                </a:lnTo>
                <a:lnTo>
                  <a:pt x="9525" y="39306"/>
                </a:lnTo>
                <a:lnTo>
                  <a:pt x="4234" y="48526"/>
                </a:lnTo>
                <a:lnTo>
                  <a:pt x="1059" y="58716"/>
                </a:lnTo>
                <a:lnTo>
                  <a:pt x="0" y="69877"/>
                </a:lnTo>
                <a:lnTo>
                  <a:pt x="0" y="3060613"/>
                </a:lnTo>
                <a:lnTo>
                  <a:pt x="1059" y="3071774"/>
                </a:lnTo>
                <a:lnTo>
                  <a:pt x="4234" y="3081964"/>
                </a:lnTo>
                <a:lnTo>
                  <a:pt x="9525" y="3091184"/>
                </a:lnTo>
                <a:lnTo>
                  <a:pt x="16934" y="3099434"/>
                </a:lnTo>
                <a:lnTo>
                  <a:pt x="26459" y="3106713"/>
                </a:lnTo>
                <a:lnTo>
                  <a:pt x="38100" y="3113021"/>
                </a:lnTo>
                <a:lnTo>
                  <a:pt x="51859" y="3118359"/>
                </a:lnTo>
                <a:lnTo>
                  <a:pt x="67734" y="3122726"/>
                </a:lnTo>
                <a:lnTo>
                  <a:pt x="85725" y="3126123"/>
                </a:lnTo>
                <a:lnTo>
                  <a:pt x="105834" y="3128549"/>
                </a:lnTo>
                <a:lnTo>
                  <a:pt x="128059" y="3130005"/>
                </a:lnTo>
                <a:lnTo>
                  <a:pt x="152400" y="3130491"/>
                </a:lnTo>
                <a:close/>
              </a:path>
            </a:pathLst>
          </a:custGeom>
          <a:solidFill>
            <a:srgbClr val="EAF6EC"/>
          </a:solidFill>
          <a:ln w="15393">
            <a:solidFill>
              <a:srgbClr val="4E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Editable path 9"/>
          <p:cNvSpPr/>
          <p:nvPr/>
        </p:nvSpPr>
        <p:spPr>
          <a:xfrm>
            <a:off x="9875520" y="950327"/>
            <a:ext cx="2072639" cy="894426"/>
          </a:xfrm>
          <a:custGeom>
            <a:avLst/>
            <a:gdLst/>
            <a:ahLst/>
            <a:cxnLst/>
            <a:rect l="l" t="t" r="r" b="b"/>
            <a:pathLst>
              <a:path w="2072639" h="894426">
                <a:moveTo>
                  <a:pt x="152400" y="894426"/>
                </a:moveTo>
                <a:lnTo>
                  <a:pt x="1920239" y="894426"/>
                </a:lnTo>
                <a:lnTo>
                  <a:pt x="1944581" y="893941"/>
                </a:lnTo>
                <a:lnTo>
                  <a:pt x="1966806" y="892485"/>
                </a:lnTo>
                <a:lnTo>
                  <a:pt x="1986914" y="890059"/>
                </a:lnTo>
                <a:lnTo>
                  <a:pt x="2004906" y="886662"/>
                </a:lnTo>
                <a:lnTo>
                  <a:pt x="2020781" y="882295"/>
                </a:lnTo>
                <a:lnTo>
                  <a:pt x="2034539" y="876957"/>
                </a:lnTo>
                <a:lnTo>
                  <a:pt x="2046181" y="870649"/>
                </a:lnTo>
                <a:lnTo>
                  <a:pt x="2055706" y="863370"/>
                </a:lnTo>
                <a:lnTo>
                  <a:pt x="2063114" y="855120"/>
                </a:lnTo>
                <a:lnTo>
                  <a:pt x="2068406" y="845901"/>
                </a:lnTo>
                <a:lnTo>
                  <a:pt x="2071581" y="835710"/>
                </a:lnTo>
                <a:lnTo>
                  <a:pt x="2072639" y="824549"/>
                </a:lnTo>
                <a:lnTo>
                  <a:pt x="2072639" y="69877"/>
                </a:lnTo>
                <a:lnTo>
                  <a:pt x="2071581" y="58717"/>
                </a:lnTo>
                <a:lnTo>
                  <a:pt x="2068406" y="48526"/>
                </a:lnTo>
                <a:lnTo>
                  <a:pt x="2063114" y="39306"/>
                </a:lnTo>
                <a:lnTo>
                  <a:pt x="2055706" y="31057"/>
                </a:lnTo>
                <a:lnTo>
                  <a:pt x="2046181" y="23778"/>
                </a:lnTo>
                <a:lnTo>
                  <a:pt x="2034539" y="17470"/>
                </a:lnTo>
                <a:lnTo>
                  <a:pt x="2020781" y="12132"/>
                </a:lnTo>
                <a:lnTo>
                  <a:pt x="2004906" y="7765"/>
                </a:lnTo>
                <a:lnTo>
                  <a:pt x="1986914" y="4368"/>
                </a:lnTo>
                <a:lnTo>
                  <a:pt x="1966806" y="1942"/>
                </a:lnTo>
                <a:lnTo>
                  <a:pt x="1944581" y="486"/>
                </a:lnTo>
                <a:lnTo>
                  <a:pt x="1920239" y="0"/>
                </a:lnTo>
                <a:lnTo>
                  <a:pt x="152400" y="0"/>
                </a:lnTo>
                <a:lnTo>
                  <a:pt x="128058" y="486"/>
                </a:lnTo>
                <a:lnTo>
                  <a:pt x="105833" y="1942"/>
                </a:lnTo>
                <a:lnTo>
                  <a:pt x="85724" y="4368"/>
                </a:lnTo>
                <a:lnTo>
                  <a:pt x="67733" y="7765"/>
                </a:lnTo>
                <a:lnTo>
                  <a:pt x="51858" y="12132"/>
                </a:lnTo>
                <a:lnTo>
                  <a:pt x="38099" y="17470"/>
                </a:lnTo>
                <a:lnTo>
                  <a:pt x="26458" y="23778"/>
                </a:lnTo>
                <a:lnTo>
                  <a:pt x="16933" y="31057"/>
                </a:lnTo>
                <a:lnTo>
                  <a:pt x="9525" y="39306"/>
                </a:lnTo>
                <a:lnTo>
                  <a:pt x="4233" y="48526"/>
                </a:lnTo>
                <a:lnTo>
                  <a:pt x="1058" y="58717"/>
                </a:lnTo>
                <a:lnTo>
                  <a:pt x="0" y="69877"/>
                </a:lnTo>
                <a:lnTo>
                  <a:pt x="0" y="824549"/>
                </a:lnTo>
                <a:lnTo>
                  <a:pt x="1058" y="835710"/>
                </a:lnTo>
                <a:lnTo>
                  <a:pt x="4233" y="845901"/>
                </a:lnTo>
                <a:lnTo>
                  <a:pt x="9525" y="855120"/>
                </a:lnTo>
                <a:lnTo>
                  <a:pt x="16933" y="863370"/>
                </a:lnTo>
                <a:lnTo>
                  <a:pt x="26458" y="870649"/>
                </a:lnTo>
                <a:lnTo>
                  <a:pt x="38099" y="876957"/>
                </a:lnTo>
                <a:lnTo>
                  <a:pt x="51858" y="882295"/>
                </a:lnTo>
                <a:lnTo>
                  <a:pt x="67733" y="886662"/>
                </a:lnTo>
                <a:lnTo>
                  <a:pt x="85724" y="890059"/>
                </a:lnTo>
                <a:lnTo>
                  <a:pt x="105833" y="892485"/>
                </a:lnTo>
                <a:lnTo>
                  <a:pt x="128058" y="893941"/>
                </a:lnTo>
                <a:lnTo>
                  <a:pt x="152400" y="894426"/>
                </a:lnTo>
                <a:close/>
              </a:path>
            </a:pathLst>
          </a:custGeom>
          <a:solidFill>
            <a:srgbClr val="EAF6EC"/>
          </a:solidFill>
          <a:ln w="15393">
            <a:solidFill>
              <a:srgbClr val="4E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Editable path 10"/>
          <p:cNvSpPr/>
          <p:nvPr/>
        </p:nvSpPr>
        <p:spPr>
          <a:xfrm>
            <a:off x="121920" y="3857211"/>
            <a:ext cx="5364480" cy="1453442"/>
          </a:xfrm>
          <a:custGeom>
            <a:avLst/>
            <a:gdLst/>
            <a:ahLst/>
            <a:cxnLst/>
            <a:rect l="l" t="t" r="r" b="b"/>
            <a:pathLst>
              <a:path w="5364480" h="1453442">
                <a:moveTo>
                  <a:pt x="152400" y="1453442"/>
                </a:moveTo>
                <a:lnTo>
                  <a:pt x="5212080" y="1453442"/>
                </a:lnTo>
                <a:lnTo>
                  <a:pt x="5236421" y="1452956"/>
                </a:lnTo>
                <a:lnTo>
                  <a:pt x="5258646" y="1451501"/>
                </a:lnTo>
                <a:lnTo>
                  <a:pt x="5278755" y="1449074"/>
                </a:lnTo>
                <a:lnTo>
                  <a:pt x="5296746" y="1445678"/>
                </a:lnTo>
                <a:lnTo>
                  <a:pt x="5312621" y="1441310"/>
                </a:lnTo>
                <a:lnTo>
                  <a:pt x="5326380" y="1435972"/>
                </a:lnTo>
                <a:lnTo>
                  <a:pt x="5338021" y="1429664"/>
                </a:lnTo>
                <a:lnTo>
                  <a:pt x="5347546" y="1422385"/>
                </a:lnTo>
                <a:lnTo>
                  <a:pt x="5354955" y="1414136"/>
                </a:lnTo>
                <a:lnTo>
                  <a:pt x="5360246" y="1404916"/>
                </a:lnTo>
                <a:lnTo>
                  <a:pt x="5363421" y="1394726"/>
                </a:lnTo>
                <a:lnTo>
                  <a:pt x="5364480" y="1383565"/>
                </a:lnTo>
                <a:lnTo>
                  <a:pt x="5364480" y="69877"/>
                </a:lnTo>
                <a:lnTo>
                  <a:pt x="5363421" y="58716"/>
                </a:lnTo>
                <a:lnTo>
                  <a:pt x="5360246" y="48526"/>
                </a:lnTo>
                <a:lnTo>
                  <a:pt x="5354955" y="39306"/>
                </a:lnTo>
                <a:lnTo>
                  <a:pt x="5347546" y="31056"/>
                </a:lnTo>
                <a:lnTo>
                  <a:pt x="5338021" y="23778"/>
                </a:lnTo>
                <a:lnTo>
                  <a:pt x="5326380" y="17469"/>
                </a:lnTo>
                <a:lnTo>
                  <a:pt x="5312621" y="12131"/>
                </a:lnTo>
                <a:lnTo>
                  <a:pt x="5296746" y="7764"/>
                </a:lnTo>
                <a:lnTo>
                  <a:pt x="5278755" y="4367"/>
                </a:lnTo>
                <a:lnTo>
                  <a:pt x="5258646" y="1941"/>
                </a:lnTo>
                <a:lnTo>
                  <a:pt x="5236421" y="485"/>
                </a:lnTo>
                <a:lnTo>
                  <a:pt x="5212080" y="0"/>
                </a:lnTo>
                <a:lnTo>
                  <a:pt x="152400" y="0"/>
                </a:lnTo>
                <a:lnTo>
                  <a:pt x="128058" y="485"/>
                </a:lnTo>
                <a:lnTo>
                  <a:pt x="105833" y="1941"/>
                </a:lnTo>
                <a:lnTo>
                  <a:pt x="85725" y="4367"/>
                </a:lnTo>
                <a:lnTo>
                  <a:pt x="67733" y="7764"/>
                </a:lnTo>
                <a:lnTo>
                  <a:pt x="51858" y="12131"/>
                </a:lnTo>
                <a:lnTo>
                  <a:pt x="38100" y="17469"/>
                </a:lnTo>
                <a:lnTo>
                  <a:pt x="26458" y="23778"/>
                </a:lnTo>
                <a:lnTo>
                  <a:pt x="16933" y="31056"/>
                </a:lnTo>
                <a:lnTo>
                  <a:pt x="9525" y="39306"/>
                </a:lnTo>
                <a:lnTo>
                  <a:pt x="4233" y="48526"/>
                </a:lnTo>
                <a:lnTo>
                  <a:pt x="1058" y="58716"/>
                </a:lnTo>
                <a:lnTo>
                  <a:pt x="0" y="69877"/>
                </a:lnTo>
                <a:lnTo>
                  <a:pt x="0" y="1383565"/>
                </a:lnTo>
                <a:lnTo>
                  <a:pt x="1058" y="1394726"/>
                </a:lnTo>
                <a:lnTo>
                  <a:pt x="4233" y="1404916"/>
                </a:lnTo>
                <a:lnTo>
                  <a:pt x="9525" y="1414136"/>
                </a:lnTo>
                <a:lnTo>
                  <a:pt x="16933" y="1422385"/>
                </a:lnTo>
                <a:lnTo>
                  <a:pt x="26458" y="1429664"/>
                </a:lnTo>
                <a:lnTo>
                  <a:pt x="38100" y="1435972"/>
                </a:lnTo>
                <a:lnTo>
                  <a:pt x="51858" y="1441310"/>
                </a:lnTo>
                <a:lnTo>
                  <a:pt x="67733" y="1445678"/>
                </a:lnTo>
                <a:lnTo>
                  <a:pt x="85725" y="1449074"/>
                </a:lnTo>
                <a:lnTo>
                  <a:pt x="105833" y="1451501"/>
                </a:lnTo>
                <a:lnTo>
                  <a:pt x="128058" y="1452956"/>
                </a:lnTo>
                <a:lnTo>
                  <a:pt x="152400" y="1453442"/>
                </a:lnTo>
                <a:close/>
              </a:path>
            </a:pathLst>
          </a:custGeom>
          <a:solidFill>
            <a:srgbClr val="EFE9F5"/>
          </a:solidFill>
          <a:ln w="15393">
            <a:solidFill>
              <a:srgbClr val="7C5A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Editable path 11"/>
          <p:cNvSpPr/>
          <p:nvPr/>
        </p:nvSpPr>
        <p:spPr>
          <a:xfrm>
            <a:off x="5852160" y="3857211"/>
            <a:ext cx="6217919" cy="1453442"/>
          </a:xfrm>
          <a:custGeom>
            <a:avLst/>
            <a:gdLst/>
            <a:ahLst/>
            <a:cxnLst/>
            <a:rect l="l" t="t" r="r" b="b"/>
            <a:pathLst>
              <a:path w="6217919" h="1453442">
                <a:moveTo>
                  <a:pt x="152400" y="1453442"/>
                </a:moveTo>
                <a:lnTo>
                  <a:pt x="6065520" y="1453442"/>
                </a:lnTo>
                <a:lnTo>
                  <a:pt x="6089861" y="1452956"/>
                </a:lnTo>
                <a:lnTo>
                  <a:pt x="6112086" y="1451501"/>
                </a:lnTo>
                <a:lnTo>
                  <a:pt x="6132194" y="1449074"/>
                </a:lnTo>
                <a:lnTo>
                  <a:pt x="6150186" y="1445678"/>
                </a:lnTo>
                <a:lnTo>
                  <a:pt x="6166061" y="1441310"/>
                </a:lnTo>
                <a:lnTo>
                  <a:pt x="6179819" y="1435972"/>
                </a:lnTo>
                <a:lnTo>
                  <a:pt x="6191461" y="1429664"/>
                </a:lnTo>
                <a:lnTo>
                  <a:pt x="6200986" y="1422385"/>
                </a:lnTo>
                <a:lnTo>
                  <a:pt x="6208394" y="1414136"/>
                </a:lnTo>
                <a:lnTo>
                  <a:pt x="6213686" y="1404916"/>
                </a:lnTo>
                <a:lnTo>
                  <a:pt x="6216861" y="1394726"/>
                </a:lnTo>
                <a:lnTo>
                  <a:pt x="6217919" y="1383565"/>
                </a:lnTo>
                <a:lnTo>
                  <a:pt x="6217919" y="69877"/>
                </a:lnTo>
                <a:lnTo>
                  <a:pt x="6216861" y="58716"/>
                </a:lnTo>
                <a:lnTo>
                  <a:pt x="6213686" y="48526"/>
                </a:lnTo>
                <a:lnTo>
                  <a:pt x="6208394" y="39306"/>
                </a:lnTo>
                <a:lnTo>
                  <a:pt x="6200986" y="31056"/>
                </a:lnTo>
                <a:lnTo>
                  <a:pt x="6191461" y="23778"/>
                </a:lnTo>
                <a:lnTo>
                  <a:pt x="6179819" y="17469"/>
                </a:lnTo>
                <a:lnTo>
                  <a:pt x="6166061" y="12131"/>
                </a:lnTo>
                <a:lnTo>
                  <a:pt x="6150186" y="7764"/>
                </a:lnTo>
                <a:lnTo>
                  <a:pt x="6132194" y="4367"/>
                </a:lnTo>
                <a:lnTo>
                  <a:pt x="6112086" y="1941"/>
                </a:lnTo>
                <a:lnTo>
                  <a:pt x="6089861" y="485"/>
                </a:lnTo>
                <a:lnTo>
                  <a:pt x="6065520" y="0"/>
                </a:lnTo>
                <a:lnTo>
                  <a:pt x="152400" y="0"/>
                </a:lnTo>
                <a:lnTo>
                  <a:pt x="128058" y="485"/>
                </a:lnTo>
                <a:lnTo>
                  <a:pt x="105833" y="1941"/>
                </a:lnTo>
                <a:lnTo>
                  <a:pt x="85725" y="4367"/>
                </a:lnTo>
                <a:lnTo>
                  <a:pt x="67733" y="7764"/>
                </a:lnTo>
                <a:lnTo>
                  <a:pt x="51858" y="12131"/>
                </a:lnTo>
                <a:lnTo>
                  <a:pt x="38100" y="17469"/>
                </a:lnTo>
                <a:lnTo>
                  <a:pt x="26458" y="23778"/>
                </a:lnTo>
                <a:lnTo>
                  <a:pt x="16933" y="31056"/>
                </a:lnTo>
                <a:lnTo>
                  <a:pt x="9525" y="39306"/>
                </a:lnTo>
                <a:lnTo>
                  <a:pt x="4233" y="48526"/>
                </a:lnTo>
                <a:lnTo>
                  <a:pt x="1058" y="58716"/>
                </a:lnTo>
                <a:lnTo>
                  <a:pt x="0" y="69877"/>
                </a:lnTo>
                <a:lnTo>
                  <a:pt x="0" y="1383565"/>
                </a:lnTo>
                <a:lnTo>
                  <a:pt x="1058" y="1394726"/>
                </a:lnTo>
                <a:lnTo>
                  <a:pt x="4233" y="1404916"/>
                </a:lnTo>
                <a:lnTo>
                  <a:pt x="9525" y="1414136"/>
                </a:lnTo>
                <a:lnTo>
                  <a:pt x="16933" y="1422385"/>
                </a:lnTo>
                <a:lnTo>
                  <a:pt x="26458" y="1429664"/>
                </a:lnTo>
                <a:lnTo>
                  <a:pt x="38100" y="1435972"/>
                </a:lnTo>
                <a:lnTo>
                  <a:pt x="51858" y="1441310"/>
                </a:lnTo>
                <a:lnTo>
                  <a:pt x="67733" y="1445678"/>
                </a:lnTo>
                <a:lnTo>
                  <a:pt x="85725" y="1449074"/>
                </a:lnTo>
                <a:lnTo>
                  <a:pt x="105833" y="1451501"/>
                </a:lnTo>
                <a:lnTo>
                  <a:pt x="128058" y="1452956"/>
                </a:lnTo>
                <a:lnTo>
                  <a:pt x="152400" y="1453442"/>
                </a:lnTo>
                <a:close/>
              </a:path>
            </a:pathLst>
          </a:custGeom>
          <a:solidFill>
            <a:srgbClr val="EEF0F3"/>
          </a:solidFill>
          <a:ln w="15393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Editable path 12"/>
          <p:cNvSpPr/>
          <p:nvPr/>
        </p:nvSpPr>
        <p:spPr>
          <a:xfrm>
            <a:off x="3291840" y="1062131"/>
            <a:ext cx="1828800" cy="279508"/>
          </a:xfrm>
          <a:custGeom>
            <a:avLst/>
            <a:gdLst/>
            <a:ahLst/>
            <a:cxnLst/>
            <a:rect l="l" t="t" r="r" b="b"/>
            <a:pathLst>
              <a:path w="1828800" h="279508">
                <a:moveTo>
                  <a:pt x="0" y="223606"/>
                </a:moveTo>
                <a:lnTo>
                  <a:pt x="365760" y="223606"/>
                </a:lnTo>
                <a:lnTo>
                  <a:pt x="853440" y="0"/>
                </a:lnTo>
                <a:lnTo>
                  <a:pt x="1341120" y="0"/>
                </a:lnTo>
                <a:lnTo>
                  <a:pt x="1828800" y="279508"/>
                </a:lnTo>
              </a:path>
            </a:pathLst>
          </a:custGeom>
          <a:noFill/>
          <a:ln w="28419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ditable path 13"/>
          <p:cNvSpPr/>
          <p:nvPr/>
        </p:nvSpPr>
        <p:spPr>
          <a:xfrm>
            <a:off x="3263420" y="1257318"/>
            <a:ext cx="56839" cy="56839"/>
          </a:xfrm>
          <a:custGeom>
            <a:avLst/>
            <a:gdLst/>
            <a:ahLst/>
            <a:cxnLst/>
            <a:rect l="l" t="t" r="r" b="b"/>
            <a:pathLst>
              <a:path w="56839" h="56839">
                <a:moveTo>
                  <a:pt x="28420" y="56839"/>
                </a:moveTo>
                <a:lnTo>
                  <a:pt x="30297" y="56777"/>
                </a:lnTo>
                <a:lnTo>
                  <a:pt x="32155" y="56592"/>
                </a:lnTo>
                <a:lnTo>
                  <a:pt x="33990" y="56288"/>
                </a:lnTo>
                <a:lnTo>
                  <a:pt x="35795" y="55865"/>
                </a:lnTo>
                <a:lnTo>
                  <a:pt x="37566" y="55327"/>
                </a:lnTo>
                <a:lnTo>
                  <a:pt x="39295" y="54675"/>
                </a:lnTo>
                <a:lnTo>
                  <a:pt x="40979" y="53913"/>
                </a:lnTo>
                <a:lnTo>
                  <a:pt x="42612" y="53041"/>
                </a:lnTo>
                <a:lnTo>
                  <a:pt x="44187" y="52064"/>
                </a:lnTo>
                <a:lnTo>
                  <a:pt x="45700" y="50982"/>
                </a:lnTo>
                <a:lnTo>
                  <a:pt x="47144" y="49798"/>
                </a:lnTo>
                <a:lnTo>
                  <a:pt x="48515" y="48515"/>
                </a:lnTo>
                <a:lnTo>
                  <a:pt x="49799" y="47144"/>
                </a:lnTo>
                <a:lnTo>
                  <a:pt x="50983" y="45699"/>
                </a:lnTo>
                <a:lnTo>
                  <a:pt x="52064" y="44186"/>
                </a:lnTo>
                <a:lnTo>
                  <a:pt x="53042" y="42611"/>
                </a:lnTo>
                <a:lnTo>
                  <a:pt x="53913" y="40979"/>
                </a:lnTo>
                <a:lnTo>
                  <a:pt x="54676" y="39295"/>
                </a:lnTo>
                <a:lnTo>
                  <a:pt x="55327" y="37565"/>
                </a:lnTo>
                <a:lnTo>
                  <a:pt x="55866" y="35795"/>
                </a:lnTo>
                <a:lnTo>
                  <a:pt x="56288" y="33989"/>
                </a:lnTo>
                <a:lnTo>
                  <a:pt x="56593" y="32155"/>
                </a:lnTo>
                <a:lnTo>
                  <a:pt x="56777" y="30296"/>
                </a:lnTo>
                <a:lnTo>
                  <a:pt x="56839" y="28419"/>
                </a:lnTo>
                <a:lnTo>
                  <a:pt x="56777" y="26542"/>
                </a:lnTo>
                <a:lnTo>
                  <a:pt x="56593" y="24684"/>
                </a:lnTo>
                <a:lnTo>
                  <a:pt x="56288" y="22849"/>
                </a:lnTo>
                <a:lnTo>
                  <a:pt x="55866" y="21044"/>
                </a:lnTo>
                <a:lnTo>
                  <a:pt x="55327" y="19273"/>
                </a:lnTo>
                <a:lnTo>
                  <a:pt x="54676" y="17543"/>
                </a:lnTo>
                <a:lnTo>
                  <a:pt x="53913" y="15860"/>
                </a:lnTo>
                <a:lnTo>
                  <a:pt x="53042" y="14227"/>
                </a:lnTo>
                <a:lnTo>
                  <a:pt x="52064" y="12652"/>
                </a:lnTo>
                <a:lnTo>
                  <a:pt x="50983" y="11139"/>
                </a:lnTo>
                <a:lnTo>
                  <a:pt x="49799" y="9694"/>
                </a:lnTo>
                <a:lnTo>
                  <a:pt x="48515" y="8323"/>
                </a:lnTo>
                <a:lnTo>
                  <a:pt x="47144" y="7040"/>
                </a:lnTo>
                <a:lnTo>
                  <a:pt x="45700" y="5856"/>
                </a:lnTo>
                <a:lnTo>
                  <a:pt x="44187" y="4774"/>
                </a:lnTo>
                <a:lnTo>
                  <a:pt x="42612" y="3797"/>
                </a:lnTo>
                <a:lnTo>
                  <a:pt x="40979" y="2925"/>
                </a:lnTo>
                <a:lnTo>
                  <a:pt x="39295" y="2163"/>
                </a:lnTo>
                <a:lnTo>
                  <a:pt x="37566" y="1511"/>
                </a:lnTo>
                <a:lnTo>
                  <a:pt x="35795" y="973"/>
                </a:lnTo>
                <a:lnTo>
                  <a:pt x="33990" y="551"/>
                </a:lnTo>
                <a:lnTo>
                  <a:pt x="32155" y="246"/>
                </a:lnTo>
                <a:lnTo>
                  <a:pt x="30297" y="62"/>
                </a:lnTo>
                <a:lnTo>
                  <a:pt x="28420" y="0"/>
                </a:lnTo>
                <a:lnTo>
                  <a:pt x="26543" y="62"/>
                </a:lnTo>
                <a:lnTo>
                  <a:pt x="24684" y="246"/>
                </a:lnTo>
                <a:lnTo>
                  <a:pt x="22850" y="551"/>
                </a:lnTo>
                <a:lnTo>
                  <a:pt x="21045" y="973"/>
                </a:lnTo>
                <a:lnTo>
                  <a:pt x="19274" y="1511"/>
                </a:lnTo>
                <a:lnTo>
                  <a:pt x="17544" y="2163"/>
                </a:lnTo>
                <a:lnTo>
                  <a:pt x="15860" y="2925"/>
                </a:lnTo>
                <a:lnTo>
                  <a:pt x="14228" y="3797"/>
                </a:lnTo>
                <a:lnTo>
                  <a:pt x="12653" y="4774"/>
                </a:lnTo>
                <a:lnTo>
                  <a:pt x="11140" y="5856"/>
                </a:lnTo>
                <a:lnTo>
                  <a:pt x="9695" y="7040"/>
                </a:lnTo>
                <a:lnTo>
                  <a:pt x="8324" y="8323"/>
                </a:lnTo>
                <a:lnTo>
                  <a:pt x="7041" y="9694"/>
                </a:lnTo>
                <a:lnTo>
                  <a:pt x="5857" y="11139"/>
                </a:lnTo>
                <a:lnTo>
                  <a:pt x="4775" y="12652"/>
                </a:lnTo>
                <a:lnTo>
                  <a:pt x="3798" y="14227"/>
                </a:lnTo>
                <a:lnTo>
                  <a:pt x="2926" y="15860"/>
                </a:lnTo>
                <a:lnTo>
                  <a:pt x="2164" y="17543"/>
                </a:lnTo>
                <a:lnTo>
                  <a:pt x="1512" y="19273"/>
                </a:lnTo>
                <a:lnTo>
                  <a:pt x="974" y="21044"/>
                </a:lnTo>
                <a:lnTo>
                  <a:pt x="551" y="22849"/>
                </a:lnTo>
                <a:lnTo>
                  <a:pt x="247" y="24684"/>
                </a:lnTo>
                <a:lnTo>
                  <a:pt x="62" y="26542"/>
                </a:lnTo>
                <a:lnTo>
                  <a:pt x="0" y="28419"/>
                </a:lnTo>
                <a:lnTo>
                  <a:pt x="62" y="30296"/>
                </a:lnTo>
                <a:lnTo>
                  <a:pt x="247" y="32155"/>
                </a:lnTo>
                <a:lnTo>
                  <a:pt x="551" y="33989"/>
                </a:lnTo>
                <a:lnTo>
                  <a:pt x="974" y="35795"/>
                </a:lnTo>
                <a:lnTo>
                  <a:pt x="1512" y="37565"/>
                </a:lnTo>
                <a:lnTo>
                  <a:pt x="2164" y="39295"/>
                </a:lnTo>
                <a:lnTo>
                  <a:pt x="2926" y="40979"/>
                </a:lnTo>
                <a:lnTo>
                  <a:pt x="3798" y="42611"/>
                </a:lnTo>
                <a:lnTo>
                  <a:pt x="4775" y="44186"/>
                </a:lnTo>
                <a:lnTo>
                  <a:pt x="5857" y="45699"/>
                </a:lnTo>
                <a:lnTo>
                  <a:pt x="7041" y="47144"/>
                </a:lnTo>
                <a:lnTo>
                  <a:pt x="8324" y="48515"/>
                </a:lnTo>
                <a:lnTo>
                  <a:pt x="9695" y="49798"/>
                </a:lnTo>
                <a:lnTo>
                  <a:pt x="11140" y="50982"/>
                </a:lnTo>
                <a:lnTo>
                  <a:pt x="12653" y="52064"/>
                </a:lnTo>
                <a:lnTo>
                  <a:pt x="14228" y="53041"/>
                </a:lnTo>
                <a:lnTo>
                  <a:pt x="15860" y="53913"/>
                </a:lnTo>
                <a:lnTo>
                  <a:pt x="17544" y="54675"/>
                </a:lnTo>
                <a:lnTo>
                  <a:pt x="19274" y="55327"/>
                </a:lnTo>
                <a:lnTo>
                  <a:pt x="21045" y="55865"/>
                </a:lnTo>
                <a:lnTo>
                  <a:pt x="22850" y="56288"/>
                </a:lnTo>
                <a:lnTo>
                  <a:pt x="24684" y="56592"/>
                </a:lnTo>
                <a:lnTo>
                  <a:pt x="26543" y="56777"/>
                </a:lnTo>
                <a:lnTo>
                  <a:pt x="28420" y="56839"/>
                </a:lnTo>
                <a:close/>
              </a:path>
            </a:pathLst>
          </a:custGeom>
          <a:solidFill>
            <a:srgbClr val="7C5AA6"/>
          </a:solidFill>
          <a:ln w="23682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Editable path 14"/>
          <p:cNvSpPr/>
          <p:nvPr/>
        </p:nvSpPr>
        <p:spPr>
          <a:xfrm>
            <a:off x="3629180" y="1257318"/>
            <a:ext cx="56839" cy="56839"/>
          </a:xfrm>
          <a:custGeom>
            <a:avLst/>
            <a:gdLst/>
            <a:ahLst/>
            <a:cxnLst/>
            <a:rect l="l" t="t" r="r" b="b"/>
            <a:pathLst>
              <a:path w="56839" h="56839">
                <a:moveTo>
                  <a:pt x="28420" y="56839"/>
                </a:moveTo>
                <a:lnTo>
                  <a:pt x="30297" y="56777"/>
                </a:lnTo>
                <a:lnTo>
                  <a:pt x="32155" y="56592"/>
                </a:lnTo>
                <a:lnTo>
                  <a:pt x="33990" y="56288"/>
                </a:lnTo>
                <a:lnTo>
                  <a:pt x="35795" y="55865"/>
                </a:lnTo>
                <a:lnTo>
                  <a:pt x="37566" y="55327"/>
                </a:lnTo>
                <a:lnTo>
                  <a:pt x="39295" y="54675"/>
                </a:lnTo>
                <a:lnTo>
                  <a:pt x="40979" y="53913"/>
                </a:lnTo>
                <a:lnTo>
                  <a:pt x="42612" y="53041"/>
                </a:lnTo>
                <a:lnTo>
                  <a:pt x="44187" y="52064"/>
                </a:lnTo>
                <a:lnTo>
                  <a:pt x="45700" y="50982"/>
                </a:lnTo>
                <a:lnTo>
                  <a:pt x="47144" y="49798"/>
                </a:lnTo>
                <a:lnTo>
                  <a:pt x="48515" y="48515"/>
                </a:lnTo>
                <a:lnTo>
                  <a:pt x="49799" y="47144"/>
                </a:lnTo>
                <a:lnTo>
                  <a:pt x="50983" y="45699"/>
                </a:lnTo>
                <a:lnTo>
                  <a:pt x="52064" y="44186"/>
                </a:lnTo>
                <a:lnTo>
                  <a:pt x="53042" y="42611"/>
                </a:lnTo>
                <a:lnTo>
                  <a:pt x="53913" y="40979"/>
                </a:lnTo>
                <a:lnTo>
                  <a:pt x="54676" y="39295"/>
                </a:lnTo>
                <a:lnTo>
                  <a:pt x="55327" y="37565"/>
                </a:lnTo>
                <a:lnTo>
                  <a:pt x="55866" y="35795"/>
                </a:lnTo>
                <a:lnTo>
                  <a:pt x="56288" y="33989"/>
                </a:lnTo>
                <a:lnTo>
                  <a:pt x="56593" y="32155"/>
                </a:lnTo>
                <a:lnTo>
                  <a:pt x="56777" y="30296"/>
                </a:lnTo>
                <a:lnTo>
                  <a:pt x="56839" y="28419"/>
                </a:lnTo>
                <a:lnTo>
                  <a:pt x="56777" y="26542"/>
                </a:lnTo>
                <a:lnTo>
                  <a:pt x="56593" y="24684"/>
                </a:lnTo>
                <a:lnTo>
                  <a:pt x="56288" y="22849"/>
                </a:lnTo>
                <a:lnTo>
                  <a:pt x="55866" y="21044"/>
                </a:lnTo>
                <a:lnTo>
                  <a:pt x="55327" y="19273"/>
                </a:lnTo>
                <a:lnTo>
                  <a:pt x="54676" y="17543"/>
                </a:lnTo>
                <a:lnTo>
                  <a:pt x="53913" y="15860"/>
                </a:lnTo>
                <a:lnTo>
                  <a:pt x="53042" y="14227"/>
                </a:lnTo>
                <a:lnTo>
                  <a:pt x="52064" y="12652"/>
                </a:lnTo>
                <a:lnTo>
                  <a:pt x="50983" y="11139"/>
                </a:lnTo>
                <a:lnTo>
                  <a:pt x="49799" y="9694"/>
                </a:lnTo>
                <a:lnTo>
                  <a:pt x="48515" y="8323"/>
                </a:lnTo>
                <a:lnTo>
                  <a:pt x="47144" y="7040"/>
                </a:lnTo>
                <a:lnTo>
                  <a:pt x="45700" y="5856"/>
                </a:lnTo>
                <a:lnTo>
                  <a:pt x="44187" y="4774"/>
                </a:lnTo>
                <a:lnTo>
                  <a:pt x="42612" y="3797"/>
                </a:lnTo>
                <a:lnTo>
                  <a:pt x="40979" y="2925"/>
                </a:lnTo>
                <a:lnTo>
                  <a:pt x="39295" y="2163"/>
                </a:lnTo>
                <a:lnTo>
                  <a:pt x="37566" y="1511"/>
                </a:lnTo>
                <a:lnTo>
                  <a:pt x="35795" y="973"/>
                </a:lnTo>
                <a:lnTo>
                  <a:pt x="33990" y="551"/>
                </a:lnTo>
                <a:lnTo>
                  <a:pt x="32155" y="246"/>
                </a:lnTo>
                <a:lnTo>
                  <a:pt x="30297" y="62"/>
                </a:lnTo>
                <a:lnTo>
                  <a:pt x="28420" y="0"/>
                </a:lnTo>
                <a:lnTo>
                  <a:pt x="26543" y="62"/>
                </a:lnTo>
                <a:lnTo>
                  <a:pt x="24684" y="246"/>
                </a:lnTo>
                <a:lnTo>
                  <a:pt x="22850" y="551"/>
                </a:lnTo>
                <a:lnTo>
                  <a:pt x="21045" y="973"/>
                </a:lnTo>
                <a:lnTo>
                  <a:pt x="19274" y="1511"/>
                </a:lnTo>
                <a:lnTo>
                  <a:pt x="17544" y="2163"/>
                </a:lnTo>
                <a:lnTo>
                  <a:pt x="15860" y="2925"/>
                </a:lnTo>
                <a:lnTo>
                  <a:pt x="14228" y="3797"/>
                </a:lnTo>
                <a:lnTo>
                  <a:pt x="12653" y="4774"/>
                </a:lnTo>
                <a:lnTo>
                  <a:pt x="11140" y="5856"/>
                </a:lnTo>
                <a:lnTo>
                  <a:pt x="9695" y="7040"/>
                </a:lnTo>
                <a:lnTo>
                  <a:pt x="8324" y="8323"/>
                </a:lnTo>
                <a:lnTo>
                  <a:pt x="7041" y="9694"/>
                </a:lnTo>
                <a:lnTo>
                  <a:pt x="5857" y="11139"/>
                </a:lnTo>
                <a:lnTo>
                  <a:pt x="4775" y="12652"/>
                </a:lnTo>
                <a:lnTo>
                  <a:pt x="3797" y="14227"/>
                </a:lnTo>
                <a:lnTo>
                  <a:pt x="2926" y="15860"/>
                </a:lnTo>
                <a:lnTo>
                  <a:pt x="2164" y="17543"/>
                </a:lnTo>
                <a:lnTo>
                  <a:pt x="1512" y="19273"/>
                </a:lnTo>
                <a:lnTo>
                  <a:pt x="974" y="21044"/>
                </a:lnTo>
                <a:lnTo>
                  <a:pt x="551" y="22849"/>
                </a:lnTo>
                <a:lnTo>
                  <a:pt x="247" y="24684"/>
                </a:lnTo>
                <a:lnTo>
                  <a:pt x="62" y="26542"/>
                </a:lnTo>
                <a:lnTo>
                  <a:pt x="0" y="28419"/>
                </a:lnTo>
                <a:lnTo>
                  <a:pt x="62" y="30296"/>
                </a:lnTo>
                <a:lnTo>
                  <a:pt x="247" y="32155"/>
                </a:lnTo>
                <a:lnTo>
                  <a:pt x="551" y="33989"/>
                </a:lnTo>
                <a:lnTo>
                  <a:pt x="974" y="35795"/>
                </a:lnTo>
                <a:lnTo>
                  <a:pt x="1512" y="37565"/>
                </a:lnTo>
                <a:lnTo>
                  <a:pt x="2164" y="39295"/>
                </a:lnTo>
                <a:lnTo>
                  <a:pt x="2926" y="40979"/>
                </a:lnTo>
                <a:lnTo>
                  <a:pt x="3797" y="42611"/>
                </a:lnTo>
                <a:lnTo>
                  <a:pt x="4775" y="44186"/>
                </a:lnTo>
                <a:lnTo>
                  <a:pt x="5857" y="45699"/>
                </a:lnTo>
                <a:lnTo>
                  <a:pt x="7041" y="47144"/>
                </a:lnTo>
                <a:lnTo>
                  <a:pt x="8324" y="48515"/>
                </a:lnTo>
                <a:lnTo>
                  <a:pt x="9695" y="49798"/>
                </a:lnTo>
                <a:lnTo>
                  <a:pt x="11140" y="50982"/>
                </a:lnTo>
                <a:lnTo>
                  <a:pt x="12653" y="52064"/>
                </a:lnTo>
                <a:lnTo>
                  <a:pt x="14228" y="53041"/>
                </a:lnTo>
                <a:lnTo>
                  <a:pt x="15860" y="53913"/>
                </a:lnTo>
                <a:lnTo>
                  <a:pt x="17544" y="54675"/>
                </a:lnTo>
                <a:lnTo>
                  <a:pt x="19274" y="55327"/>
                </a:lnTo>
                <a:lnTo>
                  <a:pt x="21045" y="55865"/>
                </a:lnTo>
                <a:lnTo>
                  <a:pt x="22850" y="56288"/>
                </a:lnTo>
                <a:lnTo>
                  <a:pt x="24684" y="56592"/>
                </a:lnTo>
                <a:lnTo>
                  <a:pt x="26543" y="56777"/>
                </a:lnTo>
                <a:lnTo>
                  <a:pt x="28420" y="56839"/>
                </a:lnTo>
                <a:close/>
              </a:path>
            </a:pathLst>
          </a:custGeom>
          <a:solidFill>
            <a:srgbClr val="7C5AA6"/>
          </a:solidFill>
          <a:ln w="23682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Editable path 15"/>
          <p:cNvSpPr/>
          <p:nvPr/>
        </p:nvSpPr>
        <p:spPr>
          <a:xfrm>
            <a:off x="4116860" y="1033711"/>
            <a:ext cx="56839" cy="56839"/>
          </a:xfrm>
          <a:custGeom>
            <a:avLst/>
            <a:gdLst/>
            <a:ahLst/>
            <a:cxnLst/>
            <a:rect l="l" t="t" r="r" b="b"/>
            <a:pathLst>
              <a:path w="56839" h="56839">
                <a:moveTo>
                  <a:pt x="28420" y="56839"/>
                </a:moveTo>
                <a:lnTo>
                  <a:pt x="30297" y="56777"/>
                </a:lnTo>
                <a:lnTo>
                  <a:pt x="32155" y="56593"/>
                </a:lnTo>
                <a:lnTo>
                  <a:pt x="33990" y="56288"/>
                </a:lnTo>
                <a:lnTo>
                  <a:pt x="35795" y="55866"/>
                </a:lnTo>
                <a:lnTo>
                  <a:pt x="37565" y="55327"/>
                </a:lnTo>
                <a:lnTo>
                  <a:pt x="39295" y="54676"/>
                </a:lnTo>
                <a:lnTo>
                  <a:pt x="40979" y="53913"/>
                </a:lnTo>
                <a:lnTo>
                  <a:pt x="42612" y="53042"/>
                </a:lnTo>
                <a:lnTo>
                  <a:pt x="44187" y="52064"/>
                </a:lnTo>
                <a:lnTo>
                  <a:pt x="45700" y="50982"/>
                </a:lnTo>
                <a:lnTo>
                  <a:pt x="47144" y="49799"/>
                </a:lnTo>
                <a:lnTo>
                  <a:pt x="48515" y="48515"/>
                </a:lnTo>
                <a:lnTo>
                  <a:pt x="49799" y="47144"/>
                </a:lnTo>
                <a:lnTo>
                  <a:pt x="50982" y="45700"/>
                </a:lnTo>
                <a:lnTo>
                  <a:pt x="52064" y="44187"/>
                </a:lnTo>
                <a:lnTo>
                  <a:pt x="53042" y="42612"/>
                </a:lnTo>
                <a:lnTo>
                  <a:pt x="53913" y="40979"/>
                </a:lnTo>
                <a:lnTo>
                  <a:pt x="54676" y="39295"/>
                </a:lnTo>
                <a:lnTo>
                  <a:pt x="55327" y="37565"/>
                </a:lnTo>
                <a:lnTo>
                  <a:pt x="55866" y="35795"/>
                </a:lnTo>
                <a:lnTo>
                  <a:pt x="56288" y="33990"/>
                </a:lnTo>
                <a:lnTo>
                  <a:pt x="56593" y="32155"/>
                </a:lnTo>
                <a:lnTo>
                  <a:pt x="56777" y="30297"/>
                </a:lnTo>
                <a:lnTo>
                  <a:pt x="56839" y="28420"/>
                </a:lnTo>
                <a:lnTo>
                  <a:pt x="56777" y="26543"/>
                </a:lnTo>
                <a:lnTo>
                  <a:pt x="56593" y="24684"/>
                </a:lnTo>
                <a:lnTo>
                  <a:pt x="56288" y="22850"/>
                </a:lnTo>
                <a:lnTo>
                  <a:pt x="55866" y="21044"/>
                </a:lnTo>
                <a:lnTo>
                  <a:pt x="55327" y="19274"/>
                </a:lnTo>
                <a:lnTo>
                  <a:pt x="54676" y="17544"/>
                </a:lnTo>
                <a:lnTo>
                  <a:pt x="53913" y="15860"/>
                </a:lnTo>
                <a:lnTo>
                  <a:pt x="53042" y="14228"/>
                </a:lnTo>
                <a:lnTo>
                  <a:pt x="52064" y="12652"/>
                </a:lnTo>
                <a:lnTo>
                  <a:pt x="50982" y="11140"/>
                </a:lnTo>
                <a:lnTo>
                  <a:pt x="49799" y="9695"/>
                </a:lnTo>
                <a:lnTo>
                  <a:pt x="48515" y="8324"/>
                </a:lnTo>
                <a:lnTo>
                  <a:pt x="47144" y="7041"/>
                </a:lnTo>
                <a:lnTo>
                  <a:pt x="45700" y="5857"/>
                </a:lnTo>
                <a:lnTo>
                  <a:pt x="44187" y="4775"/>
                </a:lnTo>
                <a:lnTo>
                  <a:pt x="42612" y="3797"/>
                </a:lnTo>
                <a:lnTo>
                  <a:pt x="40979" y="2926"/>
                </a:lnTo>
                <a:lnTo>
                  <a:pt x="39295" y="2164"/>
                </a:lnTo>
                <a:lnTo>
                  <a:pt x="37565" y="1512"/>
                </a:lnTo>
                <a:lnTo>
                  <a:pt x="35795" y="974"/>
                </a:lnTo>
                <a:lnTo>
                  <a:pt x="33990" y="551"/>
                </a:lnTo>
                <a:lnTo>
                  <a:pt x="32155" y="247"/>
                </a:lnTo>
                <a:lnTo>
                  <a:pt x="30297" y="62"/>
                </a:lnTo>
                <a:lnTo>
                  <a:pt x="28420" y="0"/>
                </a:lnTo>
                <a:lnTo>
                  <a:pt x="26543" y="62"/>
                </a:lnTo>
                <a:lnTo>
                  <a:pt x="24684" y="247"/>
                </a:lnTo>
                <a:lnTo>
                  <a:pt x="22850" y="551"/>
                </a:lnTo>
                <a:lnTo>
                  <a:pt x="21044" y="974"/>
                </a:lnTo>
                <a:lnTo>
                  <a:pt x="19274" y="1512"/>
                </a:lnTo>
                <a:lnTo>
                  <a:pt x="17544" y="2164"/>
                </a:lnTo>
                <a:lnTo>
                  <a:pt x="15860" y="2926"/>
                </a:lnTo>
                <a:lnTo>
                  <a:pt x="14228" y="3797"/>
                </a:lnTo>
                <a:lnTo>
                  <a:pt x="12653" y="4775"/>
                </a:lnTo>
                <a:lnTo>
                  <a:pt x="11140" y="5857"/>
                </a:lnTo>
                <a:lnTo>
                  <a:pt x="9695" y="7041"/>
                </a:lnTo>
                <a:lnTo>
                  <a:pt x="8324" y="8324"/>
                </a:lnTo>
                <a:lnTo>
                  <a:pt x="7041" y="9695"/>
                </a:lnTo>
                <a:lnTo>
                  <a:pt x="5857" y="11140"/>
                </a:lnTo>
                <a:lnTo>
                  <a:pt x="4775" y="12652"/>
                </a:lnTo>
                <a:lnTo>
                  <a:pt x="3797" y="14228"/>
                </a:lnTo>
                <a:lnTo>
                  <a:pt x="2926" y="15860"/>
                </a:lnTo>
                <a:lnTo>
                  <a:pt x="2164" y="17544"/>
                </a:lnTo>
                <a:lnTo>
                  <a:pt x="1512" y="19274"/>
                </a:lnTo>
                <a:lnTo>
                  <a:pt x="974" y="21044"/>
                </a:lnTo>
                <a:lnTo>
                  <a:pt x="551" y="22850"/>
                </a:lnTo>
                <a:lnTo>
                  <a:pt x="247" y="24684"/>
                </a:lnTo>
                <a:lnTo>
                  <a:pt x="62" y="26543"/>
                </a:lnTo>
                <a:lnTo>
                  <a:pt x="0" y="28420"/>
                </a:lnTo>
                <a:lnTo>
                  <a:pt x="62" y="30297"/>
                </a:lnTo>
                <a:lnTo>
                  <a:pt x="247" y="32155"/>
                </a:lnTo>
                <a:lnTo>
                  <a:pt x="551" y="33990"/>
                </a:lnTo>
                <a:lnTo>
                  <a:pt x="974" y="35795"/>
                </a:lnTo>
                <a:lnTo>
                  <a:pt x="1512" y="37565"/>
                </a:lnTo>
                <a:lnTo>
                  <a:pt x="2164" y="39295"/>
                </a:lnTo>
                <a:lnTo>
                  <a:pt x="2926" y="40979"/>
                </a:lnTo>
                <a:lnTo>
                  <a:pt x="3797" y="42612"/>
                </a:lnTo>
                <a:lnTo>
                  <a:pt x="4775" y="44187"/>
                </a:lnTo>
                <a:lnTo>
                  <a:pt x="5857" y="45700"/>
                </a:lnTo>
                <a:lnTo>
                  <a:pt x="7041" y="47144"/>
                </a:lnTo>
                <a:lnTo>
                  <a:pt x="8324" y="48515"/>
                </a:lnTo>
                <a:lnTo>
                  <a:pt x="9695" y="49799"/>
                </a:lnTo>
                <a:lnTo>
                  <a:pt x="11140" y="50982"/>
                </a:lnTo>
                <a:lnTo>
                  <a:pt x="12653" y="52064"/>
                </a:lnTo>
                <a:lnTo>
                  <a:pt x="14228" y="53042"/>
                </a:lnTo>
                <a:lnTo>
                  <a:pt x="15860" y="53913"/>
                </a:lnTo>
                <a:lnTo>
                  <a:pt x="17544" y="54676"/>
                </a:lnTo>
                <a:lnTo>
                  <a:pt x="19274" y="55327"/>
                </a:lnTo>
                <a:lnTo>
                  <a:pt x="21044" y="55866"/>
                </a:lnTo>
                <a:lnTo>
                  <a:pt x="22850" y="56288"/>
                </a:lnTo>
                <a:lnTo>
                  <a:pt x="24684" y="56593"/>
                </a:lnTo>
                <a:lnTo>
                  <a:pt x="26543" y="56777"/>
                </a:lnTo>
                <a:lnTo>
                  <a:pt x="28420" y="56839"/>
                </a:lnTo>
                <a:close/>
              </a:path>
            </a:pathLst>
          </a:custGeom>
          <a:solidFill>
            <a:srgbClr val="7C5AA6"/>
          </a:solidFill>
          <a:ln w="23682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Editable path 16"/>
          <p:cNvSpPr/>
          <p:nvPr/>
        </p:nvSpPr>
        <p:spPr>
          <a:xfrm>
            <a:off x="4604540" y="1033711"/>
            <a:ext cx="56839" cy="56839"/>
          </a:xfrm>
          <a:custGeom>
            <a:avLst/>
            <a:gdLst/>
            <a:ahLst/>
            <a:cxnLst/>
            <a:rect l="l" t="t" r="r" b="b"/>
            <a:pathLst>
              <a:path w="56839" h="56839">
                <a:moveTo>
                  <a:pt x="28420" y="56839"/>
                </a:moveTo>
                <a:lnTo>
                  <a:pt x="30296" y="56777"/>
                </a:lnTo>
                <a:lnTo>
                  <a:pt x="32155" y="56593"/>
                </a:lnTo>
                <a:lnTo>
                  <a:pt x="33990" y="56288"/>
                </a:lnTo>
                <a:lnTo>
                  <a:pt x="35795" y="55866"/>
                </a:lnTo>
                <a:lnTo>
                  <a:pt x="37565" y="55327"/>
                </a:lnTo>
                <a:lnTo>
                  <a:pt x="39295" y="54676"/>
                </a:lnTo>
                <a:lnTo>
                  <a:pt x="40979" y="53913"/>
                </a:lnTo>
                <a:lnTo>
                  <a:pt x="42611" y="53042"/>
                </a:lnTo>
                <a:lnTo>
                  <a:pt x="44187" y="52064"/>
                </a:lnTo>
                <a:lnTo>
                  <a:pt x="45699" y="50982"/>
                </a:lnTo>
                <a:lnTo>
                  <a:pt x="47144" y="49799"/>
                </a:lnTo>
                <a:lnTo>
                  <a:pt x="48515" y="48515"/>
                </a:lnTo>
                <a:lnTo>
                  <a:pt x="49799" y="47144"/>
                </a:lnTo>
                <a:lnTo>
                  <a:pt x="50982" y="45700"/>
                </a:lnTo>
                <a:lnTo>
                  <a:pt x="52064" y="44187"/>
                </a:lnTo>
                <a:lnTo>
                  <a:pt x="53042" y="42612"/>
                </a:lnTo>
                <a:lnTo>
                  <a:pt x="53913" y="40979"/>
                </a:lnTo>
                <a:lnTo>
                  <a:pt x="54676" y="39295"/>
                </a:lnTo>
                <a:lnTo>
                  <a:pt x="55327" y="37565"/>
                </a:lnTo>
                <a:lnTo>
                  <a:pt x="55865" y="35795"/>
                </a:lnTo>
                <a:lnTo>
                  <a:pt x="56288" y="33990"/>
                </a:lnTo>
                <a:lnTo>
                  <a:pt x="56593" y="32155"/>
                </a:lnTo>
                <a:lnTo>
                  <a:pt x="56777" y="30297"/>
                </a:lnTo>
                <a:lnTo>
                  <a:pt x="56839" y="28420"/>
                </a:lnTo>
                <a:lnTo>
                  <a:pt x="56777" y="26543"/>
                </a:lnTo>
                <a:lnTo>
                  <a:pt x="56593" y="24684"/>
                </a:lnTo>
                <a:lnTo>
                  <a:pt x="56288" y="22850"/>
                </a:lnTo>
                <a:lnTo>
                  <a:pt x="55865" y="21044"/>
                </a:lnTo>
                <a:lnTo>
                  <a:pt x="55327" y="19274"/>
                </a:lnTo>
                <a:lnTo>
                  <a:pt x="54676" y="17544"/>
                </a:lnTo>
                <a:lnTo>
                  <a:pt x="53913" y="15860"/>
                </a:lnTo>
                <a:lnTo>
                  <a:pt x="53042" y="14228"/>
                </a:lnTo>
                <a:lnTo>
                  <a:pt x="52064" y="12652"/>
                </a:lnTo>
                <a:lnTo>
                  <a:pt x="50982" y="11140"/>
                </a:lnTo>
                <a:lnTo>
                  <a:pt x="49799" y="9695"/>
                </a:lnTo>
                <a:lnTo>
                  <a:pt x="48515" y="8324"/>
                </a:lnTo>
                <a:lnTo>
                  <a:pt x="47144" y="7041"/>
                </a:lnTo>
                <a:lnTo>
                  <a:pt x="45699" y="5857"/>
                </a:lnTo>
                <a:lnTo>
                  <a:pt x="44187" y="4775"/>
                </a:lnTo>
                <a:lnTo>
                  <a:pt x="42611" y="3797"/>
                </a:lnTo>
                <a:lnTo>
                  <a:pt x="40979" y="2926"/>
                </a:lnTo>
                <a:lnTo>
                  <a:pt x="39295" y="2164"/>
                </a:lnTo>
                <a:lnTo>
                  <a:pt x="37565" y="1512"/>
                </a:lnTo>
                <a:lnTo>
                  <a:pt x="35795" y="974"/>
                </a:lnTo>
                <a:lnTo>
                  <a:pt x="33990" y="551"/>
                </a:lnTo>
                <a:lnTo>
                  <a:pt x="32155" y="247"/>
                </a:lnTo>
                <a:lnTo>
                  <a:pt x="30296" y="62"/>
                </a:lnTo>
                <a:lnTo>
                  <a:pt x="28420" y="0"/>
                </a:lnTo>
                <a:lnTo>
                  <a:pt x="26543" y="62"/>
                </a:lnTo>
                <a:lnTo>
                  <a:pt x="24684" y="247"/>
                </a:lnTo>
                <a:lnTo>
                  <a:pt x="22849" y="551"/>
                </a:lnTo>
                <a:lnTo>
                  <a:pt x="21044" y="974"/>
                </a:lnTo>
                <a:lnTo>
                  <a:pt x="19274" y="1512"/>
                </a:lnTo>
                <a:lnTo>
                  <a:pt x="17544" y="2164"/>
                </a:lnTo>
                <a:lnTo>
                  <a:pt x="15860" y="2926"/>
                </a:lnTo>
                <a:lnTo>
                  <a:pt x="14228" y="3797"/>
                </a:lnTo>
                <a:lnTo>
                  <a:pt x="12652" y="4775"/>
                </a:lnTo>
                <a:lnTo>
                  <a:pt x="11140" y="5857"/>
                </a:lnTo>
                <a:lnTo>
                  <a:pt x="9695" y="7041"/>
                </a:lnTo>
                <a:lnTo>
                  <a:pt x="8324" y="8324"/>
                </a:lnTo>
                <a:lnTo>
                  <a:pt x="7041" y="9695"/>
                </a:lnTo>
                <a:lnTo>
                  <a:pt x="5857" y="11140"/>
                </a:lnTo>
                <a:lnTo>
                  <a:pt x="4775" y="12652"/>
                </a:lnTo>
                <a:lnTo>
                  <a:pt x="3797" y="14228"/>
                </a:lnTo>
                <a:lnTo>
                  <a:pt x="2926" y="15860"/>
                </a:lnTo>
                <a:lnTo>
                  <a:pt x="2163" y="17544"/>
                </a:lnTo>
                <a:lnTo>
                  <a:pt x="1512" y="19274"/>
                </a:lnTo>
                <a:lnTo>
                  <a:pt x="974" y="21044"/>
                </a:lnTo>
                <a:lnTo>
                  <a:pt x="551" y="22850"/>
                </a:lnTo>
                <a:lnTo>
                  <a:pt x="247" y="24684"/>
                </a:lnTo>
                <a:lnTo>
                  <a:pt x="62" y="26543"/>
                </a:lnTo>
                <a:lnTo>
                  <a:pt x="0" y="28420"/>
                </a:lnTo>
                <a:lnTo>
                  <a:pt x="62" y="30297"/>
                </a:lnTo>
                <a:lnTo>
                  <a:pt x="247" y="32155"/>
                </a:lnTo>
                <a:lnTo>
                  <a:pt x="551" y="33990"/>
                </a:lnTo>
                <a:lnTo>
                  <a:pt x="974" y="35795"/>
                </a:lnTo>
                <a:lnTo>
                  <a:pt x="1512" y="37565"/>
                </a:lnTo>
                <a:lnTo>
                  <a:pt x="2163" y="39295"/>
                </a:lnTo>
                <a:lnTo>
                  <a:pt x="2926" y="40979"/>
                </a:lnTo>
                <a:lnTo>
                  <a:pt x="3797" y="42612"/>
                </a:lnTo>
                <a:lnTo>
                  <a:pt x="4775" y="44187"/>
                </a:lnTo>
                <a:lnTo>
                  <a:pt x="5857" y="45700"/>
                </a:lnTo>
                <a:lnTo>
                  <a:pt x="7041" y="47144"/>
                </a:lnTo>
                <a:lnTo>
                  <a:pt x="8324" y="48515"/>
                </a:lnTo>
                <a:lnTo>
                  <a:pt x="9695" y="49799"/>
                </a:lnTo>
                <a:lnTo>
                  <a:pt x="11140" y="50982"/>
                </a:lnTo>
                <a:lnTo>
                  <a:pt x="12652" y="52064"/>
                </a:lnTo>
                <a:lnTo>
                  <a:pt x="14228" y="53042"/>
                </a:lnTo>
                <a:lnTo>
                  <a:pt x="15860" y="53913"/>
                </a:lnTo>
                <a:lnTo>
                  <a:pt x="17544" y="54676"/>
                </a:lnTo>
                <a:lnTo>
                  <a:pt x="19274" y="55327"/>
                </a:lnTo>
                <a:lnTo>
                  <a:pt x="21044" y="55866"/>
                </a:lnTo>
                <a:lnTo>
                  <a:pt x="22849" y="56288"/>
                </a:lnTo>
                <a:lnTo>
                  <a:pt x="24684" y="56593"/>
                </a:lnTo>
                <a:lnTo>
                  <a:pt x="26543" y="56777"/>
                </a:lnTo>
                <a:lnTo>
                  <a:pt x="28420" y="56839"/>
                </a:lnTo>
                <a:close/>
              </a:path>
            </a:pathLst>
          </a:custGeom>
          <a:solidFill>
            <a:srgbClr val="7C5AA6"/>
          </a:solidFill>
          <a:ln w="23682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ditable path 17"/>
          <p:cNvSpPr/>
          <p:nvPr/>
        </p:nvSpPr>
        <p:spPr>
          <a:xfrm>
            <a:off x="5092220" y="1313219"/>
            <a:ext cx="56839" cy="56839"/>
          </a:xfrm>
          <a:custGeom>
            <a:avLst/>
            <a:gdLst/>
            <a:ahLst/>
            <a:cxnLst/>
            <a:rect l="l" t="t" r="r" b="b"/>
            <a:pathLst>
              <a:path w="56839" h="56839">
                <a:moveTo>
                  <a:pt x="28419" y="56839"/>
                </a:moveTo>
                <a:lnTo>
                  <a:pt x="30296" y="56777"/>
                </a:lnTo>
                <a:lnTo>
                  <a:pt x="32155" y="56593"/>
                </a:lnTo>
                <a:lnTo>
                  <a:pt x="33989" y="56288"/>
                </a:lnTo>
                <a:lnTo>
                  <a:pt x="35795" y="55866"/>
                </a:lnTo>
                <a:lnTo>
                  <a:pt x="37565" y="55327"/>
                </a:lnTo>
                <a:lnTo>
                  <a:pt x="39295" y="54676"/>
                </a:lnTo>
                <a:lnTo>
                  <a:pt x="40979" y="53913"/>
                </a:lnTo>
                <a:lnTo>
                  <a:pt x="42611" y="53042"/>
                </a:lnTo>
                <a:lnTo>
                  <a:pt x="44187" y="52064"/>
                </a:lnTo>
                <a:lnTo>
                  <a:pt x="45699" y="50983"/>
                </a:lnTo>
                <a:lnTo>
                  <a:pt x="47144" y="49799"/>
                </a:lnTo>
                <a:lnTo>
                  <a:pt x="48515" y="48515"/>
                </a:lnTo>
                <a:lnTo>
                  <a:pt x="49798" y="47144"/>
                </a:lnTo>
                <a:lnTo>
                  <a:pt x="50982" y="45700"/>
                </a:lnTo>
                <a:lnTo>
                  <a:pt x="52064" y="44187"/>
                </a:lnTo>
                <a:lnTo>
                  <a:pt x="53042" y="42612"/>
                </a:lnTo>
                <a:lnTo>
                  <a:pt x="53913" y="40979"/>
                </a:lnTo>
                <a:lnTo>
                  <a:pt x="54676" y="39295"/>
                </a:lnTo>
                <a:lnTo>
                  <a:pt x="55327" y="37566"/>
                </a:lnTo>
                <a:lnTo>
                  <a:pt x="55865" y="35795"/>
                </a:lnTo>
                <a:lnTo>
                  <a:pt x="56288" y="33990"/>
                </a:lnTo>
                <a:lnTo>
                  <a:pt x="56592" y="32155"/>
                </a:lnTo>
                <a:lnTo>
                  <a:pt x="56777" y="30297"/>
                </a:lnTo>
                <a:lnTo>
                  <a:pt x="56839" y="28420"/>
                </a:lnTo>
                <a:lnTo>
                  <a:pt x="56777" y="26543"/>
                </a:lnTo>
                <a:lnTo>
                  <a:pt x="56592" y="24684"/>
                </a:lnTo>
                <a:lnTo>
                  <a:pt x="56288" y="22850"/>
                </a:lnTo>
                <a:lnTo>
                  <a:pt x="55865" y="21044"/>
                </a:lnTo>
                <a:lnTo>
                  <a:pt x="55327" y="19274"/>
                </a:lnTo>
                <a:lnTo>
                  <a:pt x="54676" y="17544"/>
                </a:lnTo>
                <a:lnTo>
                  <a:pt x="53913" y="15860"/>
                </a:lnTo>
                <a:lnTo>
                  <a:pt x="53042" y="14228"/>
                </a:lnTo>
                <a:lnTo>
                  <a:pt x="52064" y="12652"/>
                </a:lnTo>
                <a:lnTo>
                  <a:pt x="50982" y="11140"/>
                </a:lnTo>
                <a:lnTo>
                  <a:pt x="49798" y="9695"/>
                </a:lnTo>
                <a:lnTo>
                  <a:pt x="48515" y="8324"/>
                </a:lnTo>
                <a:lnTo>
                  <a:pt x="47144" y="7041"/>
                </a:lnTo>
                <a:lnTo>
                  <a:pt x="45699" y="5857"/>
                </a:lnTo>
                <a:lnTo>
                  <a:pt x="44187" y="4775"/>
                </a:lnTo>
                <a:lnTo>
                  <a:pt x="42611" y="3797"/>
                </a:lnTo>
                <a:lnTo>
                  <a:pt x="40979" y="2926"/>
                </a:lnTo>
                <a:lnTo>
                  <a:pt x="39295" y="2164"/>
                </a:lnTo>
                <a:lnTo>
                  <a:pt x="37565" y="1512"/>
                </a:lnTo>
                <a:lnTo>
                  <a:pt x="35795" y="974"/>
                </a:lnTo>
                <a:lnTo>
                  <a:pt x="33989" y="551"/>
                </a:lnTo>
                <a:lnTo>
                  <a:pt x="32155" y="247"/>
                </a:lnTo>
                <a:lnTo>
                  <a:pt x="30296" y="62"/>
                </a:lnTo>
                <a:lnTo>
                  <a:pt x="28419" y="0"/>
                </a:lnTo>
                <a:lnTo>
                  <a:pt x="26543" y="62"/>
                </a:lnTo>
                <a:lnTo>
                  <a:pt x="24684" y="247"/>
                </a:lnTo>
                <a:lnTo>
                  <a:pt x="22849" y="551"/>
                </a:lnTo>
                <a:lnTo>
                  <a:pt x="21044" y="974"/>
                </a:lnTo>
                <a:lnTo>
                  <a:pt x="19274" y="1512"/>
                </a:lnTo>
                <a:lnTo>
                  <a:pt x="17544" y="2164"/>
                </a:lnTo>
                <a:lnTo>
                  <a:pt x="15860" y="2926"/>
                </a:lnTo>
                <a:lnTo>
                  <a:pt x="14228" y="3797"/>
                </a:lnTo>
                <a:lnTo>
                  <a:pt x="12652" y="4775"/>
                </a:lnTo>
                <a:lnTo>
                  <a:pt x="11140" y="5857"/>
                </a:lnTo>
                <a:lnTo>
                  <a:pt x="9695" y="7041"/>
                </a:lnTo>
                <a:lnTo>
                  <a:pt x="8324" y="8324"/>
                </a:lnTo>
                <a:lnTo>
                  <a:pt x="7040" y="9695"/>
                </a:lnTo>
                <a:lnTo>
                  <a:pt x="5857" y="11140"/>
                </a:lnTo>
                <a:lnTo>
                  <a:pt x="4775" y="12652"/>
                </a:lnTo>
                <a:lnTo>
                  <a:pt x="3797" y="14228"/>
                </a:lnTo>
                <a:lnTo>
                  <a:pt x="2926" y="15860"/>
                </a:lnTo>
                <a:lnTo>
                  <a:pt x="2163" y="17544"/>
                </a:lnTo>
                <a:lnTo>
                  <a:pt x="1512" y="19274"/>
                </a:lnTo>
                <a:lnTo>
                  <a:pt x="974" y="21044"/>
                </a:lnTo>
                <a:lnTo>
                  <a:pt x="551" y="22850"/>
                </a:lnTo>
                <a:lnTo>
                  <a:pt x="246" y="24684"/>
                </a:lnTo>
                <a:lnTo>
                  <a:pt x="62" y="26543"/>
                </a:lnTo>
                <a:lnTo>
                  <a:pt x="0" y="28420"/>
                </a:lnTo>
                <a:lnTo>
                  <a:pt x="62" y="30297"/>
                </a:lnTo>
                <a:lnTo>
                  <a:pt x="246" y="32155"/>
                </a:lnTo>
                <a:lnTo>
                  <a:pt x="551" y="33990"/>
                </a:lnTo>
                <a:lnTo>
                  <a:pt x="974" y="35795"/>
                </a:lnTo>
                <a:lnTo>
                  <a:pt x="1512" y="37566"/>
                </a:lnTo>
                <a:lnTo>
                  <a:pt x="2163" y="39295"/>
                </a:lnTo>
                <a:lnTo>
                  <a:pt x="2926" y="40979"/>
                </a:lnTo>
                <a:lnTo>
                  <a:pt x="3797" y="42612"/>
                </a:lnTo>
                <a:lnTo>
                  <a:pt x="4775" y="44187"/>
                </a:lnTo>
                <a:lnTo>
                  <a:pt x="5857" y="45700"/>
                </a:lnTo>
                <a:lnTo>
                  <a:pt x="7040" y="47144"/>
                </a:lnTo>
                <a:lnTo>
                  <a:pt x="8324" y="48515"/>
                </a:lnTo>
                <a:lnTo>
                  <a:pt x="9695" y="49799"/>
                </a:lnTo>
                <a:lnTo>
                  <a:pt x="11140" y="50983"/>
                </a:lnTo>
                <a:lnTo>
                  <a:pt x="12652" y="52064"/>
                </a:lnTo>
                <a:lnTo>
                  <a:pt x="14228" y="53042"/>
                </a:lnTo>
                <a:lnTo>
                  <a:pt x="15860" y="53913"/>
                </a:lnTo>
                <a:lnTo>
                  <a:pt x="17544" y="54676"/>
                </a:lnTo>
                <a:lnTo>
                  <a:pt x="19274" y="55327"/>
                </a:lnTo>
                <a:lnTo>
                  <a:pt x="21044" y="55866"/>
                </a:lnTo>
                <a:lnTo>
                  <a:pt x="22849" y="56288"/>
                </a:lnTo>
                <a:lnTo>
                  <a:pt x="24684" y="56593"/>
                </a:lnTo>
                <a:lnTo>
                  <a:pt x="26543" y="56777"/>
                </a:lnTo>
                <a:lnTo>
                  <a:pt x="28419" y="56839"/>
                </a:lnTo>
                <a:close/>
              </a:path>
            </a:pathLst>
          </a:custGeom>
          <a:solidFill>
            <a:srgbClr val="7C5AA6"/>
          </a:solidFill>
          <a:ln w="23682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Editable path 18"/>
          <p:cNvSpPr/>
          <p:nvPr/>
        </p:nvSpPr>
        <p:spPr>
          <a:xfrm>
            <a:off x="7546847" y="2543523"/>
            <a:ext cx="73153" cy="0"/>
          </a:xfrm>
          <a:custGeom>
            <a:avLst/>
            <a:gdLst/>
            <a:ahLst/>
            <a:cxnLst/>
            <a:rect l="l" t="t" r="r" b="b"/>
            <a:pathLst>
              <a:path w="73153" h="0">
                <a:moveTo>
                  <a:pt x="0" y="0"/>
                </a:moveTo>
                <a:lnTo>
                  <a:pt x="73153" y="0"/>
                </a:lnTo>
              </a:path>
            </a:pathLst>
          </a:custGeom>
          <a:noFill/>
          <a:ln w="1894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Editable path 19"/>
          <p:cNvSpPr/>
          <p:nvPr/>
        </p:nvSpPr>
        <p:spPr>
          <a:xfrm>
            <a:off x="9229344" y="2543523"/>
            <a:ext cx="341376" cy="0"/>
          </a:xfrm>
          <a:custGeom>
            <a:avLst/>
            <a:gdLst/>
            <a:ahLst/>
            <a:cxnLst/>
            <a:rect l="l" t="t" r="r" b="b"/>
            <a:pathLst>
              <a:path w="341376" h="0">
                <a:moveTo>
                  <a:pt x="0" y="0"/>
                </a:moveTo>
                <a:lnTo>
                  <a:pt x="341376" y="0"/>
                </a:lnTo>
              </a:path>
            </a:pathLst>
          </a:custGeom>
          <a:noFill/>
          <a:ln w="18946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Editable path 20"/>
          <p:cNvSpPr/>
          <p:nvPr/>
        </p:nvSpPr>
        <p:spPr>
          <a:xfrm>
            <a:off x="9570720" y="1732950"/>
            <a:ext cx="0" cy="810573"/>
          </a:xfrm>
          <a:custGeom>
            <a:avLst/>
            <a:gdLst/>
            <a:ahLst/>
            <a:cxnLst/>
            <a:rect l="l" t="t" r="r" b="b"/>
            <a:pathLst>
              <a:path w="0" h="810573">
                <a:moveTo>
                  <a:pt x="0" y="810573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Editable path 21"/>
          <p:cNvSpPr/>
          <p:nvPr/>
        </p:nvSpPr>
        <p:spPr>
          <a:xfrm>
            <a:off x="7620000" y="3085769"/>
            <a:ext cx="1950720" cy="0"/>
          </a:xfrm>
          <a:custGeom>
            <a:avLst/>
            <a:gdLst/>
            <a:ahLst/>
            <a:cxnLst/>
            <a:rect l="l" t="t" r="r" b="b"/>
            <a:pathLst>
              <a:path w="1950720" h="0">
                <a:moveTo>
                  <a:pt x="0" y="0"/>
                </a:moveTo>
                <a:lnTo>
                  <a:pt x="1950720" y="0"/>
                </a:lnTo>
              </a:path>
            </a:pathLst>
          </a:custGeom>
          <a:noFill/>
          <a:ln w="1894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Editable path 22"/>
          <p:cNvSpPr/>
          <p:nvPr/>
        </p:nvSpPr>
        <p:spPr>
          <a:xfrm>
            <a:off x="12070079" y="2739179"/>
            <a:ext cx="85345" cy="0"/>
          </a:xfrm>
          <a:custGeom>
            <a:avLst/>
            <a:gdLst/>
            <a:ahLst/>
            <a:cxnLst/>
            <a:rect l="l" t="t" r="r" b="b"/>
            <a:pathLst>
              <a:path w="85345" h="0">
                <a:moveTo>
                  <a:pt x="0" y="0"/>
                </a:moveTo>
                <a:lnTo>
                  <a:pt x="85345" y="0"/>
                </a:lnTo>
              </a:path>
            </a:pathLst>
          </a:custGeom>
          <a:noFill/>
          <a:ln w="18946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Editable path 23"/>
          <p:cNvSpPr/>
          <p:nvPr/>
        </p:nvSpPr>
        <p:spPr>
          <a:xfrm>
            <a:off x="12155424" y="167705"/>
            <a:ext cx="0" cy="2571474"/>
          </a:xfrm>
          <a:custGeom>
            <a:avLst/>
            <a:gdLst/>
            <a:ahLst/>
            <a:cxnLst/>
            <a:rect l="l" t="t" r="r" b="b"/>
            <a:pathLst>
              <a:path w="0" h="2571474">
                <a:moveTo>
                  <a:pt x="0" y="2571474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Editable path 24"/>
          <p:cNvSpPr/>
          <p:nvPr/>
        </p:nvSpPr>
        <p:spPr>
          <a:xfrm>
            <a:off x="4206240" y="167705"/>
            <a:ext cx="7949184" cy="0"/>
          </a:xfrm>
          <a:custGeom>
            <a:avLst/>
            <a:gdLst/>
            <a:ahLst/>
            <a:cxnLst/>
            <a:rect l="l" t="t" r="r" b="b"/>
            <a:pathLst>
              <a:path w="7949184" h="0">
                <a:moveTo>
                  <a:pt x="7949184" y="0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Editable path 25"/>
          <p:cNvSpPr/>
          <p:nvPr/>
        </p:nvSpPr>
        <p:spPr>
          <a:xfrm>
            <a:off x="9570720" y="167705"/>
            <a:ext cx="0" cy="1062131"/>
          </a:xfrm>
          <a:custGeom>
            <a:avLst/>
            <a:gdLst/>
            <a:ahLst/>
            <a:cxnLst/>
            <a:rect l="l" t="t" r="r" b="b"/>
            <a:pathLst>
              <a:path w="0" h="1062131">
                <a:moveTo>
                  <a:pt x="0" y="0"/>
                </a:moveTo>
                <a:lnTo>
                  <a:pt x="0" y="1062131"/>
                </a:lnTo>
              </a:path>
            </a:pathLst>
          </a:custGeom>
          <a:noFill/>
          <a:ln w="18946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Editable path 26"/>
          <p:cNvSpPr/>
          <p:nvPr/>
        </p:nvSpPr>
        <p:spPr>
          <a:xfrm>
            <a:off x="10911839" y="3521802"/>
            <a:ext cx="0" cy="167704"/>
          </a:xfrm>
          <a:custGeom>
            <a:avLst/>
            <a:gdLst/>
            <a:ahLst/>
            <a:cxnLst/>
            <a:rect l="l" t="t" r="r" b="b"/>
            <a:pathLst>
              <a:path w="0" h="167704">
                <a:moveTo>
                  <a:pt x="0" y="0"/>
                </a:moveTo>
                <a:lnTo>
                  <a:pt x="0" y="167704"/>
                </a:lnTo>
              </a:path>
            </a:pathLst>
          </a:custGeom>
          <a:noFill/>
          <a:ln w="18946">
            <a:solidFill>
              <a:srgbClr val="6B728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Editable path 27"/>
          <p:cNvSpPr/>
          <p:nvPr/>
        </p:nvSpPr>
        <p:spPr>
          <a:xfrm>
            <a:off x="1280160" y="3689506"/>
            <a:ext cx="9631679" cy="0"/>
          </a:xfrm>
          <a:custGeom>
            <a:avLst/>
            <a:gdLst/>
            <a:ahLst/>
            <a:cxnLst/>
            <a:rect l="l" t="t" r="r" b="b"/>
            <a:pathLst>
              <a:path w="9631679" h="0">
                <a:moveTo>
                  <a:pt x="9631679" y="0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6B728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ditable path 28"/>
          <p:cNvSpPr/>
          <p:nvPr/>
        </p:nvSpPr>
        <p:spPr>
          <a:xfrm>
            <a:off x="5486400" y="4583932"/>
            <a:ext cx="182880" cy="0"/>
          </a:xfrm>
          <a:custGeom>
            <a:avLst/>
            <a:gdLst/>
            <a:ahLst/>
            <a:cxnLst/>
            <a:rect l="l" t="t" r="r" b="b"/>
            <a:pathLst>
              <a:path w="182880" h="0">
                <a:moveTo>
                  <a:pt x="0" y="0"/>
                </a:moveTo>
                <a:lnTo>
                  <a:pt x="182880" y="0"/>
                </a:lnTo>
              </a:path>
            </a:pathLst>
          </a:custGeom>
          <a:noFill/>
          <a:ln w="18946">
            <a:solidFill>
              <a:srgbClr val="B8893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Editable path 29"/>
          <p:cNvSpPr/>
          <p:nvPr/>
        </p:nvSpPr>
        <p:spPr>
          <a:xfrm>
            <a:off x="5669280" y="2543523"/>
            <a:ext cx="0" cy="2040409"/>
          </a:xfrm>
          <a:custGeom>
            <a:avLst/>
            <a:gdLst/>
            <a:ahLst/>
            <a:cxnLst/>
            <a:rect l="l" t="t" r="r" b="b"/>
            <a:pathLst>
              <a:path w="0" h="2040409">
                <a:moveTo>
                  <a:pt x="0" y="2040409"/>
                </a:moveTo>
                <a:lnTo>
                  <a:pt x="0" y="0"/>
                </a:lnTo>
              </a:path>
            </a:pathLst>
          </a:custGeom>
          <a:noFill/>
          <a:ln w="18946">
            <a:solidFill>
              <a:srgbClr val="B8893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ditable path 30"/>
          <p:cNvSpPr/>
          <p:nvPr/>
        </p:nvSpPr>
        <p:spPr>
          <a:xfrm>
            <a:off x="3779520" y="1070959"/>
            <a:ext cx="346505" cy="158877"/>
          </a:xfrm>
          <a:custGeom>
            <a:avLst/>
            <a:gdLst/>
            <a:ahLst/>
            <a:cxnLst/>
            <a:rect l="l" t="t" r="r" b="b"/>
            <a:pathLst>
              <a:path w="346505" h="158877">
                <a:moveTo>
                  <a:pt x="0" y="158877"/>
                </a:moveTo>
                <a:lnTo>
                  <a:pt x="30346" y="144962"/>
                </a:lnTo>
                <a:lnTo>
                  <a:pt x="60425" y="131171"/>
                </a:lnTo>
                <a:lnTo>
                  <a:pt x="90236" y="117502"/>
                </a:lnTo>
                <a:lnTo>
                  <a:pt x="119780" y="103956"/>
                </a:lnTo>
                <a:lnTo>
                  <a:pt x="149057" y="90532"/>
                </a:lnTo>
                <a:lnTo>
                  <a:pt x="178066" y="77231"/>
                </a:lnTo>
                <a:lnTo>
                  <a:pt x="206808" y="64053"/>
                </a:lnTo>
                <a:lnTo>
                  <a:pt x="235282" y="50997"/>
                </a:lnTo>
                <a:lnTo>
                  <a:pt x="263489" y="38064"/>
                </a:lnTo>
                <a:lnTo>
                  <a:pt x="291428" y="25254"/>
                </a:lnTo>
                <a:lnTo>
                  <a:pt x="319100" y="12566"/>
                </a:lnTo>
                <a:lnTo>
                  <a:pt x="346505" y="0"/>
                </a:lnTo>
              </a:path>
            </a:pathLst>
          </a:custGeom>
          <a:noFill/>
          <a:ln w="18946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Editable path 31"/>
          <p:cNvSpPr/>
          <p:nvPr/>
        </p:nvSpPr>
        <p:spPr>
          <a:xfrm>
            <a:off x="4051927" y="1068459"/>
            <a:ext cx="74098" cy="60278"/>
          </a:xfrm>
          <a:custGeom>
            <a:avLst/>
            <a:gdLst/>
            <a:ahLst/>
            <a:cxnLst/>
            <a:rect l="l" t="t" r="r" b="b"/>
            <a:pathLst>
              <a:path w="74098" h="60278">
                <a:moveTo>
                  <a:pt x="0" y="0"/>
                </a:moveTo>
                <a:lnTo>
                  <a:pt x="74098" y="2500"/>
                </a:lnTo>
                <a:lnTo>
                  <a:pt x="27638" y="60278"/>
                </a:lnTo>
                <a:lnTo>
                  <a:pt x="0" y="0"/>
                </a:lnTo>
                <a:close/>
              </a:path>
            </a:pathLst>
          </a:custGeom>
          <a:solidFill>
            <a:srgbClr val="7C5AA6"/>
          </a:solidFill>
          <a:ln w="18946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ditable path 32"/>
          <p:cNvSpPr/>
          <p:nvPr/>
        </p:nvSpPr>
        <p:spPr>
          <a:xfrm>
            <a:off x="2560320" y="1397540"/>
            <a:ext cx="344577" cy="0"/>
          </a:xfrm>
          <a:custGeom>
            <a:avLst/>
            <a:gdLst/>
            <a:ahLst/>
            <a:cxnLst/>
            <a:rect l="l" t="t" r="r" b="b"/>
            <a:pathLst>
              <a:path w="344577" h="0">
                <a:moveTo>
                  <a:pt x="0" y="0"/>
                </a:moveTo>
                <a:lnTo>
                  <a:pt x="30333" y="0"/>
                </a:lnTo>
                <a:lnTo>
                  <a:pt x="60371" y="0"/>
                </a:lnTo>
                <a:lnTo>
                  <a:pt x="90116" y="0"/>
                </a:lnTo>
                <a:lnTo>
                  <a:pt x="119566" y="0"/>
                </a:lnTo>
                <a:lnTo>
                  <a:pt x="148722" y="0"/>
                </a:lnTo>
                <a:lnTo>
                  <a:pt x="177584" y="0"/>
                </a:lnTo>
                <a:lnTo>
                  <a:pt x="206152" y="0"/>
                </a:lnTo>
                <a:lnTo>
                  <a:pt x="234425" y="0"/>
                </a:lnTo>
                <a:lnTo>
                  <a:pt x="262405" y="0"/>
                </a:lnTo>
                <a:lnTo>
                  <a:pt x="290090" y="0"/>
                </a:lnTo>
                <a:lnTo>
                  <a:pt x="317480" y="0"/>
                </a:lnTo>
                <a:lnTo>
                  <a:pt x="344577" y="0"/>
                </a:lnTo>
              </a:path>
            </a:pathLst>
          </a:custGeom>
          <a:noFill/>
          <a:ln w="18946">
            <a:solidFill>
              <a:srgbClr val="B889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Editable path 33"/>
          <p:cNvSpPr/>
          <p:nvPr/>
        </p:nvSpPr>
        <p:spPr>
          <a:xfrm>
            <a:off x="2838585" y="1364384"/>
            <a:ext cx="66312" cy="66312"/>
          </a:xfrm>
          <a:custGeom>
            <a:avLst/>
            <a:gdLst/>
            <a:ahLst/>
            <a:cxnLst/>
            <a:rect l="l" t="t" r="r" b="b"/>
            <a:pathLst>
              <a:path w="66312" h="66312">
                <a:moveTo>
                  <a:pt x="0" y="0"/>
                </a:moveTo>
                <a:lnTo>
                  <a:pt x="66312" y="33156"/>
                </a:lnTo>
                <a:lnTo>
                  <a:pt x="0" y="66312"/>
                </a:lnTo>
                <a:lnTo>
                  <a:pt x="0" y="0"/>
                </a:lnTo>
                <a:close/>
              </a:path>
            </a:pathLst>
          </a:custGeom>
          <a:solidFill>
            <a:srgbClr val="B8893E"/>
          </a:solidFill>
          <a:ln w="18946">
            <a:solidFill>
              <a:srgbClr val="B889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Editable path 34"/>
          <p:cNvSpPr/>
          <p:nvPr/>
        </p:nvSpPr>
        <p:spPr>
          <a:xfrm>
            <a:off x="6778751" y="1788852"/>
            <a:ext cx="0" cy="146522"/>
          </a:xfrm>
          <a:custGeom>
            <a:avLst/>
            <a:gdLst/>
            <a:ahLst/>
            <a:cxnLst/>
            <a:rect l="l" t="t" r="r" b="b"/>
            <a:pathLst>
              <a:path w="0" h="146522">
                <a:moveTo>
                  <a:pt x="0" y="0"/>
                </a:moveTo>
                <a:lnTo>
                  <a:pt x="0" y="13828"/>
                </a:lnTo>
                <a:lnTo>
                  <a:pt x="0" y="27362"/>
                </a:lnTo>
                <a:lnTo>
                  <a:pt x="0" y="40602"/>
                </a:lnTo>
                <a:lnTo>
                  <a:pt x="0" y="53548"/>
                </a:lnTo>
                <a:lnTo>
                  <a:pt x="0" y="66199"/>
                </a:lnTo>
                <a:lnTo>
                  <a:pt x="0" y="78556"/>
                </a:lnTo>
                <a:lnTo>
                  <a:pt x="0" y="90619"/>
                </a:lnTo>
                <a:lnTo>
                  <a:pt x="0" y="102388"/>
                </a:lnTo>
                <a:lnTo>
                  <a:pt x="0" y="113863"/>
                </a:lnTo>
                <a:lnTo>
                  <a:pt x="0" y="125043"/>
                </a:lnTo>
                <a:lnTo>
                  <a:pt x="0" y="135930"/>
                </a:lnTo>
                <a:lnTo>
                  <a:pt x="0" y="146522"/>
                </a:lnTo>
              </a:path>
            </a:pathLst>
          </a:custGeom>
          <a:noFill/>
          <a:ln w="1894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Editable path 35"/>
          <p:cNvSpPr/>
          <p:nvPr/>
        </p:nvSpPr>
        <p:spPr>
          <a:xfrm>
            <a:off x="6745595" y="1869061"/>
            <a:ext cx="66313" cy="66313"/>
          </a:xfrm>
          <a:custGeom>
            <a:avLst/>
            <a:gdLst/>
            <a:ahLst/>
            <a:cxnLst/>
            <a:rect l="l" t="t" r="r" b="b"/>
            <a:pathLst>
              <a:path w="66313" h="66313">
                <a:moveTo>
                  <a:pt x="66313" y="0"/>
                </a:moveTo>
                <a:lnTo>
                  <a:pt x="33156" y="66313"/>
                </a:lnTo>
                <a:lnTo>
                  <a:pt x="0" y="0"/>
                </a:lnTo>
                <a:lnTo>
                  <a:pt x="66313" y="0"/>
                </a:lnTo>
                <a:close/>
              </a:path>
            </a:pathLst>
          </a:custGeom>
          <a:solidFill>
            <a:srgbClr val="FF9500"/>
          </a:solidFill>
          <a:ln w="1894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Editable path 36"/>
          <p:cNvSpPr/>
          <p:nvPr/>
        </p:nvSpPr>
        <p:spPr>
          <a:xfrm>
            <a:off x="8461248" y="1788852"/>
            <a:ext cx="0" cy="146522"/>
          </a:xfrm>
          <a:custGeom>
            <a:avLst/>
            <a:gdLst/>
            <a:ahLst/>
            <a:cxnLst/>
            <a:rect l="l" t="t" r="r" b="b"/>
            <a:pathLst>
              <a:path w="0" h="146522">
                <a:moveTo>
                  <a:pt x="0" y="0"/>
                </a:moveTo>
                <a:lnTo>
                  <a:pt x="0" y="13828"/>
                </a:lnTo>
                <a:lnTo>
                  <a:pt x="0" y="27362"/>
                </a:lnTo>
                <a:lnTo>
                  <a:pt x="0" y="40602"/>
                </a:lnTo>
                <a:lnTo>
                  <a:pt x="0" y="53548"/>
                </a:lnTo>
                <a:lnTo>
                  <a:pt x="0" y="66199"/>
                </a:lnTo>
                <a:lnTo>
                  <a:pt x="0" y="78556"/>
                </a:lnTo>
                <a:lnTo>
                  <a:pt x="0" y="90619"/>
                </a:lnTo>
                <a:lnTo>
                  <a:pt x="0" y="102388"/>
                </a:lnTo>
                <a:lnTo>
                  <a:pt x="0" y="113863"/>
                </a:lnTo>
                <a:lnTo>
                  <a:pt x="0" y="125043"/>
                </a:lnTo>
                <a:lnTo>
                  <a:pt x="0" y="135930"/>
                </a:lnTo>
                <a:lnTo>
                  <a:pt x="0" y="146522"/>
                </a:lnTo>
              </a:path>
            </a:pathLst>
          </a:custGeom>
          <a:noFill/>
          <a:ln w="18946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Editable path 37"/>
          <p:cNvSpPr/>
          <p:nvPr/>
        </p:nvSpPr>
        <p:spPr>
          <a:xfrm>
            <a:off x="8428091" y="1869061"/>
            <a:ext cx="66313" cy="66313"/>
          </a:xfrm>
          <a:custGeom>
            <a:avLst/>
            <a:gdLst/>
            <a:ahLst/>
            <a:cxnLst/>
            <a:rect l="l" t="t" r="r" b="b"/>
            <a:pathLst>
              <a:path w="66313" h="66313">
                <a:moveTo>
                  <a:pt x="66313" y="0"/>
                </a:moveTo>
                <a:lnTo>
                  <a:pt x="33157" y="66313"/>
                </a:lnTo>
                <a:lnTo>
                  <a:pt x="0" y="0"/>
                </a:lnTo>
                <a:lnTo>
                  <a:pt x="66313" y="0"/>
                </a:lnTo>
                <a:close/>
              </a:path>
            </a:pathLst>
          </a:custGeom>
          <a:solidFill>
            <a:srgbClr val="0ABAB5"/>
          </a:solidFill>
          <a:ln w="18946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Editable path 38"/>
          <p:cNvSpPr/>
          <p:nvPr/>
        </p:nvSpPr>
        <p:spPr>
          <a:xfrm>
            <a:off x="5486400" y="1509344"/>
            <a:ext cx="503073" cy="0"/>
          </a:xfrm>
          <a:custGeom>
            <a:avLst/>
            <a:gdLst/>
            <a:ahLst/>
            <a:cxnLst/>
            <a:rect l="l" t="t" r="r" b="b"/>
            <a:pathLst>
              <a:path w="503073" h="0">
                <a:moveTo>
                  <a:pt x="0" y="0"/>
                </a:moveTo>
                <a:lnTo>
                  <a:pt x="43541" y="0"/>
                </a:lnTo>
                <a:lnTo>
                  <a:pt x="86787" y="0"/>
                </a:lnTo>
                <a:lnTo>
                  <a:pt x="129740" y="0"/>
                </a:lnTo>
                <a:lnTo>
                  <a:pt x="172398" y="0"/>
                </a:lnTo>
                <a:lnTo>
                  <a:pt x="214762" y="0"/>
                </a:lnTo>
                <a:lnTo>
                  <a:pt x="256832" y="0"/>
                </a:lnTo>
                <a:lnTo>
                  <a:pt x="298608" y="0"/>
                </a:lnTo>
                <a:lnTo>
                  <a:pt x="340089" y="0"/>
                </a:lnTo>
                <a:lnTo>
                  <a:pt x="381276" y="0"/>
                </a:lnTo>
                <a:lnTo>
                  <a:pt x="422170" y="0"/>
                </a:lnTo>
                <a:lnTo>
                  <a:pt x="462768" y="0"/>
                </a:lnTo>
                <a:lnTo>
                  <a:pt x="503073" y="0"/>
                </a:lnTo>
              </a:path>
            </a:pathLst>
          </a:custGeom>
          <a:noFill/>
          <a:ln w="18946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ditable path 39"/>
          <p:cNvSpPr/>
          <p:nvPr/>
        </p:nvSpPr>
        <p:spPr>
          <a:xfrm>
            <a:off x="5923161" y="1476188"/>
            <a:ext cx="66312" cy="66312"/>
          </a:xfrm>
          <a:custGeom>
            <a:avLst/>
            <a:gdLst/>
            <a:ahLst/>
            <a:cxnLst/>
            <a:rect l="l" t="t" r="r" b="b"/>
            <a:pathLst>
              <a:path w="66312" h="66312">
                <a:moveTo>
                  <a:pt x="0" y="0"/>
                </a:moveTo>
                <a:lnTo>
                  <a:pt x="66312" y="33156"/>
                </a:lnTo>
                <a:lnTo>
                  <a:pt x="0" y="66312"/>
                </a:lnTo>
                <a:lnTo>
                  <a:pt x="0" y="0"/>
                </a:lnTo>
                <a:close/>
              </a:path>
            </a:pathLst>
          </a:custGeom>
          <a:solidFill>
            <a:srgbClr val="7C5AA6"/>
          </a:solidFill>
          <a:ln w="18946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ditable path 40"/>
          <p:cNvSpPr/>
          <p:nvPr/>
        </p:nvSpPr>
        <p:spPr>
          <a:xfrm>
            <a:off x="7620000" y="2543523"/>
            <a:ext cx="0" cy="521063"/>
          </a:xfrm>
          <a:custGeom>
            <a:avLst/>
            <a:gdLst/>
            <a:ahLst/>
            <a:cxnLst/>
            <a:rect l="l" t="t" r="r" b="b"/>
            <a:pathLst>
              <a:path w="0" h="521063">
                <a:moveTo>
                  <a:pt x="0" y="0"/>
                </a:moveTo>
                <a:lnTo>
                  <a:pt x="0" y="45040"/>
                </a:lnTo>
                <a:lnTo>
                  <a:pt x="0" y="89786"/>
                </a:lnTo>
                <a:lnTo>
                  <a:pt x="0" y="134238"/>
                </a:lnTo>
                <a:lnTo>
                  <a:pt x="0" y="178395"/>
                </a:lnTo>
                <a:lnTo>
                  <a:pt x="0" y="222258"/>
                </a:lnTo>
                <a:lnTo>
                  <a:pt x="0" y="265827"/>
                </a:lnTo>
                <a:lnTo>
                  <a:pt x="0" y="309102"/>
                </a:lnTo>
                <a:lnTo>
                  <a:pt x="0" y="352083"/>
                </a:lnTo>
                <a:lnTo>
                  <a:pt x="0" y="394769"/>
                </a:lnTo>
                <a:lnTo>
                  <a:pt x="0" y="437161"/>
                </a:lnTo>
                <a:lnTo>
                  <a:pt x="0" y="479259"/>
                </a:lnTo>
                <a:lnTo>
                  <a:pt x="0" y="521063"/>
                </a:lnTo>
              </a:path>
            </a:pathLst>
          </a:custGeom>
          <a:noFill/>
          <a:ln w="1894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Editable path 41"/>
          <p:cNvSpPr/>
          <p:nvPr/>
        </p:nvSpPr>
        <p:spPr>
          <a:xfrm>
            <a:off x="7586844" y="2998274"/>
            <a:ext cx="66312" cy="66312"/>
          </a:xfrm>
          <a:custGeom>
            <a:avLst/>
            <a:gdLst/>
            <a:ahLst/>
            <a:cxnLst/>
            <a:rect l="l" t="t" r="r" b="b"/>
            <a:pathLst>
              <a:path w="66312" h="66312">
                <a:moveTo>
                  <a:pt x="66312" y="0"/>
                </a:moveTo>
                <a:lnTo>
                  <a:pt x="33156" y="66312"/>
                </a:lnTo>
                <a:lnTo>
                  <a:pt x="0" y="0"/>
                </a:lnTo>
                <a:lnTo>
                  <a:pt x="66312" y="0"/>
                </a:lnTo>
                <a:close/>
              </a:path>
            </a:pathLst>
          </a:custGeom>
          <a:solidFill>
            <a:srgbClr val="FF9500"/>
          </a:solidFill>
          <a:ln w="1894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Editable path 42"/>
          <p:cNvSpPr/>
          <p:nvPr/>
        </p:nvSpPr>
        <p:spPr>
          <a:xfrm>
            <a:off x="9570720" y="1732950"/>
            <a:ext cx="283617" cy="0"/>
          </a:xfrm>
          <a:custGeom>
            <a:avLst/>
            <a:gdLst/>
            <a:ahLst/>
            <a:cxnLst/>
            <a:rect l="l" t="t" r="r" b="b"/>
            <a:pathLst>
              <a:path w="283617" h="0">
                <a:moveTo>
                  <a:pt x="0" y="0"/>
                </a:moveTo>
                <a:lnTo>
                  <a:pt x="25253" y="0"/>
                </a:lnTo>
                <a:lnTo>
                  <a:pt x="50211" y="0"/>
                </a:lnTo>
                <a:lnTo>
                  <a:pt x="74876" y="0"/>
                </a:lnTo>
                <a:lnTo>
                  <a:pt x="99246" y="0"/>
                </a:lnTo>
                <a:lnTo>
                  <a:pt x="123322" y="0"/>
                </a:lnTo>
                <a:lnTo>
                  <a:pt x="147104" y="0"/>
                </a:lnTo>
                <a:lnTo>
                  <a:pt x="170591" y="0"/>
                </a:lnTo>
                <a:lnTo>
                  <a:pt x="193785" y="0"/>
                </a:lnTo>
                <a:lnTo>
                  <a:pt x="216684" y="0"/>
                </a:lnTo>
                <a:lnTo>
                  <a:pt x="239289" y="0"/>
                </a:lnTo>
                <a:lnTo>
                  <a:pt x="261600" y="0"/>
                </a:lnTo>
                <a:lnTo>
                  <a:pt x="283617" y="0"/>
                </a:lnTo>
              </a:path>
            </a:pathLst>
          </a:custGeom>
          <a:noFill/>
          <a:ln w="18946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Editable path 43"/>
          <p:cNvSpPr/>
          <p:nvPr/>
        </p:nvSpPr>
        <p:spPr>
          <a:xfrm>
            <a:off x="9788025" y="1699794"/>
            <a:ext cx="66312" cy="66312"/>
          </a:xfrm>
          <a:custGeom>
            <a:avLst/>
            <a:gdLst/>
            <a:ahLst/>
            <a:cxnLst/>
            <a:rect l="l" t="t" r="r" b="b"/>
            <a:pathLst>
              <a:path w="66312" h="66312">
                <a:moveTo>
                  <a:pt x="0" y="0"/>
                </a:moveTo>
                <a:lnTo>
                  <a:pt x="66312" y="33156"/>
                </a:lnTo>
                <a:lnTo>
                  <a:pt x="0" y="66312"/>
                </a:lnTo>
                <a:lnTo>
                  <a:pt x="0" y="0"/>
                </a:lnTo>
                <a:close/>
              </a:path>
            </a:pathLst>
          </a:custGeom>
          <a:solidFill>
            <a:srgbClr val="0ABAB5"/>
          </a:solidFill>
          <a:ln w="18946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Editable path 44"/>
          <p:cNvSpPr/>
          <p:nvPr/>
        </p:nvSpPr>
        <p:spPr>
          <a:xfrm>
            <a:off x="9570720" y="2564706"/>
            <a:ext cx="0" cy="521063"/>
          </a:xfrm>
          <a:custGeom>
            <a:avLst/>
            <a:gdLst/>
            <a:ahLst/>
            <a:cxnLst/>
            <a:rect l="l" t="t" r="r" b="b"/>
            <a:pathLst>
              <a:path w="0" h="521063">
                <a:moveTo>
                  <a:pt x="0" y="521063"/>
                </a:moveTo>
                <a:lnTo>
                  <a:pt x="0" y="476023"/>
                </a:lnTo>
                <a:lnTo>
                  <a:pt x="0" y="431277"/>
                </a:lnTo>
                <a:lnTo>
                  <a:pt x="0" y="386825"/>
                </a:lnTo>
                <a:lnTo>
                  <a:pt x="0" y="342668"/>
                </a:lnTo>
                <a:lnTo>
                  <a:pt x="0" y="298805"/>
                </a:lnTo>
                <a:lnTo>
                  <a:pt x="0" y="255236"/>
                </a:lnTo>
                <a:lnTo>
                  <a:pt x="0" y="211961"/>
                </a:lnTo>
                <a:lnTo>
                  <a:pt x="0" y="168980"/>
                </a:lnTo>
                <a:lnTo>
                  <a:pt x="0" y="126294"/>
                </a:lnTo>
                <a:lnTo>
                  <a:pt x="0" y="83902"/>
                </a:lnTo>
                <a:lnTo>
                  <a:pt x="0" y="41804"/>
                </a:lnTo>
                <a:lnTo>
                  <a:pt x="0" y="0"/>
                </a:lnTo>
              </a:path>
            </a:pathLst>
          </a:custGeom>
          <a:noFill/>
          <a:ln w="1894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Editable path 45"/>
          <p:cNvSpPr/>
          <p:nvPr/>
        </p:nvSpPr>
        <p:spPr>
          <a:xfrm>
            <a:off x="9537563" y="2564706"/>
            <a:ext cx="66313" cy="66312"/>
          </a:xfrm>
          <a:custGeom>
            <a:avLst/>
            <a:gdLst/>
            <a:ahLst/>
            <a:cxnLst/>
            <a:rect l="l" t="t" r="r" b="b"/>
            <a:pathLst>
              <a:path w="66313" h="66312">
                <a:moveTo>
                  <a:pt x="0" y="66312"/>
                </a:moveTo>
                <a:lnTo>
                  <a:pt x="33157" y="0"/>
                </a:lnTo>
                <a:lnTo>
                  <a:pt x="66313" y="66312"/>
                </a:lnTo>
                <a:lnTo>
                  <a:pt x="0" y="66312"/>
                </a:lnTo>
                <a:close/>
              </a:path>
            </a:pathLst>
          </a:custGeom>
          <a:solidFill>
            <a:srgbClr val="FF9500"/>
          </a:solidFill>
          <a:ln w="18946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Editable path 46"/>
          <p:cNvSpPr/>
          <p:nvPr/>
        </p:nvSpPr>
        <p:spPr>
          <a:xfrm>
            <a:off x="10911839" y="1844753"/>
            <a:ext cx="0" cy="202424"/>
          </a:xfrm>
          <a:custGeom>
            <a:avLst/>
            <a:gdLst/>
            <a:ahLst/>
            <a:cxnLst/>
            <a:rect l="l" t="t" r="r" b="b"/>
            <a:pathLst>
              <a:path w="0" h="202424">
                <a:moveTo>
                  <a:pt x="0" y="0"/>
                </a:moveTo>
                <a:lnTo>
                  <a:pt x="0" y="18487"/>
                </a:lnTo>
                <a:lnTo>
                  <a:pt x="0" y="36680"/>
                </a:lnTo>
                <a:lnTo>
                  <a:pt x="0" y="54578"/>
                </a:lnTo>
                <a:lnTo>
                  <a:pt x="0" y="72182"/>
                </a:lnTo>
                <a:lnTo>
                  <a:pt x="0" y="89492"/>
                </a:lnTo>
                <a:lnTo>
                  <a:pt x="0" y="106508"/>
                </a:lnTo>
                <a:lnTo>
                  <a:pt x="0" y="123229"/>
                </a:lnTo>
                <a:lnTo>
                  <a:pt x="0" y="139657"/>
                </a:lnTo>
                <a:lnTo>
                  <a:pt x="0" y="155790"/>
                </a:lnTo>
                <a:lnTo>
                  <a:pt x="0" y="171629"/>
                </a:lnTo>
                <a:lnTo>
                  <a:pt x="0" y="187173"/>
                </a:lnTo>
                <a:lnTo>
                  <a:pt x="0" y="202424"/>
                </a:lnTo>
              </a:path>
            </a:pathLst>
          </a:custGeom>
          <a:noFill/>
          <a:ln w="18946">
            <a:solidFill>
              <a:srgbClr val="4E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Editable path 47"/>
          <p:cNvSpPr/>
          <p:nvPr/>
        </p:nvSpPr>
        <p:spPr>
          <a:xfrm>
            <a:off x="10878683" y="1980865"/>
            <a:ext cx="66312" cy="66312"/>
          </a:xfrm>
          <a:custGeom>
            <a:avLst/>
            <a:gdLst/>
            <a:ahLst/>
            <a:cxnLst/>
            <a:rect l="l" t="t" r="r" b="b"/>
            <a:pathLst>
              <a:path w="66312" h="66312">
                <a:moveTo>
                  <a:pt x="66312" y="0"/>
                </a:moveTo>
                <a:lnTo>
                  <a:pt x="33156" y="66312"/>
                </a:lnTo>
                <a:lnTo>
                  <a:pt x="0" y="0"/>
                </a:lnTo>
                <a:lnTo>
                  <a:pt x="66312" y="0"/>
                </a:lnTo>
                <a:close/>
              </a:path>
            </a:pathLst>
          </a:custGeom>
          <a:solidFill>
            <a:srgbClr val="4E8C5A"/>
          </a:solidFill>
          <a:ln w="18946">
            <a:solidFill>
              <a:srgbClr val="4E8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Editable path 48"/>
          <p:cNvSpPr/>
          <p:nvPr/>
        </p:nvSpPr>
        <p:spPr>
          <a:xfrm>
            <a:off x="4206240" y="167705"/>
            <a:ext cx="0" cy="202424"/>
          </a:xfrm>
          <a:custGeom>
            <a:avLst/>
            <a:gdLst/>
            <a:ahLst/>
            <a:cxnLst/>
            <a:rect l="l" t="t" r="r" b="b"/>
            <a:pathLst>
              <a:path w="0" h="202424">
                <a:moveTo>
                  <a:pt x="0" y="0"/>
                </a:moveTo>
                <a:lnTo>
                  <a:pt x="0" y="18487"/>
                </a:lnTo>
                <a:lnTo>
                  <a:pt x="0" y="36679"/>
                </a:lnTo>
                <a:lnTo>
                  <a:pt x="0" y="54578"/>
                </a:lnTo>
                <a:lnTo>
                  <a:pt x="0" y="72182"/>
                </a:lnTo>
                <a:lnTo>
                  <a:pt x="0" y="89492"/>
                </a:lnTo>
                <a:lnTo>
                  <a:pt x="0" y="106507"/>
                </a:lnTo>
                <a:lnTo>
                  <a:pt x="0" y="123229"/>
                </a:lnTo>
                <a:lnTo>
                  <a:pt x="0" y="139656"/>
                </a:lnTo>
                <a:lnTo>
                  <a:pt x="0" y="155790"/>
                </a:lnTo>
                <a:lnTo>
                  <a:pt x="0" y="171628"/>
                </a:lnTo>
                <a:lnTo>
                  <a:pt x="0" y="187173"/>
                </a:lnTo>
                <a:lnTo>
                  <a:pt x="0" y="202424"/>
                </a:lnTo>
              </a:path>
            </a:pathLst>
          </a:custGeom>
          <a:noFill/>
          <a:ln w="18946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Editable path 49"/>
          <p:cNvSpPr/>
          <p:nvPr/>
        </p:nvSpPr>
        <p:spPr>
          <a:xfrm>
            <a:off x="4173083" y="303816"/>
            <a:ext cx="66313" cy="66313"/>
          </a:xfrm>
          <a:custGeom>
            <a:avLst/>
            <a:gdLst/>
            <a:ahLst/>
            <a:cxnLst/>
            <a:rect l="l" t="t" r="r" b="b"/>
            <a:pathLst>
              <a:path w="66313" h="66313">
                <a:moveTo>
                  <a:pt x="66313" y="0"/>
                </a:moveTo>
                <a:lnTo>
                  <a:pt x="33157" y="66313"/>
                </a:lnTo>
                <a:lnTo>
                  <a:pt x="0" y="0"/>
                </a:lnTo>
                <a:lnTo>
                  <a:pt x="66313" y="0"/>
                </a:lnTo>
                <a:close/>
              </a:path>
            </a:pathLst>
          </a:custGeom>
          <a:solidFill>
            <a:srgbClr val="6B7280"/>
          </a:solidFill>
          <a:ln w="18946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Editable path 50"/>
          <p:cNvSpPr/>
          <p:nvPr/>
        </p:nvSpPr>
        <p:spPr>
          <a:xfrm>
            <a:off x="9250526" y="1229836"/>
            <a:ext cx="320194" cy="0"/>
          </a:xfrm>
          <a:custGeom>
            <a:avLst/>
            <a:gdLst/>
            <a:ahLst/>
            <a:cxnLst/>
            <a:rect l="l" t="t" r="r" b="b"/>
            <a:pathLst>
              <a:path w="320194" h="0">
                <a:moveTo>
                  <a:pt x="320194" y="0"/>
                </a:moveTo>
                <a:lnTo>
                  <a:pt x="291893" y="0"/>
                </a:lnTo>
                <a:lnTo>
                  <a:pt x="263886" y="0"/>
                </a:lnTo>
                <a:lnTo>
                  <a:pt x="236174" y="0"/>
                </a:lnTo>
                <a:lnTo>
                  <a:pt x="208755" y="0"/>
                </a:lnTo>
                <a:lnTo>
                  <a:pt x="181631" y="0"/>
                </a:lnTo>
                <a:lnTo>
                  <a:pt x="154801" y="0"/>
                </a:lnTo>
                <a:lnTo>
                  <a:pt x="128266" y="0"/>
                </a:lnTo>
                <a:lnTo>
                  <a:pt x="102024" y="0"/>
                </a:lnTo>
                <a:lnTo>
                  <a:pt x="76077" y="0"/>
                </a:lnTo>
                <a:lnTo>
                  <a:pt x="50424" y="0"/>
                </a:lnTo>
                <a:lnTo>
                  <a:pt x="25065" y="0"/>
                </a:lnTo>
                <a:lnTo>
                  <a:pt x="0" y="0"/>
                </a:lnTo>
              </a:path>
            </a:pathLst>
          </a:custGeom>
          <a:noFill/>
          <a:ln w="18946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Editable path 51"/>
          <p:cNvSpPr/>
          <p:nvPr/>
        </p:nvSpPr>
        <p:spPr>
          <a:xfrm>
            <a:off x="9250526" y="1196679"/>
            <a:ext cx="66313" cy="66313"/>
          </a:xfrm>
          <a:custGeom>
            <a:avLst/>
            <a:gdLst/>
            <a:ahLst/>
            <a:cxnLst/>
            <a:rect l="l" t="t" r="r" b="b"/>
            <a:pathLst>
              <a:path w="66313" h="66313">
                <a:moveTo>
                  <a:pt x="66313" y="66313"/>
                </a:moveTo>
                <a:lnTo>
                  <a:pt x="0" y="33157"/>
                </a:lnTo>
                <a:lnTo>
                  <a:pt x="66313" y="0"/>
                </a:lnTo>
                <a:lnTo>
                  <a:pt x="66313" y="66313"/>
                </a:lnTo>
                <a:close/>
              </a:path>
            </a:pathLst>
          </a:custGeom>
          <a:solidFill>
            <a:srgbClr val="6B7280"/>
          </a:solidFill>
          <a:ln w="18946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Editable path 52"/>
          <p:cNvSpPr/>
          <p:nvPr/>
        </p:nvSpPr>
        <p:spPr>
          <a:xfrm>
            <a:off x="2560320" y="4583932"/>
            <a:ext cx="466497" cy="0"/>
          </a:xfrm>
          <a:custGeom>
            <a:avLst/>
            <a:gdLst/>
            <a:ahLst/>
            <a:cxnLst/>
            <a:rect l="l" t="t" r="r" b="b"/>
            <a:pathLst>
              <a:path w="466497" h="0">
                <a:moveTo>
                  <a:pt x="0" y="0"/>
                </a:moveTo>
                <a:lnTo>
                  <a:pt x="40493" y="0"/>
                </a:lnTo>
                <a:lnTo>
                  <a:pt x="80691" y="0"/>
                </a:lnTo>
                <a:lnTo>
                  <a:pt x="120596" y="0"/>
                </a:lnTo>
                <a:lnTo>
                  <a:pt x="160206" y="0"/>
                </a:lnTo>
                <a:lnTo>
                  <a:pt x="199522" y="0"/>
                </a:lnTo>
                <a:lnTo>
                  <a:pt x="238544" y="0"/>
                </a:lnTo>
                <a:lnTo>
                  <a:pt x="277272" y="0"/>
                </a:lnTo>
                <a:lnTo>
                  <a:pt x="315705" y="0"/>
                </a:lnTo>
                <a:lnTo>
                  <a:pt x="353845" y="0"/>
                </a:lnTo>
                <a:lnTo>
                  <a:pt x="391690" y="0"/>
                </a:lnTo>
                <a:lnTo>
                  <a:pt x="429240" y="0"/>
                </a:lnTo>
                <a:lnTo>
                  <a:pt x="466497" y="0"/>
                </a:lnTo>
              </a:path>
            </a:pathLst>
          </a:custGeom>
          <a:noFill/>
          <a:ln w="18946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Editable path 53"/>
          <p:cNvSpPr/>
          <p:nvPr/>
        </p:nvSpPr>
        <p:spPr>
          <a:xfrm>
            <a:off x="2960505" y="4550776"/>
            <a:ext cx="66312" cy="66312"/>
          </a:xfrm>
          <a:custGeom>
            <a:avLst/>
            <a:gdLst/>
            <a:ahLst/>
            <a:cxnLst/>
            <a:rect l="l" t="t" r="r" b="b"/>
            <a:pathLst>
              <a:path w="66312" h="66312">
                <a:moveTo>
                  <a:pt x="0" y="0"/>
                </a:moveTo>
                <a:lnTo>
                  <a:pt x="66312" y="33156"/>
                </a:lnTo>
                <a:lnTo>
                  <a:pt x="0" y="66312"/>
                </a:lnTo>
                <a:lnTo>
                  <a:pt x="0" y="0"/>
                </a:lnTo>
                <a:close/>
              </a:path>
            </a:pathLst>
          </a:custGeom>
          <a:solidFill>
            <a:srgbClr val="7C5AA6"/>
          </a:solidFill>
          <a:ln w="18946">
            <a:solidFill>
              <a:srgbClr val="7C5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Editable path 54"/>
          <p:cNvSpPr/>
          <p:nvPr/>
        </p:nvSpPr>
        <p:spPr>
          <a:xfrm>
            <a:off x="1280160" y="3689506"/>
            <a:ext cx="0" cy="146522"/>
          </a:xfrm>
          <a:custGeom>
            <a:avLst/>
            <a:gdLst/>
            <a:ahLst/>
            <a:cxnLst/>
            <a:rect l="l" t="t" r="r" b="b"/>
            <a:pathLst>
              <a:path w="0" h="146522">
                <a:moveTo>
                  <a:pt x="0" y="0"/>
                </a:moveTo>
                <a:lnTo>
                  <a:pt x="0" y="13829"/>
                </a:lnTo>
                <a:lnTo>
                  <a:pt x="0" y="27363"/>
                </a:lnTo>
                <a:lnTo>
                  <a:pt x="0" y="40603"/>
                </a:lnTo>
                <a:lnTo>
                  <a:pt x="0" y="53548"/>
                </a:lnTo>
                <a:lnTo>
                  <a:pt x="0" y="66200"/>
                </a:lnTo>
                <a:lnTo>
                  <a:pt x="0" y="78557"/>
                </a:lnTo>
                <a:lnTo>
                  <a:pt x="0" y="90620"/>
                </a:lnTo>
                <a:lnTo>
                  <a:pt x="0" y="102389"/>
                </a:lnTo>
                <a:lnTo>
                  <a:pt x="0" y="113863"/>
                </a:lnTo>
                <a:lnTo>
                  <a:pt x="0" y="125044"/>
                </a:lnTo>
                <a:lnTo>
                  <a:pt x="0" y="135930"/>
                </a:lnTo>
                <a:lnTo>
                  <a:pt x="0" y="146522"/>
                </a:lnTo>
              </a:path>
            </a:pathLst>
          </a:custGeom>
          <a:noFill/>
          <a:ln w="18946">
            <a:solidFill>
              <a:srgbClr val="6B728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Editable path 55"/>
          <p:cNvSpPr/>
          <p:nvPr/>
        </p:nvSpPr>
        <p:spPr>
          <a:xfrm>
            <a:off x="1247004" y="3769716"/>
            <a:ext cx="66312" cy="66312"/>
          </a:xfrm>
          <a:custGeom>
            <a:avLst/>
            <a:gdLst/>
            <a:ahLst/>
            <a:cxnLst/>
            <a:rect l="l" t="t" r="r" b="b"/>
            <a:pathLst>
              <a:path w="66312" h="66312">
                <a:moveTo>
                  <a:pt x="66312" y="0"/>
                </a:moveTo>
                <a:lnTo>
                  <a:pt x="33156" y="66312"/>
                </a:lnTo>
                <a:lnTo>
                  <a:pt x="0" y="0"/>
                </a:lnTo>
                <a:lnTo>
                  <a:pt x="66312" y="0"/>
                </a:lnTo>
                <a:close/>
              </a:path>
            </a:pathLst>
          </a:custGeom>
          <a:solidFill>
            <a:srgbClr val="6B7280"/>
          </a:solidFill>
          <a:ln w="18946">
            <a:solidFill>
              <a:srgbClr val="6B728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Editable path 56"/>
          <p:cNvSpPr/>
          <p:nvPr/>
        </p:nvSpPr>
        <p:spPr>
          <a:xfrm>
            <a:off x="5669280" y="2543523"/>
            <a:ext cx="320193" cy="0"/>
          </a:xfrm>
          <a:custGeom>
            <a:avLst/>
            <a:gdLst/>
            <a:ahLst/>
            <a:cxnLst/>
            <a:rect l="l" t="t" r="r" b="b"/>
            <a:pathLst>
              <a:path w="320193" h="0">
                <a:moveTo>
                  <a:pt x="0" y="0"/>
                </a:moveTo>
                <a:lnTo>
                  <a:pt x="28301" y="0"/>
                </a:lnTo>
                <a:lnTo>
                  <a:pt x="56307" y="0"/>
                </a:lnTo>
                <a:lnTo>
                  <a:pt x="84020" y="0"/>
                </a:lnTo>
                <a:lnTo>
                  <a:pt x="111438" y="0"/>
                </a:lnTo>
                <a:lnTo>
                  <a:pt x="138562" y="0"/>
                </a:lnTo>
                <a:lnTo>
                  <a:pt x="165392" y="0"/>
                </a:lnTo>
                <a:lnTo>
                  <a:pt x="191928" y="0"/>
                </a:lnTo>
                <a:lnTo>
                  <a:pt x="218169" y="0"/>
                </a:lnTo>
                <a:lnTo>
                  <a:pt x="244116" y="0"/>
                </a:lnTo>
                <a:lnTo>
                  <a:pt x="269769" y="0"/>
                </a:lnTo>
                <a:lnTo>
                  <a:pt x="295128" y="0"/>
                </a:lnTo>
                <a:lnTo>
                  <a:pt x="320193" y="0"/>
                </a:lnTo>
              </a:path>
            </a:pathLst>
          </a:custGeom>
          <a:noFill/>
          <a:ln w="18946">
            <a:solidFill>
              <a:srgbClr val="B8893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Editable path 57"/>
          <p:cNvSpPr/>
          <p:nvPr/>
        </p:nvSpPr>
        <p:spPr>
          <a:xfrm>
            <a:off x="5923161" y="2510367"/>
            <a:ext cx="66312" cy="66312"/>
          </a:xfrm>
          <a:custGeom>
            <a:avLst/>
            <a:gdLst/>
            <a:ahLst/>
            <a:cxnLst/>
            <a:rect l="l" t="t" r="r" b="b"/>
            <a:pathLst>
              <a:path w="66312" h="66312">
                <a:moveTo>
                  <a:pt x="0" y="0"/>
                </a:moveTo>
                <a:lnTo>
                  <a:pt x="66312" y="33156"/>
                </a:lnTo>
                <a:lnTo>
                  <a:pt x="0" y="66312"/>
                </a:lnTo>
                <a:lnTo>
                  <a:pt x="0" y="0"/>
                </a:lnTo>
                <a:close/>
              </a:path>
            </a:pathLst>
          </a:custGeom>
          <a:solidFill>
            <a:srgbClr val="B8893E"/>
          </a:solidFill>
          <a:ln w="18946">
            <a:solidFill>
              <a:srgbClr val="B8893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968" y="1090081"/>
            <a:ext cx="647950" cy="1285737"/>
          </a:xfrm>
          <a:prstGeom prst="rect">
            <a:avLst/>
          </a:prstGeom>
        </p:spPr>
      </p:pic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5" y="2471656"/>
            <a:ext cx="524255" cy="322619"/>
          </a:xfrm>
          <a:prstGeom prst="rect">
            <a:avLst/>
          </a:prstGeom>
        </p:spPr>
      </p:pic>
      <p:pic>
        <p:nvPicPr>
          <p:cNvPr id="61" name="Picture 6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9" y="2442494"/>
            <a:ext cx="524256" cy="380942"/>
          </a:xfrm>
          <a:prstGeom prst="rect">
            <a:avLst/>
          </a:prstGeom>
        </p:spPr>
      </p:pic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5503" y="2491865"/>
            <a:ext cx="524255" cy="282200"/>
          </a:xfrm>
          <a:prstGeom prst="rect">
            <a:avLst/>
          </a:prstGeom>
        </p:spPr>
      </p:pic>
      <p:pic>
        <p:nvPicPr>
          <p:cNvPr id="63" name="Picture 6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38527" y="2441539"/>
            <a:ext cx="524255" cy="382853"/>
          </a:xfrm>
          <a:prstGeom prst="rect">
            <a:avLst/>
          </a:prstGeom>
        </p:spPr>
      </p:pic>
      <p:pic>
        <p:nvPicPr>
          <p:cNvPr id="64" name="Picture 6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9991" y="2951604"/>
            <a:ext cx="805521" cy="514295"/>
          </a:xfrm>
          <a:prstGeom prst="rect">
            <a:avLst/>
          </a:prstGeom>
        </p:spPr>
      </p:pic>
      <p:pic>
        <p:nvPicPr>
          <p:cNvPr id="65" name="Picture 6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06414" y="2191343"/>
            <a:ext cx="388770" cy="771442"/>
          </a:xfrm>
          <a:prstGeom prst="rect">
            <a:avLst/>
          </a:prstGeom>
        </p:spPr>
      </p:pic>
      <p:sp>
        <p:nvSpPr>
          <p:cNvPr id="66" name="Editable path 58"/>
          <p:cNvSpPr/>
          <p:nvPr/>
        </p:nvSpPr>
        <p:spPr>
          <a:xfrm>
            <a:off x="6936329" y="2544921"/>
            <a:ext cx="177703" cy="65469"/>
          </a:xfrm>
          <a:custGeom>
            <a:avLst/>
            <a:gdLst/>
            <a:ahLst/>
            <a:cxnLst/>
            <a:rect l="l" t="t" r="r" b="b"/>
            <a:pathLst>
              <a:path w="177703" h="65469">
                <a:moveTo>
                  <a:pt x="0" y="0"/>
                </a:moveTo>
                <a:lnTo>
                  <a:pt x="177703" y="65469"/>
                </a:lnTo>
              </a:path>
            </a:pathLst>
          </a:custGeom>
          <a:noFill/>
          <a:ln w="10657">
            <a:solidFill>
              <a:srgbClr val="FF9500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Editable path 59"/>
          <p:cNvSpPr/>
          <p:nvPr/>
        </p:nvSpPr>
        <p:spPr>
          <a:xfrm>
            <a:off x="6936329" y="2423335"/>
            <a:ext cx="177703" cy="121586"/>
          </a:xfrm>
          <a:custGeom>
            <a:avLst/>
            <a:gdLst/>
            <a:ahLst/>
            <a:cxnLst/>
            <a:rect l="l" t="t" r="r" b="b"/>
            <a:pathLst>
              <a:path w="177703" h="121586">
                <a:moveTo>
                  <a:pt x="0" y="121586"/>
                </a:moveTo>
                <a:lnTo>
                  <a:pt x="177703" y="0"/>
                </a:lnTo>
              </a:path>
            </a:pathLst>
          </a:custGeom>
          <a:noFill/>
          <a:ln w="10657">
            <a:solidFill>
              <a:srgbClr val="FF9500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Editable path 60"/>
          <p:cNvSpPr/>
          <p:nvPr/>
        </p:nvSpPr>
        <p:spPr>
          <a:xfrm>
            <a:off x="6936329" y="2236280"/>
            <a:ext cx="177703" cy="308641"/>
          </a:xfrm>
          <a:custGeom>
            <a:avLst/>
            <a:gdLst/>
            <a:ahLst/>
            <a:cxnLst/>
            <a:rect l="l" t="t" r="r" b="b"/>
            <a:pathLst>
              <a:path w="177703" h="308641">
                <a:moveTo>
                  <a:pt x="0" y="308641"/>
                </a:moveTo>
                <a:lnTo>
                  <a:pt x="177703" y="0"/>
                </a:lnTo>
              </a:path>
            </a:pathLst>
          </a:custGeom>
          <a:noFill/>
          <a:ln w="10657">
            <a:solidFill>
              <a:srgbClr val="FF9500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Editable path 61"/>
          <p:cNvSpPr/>
          <p:nvPr/>
        </p:nvSpPr>
        <p:spPr>
          <a:xfrm>
            <a:off x="6936329" y="2301749"/>
            <a:ext cx="177703" cy="308641"/>
          </a:xfrm>
          <a:custGeom>
            <a:avLst/>
            <a:gdLst/>
            <a:ahLst/>
            <a:cxnLst/>
            <a:rect l="l" t="t" r="r" b="b"/>
            <a:pathLst>
              <a:path w="177703" h="308641">
                <a:moveTo>
                  <a:pt x="0" y="0"/>
                </a:moveTo>
                <a:lnTo>
                  <a:pt x="177703" y="308641"/>
                </a:lnTo>
              </a:path>
            </a:pathLst>
          </a:custGeom>
          <a:noFill/>
          <a:ln w="10657">
            <a:solidFill>
              <a:srgbClr val="FF9500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Editable path 62"/>
          <p:cNvSpPr/>
          <p:nvPr/>
        </p:nvSpPr>
        <p:spPr>
          <a:xfrm>
            <a:off x="6936329" y="2301749"/>
            <a:ext cx="177703" cy="121586"/>
          </a:xfrm>
          <a:custGeom>
            <a:avLst/>
            <a:gdLst/>
            <a:ahLst/>
            <a:cxnLst/>
            <a:rect l="l" t="t" r="r" b="b"/>
            <a:pathLst>
              <a:path w="177703" h="121586">
                <a:moveTo>
                  <a:pt x="0" y="0"/>
                </a:moveTo>
                <a:lnTo>
                  <a:pt x="177703" y="121586"/>
                </a:lnTo>
              </a:path>
            </a:pathLst>
          </a:custGeom>
          <a:noFill/>
          <a:ln w="10657">
            <a:solidFill>
              <a:srgbClr val="FF9500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Editable path 63"/>
          <p:cNvSpPr/>
          <p:nvPr/>
        </p:nvSpPr>
        <p:spPr>
          <a:xfrm>
            <a:off x="6936329" y="2236280"/>
            <a:ext cx="177703" cy="65469"/>
          </a:xfrm>
          <a:custGeom>
            <a:avLst/>
            <a:gdLst/>
            <a:ahLst/>
            <a:cxnLst/>
            <a:rect l="l" t="t" r="r" b="b"/>
            <a:pathLst>
              <a:path w="177703" h="65469">
                <a:moveTo>
                  <a:pt x="0" y="65469"/>
                </a:moveTo>
                <a:lnTo>
                  <a:pt x="177703" y="0"/>
                </a:lnTo>
              </a:path>
            </a:pathLst>
          </a:custGeom>
          <a:noFill/>
          <a:ln w="10657">
            <a:solidFill>
              <a:srgbClr val="FF9500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Editable path 64"/>
          <p:cNvSpPr/>
          <p:nvPr/>
        </p:nvSpPr>
        <p:spPr>
          <a:xfrm>
            <a:off x="7114032" y="2544921"/>
            <a:ext cx="177702" cy="65469"/>
          </a:xfrm>
          <a:custGeom>
            <a:avLst/>
            <a:gdLst/>
            <a:ahLst/>
            <a:cxnLst/>
            <a:rect l="l" t="t" r="r" b="b"/>
            <a:pathLst>
              <a:path w="177702" h="65469">
                <a:moveTo>
                  <a:pt x="0" y="65469"/>
                </a:moveTo>
                <a:lnTo>
                  <a:pt x="177702" y="0"/>
                </a:lnTo>
              </a:path>
            </a:pathLst>
          </a:custGeom>
          <a:noFill/>
          <a:ln w="10657">
            <a:solidFill>
              <a:srgbClr val="FF9500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Editable path 65"/>
          <p:cNvSpPr/>
          <p:nvPr/>
        </p:nvSpPr>
        <p:spPr>
          <a:xfrm>
            <a:off x="7114032" y="2301749"/>
            <a:ext cx="177702" cy="308641"/>
          </a:xfrm>
          <a:custGeom>
            <a:avLst/>
            <a:gdLst/>
            <a:ahLst/>
            <a:cxnLst/>
            <a:rect l="l" t="t" r="r" b="b"/>
            <a:pathLst>
              <a:path w="177702" h="308641">
                <a:moveTo>
                  <a:pt x="0" y="308641"/>
                </a:moveTo>
                <a:lnTo>
                  <a:pt x="177702" y="0"/>
                </a:lnTo>
              </a:path>
            </a:pathLst>
          </a:custGeom>
          <a:noFill/>
          <a:ln w="10657">
            <a:solidFill>
              <a:srgbClr val="FF9500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Editable path 66"/>
          <p:cNvSpPr/>
          <p:nvPr/>
        </p:nvSpPr>
        <p:spPr>
          <a:xfrm>
            <a:off x="7114032" y="2423335"/>
            <a:ext cx="177702" cy="121586"/>
          </a:xfrm>
          <a:custGeom>
            <a:avLst/>
            <a:gdLst/>
            <a:ahLst/>
            <a:cxnLst/>
            <a:rect l="l" t="t" r="r" b="b"/>
            <a:pathLst>
              <a:path w="177702" h="121586">
                <a:moveTo>
                  <a:pt x="0" y="0"/>
                </a:moveTo>
                <a:lnTo>
                  <a:pt x="177702" y="121586"/>
                </a:lnTo>
              </a:path>
            </a:pathLst>
          </a:custGeom>
          <a:noFill/>
          <a:ln w="10657">
            <a:solidFill>
              <a:srgbClr val="FF9500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Editable path 67"/>
          <p:cNvSpPr/>
          <p:nvPr/>
        </p:nvSpPr>
        <p:spPr>
          <a:xfrm>
            <a:off x="7114032" y="2301749"/>
            <a:ext cx="177702" cy="121586"/>
          </a:xfrm>
          <a:custGeom>
            <a:avLst/>
            <a:gdLst/>
            <a:ahLst/>
            <a:cxnLst/>
            <a:rect l="l" t="t" r="r" b="b"/>
            <a:pathLst>
              <a:path w="177702" h="121586">
                <a:moveTo>
                  <a:pt x="0" y="121586"/>
                </a:moveTo>
                <a:lnTo>
                  <a:pt x="177702" y="0"/>
                </a:lnTo>
              </a:path>
            </a:pathLst>
          </a:custGeom>
          <a:noFill/>
          <a:ln w="10657">
            <a:solidFill>
              <a:srgbClr val="FF9500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Editable path 68"/>
          <p:cNvSpPr/>
          <p:nvPr/>
        </p:nvSpPr>
        <p:spPr>
          <a:xfrm>
            <a:off x="7114032" y="2236280"/>
            <a:ext cx="177702" cy="308641"/>
          </a:xfrm>
          <a:custGeom>
            <a:avLst/>
            <a:gdLst/>
            <a:ahLst/>
            <a:cxnLst/>
            <a:rect l="l" t="t" r="r" b="b"/>
            <a:pathLst>
              <a:path w="177702" h="308641">
                <a:moveTo>
                  <a:pt x="0" y="0"/>
                </a:moveTo>
                <a:lnTo>
                  <a:pt x="177702" y="308641"/>
                </a:lnTo>
              </a:path>
            </a:pathLst>
          </a:custGeom>
          <a:noFill/>
          <a:ln w="10657">
            <a:solidFill>
              <a:srgbClr val="FF9500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Editable path 69"/>
          <p:cNvSpPr/>
          <p:nvPr/>
        </p:nvSpPr>
        <p:spPr>
          <a:xfrm>
            <a:off x="7114032" y="2236280"/>
            <a:ext cx="177702" cy="65469"/>
          </a:xfrm>
          <a:custGeom>
            <a:avLst/>
            <a:gdLst/>
            <a:ahLst/>
            <a:cxnLst/>
            <a:rect l="l" t="t" r="r" b="b"/>
            <a:pathLst>
              <a:path w="177702" h="65469">
                <a:moveTo>
                  <a:pt x="0" y="0"/>
                </a:moveTo>
                <a:lnTo>
                  <a:pt x="177702" y="65469"/>
                </a:lnTo>
              </a:path>
            </a:pathLst>
          </a:custGeom>
          <a:noFill/>
          <a:ln w="10657">
            <a:solidFill>
              <a:srgbClr val="FF9500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Editable path 70"/>
          <p:cNvSpPr/>
          <p:nvPr/>
        </p:nvSpPr>
        <p:spPr>
          <a:xfrm>
            <a:off x="6913882" y="2522474"/>
            <a:ext cx="44893" cy="44894"/>
          </a:xfrm>
          <a:custGeom>
            <a:avLst/>
            <a:gdLst/>
            <a:ahLst/>
            <a:cxnLst/>
            <a:rect l="l" t="t" r="r" b="b"/>
            <a:pathLst>
              <a:path w="44893" h="44894">
                <a:moveTo>
                  <a:pt x="22447" y="44894"/>
                </a:moveTo>
                <a:lnTo>
                  <a:pt x="23929" y="44845"/>
                </a:lnTo>
                <a:lnTo>
                  <a:pt x="25397" y="44699"/>
                </a:lnTo>
                <a:lnTo>
                  <a:pt x="26846" y="44458"/>
                </a:lnTo>
                <a:lnTo>
                  <a:pt x="28272" y="44124"/>
                </a:lnTo>
                <a:lnTo>
                  <a:pt x="29671" y="43699"/>
                </a:lnTo>
                <a:lnTo>
                  <a:pt x="31037" y="43185"/>
                </a:lnTo>
                <a:lnTo>
                  <a:pt x="32367" y="42582"/>
                </a:lnTo>
                <a:lnTo>
                  <a:pt x="33656" y="41894"/>
                </a:lnTo>
                <a:lnTo>
                  <a:pt x="34901" y="41122"/>
                </a:lnTo>
                <a:lnTo>
                  <a:pt x="36095" y="40268"/>
                </a:lnTo>
                <a:lnTo>
                  <a:pt x="37236" y="39333"/>
                </a:lnTo>
                <a:lnTo>
                  <a:pt x="38319" y="38319"/>
                </a:lnTo>
                <a:lnTo>
                  <a:pt x="39333" y="37236"/>
                </a:lnTo>
                <a:lnTo>
                  <a:pt x="40268" y="36095"/>
                </a:lnTo>
                <a:lnTo>
                  <a:pt x="41122" y="34900"/>
                </a:lnTo>
                <a:lnTo>
                  <a:pt x="41895" y="33656"/>
                </a:lnTo>
                <a:lnTo>
                  <a:pt x="42583" y="32367"/>
                </a:lnTo>
                <a:lnTo>
                  <a:pt x="43185" y="31037"/>
                </a:lnTo>
                <a:lnTo>
                  <a:pt x="43699" y="29670"/>
                </a:lnTo>
                <a:lnTo>
                  <a:pt x="44124" y="28272"/>
                </a:lnTo>
                <a:lnTo>
                  <a:pt x="44458" y="26846"/>
                </a:lnTo>
                <a:lnTo>
                  <a:pt x="44699" y="25397"/>
                </a:lnTo>
                <a:lnTo>
                  <a:pt x="44844" y="23929"/>
                </a:lnTo>
                <a:lnTo>
                  <a:pt x="44893" y="22447"/>
                </a:lnTo>
                <a:lnTo>
                  <a:pt x="44844" y="20964"/>
                </a:lnTo>
                <a:lnTo>
                  <a:pt x="44699" y="19496"/>
                </a:lnTo>
                <a:lnTo>
                  <a:pt x="44458" y="18047"/>
                </a:lnTo>
                <a:lnTo>
                  <a:pt x="44124" y="16621"/>
                </a:lnTo>
                <a:lnTo>
                  <a:pt x="43699" y="15223"/>
                </a:lnTo>
                <a:lnTo>
                  <a:pt x="43185" y="13857"/>
                </a:lnTo>
                <a:lnTo>
                  <a:pt x="42583" y="12527"/>
                </a:lnTo>
                <a:lnTo>
                  <a:pt x="41895" y="11238"/>
                </a:lnTo>
                <a:lnTo>
                  <a:pt x="41122" y="9993"/>
                </a:lnTo>
                <a:lnTo>
                  <a:pt x="40268" y="8799"/>
                </a:lnTo>
                <a:lnTo>
                  <a:pt x="39333" y="7658"/>
                </a:lnTo>
                <a:lnTo>
                  <a:pt x="38319" y="6575"/>
                </a:lnTo>
                <a:lnTo>
                  <a:pt x="37236" y="5561"/>
                </a:lnTo>
                <a:lnTo>
                  <a:pt x="36095" y="4626"/>
                </a:lnTo>
                <a:lnTo>
                  <a:pt x="34901" y="3772"/>
                </a:lnTo>
                <a:lnTo>
                  <a:pt x="33656" y="2999"/>
                </a:lnTo>
                <a:lnTo>
                  <a:pt x="32367" y="2311"/>
                </a:lnTo>
                <a:lnTo>
                  <a:pt x="31037" y="1709"/>
                </a:lnTo>
                <a:lnTo>
                  <a:pt x="29671" y="1194"/>
                </a:lnTo>
                <a:lnTo>
                  <a:pt x="28272" y="769"/>
                </a:lnTo>
                <a:lnTo>
                  <a:pt x="26846" y="436"/>
                </a:lnTo>
                <a:lnTo>
                  <a:pt x="25397" y="195"/>
                </a:lnTo>
                <a:lnTo>
                  <a:pt x="23929" y="49"/>
                </a:lnTo>
                <a:lnTo>
                  <a:pt x="22447" y="0"/>
                </a:lnTo>
                <a:lnTo>
                  <a:pt x="20965" y="49"/>
                </a:lnTo>
                <a:lnTo>
                  <a:pt x="19497" y="195"/>
                </a:lnTo>
                <a:lnTo>
                  <a:pt x="18047" y="436"/>
                </a:lnTo>
                <a:lnTo>
                  <a:pt x="16622" y="769"/>
                </a:lnTo>
                <a:lnTo>
                  <a:pt x="15223" y="1194"/>
                </a:lnTo>
                <a:lnTo>
                  <a:pt x="13857" y="1709"/>
                </a:lnTo>
                <a:lnTo>
                  <a:pt x="12527" y="2311"/>
                </a:lnTo>
                <a:lnTo>
                  <a:pt x="11238" y="2999"/>
                </a:lnTo>
                <a:lnTo>
                  <a:pt x="9993" y="3772"/>
                </a:lnTo>
                <a:lnTo>
                  <a:pt x="8799" y="4626"/>
                </a:lnTo>
                <a:lnTo>
                  <a:pt x="7658" y="5561"/>
                </a:lnTo>
                <a:lnTo>
                  <a:pt x="6575" y="6575"/>
                </a:lnTo>
                <a:lnTo>
                  <a:pt x="5561" y="7658"/>
                </a:lnTo>
                <a:lnTo>
                  <a:pt x="4626" y="8799"/>
                </a:lnTo>
                <a:lnTo>
                  <a:pt x="3772" y="9993"/>
                </a:lnTo>
                <a:lnTo>
                  <a:pt x="2999" y="11238"/>
                </a:lnTo>
                <a:lnTo>
                  <a:pt x="2311" y="12527"/>
                </a:lnTo>
                <a:lnTo>
                  <a:pt x="1709" y="13857"/>
                </a:lnTo>
                <a:lnTo>
                  <a:pt x="1194" y="15223"/>
                </a:lnTo>
                <a:lnTo>
                  <a:pt x="769" y="16621"/>
                </a:lnTo>
                <a:lnTo>
                  <a:pt x="435" y="18047"/>
                </a:lnTo>
                <a:lnTo>
                  <a:pt x="195" y="19496"/>
                </a:lnTo>
                <a:lnTo>
                  <a:pt x="49" y="20964"/>
                </a:lnTo>
                <a:lnTo>
                  <a:pt x="0" y="22447"/>
                </a:lnTo>
                <a:lnTo>
                  <a:pt x="49" y="23929"/>
                </a:lnTo>
                <a:lnTo>
                  <a:pt x="195" y="25397"/>
                </a:lnTo>
                <a:lnTo>
                  <a:pt x="435" y="26846"/>
                </a:lnTo>
                <a:lnTo>
                  <a:pt x="769" y="28272"/>
                </a:lnTo>
                <a:lnTo>
                  <a:pt x="1194" y="29670"/>
                </a:lnTo>
                <a:lnTo>
                  <a:pt x="1709" y="31037"/>
                </a:lnTo>
                <a:lnTo>
                  <a:pt x="2311" y="32367"/>
                </a:lnTo>
                <a:lnTo>
                  <a:pt x="2999" y="33656"/>
                </a:lnTo>
                <a:lnTo>
                  <a:pt x="3772" y="34900"/>
                </a:lnTo>
                <a:lnTo>
                  <a:pt x="4626" y="36095"/>
                </a:lnTo>
                <a:lnTo>
                  <a:pt x="5561" y="37236"/>
                </a:lnTo>
                <a:lnTo>
                  <a:pt x="6575" y="38319"/>
                </a:lnTo>
                <a:lnTo>
                  <a:pt x="7658" y="39333"/>
                </a:lnTo>
                <a:lnTo>
                  <a:pt x="8799" y="40268"/>
                </a:lnTo>
                <a:lnTo>
                  <a:pt x="9993" y="41122"/>
                </a:lnTo>
                <a:lnTo>
                  <a:pt x="11238" y="41894"/>
                </a:lnTo>
                <a:lnTo>
                  <a:pt x="12527" y="42582"/>
                </a:lnTo>
                <a:lnTo>
                  <a:pt x="13857" y="43185"/>
                </a:lnTo>
                <a:lnTo>
                  <a:pt x="15223" y="43699"/>
                </a:lnTo>
                <a:lnTo>
                  <a:pt x="16622" y="44124"/>
                </a:lnTo>
                <a:lnTo>
                  <a:pt x="18047" y="44458"/>
                </a:lnTo>
                <a:lnTo>
                  <a:pt x="19497" y="44699"/>
                </a:lnTo>
                <a:lnTo>
                  <a:pt x="20965" y="44845"/>
                </a:lnTo>
                <a:lnTo>
                  <a:pt x="22447" y="44894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Editable path 71"/>
          <p:cNvSpPr/>
          <p:nvPr/>
        </p:nvSpPr>
        <p:spPr>
          <a:xfrm>
            <a:off x="6913882" y="2279302"/>
            <a:ext cx="44893" cy="44894"/>
          </a:xfrm>
          <a:custGeom>
            <a:avLst/>
            <a:gdLst/>
            <a:ahLst/>
            <a:cxnLst/>
            <a:rect l="l" t="t" r="r" b="b"/>
            <a:pathLst>
              <a:path w="44893" h="44894">
                <a:moveTo>
                  <a:pt x="22447" y="44894"/>
                </a:moveTo>
                <a:lnTo>
                  <a:pt x="23929" y="44845"/>
                </a:lnTo>
                <a:lnTo>
                  <a:pt x="25397" y="44699"/>
                </a:lnTo>
                <a:lnTo>
                  <a:pt x="26846" y="44458"/>
                </a:lnTo>
                <a:lnTo>
                  <a:pt x="28272" y="44124"/>
                </a:lnTo>
                <a:lnTo>
                  <a:pt x="29671" y="43699"/>
                </a:lnTo>
                <a:lnTo>
                  <a:pt x="31037" y="43185"/>
                </a:lnTo>
                <a:lnTo>
                  <a:pt x="32367" y="42583"/>
                </a:lnTo>
                <a:lnTo>
                  <a:pt x="33656" y="41894"/>
                </a:lnTo>
                <a:lnTo>
                  <a:pt x="34901" y="41122"/>
                </a:lnTo>
                <a:lnTo>
                  <a:pt x="36095" y="40268"/>
                </a:lnTo>
                <a:lnTo>
                  <a:pt x="37236" y="39333"/>
                </a:lnTo>
                <a:lnTo>
                  <a:pt x="38319" y="38319"/>
                </a:lnTo>
                <a:lnTo>
                  <a:pt x="39333" y="37236"/>
                </a:lnTo>
                <a:lnTo>
                  <a:pt x="40268" y="36095"/>
                </a:lnTo>
                <a:lnTo>
                  <a:pt x="41122" y="34900"/>
                </a:lnTo>
                <a:lnTo>
                  <a:pt x="41895" y="33656"/>
                </a:lnTo>
                <a:lnTo>
                  <a:pt x="42583" y="32367"/>
                </a:lnTo>
                <a:lnTo>
                  <a:pt x="43185" y="31037"/>
                </a:lnTo>
                <a:lnTo>
                  <a:pt x="43699" y="29671"/>
                </a:lnTo>
                <a:lnTo>
                  <a:pt x="44124" y="28272"/>
                </a:lnTo>
                <a:lnTo>
                  <a:pt x="44458" y="26846"/>
                </a:lnTo>
                <a:lnTo>
                  <a:pt x="44699" y="25397"/>
                </a:lnTo>
                <a:lnTo>
                  <a:pt x="44844" y="23929"/>
                </a:lnTo>
                <a:lnTo>
                  <a:pt x="44893" y="22447"/>
                </a:lnTo>
                <a:lnTo>
                  <a:pt x="44844" y="20964"/>
                </a:lnTo>
                <a:lnTo>
                  <a:pt x="44699" y="19496"/>
                </a:lnTo>
                <a:lnTo>
                  <a:pt x="44458" y="18047"/>
                </a:lnTo>
                <a:lnTo>
                  <a:pt x="44124" y="16621"/>
                </a:lnTo>
                <a:lnTo>
                  <a:pt x="43699" y="15223"/>
                </a:lnTo>
                <a:lnTo>
                  <a:pt x="43185" y="13857"/>
                </a:lnTo>
                <a:lnTo>
                  <a:pt x="42583" y="12527"/>
                </a:lnTo>
                <a:lnTo>
                  <a:pt x="41895" y="11238"/>
                </a:lnTo>
                <a:lnTo>
                  <a:pt x="41122" y="9993"/>
                </a:lnTo>
                <a:lnTo>
                  <a:pt x="40268" y="8798"/>
                </a:lnTo>
                <a:lnTo>
                  <a:pt x="39333" y="7657"/>
                </a:lnTo>
                <a:lnTo>
                  <a:pt x="38319" y="6575"/>
                </a:lnTo>
                <a:lnTo>
                  <a:pt x="37236" y="5561"/>
                </a:lnTo>
                <a:lnTo>
                  <a:pt x="36095" y="4626"/>
                </a:lnTo>
                <a:lnTo>
                  <a:pt x="34901" y="3772"/>
                </a:lnTo>
                <a:lnTo>
                  <a:pt x="33656" y="2999"/>
                </a:lnTo>
                <a:lnTo>
                  <a:pt x="32367" y="2311"/>
                </a:lnTo>
                <a:lnTo>
                  <a:pt x="31037" y="1709"/>
                </a:lnTo>
                <a:lnTo>
                  <a:pt x="29671" y="1194"/>
                </a:lnTo>
                <a:lnTo>
                  <a:pt x="28272" y="769"/>
                </a:lnTo>
                <a:lnTo>
                  <a:pt x="26846" y="435"/>
                </a:lnTo>
                <a:lnTo>
                  <a:pt x="25397" y="195"/>
                </a:lnTo>
                <a:lnTo>
                  <a:pt x="23929" y="49"/>
                </a:lnTo>
                <a:lnTo>
                  <a:pt x="22447" y="0"/>
                </a:lnTo>
                <a:lnTo>
                  <a:pt x="20965" y="49"/>
                </a:lnTo>
                <a:lnTo>
                  <a:pt x="19497" y="195"/>
                </a:lnTo>
                <a:lnTo>
                  <a:pt x="18047" y="435"/>
                </a:lnTo>
                <a:lnTo>
                  <a:pt x="16622" y="769"/>
                </a:lnTo>
                <a:lnTo>
                  <a:pt x="15223" y="1194"/>
                </a:lnTo>
                <a:lnTo>
                  <a:pt x="13857" y="1709"/>
                </a:lnTo>
                <a:lnTo>
                  <a:pt x="12527" y="2311"/>
                </a:lnTo>
                <a:lnTo>
                  <a:pt x="11238" y="2999"/>
                </a:lnTo>
                <a:lnTo>
                  <a:pt x="9993" y="3772"/>
                </a:lnTo>
                <a:lnTo>
                  <a:pt x="8799" y="4626"/>
                </a:lnTo>
                <a:lnTo>
                  <a:pt x="7658" y="5561"/>
                </a:lnTo>
                <a:lnTo>
                  <a:pt x="6575" y="6575"/>
                </a:lnTo>
                <a:lnTo>
                  <a:pt x="5561" y="7657"/>
                </a:lnTo>
                <a:lnTo>
                  <a:pt x="4626" y="8798"/>
                </a:lnTo>
                <a:lnTo>
                  <a:pt x="3772" y="9993"/>
                </a:lnTo>
                <a:lnTo>
                  <a:pt x="2999" y="11238"/>
                </a:lnTo>
                <a:lnTo>
                  <a:pt x="2311" y="12527"/>
                </a:lnTo>
                <a:lnTo>
                  <a:pt x="1709" y="13857"/>
                </a:lnTo>
                <a:lnTo>
                  <a:pt x="1194" y="15223"/>
                </a:lnTo>
                <a:lnTo>
                  <a:pt x="769" y="16621"/>
                </a:lnTo>
                <a:lnTo>
                  <a:pt x="435" y="18047"/>
                </a:lnTo>
                <a:lnTo>
                  <a:pt x="195" y="19496"/>
                </a:lnTo>
                <a:lnTo>
                  <a:pt x="49" y="20964"/>
                </a:lnTo>
                <a:lnTo>
                  <a:pt x="0" y="22447"/>
                </a:lnTo>
                <a:lnTo>
                  <a:pt x="49" y="23929"/>
                </a:lnTo>
                <a:lnTo>
                  <a:pt x="195" y="25397"/>
                </a:lnTo>
                <a:lnTo>
                  <a:pt x="435" y="26846"/>
                </a:lnTo>
                <a:lnTo>
                  <a:pt x="769" y="28272"/>
                </a:lnTo>
                <a:lnTo>
                  <a:pt x="1194" y="29671"/>
                </a:lnTo>
                <a:lnTo>
                  <a:pt x="1709" y="31037"/>
                </a:lnTo>
                <a:lnTo>
                  <a:pt x="2311" y="32367"/>
                </a:lnTo>
                <a:lnTo>
                  <a:pt x="2999" y="33656"/>
                </a:lnTo>
                <a:lnTo>
                  <a:pt x="3772" y="34900"/>
                </a:lnTo>
                <a:lnTo>
                  <a:pt x="4626" y="36095"/>
                </a:lnTo>
                <a:lnTo>
                  <a:pt x="5561" y="37236"/>
                </a:lnTo>
                <a:lnTo>
                  <a:pt x="6575" y="38319"/>
                </a:lnTo>
                <a:lnTo>
                  <a:pt x="7658" y="39333"/>
                </a:lnTo>
                <a:lnTo>
                  <a:pt x="8799" y="40268"/>
                </a:lnTo>
                <a:lnTo>
                  <a:pt x="9993" y="41122"/>
                </a:lnTo>
                <a:lnTo>
                  <a:pt x="11238" y="41894"/>
                </a:lnTo>
                <a:lnTo>
                  <a:pt x="12527" y="42583"/>
                </a:lnTo>
                <a:lnTo>
                  <a:pt x="13857" y="43185"/>
                </a:lnTo>
                <a:lnTo>
                  <a:pt x="15223" y="43699"/>
                </a:lnTo>
                <a:lnTo>
                  <a:pt x="16622" y="44124"/>
                </a:lnTo>
                <a:lnTo>
                  <a:pt x="18047" y="44458"/>
                </a:lnTo>
                <a:lnTo>
                  <a:pt x="19497" y="44699"/>
                </a:lnTo>
                <a:lnTo>
                  <a:pt x="20965" y="44845"/>
                </a:lnTo>
                <a:lnTo>
                  <a:pt x="22447" y="44894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Editable path 72"/>
          <p:cNvSpPr/>
          <p:nvPr/>
        </p:nvSpPr>
        <p:spPr>
          <a:xfrm>
            <a:off x="7091585" y="2587944"/>
            <a:ext cx="44893" cy="44893"/>
          </a:xfrm>
          <a:custGeom>
            <a:avLst/>
            <a:gdLst/>
            <a:ahLst/>
            <a:cxnLst/>
            <a:rect l="l" t="t" r="r" b="b"/>
            <a:pathLst>
              <a:path w="44893" h="44893">
                <a:moveTo>
                  <a:pt x="22447" y="44893"/>
                </a:moveTo>
                <a:lnTo>
                  <a:pt x="23929" y="44844"/>
                </a:lnTo>
                <a:lnTo>
                  <a:pt x="25397" y="44698"/>
                </a:lnTo>
                <a:lnTo>
                  <a:pt x="26846" y="44458"/>
                </a:lnTo>
                <a:lnTo>
                  <a:pt x="28272" y="44124"/>
                </a:lnTo>
                <a:lnTo>
                  <a:pt x="29670" y="43699"/>
                </a:lnTo>
                <a:lnTo>
                  <a:pt x="31037" y="43184"/>
                </a:lnTo>
                <a:lnTo>
                  <a:pt x="32367" y="42582"/>
                </a:lnTo>
                <a:lnTo>
                  <a:pt x="33656" y="41894"/>
                </a:lnTo>
                <a:lnTo>
                  <a:pt x="34900" y="41121"/>
                </a:lnTo>
                <a:lnTo>
                  <a:pt x="36095" y="40267"/>
                </a:lnTo>
                <a:lnTo>
                  <a:pt x="37236" y="39332"/>
                </a:lnTo>
                <a:lnTo>
                  <a:pt x="38319" y="38318"/>
                </a:lnTo>
                <a:lnTo>
                  <a:pt x="39333" y="37236"/>
                </a:lnTo>
                <a:lnTo>
                  <a:pt x="40267" y="36094"/>
                </a:lnTo>
                <a:lnTo>
                  <a:pt x="41122" y="34900"/>
                </a:lnTo>
                <a:lnTo>
                  <a:pt x="41894" y="33655"/>
                </a:lnTo>
                <a:lnTo>
                  <a:pt x="42582" y="32366"/>
                </a:lnTo>
                <a:lnTo>
                  <a:pt x="43184" y="31036"/>
                </a:lnTo>
                <a:lnTo>
                  <a:pt x="43699" y="29670"/>
                </a:lnTo>
                <a:lnTo>
                  <a:pt x="44124" y="28271"/>
                </a:lnTo>
                <a:lnTo>
                  <a:pt x="44458" y="26846"/>
                </a:lnTo>
                <a:lnTo>
                  <a:pt x="44698" y="25397"/>
                </a:lnTo>
                <a:lnTo>
                  <a:pt x="44844" y="23929"/>
                </a:lnTo>
                <a:lnTo>
                  <a:pt x="44893" y="22446"/>
                </a:lnTo>
                <a:lnTo>
                  <a:pt x="44844" y="20964"/>
                </a:lnTo>
                <a:lnTo>
                  <a:pt x="44698" y="19496"/>
                </a:lnTo>
                <a:lnTo>
                  <a:pt x="44458" y="18047"/>
                </a:lnTo>
                <a:lnTo>
                  <a:pt x="44124" y="16621"/>
                </a:lnTo>
                <a:lnTo>
                  <a:pt x="43699" y="15223"/>
                </a:lnTo>
                <a:lnTo>
                  <a:pt x="43184" y="13856"/>
                </a:lnTo>
                <a:lnTo>
                  <a:pt x="42582" y="12526"/>
                </a:lnTo>
                <a:lnTo>
                  <a:pt x="41894" y="11237"/>
                </a:lnTo>
                <a:lnTo>
                  <a:pt x="41122" y="9993"/>
                </a:lnTo>
                <a:lnTo>
                  <a:pt x="40267" y="8798"/>
                </a:lnTo>
                <a:lnTo>
                  <a:pt x="39333" y="7657"/>
                </a:lnTo>
                <a:lnTo>
                  <a:pt x="38319" y="6574"/>
                </a:lnTo>
                <a:lnTo>
                  <a:pt x="37236" y="5560"/>
                </a:lnTo>
                <a:lnTo>
                  <a:pt x="36095" y="4625"/>
                </a:lnTo>
                <a:lnTo>
                  <a:pt x="34900" y="3771"/>
                </a:lnTo>
                <a:lnTo>
                  <a:pt x="33656" y="2999"/>
                </a:lnTo>
                <a:lnTo>
                  <a:pt x="32367" y="2311"/>
                </a:lnTo>
                <a:lnTo>
                  <a:pt x="31037" y="1708"/>
                </a:lnTo>
                <a:lnTo>
                  <a:pt x="29670" y="1194"/>
                </a:lnTo>
                <a:lnTo>
                  <a:pt x="28272" y="769"/>
                </a:lnTo>
                <a:lnTo>
                  <a:pt x="26846" y="435"/>
                </a:lnTo>
                <a:lnTo>
                  <a:pt x="25397" y="194"/>
                </a:lnTo>
                <a:lnTo>
                  <a:pt x="23929" y="49"/>
                </a:lnTo>
                <a:lnTo>
                  <a:pt x="22447" y="0"/>
                </a:lnTo>
                <a:lnTo>
                  <a:pt x="20964" y="49"/>
                </a:lnTo>
                <a:lnTo>
                  <a:pt x="19496" y="194"/>
                </a:lnTo>
                <a:lnTo>
                  <a:pt x="18047" y="435"/>
                </a:lnTo>
                <a:lnTo>
                  <a:pt x="16621" y="769"/>
                </a:lnTo>
                <a:lnTo>
                  <a:pt x="15223" y="1194"/>
                </a:lnTo>
                <a:lnTo>
                  <a:pt x="13857" y="1708"/>
                </a:lnTo>
                <a:lnTo>
                  <a:pt x="12527" y="2311"/>
                </a:lnTo>
                <a:lnTo>
                  <a:pt x="11237" y="2999"/>
                </a:lnTo>
                <a:lnTo>
                  <a:pt x="9993" y="3771"/>
                </a:lnTo>
                <a:lnTo>
                  <a:pt x="8798" y="4625"/>
                </a:lnTo>
                <a:lnTo>
                  <a:pt x="7657" y="5560"/>
                </a:lnTo>
                <a:lnTo>
                  <a:pt x="6574" y="6574"/>
                </a:lnTo>
                <a:lnTo>
                  <a:pt x="5561" y="7657"/>
                </a:lnTo>
                <a:lnTo>
                  <a:pt x="4626" y="8798"/>
                </a:lnTo>
                <a:lnTo>
                  <a:pt x="3771" y="9993"/>
                </a:lnTo>
                <a:lnTo>
                  <a:pt x="2999" y="11237"/>
                </a:lnTo>
                <a:lnTo>
                  <a:pt x="2311" y="12526"/>
                </a:lnTo>
                <a:lnTo>
                  <a:pt x="1709" y="13856"/>
                </a:lnTo>
                <a:lnTo>
                  <a:pt x="1194" y="15223"/>
                </a:lnTo>
                <a:lnTo>
                  <a:pt x="769" y="16621"/>
                </a:lnTo>
                <a:lnTo>
                  <a:pt x="436" y="18047"/>
                </a:lnTo>
                <a:lnTo>
                  <a:pt x="195" y="19496"/>
                </a:lnTo>
                <a:lnTo>
                  <a:pt x="49" y="20964"/>
                </a:lnTo>
                <a:lnTo>
                  <a:pt x="0" y="22446"/>
                </a:lnTo>
                <a:lnTo>
                  <a:pt x="49" y="23929"/>
                </a:lnTo>
                <a:lnTo>
                  <a:pt x="195" y="25397"/>
                </a:lnTo>
                <a:lnTo>
                  <a:pt x="436" y="26846"/>
                </a:lnTo>
                <a:lnTo>
                  <a:pt x="769" y="28271"/>
                </a:lnTo>
                <a:lnTo>
                  <a:pt x="1194" y="29670"/>
                </a:lnTo>
                <a:lnTo>
                  <a:pt x="1709" y="31036"/>
                </a:lnTo>
                <a:lnTo>
                  <a:pt x="2311" y="32366"/>
                </a:lnTo>
                <a:lnTo>
                  <a:pt x="2999" y="33655"/>
                </a:lnTo>
                <a:lnTo>
                  <a:pt x="3771" y="34900"/>
                </a:lnTo>
                <a:lnTo>
                  <a:pt x="4626" y="36094"/>
                </a:lnTo>
                <a:lnTo>
                  <a:pt x="5561" y="37236"/>
                </a:lnTo>
                <a:lnTo>
                  <a:pt x="6574" y="38318"/>
                </a:lnTo>
                <a:lnTo>
                  <a:pt x="7657" y="39332"/>
                </a:lnTo>
                <a:lnTo>
                  <a:pt x="8798" y="40267"/>
                </a:lnTo>
                <a:lnTo>
                  <a:pt x="9993" y="41121"/>
                </a:lnTo>
                <a:lnTo>
                  <a:pt x="11237" y="41894"/>
                </a:lnTo>
                <a:lnTo>
                  <a:pt x="12527" y="42582"/>
                </a:lnTo>
                <a:lnTo>
                  <a:pt x="13857" y="43184"/>
                </a:lnTo>
                <a:lnTo>
                  <a:pt x="15223" y="43699"/>
                </a:lnTo>
                <a:lnTo>
                  <a:pt x="16621" y="44124"/>
                </a:lnTo>
                <a:lnTo>
                  <a:pt x="18047" y="44458"/>
                </a:lnTo>
                <a:lnTo>
                  <a:pt x="19496" y="44698"/>
                </a:lnTo>
                <a:lnTo>
                  <a:pt x="20964" y="44844"/>
                </a:lnTo>
                <a:lnTo>
                  <a:pt x="22447" y="44893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Editable path 73"/>
          <p:cNvSpPr/>
          <p:nvPr/>
        </p:nvSpPr>
        <p:spPr>
          <a:xfrm>
            <a:off x="7091585" y="2400888"/>
            <a:ext cx="44893" cy="44894"/>
          </a:xfrm>
          <a:custGeom>
            <a:avLst/>
            <a:gdLst/>
            <a:ahLst/>
            <a:cxnLst/>
            <a:rect l="l" t="t" r="r" b="b"/>
            <a:pathLst>
              <a:path w="44893" h="44894">
                <a:moveTo>
                  <a:pt x="22447" y="44894"/>
                </a:moveTo>
                <a:lnTo>
                  <a:pt x="23929" y="44845"/>
                </a:lnTo>
                <a:lnTo>
                  <a:pt x="25397" y="44699"/>
                </a:lnTo>
                <a:lnTo>
                  <a:pt x="26846" y="44458"/>
                </a:lnTo>
                <a:lnTo>
                  <a:pt x="28272" y="44124"/>
                </a:lnTo>
                <a:lnTo>
                  <a:pt x="29670" y="43699"/>
                </a:lnTo>
                <a:lnTo>
                  <a:pt x="31037" y="43185"/>
                </a:lnTo>
                <a:lnTo>
                  <a:pt x="32367" y="42583"/>
                </a:lnTo>
                <a:lnTo>
                  <a:pt x="33656" y="41894"/>
                </a:lnTo>
                <a:lnTo>
                  <a:pt x="34900" y="41122"/>
                </a:lnTo>
                <a:lnTo>
                  <a:pt x="36095" y="40268"/>
                </a:lnTo>
                <a:lnTo>
                  <a:pt x="37236" y="39333"/>
                </a:lnTo>
                <a:lnTo>
                  <a:pt x="38319" y="38319"/>
                </a:lnTo>
                <a:lnTo>
                  <a:pt x="39333" y="37236"/>
                </a:lnTo>
                <a:lnTo>
                  <a:pt x="40267" y="36095"/>
                </a:lnTo>
                <a:lnTo>
                  <a:pt x="41122" y="34900"/>
                </a:lnTo>
                <a:lnTo>
                  <a:pt x="41894" y="33656"/>
                </a:lnTo>
                <a:lnTo>
                  <a:pt x="42582" y="32367"/>
                </a:lnTo>
                <a:lnTo>
                  <a:pt x="43184" y="31037"/>
                </a:lnTo>
                <a:lnTo>
                  <a:pt x="43699" y="29670"/>
                </a:lnTo>
                <a:lnTo>
                  <a:pt x="44124" y="28272"/>
                </a:lnTo>
                <a:lnTo>
                  <a:pt x="44458" y="26846"/>
                </a:lnTo>
                <a:lnTo>
                  <a:pt x="44698" y="25397"/>
                </a:lnTo>
                <a:lnTo>
                  <a:pt x="44844" y="23929"/>
                </a:lnTo>
                <a:lnTo>
                  <a:pt x="44893" y="22447"/>
                </a:lnTo>
                <a:lnTo>
                  <a:pt x="44844" y="20964"/>
                </a:lnTo>
                <a:lnTo>
                  <a:pt x="44698" y="19496"/>
                </a:lnTo>
                <a:lnTo>
                  <a:pt x="44458" y="18047"/>
                </a:lnTo>
                <a:lnTo>
                  <a:pt x="44124" y="16621"/>
                </a:lnTo>
                <a:lnTo>
                  <a:pt x="43699" y="15223"/>
                </a:lnTo>
                <a:lnTo>
                  <a:pt x="43184" y="13857"/>
                </a:lnTo>
                <a:lnTo>
                  <a:pt x="42582" y="12527"/>
                </a:lnTo>
                <a:lnTo>
                  <a:pt x="41894" y="11238"/>
                </a:lnTo>
                <a:lnTo>
                  <a:pt x="41122" y="9993"/>
                </a:lnTo>
                <a:lnTo>
                  <a:pt x="40267" y="8799"/>
                </a:lnTo>
                <a:lnTo>
                  <a:pt x="39333" y="7657"/>
                </a:lnTo>
                <a:lnTo>
                  <a:pt x="38319" y="6575"/>
                </a:lnTo>
                <a:lnTo>
                  <a:pt x="37236" y="5561"/>
                </a:lnTo>
                <a:lnTo>
                  <a:pt x="36095" y="4626"/>
                </a:lnTo>
                <a:lnTo>
                  <a:pt x="34900" y="3772"/>
                </a:lnTo>
                <a:lnTo>
                  <a:pt x="33656" y="2999"/>
                </a:lnTo>
                <a:lnTo>
                  <a:pt x="32367" y="2311"/>
                </a:lnTo>
                <a:lnTo>
                  <a:pt x="31037" y="1709"/>
                </a:lnTo>
                <a:lnTo>
                  <a:pt x="29670" y="1194"/>
                </a:lnTo>
                <a:lnTo>
                  <a:pt x="28272" y="769"/>
                </a:lnTo>
                <a:lnTo>
                  <a:pt x="26846" y="435"/>
                </a:lnTo>
                <a:lnTo>
                  <a:pt x="25397" y="195"/>
                </a:lnTo>
                <a:lnTo>
                  <a:pt x="23929" y="49"/>
                </a:lnTo>
                <a:lnTo>
                  <a:pt x="22447" y="0"/>
                </a:lnTo>
                <a:lnTo>
                  <a:pt x="20964" y="49"/>
                </a:lnTo>
                <a:lnTo>
                  <a:pt x="19496" y="195"/>
                </a:lnTo>
                <a:lnTo>
                  <a:pt x="18047" y="435"/>
                </a:lnTo>
                <a:lnTo>
                  <a:pt x="16621" y="769"/>
                </a:lnTo>
                <a:lnTo>
                  <a:pt x="15223" y="1194"/>
                </a:lnTo>
                <a:lnTo>
                  <a:pt x="13857" y="1709"/>
                </a:lnTo>
                <a:lnTo>
                  <a:pt x="12527" y="2311"/>
                </a:lnTo>
                <a:lnTo>
                  <a:pt x="11237" y="2999"/>
                </a:lnTo>
                <a:lnTo>
                  <a:pt x="9993" y="3772"/>
                </a:lnTo>
                <a:lnTo>
                  <a:pt x="8798" y="4626"/>
                </a:lnTo>
                <a:lnTo>
                  <a:pt x="7657" y="5561"/>
                </a:lnTo>
                <a:lnTo>
                  <a:pt x="6574" y="6575"/>
                </a:lnTo>
                <a:lnTo>
                  <a:pt x="5561" y="7657"/>
                </a:lnTo>
                <a:lnTo>
                  <a:pt x="4626" y="8799"/>
                </a:lnTo>
                <a:lnTo>
                  <a:pt x="3771" y="9993"/>
                </a:lnTo>
                <a:lnTo>
                  <a:pt x="2999" y="11238"/>
                </a:lnTo>
                <a:lnTo>
                  <a:pt x="2311" y="12527"/>
                </a:lnTo>
                <a:lnTo>
                  <a:pt x="1709" y="13857"/>
                </a:lnTo>
                <a:lnTo>
                  <a:pt x="1194" y="15223"/>
                </a:lnTo>
                <a:lnTo>
                  <a:pt x="769" y="16621"/>
                </a:lnTo>
                <a:lnTo>
                  <a:pt x="436" y="18047"/>
                </a:lnTo>
                <a:lnTo>
                  <a:pt x="195" y="19496"/>
                </a:lnTo>
                <a:lnTo>
                  <a:pt x="49" y="20964"/>
                </a:lnTo>
                <a:lnTo>
                  <a:pt x="0" y="22447"/>
                </a:lnTo>
                <a:lnTo>
                  <a:pt x="49" y="23929"/>
                </a:lnTo>
                <a:lnTo>
                  <a:pt x="195" y="25397"/>
                </a:lnTo>
                <a:lnTo>
                  <a:pt x="436" y="26846"/>
                </a:lnTo>
                <a:lnTo>
                  <a:pt x="769" y="28272"/>
                </a:lnTo>
                <a:lnTo>
                  <a:pt x="1194" y="29670"/>
                </a:lnTo>
                <a:lnTo>
                  <a:pt x="1709" y="31037"/>
                </a:lnTo>
                <a:lnTo>
                  <a:pt x="2311" y="32367"/>
                </a:lnTo>
                <a:lnTo>
                  <a:pt x="2999" y="33656"/>
                </a:lnTo>
                <a:lnTo>
                  <a:pt x="3771" y="34900"/>
                </a:lnTo>
                <a:lnTo>
                  <a:pt x="4626" y="36095"/>
                </a:lnTo>
                <a:lnTo>
                  <a:pt x="5561" y="37236"/>
                </a:lnTo>
                <a:lnTo>
                  <a:pt x="6574" y="38319"/>
                </a:lnTo>
                <a:lnTo>
                  <a:pt x="7657" y="39333"/>
                </a:lnTo>
                <a:lnTo>
                  <a:pt x="8798" y="40268"/>
                </a:lnTo>
                <a:lnTo>
                  <a:pt x="9993" y="41122"/>
                </a:lnTo>
                <a:lnTo>
                  <a:pt x="11237" y="41894"/>
                </a:lnTo>
                <a:lnTo>
                  <a:pt x="12527" y="42583"/>
                </a:lnTo>
                <a:lnTo>
                  <a:pt x="13857" y="43185"/>
                </a:lnTo>
                <a:lnTo>
                  <a:pt x="15223" y="43699"/>
                </a:lnTo>
                <a:lnTo>
                  <a:pt x="16621" y="44124"/>
                </a:lnTo>
                <a:lnTo>
                  <a:pt x="18047" y="44458"/>
                </a:lnTo>
                <a:lnTo>
                  <a:pt x="19496" y="44699"/>
                </a:lnTo>
                <a:lnTo>
                  <a:pt x="20964" y="44845"/>
                </a:lnTo>
                <a:lnTo>
                  <a:pt x="22447" y="44894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Editable path 74"/>
          <p:cNvSpPr/>
          <p:nvPr/>
        </p:nvSpPr>
        <p:spPr>
          <a:xfrm>
            <a:off x="7091585" y="2213833"/>
            <a:ext cx="44893" cy="44893"/>
          </a:xfrm>
          <a:custGeom>
            <a:avLst/>
            <a:gdLst/>
            <a:ahLst/>
            <a:cxnLst/>
            <a:rect l="l" t="t" r="r" b="b"/>
            <a:pathLst>
              <a:path w="44893" h="44893">
                <a:moveTo>
                  <a:pt x="22447" y="44893"/>
                </a:moveTo>
                <a:lnTo>
                  <a:pt x="23929" y="44844"/>
                </a:lnTo>
                <a:lnTo>
                  <a:pt x="25397" y="44699"/>
                </a:lnTo>
                <a:lnTo>
                  <a:pt x="26846" y="44458"/>
                </a:lnTo>
                <a:lnTo>
                  <a:pt x="28272" y="44124"/>
                </a:lnTo>
                <a:lnTo>
                  <a:pt x="29670" y="43699"/>
                </a:lnTo>
                <a:lnTo>
                  <a:pt x="31037" y="43184"/>
                </a:lnTo>
                <a:lnTo>
                  <a:pt x="32367" y="42582"/>
                </a:lnTo>
                <a:lnTo>
                  <a:pt x="33656" y="41894"/>
                </a:lnTo>
                <a:lnTo>
                  <a:pt x="34900" y="41122"/>
                </a:lnTo>
                <a:lnTo>
                  <a:pt x="36095" y="40267"/>
                </a:lnTo>
                <a:lnTo>
                  <a:pt x="37236" y="39332"/>
                </a:lnTo>
                <a:lnTo>
                  <a:pt x="38319" y="38319"/>
                </a:lnTo>
                <a:lnTo>
                  <a:pt x="39333" y="37236"/>
                </a:lnTo>
                <a:lnTo>
                  <a:pt x="40267" y="36095"/>
                </a:lnTo>
                <a:lnTo>
                  <a:pt x="41122" y="34900"/>
                </a:lnTo>
                <a:lnTo>
                  <a:pt x="41894" y="33656"/>
                </a:lnTo>
                <a:lnTo>
                  <a:pt x="42582" y="32366"/>
                </a:lnTo>
                <a:lnTo>
                  <a:pt x="43184" y="31036"/>
                </a:lnTo>
                <a:lnTo>
                  <a:pt x="43699" y="29670"/>
                </a:lnTo>
                <a:lnTo>
                  <a:pt x="44124" y="28272"/>
                </a:lnTo>
                <a:lnTo>
                  <a:pt x="44458" y="26846"/>
                </a:lnTo>
                <a:lnTo>
                  <a:pt x="44698" y="25397"/>
                </a:lnTo>
                <a:lnTo>
                  <a:pt x="44844" y="23929"/>
                </a:lnTo>
                <a:lnTo>
                  <a:pt x="44893" y="22447"/>
                </a:lnTo>
                <a:lnTo>
                  <a:pt x="44844" y="20964"/>
                </a:lnTo>
                <a:lnTo>
                  <a:pt x="44698" y="19496"/>
                </a:lnTo>
                <a:lnTo>
                  <a:pt x="44458" y="18047"/>
                </a:lnTo>
                <a:lnTo>
                  <a:pt x="44124" y="16621"/>
                </a:lnTo>
                <a:lnTo>
                  <a:pt x="43699" y="15223"/>
                </a:lnTo>
                <a:lnTo>
                  <a:pt x="43184" y="13857"/>
                </a:lnTo>
                <a:lnTo>
                  <a:pt x="42582" y="12527"/>
                </a:lnTo>
                <a:lnTo>
                  <a:pt x="41894" y="11237"/>
                </a:lnTo>
                <a:lnTo>
                  <a:pt x="41122" y="9993"/>
                </a:lnTo>
                <a:lnTo>
                  <a:pt x="40267" y="8798"/>
                </a:lnTo>
                <a:lnTo>
                  <a:pt x="39333" y="7657"/>
                </a:lnTo>
                <a:lnTo>
                  <a:pt x="38319" y="6574"/>
                </a:lnTo>
                <a:lnTo>
                  <a:pt x="37236" y="5561"/>
                </a:lnTo>
                <a:lnTo>
                  <a:pt x="36095" y="4626"/>
                </a:lnTo>
                <a:lnTo>
                  <a:pt x="34900" y="3771"/>
                </a:lnTo>
                <a:lnTo>
                  <a:pt x="33656" y="2999"/>
                </a:lnTo>
                <a:lnTo>
                  <a:pt x="32367" y="2311"/>
                </a:lnTo>
                <a:lnTo>
                  <a:pt x="31037" y="1709"/>
                </a:lnTo>
                <a:lnTo>
                  <a:pt x="29670" y="1194"/>
                </a:lnTo>
                <a:lnTo>
                  <a:pt x="28272" y="769"/>
                </a:lnTo>
                <a:lnTo>
                  <a:pt x="26846" y="435"/>
                </a:lnTo>
                <a:lnTo>
                  <a:pt x="25397" y="194"/>
                </a:lnTo>
                <a:lnTo>
                  <a:pt x="23929" y="49"/>
                </a:lnTo>
                <a:lnTo>
                  <a:pt x="22447" y="0"/>
                </a:lnTo>
                <a:lnTo>
                  <a:pt x="20964" y="49"/>
                </a:lnTo>
                <a:lnTo>
                  <a:pt x="19496" y="194"/>
                </a:lnTo>
                <a:lnTo>
                  <a:pt x="18047" y="435"/>
                </a:lnTo>
                <a:lnTo>
                  <a:pt x="16621" y="769"/>
                </a:lnTo>
                <a:lnTo>
                  <a:pt x="15223" y="1194"/>
                </a:lnTo>
                <a:lnTo>
                  <a:pt x="13857" y="1709"/>
                </a:lnTo>
                <a:lnTo>
                  <a:pt x="12527" y="2311"/>
                </a:lnTo>
                <a:lnTo>
                  <a:pt x="11237" y="2999"/>
                </a:lnTo>
                <a:lnTo>
                  <a:pt x="9993" y="3771"/>
                </a:lnTo>
                <a:lnTo>
                  <a:pt x="8798" y="4626"/>
                </a:lnTo>
                <a:lnTo>
                  <a:pt x="7657" y="5561"/>
                </a:lnTo>
                <a:lnTo>
                  <a:pt x="6574" y="6574"/>
                </a:lnTo>
                <a:lnTo>
                  <a:pt x="5561" y="7657"/>
                </a:lnTo>
                <a:lnTo>
                  <a:pt x="4626" y="8798"/>
                </a:lnTo>
                <a:lnTo>
                  <a:pt x="3771" y="9993"/>
                </a:lnTo>
                <a:lnTo>
                  <a:pt x="2999" y="11237"/>
                </a:lnTo>
                <a:lnTo>
                  <a:pt x="2311" y="12527"/>
                </a:lnTo>
                <a:lnTo>
                  <a:pt x="1709" y="13857"/>
                </a:lnTo>
                <a:lnTo>
                  <a:pt x="1194" y="15223"/>
                </a:lnTo>
                <a:lnTo>
                  <a:pt x="769" y="16621"/>
                </a:lnTo>
                <a:lnTo>
                  <a:pt x="436" y="18047"/>
                </a:lnTo>
                <a:lnTo>
                  <a:pt x="195" y="19496"/>
                </a:lnTo>
                <a:lnTo>
                  <a:pt x="49" y="20964"/>
                </a:lnTo>
                <a:lnTo>
                  <a:pt x="0" y="22447"/>
                </a:lnTo>
                <a:lnTo>
                  <a:pt x="49" y="23929"/>
                </a:lnTo>
                <a:lnTo>
                  <a:pt x="195" y="25397"/>
                </a:lnTo>
                <a:lnTo>
                  <a:pt x="436" y="26846"/>
                </a:lnTo>
                <a:lnTo>
                  <a:pt x="769" y="28272"/>
                </a:lnTo>
                <a:lnTo>
                  <a:pt x="1194" y="29670"/>
                </a:lnTo>
                <a:lnTo>
                  <a:pt x="1709" y="31036"/>
                </a:lnTo>
                <a:lnTo>
                  <a:pt x="2311" y="32366"/>
                </a:lnTo>
                <a:lnTo>
                  <a:pt x="2999" y="33656"/>
                </a:lnTo>
                <a:lnTo>
                  <a:pt x="3771" y="34900"/>
                </a:lnTo>
                <a:lnTo>
                  <a:pt x="4626" y="36095"/>
                </a:lnTo>
                <a:lnTo>
                  <a:pt x="5561" y="37236"/>
                </a:lnTo>
                <a:lnTo>
                  <a:pt x="6574" y="38319"/>
                </a:lnTo>
                <a:lnTo>
                  <a:pt x="7657" y="39332"/>
                </a:lnTo>
                <a:lnTo>
                  <a:pt x="8798" y="40267"/>
                </a:lnTo>
                <a:lnTo>
                  <a:pt x="9993" y="41122"/>
                </a:lnTo>
                <a:lnTo>
                  <a:pt x="11237" y="41894"/>
                </a:lnTo>
                <a:lnTo>
                  <a:pt x="12527" y="42582"/>
                </a:lnTo>
                <a:lnTo>
                  <a:pt x="13857" y="43184"/>
                </a:lnTo>
                <a:lnTo>
                  <a:pt x="15223" y="43699"/>
                </a:lnTo>
                <a:lnTo>
                  <a:pt x="16621" y="44124"/>
                </a:lnTo>
                <a:lnTo>
                  <a:pt x="18047" y="44458"/>
                </a:lnTo>
                <a:lnTo>
                  <a:pt x="19496" y="44699"/>
                </a:lnTo>
                <a:lnTo>
                  <a:pt x="20964" y="44844"/>
                </a:lnTo>
                <a:lnTo>
                  <a:pt x="22447" y="44893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Editable path 75"/>
          <p:cNvSpPr/>
          <p:nvPr/>
        </p:nvSpPr>
        <p:spPr>
          <a:xfrm>
            <a:off x="7269288" y="2522474"/>
            <a:ext cx="44893" cy="44894"/>
          </a:xfrm>
          <a:custGeom>
            <a:avLst/>
            <a:gdLst/>
            <a:ahLst/>
            <a:cxnLst/>
            <a:rect l="l" t="t" r="r" b="b"/>
            <a:pathLst>
              <a:path w="44893" h="44894">
                <a:moveTo>
                  <a:pt x="22446" y="44894"/>
                </a:moveTo>
                <a:lnTo>
                  <a:pt x="23929" y="44845"/>
                </a:lnTo>
                <a:lnTo>
                  <a:pt x="25397" y="44699"/>
                </a:lnTo>
                <a:lnTo>
                  <a:pt x="26846" y="44458"/>
                </a:lnTo>
                <a:lnTo>
                  <a:pt x="28271" y="44124"/>
                </a:lnTo>
                <a:lnTo>
                  <a:pt x="29670" y="43699"/>
                </a:lnTo>
                <a:lnTo>
                  <a:pt x="31036" y="43185"/>
                </a:lnTo>
                <a:lnTo>
                  <a:pt x="32366" y="42582"/>
                </a:lnTo>
                <a:lnTo>
                  <a:pt x="33655" y="41894"/>
                </a:lnTo>
                <a:lnTo>
                  <a:pt x="34900" y="41122"/>
                </a:lnTo>
                <a:lnTo>
                  <a:pt x="36095" y="40268"/>
                </a:lnTo>
                <a:lnTo>
                  <a:pt x="37236" y="39333"/>
                </a:lnTo>
                <a:lnTo>
                  <a:pt x="38319" y="38319"/>
                </a:lnTo>
                <a:lnTo>
                  <a:pt x="39332" y="37236"/>
                </a:lnTo>
                <a:lnTo>
                  <a:pt x="40267" y="36095"/>
                </a:lnTo>
                <a:lnTo>
                  <a:pt x="41122" y="34900"/>
                </a:lnTo>
                <a:lnTo>
                  <a:pt x="41894" y="33656"/>
                </a:lnTo>
                <a:lnTo>
                  <a:pt x="42582" y="32367"/>
                </a:lnTo>
                <a:lnTo>
                  <a:pt x="43184" y="31037"/>
                </a:lnTo>
                <a:lnTo>
                  <a:pt x="43699" y="29670"/>
                </a:lnTo>
                <a:lnTo>
                  <a:pt x="44124" y="28272"/>
                </a:lnTo>
                <a:lnTo>
                  <a:pt x="44457" y="26846"/>
                </a:lnTo>
                <a:lnTo>
                  <a:pt x="44698" y="25397"/>
                </a:lnTo>
                <a:lnTo>
                  <a:pt x="44844" y="23929"/>
                </a:lnTo>
                <a:lnTo>
                  <a:pt x="44893" y="22447"/>
                </a:lnTo>
                <a:lnTo>
                  <a:pt x="44844" y="20964"/>
                </a:lnTo>
                <a:lnTo>
                  <a:pt x="44698" y="19496"/>
                </a:lnTo>
                <a:lnTo>
                  <a:pt x="44457" y="18047"/>
                </a:lnTo>
                <a:lnTo>
                  <a:pt x="44124" y="16621"/>
                </a:lnTo>
                <a:lnTo>
                  <a:pt x="43699" y="15223"/>
                </a:lnTo>
                <a:lnTo>
                  <a:pt x="43184" y="13857"/>
                </a:lnTo>
                <a:lnTo>
                  <a:pt x="42582" y="12527"/>
                </a:lnTo>
                <a:lnTo>
                  <a:pt x="41894" y="11238"/>
                </a:lnTo>
                <a:lnTo>
                  <a:pt x="41122" y="9993"/>
                </a:lnTo>
                <a:lnTo>
                  <a:pt x="40267" y="8799"/>
                </a:lnTo>
                <a:lnTo>
                  <a:pt x="39332" y="7658"/>
                </a:lnTo>
                <a:lnTo>
                  <a:pt x="38319" y="6575"/>
                </a:lnTo>
                <a:lnTo>
                  <a:pt x="37236" y="5561"/>
                </a:lnTo>
                <a:lnTo>
                  <a:pt x="36095" y="4626"/>
                </a:lnTo>
                <a:lnTo>
                  <a:pt x="34900" y="3772"/>
                </a:lnTo>
                <a:lnTo>
                  <a:pt x="33655" y="2999"/>
                </a:lnTo>
                <a:lnTo>
                  <a:pt x="32366" y="2311"/>
                </a:lnTo>
                <a:lnTo>
                  <a:pt x="31036" y="1709"/>
                </a:lnTo>
                <a:lnTo>
                  <a:pt x="29670" y="1194"/>
                </a:lnTo>
                <a:lnTo>
                  <a:pt x="28271" y="769"/>
                </a:lnTo>
                <a:lnTo>
                  <a:pt x="26846" y="436"/>
                </a:lnTo>
                <a:lnTo>
                  <a:pt x="25397" y="195"/>
                </a:lnTo>
                <a:lnTo>
                  <a:pt x="23929" y="49"/>
                </a:lnTo>
                <a:lnTo>
                  <a:pt x="22446" y="0"/>
                </a:lnTo>
                <a:lnTo>
                  <a:pt x="20964" y="49"/>
                </a:lnTo>
                <a:lnTo>
                  <a:pt x="19496" y="195"/>
                </a:lnTo>
                <a:lnTo>
                  <a:pt x="18047" y="436"/>
                </a:lnTo>
                <a:lnTo>
                  <a:pt x="16621" y="769"/>
                </a:lnTo>
                <a:lnTo>
                  <a:pt x="15222" y="1194"/>
                </a:lnTo>
                <a:lnTo>
                  <a:pt x="13856" y="1709"/>
                </a:lnTo>
                <a:lnTo>
                  <a:pt x="12526" y="2311"/>
                </a:lnTo>
                <a:lnTo>
                  <a:pt x="11237" y="2999"/>
                </a:lnTo>
                <a:lnTo>
                  <a:pt x="9993" y="3772"/>
                </a:lnTo>
                <a:lnTo>
                  <a:pt x="8798" y="4626"/>
                </a:lnTo>
                <a:lnTo>
                  <a:pt x="7657" y="5561"/>
                </a:lnTo>
                <a:lnTo>
                  <a:pt x="6574" y="6575"/>
                </a:lnTo>
                <a:lnTo>
                  <a:pt x="5560" y="7658"/>
                </a:lnTo>
                <a:lnTo>
                  <a:pt x="4625" y="8799"/>
                </a:lnTo>
                <a:lnTo>
                  <a:pt x="3771" y="9993"/>
                </a:lnTo>
                <a:lnTo>
                  <a:pt x="2999" y="11238"/>
                </a:lnTo>
                <a:lnTo>
                  <a:pt x="2311" y="12527"/>
                </a:lnTo>
                <a:lnTo>
                  <a:pt x="1708" y="13857"/>
                </a:lnTo>
                <a:lnTo>
                  <a:pt x="1194" y="15223"/>
                </a:lnTo>
                <a:lnTo>
                  <a:pt x="769" y="16621"/>
                </a:lnTo>
                <a:lnTo>
                  <a:pt x="435" y="18047"/>
                </a:lnTo>
                <a:lnTo>
                  <a:pt x="195" y="19496"/>
                </a:lnTo>
                <a:lnTo>
                  <a:pt x="49" y="20964"/>
                </a:lnTo>
                <a:lnTo>
                  <a:pt x="0" y="22447"/>
                </a:lnTo>
                <a:lnTo>
                  <a:pt x="49" y="23929"/>
                </a:lnTo>
                <a:lnTo>
                  <a:pt x="195" y="25397"/>
                </a:lnTo>
                <a:lnTo>
                  <a:pt x="435" y="26846"/>
                </a:lnTo>
                <a:lnTo>
                  <a:pt x="769" y="28272"/>
                </a:lnTo>
                <a:lnTo>
                  <a:pt x="1194" y="29670"/>
                </a:lnTo>
                <a:lnTo>
                  <a:pt x="1708" y="31037"/>
                </a:lnTo>
                <a:lnTo>
                  <a:pt x="2311" y="32367"/>
                </a:lnTo>
                <a:lnTo>
                  <a:pt x="2999" y="33656"/>
                </a:lnTo>
                <a:lnTo>
                  <a:pt x="3771" y="34900"/>
                </a:lnTo>
                <a:lnTo>
                  <a:pt x="4625" y="36095"/>
                </a:lnTo>
                <a:lnTo>
                  <a:pt x="5560" y="37236"/>
                </a:lnTo>
                <a:lnTo>
                  <a:pt x="6574" y="38319"/>
                </a:lnTo>
                <a:lnTo>
                  <a:pt x="7657" y="39333"/>
                </a:lnTo>
                <a:lnTo>
                  <a:pt x="8798" y="40268"/>
                </a:lnTo>
                <a:lnTo>
                  <a:pt x="9993" y="41122"/>
                </a:lnTo>
                <a:lnTo>
                  <a:pt x="11237" y="41894"/>
                </a:lnTo>
                <a:lnTo>
                  <a:pt x="12526" y="42582"/>
                </a:lnTo>
                <a:lnTo>
                  <a:pt x="13856" y="43185"/>
                </a:lnTo>
                <a:lnTo>
                  <a:pt x="15222" y="43699"/>
                </a:lnTo>
                <a:lnTo>
                  <a:pt x="16621" y="44124"/>
                </a:lnTo>
                <a:lnTo>
                  <a:pt x="18047" y="44458"/>
                </a:lnTo>
                <a:lnTo>
                  <a:pt x="19496" y="44699"/>
                </a:lnTo>
                <a:lnTo>
                  <a:pt x="20964" y="44845"/>
                </a:lnTo>
                <a:lnTo>
                  <a:pt x="22446" y="44894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Editable path 76"/>
          <p:cNvSpPr/>
          <p:nvPr/>
        </p:nvSpPr>
        <p:spPr>
          <a:xfrm>
            <a:off x="7269288" y="2279302"/>
            <a:ext cx="44893" cy="44894"/>
          </a:xfrm>
          <a:custGeom>
            <a:avLst/>
            <a:gdLst/>
            <a:ahLst/>
            <a:cxnLst/>
            <a:rect l="l" t="t" r="r" b="b"/>
            <a:pathLst>
              <a:path w="44893" h="44894">
                <a:moveTo>
                  <a:pt x="22446" y="44894"/>
                </a:moveTo>
                <a:lnTo>
                  <a:pt x="23929" y="44845"/>
                </a:lnTo>
                <a:lnTo>
                  <a:pt x="25397" y="44699"/>
                </a:lnTo>
                <a:lnTo>
                  <a:pt x="26846" y="44458"/>
                </a:lnTo>
                <a:lnTo>
                  <a:pt x="28271" y="44124"/>
                </a:lnTo>
                <a:lnTo>
                  <a:pt x="29670" y="43699"/>
                </a:lnTo>
                <a:lnTo>
                  <a:pt x="31036" y="43185"/>
                </a:lnTo>
                <a:lnTo>
                  <a:pt x="32366" y="42583"/>
                </a:lnTo>
                <a:lnTo>
                  <a:pt x="33655" y="41894"/>
                </a:lnTo>
                <a:lnTo>
                  <a:pt x="34900" y="41122"/>
                </a:lnTo>
                <a:lnTo>
                  <a:pt x="36095" y="40268"/>
                </a:lnTo>
                <a:lnTo>
                  <a:pt x="37236" y="39333"/>
                </a:lnTo>
                <a:lnTo>
                  <a:pt x="38319" y="38319"/>
                </a:lnTo>
                <a:lnTo>
                  <a:pt x="39332" y="37236"/>
                </a:lnTo>
                <a:lnTo>
                  <a:pt x="40267" y="36095"/>
                </a:lnTo>
                <a:lnTo>
                  <a:pt x="41122" y="34900"/>
                </a:lnTo>
                <a:lnTo>
                  <a:pt x="41894" y="33656"/>
                </a:lnTo>
                <a:lnTo>
                  <a:pt x="42582" y="32367"/>
                </a:lnTo>
                <a:lnTo>
                  <a:pt x="43184" y="31037"/>
                </a:lnTo>
                <a:lnTo>
                  <a:pt x="43699" y="29671"/>
                </a:lnTo>
                <a:lnTo>
                  <a:pt x="44124" y="28272"/>
                </a:lnTo>
                <a:lnTo>
                  <a:pt x="44457" y="26846"/>
                </a:lnTo>
                <a:lnTo>
                  <a:pt x="44698" y="25397"/>
                </a:lnTo>
                <a:lnTo>
                  <a:pt x="44844" y="23929"/>
                </a:lnTo>
                <a:lnTo>
                  <a:pt x="44893" y="22447"/>
                </a:lnTo>
                <a:lnTo>
                  <a:pt x="44844" y="20964"/>
                </a:lnTo>
                <a:lnTo>
                  <a:pt x="44698" y="19496"/>
                </a:lnTo>
                <a:lnTo>
                  <a:pt x="44457" y="18047"/>
                </a:lnTo>
                <a:lnTo>
                  <a:pt x="44124" y="16621"/>
                </a:lnTo>
                <a:lnTo>
                  <a:pt x="43699" y="15223"/>
                </a:lnTo>
                <a:lnTo>
                  <a:pt x="43184" y="13857"/>
                </a:lnTo>
                <a:lnTo>
                  <a:pt x="42582" y="12527"/>
                </a:lnTo>
                <a:lnTo>
                  <a:pt x="41894" y="11238"/>
                </a:lnTo>
                <a:lnTo>
                  <a:pt x="41122" y="9993"/>
                </a:lnTo>
                <a:lnTo>
                  <a:pt x="40267" y="8798"/>
                </a:lnTo>
                <a:lnTo>
                  <a:pt x="39332" y="7657"/>
                </a:lnTo>
                <a:lnTo>
                  <a:pt x="38319" y="6575"/>
                </a:lnTo>
                <a:lnTo>
                  <a:pt x="37236" y="5561"/>
                </a:lnTo>
                <a:lnTo>
                  <a:pt x="36095" y="4626"/>
                </a:lnTo>
                <a:lnTo>
                  <a:pt x="34900" y="3772"/>
                </a:lnTo>
                <a:lnTo>
                  <a:pt x="33655" y="2999"/>
                </a:lnTo>
                <a:lnTo>
                  <a:pt x="32366" y="2311"/>
                </a:lnTo>
                <a:lnTo>
                  <a:pt x="31036" y="1709"/>
                </a:lnTo>
                <a:lnTo>
                  <a:pt x="29670" y="1194"/>
                </a:lnTo>
                <a:lnTo>
                  <a:pt x="28271" y="769"/>
                </a:lnTo>
                <a:lnTo>
                  <a:pt x="26846" y="435"/>
                </a:lnTo>
                <a:lnTo>
                  <a:pt x="25397" y="195"/>
                </a:lnTo>
                <a:lnTo>
                  <a:pt x="23929" y="49"/>
                </a:lnTo>
                <a:lnTo>
                  <a:pt x="22446" y="0"/>
                </a:lnTo>
                <a:lnTo>
                  <a:pt x="20964" y="49"/>
                </a:lnTo>
                <a:lnTo>
                  <a:pt x="19496" y="195"/>
                </a:lnTo>
                <a:lnTo>
                  <a:pt x="18047" y="435"/>
                </a:lnTo>
                <a:lnTo>
                  <a:pt x="16621" y="769"/>
                </a:lnTo>
                <a:lnTo>
                  <a:pt x="15222" y="1194"/>
                </a:lnTo>
                <a:lnTo>
                  <a:pt x="13856" y="1709"/>
                </a:lnTo>
                <a:lnTo>
                  <a:pt x="12526" y="2311"/>
                </a:lnTo>
                <a:lnTo>
                  <a:pt x="11237" y="2999"/>
                </a:lnTo>
                <a:lnTo>
                  <a:pt x="9993" y="3772"/>
                </a:lnTo>
                <a:lnTo>
                  <a:pt x="8798" y="4626"/>
                </a:lnTo>
                <a:lnTo>
                  <a:pt x="7657" y="5561"/>
                </a:lnTo>
                <a:lnTo>
                  <a:pt x="6574" y="6575"/>
                </a:lnTo>
                <a:lnTo>
                  <a:pt x="5560" y="7657"/>
                </a:lnTo>
                <a:lnTo>
                  <a:pt x="4625" y="8798"/>
                </a:lnTo>
                <a:lnTo>
                  <a:pt x="3771" y="9993"/>
                </a:lnTo>
                <a:lnTo>
                  <a:pt x="2999" y="11238"/>
                </a:lnTo>
                <a:lnTo>
                  <a:pt x="2311" y="12527"/>
                </a:lnTo>
                <a:lnTo>
                  <a:pt x="1708" y="13857"/>
                </a:lnTo>
                <a:lnTo>
                  <a:pt x="1194" y="15223"/>
                </a:lnTo>
                <a:lnTo>
                  <a:pt x="769" y="16621"/>
                </a:lnTo>
                <a:lnTo>
                  <a:pt x="435" y="18047"/>
                </a:lnTo>
                <a:lnTo>
                  <a:pt x="195" y="19496"/>
                </a:lnTo>
                <a:lnTo>
                  <a:pt x="49" y="20964"/>
                </a:lnTo>
                <a:lnTo>
                  <a:pt x="0" y="22447"/>
                </a:lnTo>
                <a:lnTo>
                  <a:pt x="49" y="23929"/>
                </a:lnTo>
                <a:lnTo>
                  <a:pt x="195" y="25397"/>
                </a:lnTo>
                <a:lnTo>
                  <a:pt x="435" y="26846"/>
                </a:lnTo>
                <a:lnTo>
                  <a:pt x="769" y="28272"/>
                </a:lnTo>
                <a:lnTo>
                  <a:pt x="1194" y="29671"/>
                </a:lnTo>
                <a:lnTo>
                  <a:pt x="1708" y="31037"/>
                </a:lnTo>
                <a:lnTo>
                  <a:pt x="2311" y="32367"/>
                </a:lnTo>
                <a:lnTo>
                  <a:pt x="2999" y="33656"/>
                </a:lnTo>
                <a:lnTo>
                  <a:pt x="3771" y="34900"/>
                </a:lnTo>
                <a:lnTo>
                  <a:pt x="4625" y="36095"/>
                </a:lnTo>
                <a:lnTo>
                  <a:pt x="5560" y="37236"/>
                </a:lnTo>
                <a:lnTo>
                  <a:pt x="6574" y="38319"/>
                </a:lnTo>
                <a:lnTo>
                  <a:pt x="7657" y="39333"/>
                </a:lnTo>
                <a:lnTo>
                  <a:pt x="8798" y="40268"/>
                </a:lnTo>
                <a:lnTo>
                  <a:pt x="9993" y="41122"/>
                </a:lnTo>
                <a:lnTo>
                  <a:pt x="11237" y="41894"/>
                </a:lnTo>
                <a:lnTo>
                  <a:pt x="12526" y="42583"/>
                </a:lnTo>
                <a:lnTo>
                  <a:pt x="13856" y="43185"/>
                </a:lnTo>
                <a:lnTo>
                  <a:pt x="15222" y="43699"/>
                </a:lnTo>
                <a:lnTo>
                  <a:pt x="16621" y="44124"/>
                </a:lnTo>
                <a:lnTo>
                  <a:pt x="18047" y="44458"/>
                </a:lnTo>
                <a:lnTo>
                  <a:pt x="19496" y="44699"/>
                </a:lnTo>
                <a:lnTo>
                  <a:pt x="20964" y="44845"/>
                </a:lnTo>
                <a:lnTo>
                  <a:pt x="22446" y="44894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FF9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94172" y="2191343"/>
            <a:ext cx="378246" cy="771442"/>
          </a:xfrm>
          <a:prstGeom prst="rect">
            <a:avLst/>
          </a:prstGeom>
        </p:spPr>
      </p:pic>
      <p:sp>
        <p:nvSpPr>
          <p:cNvPr id="86" name="Editable path 77"/>
          <p:cNvSpPr/>
          <p:nvPr/>
        </p:nvSpPr>
        <p:spPr>
          <a:xfrm>
            <a:off x="8618825" y="2544921"/>
            <a:ext cx="177702" cy="65469"/>
          </a:xfrm>
          <a:custGeom>
            <a:avLst/>
            <a:gdLst/>
            <a:ahLst/>
            <a:cxnLst/>
            <a:rect l="l" t="t" r="r" b="b"/>
            <a:pathLst>
              <a:path w="177702" h="65469">
                <a:moveTo>
                  <a:pt x="0" y="0"/>
                </a:moveTo>
                <a:lnTo>
                  <a:pt x="177702" y="65469"/>
                </a:lnTo>
              </a:path>
            </a:pathLst>
          </a:custGeom>
          <a:noFill/>
          <a:ln w="10657">
            <a:solidFill>
              <a:srgbClr val="0ABAB5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Editable path 78"/>
          <p:cNvSpPr/>
          <p:nvPr/>
        </p:nvSpPr>
        <p:spPr>
          <a:xfrm>
            <a:off x="8618825" y="2423335"/>
            <a:ext cx="177702" cy="121586"/>
          </a:xfrm>
          <a:custGeom>
            <a:avLst/>
            <a:gdLst/>
            <a:ahLst/>
            <a:cxnLst/>
            <a:rect l="l" t="t" r="r" b="b"/>
            <a:pathLst>
              <a:path w="177702" h="121586">
                <a:moveTo>
                  <a:pt x="0" y="121586"/>
                </a:moveTo>
                <a:lnTo>
                  <a:pt x="177702" y="0"/>
                </a:lnTo>
              </a:path>
            </a:pathLst>
          </a:custGeom>
          <a:noFill/>
          <a:ln w="10657">
            <a:solidFill>
              <a:srgbClr val="0ABAB5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Editable path 79"/>
          <p:cNvSpPr/>
          <p:nvPr/>
        </p:nvSpPr>
        <p:spPr>
          <a:xfrm>
            <a:off x="8618825" y="2236280"/>
            <a:ext cx="177702" cy="308641"/>
          </a:xfrm>
          <a:custGeom>
            <a:avLst/>
            <a:gdLst/>
            <a:ahLst/>
            <a:cxnLst/>
            <a:rect l="l" t="t" r="r" b="b"/>
            <a:pathLst>
              <a:path w="177702" h="308641">
                <a:moveTo>
                  <a:pt x="0" y="308641"/>
                </a:moveTo>
                <a:lnTo>
                  <a:pt x="177702" y="0"/>
                </a:lnTo>
              </a:path>
            </a:pathLst>
          </a:custGeom>
          <a:noFill/>
          <a:ln w="10657">
            <a:solidFill>
              <a:srgbClr val="0ABAB5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Editable path 80"/>
          <p:cNvSpPr/>
          <p:nvPr/>
        </p:nvSpPr>
        <p:spPr>
          <a:xfrm>
            <a:off x="8618825" y="2301749"/>
            <a:ext cx="177702" cy="308641"/>
          </a:xfrm>
          <a:custGeom>
            <a:avLst/>
            <a:gdLst/>
            <a:ahLst/>
            <a:cxnLst/>
            <a:rect l="l" t="t" r="r" b="b"/>
            <a:pathLst>
              <a:path w="177702" h="308641">
                <a:moveTo>
                  <a:pt x="0" y="0"/>
                </a:moveTo>
                <a:lnTo>
                  <a:pt x="177702" y="308641"/>
                </a:lnTo>
              </a:path>
            </a:pathLst>
          </a:custGeom>
          <a:noFill/>
          <a:ln w="10657">
            <a:solidFill>
              <a:srgbClr val="0ABAB5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Editable path 81"/>
          <p:cNvSpPr/>
          <p:nvPr/>
        </p:nvSpPr>
        <p:spPr>
          <a:xfrm>
            <a:off x="8618825" y="2301749"/>
            <a:ext cx="177702" cy="121586"/>
          </a:xfrm>
          <a:custGeom>
            <a:avLst/>
            <a:gdLst/>
            <a:ahLst/>
            <a:cxnLst/>
            <a:rect l="l" t="t" r="r" b="b"/>
            <a:pathLst>
              <a:path w="177702" h="121586">
                <a:moveTo>
                  <a:pt x="0" y="0"/>
                </a:moveTo>
                <a:lnTo>
                  <a:pt x="177702" y="121586"/>
                </a:lnTo>
              </a:path>
            </a:pathLst>
          </a:custGeom>
          <a:noFill/>
          <a:ln w="10657">
            <a:solidFill>
              <a:srgbClr val="0ABAB5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Editable path 82"/>
          <p:cNvSpPr/>
          <p:nvPr/>
        </p:nvSpPr>
        <p:spPr>
          <a:xfrm>
            <a:off x="8618825" y="2236280"/>
            <a:ext cx="177702" cy="65469"/>
          </a:xfrm>
          <a:custGeom>
            <a:avLst/>
            <a:gdLst/>
            <a:ahLst/>
            <a:cxnLst/>
            <a:rect l="l" t="t" r="r" b="b"/>
            <a:pathLst>
              <a:path w="177702" h="65469">
                <a:moveTo>
                  <a:pt x="0" y="65469"/>
                </a:moveTo>
                <a:lnTo>
                  <a:pt x="177702" y="0"/>
                </a:lnTo>
              </a:path>
            </a:pathLst>
          </a:custGeom>
          <a:noFill/>
          <a:ln w="10657">
            <a:solidFill>
              <a:srgbClr val="0ABAB5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Editable path 83"/>
          <p:cNvSpPr/>
          <p:nvPr/>
        </p:nvSpPr>
        <p:spPr>
          <a:xfrm>
            <a:off x="8796527" y="2544921"/>
            <a:ext cx="177703" cy="65469"/>
          </a:xfrm>
          <a:custGeom>
            <a:avLst/>
            <a:gdLst/>
            <a:ahLst/>
            <a:cxnLst/>
            <a:rect l="l" t="t" r="r" b="b"/>
            <a:pathLst>
              <a:path w="177703" h="65469">
                <a:moveTo>
                  <a:pt x="0" y="65469"/>
                </a:moveTo>
                <a:lnTo>
                  <a:pt x="177703" y="0"/>
                </a:lnTo>
              </a:path>
            </a:pathLst>
          </a:custGeom>
          <a:noFill/>
          <a:ln w="10657">
            <a:solidFill>
              <a:srgbClr val="0ABAB5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Editable path 84"/>
          <p:cNvSpPr/>
          <p:nvPr/>
        </p:nvSpPr>
        <p:spPr>
          <a:xfrm>
            <a:off x="8796527" y="2301749"/>
            <a:ext cx="177703" cy="308641"/>
          </a:xfrm>
          <a:custGeom>
            <a:avLst/>
            <a:gdLst/>
            <a:ahLst/>
            <a:cxnLst/>
            <a:rect l="l" t="t" r="r" b="b"/>
            <a:pathLst>
              <a:path w="177703" h="308641">
                <a:moveTo>
                  <a:pt x="0" y="308641"/>
                </a:moveTo>
                <a:lnTo>
                  <a:pt x="177703" y="0"/>
                </a:lnTo>
              </a:path>
            </a:pathLst>
          </a:custGeom>
          <a:noFill/>
          <a:ln w="10657">
            <a:solidFill>
              <a:srgbClr val="0ABAB5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Editable path 85"/>
          <p:cNvSpPr/>
          <p:nvPr/>
        </p:nvSpPr>
        <p:spPr>
          <a:xfrm>
            <a:off x="8796527" y="2423335"/>
            <a:ext cx="177703" cy="121586"/>
          </a:xfrm>
          <a:custGeom>
            <a:avLst/>
            <a:gdLst/>
            <a:ahLst/>
            <a:cxnLst/>
            <a:rect l="l" t="t" r="r" b="b"/>
            <a:pathLst>
              <a:path w="177703" h="121586">
                <a:moveTo>
                  <a:pt x="0" y="0"/>
                </a:moveTo>
                <a:lnTo>
                  <a:pt x="177703" y="121586"/>
                </a:lnTo>
              </a:path>
            </a:pathLst>
          </a:custGeom>
          <a:noFill/>
          <a:ln w="10657">
            <a:solidFill>
              <a:srgbClr val="0ABAB5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Editable path 86"/>
          <p:cNvSpPr/>
          <p:nvPr/>
        </p:nvSpPr>
        <p:spPr>
          <a:xfrm>
            <a:off x="8796527" y="2301749"/>
            <a:ext cx="177703" cy="121586"/>
          </a:xfrm>
          <a:custGeom>
            <a:avLst/>
            <a:gdLst/>
            <a:ahLst/>
            <a:cxnLst/>
            <a:rect l="l" t="t" r="r" b="b"/>
            <a:pathLst>
              <a:path w="177703" h="121586">
                <a:moveTo>
                  <a:pt x="0" y="121586"/>
                </a:moveTo>
                <a:lnTo>
                  <a:pt x="177703" y="0"/>
                </a:lnTo>
              </a:path>
            </a:pathLst>
          </a:custGeom>
          <a:noFill/>
          <a:ln w="10657">
            <a:solidFill>
              <a:srgbClr val="0ABAB5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Editable path 87"/>
          <p:cNvSpPr/>
          <p:nvPr/>
        </p:nvSpPr>
        <p:spPr>
          <a:xfrm>
            <a:off x="8796527" y="2236280"/>
            <a:ext cx="177703" cy="308641"/>
          </a:xfrm>
          <a:custGeom>
            <a:avLst/>
            <a:gdLst/>
            <a:ahLst/>
            <a:cxnLst/>
            <a:rect l="l" t="t" r="r" b="b"/>
            <a:pathLst>
              <a:path w="177703" h="308641">
                <a:moveTo>
                  <a:pt x="0" y="0"/>
                </a:moveTo>
                <a:lnTo>
                  <a:pt x="177703" y="308641"/>
                </a:lnTo>
              </a:path>
            </a:pathLst>
          </a:custGeom>
          <a:noFill/>
          <a:ln w="10657">
            <a:solidFill>
              <a:srgbClr val="0ABAB5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Editable path 88"/>
          <p:cNvSpPr/>
          <p:nvPr/>
        </p:nvSpPr>
        <p:spPr>
          <a:xfrm>
            <a:off x="8796527" y="2236280"/>
            <a:ext cx="177703" cy="65469"/>
          </a:xfrm>
          <a:custGeom>
            <a:avLst/>
            <a:gdLst/>
            <a:ahLst/>
            <a:cxnLst/>
            <a:rect l="l" t="t" r="r" b="b"/>
            <a:pathLst>
              <a:path w="177703" h="65469">
                <a:moveTo>
                  <a:pt x="0" y="0"/>
                </a:moveTo>
                <a:lnTo>
                  <a:pt x="177703" y="65469"/>
                </a:lnTo>
              </a:path>
            </a:pathLst>
          </a:custGeom>
          <a:noFill/>
          <a:ln w="10657">
            <a:solidFill>
              <a:srgbClr val="0ABAB5">
                <a:alpha val="7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Editable path 89"/>
          <p:cNvSpPr/>
          <p:nvPr/>
        </p:nvSpPr>
        <p:spPr>
          <a:xfrm>
            <a:off x="8596378" y="2522474"/>
            <a:ext cx="44894" cy="44894"/>
          </a:xfrm>
          <a:custGeom>
            <a:avLst/>
            <a:gdLst/>
            <a:ahLst/>
            <a:cxnLst/>
            <a:rect l="l" t="t" r="r" b="b"/>
            <a:pathLst>
              <a:path w="44894" h="44894">
                <a:moveTo>
                  <a:pt x="22447" y="44894"/>
                </a:moveTo>
                <a:lnTo>
                  <a:pt x="23929" y="44845"/>
                </a:lnTo>
                <a:lnTo>
                  <a:pt x="25397" y="44699"/>
                </a:lnTo>
                <a:lnTo>
                  <a:pt x="26846" y="44458"/>
                </a:lnTo>
                <a:lnTo>
                  <a:pt x="28272" y="44124"/>
                </a:lnTo>
                <a:lnTo>
                  <a:pt x="29671" y="43699"/>
                </a:lnTo>
                <a:lnTo>
                  <a:pt x="31037" y="43185"/>
                </a:lnTo>
                <a:lnTo>
                  <a:pt x="32367" y="42582"/>
                </a:lnTo>
                <a:lnTo>
                  <a:pt x="33656" y="41894"/>
                </a:lnTo>
                <a:lnTo>
                  <a:pt x="34900" y="41122"/>
                </a:lnTo>
                <a:lnTo>
                  <a:pt x="36095" y="40268"/>
                </a:lnTo>
                <a:lnTo>
                  <a:pt x="37236" y="39333"/>
                </a:lnTo>
                <a:lnTo>
                  <a:pt x="38319" y="38319"/>
                </a:lnTo>
                <a:lnTo>
                  <a:pt x="39333" y="37236"/>
                </a:lnTo>
                <a:lnTo>
                  <a:pt x="40268" y="36095"/>
                </a:lnTo>
                <a:lnTo>
                  <a:pt x="41122" y="34900"/>
                </a:lnTo>
                <a:lnTo>
                  <a:pt x="41894" y="33656"/>
                </a:lnTo>
                <a:lnTo>
                  <a:pt x="42583" y="32367"/>
                </a:lnTo>
                <a:lnTo>
                  <a:pt x="43185" y="31037"/>
                </a:lnTo>
                <a:lnTo>
                  <a:pt x="43699" y="29670"/>
                </a:lnTo>
                <a:lnTo>
                  <a:pt x="44125" y="28272"/>
                </a:lnTo>
                <a:lnTo>
                  <a:pt x="44458" y="26846"/>
                </a:lnTo>
                <a:lnTo>
                  <a:pt x="44699" y="25397"/>
                </a:lnTo>
                <a:lnTo>
                  <a:pt x="44845" y="23929"/>
                </a:lnTo>
                <a:lnTo>
                  <a:pt x="44894" y="22447"/>
                </a:lnTo>
                <a:lnTo>
                  <a:pt x="44845" y="20964"/>
                </a:lnTo>
                <a:lnTo>
                  <a:pt x="44699" y="19496"/>
                </a:lnTo>
                <a:lnTo>
                  <a:pt x="44458" y="18047"/>
                </a:lnTo>
                <a:lnTo>
                  <a:pt x="44125" y="16621"/>
                </a:lnTo>
                <a:lnTo>
                  <a:pt x="43699" y="15223"/>
                </a:lnTo>
                <a:lnTo>
                  <a:pt x="43185" y="13857"/>
                </a:lnTo>
                <a:lnTo>
                  <a:pt x="42583" y="12527"/>
                </a:lnTo>
                <a:lnTo>
                  <a:pt x="41894" y="11238"/>
                </a:lnTo>
                <a:lnTo>
                  <a:pt x="41122" y="9993"/>
                </a:lnTo>
                <a:lnTo>
                  <a:pt x="40268" y="8799"/>
                </a:lnTo>
                <a:lnTo>
                  <a:pt x="39333" y="7658"/>
                </a:lnTo>
                <a:lnTo>
                  <a:pt x="38319" y="6575"/>
                </a:lnTo>
                <a:lnTo>
                  <a:pt x="37236" y="5561"/>
                </a:lnTo>
                <a:lnTo>
                  <a:pt x="36095" y="4626"/>
                </a:lnTo>
                <a:lnTo>
                  <a:pt x="34900" y="3772"/>
                </a:lnTo>
                <a:lnTo>
                  <a:pt x="33656" y="2999"/>
                </a:lnTo>
                <a:lnTo>
                  <a:pt x="32367" y="2311"/>
                </a:lnTo>
                <a:lnTo>
                  <a:pt x="31037" y="1709"/>
                </a:lnTo>
                <a:lnTo>
                  <a:pt x="29671" y="1194"/>
                </a:lnTo>
                <a:lnTo>
                  <a:pt x="28272" y="769"/>
                </a:lnTo>
                <a:lnTo>
                  <a:pt x="26846" y="436"/>
                </a:lnTo>
                <a:lnTo>
                  <a:pt x="25397" y="195"/>
                </a:lnTo>
                <a:lnTo>
                  <a:pt x="23929" y="49"/>
                </a:lnTo>
                <a:lnTo>
                  <a:pt x="22447" y="0"/>
                </a:lnTo>
                <a:lnTo>
                  <a:pt x="20964" y="49"/>
                </a:lnTo>
                <a:lnTo>
                  <a:pt x="19496" y="195"/>
                </a:lnTo>
                <a:lnTo>
                  <a:pt x="18047" y="436"/>
                </a:lnTo>
                <a:lnTo>
                  <a:pt x="16621" y="769"/>
                </a:lnTo>
                <a:lnTo>
                  <a:pt x="15223" y="1194"/>
                </a:lnTo>
                <a:lnTo>
                  <a:pt x="13857" y="1709"/>
                </a:lnTo>
                <a:lnTo>
                  <a:pt x="12527" y="2311"/>
                </a:lnTo>
                <a:lnTo>
                  <a:pt x="11237" y="2999"/>
                </a:lnTo>
                <a:lnTo>
                  <a:pt x="9993" y="3772"/>
                </a:lnTo>
                <a:lnTo>
                  <a:pt x="8798" y="4626"/>
                </a:lnTo>
                <a:lnTo>
                  <a:pt x="7657" y="5561"/>
                </a:lnTo>
                <a:lnTo>
                  <a:pt x="6574" y="6575"/>
                </a:lnTo>
                <a:lnTo>
                  <a:pt x="5561" y="7658"/>
                </a:lnTo>
                <a:lnTo>
                  <a:pt x="4626" y="8799"/>
                </a:lnTo>
                <a:lnTo>
                  <a:pt x="3771" y="9993"/>
                </a:lnTo>
                <a:lnTo>
                  <a:pt x="2999" y="11238"/>
                </a:lnTo>
                <a:lnTo>
                  <a:pt x="2311" y="12527"/>
                </a:lnTo>
                <a:lnTo>
                  <a:pt x="1709" y="13857"/>
                </a:lnTo>
                <a:lnTo>
                  <a:pt x="1194" y="15223"/>
                </a:lnTo>
                <a:lnTo>
                  <a:pt x="769" y="16621"/>
                </a:lnTo>
                <a:lnTo>
                  <a:pt x="436" y="18047"/>
                </a:lnTo>
                <a:lnTo>
                  <a:pt x="195" y="19496"/>
                </a:lnTo>
                <a:lnTo>
                  <a:pt x="49" y="20964"/>
                </a:lnTo>
                <a:lnTo>
                  <a:pt x="0" y="22447"/>
                </a:lnTo>
                <a:lnTo>
                  <a:pt x="49" y="23929"/>
                </a:lnTo>
                <a:lnTo>
                  <a:pt x="195" y="25397"/>
                </a:lnTo>
                <a:lnTo>
                  <a:pt x="436" y="26846"/>
                </a:lnTo>
                <a:lnTo>
                  <a:pt x="769" y="28272"/>
                </a:lnTo>
                <a:lnTo>
                  <a:pt x="1194" y="29670"/>
                </a:lnTo>
                <a:lnTo>
                  <a:pt x="1709" y="31037"/>
                </a:lnTo>
                <a:lnTo>
                  <a:pt x="2311" y="32367"/>
                </a:lnTo>
                <a:lnTo>
                  <a:pt x="2999" y="33656"/>
                </a:lnTo>
                <a:lnTo>
                  <a:pt x="3771" y="34900"/>
                </a:lnTo>
                <a:lnTo>
                  <a:pt x="4626" y="36095"/>
                </a:lnTo>
                <a:lnTo>
                  <a:pt x="5561" y="37236"/>
                </a:lnTo>
                <a:lnTo>
                  <a:pt x="6574" y="38319"/>
                </a:lnTo>
                <a:lnTo>
                  <a:pt x="7657" y="39333"/>
                </a:lnTo>
                <a:lnTo>
                  <a:pt x="8798" y="40268"/>
                </a:lnTo>
                <a:lnTo>
                  <a:pt x="9993" y="41122"/>
                </a:lnTo>
                <a:lnTo>
                  <a:pt x="11237" y="41894"/>
                </a:lnTo>
                <a:lnTo>
                  <a:pt x="12527" y="42582"/>
                </a:lnTo>
                <a:lnTo>
                  <a:pt x="13857" y="43185"/>
                </a:lnTo>
                <a:lnTo>
                  <a:pt x="15223" y="43699"/>
                </a:lnTo>
                <a:lnTo>
                  <a:pt x="16621" y="44124"/>
                </a:lnTo>
                <a:lnTo>
                  <a:pt x="18047" y="44458"/>
                </a:lnTo>
                <a:lnTo>
                  <a:pt x="19496" y="44699"/>
                </a:lnTo>
                <a:lnTo>
                  <a:pt x="20964" y="44845"/>
                </a:lnTo>
                <a:lnTo>
                  <a:pt x="22447" y="44894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Editable path 90"/>
          <p:cNvSpPr/>
          <p:nvPr/>
        </p:nvSpPr>
        <p:spPr>
          <a:xfrm>
            <a:off x="8596378" y="2279302"/>
            <a:ext cx="44894" cy="44894"/>
          </a:xfrm>
          <a:custGeom>
            <a:avLst/>
            <a:gdLst/>
            <a:ahLst/>
            <a:cxnLst/>
            <a:rect l="l" t="t" r="r" b="b"/>
            <a:pathLst>
              <a:path w="44894" h="44894">
                <a:moveTo>
                  <a:pt x="22447" y="44894"/>
                </a:moveTo>
                <a:lnTo>
                  <a:pt x="23929" y="44845"/>
                </a:lnTo>
                <a:lnTo>
                  <a:pt x="25397" y="44699"/>
                </a:lnTo>
                <a:lnTo>
                  <a:pt x="26846" y="44458"/>
                </a:lnTo>
                <a:lnTo>
                  <a:pt x="28272" y="44124"/>
                </a:lnTo>
                <a:lnTo>
                  <a:pt x="29671" y="43699"/>
                </a:lnTo>
                <a:lnTo>
                  <a:pt x="31037" y="43185"/>
                </a:lnTo>
                <a:lnTo>
                  <a:pt x="32367" y="42583"/>
                </a:lnTo>
                <a:lnTo>
                  <a:pt x="33656" y="41894"/>
                </a:lnTo>
                <a:lnTo>
                  <a:pt x="34900" y="41122"/>
                </a:lnTo>
                <a:lnTo>
                  <a:pt x="36095" y="40268"/>
                </a:lnTo>
                <a:lnTo>
                  <a:pt x="37236" y="39333"/>
                </a:lnTo>
                <a:lnTo>
                  <a:pt x="38319" y="38319"/>
                </a:lnTo>
                <a:lnTo>
                  <a:pt x="39333" y="37236"/>
                </a:lnTo>
                <a:lnTo>
                  <a:pt x="40268" y="36095"/>
                </a:lnTo>
                <a:lnTo>
                  <a:pt x="41122" y="34900"/>
                </a:lnTo>
                <a:lnTo>
                  <a:pt x="41894" y="33656"/>
                </a:lnTo>
                <a:lnTo>
                  <a:pt x="42583" y="32367"/>
                </a:lnTo>
                <a:lnTo>
                  <a:pt x="43185" y="31037"/>
                </a:lnTo>
                <a:lnTo>
                  <a:pt x="43699" y="29671"/>
                </a:lnTo>
                <a:lnTo>
                  <a:pt x="44125" y="28272"/>
                </a:lnTo>
                <a:lnTo>
                  <a:pt x="44458" y="26846"/>
                </a:lnTo>
                <a:lnTo>
                  <a:pt x="44699" y="25397"/>
                </a:lnTo>
                <a:lnTo>
                  <a:pt x="44845" y="23929"/>
                </a:lnTo>
                <a:lnTo>
                  <a:pt x="44894" y="22447"/>
                </a:lnTo>
                <a:lnTo>
                  <a:pt x="44845" y="20964"/>
                </a:lnTo>
                <a:lnTo>
                  <a:pt x="44699" y="19496"/>
                </a:lnTo>
                <a:lnTo>
                  <a:pt x="44458" y="18047"/>
                </a:lnTo>
                <a:lnTo>
                  <a:pt x="44125" y="16621"/>
                </a:lnTo>
                <a:lnTo>
                  <a:pt x="43699" y="15223"/>
                </a:lnTo>
                <a:lnTo>
                  <a:pt x="43185" y="13857"/>
                </a:lnTo>
                <a:lnTo>
                  <a:pt x="42583" y="12527"/>
                </a:lnTo>
                <a:lnTo>
                  <a:pt x="41894" y="11238"/>
                </a:lnTo>
                <a:lnTo>
                  <a:pt x="41122" y="9993"/>
                </a:lnTo>
                <a:lnTo>
                  <a:pt x="40268" y="8798"/>
                </a:lnTo>
                <a:lnTo>
                  <a:pt x="39333" y="7657"/>
                </a:lnTo>
                <a:lnTo>
                  <a:pt x="38319" y="6575"/>
                </a:lnTo>
                <a:lnTo>
                  <a:pt x="37236" y="5561"/>
                </a:lnTo>
                <a:lnTo>
                  <a:pt x="36095" y="4626"/>
                </a:lnTo>
                <a:lnTo>
                  <a:pt x="34900" y="3772"/>
                </a:lnTo>
                <a:lnTo>
                  <a:pt x="33656" y="2999"/>
                </a:lnTo>
                <a:lnTo>
                  <a:pt x="32367" y="2311"/>
                </a:lnTo>
                <a:lnTo>
                  <a:pt x="31037" y="1709"/>
                </a:lnTo>
                <a:lnTo>
                  <a:pt x="29671" y="1194"/>
                </a:lnTo>
                <a:lnTo>
                  <a:pt x="28272" y="769"/>
                </a:lnTo>
                <a:lnTo>
                  <a:pt x="26846" y="435"/>
                </a:lnTo>
                <a:lnTo>
                  <a:pt x="25397" y="195"/>
                </a:lnTo>
                <a:lnTo>
                  <a:pt x="23929" y="49"/>
                </a:lnTo>
                <a:lnTo>
                  <a:pt x="22447" y="0"/>
                </a:lnTo>
                <a:lnTo>
                  <a:pt x="20964" y="49"/>
                </a:lnTo>
                <a:lnTo>
                  <a:pt x="19496" y="195"/>
                </a:lnTo>
                <a:lnTo>
                  <a:pt x="18047" y="435"/>
                </a:lnTo>
                <a:lnTo>
                  <a:pt x="16621" y="769"/>
                </a:lnTo>
                <a:lnTo>
                  <a:pt x="15223" y="1194"/>
                </a:lnTo>
                <a:lnTo>
                  <a:pt x="13857" y="1709"/>
                </a:lnTo>
                <a:lnTo>
                  <a:pt x="12527" y="2311"/>
                </a:lnTo>
                <a:lnTo>
                  <a:pt x="11237" y="2999"/>
                </a:lnTo>
                <a:lnTo>
                  <a:pt x="9993" y="3772"/>
                </a:lnTo>
                <a:lnTo>
                  <a:pt x="8798" y="4626"/>
                </a:lnTo>
                <a:lnTo>
                  <a:pt x="7657" y="5561"/>
                </a:lnTo>
                <a:lnTo>
                  <a:pt x="6574" y="6575"/>
                </a:lnTo>
                <a:lnTo>
                  <a:pt x="5561" y="7657"/>
                </a:lnTo>
                <a:lnTo>
                  <a:pt x="4626" y="8798"/>
                </a:lnTo>
                <a:lnTo>
                  <a:pt x="3771" y="9993"/>
                </a:lnTo>
                <a:lnTo>
                  <a:pt x="2999" y="11238"/>
                </a:lnTo>
                <a:lnTo>
                  <a:pt x="2311" y="12527"/>
                </a:lnTo>
                <a:lnTo>
                  <a:pt x="1709" y="13857"/>
                </a:lnTo>
                <a:lnTo>
                  <a:pt x="1194" y="15223"/>
                </a:lnTo>
                <a:lnTo>
                  <a:pt x="769" y="16621"/>
                </a:lnTo>
                <a:lnTo>
                  <a:pt x="436" y="18047"/>
                </a:lnTo>
                <a:lnTo>
                  <a:pt x="195" y="19496"/>
                </a:lnTo>
                <a:lnTo>
                  <a:pt x="49" y="20964"/>
                </a:lnTo>
                <a:lnTo>
                  <a:pt x="0" y="22447"/>
                </a:lnTo>
                <a:lnTo>
                  <a:pt x="49" y="23929"/>
                </a:lnTo>
                <a:lnTo>
                  <a:pt x="195" y="25397"/>
                </a:lnTo>
                <a:lnTo>
                  <a:pt x="436" y="26846"/>
                </a:lnTo>
                <a:lnTo>
                  <a:pt x="769" y="28272"/>
                </a:lnTo>
                <a:lnTo>
                  <a:pt x="1194" y="29671"/>
                </a:lnTo>
                <a:lnTo>
                  <a:pt x="1709" y="31037"/>
                </a:lnTo>
                <a:lnTo>
                  <a:pt x="2311" y="32367"/>
                </a:lnTo>
                <a:lnTo>
                  <a:pt x="2999" y="33656"/>
                </a:lnTo>
                <a:lnTo>
                  <a:pt x="3771" y="34900"/>
                </a:lnTo>
                <a:lnTo>
                  <a:pt x="4626" y="36095"/>
                </a:lnTo>
                <a:lnTo>
                  <a:pt x="5561" y="37236"/>
                </a:lnTo>
                <a:lnTo>
                  <a:pt x="6574" y="38319"/>
                </a:lnTo>
                <a:lnTo>
                  <a:pt x="7657" y="39333"/>
                </a:lnTo>
                <a:lnTo>
                  <a:pt x="8798" y="40268"/>
                </a:lnTo>
                <a:lnTo>
                  <a:pt x="9993" y="41122"/>
                </a:lnTo>
                <a:lnTo>
                  <a:pt x="11237" y="41894"/>
                </a:lnTo>
                <a:lnTo>
                  <a:pt x="12527" y="42583"/>
                </a:lnTo>
                <a:lnTo>
                  <a:pt x="13857" y="43185"/>
                </a:lnTo>
                <a:lnTo>
                  <a:pt x="15223" y="43699"/>
                </a:lnTo>
                <a:lnTo>
                  <a:pt x="16621" y="44124"/>
                </a:lnTo>
                <a:lnTo>
                  <a:pt x="18047" y="44458"/>
                </a:lnTo>
                <a:lnTo>
                  <a:pt x="19496" y="44699"/>
                </a:lnTo>
                <a:lnTo>
                  <a:pt x="20964" y="44845"/>
                </a:lnTo>
                <a:lnTo>
                  <a:pt x="22447" y="44894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Editable path 91"/>
          <p:cNvSpPr/>
          <p:nvPr/>
        </p:nvSpPr>
        <p:spPr>
          <a:xfrm>
            <a:off x="8774081" y="2587944"/>
            <a:ext cx="44893" cy="44893"/>
          </a:xfrm>
          <a:custGeom>
            <a:avLst/>
            <a:gdLst/>
            <a:ahLst/>
            <a:cxnLst/>
            <a:rect l="l" t="t" r="r" b="b"/>
            <a:pathLst>
              <a:path w="44893" h="44893">
                <a:moveTo>
                  <a:pt x="22446" y="44893"/>
                </a:moveTo>
                <a:lnTo>
                  <a:pt x="23929" y="44844"/>
                </a:lnTo>
                <a:lnTo>
                  <a:pt x="25397" y="44698"/>
                </a:lnTo>
                <a:lnTo>
                  <a:pt x="26846" y="44458"/>
                </a:lnTo>
                <a:lnTo>
                  <a:pt x="28272" y="44124"/>
                </a:lnTo>
                <a:lnTo>
                  <a:pt x="29670" y="43699"/>
                </a:lnTo>
                <a:lnTo>
                  <a:pt x="31036" y="43184"/>
                </a:lnTo>
                <a:lnTo>
                  <a:pt x="32366" y="42582"/>
                </a:lnTo>
                <a:lnTo>
                  <a:pt x="33656" y="41894"/>
                </a:lnTo>
                <a:lnTo>
                  <a:pt x="34900" y="41121"/>
                </a:lnTo>
                <a:lnTo>
                  <a:pt x="36095" y="40267"/>
                </a:lnTo>
                <a:lnTo>
                  <a:pt x="37236" y="39332"/>
                </a:lnTo>
                <a:lnTo>
                  <a:pt x="38319" y="38318"/>
                </a:lnTo>
                <a:lnTo>
                  <a:pt x="39332" y="37236"/>
                </a:lnTo>
                <a:lnTo>
                  <a:pt x="40267" y="36094"/>
                </a:lnTo>
                <a:lnTo>
                  <a:pt x="41122" y="34900"/>
                </a:lnTo>
                <a:lnTo>
                  <a:pt x="41894" y="33655"/>
                </a:lnTo>
                <a:lnTo>
                  <a:pt x="42582" y="32366"/>
                </a:lnTo>
                <a:lnTo>
                  <a:pt x="43184" y="31036"/>
                </a:lnTo>
                <a:lnTo>
                  <a:pt x="43699" y="29670"/>
                </a:lnTo>
                <a:lnTo>
                  <a:pt x="44124" y="28271"/>
                </a:lnTo>
                <a:lnTo>
                  <a:pt x="44458" y="26846"/>
                </a:lnTo>
                <a:lnTo>
                  <a:pt x="44699" y="25397"/>
                </a:lnTo>
                <a:lnTo>
                  <a:pt x="44844" y="23929"/>
                </a:lnTo>
                <a:lnTo>
                  <a:pt x="44893" y="22446"/>
                </a:lnTo>
                <a:lnTo>
                  <a:pt x="44844" y="20964"/>
                </a:lnTo>
                <a:lnTo>
                  <a:pt x="44699" y="19496"/>
                </a:lnTo>
                <a:lnTo>
                  <a:pt x="44458" y="18047"/>
                </a:lnTo>
                <a:lnTo>
                  <a:pt x="44124" y="16621"/>
                </a:lnTo>
                <a:lnTo>
                  <a:pt x="43699" y="15223"/>
                </a:lnTo>
                <a:lnTo>
                  <a:pt x="43184" y="13856"/>
                </a:lnTo>
                <a:lnTo>
                  <a:pt x="42582" y="12526"/>
                </a:lnTo>
                <a:lnTo>
                  <a:pt x="41894" y="11237"/>
                </a:lnTo>
                <a:lnTo>
                  <a:pt x="41122" y="9993"/>
                </a:lnTo>
                <a:lnTo>
                  <a:pt x="40267" y="8798"/>
                </a:lnTo>
                <a:lnTo>
                  <a:pt x="39332" y="7657"/>
                </a:lnTo>
                <a:lnTo>
                  <a:pt x="38319" y="6574"/>
                </a:lnTo>
                <a:lnTo>
                  <a:pt x="37236" y="5560"/>
                </a:lnTo>
                <a:lnTo>
                  <a:pt x="36095" y="4625"/>
                </a:lnTo>
                <a:lnTo>
                  <a:pt x="34900" y="3771"/>
                </a:lnTo>
                <a:lnTo>
                  <a:pt x="33656" y="2999"/>
                </a:lnTo>
                <a:lnTo>
                  <a:pt x="32366" y="2311"/>
                </a:lnTo>
                <a:lnTo>
                  <a:pt x="31036" y="1708"/>
                </a:lnTo>
                <a:lnTo>
                  <a:pt x="29670" y="1194"/>
                </a:lnTo>
                <a:lnTo>
                  <a:pt x="28272" y="769"/>
                </a:lnTo>
                <a:lnTo>
                  <a:pt x="26846" y="435"/>
                </a:lnTo>
                <a:lnTo>
                  <a:pt x="25397" y="194"/>
                </a:lnTo>
                <a:lnTo>
                  <a:pt x="23929" y="49"/>
                </a:lnTo>
                <a:lnTo>
                  <a:pt x="22446" y="0"/>
                </a:lnTo>
                <a:lnTo>
                  <a:pt x="20964" y="49"/>
                </a:lnTo>
                <a:lnTo>
                  <a:pt x="19496" y="194"/>
                </a:lnTo>
                <a:lnTo>
                  <a:pt x="18047" y="435"/>
                </a:lnTo>
                <a:lnTo>
                  <a:pt x="16621" y="769"/>
                </a:lnTo>
                <a:lnTo>
                  <a:pt x="15223" y="1194"/>
                </a:lnTo>
                <a:lnTo>
                  <a:pt x="13856" y="1708"/>
                </a:lnTo>
                <a:lnTo>
                  <a:pt x="12526" y="2311"/>
                </a:lnTo>
                <a:lnTo>
                  <a:pt x="11237" y="2999"/>
                </a:lnTo>
                <a:lnTo>
                  <a:pt x="9993" y="3771"/>
                </a:lnTo>
                <a:lnTo>
                  <a:pt x="8798" y="4625"/>
                </a:lnTo>
                <a:lnTo>
                  <a:pt x="7657" y="5560"/>
                </a:lnTo>
                <a:lnTo>
                  <a:pt x="6574" y="6574"/>
                </a:lnTo>
                <a:lnTo>
                  <a:pt x="5560" y="7657"/>
                </a:lnTo>
                <a:lnTo>
                  <a:pt x="4626" y="8798"/>
                </a:lnTo>
                <a:lnTo>
                  <a:pt x="3771" y="9993"/>
                </a:lnTo>
                <a:lnTo>
                  <a:pt x="2999" y="11237"/>
                </a:lnTo>
                <a:lnTo>
                  <a:pt x="2311" y="12526"/>
                </a:lnTo>
                <a:lnTo>
                  <a:pt x="1709" y="13856"/>
                </a:lnTo>
                <a:lnTo>
                  <a:pt x="1194" y="15223"/>
                </a:lnTo>
                <a:lnTo>
                  <a:pt x="769" y="16621"/>
                </a:lnTo>
                <a:lnTo>
                  <a:pt x="435" y="18047"/>
                </a:lnTo>
                <a:lnTo>
                  <a:pt x="195" y="19496"/>
                </a:lnTo>
                <a:lnTo>
                  <a:pt x="49" y="20964"/>
                </a:lnTo>
                <a:lnTo>
                  <a:pt x="0" y="22446"/>
                </a:lnTo>
                <a:lnTo>
                  <a:pt x="49" y="23929"/>
                </a:lnTo>
                <a:lnTo>
                  <a:pt x="195" y="25397"/>
                </a:lnTo>
                <a:lnTo>
                  <a:pt x="435" y="26846"/>
                </a:lnTo>
                <a:lnTo>
                  <a:pt x="769" y="28271"/>
                </a:lnTo>
                <a:lnTo>
                  <a:pt x="1194" y="29670"/>
                </a:lnTo>
                <a:lnTo>
                  <a:pt x="1709" y="31036"/>
                </a:lnTo>
                <a:lnTo>
                  <a:pt x="2311" y="32366"/>
                </a:lnTo>
                <a:lnTo>
                  <a:pt x="2999" y="33655"/>
                </a:lnTo>
                <a:lnTo>
                  <a:pt x="3771" y="34900"/>
                </a:lnTo>
                <a:lnTo>
                  <a:pt x="4626" y="36094"/>
                </a:lnTo>
                <a:lnTo>
                  <a:pt x="5560" y="37236"/>
                </a:lnTo>
                <a:lnTo>
                  <a:pt x="6574" y="38318"/>
                </a:lnTo>
                <a:lnTo>
                  <a:pt x="7657" y="39332"/>
                </a:lnTo>
                <a:lnTo>
                  <a:pt x="8798" y="40267"/>
                </a:lnTo>
                <a:lnTo>
                  <a:pt x="9993" y="41121"/>
                </a:lnTo>
                <a:lnTo>
                  <a:pt x="11237" y="41894"/>
                </a:lnTo>
                <a:lnTo>
                  <a:pt x="12526" y="42582"/>
                </a:lnTo>
                <a:lnTo>
                  <a:pt x="13856" y="43184"/>
                </a:lnTo>
                <a:lnTo>
                  <a:pt x="15223" y="43699"/>
                </a:lnTo>
                <a:lnTo>
                  <a:pt x="16621" y="44124"/>
                </a:lnTo>
                <a:lnTo>
                  <a:pt x="18047" y="44458"/>
                </a:lnTo>
                <a:lnTo>
                  <a:pt x="19496" y="44698"/>
                </a:lnTo>
                <a:lnTo>
                  <a:pt x="20964" y="44844"/>
                </a:lnTo>
                <a:lnTo>
                  <a:pt x="22446" y="44893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Editable path 92"/>
          <p:cNvSpPr/>
          <p:nvPr/>
        </p:nvSpPr>
        <p:spPr>
          <a:xfrm>
            <a:off x="8774081" y="2400888"/>
            <a:ext cx="44893" cy="44894"/>
          </a:xfrm>
          <a:custGeom>
            <a:avLst/>
            <a:gdLst/>
            <a:ahLst/>
            <a:cxnLst/>
            <a:rect l="l" t="t" r="r" b="b"/>
            <a:pathLst>
              <a:path w="44893" h="44894">
                <a:moveTo>
                  <a:pt x="22446" y="44894"/>
                </a:moveTo>
                <a:lnTo>
                  <a:pt x="23929" y="44845"/>
                </a:lnTo>
                <a:lnTo>
                  <a:pt x="25397" y="44699"/>
                </a:lnTo>
                <a:lnTo>
                  <a:pt x="26846" y="44458"/>
                </a:lnTo>
                <a:lnTo>
                  <a:pt x="28272" y="44124"/>
                </a:lnTo>
                <a:lnTo>
                  <a:pt x="29670" y="43699"/>
                </a:lnTo>
                <a:lnTo>
                  <a:pt x="31036" y="43185"/>
                </a:lnTo>
                <a:lnTo>
                  <a:pt x="32366" y="42583"/>
                </a:lnTo>
                <a:lnTo>
                  <a:pt x="33656" y="41894"/>
                </a:lnTo>
                <a:lnTo>
                  <a:pt x="34900" y="41122"/>
                </a:lnTo>
                <a:lnTo>
                  <a:pt x="36095" y="40268"/>
                </a:lnTo>
                <a:lnTo>
                  <a:pt x="37236" y="39333"/>
                </a:lnTo>
                <a:lnTo>
                  <a:pt x="38319" y="38319"/>
                </a:lnTo>
                <a:lnTo>
                  <a:pt x="39332" y="37236"/>
                </a:lnTo>
                <a:lnTo>
                  <a:pt x="40267" y="36095"/>
                </a:lnTo>
                <a:lnTo>
                  <a:pt x="41122" y="34900"/>
                </a:lnTo>
                <a:lnTo>
                  <a:pt x="41894" y="33656"/>
                </a:lnTo>
                <a:lnTo>
                  <a:pt x="42582" y="32367"/>
                </a:lnTo>
                <a:lnTo>
                  <a:pt x="43184" y="31037"/>
                </a:lnTo>
                <a:lnTo>
                  <a:pt x="43699" y="29670"/>
                </a:lnTo>
                <a:lnTo>
                  <a:pt x="44124" y="28272"/>
                </a:lnTo>
                <a:lnTo>
                  <a:pt x="44458" y="26846"/>
                </a:lnTo>
                <a:lnTo>
                  <a:pt x="44699" y="25397"/>
                </a:lnTo>
                <a:lnTo>
                  <a:pt x="44844" y="23929"/>
                </a:lnTo>
                <a:lnTo>
                  <a:pt x="44893" y="22447"/>
                </a:lnTo>
                <a:lnTo>
                  <a:pt x="44844" y="20964"/>
                </a:lnTo>
                <a:lnTo>
                  <a:pt x="44699" y="19496"/>
                </a:lnTo>
                <a:lnTo>
                  <a:pt x="44458" y="18047"/>
                </a:lnTo>
                <a:lnTo>
                  <a:pt x="44124" y="16621"/>
                </a:lnTo>
                <a:lnTo>
                  <a:pt x="43699" y="15223"/>
                </a:lnTo>
                <a:lnTo>
                  <a:pt x="43184" y="13857"/>
                </a:lnTo>
                <a:lnTo>
                  <a:pt x="42582" y="12527"/>
                </a:lnTo>
                <a:lnTo>
                  <a:pt x="41894" y="11238"/>
                </a:lnTo>
                <a:lnTo>
                  <a:pt x="41122" y="9993"/>
                </a:lnTo>
                <a:lnTo>
                  <a:pt x="40267" y="8799"/>
                </a:lnTo>
                <a:lnTo>
                  <a:pt x="39332" y="7657"/>
                </a:lnTo>
                <a:lnTo>
                  <a:pt x="38319" y="6575"/>
                </a:lnTo>
                <a:lnTo>
                  <a:pt x="37236" y="5561"/>
                </a:lnTo>
                <a:lnTo>
                  <a:pt x="36095" y="4626"/>
                </a:lnTo>
                <a:lnTo>
                  <a:pt x="34900" y="3772"/>
                </a:lnTo>
                <a:lnTo>
                  <a:pt x="33656" y="2999"/>
                </a:lnTo>
                <a:lnTo>
                  <a:pt x="32366" y="2311"/>
                </a:lnTo>
                <a:lnTo>
                  <a:pt x="31036" y="1709"/>
                </a:lnTo>
                <a:lnTo>
                  <a:pt x="29670" y="1194"/>
                </a:lnTo>
                <a:lnTo>
                  <a:pt x="28272" y="769"/>
                </a:lnTo>
                <a:lnTo>
                  <a:pt x="26846" y="435"/>
                </a:lnTo>
                <a:lnTo>
                  <a:pt x="25397" y="195"/>
                </a:lnTo>
                <a:lnTo>
                  <a:pt x="23929" y="49"/>
                </a:lnTo>
                <a:lnTo>
                  <a:pt x="22446" y="0"/>
                </a:lnTo>
                <a:lnTo>
                  <a:pt x="20964" y="49"/>
                </a:lnTo>
                <a:lnTo>
                  <a:pt x="19496" y="195"/>
                </a:lnTo>
                <a:lnTo>
                  <a:pt x="18047" y="435"/>
                </a:lnTo>
                <a:lnTo>
                  <a:pt x="16621" y="769"/>
                </a:lnTo>
                <a:lnTo>
                  <a:pt x="15223" y="1194"/>
                </a:lnTo>
                <a:lnTo>
                  <a:pt x="13856" y="1709"/>
                </a:lnTo>
                <a:lnTo>
                  <a:pt x="12526" y="2311"/>
                </a:lnTo>
                <a:lnTo>
                  <a:pt x="11237" y="2999"/>
                </a:lnTo>
                <a:lnTo>
                  <a:pt x="9993" y="3772"/>
                </a:lnTo>
                <a:lnTo>
                  <a:pt x="8798" y="4626"/>
                </a:lnTo>
                <a:lnTo>
                  <a:pt x="7657" y="5561"/>
                </a:lnTo>
                <a:lnTo>
                  <a:pt x="6574" y="6575"/>
                </a:lnTo>
                <a:lnTo>
                  <a:pt x="5560" y="7657"/>
                </a:lnTo>
                <a:lnTo>
                  <a:pt x="4626" y="8799"/>
                </a:lnTo>
                <a:lnTo>
                  <a:pt x="3771" y="9993"/>
                </a:lnTo>
                <a:lnTo>
                  <a:pt x="2999" y="11238"/>
                </a:lnTo>
                <a:lnTo>
                  <a:pt x="2311" y="12527"/>
                </a:lnTo>
                <a:lnTo>
                  <a:pt x="1709" y="13857"/>
                </a:lnTo>
                <a:lnTo>
                  <a:pt x="1194" y="15223"/>
                </a:lnTo>
                <a:lnTo>
                  <a:pt x="769" y="16621"/>
                </a:lnTo>
                <a:lnTo>
                  <a:pt x="435" y="18047"/>
                </a:lnTo>
                <a:lnTo>
                  <a:pt x="195" y="19496"/>
                </a:lnTo>
                <a:lnTo>
                  <a:pt x="49" y="20964"/>
                </a:lnTo>
                <a:lnTo>
                  <a:pt x="0" y="22447"/>
                </a:lnTo>
                <a:lnTo>
                  <a:pt x="49" y="23929"/>
                </a:lnTo>
                <a:lnTo>
                  <a:pt x="195" y="25397"/>
                </a:lnTo>
                <a:lnTo>
                  <a:pt x="435" y="26846"/>
                </a:lnTo>
                <a:lnTo>
                  <a:pt x="769" y="28272"/>
                </a:lnTo>
                <a:lnTo>
                  <a:pt x="1194" y="29670"/>
                </a:lnTo>
                <a:lnTo>
                  <a:pt x="1709" y="31037"/>
                </a:lnTo>
                <a:lnTo>
                  <a:pt x="2311" y="32367"/>
                </a:lnTo>
                <a:lnTo>
                  <a:pt x="2999" y="33656"/>
                </a:lnTo>
                <a:lnTo>
                  <a:pt x="3771" y="34900"/>
                </a:lnTo>
                <a:lnTo>
                  <a:pt x="4626" y="36095"/>
                </a:lnTo>
                <a:lnTo>
                  <a:pt x="5560" y="37236"/>
                </a:lnTo>
                <a:lnTo>
                  <a:pt x="6574" y="38319"/>
                </a:lnTo>
                <a:lnTo>
                  <a:pt x="7657" y="39333"/>
                </a:lnTo>
                <a:lnTo>
                  <a:pt x="8798" y="40268"/>
                </a:lnTo>
                <a:lnTo>
                  <a:pt x="9993" y="41122"/>
                </a:lnTo>
                <a:lnTo>
                  <a:pt x="11237" y="41894"/>
                </a:lnTo>
                <a:lnTo>
                  <a:pt x="12526" y="42583"/>
                </a:lnTo>
                <a:lnTo>
                  <a:pt x="13856" y="43185"/>
                </a:lnTo>
                <a:lnTo>
                  <a:pt x="15223" y="43699"/>
                </a:lnTo>
                <a:lnTo>
                  <a:pt x="16621" y="44124"/>
                </a:lnTo>
                <a:lnTo>
                  <a:pt x="18047" y="44458"/>
                </a:lnTo>
                <a:lnTo>
                  <a:pt x="19496" y="44699"/>
                </a:lnTo>
                <a:lnTo>
                  <a:pt x="20964" y="44845"/>
                </a:lnTo>
                <a:lnTo>
                  <a:pt x="22446" y="44894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Editable path 93"/>
          <p:cNvSpPr/>
          <p:nvPr/>
        </p:nvSpPr>
        <p:spPr>
          <a:xfrm>
            <a:off x="8774081" y="2213833"/>
            <a:ext cx="44893" cy="44893"/>
          </a:xfrm>
          <a:custGeom>
            <a:avLst/>
            <a:gdLst/>
            <a:ahLst/>
            <a:cxnLst/>
            <a:rect l="l" t="t" r="r" b="b"/>
            <a:pathLst>
              <a:path w="44893" h="44893">
                <a:moveTo>
                  <a:pt x="22446" y="44893"/>
                </a:moveTo>
                <a:lnTo>
                  <a:pt x="23929" y="44844"/>
                </a:lnTo>
                <a:lnTo>
                  <a:pt x="25397" y="44699"/>
                </a:lnTo>
                <a:lnTo>
                  <a:pt x="26846" y="44458"/>
                </a:lnTo>
                <a:lnTo>
                  <a:pt x="28272" y="44124"/>
                </a:lnTo>
                <a:lnTo>
                  <a:pt x="29670" y="43699"/>
                </a:lnTo>
                <a:lnTo>
                  <a:pt x="31036" y="43184"/>
                </a:lnTo>
                <a:lnTo>
                  <a:pt x="32366" y="42582"/>
                </a:lnTo>
                <a:lnTo>
                  <a:pt x="33656" y="41894"/>
                </a:lnTo>
                <a:lnTo>
                  <a:pt x="34900" y="41122"/>
                </a:lnTo>
                <a:lnTo>
                  <a:pt x="36095" y="40267"/>
                </a:lnTo>
                <a:lnTo>
                  <a:pt x="37236" y="39332"/>
                </a:lnTo>
                <a:lnTo>
                  <a:pt x="38319" y="38319"/>
                </a:lnTo>
                <a:lnTo>
                  <a:pt x="39332" y="37236"/>
                </a:lnTo>
                <a:lnTo>
                  <a:pt x="40267" y="36095"/>
                </a:lnTo>
                <a:lnTo>
                  <a:pt x="41122" y="34900"/>
                </a:lnTo>
                <a:lnTo>
                  <a:pt x="41894" y="33656"/>
                </a:lnTo>
                <a:lnTo>
                  <a:pt x="42582" y="32366"/>
                </a:lnTo>
                <a:lnTo>
                  <a:pt x="43184" y="31036"/>
                </a:lnTo>
                <a:lnTo>
                  <a:pt x="43699" y="29670"/>
                </a:lnTo>
                <a:lnTo>
                  <a:pt x="44124" y="28272"/>
                </a:lnTo>
                <a:lnTo>
                  <a:pt x="44458" y="26846"/>
                </a:lnTo>
                <a:lnTo>
                  <a:pt x="44699" y="25397"/>
                </a:lnTo>
                <a:lnTo>
                  <a:pt x="44844" y="23929"/>
                </a:lnTo>
                <a:lnTo>
                  <a:pt x="44893" y="22447"/>
                </a:lnTo>
                <a:lnTo>
                  <a:pt x="44844" y="20964"/>
                </a:lnTo>
                <a:lnTo>
                  <a:pt x="44699" y="19496"/>
                </a:lnTo>
                <a:lnTo>
                  <a:pt x="44458" y="18047"/>
                </a:lnTo>
                <a:lnTo>
                  <a:pt x="44124" y="16621"/>
                </a:lnTo>
                <a:lnTo>
                  <a:pt x="43699" y="15223"/>
                </a:lnTo>
                <a:lnTo>
                  <a:pt x="43184" y="13857"/>
                </a:lnTo>
                <a:lnTo>
                  <a:pt x="42582" y="12527"/>
                </a:lnTo>
                <a:lnTo>
                  <a:pt x="41894" y="11237"/>
                </a:lnTo>
                <a:lnTo>
                  <a:pt x="41122" y="9993"/>
                </a:lnTo>
                <a:lnTo>
                  <a:pt x="40267" y="8798"/>
                </a:lnTo>
                <a:lnTo>
                  <a:pt x="39332" y="7657"/>
                </a:lnTo>
                <a:lnTo>
                  <a:pt x="38319" y="6574"/>
                </a:lnTo>
                <a:lnTo>
                  <a:pt x="37236" y="5561"/>
                </a:lnTo>
                <a:lnTo>
                  <a:pt x="36095" y="4626"/>
                </a:lnTo>
                <a:lnTo>
                  <a:pt x="34900" y="3771"/>
                </a:lnTo>
                <a:lnTo>
                  <a:pt x="33656" y="2999"/>
                </a:lnTo>
                <a:lnTo>
                  <a:pt x="32366" y="2311"/>
                </a:lnTo>
                <a:lnTo>
                  <a:pt x="31036" y="1709"/>
                </a:lnTo>
                <a:lnTo>
                  <a:pt x="29670" y="1194"/>
                </a:lnTo>
                <a:lnTo>
                  <a:pt x="28272" y="769"/>
                </a:lnTo>
                <a:lnTo>
                  <a:pt x="26846" y="435"/>
                </a:lnTo>
                <a:lnTo>
                  <a:pt x="25397" y="194"/>
                </a:lnTo>
                <a:lnTo>
                  <a:pt x="23929" y="49"/>
                </a:lnTo>
                <a:lnTo>
                  <a:pt x="22446" y="0"/>
                </a:lnTo>
                <a:lnTo>
                  <a:pt x="20964" y="49"/>
                </a:lnTo>
                <a:lnTo>
                  <a:pt x="19496" y="194"/>
                </a:lnTo>
                <a:lnTo>
                  <a:pt x="18047" y="435"/>
                </a:lnTo>
                <a:lnTo>
                  <a:pt x="16621" y="769"/>
                </a:lnTo>
                <a:lnTo>
                  <a:pt x="15223" y="1194"/>
                </a:lnTo>
                <a:lnTo>
                  <a:pt x="13856" y="1709"/>
                </a:lnTo>
                <a:lnTo>
                  <a:pt x="12526" y="2311"/>
                </a:lnTo>
                <a:lnTo>
                  <a:pt x="11237" y="2999"/>
                </a:lnTo>
                <a:lnTo>
                  <a:pt x="9993" y="3771"/>
                </a:lnTo>
                <a:lnTo>
                  <a:pt x="8798" y="4626"/>
                </a:lnTo>
                <a:lnTo>
                  <a:pt x="7657" y="5561"/>
                </a:lnTo>
                <a:lnTo>
                  <a:pt x="6574" y="6574"/>
                </a:lnTo>
                <a:lnTo>
                  <a:pt x="5560" y="7657"/>
                </a:lnTo>
                <a:lnTo>
                  <a:pt x="4626" y="8798"/>
                </a:lnTo>
                <a:lnTo>
                  <a:pt x="3771" y="9993"/>
                </a:lnTo>
                <a:lnTo>
                  <a:pt x="2999" y="11237"/>
                </a:lnTo>
                <a:lnTo>
                  <a:pt x="2311" y="12527"/>
                </a:lnTo>
                <a:lnTo>
                  <a:pt x="1709" y="13857"/>
                </a:lnTo>
                <a:lnTo>
                  <a:pt x="1194" y="15223"/>
                </a:lnTo>
                <a:lnTo>
                  <a:pt x="769" y="16621"/>
                </a:lnTo>
                <a:lnTo>
                  <a:pt x="435" y="18047"/>
                </a:lnTo>
                <a:lnTo>
                  <a:pt x="195" y="19496"/>
                </a:lnTo>
                <a:lnTo>
                  <a:pt x="49" y="20964"/>
                </a:lnTo>
                <a:lnTo>
                  <a:pt x="0" y="22447"/>
                </a:lnTo>
                <a:lnTo>
                  <a:pt x="49" y="23929"/>
                </a:lnTo>
                <a:lnTo>
                  <a:pt x="195" y="25397"/>
                </a:lnTo>
                <a:lnTo>
                  <a:pt x="435" y="26846"/>
                </a:lnTo>
                <a:lnTo>
                  <a:pt x="769" y="28272"/>
                </a:lnTo>
                <a:lnTo>
                  <a:pt x="1194" y="29670"/>
                </a:lnTo>
                <a:lnTo>
                  <a:pt x="1709" y="31036"/>
                </a:lnTo>
                <a:lnTo>
                  <a:pt x="2311" y="32366"/>
                </a:lnTo>
                <a:lnTo>
                  <a:pt x="2999" y="33656"/>
                </a:lnTo>
                <a:lnTo>
                  <a:pt x="3771" y="34900"/>
                </a:lnTo>
                <a:lnTo>
                  <a:pt x="4626" y="36095"/>
                </a:lnTo>
                <a:lnTo>
                  <a:pt x="5560" y="37236"/>
                </a:lnTo>
                <a:lnTo>
                  <a:pt x="6574" y="38319"/>
                </a:lnTo>
                <a:lnTo>
                  <a:pt x="7657" y="39332"/>
                </a:lnTo>
                <a:lnTo>
                  <a:pt x="8798" y="40267"/>
                </a:lnTo>
                <a:lnTo>
                  <a:pt x="9993" y="41122"/>
                </a:lnTo>
                <a:lnTo>
                  <a:pt x="11237" y="41894"/>
                </a:lnTo>
                <a:lnTo>
                  <a:pt x="12526" y="42582"/>
                </a:lnTo>
                <a:lnTo>
                  <a:pt x="13856" y="43184"/>
                </a:lnTo>
                <a:lnTo>
                  <a:pt x="15223" y="43699"/>
                </a:lnTo>
                <a:lnTo>
                  <a:pt x="16621" y="44124"/>
                </a:lnTo>
                <a:lnTo>
                  <a:pt x="18047" y="44458"/>
                </a:lnTo>
                <a:lnTo>
                  <a:pt x="19496" y="44699"/>
                </a:lnTo>
                <a:lnTo>
                  <a:pt x="20964" y="44844"/>
                </a:lnTo>
                <a:lnTo>
                  <a:pt x="22446" y="44893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Editable path 94"/>
          <p:cNvSpPr/>
          <p:nvPr/>
        </p:nvSpPr>
        <p:spPr>
          <a:xfrm>
            <a:off x="8951784" y="2522474"/>
            <a:ext cx="44893" cy="44894"/>
          </a:xfrm>
          <a:custGeom>
            <a:avLst/>
            <a:gdLst/>
            <a:ahLst/>
            <a:cxnLst/>
            <a:rect l="l" t="t" r="r" b="b"/>
            <a:pathLst>
              <a:path w="44893" h="44894">
                <a:moveTo>
                  <a:pt x="22446" y="44894"/>
                </a:moveTo>
                <a:lnTo>
                  <a:pt x="23928" y="44845"/>
                </a:lnTo>
                <a:lnTo>
                  <a:pt x="25396" y="44699"/>
                </a:lnTo>
                <a:lnTo>
                  <a:pt x="26846" y="44458"/>
                </a:lnTo>
                <a:lnTo>
                  <a:pt x="28271" y="44124"/>
                </a:lnTo>
                <a:lnTo>
                  <a:pt x="29670" y="43699"/>
                </a:lnTo>
                <a:lnTo>
                  <a:pt x="31036" y="43185"/>
                </a:lnTo>
                <a:lnTo>
                  <a:pt x="32366" y="42582"/>
                </a:lnTo>
                <a:lnTo>
                  <a:pt x="33655" y="41894"/>
                </a:lnTo>
                <a:lnTo>
                  <a:pt x="34899" y="41122"/>
                </a:lnTo>
                <a:lnTo>
                  <a:pt x="36094" y="40268"/>
                </a:lnTo>
                <a:lnTo>
                  <a:pt x="37235" y="39333"/>
                </a:lnTo>
                <a:lnTo>
                  <a:pt x="38318" y="38319"/>
                </a:lnTo>
                <a:lnTo>
                  <a:pt x="39332" y="37236"/>
                </a:lnTo>
                <a:lnTo>
                  <a:pt x="40267" y="36095"/>
                </a:lnTo>
                <a:lnTo>
                  <a:pt x="41121" y="34900"/>
                </a:lnTo>
                <a:lnTo>
                  <a:pt x="41894" y="33656"/>
                </a:lnTo>
                <a:lnTo>
                  <a:pt x="42582" y="32367"/>
                </a:lnTo>
                <a:lnTo>
                  <a:pt x="43184" y="31037"/>
                </a:lnTo>
                <a:lnTo>
                  <a:pt x="43699" y="29670"/>
                </a:lnTo>
                <a:lnTo>
                  <a:pt x="44124" y="28272"/>
                </a:lnTo>
                <a:lnTo>
                  <a:pt x="44458" y="26846"/>
                </a:lnTo>
                <a:lnTo>
                  <a:pt x="44698" y="25397"/>
                </a:lnTo>
                <a:lnTo>
                  <a:pt x="44844" y="23929"/>
                </a:lnTo>
                <a:lnTo>
                  <a:pt x="44893" y="22447"/>
                </a:lnTo>
                <a:lnTo>
                  <a:pt x="44844" y="20964"/>
                </a:lnTo>
                <a:lnTo>
                  <a:pt x="44698" y="19496"/>
                </a:lnTo>
                <a:lnTo>
                  <a:pt x="44458" y="18047"/>
                </a:lnTo>
                <a:lnTo>
                  <a:pt x="44124" y="16621"/>
                </a:lnTo>
                <a:lnTo>
                  <a:pt x="43699" y="15223"/>
                </a:lnTo>
                <a:lnTo>
                  <a:pt x="43184" y="13857"/>
                </a:lnTo>
                <a:lnTo>
                  <a:pt x="42582" y="12527"/>
                </a:lnTo>
                <a:lnTo>
                  <a:pt x="41894" y="11238"/>
                </a:lnTo>
                <a:lnTo>
                  <a:pt x="41121" y="9993"/>
                </a:lnTo>
                <a:lnTo>
                  <a:pt x="40267" y="8799"/>
                </a:lnTo>
                <a:lnTo>
                  <a:pt x="39332" y="7658"/>
                </a:lnTo>
                <a:lnTo>
                  <a:pt x="38318" y="6575"/>
                </a:lnTo>
                <a:lnTo>
                  <a:pt x="37235" y="5561"/>
                </a:lnTo>
                <a:lnTo>
                  <a:pt x="36094" y="4626"/>
                </a:lnTo>
                <a:lnTo>
                  <a:pt x="34899" y="3772"/>
                </a:lnTo>
                <a:lnTo>
                  <a:pt x="33655" y="2999"/>
                </a:lnTo>
                <a:lnTo>
                  <a:pt x="32366" y="2311"/>
                </a:lnTo>
                <a:lnTo>
                  <a:pt x="31036" y="1709"/>
                </a:lnTo>
                <a:lnTo>
                  <a:pt x="29670" y="1194"/>
                </a:lnTo>
                <a:lnTo>
                  <a:pt x="28271" y="769"/>
                </a:lnTo>
                <a:lnTo>
                  <a:pt x="26846" y="436"/>
                </a:lnTo>
                <a:lnTo>
                  <a:pt x="25396" y="195"/>
                </a:lnTo>
                <a:lnTo>
                  <a:pt x="23928" y="49"/>
                </a:lnTo>
                <a:lnTo>
                  <a:pt x="22446" y="0"/>
                </a:lnTo>
                <a:lnTo>
                  <a:pt x="20964" y="49"/>
                </a:lnTo>
                <a:lnTo>
                  <a:pt x="19496" y="195"/>
                </a:lnTo>
                <a:lnTo>
                  <a:pt x="18047" y="436"/>
                </a:lnTo>
                <a:lnTo>
                  <a:pt x="16621" y="769"/>
                </a:lnTo>
                <a:lnTo>
                  <a:pt x="15222" y="1194"/>
                </a:lnTo>
                <a:lnTo>
                  <a:pt x="13856" y="1709"/>
                </a:lnTo>
                <a:lnTo>
                  <a:pt x="12526" y="2311"/>
                </a:lnTo>
                <a:lnTo>
                  <a:pt x="11237" y="2999"/>
                </a:lnTo>
                <a:lnTo>
                  <a:pt x="9992" y="3772"/>
                </a:lnTo>
                <a:lnTo>
                  <a:pt x="8798" y="4626"/>
                </a:lnTo>
                <a:lnTo>
                  <a:pt x="7657" y="5561"/>
                </a:lnTo>
                <a:lnTo>
                  <a:pt x="6574" y="6575"/>
                </a:lnTo>
                <a:lnTo>
                  <a:pt x="5560" y="7658"/>
                </a:lnTo>
                <a:lnTo>
                  <a:pt x="4625" y="8799"/>
                </a:lnTo>
                <a:lnTo>
                  <a:pt x="3771" y="9993"/>
                </a:lnTo>
                <a:lnTo>
                  <a:pt x="2998" y="11238"/>
                </a:lnTo>
                <a:lnTo>
                  <a:pt x="2310" y="12527"/>
                </a:lnTo>
                <a:lnTo>
                  <a:pt x="1708" y="13857"/>
                </a:lnTo>
                <a:lnTo>
                  <a:pt x="1194" y="15223"/>
                </a:lnTo>
                <a:lnTo>
                  <a:pt x="769" y="16621"/>
                </a:lnTo>
                <a:lnTo>
                  <a:pt x="435" y="18047"/>
                </a:lnTo>
                <a:lnTo>
                  <a:pt x="194" y="19496"/>
                </a:lnTo>
                <a:lnTo>
                  <a:pt x="48" y="20964"/>
                </a:lnTo>
                <a:lnTo>
                  <a:pt x="0" y="22447"/>
                </a:lnTo>
                <a:lnTo>
                  <a:pt x="48" y="23929"/>
                </a:lnTo>
                <a:lnTo>
                  <a:pt x="194" y="25397"/>
                </a:lnTo>
                <a:lnTo>
                  <a:pt x="435" y="26846"/>
                </a:lnTo>
                <a:lnTo>
                  <a:pt x="769" y="28272"/>
                </a:lnTo>
                <a:lnTo>
                  <a:pt x="1194" y="29670"/>
                </a:lnTo>
                <a:lnTo>
                  <a:pt x="1708" y="31037"/>
                </a:lnTo>
                <a:lnTo>
                  <a:pt x="2310" y="32367"/>
                </a:lnTo>
                <a:lnTo>
                  <a:pt x="2998" y="33656"/>
                </a:lnTo>
                <a:lnTo>
                  <a:pt x="3771" y="34900"/>
                </a:lnTo>
                <a:lnTo>
                  <a:pt x="4625" y="36095"/>
                </a:lnTo>
                <a:lnTo>
                  <a:pt x="5560" y="37236"/>
                </a:lnTo>
                <a:lnTo>
                  <a:pt x="6574" y="38319"/>
                </a:lnTo>
                <a:lnTo>
                  <a:pt x="7657" y="39333"/>
                </a:lnTo>
                <a:lnTo>
                  <a:pt x="8798" y="40268"/>
                </a:lnTo>
                <a:lnTo>
                  <a:pt x="9992" y="41122"/>
                </a:lnTo>
                <a:lnTo>
                  <a:pt x="11237" y="41894"/>
                </a:lnTo>
                <a:lnTo>
                  <a:pt x="12526" y="42582"/>
                </a:lnTo>
                <a:lnTo>
                  <a:pt x="13856" y="43185"/>
                </a:lnTo>
                <a:lnTo>
                  <a:pt x="15222" y="43699"/>
                </a:lnTo>
                <a:lnTo>
                  <a:pt x="16621" y="44124"/>
                </a:lnTo>
                <a:lnTo>
                  <a:pt x="18047" y="44458"/>
                </a:lnTo>
                <a:lnTo>
                  <a:pt x="19496" y="44699"/>
                </a:lnTo>
                <a:lnTo>
                  <a:pt x="20964" y="44845"/>
                </a:lnTo>
                <a:lnTo>
                  <a:pt x="22446" y="44894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Editable path 95"/>
          <p:cNvSpPr/>
          <p:nvPr/>
        </p:nvSpPr>
        <p:spPr>
          <a:xfrm>
            <a:off x="8951784" y="2279302"/>
            <a:ext cx="44893" cy="44894"/>
          </a:xfrm>
          <a:custGeom>
            <a:avLst/>
            <a:gdLst/>
            <a:ahLst/>
            <a:cxnLst/>
            <a:rect l="l" t="t" r="r" b="b"/>
            <a:pathLst>
              <a:path w="44893" h="44894">
                <a:moveTo>
                  <a:pt x="22446" y="44894"/>
                </a:moveTo>
                <a:lnTo>
                  <a:pt x="23928" y="44845"/>
                </a:lnTo>
                <a:lnTo>
                  <a:pt x="25396" y="44699"/>
                </a:lnTo>
                <a:lnTo>
                  <a:pt x="26846" y="44458"/>
                </a:lnTo>
                <a:lnTo>
                  <a:pt x="28271" y="44124"/>
                </a:lnTo>
                <a:lnTo>
                  <a:pt x="29670" y="43699"/>
                </a:lnTo>
                <a:lnTo>
                  <a:pt x="31036" y="43185"/>
                </a:lnTo>
                <a:lnTo>
                  <a:pt x="32366" y="42583"/>
                </a:lnTo>
                <a:lnTo>
                  <a:pt x="33655" y="41894"/>
                </a:lnTo>
                <a:lnTo>
                  <a:pt x="34899" y="41122"/>
                </a:lnTo>
                <a:lnTo>
                  <a:pt x="36094" y="40268"/>
                </a:lnTo>
                <a:lnTo>
                  <a:pt x="37235" y="39333"/>
                </a:lnTo>
                <a:lnTo>
                  <a:pt x="38318" y="38319"/>
                </a:lnTo>
                <a:lnTo>
                  <a:pt x="39332" y="37236"/>
                </a:lnTo>
                <a:lnTo>
                  <a:pt x="40267" y="36095"/>
                </a:lnTo>
                <a:lnTo>
                  <a:pt x="41121" y="34900"/>
                </a:lnTo>
                <a:lnTo>
                  <a:pt x="41894" y="33656"/>
                </a:lnTo>
                <a:lnTo>
                  <a:pt x="42582" y="32367"/>
                </a:lnTo>
                <a:lnTo>
                  <a:pt x="43184" y="31037"/>
                </a:lnTo>
                <a:lnTo>
                  <a:pt x="43699" y="29671"/>
                </a:lnTo>
                <a:lnTo>
                  <a:pt x="44124" y="28272"/>
                </a:lnTo>
                <a:lnTo>
                  <a:pt x="44458" y="26846"/>
                </a:lnTo>
                <a:lnTo>
                  <a:pt x="44698" y="25397"/>
                </a:lnTo>
                <a:lnTo>
                  <a:pt x="44844" y="23929"/>
                </a:lnTo>
                <a:lnTo>
                  <a:pt x="44893" y="22447"/>
                </a:lnTo>
                <a:lnTo>
                  <a:pt x="44844" y="20964"/>
                </a:lnTo>
                <a:lnTo>
                  <a:pt x="44698" y="19496"/>
                </a:lnTo>
                <a:lnTo>
                  <a:pt x="44458" y="18047"/>
                </a:lnTo>
                <a:lnTo>
                  <a:pt x="44124" y="16621"/>
                </a:lnTo>
                <a:lnTo>
                  <a:pt x="43699" y="15223"/>
                </a:lnTo>
                <a:lnTo>
                  <a:pt x="43184" y="13857"/>
                </a:lnTo>
                <a:lnTo>
                  <a:pt x="42582" y="12527"/>
                </a:lnTo>
                <a:lnTo>
                  <a:pt x="41894" y="11238"/>
                </a:lnTo>
                <a:lnTo>
                  <a:pt x="41121" y="9993"/>
                </a:lnTo>
                <a:lnTo>
                  <a:pt x="40267" y="8798"/>
                </a:lnTo>
                <a:lnTo>
                  <a:pt x="39332" y="7657"/>
                </a:lnTo>
                <a:lnTo>
                  <a:pt x="38318" y="6575"/>
                </a:lnTo>
                <a:lnTo>
                  <a:pt x="37235" y="5561"/>
                </a:lnTo>
                <a:lnTo>
                  <a:pt x="36094" y="4626"/>
                </a:lnTo>
                <a:lnTo>
                  <a:pt x="34899" y="3772"/>
                </a:lnTo>
                <a:lnTo>
                  <a:pt x="33655" y="2999"/>
                </a:lnTo>
                <a:lnTo>
                  <a:pt x="32366" y="2311"/>
                </a:lnTo>
                <a:lnTo>
                  <a:pt x="31036" y="1709"/>
                </a:lnTo>
                <a:lnTo>
                  <a:pt x="29670" y="1194"/>
                </a:lnTo>
                <a:lnTo>
                  <a:pt x="28271" y="769"/>
                </a:lnTo>
                <a:lnTo>
                  <a:pt x="26846" y="435"/>
                </a:lnTo>
                <a:lnTo>
                  <a:pt x="25396" y="195"/>
                </a:lnTo>
                <a:lnTo>
                  <a:pt x="23928" y="49"/>
                </a:lnTo>
                <a:lnTo>
                  <a:pt x="22446" y="0"/>
                </a:lnTo>
                <a:lnTo>
                  <a:pt x="20964" y="49"/>
                </a:lnTo>
                <a:lnTo>
                  <a:pt x="19496" y="195"/>
                </a:lnTo>
                <a:lnTo>
                  <a:pt x="18047" y="435"/>
                </a:lnTo>
                <a:lnTo>
                  <a:pt x="16621" y="769"/>
                </a:lnTo>
                <a:lnTo>
                  <a:pt x="15222" y="1194"/>
                </a:lnTo>
                <a:lnTo>
                  <a:pt x="13856" y="1709"/>
                </a:lnTo>
                <a:lnTo>
                  <a:pt x="12526" y="2311"/>
                </a:lnTo>
                <a:lnTo>
                  <a:pt x="11237" y="2999"/>
                </a:lnTo>
                <a:lnTo>
                  <a:pt x="9992" y="3772"/>
                </a:lnTo>
                <a:lnTo>
                  <a:pt x="8798" y="4626"/>
                </a:lnTo>
                <a:lnTo>
                  <a:pt x="7657" y="5561"/>
                </a:lnTo>
                <a:lnTo>
                  <a:pt x="6574" y="6575"/>
                </a:lnTo>
                <a:lnTo>
                  <a:pt x="5560" y="7657"/>
                </a:lnTo>
                <a:lnTo>
                  <a:pt x="4625" y="8798"/>
                </a:lnTo>
                <a:lnTo>
                  <a:pt x="3771" y="9993"/>
                </a:lnTo>
                <a:lnTo>
                  <a:pt x="2998" y="11238"/>
                </a:lnTo>
                <a:lnTo>
                  <a:pt x="2310" y="12527"/>
                </a:lnTo>
                <a:lnTo>
                  <a:pt x="1708" y="13857"/>
                </a:lnTo>
                <a:lnTo>
                  <a:pt x="1194" y="15223"/>
                </a:lnTo>
                <a:lnTo>
                  <a:pt x="769" y="16621"/>
                </a:lnTo>
                <a:lnTo>
                  <a:pt x="435" y="18047"/>
                </a:lnTo>
                <a:lnTo>
                  <a:pt x="194" y="19496"/>
                </a:lnTo>
                <a:lnTo>
                  <a:pt x="48" y="20964"/>
                </a:lnTo>
                <a:lnTo>
                  <a:pt x="0" y="22447"/>
                </a:lnTo>
                <a:lnTo>
                  <a:pt x="48" y="23929"/>
                </a:lnTo>
                <a:lnTo>
                  <a:pt x="194" y="25397"/>
                </a:lnTo>
                <a:lnTo>
                  <a:pt x="435" y="26846"/>
                </a:lnTo>
                <a:lnTo>
                  <a:pt x="769" y="28272"/>
                </a:lnTo>
                <a:lnTo>
                  <a:pt x="1194" y="29671"/>
                </a:lnTo>
                <a:lnTo>
                  <a:pt x="1708" y="31037"/>
                </a:lnTo>
                <a:lnTo>
                  <a:pt x="2310" y="32367"/>
                </a:lnTo>
                <a:lnTo>
                  <a:pt x="2998" y="33656"/>
                </a:lnTo>
                <a:lnTo>
                  <a:pt x="3771" y="34900"/>
                </a:lnTo>
                <a:lnTo>
                  <a:pt x="4625" y="36095"/>
                </a:lnTo>
                <a:lnTo>
                  <a:pt x="5560" y="37236"/>
                </a:lnTo>
                <a:lnTo>
                  <a:pt x="6574" y="38319"/>
                </a:lnTo>
                <a:lnTo>
                  <a:pt x="7657" y="39333"/>
                </a:lnTo>
                <a:lnTo>
                  <a:pt x="8798" y="40268"/>
                </a:lnTo>
                <a:lnTo>
                  <a:pt x="9992" y="41122"/>
                </a:lnTo>
                <a:lnTo>
                  <a:pt x="11237" y="41894"/>
                </a:lnTo>
                <a:lnTo>
                  <a:pt x="12526" y="42583"/>
                </a:lnTo>
                <a:lnTo>
                  <a:pt x="13856" y="43185"/>
                </a:lnTo>
                <a:lnTo>
                  <a:pt x="15222" y="43699"/>
                </a:lnTo>
                <a:lnTo>
                  <a:pt x="16621" y="44124"/>
                </a:lnTo>
                <a:lnTo>
                  <a:pt x="18047" y="44458"/>
                </a:lnTo>
                <a:lnTo>
                  <a:pt x="19496" y="44699"/>
                </a:lnTo>
                <a:lnTo>
                  <a:pt x="20964" y="44845"/>
                </a:lnTo>
                <a:lnTo>
                  <a:pt x="22446" y="44894"/>
                </a:lnTo>
                <a:close/>
              </a:path>
            </a:pathLst>
          </a:custGeom>
          <a:solidFill>
            <a:srgbClr val="FFFFFF"/>
          </a:solidFill>
          <a:ln w="16578">
            <a:solidFill>
              <a:srgbClr val="0AB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01201" y="543524"/>
            <a:ext cx="1923827" cy="2131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98" b="1" i="0">
                <a:solidFill>
                  <a:srgbClr val="B8893E"/>
                </a:solidFill>
                <a:latin typeface="Times New Roman"/>
              </a:rPr>
              <a:t>Robot &amp; grasp geometry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39686" y="889063"/>
            <a:ext cx="1853695" cy="179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74" b="0" i="0">
                <a:solidFill>
                  <a:srgbClr val="2B2B2B"/>
                </a:solidFill>
                <a:latin typeface="Times New Roman"/>
              </a:rPr>
              <a:t>Object + goal + assigned rails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327425" y="1308510"/>
            <a:ext cx="998912" cy="179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74" b="0" i="0">
                <a:solidFill>
                  <a:srgbClr val="2B2B2B"/>
                </a:solidFill>
                <a:latin typeface="Times New Roman"/>
              </a:rPr>
              <a:t>2 × 7-DoF arms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308738" y="1600766"/>
            <a:ext cx="1035915" cy="179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74" b="0" i="0">
                <a:solidFill>
                  <a:srgbClr val="2B2B2B"/>
                </a:solidFill>
                <a:latin typeface="Times New Roman"/>
              </a:rPr>
              <a:t>Dexterous hands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57867" y="1742975"/>
            <a:ext cx="736315" cy="1790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74" b="0" i="0">
                <a:solidFill>
                  <a:srgbClr val="2B2B2B"/>
                </a:solidFill>
                <a:latin typeface="Times New Roman"/>
              </a:rPr>
              <a:t>Lift + torso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321135" y="2065121"/>
            <a:ext cx="995097" cy="1762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6" b="0" i="0">
                <a:solidFill>
                  <a:srgbClr val="2B2B2B"/>
                </a:solidFill>
                <a:latin typeface="Times New Roman"/>
              </a:rPr>
              <a:t>Holonomic base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306722" y="2997151"/>
            <a:ext cx="905748" cy="18568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93" b="0" i="0">
                <a:solidFill>
                  <a:srgbClr val="2B2B2B"/>
                </a:solidFill>
                <a:latin typeface="Times New Roman"/>
              </a:rPr>
              <a:t>Grasp frame ̄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094833" y="3031269"/>
            <a:ext cx="122166" cy="181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93" b="0" i="1">
                <a:solidFill>
                  <a:srgbClr val="2B2B2B"/>
                </a:solidFill>
                <a:latin typeface="Times New Roman"/>
              </a:rPr>
              <a:t>T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183613" y="3087257"/>
            <a:ext cx="108955" cy="12731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35" b="0" i="1">
                <a:solidFill>
                  <a:srgbClr val="2B2B2B"/>
                </a:solidFill>
                <a:latin typeface="Times New Roman"/>
              </a:rPr>
              <a:t>ih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330220" y="3283776"/>
            <a:ext cx="952662" cy="1762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6" b="0" i="0">
                <a:solidFill>
                  <a:srgbClr val="2B2B2B"/>
                </a:solidFill>
                <a:latin typeface="Times New Roman"/>
              </a:rPr>
              <a:t>Clearance + IK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404163" y="543524"/>
            <a:ext cx="1647803" cy="2131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98" b="1" i="0">
                <a:solidFill>
                  <a:srgbClr val="7C5AA6"/>
                </a:solidFill>
                <a:latin typeface="Times New Roman"/>
              </a:rPr>
              <a:t>Object / hand targets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469292" y="1579812"/>
            <a:ext cx="1514905" cy="19893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5" b="0" i="0">
                <a:solidFill>
                  <a:srgbClr val="2B2B2B"/>
                </a:solidFill>
                <a:latin typeface="Times New Roman"/>
              </a:rPr>
              <a:t>SE(3) path / pose goal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637848" y="2097314"/>
            <a:ext cx="190884" cy="2841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64" b="0" i="1">
                <a:solidFill>
                  <a:srgbClr val="7C5AA6"/>
                </a:solidFill>
                <a:latin typeface="Times New Roman"/>
              </a:rPr>
              <a:t>T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818642" y="2071998"/>
            <a:ext cx="124335" cy="19893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5" b="0" i="0">
                <a:solidFill>
                  <a:srgbClr val="7C5AA6"/>
                </a:solidFill>
                <a:latin typeface="Times New Roman"/>
              </a:rPr>
              <a:t>*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769525" y="2218092"/>
            <a:ext cx="170422" cy="19893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5" b="0" i="1">
                <a:solidFill>
                  <a:srgbClr val="7C5AA6"/>
                </a:solidFill>
                <a:latin typeface="Times New Roman"/>
              </a:rPr>
              <a:t>ih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970104" y="2097314"/>
            <a:ext cx="221436" cy="2841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64" b="0" i="0">
                <a:solidFill>
                  <a:srgbClr val="7C5AA6"/>
                </a:solidFill>
                <a:latin typeface="Times New Roman"/>
              </a:rPr>
              <a:t>=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166530" y="2097314"/>
            <a:ext cx="190884" cy="2841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64" b="0" i="1">
                <a:solidFill>
                  <a:srgbClr val="7C5AA6"/>
                </a:solidFill>
                <a:latin typeface="Times New Roman"/>
              </a:rPr>
              <a:t>T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347324" y="2071998"/>
            <a:ext cx="124335" cy="19893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5" b="0" i="0">
                <a:solidFill>
                  <a:srgbClr val="7C5AA6"/>
                </a:solidFill>
                <a:latin typeface="Times New Roman"/>
              </a:rPr>
              <a:t>*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298207" y="2218092"/>
            <a:ext cx="161139" cy="19893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5" b="0" i="1">
                <a:solidFill>
                  <a:srgbClr val="7C5AA6"/>
                </a:solidFill>
                <a:latin typeface="Times New Roman"/>
              </a:rPr>
              <a:t>O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629912" y="2042547"/>
            <a:ext cx="82890" cy="2841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64" b="0" i="0">
                <a:solidFill>
                  <a:srgbClr val="7C5AA6"/>
                </a:solidFill>
                <a:latin typeface="Times New Roman"/>
              </a:rPr>
              <a:t>̄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493087" y="2097314"/>
            <a:ext cx="190884" cy="2841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864" b="0" i="1">
                <a:solidFill>
                  <a:srgbClr val="7C5AA6"/>
                </a:solidFill>
                <a:latin typeface="Times New Roman"/>
              </a:rPr>
              <a:t>T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632546" y="2186786"/>
            <a:ext cx="170422" cy="19893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5" b="0" i="1">
                <a:solidFill>
                  <a:srgbClr val="7C5AA6"/>
                </a:solidFill>
                <a:latin typeface="Times New Roman"/>
              </a:rPr>
              <a:t>ih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571239" y="2614787"/>
            <a:ext cx="1311990" cy="19893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5" b="0" i="0">
                <a:solidFill>
                  <a:srgbClr val="2B2B2B"/>
                </a:solidFill>
                <a:latin typeface="Times New Roman"/>
              </a:rPr>
              <a:t>Measured-progress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865426" y="2781271"/>
            <a:ext cx="722804" cy="19893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5" b="0" i="0">
                <a:solidFill>
                  <a:srgbClr val="2B2B2B"/>
                </a:solidFill>
                <a:latin typeface="Times New Roman"/>
              </a:rPr>
              <a:t>lookahead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374745" y="3238604"/>
            <a:ext cx="1700106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0">
                <a:solidFill>
                  <a:srgbClr val="2B2B2B"/>
                </a:solidFill>
                <a:latin typeface="Times New Roman"/>
              </a:rPr>
              <a:t>Object pose + hand targets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642891" y="542044"/>
            <a:ext cx="1998073" cy="2131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98" b="1" i="0">
                <a:solidFill>
                  <a:srgbClr val="2B2B2B"/>
                </a:solidFill>
                <a:latin typeface="Times New Roman"/>
              </a:rPr>
              <a:t>Shared local actor · 50 Hz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466564" y="1022646"/>
            <a:ext cx="2348120" cy="19893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5" b="1" i="0">
                <a:solidFill>
                  <a:srgbClr val="7C5AA6"/>
                </a:solidFill>
                <a:latin typeface="Times New Roman"/>
              </a:rPr>
              <a:t>Own sensor history + references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512635" y="1310609"/>
            <a:ext cx="2250747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0">
                <a:solidFill>
                  <a:srgbClr val="2B2B2B"/>
                </a:solidFill>
                <a:latin typeface="Times New Roman"/>
              </a:rPr>
              <a:t>Joints / fingers · object / hand errors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629384" y="1477093"/>
            <a:ext cx="2017837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0">
                <a:solidFill>
                  <a:srgbClr val="2B2B2B"/>
                </a:solidFill>
                <a:latin typeface="Times New Roman"/>
              </a:rPr>
              <a:t>Local load / contact · sensor age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360043" y="1984797"/>
            <a:ext cx="880630" cy="1960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6" b="1" i="0">
                <a:solidFill>
                  <a:srgbClr val="FF9500"/>
                </a:solidFill>
                <a:latin typeface="Times New Roman"/>
              </a:rPr>
              <a:t>A · MABEL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013203" y="2703113"/>
            <a:ext cx="148212" cy="2358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47" b="0" i="1">
                <a:solidFill>
                  <a:srgbClr val="FF9500"/>
                </a:solidFill>
                <a:latin typeface="Times New Roman"/>
              </a:rPr>
              <a:t>π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111676" y="2776480"/>
            <a:ext cx="100446" cy="1651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3" b="0" i="1">
                <a:solidFill>
                  <a:srgbClr val="FF9500"/>
                </a:solidFill>
                <a:latin typeface="Times New Roman"/>
              </a:rPr>
              <a:t>θ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119694" y="1984797"/>
            <a:ext cx="726368" cy="1960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86" b="1" i="0">
                <a:solidFill>
                  <a:srgbClr val="0ABAB5"/>
                </a:solidFill>
                <a:latin typeface="Times New Roman"/>
              </a:rPr>
              <a:t>B · MILO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695699" y="2703113"/>
            <a:ext cx="148212" cy="23588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47" b="0" i="1">
                <a:solidFill>
                  <a:srgbClr val="0ABAB5"/>
                </a:solidFill>
                <a:latin typeface="Times New Roman"/>
              </a:rPr>
              <a:t>π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794173" y="2776480"/>
            <a:ext cx="100446" cy="1651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83" b="0" i="1">
                <a:solidFill>
                  <a:srgbClr val="0ABAB5"/>
                </a:solidFill>
                <a:latin typeface="Times New Roman"/>
              </a:rPr>
              <a:t>θ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463048" y="3112008"/>
            <a:ext cx="2361932" cy="18188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93" b="0" i="0">
                <a:solidFill>
                  <a:srgbClr val="2B2B2B"/>
                </a:solidFill>
                <a:latin typeface="Times New Roman"/>
              </a:rPr>
              <a:t>Same MLP weights; separate histories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672680" y="3334744"/>
            <a:ext cx="1923447" cy="19325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8" b="0" i="0">
                <a:solidFill>
                  <a:srgbClr val="2B2B2B"/>
                </a:solidFill>
                <a:latin typeface="Times New Roman"/>
              </a:rPr>
              <a:t>8×352→128→128→23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149358" y="542044"/>
            <a:ext cx="1568761" cy="2131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98" b="1" i="0">
                <a:solidFill>
                  <a:srgbClr val="4E8C5A"/>
                </a:solidFill>
                <a:latin typeface="Times New Roman"/>
              </a:rPr>
              <a:t>Actuation + contact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301632" y="1021351"/>
            <a:ext cx="1261758" cy="19893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5" b="1" i="0">
                <a:solidFill>
                  <a:srgbClr val="4E8C5A"/>
                </a:solidFill>
                <a:latin typeface="Times New Roman"/>
              </a:rPr>
              <a:t>23 actions / robot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074794" y="1199971"/>
            <a:ext cx="1710112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0">
                <a:solidFill>
                  <a:srgbClr val="2B2B2B"/>
                </a:solidFill>
                <a:latin typeface="Times New Roman"/>
              </a:rPr>
              <a:t>Base (3) · lift (1) · torso (1)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348998" y="1366085"/>
            <a:ext cx="1163011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0">
                <a:solidFill>
                  <a:srgbClr val="2B2B2B"/>
                </a:solidFill>
                <a:latin typeface="Times New Roman"/>
              </a:rPr>
              <a:t>Arms / wrists (16)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321245" y="1532199"/>
            <a:ext cx="1218276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0">
                <a:solidFill>
                  <a:srgbClr val="2B2B2B"/>
                </a:solidFill>
                <a:latin typeface="Times New Roman"/>
              </a:rPr>
              <a:t>Gripper closure (2)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0170266" y="2199163"/>
            <a:ext cx="1534108" cy="19325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68" b="1" i="0">
                <a:solidFill>
                  <a:srgbClr val="4E8C5A"/>
                </a:solidFill>
                <a:latin typeface="Times New Roman"/>
              </a:rPr>
              <a:t>Motor limits + servos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323650" y="2586226"/>
            <a:ext cx="1217660" cy="19893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5" b="0" i="0">
                <a:solidFill>
                  <a:srgbClr val="2B2B2B"/>
                </a:solidFill>
                <a:latin typeface="Times New Roman"/>
              </a:rPr>
              <a:t>MuJoCo · 500 Hz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051296" y="2931940"/>
            <a:ext cx="1757218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0">
                <a:solidFill>
                  <a:srgbClr val="2B2B2B"/>
                </a:solidFill>
                <a:latin typeface="Times New Roman"/>
              </a:rPr>
              <a:t>Finger–rail friction contacts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122159" y="3098424"/>
            <a:ext cx="1616055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0">
                <a:solidFill>
                  <a:srgbClr val="2B2B2B"/>
                </a:solidFill>
                <a:latin typeface="Times New Roman"/>
              </a:rPr>
              <a:t>Measured motion / forces</a:t>
            </a:r>
          </a:p>
        </p:txBody>
      </p:sp>
      <p:sp>
        <p:nvSpPr>
          <p:cNvPr id="151" name="Editable path 96"/>
          <p:cNvSpPr/>
          <p:nvPr/>
        </p:nvSpPr>
        <p:spPr>
          <a:xfrm>
            <a:off x="5695926" y="80641"/>
            <a:ext cx="3970067" cy="174129"/>
          </a:xfrm>
          <a:custGeom>
            <a:avLst/>
            <a:gdLst/>
            <a:ahLst/>
            <a:cxnLst/>
            <a:rect l="l" t="t" r="r" b="b"/>
            <a:pathLst>
              <a:path w="3970067" h="174129">
                <a:moveTo>
                  <a:pt x="0" y="0"/>
                </a:moveTo>
                <a:lnTo>
                  <a:pt x="3970067" y="0"/>
                </a:lnTo>
                <a:lnTo>
                  <a:pt x="3970067" y="174129"/>
                </a:lnTo>
                <a:lnTo>
                  <a:pt x="0" y="1741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5708241" y="80163"/>
            <a:ext cx="3979950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0">
                <a:solidFill>
                  <a:srgbClr val="6B7280"/>
                </a:solidFill>
                <a:latin typeface="Times New Roman"/>
              </a:rPr>
              <a:t>Measured object / hand poses, encoders and local contact forces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55077" y="3981472"/>
            <a:ext cx="2141415" cy="2131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98" b="1" i="0">
                <a:solidFill>
                  <a:srgbClr val="7C5AA6"/>
                </a:solidFill>
                <a:latin typeface="Times New Roman"/>
              </a:rPr>
              <a:t>Central training only · PPO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61442" y="4409455"/>
            <a:ext cx="1267821" cy="1904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49" b="0" i="0">
                <a:solidFill>
                  <a:srgbClr val="2B2B2B"/>
                </a:solidFill>
                <a:latin typeface="Times New Roman"/>
              </a:rPr>
              <a:t>Rollouts + rewards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73926" y="4575569"/>
            <a:ext cx="1441570" cy="1904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49" b="0" i="0">
                <a:solidFill>
                  <a:srgbClr val="2B2B2B"/>
                </a:solidFill>
                <a:latin typeface="Times New Roman"/>
              </a:rPr>
              <a:t>Pose / grasp / stability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754129" y="4409455"/>
            <a:ext cx="1057892" cy="1904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49" b="0" i="0">
                <a:solidFill>
                  <a:srgbClr val="2B2B2B"/>
                </a:solidFill>
                <a:latin typeface="Times New Roman"/>
              </a:rPr>
              <a:t>Privileged critic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632199" y="4575939"/>
            <a:ext cx="1299873" cy="1904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49" b="0" i="0">
                <a:solidFill>
                  <a:srgbClr val="2B2B2B"/>
                </a:solidFill>
                <a:latin typeface="Times New Roman"/>
              </a:rPr>
              <a:t>Shared actor update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256254" y="4999504"/>
            <a:ext cx="3129895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0">
                <a:solidFill>
                  <a:srgbClr val="7C5AA6"/>
                </a:solidFill>
                <a:latin typeface="Times New Roman"/>
              </a:rPr>
              <a:t>Critic uses simulator state; actors use local history</a:t>
            </a:r>
          </a:p>
        </p:txBody>
      </p:sp>
      <p:sp>
        <p:nvSpPr>
          <p:cNvPr id="159" name="Editable path 97"/>
          <p:cNvSpPr/>
          <p:nvPr/>
        </p:nvSpPr>
        <p:spPr>
          <a:xfrm>
            <a:off x="2173497" y="3602441"/>
            <a:ext cx="1261326" cy="174130"/>
          </a:xfrm>
          <a:custGeom>
            <a:avLst/>
            <a:gdLst/>
            <a:ahLst/>
            <a:cxnLst/>
            <a:rect l="l" t="t" r="r" b="b"/>
            <a:pathLst>
              <a:path w="1261326" h="174130">
                <a:moveTo>
                  <a:pt x="0" y="0"/>
                </a:moveTo>
                <a:lnTo>
                  <a:pt x="1261326" y="0"/>
                </a:lnTo>
                <a:lnTo>
                  <a:pt x="1261326" y="174130"/>
                </a:lnTo>
                <a:lnTo>
                  <a:pt x="0" y="1741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2185811" y="3601964"/>
            <a:ext cx="1273848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0">
                <a:solidFill>
                  <a:srgbClr val="6B7280"/>
                </a:solidFill>
                <a:latin typeface="Times New Roman"/>
              </a:rPr>
              <a:t>Training experience</a:t>
            </a:r>
          </a:p>
        </p:txBody>
      </p:sp>
      <p:sp>
        <p:nvSpPr>
          <p:cNvPr id="161" name="Editable path 98"/>
          <p:cNvSpPr/>
          <p:nvPr/>
        </p:nvSpPr>
        <p:spPr>
          <a:xfrm>
            <a:off x="5562233" y="3929710"/>
            <a:ext cx="214094" cy="190411"/>
          </a:xfrm>
          <a:custGeom>
            <a:avLst/>
            <a:gdLst/>
            <a:ahLst/>
            <a:cxnLst/>
            <a:rect l="l" t="t" r="r" b="b"/>
            <a:pathLst>
              <a:path w="214094" h="190411">
                <a:moveTo>
                  <a:pt x="0" y="0"/>
                </a:moveTo>
                <a:lnTo>
                  <a:pt x="214094" y="0"/>
                </a:lnTo>
                <a:lnTo>
                  <a:pt x="214094" y="190411"/>
                </a:lnTo>
                <a:lnTo>
                  <a:pt x="0" y="1904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574547" y="3940889"/>
            <a:ext cx="112375" cy="1847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12" b="0" i="1">
                <a:solidFill>
                  <a:srgbClr val="B8893E"/>
                </a:solidFill>
                <a:latin typeface="Times New Roman"/>
              </a:rPr>
              <a:t>θ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682493" y="3920082"/>
            <a:ext cx="80818" cy="12930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48" b="0" i="0">
                <a:solidFill>
                  <a:srgbClr val="B8893E"/>
                </a:solidFill>
                <a:latin typeface="Times New Roman"/>
              </a:rPr>
              <a:t>*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971193" y="3981554"/>
            <a:ext cx="3993007" cy="2046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42" b="1" i="0">
                <a:solidFill>
                  <a:srgbClr val="6B7280"/>
                </a:solidFill>
                <a:latin typeface="Times New Roman"/>
              </a:rPr>
              <a:t>Full-mission baseline · separate actor and grasp model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7215979" y="4375077"/>
            <a:ext cx="3530303" cy="19893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5" b="0" i="0">
                <a:solidFill>
                  <a:srgbClr val="2B2B2B"/>
                </a:solidFill>
                <a:latin typeface="Times New Roman"/>
              </a:rPr>
              <a:t>SE(2) RRT → MPC (10 Hz) → 21-action local actor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398042" y="4716118"/>
            <a:ext cx="3142260" cy="1904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49" b="0" i="0">
                <a:solidFill>
                  <a:srgbClr val="2B2B2B"/>
                </a:solidFill>
                <a:latin typeface="Times New Roman"/>
              </a:rPr>
              <a:t>Imitation / DAgger · phase and height supervisor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719057" y="5023577"/>
            <a:ext cx="2505176" cy="1904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49" b="0" i="0">
                <a:solidFill>
                  <a:srgbClr val="2B2B2B"/>
                </a:solidFill>
                <a:latin typeface="Times New Roman"/>
              </a:rPr>
              <a:t>Contact-gated welds · MuJoCo 200 Hz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