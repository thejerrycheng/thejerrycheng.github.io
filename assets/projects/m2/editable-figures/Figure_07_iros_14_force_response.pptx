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iros_14_force_response.pdf.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12191999"/>
          </a:xfrm>
          <a:custGeom>
            <a:avLst/>
            <a:gdLst/>
            <a:ahLst/>
            <a:cxnLst/>
            <a:rect l="l" t="t" r="r" b="b"/>
            <a:pathLst>
              <a:path w="12191999" h="12191999">
                <a:moveTo>
                  <a:pt x="0" y="0"/>
                </a:moveTo>
                <a:lnTo>
                  <a:pt x="12191999" y="0"/>
                </a:lnTo>
                <a:lnTo>
                  <a:pt x="12191999" y="12191999"/>
                </a:lnTo>
                <a:lnTo>
                  <a:pt x="0" y="12191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706880" y="365760"/>
            <a:ext cx="10302239" cy="1809912"/>
          </a:xfrm>
          <a:custGeom>
            <a:avLst/>
            <a:gdLst/>
            <a:ahLst/>
            <a:cxnLst/>
            <a:rect l="l" t="t" r="r" b="b"/>
            <a:pathLst>
              <a:path w="10302239" h="1809912">
                <a:moveTo>
                  <a:pt x="0" y="0"/>
                </a:moveTo>
                <a:lnTo>
                  <a:pt x="10302239" y="0"/>
                </a:lnTo>
                <a:lnTo>
                  <a:pt x="10302239" y="1809912"/>
                </a:lnTo>
                <a:lnTo>
                  <a:pt x="0" y="18099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2175164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2175164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1540" y="2356377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3847008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3847008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9761" y="2356377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5518852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5518852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1606" y="2356377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3" name="Editable path 9"/>
          <p:cNvSpPr/>
          <p:nvPr/>
        </p:nvSpPr>
        <p:spPr>
          <a:xfrm>
            <a:off x="7190697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0"/>
          <p:cNvSpPr/>
          <p:nvPr/>
        </p:nvSpPr>
        <p:spPr>
          <a:xfrm>
            <a:off x="7190697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3450" y="2356377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6" name="Editable path 11"/>
          <p:cNvSpPr/>
          <p:nvPr/>
        </p:nvSpPr>
        <p:spPr>
          <a:xfrm>
            <a:off x="8862541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2"/>
          <p:cNvSpPr/>
          <p:nvPr/>
        </p:nvSpPr>
        <p:spPr>
          <a:xfrm>
            <a:off x="8862541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5294" y="2356377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" name="Editable path 13"/>
          <p:cNvSpPr/>
          <p:nvPr/>
        </p:nvSpPr>
        <p:spPr>
          <a:xfrm>
            <a:off x="10534385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4"/>
          <p:cNvSpPr/>
          <p:nvPr/>
        </p:nvSpPr>
        <p:spPr>
          <a:xfrm>
            <a:off x="10534385" y="2175672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7139" y="2356377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2" name="Editable path 15"/>
          <p:cNvSpPr/>
          <p:nvPr/>
        </p:nvSpPr>
        <p:spPr>
          <a:xfrm>
            <a:off x="1706880" y="2088256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6"/>
          <p:cNvSpPr/>
          <p:nvPr/>
        </p:nvSpPr>
        <p:spPr>
          <a:xfrm>
            <a:off x="1535092" y="2088256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8763" y="1947627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1706880" y="1177018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1535092" y="1177018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1517" y="1036389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330477" y="1057901"/>
            <a:ext cx="1130017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Roll (°)</a:t>
            </a:r>
          </a:p>
        </p:txBody>
      </p:sp>
      <p:sp>
        <p:nvSpPr>
          <p:cNvPr id="29" name="Editable path 19"/>
          <p:cNvSpPr/>
          <p:nvPr/>
        </p:nvSpPr>
        <p:spPr>
          <a:xfrm>
            <a:off x="2175164" y="448029"/>
            <a:ext cx="9365672" cy="1640227"/>
          </a:xfrm>
          <a:custGeom>
            <a:avLst/>
            <a:gdLst/>
            <a:ahLst/>
            <a:cxnLst/>
            <a:rect l="l" t="t" r="r" b="b"/>
            <a:pathLst>
              <a:path w="9365672" h="1640227">
                <a:moveTo>
                  <a:pt x="0" y="1640227"/>
                </a:moveTo>
                <a:lnTo>
                  <a:pt x="1879153" y="1634844"/>
                </a:lnTo>
                <a:lnTo>
                  <a:pt x="2190115" y="1620446"/>
                </a:lnTo>
                <a:lnTo>
                  <a:pt x="2467642" y="1596756"/>
                </a:lnTo>
                <a:lnTo>
                  <a:pt x="2731793" y="1563185"/>
                </a:lnTo>
                <a:lnTo>
                  <a:pt x="2989257" y="1519423"/>
                </a:lnTo>
                <a:lnTo>
                  <a:pt x="3246721" y="1464620"/>
                </a:lnTo>
                <a:lnTo>
                  <a:pt x="3510873" y="1397256"/>
                </a:lnTo>
                <a:lnTo>
                  <a:pt x="3788399" y="1315186"/>
                </a:lnTo>
                <a:lnTo>
                  <a:pt x="4089331" y="1214678"/>
                </a:lnTo>
                <a:lnTo>
                  <a:pt x="4433731" y="1087780"/>
                </a:lnTo>
                <a:lnTo>
                  <a:pt x="4881785" y="910119"/>
                </a:lnTo>
                <a:lnTo>
                  <a:pt x="5861486" y="518155"/>
                </a:lnTo>
                <a:lnTo>
                  <a:pt x="6209230" y="393116"/>
                </a:lnTo>
                <a:lnTo>
                  <a:pt x="6513505" y="295124"/>
                </a:lnTo>
                <a:lnTo>
                  <a:pt x="6794375" y="216101"/>
                </a:lnTo>
                <a:lnTo>
                  <a:pt x="7058526" y="152953"/>
                </a:lnTo>
                <a:lnTo>
                  <a:pt x="7315990" y="102437"/>
                </a:lnTo>
                <a:lnTo>
                  <a:pt x="7573454" y="62967"/>
                </a:lnTo>
                <a:lnTo>
                  <a:pt x="7837606" y="33602"/>
                </a:lnTo>
                <a:lnTo>
                  <a:pt x="8115132" y="13863"/>
                </a:lnTo>
                <a:lnTo>
                  <a:pt x="8426095" y="2960"/>
                </a:lnTo>
                <a:lnTo>
                  <a:pt x="8854088" y="0"/>
                </a:lnTo>
                <a:lnTo>
                  <a:pt x="9365672" y="0"/>
                </a:lnTo>
              </a:path>
            </a:pathLst>
          </a:custGeom>
          <a:noFill/>
          <a:ln w="53990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2175164" y="476185"/>
            <a:ext cx="9365672" cy="1615723"/>
          </a:xfrm>
          <a:custGeom>
            <a:avLst/>
            <a:gdLst/>
            <a:ahLst/>
            <a:cxnLst/>
            <a:rect l="l" t="t" r="r" b="b"/>
            <a:pathLst>
              <a:path w="9365672" h="1615723">
                <a:moveTo>
                  <a:pt x="0" y="1613794"/>
                </a:moveTo>
                <a:lnTo>
                  <a:pt x="180559" y="1611361"/>
                </a:lnTo>
                <a:lnTo>
                  <a:pt x="424648" y="1613851"/>
                </a:lnTo>
                <a:lnTo>
                  <a:pt x="508240" y="1615270"/>
                </a:lnTo>
                <a:lnTo>
                  <a:pt x="782423" y="1615723"/>
                </a:lnTo>
                <a:lnTo>
                  <a:pt x="1106760" y="1608584"/>
                </a:lnTo>
                <a:lnTo>
                  <a:pt x="1136854" y="1607361"/>
                </a:lnTo>
                <a:lnTo>
                  <a:pt x="1962745" y="1605961"/>
                </a:lnTo>
                <a:lnTo>
                  <a:pt x="2193459" y="1598943"/>
                </a:lnTo>
                <a:lnTo>
                  <a:pt x="2280395" y="1594704"/>
                </a:lnTo>
                <a:lnTo>
                  <a:pt x="2504422" y="1577481"/>
                </a:lnTo>
                <a:lnTo>
                  <a:pt x="2621452" y="1565086"/>
                </a:lnTo>
                <a:lnTo>
                  <a:pt x="2835448" y="1542083"/>
                </a:lnTo>
                <a:lnTo>
                  <a:pt x="2888947" y="1532769"/>
                </a:lnTo>
                <a:lnTo>
                  <a:pt x="3002632" y="1520295"/>
                </a:lnTo>
                <a:lnTo>
                  <a:pt x="3079537" y="1512942"/>
                </a:lnTo>
                <a:lnTo>
                  <a:pt x="3240034" y="1472751"/>
                </a:lnTo>
                <a:lnTo>
                  <a:pt x="3330314" y="1426963"/>
                </a:lnTo>
                <a:lnTo>
                  <a:pt x="3547653" y="1361637"/>
                </a:lnTo>
                <a:lnTo>
                  <a:pt x="3661339" y="1326711"/>
                </a:lnTo>
                <a:lnTo>
                  <a:pt x="3718182" y="1316670"/>
                </a:lnTo>
                <a:lnTo>
                  <a:pt x="3778368" y="1305751"/>
                </a:lnTo>
                <a:lnTo>
                  <a:pt x="4226422" y="1187357"/>
                </a:lnTo>
                <a:lnTo>
                  <a:pt x="4306670" y="1160163"/>
                </a:lnTo>
                <a:lnTo>
                  <a:pt x="4386919" y="1146380"/>
                </a:lnTo>
                <a:lnTo>
                  <a:pt x="4554104" y="1116510"/>
                </a:lnTo>
                <a:lnTo>
                  <a:pt x="4634352" y="1077764"/>
                </a:lnTo>
                <a:lnTo>
                  <a:pt x="4778131" y="1024810"/>
                </a:lnTo>
                <a:lnTo>
                  <a:pt x="4841661" y="990916"/>
                </a:lnTo>
                <a:lnTo>
                  <a:pt x="4918566" y="930294"/>
                </a:lnTo>
                <a:lnTo>
                  <a:pt x="4988783" y="871866"/>
                </a:lnTo>
                <a:lnTo>
                  <a:pt x="5082406" y="812451"/>
                </a:lnTo>
                <a:lnTo>
                  <a:pt x="5440181" y="676262"/>
                </a:lnTo>
                <a:lnTo>
                  <a:pt x="5460243" y="668828"/>
                </a:lnTo>
                <a:lnTo>
                  <a:pt x="5563897" y="629909"/>
                </a:lnTo>
                <a:lnTo>
                  <a:pt x="6466694" y="320240"/>
                </a:lnTo>
                <a:lnTo>
                  <a:pt x="6914748" y="195142"/>
                </a:lnTo>
                <a:lnTo>
                  <a:pt x="6941497" y="187593"/>
                </a:lnTo>
                <a:lnTo>
                  <a:pt x="6998340" y="172589"/>
                </a:lnTo>
                <a:lnTo>
                  <a:pt x="7175556" y="111204"/>
                </a:lnTo>
                <a:lnTo>
                  <a:pt x="7208992" y="94901"/>
                </a:lnTo>
                <a:lnTo>
                  <a:pt x="7235742" y="92103"/>
                </a:lnTo>
                <a:lnTo>
                  <a:pt x="7295929" y="92047"/>
                </a:lnTo>
                <a:lnTo>
                  <a:pt x="7305959" y="93786"/>
                </a:lnTo>
                <a:lnTo>
                  <a:pt x="7329366" y="94048"/>
                </a:lnTo>
                <a:lnTo>
                  <a:pt x="7359459" y="95145"/>
                </a:lnTo>
                <a:lnTo>
                  <a:pt x="7422988" y="85035"/>
                </a:lnTo>
                <a:lnTo>
                  <a:pt x="7453082" y="73809"/>
                </a:lnTo>
                <a:lnTo>
                  <a:pt x="7523299" y="53837"/>
                </a:lnTo>
                <a:lnTo>
                  <a:pt x="7593517" y="44507"/>
                </a:lnTo>
                <a:lnTo>
                  <a:pt x="7820888" y="28172"/>
                </a:lnTo>
                <a:lnTo>
                  <a:pt x="7914511" y="18809"/>
                </a:lnTo>
                <a:lnTo>
                  <a:pt x="8158600" y="6674"/>
                </a:lnTo>
                <a:lnTo>
                  <a:pt x="8238848" y="1730"/>
                </a:lnTo>
                <a:lnTo>
                  <a:pt x="8292348" y="28"/>
                </a:lnTo>
                <a:lnTo>
                  <a:pt x="8409377" y="0"/>
                </a:lnTo>
                <a:lnTo>
                  <a:pt x="8653466" y="8950"/>
                </a:lnTo>
                <a:lnTo>
                  <a:pt x="9365672" y="2918"/>
                </a:lnTo>
              </a:path>
            </a:pathLst>
          </a:custGeom>
          <a:noFill/>
          <a:ln w="5889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1706880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12009119" y="365760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3"/>
          <p:cNvSpPr/>
          <p:nvPr/>
        </p:nvSpPr>
        <p:spPr>
          <a:xfrm>
            <a:off x="1706880" y="2175672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1706880" y="365760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5"/>
          <p:cNvSpPr/>
          <p:nvPr/>
        </p:nvSpPr>
        <p:spPr>
          <a:xfrm>
            <a:off x="1971923" y="733876"/>
            <a:ext cx="294493" cy="0"/>
          </a:xfrm>
          <a:custGeom>
            <a:avLst/>
            <a:gdLst/>
            <a:ahLst/>
            <a:cxnLst/>
            <a:rect l="l" t="t" r="r" b="b"/>
            <a:pathLst>
              <a:path w="294493" h="0">
                <a:moveTo>
                  <a:pt x="0" y="0"/>
                </a:moveTo>
                <a:lnTo>
                  <a:pt x="147247" y="0"/>
                </a:lnTo>
                <a:lnTo>
                  <a:pt x="294493" y="0"/>
                </a:lnTo>
              </a:path>
            </a:pathLst>
          </a:custGeom>
          <a:noFill/>
          <a:ln w="53990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02010" y="595853"/>
            <a:ext cx="973593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Planner</a:t>
            </a:r>
          </a:p>
        </p:txBody>
      </p:sp>
      <p:sp>
        <p:nvSpPr>
          <p:cNvPr id="37" name="Editable path 26"/>
          <p:cNvSpPr/>
          <p:nvPr/>
        </p:nvSpPr>
        <p:spPr>
          <a:xfrm>
            <a:off x="3638722" y="733876"/>
            <a:ext cx="294492" cy="0"/>
          </a:xfrm>
          <a:custGeom>
            <a:avLst/>
            <a:gdLst/>
            <a:ahLst/>
            <a:cxnLst/>
            <a:rect l="l" t="t" r="r" b="b"/>
            <a:pathLst>
              <a:path w="294492" h="0">
                <a:moveTo>
                  <a:pt x="0" y="0"/>
                </a:moveTo>
                <a:lnTo>
                  <a:pt x="147246" y="0"/>
                </a:lnTo>
                <a:lnTo>
                  <a:pt x="294492" y="0"/>
                </a:lnTo>
              </a:path>
            </a:pathLst>
          </a:custGeom>
          <a:noFill/>
          <a:ln w="5889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8808" y="595853"/>
            <a:ext cx="858740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Object</a:t>
            </a:r>
          </a:p>
        </p:txBody>
      </p:sp>
      <p:sp>
        <p:nvSpPr>
          <p:cNvPr id="39" name="Editable path 27"/>
          <p:cNvSpPr/>
          <p:nvPr/>
        </p:nvSpPr>
        <p:spPr>
          <a:xfrm>
            <a:off x="1912925" y="2971081"/>
            <a:ext cx="1236268" cy="0"/>
          </a:xfrm>
          <a:custGeom>
            <a:avLst/>
            <a:gdLst/>
            <a:ahLst/>
            <a:cxnLst/>
            <a:rect l="l" t="t" r="r" b="b"/>
            <a:pathLst>
              <a:path w="1236268" h="0">
                <a:moveTo>
                  <a:pt x="0" y="0"/>
                </a:moveTo>
                <a:lnTo>
                  <a:pt x="1236268" y="0"/>
                </a:lnTo>
              </a:path>
            </a:pathLst>
          </a:custGeom>
          <a:noFill/>
          <a:ln w="98164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28"/>
          <p:cNvSpPr/>
          <p:nvPr/>
        </p:nvSpPr>
        <p:spPr>
          <a:xfrm>
            <a:off x="5415686" y="2971081"/>
            <a:ext cx="1236269" cy="0"/>
          </a:xfrm>
          <a:custGeom>
            <a:avLst/>
            <a:gdLst/>
            <a:ahLst/>
            <a:cxnLst/>
            <a:rect l="l" t="t" r="r" b="b"/>
            <a:pathLst>
              <a:path w="1236269" h="0">
                <a:moveTo>
                  <a:pt x="0" y="0"/>
                </a:moveTo>
                <a:lnTo>
                  <a:pt x="1236269" y="0"/>
                </a:lnTo>
              </a:path>
            </a:pathLst>
          </a:custGeom>
          <a:noFill/>
          <a:ln w="98164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9"/>
          <p:cNvSpPr/>
          <p:nvPr/>
        </p:nvSpPr>
        <p:spPr>
          <a:xfrm>
            <a:off x="8815425" y="2971081"/>
            <a:ext cx="1236269" cy="0"/>
          </a:xfrm>
          <a:custGeom>
            <a:avLst/>
            <a:gdLst/>
            <a:ahLst/>
            <a:cxnLst/>
            <a:rect l="l" t="t" r="r" b="b"/>
            <a:pathLst>
              <a:path w="1236269" h="0">
                <a:moveTo>
                  <a:pt x="0" y="0"/>
                </a:moveTo>
                <a:lnTo>
                  <a:pt x="1236269" y="0"/>
                </a:lnTo>
              </a:path>
            </a:pathLst>
          </a:custGeom>
          <a:noFill/>
          <a:ln w="98164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8260" y="2709441"/>
            <a:ext cx="338077" cy="47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1" b="0" i="1">
                <a:solidFill>
                  <a:srgbClr val="FF9500"/>
                </a:solidFill>
                <a:latin typeface="Times New Roman"/>
              </a:rPr>
              <a:t>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8173" y="2857875"/>
            <a:ext cx="190752" cy="3298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64" b="0" i="1">
                <a:solidFill>
                  <a:srgbClr val="FF9500"/>
                </a:solidFill>
                <a:latin typeface="Times New Roman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1021" y="2684899"/>
            <a:ext cx="338077" cy="47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1" b="0" i="1">
                <a:solidFill>
                  <a:srgbClr val="7C5AA6"/>
                </a:solidFill>
                <a:latin typeface="Times New Roman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934" y="2833334"/>
            <a:ext cx="190752" cy="3298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64" b="0" i="1">
                <a:solidFill>
                  <a:srgbClr val="7C5AA6"/>
                </a:solidFill>
                <a:latin typeface="Times New Roman"/>
              </a:rPr>
              <a:t>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0760" y="2709441"/>
            <a:ext cx="338077" cy="47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91" b="0" i="1">
                <a:solidFill>
                  <a:srgbClr val="6B7280"/>
                </a:solidFill>
                <a:latin typeface="Times New Roman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673" y="2857875"/>
            <a:ext cx="175635" cy="3298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64" b="0" i="1">
                <a:solidFill>
                  <a:srgbClr val="6B7280"/>
                </a:solidFill>
                <a:latin typeface="Times New Roman"/>
              </a:rPr>
              <a:t>z</a:t>
            </a:r>
          </a:p>
        </p:txBody>
      </p:sp>
      <p:sp>
        <p:nvSpPr>
          <p:cNvPr id="48" name="Editable path 30"/>
          <p:cNvSpPr/>
          <p:nvPr/>
        </p:nvSpPr>
        <p:spPr>
          <a:xfrm>
            <a:off x="1706880" y="3766490"/>
            <a:ext cx="4479235" cy="1619395"/>
          </a:xfrm>
          <a:custGeom>
            <a:avLst/>
            <a:gdLst/>
            <a:ahLst/>
            <a:cxnLst/>
            <a:rect l="l" t="t" r="r" b="b"/>
            <a:pathLst>
              <a:path w="4479235" h="1619395">
                <a:moveTo>
                  <a:pt x="0" y="0"/>
                </a:moveTo>
                <a:lnTo>
                  <a:pt x="4479235" y="0"/>
                </a:lnTo>
                <a:lnTo>
                  <a:pt x="4479235" y="1619395"/>
                </a:lnTo>
                <a:lnTo>
                  <a:pt x="0" y="16193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1910482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32"/>
          <p:cNvSpPr/>
          <p:nvPr/>
        </p:nvSpPr>
        <p:spPr>
          <a:xfrm>
            <a:off x="1910482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3"/>
          <p:cNvSpPr/>
          <p:nvPr/>
        </p:nvSpPr>
        <p:spPr>
          <a:xfrm>
            <a:off x="3364259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4"/>
          <p:cNvSpPr/>
          <p:nvPr/>
        </p:nvSpPr>
        <p:spPr>
          <a:xfrm>
            <a:off x="3364259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35"/>
          <p:cNvSpPr/>
          <p:nvPr/>
        </p:nvSpPr>
        <p:spPr>
          <a:xfrm>
            <a:off x="4818037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6"/>
          <p:cNvSpPr/>
          <p:nvPr/>
        </p:nvSpPr>
        <p:spPr>
          <a:xfrm>
            <a:off x="4818037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7"/>
          <p:cNvSpPr/>
          <p:nvPr/>
        </p:nvSpPr>
        <p:spPr>
          <a:xfrm>
            <a:off x="1706880" y="5207781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8"/>
          <p:cNvSpPr/>
          <p:nvPr/>
        </p:nvSpPr>
        <p:spPr>
          <a:xfrm>
            <a:off x="1535092" y="5207781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2574" y="5067151"/>
            <a:ext cx="71708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58" name="Editable path 39"/>
          <p:cNvSpPr/>
          <p:nvPr/>
        </p:nvSpPr>
        <p:spPr>
          <a:xfrm>
            <a:off x="1706880" y="4529629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40"/>
          <p:cNvSpPr/>
          <p:nvPr/>
        </p:nvSpPr>
        <p:spPr>
          <a:xfrm>
            <a:off x="1535092" y="4529629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38763" y="4388999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1" name="Editable path 41"/>
          <p:cNvSpPr/>
          <p:nvPr/>
        </p:nvSpPr>
        <p:spPr>
          <a:xfrm>
            <a:off x="1706880" y="3851476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2"/>
          <p:cNvSpPr/>
          <p:nvPr/>
        </p:nvSpPr>
        <p:spPr>
          <a:xfrm>
            <a:off x="1535092" y="3851476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4271" y="3710847"/>
            <a:ext cx="515362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-116036" y="4378907"/>
            <a:ext cx="13287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65" name="Editable path 43"/>
          <p:cNvSpPr/>
          <p:nvPr/>
        </p:nvSpPr>
        <p:spPr>
          <a:xfrm>
            <a:off x="1910482" y="3906363"/>
            <a:ext cx="4072031" cy="879852"/>
          </a:xfrm>
          <a:custGeom>
            <a:avLst/>
            <a:gdLst/>
            <a:ahLst/>
            <a:cxnLst/>
            <a:rect l="l" t="t" r="r" b="b"/>
            <a:pathLst>
              <a:path w="4072031" h="879852">
                <a:moveTo>
                  <a:pt x="0" y="519457"/>
                </a:moveTo>
                <a:lnTo>
                  <a:pt x="1453" y="521491"/>
                </a:lnTo>
                <a:lnTo>
                  <a:pt x="2907" y="516652"/>
                </a:lnTo>
                <a:lnTo>
                  <a:pt x="5815" y="524862"/>
                </a:lnTo>
                <a:lnTo>
                  <a:pt x="7268" y="509152"/>
                </a:lnTo>
                <a:lnTo>
                  <a:pt x="8722" y="521190"/>
                </a:lnTo>
                <a:lnTo>
                  <a:pt x="10176" y="507936"/>
                </a:lnTo>
                <a:lnTo>
                  <a:pt x="14537" y="464601"/>
                </a:lnTo>
                <a:lnTo>
                  <a:pt x="13083" y="534855"/>
                </a:lnTo>
                <a:lnTo>
                  <a:pt x="15991" y="491571"/>
                </a:lnTo>
                <a:lnTo>
                  <a:pt x="17445" y="528570"/>
                </a:lnTo>
                <a:lnTo>
                  <a:pt x="20352" y="484815"/>
                </a:lnTo>
                <a:lnTo>
                  <a:pt x="21806" y="509702"/>
                </a:lnTo>
                <a:lnTo>
                  <a:pt x="24714" y="511912"/>
                </a:lnTo>
                <a:lnTo>
                  <a:pt x="26167" y="501418"/>
                </a:lnTo>
                <a:lnTo>
                  <a:pt x="27621" y="514395"/>
                </a:lnTo>
                <a:lnTo>
                  <a:pt x="30529" y="542071"/>
                </a:lnTo>
                <a:lnTo>
                  <a:pt x="31983" y="515554"/>
                </a:lnTo>
                <a:lnTo>
                  <a:pt x="33436" y="495917"/>
                </a:lnTo>
                <a:lnTo>
                  <a:pt x="34890" y="526218"/>
                </a:lnTo>
                <a:lnTo>
                  <a:pt x="37798" y="576443"/>
                </a:lnTo>
                <a:lnTo>
                  <a:pt x="40705" y="553836"/>
                </a:lnTo>
                <a:lnTo>
                  <a:pt x="46520" y="471476"/>
                </a:lnTo>
                <a:lnTo>
                  <a:pt x="49428" y="540357"/>
                </a:lnTo>
                <a:lnTo>
                  <a:pt x="52335" y="524289"/>
                </a:lnTo>
                <a:lnTo>
                  <a:pt x="55243" y="505727"/>
                </a:lnTo>
                <a:lnTo>
                  <a:pt x="56697" y="543919"/>
                </a:lnTo>
                <a:lnTo>
                  <a:pt x="58150" y="495249"/>
                </a:lnTo>
                <a:lnTo>
                  <a:pt x="59604" y="530726"/>
                </a:lnTo>
                <a:lnTo>
                  <a:pt x="63966" y="538949"/>
                </a:lnTo>
                <a:lnTo>
                  <a:pt x="68327" y="470581"/>
                </a:lnTo>
                <a:lnTo>
                  <a:pt x="71235" y="525436"/>
                </a:lnTo>
                <a:lnTo>
                  <a:pt x="74142" y="508404"/>
                </a:lnTo>
                <a:lnTo>
                  <a:pt x="75596" y="505204"/>
                </a:lnTo>
                <a:lnTo>
                  <a:pt x="77050" y="505902"/>
                </a:lnTo>
                <a:lnTo>
                  <a:pt x="78504" y="545087"/>
                </a:lnTo>
                <a:lnTo>
                  <a:pt x="82865" y="541576"/>
                </a:lnTo>
                <a:lnTo>
                  <a:pt x="84319" y="551643"/>
                </a:lnTo>
                <a:lnTo>
                  <a:pt x="85772" y="534211"/>
                </a:lnTo>
                <a:lnTo>
                  <a:pt x="88680" y="543693"/>
                </a:lnTo>
                <a:lnTo>
                  <a:pt x="93041" y="497919"/>
                </a:lnTo>
                <a:lnTo>
                  <a:pt x="95949" y="519660"/>
                </a:lnTo>
                <a:lnTo>
                  <a:pt x="97402" y="490587"/>
                </a:lnTo>
                <a:lnTo>
                  <a:pt x="98856" y="486961"/>
                </a:lnTo>
                <a:lnTo>
                  <a:pt x="100310" y="536199"/>
                </a:lnTo>
                <a:lnTo>
                  <a:pt x="104671" y="525876"/>
                </a:lnTo>
                <a:lnTo>
                  <a:pt x="110487" y="536969"/>
                </a:lnTo>
                <a:lnTo>
                  <a:pt x="117756" y="466374"/>
                </a:lnTo>
                <a:lnTo>
                  <a:pt x="119209" y="474890"/>
                </a:lnTo>
                <a:lnTo>
                  <a:pt x="122117" y="474792"/>
                </a:lnTo>
                <a:lnTo>
                  <a:pt x="125024" y="498876"/>
                </a:lnTo>
                <a:lnTo>
                  <a:pt x="127932" y="494325"/>
                </a:lnTo>
                <a:lnTo>
                  <a:pt x="130839" y="490691"/>
                </a:lnTo>
                <a:lnTo>
                  <a:pt x="136654" y="511085"/>
                </a:lnTo>
                <a:lnTo>
                  <a:pt x="141016" y="523990"/>
                </a:lnTo>
                <a:lnTo>
                  <a:pt x="142470" y="476953"/>
                </a:lnTo>
                <a:lnTo>
                  <a:pt x="145377" y="545053"/>
                </a:lnTo>
                <a:lnTo>
                  <a:pt x="146831" y="472558"/>
                </a:lnTo>
                <a:lnTo>
                  <a:pt x="149739" y="527272"/>
                </a:lnTo>
                <a:lnTo>
                  <a:pt x="159915" y="458229"/>
                </a:lnTo>
                <a:lnTo>
                  <a:pt x="170092" y="517783"/>
                </a:lnTo>
                <a:lnTo>
                  <a:pt x="175907" y="440902"/>
                </a:lnTo>
                <a:lnTo>
                  <a:pt x="178814" y="465300"/>
                </a:lnTo>
                <a:lnTo>
                  <a:pt x="184629" y="502934"/>
                </a:lnTo>
                <a:lnTo>
                  <a:pt x="187537" y="421063"/>
                </a:lnTo>
                <a:lnTo>
                  <a:pt x="191898" y="459958"/>
                </a:lnTo>
                <a:lnTo>
                  <a:pt x="194806" y="451512"/>
                </a:lnTo>
                <a:lnTo>
                  <a:pt x="196259" y="474971"/>
                </a:lnTo>
                <a:lnTo>
                  <a:pt x="197713" y="451214"/>
                </a:lnTo>
                <a:lnTo>
                  <a:pt x="199167" y="427474"/>
                </a:lnTo>
                <a:lnTo>
                  <a:pt x="200621" y="481545"/>
                </a:lnTo>
                <a:lnTo>
                  <a:pt x="203528" y="455218"/>
                </a:lnTo>
                <a:lnTo>
                  <a:pt x="206436" y="466147"/>
                </a:lnTo>
                <a:lnTo>
                  <a:pt x="212251" y="506347"/>
                </a:lnTo>
                <a:lnTo>
                  <a:pt x="215159" y="460790"/>
                </a:lnTo>
                <a:lnTo>
                  <a:pt x="218066" y="461481"/>
                </a:lnTo>
                <a:lnTo>
                  <a:pt x="220974" y="460002"/>
                </a:lnTo>
                <a:lnTo>
                  <a:pt x="222427" y="492771"/>
                </a:lnTo>
                <a:lnTo>
                  <a:pt x="225335" y="479705"/>
                </a:lnTo>
                <a:lnTo>
                  <a:pt x="226789" y="459569"/>
                </a:lnTo>
                <a:lnTo>
                  <a:pt x="229696" y="473148"/>
                </a:lnTo>
                <a:lnTo>
                  <a:pt x="231150" y="477598"/>
                </a:lnTo>
                <a:lnTo>
                  <a:pt x="234058" y="452079"/>
                </a:lnTo>
                <a:lnTo>
                  <a:pt x="236965" y="468225"/>
                </a:lnTo>
                <a:lnTo>
                  <a:pt x="241327" y="496687"/>
                </a:lnTo>
                <a:lnTo>
                  <a:pt x="247142" y="454324"/>
                </a:lnTo>
                <a:lnTo>
                  <a:pt x="248596" y="478562"/>
                </a:lnTo>
                <a:lnTo>
                  <a:pt x="252957" y="470151"/>
                </a:lnTo>
                <a:lnTo>
                  <a:pt x="260226" y="440419"/>
                </a:lnTo>
                <a:lnTo>
                  <a:pt x="266041" y="394633"/>
                </a:lnTo>
                <a:lnTo>
                  <a:pt x="263133" y="445207"/>
                </a:lnTo>
                <a:lnTo>
                  <a:pt x="268948" y="412047"/>
                </a:lnTo>
                <a:lnTo>
                  <a:pt x="273310" y="453836"/>
                </a:lnTo>
                <a:lnTo>
                  <a:pt x="274763" y="437859"/>
                </a:lnTo>
                <a:lnTo>
                  <a:pt x="276217" y="426546"/>
                </a:lnTo>
                <a:lnTo>
                  <a:pt x="277671" y="429177"/>
                </a:lnTo>
                <a:lnTo>
                  <a:pt x="280579" y="476728"/>
                </a:lnTo>
                <a:lnTo>
                  <a:pt x="283486" y="454197"/>
                </a:lnTo>
                <a:lnTo>
                  <a:pt x="289301" y="393990"/>
                </a:lnTo>
                <a:lnTo>
                  <a:pt x="290755" y="423287"/>
                </a:lnTo>
                <a:lnTo>
                  <a:pt x="296570" y="439144"/>
                </a:lnTo>
                <a:lnTo>
                  <a:pt x="293663" y="414127"/>
                </a:lnTo>
                <a:lnTo>
                  <a:pt x="298024" y="435258"/>
                </a:lnTo>
                <a:lnTo>
                  <a:pt x="302385" y="437221"/>
                </a:lnTo>
                <a:lnTo>
                  <a:pt x="306747" y="421466"/>
                </a:lnTo>
                <a:lnTo>
                  <a:pt x="314015" y="468690"/>
                </a:lnTo>
                <a:lnTo>
                  <a:pt x="319831" y="408921"/>
                </a:lnTo>
                <a:lnTo>
                  <a:pt x="321284" y="428161"/>
                </a:lnTo>
                <a:lnTo>
                  <a:pt x="322738" y="461133"/>
                </a:lnTo>
                <a:lnTo>
                  <a:pt x="325646" y="413834"/>
                </a:lnTo>
                <a:lnTo>
                  <a:pt x="331461" y="329006"/>
                </a:lnTo>
                <a:lnTo>
                  <a:pt x="335822" y="449502"/>
                </a:lnTo>
                <a:lnTo>
                  <a:pt x="338730" y="445195"/>
                </a:lnTo>
                <a:lnTo>
                  <a:pt x="340183" y="452736"/>
                </a:lnTo>
                <a:lnTo>
                  <a:pt x="341637" y="451590"/>
                </a:lnTo>
                <a:lnTo>
                  <a:pt x="343091" y="429843"/>
                </a:lnTo>
                <a:lnTo>
                  <a:pt x="344545" y="441376"/>
                </a:lnTo>
                <a:lnTo>
                  <a:pt x="347452" y="485315"/>
                </a:lnTo>
                <a:lnTo>
                  <a:pt x="348906" y="436350"/>
                </a:lnTo>
                <a:lnTo>
                  <a:pt x="350360" y="438690"/>
                </a:lnTo>
                <a:lnTo>
                  <a:pt x="353267" y="371461"/>
                </a:lnTo>
                <a:lnTo>
                  <a:pt x="356175" y="405361"/>
                </a:lnTo>
                <a:lnTo>
                  <a:pt x="357629" y="415763"/>
                </a:lnTo>
                <a:lnTo>
                  <a:pt x="360536" y="363680"/>
                </a:lnTo>
                <a:lnTo>
                  <a:pt x="363444" y="379016"/>
                </a:lnTo>
                <a:lnTo>
                  <a:pt x="369259" y="416558"/>
                </a:lnTo>
                <a:lnTo>
                  <a:pt x="372167" y="443843"/>
                </a:lnTo>
                <a:lnTo>
                  <a:pt x="373620" y="431755"/>
                </a:lnTo>
                <a:lnTo>
                  <a:pt x="379435" y="380973"/>
                </a:lnTo>
                <a:lnTo>
                  <a:pt x="380889" y="381834"/>
                </a:lnTo>
                <a:lnTo>
                  <a:pt x="385250" y="407710"/>
                </a:lnTo>
                <a:lnTo>
                  <a:pt x="386704" y="399037"/>
                </a:lnTo>
                <a:lnTo>
                  <a:pt x="389612" y="365841"/>
                </a:lnTo>
                <a:lnTo>
                  <a:pt x="391066" y="390871"/>
                </a:lnTo>
                <a:lnTo>
                  <a:pt x="392519" y="394236"/>
                </a:lnTo>
                <a:lnTo>
                  <a:pt x="393973" y="415617"/>
                </a:lnTo>
                <a:lnTo>
                  <a:pt x="396881" y="383572"/>
                </a:lnTo>
                <a:lnTo>
                  <a:pt x="398335" y="387373"/>
                </a:lnTo>
                <a:lnTo>
                  <a:pt x="405604" y="437962"/>
                </a:lnTo>
                <a:lnTo>
                  <a:pt x="408511" y="366442"/>
                </a:lnTo>
                <a:lnTo>
                  <a:pt x="412872" y="387745"/>
                </a:lnTo>
                <a:lnTo>
                  <a:pt x="418687" y="434301"/>
                </a:lnTo>
                <a:lnTo>
                  <a:pt x="423049" y="381131"/>
                </a:lnTo>
                <a:lnTo>
                  <a:pt x="427410" y="382927"/>
                </a:lnTo>
                <a:lnTo>
                  <a:pt x="430318" y="423525"/>
                </a:lnTo>
                <a:lnTo>
                  <a:pt x="431771" y="409446"/>
                </a:lnTo>
                <a:lnTo>
                  <a:pt x="433225" y="375052"/>
                </a:lnTo>
                <a:lnTo>
                  <a:pt x="436133" y="411000"/>
                </a:lnTo>
                <a:lnTo>
                  <a:pt x="437587" y="384232"/>
                </a:lnTo>
                <a:lnTo>
                  <a:pt x="439040" y="370103"/>
                </a:lnTo>
                <a:lnTo>
                  <a:pt x="441948" y="378407"/>
                </a:lnTo>
                <a:lnTo>
                  <a:pt x="443402" y="397578"/>
                </a:lnTo>
                <a:lnTo>
                  <a:pt x="447763" y="385390"/>
                </a:lnTo>
                <a:lnTo>
                  <a:pt x="455032" y="350133"/>
                </a:lnTo>
                <a:lnTo>
                  <a:pt x="456486" y="414087"/>
                </a:lnTo>
                <a:lnTo>
                  <a:pt x="459393" y="338001"/>
                </a:lnTo>
                <a:lnTo>
                  <a:pt x="463755" y="398737"/>
                </a:lnTo>
                <a:lnTo>
                  <a:pt x="466662" y="370179"/>
                </a:lnTo>
                <a:lnTo>
                  <a:pt x="471023" y="436377"/>
                </a:lnTo>
                <a:lnTo>
                  <a:pt x="473931" y="328983"/>
                </a:lnTo>
                <a:lnTo>
                  <a:pt x="476839" y="363982"/>
                </a:lnTo>
                <a:lnTo>
                  <a:pt x="484107" y="432426"/>
                </a:lnTo>
                <a:lnTo>
                  <a:pt x="488469" y="359066"/>
                </a:lnTo>
                <a:lnTo>
                  <a:pt x="489923" y="403126"/>
                </a:lnTo>
                <a:lnTo>
                  <a:pt x="491376" y="409847"/>
                </a:lnTo>
                <a:lnTo>
                  <a:pt x="494284" y="368998"/>
                </a:lnTo>
                <a:lnTo>
                  <a:pt x="495738" y="386446"/>
                </a:lnTo>
                <a:lnTo>
                  <a:pt x="500099" y="383456"/>
                </a:lnTo>
                <a:lnTo>
                  <a:pt x="503007" y="409379"/>
                </a:lnTo>
                <a:lnTo>
                  <a:pt x="504460" y="419890"/>
                </a:lnTo>
                <a:lnTo>
                  <a:pt x="505914" y="401317"/>
                </a:lnTo>
                <a:lnTo>
                  <a:pt x="508822" y="413271"/>
                </a:lnTo>
                <a:lnTo>
                  <a:pt x="511729" y="379057"/>
                </a:lnTo>
                <a:lnTo>
                  <a:pt x="514637" y="402606"/>
                </a:lnTo>
                <a:lnTo>
                  <a:pt x="518998" y="377879"/>
                </a:lnTo>
                <a:lnTo>
                  <a:pt x="521906" y="387363"/>
                </a:lnTo>
                <a:lnTo>
                  <a:pt x="523359" y="389815"/>
                </a:lnTo>
                <a:lnTo>
                  <a:pt x="527721" y="433037"/>
                </a:lnTo>
                <a:lnTo>
                  <a:pt x="529175" y="423323"/>
                </a:lnTo>
                <a:lnTo>
                  <a:pt x="532082" y="371601"/>
                </a:lnTo>
                <a:lnTo>
                  <a:pt x="536443" y="378236"/>
                </a:lnTo>
                <a:lnTo>
                  <a:pt x="537897" y="361694"/>
                </a:lnTo>
                <a:lnTo>
                  <a:pt x="540805" y="376875"/>
                </a:lnTo>
                <a:lnTo>
                  <a:pt x="543712" y="422660"/>
                </a:lnTo>
                <a:lnTo>
                  <a:pt x="546620" y="390756"/>
                </a:lnTo>
                <a:lnTo>
                  <a:pt x="550981" y="364388"/>
                </a:lnTo>
                <a:lnTo>
                  <a:pt x="552435" y="352745"/>
                </a:lnTo>
                <a:lnTo>
                  <a:pt x="553889" y="362592"/>
                </a:lnTo>
                <a:lnTo>
                  <a:pt x="558250" y="414697"/>
                </a:lnTo>
                <a:lnTo>
                  <a:pt x="561158" y="387009"/>
                </a:lnTo>
                <a:lnTo>
                  <a:pt x="564065" y="360696"/>
                </a:lnTo>
                <a:lnTo>
                  <a:pt x="565519" y="363304"/>
                </a:lnTo>
                <a:lnTo>
                  <a:pt x="572788" y="401448"/>
                </a:lnTo>
                <a:lnTo>
                  <a:pt x="575695" y="374562"/>
                </a:lnTo>
                <a:lnTo>
                  <a:pt x="577149" y="358288"/>
                </a:lnTo>
                <a:lnTo>
                  <a:pt x="580057" y="372225"/>
                </a:lnTo>
                <a:lnTo>
                  <a:pt x="587326" y="409522"/>
                </a:lnTo>
                <a:lnTo>
                  <a:pt x="594595" y="361941"/>
                </a:lnTo>
                <a:lnTo>
                  <a:pt x="597502" y="408187"/>
                </a:lnTo>
                <a:lnTo>
                  <a:pt x="600410" y="383684"/>
                </a:lnTo>
                <a:lnTo>
                  <a:pt x="604771" y="369862"/>
                </a:lnTo>
                <a:lnTo>
                  <a:pt x="609132" y="411630"/>
                </a:lnTo>
                <a:lnTo>
                  <a:pt x="612040" y="403829"/>
                </a:lnTo>
                <a:lnTo>
                  <a:pt x="617855" y="352734"/>
                </a:lnTo>
                <a:lnTo>
                  <a:pt x="619309" y="371558"/>
                </a:lnTo>
                <a:lnTo>
                  <a:pt x="625124" y="420418"/>
                </a:lnTo>
                <a:lnTo>
                  <a:pt x="628031" y="349812"/>
                </a:lnTo>
                <a:lnTo>
                  <a:pt x="630939" y="380226"/>
                </a:lnTo>
                <a:lnTo>
                  <a:pt x="633847" y="367122"/>
                </a:lnTo>
                <a:lnTo>
                  <a:pt x="636754" y="403331"/>
                </a:lnTo>
                <a:lnTo>
                  <a:pt x="638208" y="390381"/>
                </a:lnTo>
                <a:lnTo>
                  <a:pt x="641115" y="341695"/>
                </a:lnTo>
                <a:lnTo>
                  <a:pt x="642569" y="342063"/>
                </a:lnTo>
                <a:lnTo>
                  <a:pt x="649838" y="508387"/>
                </a:lnTo>
                <a:lnTo>
                  <a:pt x="654200" y="360435"/>
                </a:lnTo>
                <a:lnTo>
                  <a:pt x="657107" y="386615"/>
                </a:lnTo>
                <a:lnTo>
                  <a:pt x="658561" y="361810"/>
                </a:lnTo>
                <a:lnTo>
                  <a:pt x="661468" y="388672"/>
                </a:lnTo>
                <a:lnTo>
                  <a:pt x="664376" y="415674"/>
                </a:lnTo>
                <a:lnTo>
                  <a:pt x="667283" y="399749"/>
                </a:lnTo>
                <a:lnTo>
                  <a:pt x="668737" y="407507"/>
                </a:lnTo>
                <a:lnTo>
                  <a:pt x="671645" y="401775"/>
                </a:lnTo>
                <a:lnTo>
                  <a:pt x="676006" y="386035"/>
                </a:lnTo>
                <a:lnTo>
                  <a:pt x="680367" y="391050"/>
                </a:lnTo>
                <a:lnTo>
                  <a:pt x="681821" y="395839"/>
                </a:lnTo>
                <a:lnTo>
                  <a:pt x="684729" y="394789"/>
                </a:lnTo>
                <a:lnTo>
                  <a:pt x="686183" y="388254"/>
                </a:lnTo>
                <a:lnTo>
                  <a:pt x="687636" y="397568"/>
                </a:lnTo>
                <a:lnTo>
                  <a:pt x="689090" y="412626"/>
                </a:lnTo>
                <a:lnTo>
                  <a:pt x="690544" y="400284"/>
                </a:lnTo>
                <a:lnTo>
                  <a:pt x="691998" y="375624"/>
                </a:lnTo>
                <a:lnTo>
                  <a:pt x="694905" y="400403"/>
                </a:lnTo>
                <a:lnTo>
                  <a:pt x="696359" y="403447"/>
                </a:lnTo>
                <a:lnTo>
                  <a:pt x="697813" y="400745"/>
                </a:lnTo>
                <a:lnTo>
                  <a:pt x="699267" y="382835"/>
                </a:lnTo>
                <a:lnTo>
                  <a:pt x="703628" y="388920"/>
                </a:lnTo>
                <a:lnTo>
                  <a:pt x="706535" y="391238"/>
                </a:lnTo>
                <a:lnTo>
                  <a:pt x="710897" y="383504"/>
                </a:lnTo>
                <a:lnTo>
                  <a:pt x="715258" y="439572"/>
                </a:lnTo>
                <a:lnTo>
                  <a:pt x="718166" y="390709"/>
                </a:lnTo>
                <a:lnTo>
                  <a:pt x="719619" y="403869"/>
                </a:lnTo>
                <a:lnTo>
                  <a:pt x="721073" y="449922"/>
                </a:lnTo>
                <a:lnTo>
                  <a:pt x="723981" y="377993"/>
                </a:lnTo>
                <a:lnTo>
                  <a:pt x="726888" y="394656"/>
                </a:lnTo>
                <a:lnTo>
                  <a:pt x="729796" y="386854"/>
                </a:lnTo>
                <a:lnTo>
                  <a:pt x="734157" y="404548"/>
                </a:lnTo>
                <a:lnTo>
                  <a:pt x="737065" y="394985"/>
                </a:lnTo>
                <a:lnTo>
                  <a:pt x="738519" y="393767"/>
                </a:lnTo>
                <a:lnTo>
                  <a:pt x="739972" y="396403"/>
                </a:lnTo>
                <a:lnTo>
                  <a:pt x="744334" y="424213"/>
                </a:lnTo>
                <a:lnTo>
                  <a:pt x="747241" y="375661"/>
                </a:lnTo>
                <a:lnTo>
                  <a:pt x="750149" y="411880"/>
                </a:lnTo>
                <a:lnTo>
                  <a:pt x="751602" y="396159"/>
                </a:lnTo>
                <a:lnTo>
                  <a:pt x="753056" y="416075"/>
                </a:lnTo>
                <a:lnTo>
                  <a:pt x="754510" y="427447"/>
                </a:lnTo>
                <a:lnTo>
                  <a:pt x="755964" y="395161"/>
                </a:lnTo>
                <a:lnTo>
                  <a:pt x="758871" y="410290"/>
                </a:lnTo>
                <a:lnTo>
                  <a:pt x="767594" y="485019"/>
                </a:lnTo>
                <a:lnTo>
                  <a:pt x="770502" y="426181"/>
                </a:lnTo>
                <a:lnTo>
                  <a:pt x="773409" y="469591"/>
                </a:lnTo>
                <a:lnTo>
                  <a:pt x="776317" y="430360"/>
                </a:lnTo>
                <a:lnTo>
                  <a:pt x="777771" y="464843"/>
                </a:lnTo>
                <a:lnTo>
                  <a:pt x="782132" y="457595"/>
                </a:lnTo>
                <a:lnTo>
                  <a:pt x="785039" y="431154"/>
                </a:lnTo>
                <a:lnTo>
                  <a:pt x="786493" y="461581"/>
                </a:lnTo>
                <a:lnTo>
                  <a:pt x="787947" y="451196"/>
                </a:lnTo>
                <a:lnTo>
                  <a:pt x="789401" y="452993"/>
                </a:lnTo>
                <a:lnTo>
                  <a:pt x="790855" y="435167"/>
                </a:lnTo>
                <a:lnTo>
                  <a:pt x="793762" y="456755"/>
                </a:lnTo>
                <a:lnTo>
                  <a:pt x="796670" y="470795"/>
                </a:lnTo>
                <a:lnTo>
                  <a:pt x="798123" y="458778"/>
                </a:lnTo>
                <a:lnTo>
                  <a:pt x="805392" y="417480"/>
                </a:lnTo>
                <a:lnTo>
                  <a:pt x="806846" y="420194"/>
                </a:lnTo>
                <a:lnTo>
                  <a:pt x="811207" y="477325"/>
                </a:lnTo>
                <a:lnTo>
                  <a:pt x="812661" y="429740"/>
                </a:lnTo>
                <a:lnTo>
                  <a:pt x="814115" y="416727"/>
                </a:lnTo>
                <a:lnTo>
                  <a:pt x="817023" y="432045"/>
                </a:lnTo>
                <a:lnTo>
                  <a:pt x="818476" y="436663"/>
                </a:lnTo>
                <a:lnTo>
                  <a:pt x="819930" y="423851"/>
                </a:lnTo>
                <a:lnTo>
                  <a:pt x="822838" y="414819"/>
                </a:lnTo>
                <a:lnTo>
                  <a:pt x="824291" y="420281"/>
                </a:lnTo>
                <a:lnTo>
                  <a:pt x="830106" y="461973"/>
                </a:lnTo>
                <a:lnTo>
                  <a:pt x="831560" y="458200"/>
                </a:lnTo>
                <a:lnTo>
                  <a:pt x="833014" y="422652"/>
                </a:lnTo>
                <a:lnTo>
                  <a:pt x="837375" y="446346"/>
                </a:lnTo>
                <a:lnTo>
                  <a:pt x="838829" y="432837"/>
                </a:lnTo>
                <a:lnTo>
                  <a:pt x="840283" y="455608"/>
                </a:lnTo>
                <a:lnTo>
                  <a:pt x="843191" y="465320"/>
                </a:lnTo>
                <a:lnTo>
                  <a:pt x="850459" y="424963"/>
                </a:lnTo>
                <a:lnTo>
                  <a:pt x="854821" y="404366"/>
                </a:lnTo>
                <a:lnTo>
                  <a:pt x="864997" y="492132"/>
                </a:lnTo>
                <a:lnTo>
                  <a:pt x="872266" y="428205"/>
                </a:lnTo>
                <a:lnTo>
                  <a:pt x="875174" y="458795"/>
                </a:lnTo>
                <a:lnTo>
                  <a:pt x="876627" y="422283"/>
                </a:lnTo>
                <a:lnTo>
                  <a:pt x="879535" y="443336"/>
                </a:lnTo>
                <a:lnTo>
                  <a:pt x="886804" y="399213"/>
                </a:lnTo>
                <a:lnTo>
                  <a:pt x="882443" y="444452"/>
                </a:lnTo>
                <a:lnTo>
                  <a:pt x="888258" y="425587"/>
                </a:lnTo>
                <a:lnTo>
                  <a:pt x="892619" y="418616"/>
                </a:lnTo>
                <a:lnTo>
                  <a:pt x="894073" y="439478"/>
                </a:lnTo>
                <a:lnTo>
                  <a:pt x="895527" y="430009"/>
                </a:lnTo>
                <a:lnTo>
                  <a:pt x="901342" y="387290"/>
                </a:lnTo>
                <a:lnTo>
                  <a:pt x="902795" y="385591"/>
                </a:lnTo>
                <a:lnTo>
                  <a:pt x="905703" y="490481"/>
                </a:lnTo>
                <a:lnTo>
                  <a:pt x="911518" y="445447"/>
                </a:lnTo>
                <a:lnTo>
                  <a:pt x="912972" y="457936"/>
                </a:lnTo>
                <a:lnTo>
                  <a:pt x="914426" y="446489"/>
                </a:lnTo>
                <a:lnTo>
                  <a:pt x="918787" y="378227"/>
                </a:lnTo>
                <a:lnTo>
                  <a:pt x="921695" y="415711"/>
                </a:lnTo>
                <a:lnTo>
                  <a:pt x="923148" y="445348"/>
                </a:lnTo>
                <a:lnTo>
                  <a:pt x="926056" y="430970"/>
                </a:lnTo>
                <a:lnTo>
                  <a:pt x="927510" y="417795"/>
                </a:lnTo>
                <a:lnTo>
                  <a:pt x="928963" y="433557"/>
                </a:lnTo>
                <a:lnTo>
                  <a:pt x="931871" y="458723"/>
                </a:lnTo>
                <a:lnTo>
                  <a:pt x="933325" y="452131"/>
                </a:lnTo>
                <a:lnTo>
                  <a:pt x="940594" y="413294"/>
                </a:lnTo>
                <a:lnTo>
                  <a:pt x="942047" y="411746"/>
                </a:lnTo>
                <a:lnTo>
                  <a:pt x="943501" y="395112"/>
                </a:lnTo>
                <a:lnTo>
                  <a:pt x="946409" y="400995"/>
                </a:lnTo>
                <a:lnTo>
                  <a:pt x="949316" y="446379"/>
                </a:lnTo>
                <a:lnTo>
                  <a:pt x="950770" y="409440"/>
                </a:lnTo>
                <a:lnTo>
                  <a:pt x="952224" y="401914"/>
                </a:lnTo>
                <a:lnTo>
                  <a:pt x="955131" y="450817"/>
                </a:lnTo>
                <a:lnTo>
                  <a:pt x="956585" y="413409"/>
                </a:lnTo>
                <a:lnTo>
                  <a:pt x="959493" y="403118"/>
                </a:lnTo>
                <a:lnTo>
                  <a:pt x="960947" y="411184"/>
                </a:lnTo>
                <a:lnTo>
                  <a:pt x="962400" y="454527"/>
                </a:lnTo>
                <a:lnTo>
                  <a:pt x="966762" y="441259"/>
                </a:lnTo>
                <a:lnTo>
                  <a:pt x="968215" y="406851"/>
                </a:lnTo>
                <a:lnTo>
                  <a:pt x="971123" y="450096"/>
                </a:lnTo>
                <a:lnTo>
                  <a:pt x="984207" y="351319"/>
                </a:lnTo>
                <a:lnTo>
                  <a:pt x="985661" y="362968"/>
                </a:lnTo>
                <a:lnTo>
                  <a:pt x="988568" y="404481"/>
                </a:lnTo>
                <a:lnTo>
                  <a:pt x="990022" y="375934"/>
                </a:lnTo>
                <a:lnTo>
                  <a:pt x="991476" y="349307"/>
                </a:lnTo>
                <a:lnTo>
                  <a:pt x="992930" y="390942"/>
                </a:lnTo>
                <a:lnTo>
                  <a:pt x="994383" y="386708"/>
                </a:lnTo>
                <a:lnTo>
                  <a:pt x="997291" y="407163"/>
                </a:lnTo>
                <a:lnTo>
                  <a:pt x="998745" y="400258"/>
                </a:lnTo>
                <a:lnTo>
                  <a:pt x="1001652" y="364181"/>
                </a:lnTo>
                <a:lnTo>
                  <a:pt x="1003106" y="387279"/>
                </a:lnTo>
                <a:lnTo>
                  <a:pt x="1007467" y="447653"/>
                </a:lnTo>
                <a:lnTo>
                  <a:pt x="1008921" y="414142"/>
                </a:lnTo>
                <a:lnTo>
                  <a:pt x="1011829" y="388100"/>
                </a:lnTo>
                <a:lnTo>
                  <a:pt x="1013283" y="413530"/>
                </a:lnTo>
                <a:lnTo>
                  <a:pt x="1014736" y="413592"/>
                </a:lnTo>
                <a:lnTo>
                  <a:pt x="1016190" y="402749"/>
                </a:lnTo>
                <a:lnTo>
                  <a:pt x="1019098" y="417447"/>
                </a:lnTo>
                <a:lnTo>
                  <a:pt x="1020552" y="419387"/>
                </a:lnTo>
                <a:lnTo>
                  <a:pt x="1027820" y="389870"/>
                </a:lnTo>
                <a:lnTo>
                  <a:pt x="1030728" y="411410"/>
                </a:lnTo>
                <a:lnTo>
                  <a:pt x="1032182" y="385931"/>
                </a:lnTo>
                <a:lnTo>
                  <a:pt x="1036543" y="398713"/>
                </a:lnTo>
                <a:lnTo>
                  <a:pt x="1037997" y="393251"/>
                </a:lnTo>
                <a:lnTo>
                  <a:pt x="1045266" y="343585"/>
                </a:lnTo>
                <a:lnTo>
                  <a:pt x="1049627" y="339325"/>
                </a:lnTo>
                <a:lnTo>
                  <a:pt x="1052535" y="378984"/>
                </a:lnTo>
                <a:lnTo>
                  <a:pt x="1055442" y="340796"/>
                </a:lnTo>
                <a:lnTo>
                  <a:pt x="1061257" y="351346"/>
                </a:lnTo>
                <a:lnTo>
                  <a:pt x="1067072" y="398343"/>
                </a:lnTo>
                <a:lnTo>
                  <a:pt x="1068526" y="383090"/>
                </a:lnTo>
                <a:lnTo>
                  <a:pt x="1075795" y="355445"/>
                </a:lnTo>
                <a:lnTo>
                  <a:pt x="1077249" y="353190"/>
                </a:lnTo>
                <a:lnTo>
                  <a:pt x="1078702" y="356423"/>
                </a:lnTo>
                <a:lnTo>
                  <a:pt x="1081610" y="364640"/>
                </a:lnTo>
                <a:lnTo>
                  <a:pt x="1084518" y="362209"/>
                </a:lnTo>
                <a:lnTo>
                  <a:pt x="1087425" y="335750"/>
                </a:lnTo>
                <a:lnTo>
                  <a:pt x="1088879" y="365858"/>
                </a:lnTo>
                <a:lnTo>
                  <a:pt x="1091787" y="352764"/>
                </a:lnTo>
                <a:lnTo>
                  <a:pt x="1094694" y="288748"/>
                </a:lnTo>
                <a:lnTo>
                  <a:pt x="1096148" y="311815"/>
                </a:lnTo>
                <a:lnTo>
                  <a:pt x="1097602" y="359338"/>
                </a:lnTo>
                <a:lnTo>
                  <a:pt x="1100509" y="309544"/>
                </a:lnTo>
                <a:lnTo>
                  <a:pt x="1104871" y="301581"/>
                </a:lnTo>
                <a:lnTo>
                  <a:pt x="1103417" y="312436"/>
                </a:lnTo>
                <a:lnTo>
                  <a:pt x="1106324" y="303293"/>
                </a:lnTo>
                <a:lnTo>
                  <a:pt x="1107778" y="374562"/>
                </a:lnTo>
                <a:lnTo>
                  <a:pt x="1110686" y="334917"/>
                </a:lnTo>
                <a:lnTo>
                  <a:pt x="1117954" y="284148"/>
                </a:lnTo>
                <a:lnTo>
                  <a:pt x="1122316" y="330765"/>
                </a:lnTo>
                <a:lnTo>
                  <a:pt x="1123770" y="314541"/>
                </a:lnTo>
                <a:lnTo>
                  <a:pt x="1125223" y="313620"/>
                </a:lnTo>
                <a:lnTo>
                  <a:pt x="1131039" y="341446"/>
                </a:lnTo>
                <a:lnTo>
                  <a:pt x="1132492" y="299289"/>
                </a:lnTo>
                <a:lnTo>
                  <a:pt x="1136854" y="302768"/>
                </a:lnTo>
                <a:lnTo>
                  <a:pt x="1139761" y="293761"/>
                </a:lnTo>
                <a:lnTo>
                  <a:pt x="1142669" y="294758"/>
                </a:lnTo>
                <a:lnTo>
                  <a:pt x="1148484" y="342029"/>
                </a:lnTo>
                <a:lnTo>
                  <a:pt x="1149938" y="322369"/>
                </a:lnTo>
                <a:lnTo>
                  <a:pt x="1155753" y="242968"/>
                </a:lnTo>
                <a:lnTo>
                  <a:pt x="1157206" y="252536"/>
                </a:lnTo>
                <a:lnTo>
                  <a:pt x="1158660" y="269581"/>
                </a:lnTo>
                <a:lnTo>
                  <a:pt x="1160114" y="232384"/>
                </a:lnTo>
                <a:lnTo>
                  <a:pt x="1163022" y="266136"/>
                </a:lnTo>
                <a:lnTo>
                  <a:pt x="1164475" y="263804"/>
                </a:lnTo>
                <a:lnTo>
                  <a:pt x="1165929" y="267303"/>
                </a:lnTo>
                <a:lnTo>
                  <a:pt x="1170291" y="293154"/>
                </a:lnTo>
                <a:lnTo>
                  <a:pt x="1171744" y="281773"/>
                </a:lnTo>
                <a:lnTo>
                  <a:pt x="1174652" y="215643"/>
                </a:lnTo>
                <a:lnTo>
                  <a:pt x="1176106" y="270610"/>
                </a:lnTo>
                <a:lnTo>
                  <a:pt x="1177559" y="275499"/>
                </a:lnTo>
                <a:lnTo>
                  <a:pt x="1179013" y="252006"/>
                </a:lnTo>
                <a:lnTo>
                  <a:pt x="1181921" y="276440"/>
                </a:lnTo>
                <a:lnTo>
                  <a:pt x="1183375" y="263645"/>
                </a:lnTo>
                <a:lnTo>
                  <a:pt x="1186282" y="228007"/>
                </a:lnTo>
                <a:lnTo>
                  <a:pt x="1187736" y="250970"/>
                </a:lnTo>
                <a:lnTo>
                  <a:pt x="1192097" y="302769"/>
                </a:lnTo>
                <a:lnTo>
                  <a:pt x="1193551" y="279965"/>
                </a:lnTo>
                <a:lnTo>
                  <a:pt x="1200820" y="225012"/>
                </a:lnTo>
                <a:lnTo>
                  <a:pt x="1202274" y="226978"/>
                </a:lnTo>
                <a:lnTo>
                  <a:pt x="1203727" y="229180"/>
                </a:lnTo>
                <a:lnTo>
                  <a:pt x="1206635" y="263069"/>
                </a:lnTo>
                <a:lnTo>
                  <a:pt x="1210996" y="259747"/>
                </a:lnTo>
                <a:lnTo>
                  <a:pt x="1224080" y="177237"/>
                </a:lnTo>
                <a:lnTo>
                  <a:pt x="1225534" y="193953"/>
                </a:lnTo>
                <a:lnTo>
                  <a:pt x="1228442" y="225979"/>
                </a:lnTo>
                <a:lnTo>
                  <a:pt x="1231349" y="210083"/>
                </a:lnTo>
                <a:lnTo>
                  <a:pt x="1238618" y="245760"/>
                </a:lnTo>
                <a:lnTo>
                  <a:pt x="1244433" y="181559"/>
                </a:lnTo>
                <a:lnTo>
                  <a:pt x="1245887" y="214599"/>
                </a:lnTo>
                <a:lnTo>
                  <a:pt x="1248794" y="232261"/>
                </a:lnTo>
                <a:lnTo>
                  <a:pt x="1250248" y="211914"/>
                </a:lnTo>
                <a:lnTo>
                  <a:pt x="1258971" y="125484"/>
                </a:lnTo>
                <a:lnTo>
                  <a:pt x="1253156" y="223496"/>
                </a:lnTo>
                <a:lnTo>
                  <a:pt x="1260425" y="152218"/>
                </a:lnTo>
                <a:lnTo>
                  <a:pt x="1267694" y="218267"/>
                </a:lnTo>
                <a:lnTo>
                  <a:pt x="1272055" y="170760"/>
                </a:lnTo>
                <a:lnTo>
                  <a:pt x="1274962" y="187558"/>
                </a:lnTo>
                <a:lnTo>
                  <a:pt x="1279324" y="214297"/>
                </a:lnTo>
                <a:lnTo>
                  <a:pt x="1280778" y="199557"/>
                </a:lnTo>
                <a:lnTo>
                  <a:pt x="1286593" y="112911"/>
                </a:lnTo>
                <a:lnTo>
                  <a:pt x="1289500" y="143618"/>
                </a:lnTo>
                <a:lnTo>
                  <a:pt x="1290954" y="159148"/>
                </a:lnTo>
                <a:lnTo>
                  <a:pt x="1292408" y="140711"/>
                </a:lnTo>
                <a:lnTo>
                  <a:pt x="1293862" y="142566"/>
                </a:lnTo>
                <a:lnTo>
                  <a:pt x="1296769" y="135511"/>
                </a:lnTo>
                <a:lnTo>
                  <a:pt x="1298223" y="159114"/>
                </a:lnTo>
                <a:lnTo>
                  <a:pt x="1299677" y="122192"/>
                </a:lnTo>
                <a:lnTo>
                  <a:pt x="1301131" y="149843"/>
                </a:lnTo>
                <a:lnTo>
                  <a:pt x="1306946" y="99540"/>
                </a:lnTo>
                <a:lnTo>
                  <a:pt x="1308399" y="167946"/>
                </a:lnTo>
                <a:lnTo>
                  <a:pt x="1309853" y="148641"/>
                </a:lnTo>
                <a:lnTo>
                  <a:pt x="1311307" y="19656"/>
                </a:lnTo>
                <a:lnTo>
                  <a:pt x="1314214" y="119927"/>
                </a:lnTo>
                <a:lnTo>
                  <a:pt x="1321484" y="141652"/>
                </a:lnTo>
                <a:lnTo>
                  <a:pt x="1322937" y="147431"/>
                </a:lnTo>
                <a:lnTo>
                  <a:pt x="1324391" y="131663"/>
                </a:lnTo>
                <a:lnTo>
                  <a:pt x="1328752" y="98413"/>
                </a:lnTo>
                <a:lnTo>
                  <a:pt x="1330206" y="103248"/>
                </a:lnTo>
                <a:lnTo>
                  <a:pt x="1333114" y="121755"/>
                </a:lnTo>
                <a:lnTo>
                  <a:pt x="1334567" y="106420"/>
                </a:lnTo>
                <a:lnTo>
                  <a:pt x="1338929" y="48400"/>
                </a:lnTo>
                <a:lnTo>
                  <a:pt x="1341836" y="79486"/>
                </a:lnTo>
                <a:lnTo>
                  <a:pt x="1343290" y="113317"/>
                </a:lnTo>
                <a:lnTo>
                  <a:pt x="1346198" y="88936"/>
                </a:lnTo>
                <a:lnTo>
                  <a:pt x="1354920" y="18355"/>
                </a:lnTo>
                <a:lnTo>
                  <a:pt x="1359282" y="74468"/>
                </a:lnTo>
                <a:lnTo>
                  <a:pt x="1360736" y="53696"/>
                </a:lnTo>
                <a:lnTo>
                  <a:pt x="1362189" y="43892"/>
                </a:lnTo>
                <a:lnTo>
                  <a:pt x="1363643" y="61433"/>
                </a:lnTo>
                <a:lnTo>
                  <a:pt x="1365097" y="74389"/>
                </a:lnTo>
                <a:lnTo>
                  <a:pt x="1368004" y="70806"/>
                </a:lnTo>
                <a:lnTo>
                  <a:pt x="1373819" y="54847"/>
                </a:lnTo>
                <a:lnTo>
                  <a:pt x="1375273" y="56958"/>
                </a:lnTo>
                <a:lnTo>
                  <a:pt x="1381088" y="68610"/>
                </a:lnTo>
                <a:lnTo>
                  <a:pt x="1383996" y="1755"/>
                </a:lnTo>
                <a:lnTo>
                  <a:pt x="1386903" y="24012"/>
                </a:lnTo>
                <a:lnTo>
                  <a:pt x="1388357" y="30783"/>
                </a:lnTo>
                <a:lnTo>
                  <a:pt x="1392718" y="28075"/>
                </a:lnTo>
                <a:lnTo>
                  <a:pt x="1395626" y="0"/>
                </a:lnTo>
                <a:lnTo>
                  <a:pt x="1398534" y="19462"/>
                </a:lnTo>
                <a:lnTo>
                  <a:pt x="1450870" y="415312"/>
                </a:lnTo>
                <a:lnTo>
                  <a:pt x="1452323" y="405232"/>
                </a:lnTo>
                <a:lnTo>
                  <a:pt x="1459592" y="498394"/>
                </a:lnTo>
                <a:lnTo>
                  <a:pt x="1462500" y="494851"/>
                </a:lnTo>
                <a:lnTo>
                  <a:pt x="1474130" y="575568"/>
                </a:lnTo>
                <a:lnTo>
                  <a:pt x="1475584" y="561782"/>
                </a:lnTo>
                <a:lnTo>
                  <a:pt x="1477038" y="584636"/>
                </a:lnTo>
                <a:lnTo>
                  <a:pt x="1481399" y="608285"/>
                </a:lnTo>
                <a:lnTo>
                  <a:pt x="1482853" y="597006"/>
                </a:lnTo>
                <a:lnTo>
                  <a:pt x="1488668" y="603643"/>
                </a:lnTo>
                <a:lnTo>
                  <a:pt x="1490122" y="603930"/>
                </a:lnTo>
                <a:lnTo>
                  <a:pt x="1491575" y="596742"/>
                </a:lnTo>
                <a:lnTo>
                  <a:pt x="1494483" y="599850"/>
                </a:lnTo>
                <a:lnTo>
                  <a:pt x="1498844" y="598339"/>
                </a:lnTo>
                <a:lnTo>
                  <a:pt x="1501752" y="613715"/>
                </a:lnTo>
                <a:lnTo>
                  <a:pt x="1503206" y="576106"/>
                </a:lnTo>
                <a:lnTo>
                  <a:pt x="1507567" y="598459"/>
                </a:lnTo>
                <a:lnTo>
                  <a:pt x="1509021" y="600606"/>
                </a:lnTo>
                <a:lnTo>
                  <a:pt x="1510474" y="598366"/>
                </a:lnTo>
                <a:lnTo>
                  <a:pt x="1511928" y="621503"/>
                </a:lnTo>
                <a:lnTo>
                  <a:pt x="1513382" y="601612"/>
                </a:lnTo>
                <a:lnTo>
                  <a:pt x="1519197" y="501730"/>
                </a:lnTo>
                <a:lnTo>
                  <a:pt x="1522105" y="575971"/>
                </a:lnTo>
                <a:lnTo>
                  <a:pt x="1525012" y="548913"/>
                </a:lnTo>
                <a:lnTo>
                  <a:pt x="1529374" y="528856"/>
                </a:lnTo>
                <a:lnTo>
                  <a:pt x="1530827" y="551983"/>
                </a:lnTo>
                <a:lnTo>
                  <a:pt x="1532281" y="528152"/>
                </a:lnTo>
                <a:lnTo>
                  <a:pt x="1535189" y="466777"/>
                </a:lnTo>
                <a:lnTo>
                  <a:pt x="1536643" y="583232"/>
                </a:lnTo>
                <a:lnTo>
                  <a:pt x="1539550" y="439422"/>
                </a:lnTo>
                <a:lnTo>
                  <a:pt x="1541004" y="499607"/>
                </a:lnTo>
                <a:lnTo>
                  <a:pt x="1543911" y="531594"/>
                </a:lnTo>
                <a:lnTo>
                  <a:pt x="1545365" y="511882"/>
                </a:lnTo>
                <a:lnTo>
                  <a:pt x="1548273" y="550606"/>
                </a:lnTo>
                <a:lnTo>
                  <a:pt x="1549726" y="478865"/>
                </a:lnTo>
                <a:lnTo>
                  <a:pt x="1551180" y="524874"/>
                </a:lnTo>
                <a:lnTo>
                  <a:pt x="1554088" y="459939"/>
                </a:lnTo>
                <a:lnTo>
                  <a:pt x="1555541" y="519952"/>
                </a:lnTo>
                <a:lnTo>
                  <a:pt x="1561357" y="438014"/>
                </a:lnTo>
                <a:lnTo>
                  <a:pt x="1562811" y="446522"/>
                </a:lnTo>
                <a:lnTo>
                  <a:pt x="1564264" y="538523"/>
                </a:lnTo>
                <a:lnTo>
                  <a:pt x="1567172" y="413275"/>
                </a:lnTo>
                <a:lnTo>
                  <a:pt x="1571533" y="409987"/>
                </a:lnTo>
                <a:lnTo>
                  <a:pt x="1572987" y="454155"/>
                </a:lnTo>
                <a:lnTo>
                  <a:pt x="1575895" y="399748"/>
                </a:lnTo>
                <a:lnTo>
                  <a:pt x="1581710" y="413679"/>
                </a:lnTo>
                <a:lnTo>
                  <a:pt x="1584617" y="434975"/>
                </a:lnTo>
                <a:lnTo>
                  <a:pt x="1587525" y="427174"/>
                </a:lnTo>
                <a:lnTo>
                  <a:pt x="1590432" y="397789"/>
                </a:lnTo>
                <a:lnTo>
                  <a:pt x="1591886" y="415357"/>
                </a:lnTo>
                <a:lnTo>
                  <a:pt x="1594793" y="481767"/>
                </a:lnTo>
                <a:lnTo>
                  <a:pt x="1596248" y="479434"/>
                </a:lnTo>
                <a:lnTo>
                  <a:pt x="1599155" y="397882"/>
                </a:lnTo>
                <a:lnTo>
                  <a:pt x="1602063" y="456909"/>
                </a:lnTo>
                <a:lnTo>
                  <a:pt x="1603516" y="453271"/>
                </a:lnTo>
                <a:lnTo>
                  <a:pt x="1606424" y="406660"/>
                </a:lnTo>
                <a:lnTo>
                  <a:pt x="1609331" y="431093"/>
                </a:lnTo>
                <a:lnTo>
                  <a:pt x="1610785" y="441176"/>
                </a:lnTo>
                <a:lnTo>
                  <a:pt x="1612239" y="426463"/>
                </a:lnTo>
                <a:lnTo>
                  <a:pt x="1616600" y="290482"/>
                </a:lnTo>
                <a:lnTo>
                  <a:pt x="1619508" y="376935"/>
                </a:lnTo>
                <a:lnTo>
                  <a:pt x="1629684" y="213170"/>
                </a:lnTo>
                <a:lnTo>
                  <a:pt x="1631138" y="257190"/>
                </a:lnTo>
                <a:lnTo>
                  <a:pt x="1639861" y="330850"/>
                </a:lnTo>
                <a:lnTo>
                  <a:pt x="1642768" y="296602"/>
                </a:lnTo>
                <a:lnTo>
                  <a:pt x="1644222" y="304867"/>
                </a:lnTo>
                <a:lnTo>
                  <a:pt x="1645676" y="381398"/>
                </a:lnTo>
                <a:lnTo>
                  <a:pt x="1648583" y="259961"/>
                </a:lnTo>
                <a:lnTo>
                  <a:pt x="1655852" y="214852"/>
                </a:lnTo>
                <a:lnTo>
                  <a:pt x="1661667" y="331047"/>
                </a:lnTo>
                <a:lnTo>
                  <a:pt x="1663121" y="321633"/>
                </a:lnTo>
                <a:lnTo>
                  <a:pt x="1667482" y="252504"/>
                </a:lnTo>
                <a:lnTo>
                  <a:pt x="1668936" y="274612"/>
                </a:lnTo>
                <a:lnTo>
                  <a:pt x="1673297" y="333481"/>
                </a:lnTo>
                <a:lnTo>
                  <a:pt x="1674752" y="326630"/>
                </a:lnTo>
                <a:lnTo>
                  <a:pt x="1679113" y="276372"/>
                </a:lnTo>
                <a:lnTo>
                  <a:pt x="1682020" y="302428"/>
                </a:lnTo>
                <a:lnTo>
                  <a:pt x="1689289" y="336322"/>
                </a:lnTo>
                <a:lnTo>
                  <a:pt x="1692197" y="343235"/>
                </a:lnTo>
                <a:lnTo>
                  <a:pt x="1693650" y="338457"/>
                </a:lnTo>
                <a:lnTo>
                  <a:pt x="1696558" y="304938"/>
                </a:lnTo>
                <a:lnTo>
                  <a:pt x="1698012" y="341121"/>
                </a:lnTo>
                <a:lnTo>
                  <a:pt x="1699466" y="336979"/>
                </a:lnTo>
                <a:lnTo>
                  <a:pt x="1700919" y="342238"/>
                </a:lnTo>
                <a:lnTo>
                  <a:pt x="1702373" y="367524"/>
                </a:lnTo>
                <a:lnTo>
                  <a:pt x="1705281" y="355376"/>
                </a:lnTo>
                <a:lnTo>
                  <a:pt x="1706734" y="344414"/>
                </a:lnTo>
                <a:lnTo>
                  <a:pt x="1708188" y="360203"/>
                </a:lnTo>
                <a:lnTo>
                  <a:pt x="1716911" y="386298"/>
                </a:lnTo>
                <a:lnTo>
                  <a:pt x="1718365" y="375232"/>
                </a:lnTo>
                <a:lnTo>
                  <a:pt x="1719819" y="407892"/>
                </a:lnTo>
                <a:lnTo>
                  <a:pt x="1722726" y="395052"/>
                </a:lnTo>
                <a:lnTo>
                  <a:pt x="1729995" y="344962"/>
                </a:lnTo>
                <a:lnTo>
                  <a:pt x="1731449" y="340616"/>
                </a:lnTo>
                <a:lnTo>
                  <a:pt x="1734356" y="360483"/>
                </a:lnTo>
                <a:lnTo>
                  <a:pt x="1735810" y="337827"/>
                </a:lnTo>
                <a:lnTo>
                  <a:pt x="1738718" y="306508"/>
                </a:lnTo>
                <a:lnTo>
                  <a:pt x="1740171" y="315904"/>
                </a:lnTo>
                <a:lnTo>
                  <a:pt x="1741625" y="342248"/>
                </a:lnTo>
                <a:lnTo>
                  <a:pt x="1744533" y="304703"/>
                </a:lnTo>
                <a:lnTo>
                  <a:pt x="1745986" y="304825"/>
                </a:lnTo>
                <a:lnTo>
                  <a:pt x="1751801" y="251364"/>
                </a:lnTo>
                <a:lnTo>
                  <a:pt x="1753256" y="251765"/>
                </a:lnTo>
                <a:lnTo>
                  <a:pt x="1759071" y="273555"/>
                </a:lnTo>
                <a:lnTo>
                  <a:pt x="1756163" y="251069"/>
                </a:lnTo>
                <a:lnTo>
                  <a:pt x="1760524" y="269144"/>
                </a:lnTo>
                <a:lnTo>
                  <a:pt x="1763432" y="224246"/>
                </a:lnTo>
                <a:lnTo>
                  <a:pt x="1766339" y="196235"/>
                </a:lnTo>
                <a:lnTo>
                  <a:pt x="1767793" y="228377"/>
                </a:lnTo>
                <a:lnTo>
                  <a:pt x="1769247" y="229485"/>
                </a:lnTo>
                <a:lnTo>
                  <a:pt x="1772154" y="161601"/>
                </a:lnTo>
                <a:lnTo>
                  <a:pt x="1775062" y="184086"/>
                </a:lnTo>
                <a:lnTo>
                  <a:pt x="1776516" y="177952"/>
                </a:lnTo>
                <a:lnTo>
                  <a:pt x="1777970" y="200654"/>
                </a:lnTo>
                <a:lnTo>
                  <a:pt x="1779423" y="186230"/>
                </a:lnTo>
                <a:lnTo>
                  <a:pt x="1785238" y="149792"/>
                </a:lnTo>
                <a:lnTo>
                  <a:pt x="1788146" y="158469"/>
                </a:lnTo>
                <a:lnTo>
                  <a:pt x="1789600" y="164141"/>
                </a:lnTo>
                <a:lnTo>
                  <a:pt x="1792508" y="113406"/>
                </a:lnTo>
                <a:lnTo>
                  <a:pt x="1793961" y="147554"/>
                </a:lnTo>
                <a:lnTo>
                  <a:pt x="1795415" y="167989"/>
                </a:lnTo>
                <a:lnTo>
                  <a:pt x="1796869" y="154083"/>
                </a:lnTo>
                <a:lnTo>
                  <a:pt x="1799776" y="69705"/>
                </a:lnTo>
                <a:lnTo>
                  <a:pt x="1802684" y="139451"/>
                </a:lnTo>
                <a:lnTo>
                  <a:pt x="1815768" y="96537"/>
                </a:lnTo>
                <a:lnTo>
                  <a:pt x="1817222" y="100560"/>
                </a:lnTo>
                <a:lnTo>
                  <a:pt x="1818675" y="99805"/>
                </a:lnTo>
                <a:lnTo>
                  <a:pt x="1823037" y="107447"/>
                </a:lnTo>
                <a:lnTo>
                  <a:pt x="1824490" y="79356"/>
                </a:lnTo>
                <a:lnTo>
                  <a:pt x="1825944" y="89691"/>
                </a:lnTo>
                <a:lnTo>
                  <a:pt x="1830305" y="85713"/>
                </a:lnTo>
                <a:lnTo>
                  <a:pt x="1833213" y="88411"/>
                </a:lnTo>
                <a:lnTo>
                  <a:pt x="1837575" y="74732"/>
                </a:lnTo>
                <a:lnTo>
                  <a:pt x="1840482" y="99753"/>
                </a:lnTo>
                <a:lnTo>
                  <a:pt x="1844843" y="92925"/>
                </a:lnTo>
                <a:lnTo>
                  <a:pt x="1847751" y="43159"/>
                </a:lnTo>
                <a:lnTo>
                  <a:pt x="1849205" y="67085"/>
                </a:lnTo>
                <a:lnTo>
                  <a:pt x="1852112" y="60129"/>
                </a:lnTo>
                <a:lnTo>
                  <a:pt x="1855020" y="112050"/>
                </a:lnTo>
                <a:lnTo>
                  <a:pt x="1857927" y="31275"/>
                </a:lnTo>
                <a:lnTo>
                  <a:pt x="1860835" y="84128"/>
                </a:lnTo>
                <a:lnTo>
                  <a:pt x="1865196" y="106737"/>
                </a:lnTo>
                <a:lnTo>
                  <a:pt x="1866650" y="89623"/>
                </a:lnTo>
                <a:lnTo>
                  <a:pt x="1868104" y="64882"/>
                </a:lnTo>
                <a:lnTo>
                  <a:pt x="1871011" y="95712"/>
                </a:lnTo>
                <a:lnTo>
                  <a:pt x="1872465" y="94187"/>
                </a:lnTo>
                <a:lnTo>
                  <a:pt x="1873919" y="99896"/>
                </a:lnTo>
                <a:lnTo>
                  <a:pt x="1878280" y="122762"/>
                </a:lnTo>
                <a:lnTo>
                  <a:pt x="1879734" y="114155"/>
                </a:lnTo>
                <a:lnTo>
                  <a:pt x="1881188" y="100157"/>
                </a:lnTo>
                <a:lnTo>
                  <a:pt x="1882642" y="122126"/>
                </a:lnTo>
                <a:lnTo>
                  <a:pt x="1885549" y="108707"/>
                </a:lnTo>
                <a:lnTo>
                  <a:pt x="1900087" y="172621"/>
                </a:lnTo>
                <a:lnTo>
                  <a:pt x="1901541" y="161350"/>
                </a:lnTo>
                <a:lnTo>
                  <a:pt x="1907356" y="224619"/>
                </a:lnTo>
                <a:lnTo>
                  <a:pt x="1910263" y="174391"/>
                </a:lnTo>
                <a:lnTo>
                  <a:pt x="1911717" y="204692"/>
                </a:lnTo>
                <a:lnTo>
                  <a:pt x="1918986" y="294361"/>
                </a:lnTo>
                <a:lnTo>
                  <a:pt x="1921894" y="237223"/>
                </a:lnTo>
                <a:lnTo>
                  <a:pt x="1923347" y="279844"/>
                </a:lnTo>
                <a:lnTo>
                  <a:pt x="1924801" y="325989"/>
                </a:lnTo>
                <a:lnTo>
                  <a:pt x="1929162" y="307345"/>
                </a:lnTo>
                <a:lnTo>
                  <a:pt x="1930616" y="309303"/>
                </a:lnTo>
                <a:lnTo>
                  <a:pt x="1937885" y="400977"/>
                </a:lnTo>
                <a:lnTo>
                  <a:pt x="1939339" y="393330"/>
                </a:lnTo>
                <a:lnTo>
                  <a:pt x="1942247" y="405856"/>
                </a:lnTo>
                <a:lnTo>
                  <a:pt x="1950969" y="477664"/>
                </a:lnTo>
                <a:lnTo>
                  <a:pt x="1956784" y="458549"/>
                </a:lnTo>
                <a:lnTo>
                  <a:pt x="1961146" y="453645"/>
                </a:lnTo>
                <a:lnTo>
                  <a:pt x="1964053" y="486740"/>
                </a:lnTo>
                <a:lnTo>
                  <a:pt x="1965507" y="448574"/>
                </a:lnTo>
                <a:lnTo>
                  <a:pt x="1969868" y="461625"/>
                </a:lnTo>
                <a:lnTo>
                  <a:pt x="1971322" y="473360"/>
                </a:lnTo>
                <a:lnTo>
                  <a:pt x="1974230" y="467861"/>
                </a:lnTo>
                <a:lnTo>
                  <a:pt x="1978591" y="471178"/>
                </a:lnTo>
                <a:lnTo>
                  <a:pt x="1980045" y="453923"/>
                </a:lnTo>
                <a:lnTo>
                  <a:pt x="1988767" y="476131"/>
                </a:lnTo>
                <a:lnTo>
                  <a:pt x="1990221" y="468009"/>
                </a:lnTo>
                <a:lnTo>
                  <a:pt x="1993129" y="477289"/>
                </a:lnTo>
                <a:lnTo>
                  <a:pt x="1994583" y="485771"/>
                </a:lnTo>
                <a:lnTo>
                  <a:pt x="1997490" y="483470"/>
                </a:lnTo>
                <a:lnTo>
                  <a:pt x="2000398" y="488156"/>
                </a:lnTo>
                <a:lnTo>
                  <a:pt x="2001851" y="474303"/>
                </a:lnTo>
                <a:lnTo>
                  <a:pt x="2007666" y="495578"/>
                </a:lnTo>
                <a:lnTo>
                  <a:pt x="2009120" y="494575"/>
                </a:lnTo>
                <a:lnTo>
                  <a:pt x="2010574" y="484379"/>
                </a:lnTo>
                <a:lnTo>
                  <a:pt x="2013482" y="493793"/>
                </a:lnTo>
                <a:lnTo>
                  <a:pt x="2016389" y="483832"/>
                </a:lnTo>
                <a:lnTo>
                  <a:pt x="2020750" y="511996"/>
                </a:lnTo>
                <a:lnTo>
                  <a:pt x="2022204" y="509812"/>
                </a:lnTo>
                <a:lnTo>
                  <a:pt x="2025112" y="488254"/>
                </a:lnTo>
                <a:lnTo>
                  <a:pt x="2026566" y="490277"/>
                </a:lnTo>
                <a:lnTo>
                  <a:pt x="2029473" y="537516"/>
                </a:lnTo>
                <a:lnTo>
                  <a:pt x="2032381" y="501642"/>
                </a:lnTo>
                <a:lnTo>
                  <a:pt x="2036742" y="534309"/>
                </a:lnTo>
                <a:lnTo>
                  <a:pt x="2039650" y="527237"/>
                </a:lnTo>
                <a:lnTo>
                  <a:pt x="2041103" y="527831"/>
                </a:lnTo>
                <a:lnTo>
                  <a:pt x="2044011" y="550307"/>
                </a:lnTo>
                <a:lnTo>
                  <a:pt x="2045465" y="514703"/>
                </a:lnTo>
                <a:lnTo>
                  <a:pt x="2048372" y="536684"/>
                </a:lnTo>
                <a:lnTo>
                  <a:pt x="2049826" y="558404"/>
                </a:lnTo>
                <a:lnTo>
                  <a:pt x="2054187" y="552270"/>
                </a:lnTo>
                <a:lnTo>
                  <a:pt x="2055641" y="558926"/>
                </a:lnTo>
                <a:lnTo>
                  <a:pt x="2057095" y="536439"/>
                </a:lnTo>
                <a:lnTo>
                  <a:pt x="2060002" y="572113"/>
                </a:lnTo>
                <a:lnTo>
                  <a:pt x="2061456" y="555889"/>
                </a:lnTo>
                <a:lnTo>
                  <a:pt x="2065817" y="560102"/>
                </a:lnTo>
                <a:lnTo>
                  <a:pt x="2073087" y="578248"/>
                </a:lnTo>
                <a:lnTo>
                  <a:pt x="2074540" y="570838"/>
                </a:lnTo>
                <a:lnTo>
                  <a:pt x="2075994" y="564796"/>
                </a:lnTo>
                <a:lnTo>
                  <a:pt x="2077448" y="566845"/>
                </a:lnTo>
                <a:lnTo>
                  <a:pt x="2081809" y="577848"/>
                </a:lnTo>
                <a:lnTo>
                  <a:pt x="2083263" y="573757"/>
                </a:lnTo>
                <a:lnTo>
                  <a:pt x="2084717" y="561135"/>
                </a:lnTo>
                <a:lnTo>
                  <a:pt x="2086170" y="562702"/>
                </a:lnTo>
                <a:lnTo>
                  <a:pt x="2087624" y="592458"/>
                </a:lnTo>
                <a:lnTo>
                  <a:pt x="2091986" y="574371"/>
                </a:lnTo>
                <a:lnTo>
                  <a:pt x="2093439" y="571042"/>
                </a:lnTo>
                <a:lnTo>
                  <a:pt x="2102162" y="600648"/>
                </a:lnTo>
                <a:lnTo>
                  <a:pt x="2103616" y="572556"/>
                </a:lnTo>
                <a:lnTo>
                  <a:pt x="2107977" y="582181"/>
                </a:lnTo>
                <a:lnTo>
                  <a:pt x="2109431" y="607413"/>
                </a:lnTo>
                <a:lnTo>
                  <a:pt x="2112339" y="578717"/>
                </a:lnTo>
                <a:lnTo>
                  <a:pt x="2123969" y="606963"/>
                </a:lnTo>
                <a:lnTo>
                  <a:pt x="2125422" y="606366"/>
                </a:lnTo>
                <a:lnTo>
                  <a:pt x="2131238" y="568832"/>
                </a:lnTo>
                <a:lnTo>
                  <a:pt x="2134145" y="618615"/>
                </a:lnTo>
                <a:lnTo>
                  <a:pt x="2137053" y="582181"/>
                </a:lnTo>
                <a:lnTo>
                  <a:pt x="2139960" y="594497"/>
                </a:lnTo>
                <a:lnTo>
                  <a:pt x="2144322" y="625369"/>
                </a:lnTo>
                <a:lnTo>
                  <a:pt x="2145775" y="599980"/>
                </a:lnTo>
                <a:lnTo>
                  <a:pt x="2148683" y="604935"/>
                </a:lnTo>
                <a:lnTo>
                  <a:pt x="2150137" y="600512"/>
                </a:lnTo>
                <a:lnTo>
                  <a:pt x="2153044" y="632075"/>
                </a:lnTo>
                <a:lnTo>
                  <a:pt x="2157406" y="623979"/>
                </a:lnTo>
                <a:lnTo>
                  <a:pt x="2158859" y="615838"/>
                </a:lnTo>
                <a:lnTo>
                  <a:pt x="2160313" y="624213"/>
                </a:lnTo>
                <a:lnTo>
                  <a:pt x="2161767" y="633747"/>
                </a:lnTo>
                <a:lnTo>
                  <a:pt x="2164674" y="622494"/>
                </a:lnTo>
                <a:lnTo>
                  <a:pt x="2166128" y="620867"/>
                </a:lnTo>
                <a:lnTo>
                  <a:pt x="2167582" y="623769"/>
                </a:lnTo>
                <a:lnTo>
                  <a:pt x="2169036" y="636161"/>
                </a:lnTo>
                <a:lnTo>
                  <a:pt x="2171944" y="620461"/>
                </a:lnTo>
                <a:lnTo>
                  <a:pt x="2176305" y="600994"/>
                </a:lnTo>
                <a:lnTo>
                  <a:pt x="2179212" y="629108"/>
                </a:lnTo>
                <a:lnTo>
                  <a:pt x="2180666" y="622452"/>
                </a:lnTo>
                <a:lnTo>
                  <a:pt x="2183574" y="601797"/>
                </a:lnTo>
                <a:lnTo>
                  <a:pt x="2185027" y="622272"/>
                </a:lnTo>
                <a:lnTo>
                  <a:pt x="2186481" y="619411"/>
                </a:lnTo>
                <a:lnTo>
                  <a:pt x="2187935" y="629108"/>
                </a:lnTo>
                <a:lnTo>
                  <a:pt x="2189389" y="606987"/>
                </a:lnTo>
                <a:lnTo>
                  <a:pt x="2193750" y="599583"/>
                </a:lnTo>
                <a:lnTo>
                  <a:pt x="2195204" y="581942"/>
                </a:lnTo>
                <a:lnTo>
                  <a:pt x="2196658" y="598456"/>
                </a:lnTo>
                <a:lnTo>
                  <a:pt x="2201019" y="625231"/>
                </a:lnTo>
                <a:lnTo>
                  <a:pt x="2202473" y="619480"/>
                </a:lnTo>
                <a:lnTo>
                  <a:pt x="2205380" y="618451"/>
                </a:lnTo>
                <a:lnTo>
                  <a:pt x="2206834" y="611697"/>
                </a:lnTo>
                <a:lnTo>
                  <a:pt x="2208288" y="645858"/>
                </a:lnTo>
                <a:lnTo>
                  <a:pt x="2211196" y="621890"/>
                </a:lnTo>
                <a:lnTo>
                  <a:pt x="2215557" y="546510"/>
                </a:lnTo>
                <a:lnTo>
                  <a:pt x="2217011" y="557158"/>
                </a:lnTo>
                <a:lnTo>
                  <a:pt x="2219918" y="621059"/>
                </a:lnTo>
                <a:lnTo>
                  <a:pt x="2224279" y="608744"/>
                </a:lnTo>
                <a:lnTo>
                  <a:pt x="2228641" y="583588"/>
                </a:lnTo>
                <a:lnTo>
                  <a:pt x="2231548" y="592514"/>
                </a:lnTo>
                <a:lnTo>
                  <a:pt x="2233002" y="615111"/>
                </a:lnTo>
                <a:lnTo>
                  <a:pt x="2235910" y="587636"/>
                </a:lnTo>
                <a:lnTo>
                  <a:pt x="2237363" y="592505"/>
                </a:lnTo>
                <a:lnTo>
                  <a:pt x="2238817" y="568775"/>
                </a:lnTo>
                <a:lnTo>
                  <a:pt x="2241725" y="608568"/>
                </a:lnTo>
                <a:lnTo>
                  <a:pt x="2244632" y="623871"/>
                </a:lnTo>
                <a:lnTo>
                  <a:pt x="2246086" y="605710"/>
                </a:lnTo>
                <a:lnTo>
                  <a:pt x="2251901" y="540670"/>
                </a:lnTo>
                <a:lnTo>
                  <a:pt x="2253355" y="555750"/>
                </a:lnTo>
                <a:lnTo>
                  <a:pt x="2254809" y="608042"/>
                </a:lnTo>
                <a:lnTo>
                  <a:pt x="2259170" y="591413"/>
                </a:lnTo>
                <a:lnTo>
                  <a:pt x="2263531" y="551969"/>
                </a:lnTo>
                <a:lnTo>
                  <a:pt x="2264985" y="568045"/>
                </a:lnTo>
                <a:lnTo>
                  <a:pt x="2269347" y="615340"/>
                </a:lnTo>
                <a:lnTo>
                  <a:pt x="2270800" y="592633"/>
                </a:lnTo>
                <a:lnTo>
                  <a:pt x="2272254" y="609287"/>
                </a:lnTo>
                <a:lnTo>
                  <a:pt x="2273708" y="573589"/>
                </a:lnTo>
                <a:lnTo>
                  <a:pt x="2276615" y="515278"/>
                </a:lnTo>
                <a:lnTo>
                  <a:pt x="2279523" y="522484"/>
                </a:lnTo>
                <a:lnTo>
                  <a:pt x="2282430" y="616459"/>
                </a:lnTo>
                <a:lnTo>
                  <a:pt x="2286792" y="595368"/>
                </a:lnTo>
                <a:lnTo>
                  <a:pt x="2289700" y="609562"/>
                </a:lnTo>
                <a:lnTo>
                  <a:pt x="2292607" y="600162"/>
                </a:lnTo>
                <a:lnTo>
                  <a:pt x="2296968" y="574005"/>
                </a:lnTo>
                <a:lnTo>
                  <a:pt x="2302783" y="599922"/>
                </a:lnTo>
                <a:lnTo>
                  <a:pt x="2304237" y="584058"/>
                </a:lnTo>
                <a:lnTo>
                  <a:pt x="2308599" y="590954"/>
                </a:lnTo>
                <a:lnTo>
                  <a:pt x="2310052" y="604854"/>
                </a:lnTo>
                <a:lnTo>
                  <a:pt x="2312960" y="596808"/>
                </a:lnTo>
                <a:lnTo>
                  <a:pt x="2318775" y="560186"/>
                </a:lnTo>
                <a:lnTo>
                  <a:pt x="2326044" y="614899"/>
                </a:lnTo>
                <a:lnTo>
                  <a:pt x="2330405" y="532191"/>
                </a:lnTo>
                <a:lnTo>
                  <a:pt x="2334767" y="565925"/>
                </a:lnTo>
                <a:lnTo>
                  <a:pt x="2340582" y="602466"/>
                </a:lnTo>
                <a:lnTo>
                  <a:pt x="2343489" y="546969"/>
                </a:lnTo>
                <a:lnTo>
                  <a:pt x="2346397" y="551031"/>
                </a:lnTo>
                <a:lnTo>
                  <a:pt x="2353666" y="590998"/>
                </a:lnTo>
                <a:lnTo>
                  <a:pt x="2359481" y="532293"/>
                </a:lnTo>
                <a:lnTo>
                  <a:pt x="2360934" y="534591"/>
                </a:lnTo>
                <a:lnTo>
                  <a:pt x="2363842" y="597348"/>
                </a:lnTo>
                <a:lnTo>
                  <a:pt x="2368204" y="593796"/>
                </a:lnTo>
                <a:lnTo>
                  <a:pt x="2372565" y="531604"/>
                </a:lnTo>
                <a:lnTo>
                  <a:pt x="2375472" y="549821"/>
                </a:lnTo>
                <a:lnTo>
                  <a:pt x="2378380" y="581442"/>
                </a:lnTo>
                <a:lnTo>
                  <a:pt x="2381287" y="570342"/>
                </a:lnTo>
                <a:lnTo>
                  <a:pt x="2382741" y="575225"/>
                </a:lnTo>
                <a:lnTo>
                  <a:pt x="2384195" y="563743"/>
                </a:lnTo>
                <a:lnTo>
                  <a:pt x="2385649" y="541790"/>
                </a:lnTo>
                <a:lnTo>
                  <a:pt x="2388556" y="577156"/>
                </a:lnTo>
                <a:lnTo>
                  <a:pt x="2391464" y="556052"/>
                </a:lnTo>
                <a:lnTo>
                  <a:pt x="2392918" y="581935"/>
                </a:lnTo>
                <a:lnTo>
                  <a:pt x="2400186" y="547493"/>
                </a:lnTo>
                <a:lnTo>
                  <a:pt x="2403094" y="562737"/>
                </a:lnTo>
                <a:lnTo>
                  <a:pt x="2404548" y="576537"/>
                </a:lnTo>
                <a:lnTo>
                  <a:pt x="2408909" y="568133"/>
                </a:lnTo>
                <a:lnTo>
                  <a:pt x="2411817" y="572937"/>
                </a:lnTo>
                <a:lnTo>
                  <a:pt x="2413271" y="566558"/>
                </a:lnTo>
                <a:lnTo>
                  <a:pt x="2417632" y="553830"/>
                </a:lnTo>
                <a:lnTo>
                  <a:pt x="2419086" y="565326"/>
                </a:lnTo>
                <a:lnTo>
                  <a:pt x="2420539" y="572439"/>
                </a:lnTo>
                <a:lnTo>
                  <a:pt x="2421993" y="564682"/>
                </a:lnTo>
                <a:lnTo>
                  <a:pt x="2424901" y="567409"/>
                </a:lnTo>
                <a:lnTo>
                  <a:pt x="2426354" y="566454"/>
                </a:lnTo>
                <a:lnTo>
                  <a:pt x="2427808" y="556031"/>
                </a:lnTo>
                <a:lnTo>
                  <a:pt x="2429262" y="570057"/>
                </a:lnTo>
                <a:lnTo>
                  <a:pt x="2432170" y="557501"/>
                </a:lnTo>
                <a:lnTo>
                  <a:pt x="2436531" y="583392"/>
                </a:lnTo>
                <a:lnTo>
                  <a:pt x="2437985" y="574067"/>
                </a:lnTo>
                <a:lnTo>
                  <a:pt x="2440892" y="533788"/>
                </a:lnTo>
                <a:lnTo>
                  <a:pt x="2443800" y="537748"/>
                </a:lnTo>
                <a:lnTo>
                  <a:pt x="2449615" y="579230"/>
                </a:lnTo>
                <a:lnTo>
                  <a:pt x="2456884" y="560585"/>
                </a:lnTo>
                <a:lnTo>
                  <a:pt x="2458338" y="567063"/>
                </a:lnTo>
                <a:lnTo>
                  <a:pt x="2462699" y="591804"/>
                </a:lnTo>
                <a:lnTo>
                  <a:pt x="2464153" y="591027"/>
                </a:lnTo>
                <a:lnTo>
                  <a:pt x="2467060" y="530389"/>
                </a:lnTo>
                <a:lnTo>
                  <a:pt x="2469968" y="569907"/>
                </a:lnTo>
                <a:lnTo>
                  <a:pt x="2471422" y="602165"/>
                </a:lnTo>
                <a:lnTo>
                  <a:pt x="2475783" y="578274"/>
                </a:lnTo>
                <a:lnTo>
                  <a:pt x="2484505" y="589379"/>
                </a:lnTo>
                <a:lnTo>
                  <a:pt x="2488867" y="568308"/>
                </a:lnTo>
                <a:lnTo>
                  <a:pt x="2490321" y="575151"/>
                </a:lnTo>
                <a:lnTo>
                  <a:pt x="2491775" y="584269"/>
                </a:lnTo>
                <a:lnTo>
                  <a:pt x="2494682" y="571542"/>
                </a:lnTo>
                <a:lnTo>
                  <a:pt x="2496136" y="570674"/>
                </a:lnTo>
                <a:lnTo>
                  <a:pt x="2497590" y="575230"/>
                </a:lnTo>
                <a:lnTo>
                  <a:pt x="2499043" y="585194"/>
                </a:lnTo>
                <a:lnTo>
                  <a:pt x="2503405" y="578491"/>
                </a:lnTo>
                <a:lnTo>
                  <a:pt x="2506312" y="579438"/>
                </a:lnTo>
                <a:lnTo>
                  <a:pt x="2507766" y="586640"/>
                </a:lnTo>
                <a:lnTo>
                  <a:pt x="2509220" y="577001"/>
                </a:lnTo>
                <a:lnTo>
                  <a:pt x="2510674" y="577980"/>
                </a:lnTo>
                <a:lnTo>
                  <a:pt x="2515035" y="573438"/>
                </a:lnTo>
                <a:lnTo>
                  <a:pt x="2516489" y="574287"/>
                </a:lnTo>
                <a:lnTo>
                  <a:pt x="2525211" y="585296"/>
                </a:lnTo>
                <a:lnTo>
                  <a:pt x="2526665" y="581250"/>
                </a:lnTo>
                <a:lnTo>
                  <a:pt x="2529573" y="563957"/>
                </a:lnTo>
                <a:lnTo>
                  <a:pt x="2531027" y="579994"/>
                </a:lnTo>
                <a:lnTo>
                  <a:pt x="2536842" y="601022"/>
                </a:lnTo>
                <a:lnTo>
                  <a:pt x="2538295" y="600035"/>
                </a:lnTo>
                <a:lnTo>
                  <a:pt x="2542657" y="574616"/>
                </a:lnTo>
                <a:lnTo>
                  <a:pt x="2544110" y="586195"/>
                </a:lnTo>
                <a:lnTo>
                  <a:pt x="2545564" y="611235"/>
                </a:lnTo>
                <a:lnTo>
                  <a:pt x="2548472" y="594457"/>
                </a:lnTo>
                <a:lnTo>
                  <a:pt x="2554287" y="585241"/>
                </a:lnTo>
                <a:lnTo>
                  <a:pt x="2557194" y="596714"/>
                </a:lnTo>
                <a:lnTo>
                  <a:pt x="2558648" y="587362"/>
                </a:lnTo>
                <a:lnTo>
                  <a:pt x="2563009" y="566626"/>
                </a:lnTo>
                <a:lnTo>
                  <a:pt x="2564463" y="556654"/>
                </a:lnTo>
                <a:lnTo>
                  <a:pt x="2565917" y="577923"/>
                </a:lnTo>
                <a:lnTo>
                  <a:pt x="2567371" y="595550"/>
                </a:lnTo>
                <a:lnTo>
                  <a:pt x="2570279" y="574233"/>
                </a:lnTo>
                <a:lnTo>
                  <a:pt x="2571732" y="580110"/>
                </a:lnTo>
                <a:lnTo>
                  <a:pt x="2574640" y="569921"/>
                </a:lnTo>
                <a:lnTo>
                  <a:pt x="2576094" y="569743"/>
                </a:lnTo>
                <a:lnTo>
                  <a:pt x="2581909" y="597597"/>
                </a:lnTo>
                <a:lnTo>
                  <a:pt x="2589178" y="563547"/>
                </a:lnTo>
                <a:lnTo>
                  <a:pt x="2592085" y="591629"/>
                </a:lnTo>
                <a:lnTo>
                  <a:pt x="2596446" y="586196"/>
                </a:lnTo>
                <a:lnTo>
                  <a:pt x="2602261" y="531463"/>
                </a:lnTo>
                <a:lnTo>
                  <a:pt x="2603715" y="550030"/>
                </a:lnTo>
                <a:lnTo>
                  <a:pt x="2606623" y="586492"/>
                </a:lnTo>
                <a:lnTo>
                  <a:pt x="2610984" y="568894"/>
                </a:lnTo>
                <a:lnTo>
                  <a:pt x="2613892" y="561711"/>
                </a:lnTo>
                <a:lnTo>
                  <a:pt x="2618253" y="592431"/>
                </a:lnTo>
                <a:lnTo>
                  <a:pt x="2619707" y="575646"/>
                </a:lnTo>
                <a:lnTo>
                  <a:pt x="2626976" y="514741"/>
                </a:lnTo>
                <a:lnTo>
                  <a:pt x="2634245" y="570656"/>
                </a:lnTo>
                <a:lnTo>
                  <a:pt x="2638606" y="537494"/>
                </a:lnTo>
                <a:lnTo>
                  <a:pt x="2640060" y="540702"/>
                </a:lnTo>
                <a:lnTo>
                  <a:pt x="2641513" y="584670"/>
                </a:lnTo>
                <a:lnTo>
                  <a:pt x="2645875" y="562096"/>
                </a:lnTo>
                <a:lnTo>
                  <a:pt x="2648783" y="553232"/>
                </a:lnTo>
                <a:lnTo>
                  <a:pt x="2650236" y="566786"/>
                </a:lnTo>
                <a:lnTo>
                  <a:pt x="2651690" y="559689"/>
                </a:lnTo>
                <a:lnTo>
                  <a:pt x="2657505" y="546874"/>
                </a:lnTo>
                <a:lnTo>
                  <a:pt x="2658959" y="528024"/>
                </a:lnTo>
                <a:lnTo>
                  <a:pt x="2661866" y="551824"/>
                </a:lnTo>
                <a:lnTo>
                  <a:pt x="2663320" y="537077"/>
                </a:lnTo>
                <a:lnTo>
                  <a:pt x="2664774" y="534601"/>
                </a:lnTo>
                <a:lnTo>
                  <a:pt x="2666228" y="552699"/>
                </a:lnTo>
                <a:lnTo>
                  <a:pt x="2669135" y="536850"/>
                </a:lnTo>
                <a:lnTo>
                  <a:pt x="2670589" y="534530"/>
                </a:lnTo>
                <a:lnTo>
                  <a:pt x="2672043" y="509586"/>
                </a:lnTo>
                <a:lnTo>
                  <a:pt x="2674950" y="536957"/>
                </a:lnTo>
                <a:lnTo>
                  <a:pt x="2676404" y="525472"/>
                </a:lnTo>
                <a:lnTo>
                  <a:pt x="2677858" y="541692"/>
                </a:lnTo>
                <a:lnTo>
                  <a:pt x="2682219" y="532318"/>
                </a:lnTo>
                <a:lnTo>
                  <a:pt x="2685127" y="537755"/>
                </a:lnTo>
                <a:lnTo>
                  <a:pt x="2692396" y="519817"/>
                </a:lnTo>
                <a:lnTo>
                  <a:pt x="2693850" y="512447"/>
                </a:lnTo>
                <a:lnTo>
                  <a:pt x="2695303" y="522380"/>
                </a:lnTo>
                <a:lnTo>
                  <a:pt x="2696757" y="531117"/>
                </a:lnTo>
                <a:lnTo>
                  <a:pt x="2698211" y="517473"/>
                </a:lnTo>
                <a:lnTo>
                  <a:pt x="2699665" y="513548"/>
                </a:lnTo>
                <a:lnTo>
                  <a:pt x="2701118" y="539673"/>
                </a:lnTo>
                <a:lnTo>
                  <a:pt x="2705480" y="535896"/>
                </a:lnTo>
                <a:lnTo>
                  <a:pt x="2708387" y="513522"/>
                </a:lnTo>
                <a:lnTo>
                  <a:pt x="2711295" y="472579"/>
                </a:lnTo>
                <a:lnTo>
                  <a:pt x="2712749" y="476968"/>
                </a:lnTo>
                <a:lnTo>
                  <a:pt x="2715656" y="539447"/>
                </a:lnTo>
                <a:lnTo>
                  <a:pt x="2720018" y="516473"/>
                </a:lnTo>
                <a:lnTo>
                  <a:pt x="2722925" y="494618"/>
                </a:lnTo>
                <a:lnTo>
                  <a:pt x="2724379" y="500279"/>
                </a:lnTo>
                <a:lnTo>
                  <a:pt x="2725833" y="514701"/>
                </a:lnTo>
                <a:lnTo>
                  <a:pt x="2730194" y="512163"/>
                </a:lnTo>
                <a:lnTo>
                  <a:pt x="2738917" y="488420"/>
                </a:lnTo>
                <a:lnTo>
                  <a:pt x="2740370" y="513041"/>
                </a:lnTo>
                <a:lnTo>
                  <a:pt x="2744732" y="501966"/>
                </a:lnTo>
                <a:lnTo>
                  <a:pt x="2749093" y="483214"/>
                </a:lnTo>
                <a:lnTo>
                  <a:pt x="2750547" y="512850"/>
                </a:lnTo>
                <a:lnTo>
                  <a:pt x="2753455" y="504430"/>
                </a:lnTo>
                <a:lnTo>
                  <a:pt x="2759270" y="451352"/>
                </a:lnTo>
                <a:lnTo>
                  <a:pt x="2762177" y="501980"/>
                </a:lnTo>
                <a:lnTo>
                  <a:pt x="2765085" y="482660"/>
                </a:lnTo>
                <a:lnTo>
                  <a:pt x="2772354" y="440446"/>
                </a:lnTo>
                <a:lnTo>
                  <a:pt x="2775261" y="480230"/>
                </a:lnTo>
                <a:lnTo>
                  <a:pt x="2778169" y="466635"/>
                </a:lnTo>
                <a:lnTo>
                  <a:pt x="2781076" y="469753"/>
                </a:lnTo>
                <a:lnTo>
                  <a:pt x="2782530" y="445211"/>
                </a:lnTo>
                <a:lnTo>
                  <a:pt x="2786891" y="457810"/>
                </a:lnTo>
                <a:lnTo>
                  <a:pt x="2788345" y="459164"/>
                </a:lnTo>
                <a:lnTo>
                  <a:pt x="2789799" y="480291"/>
                </a:lnTo>
                <a:lnTo>
                  <a:pt x="2792706" y="461278"/>
                </a:lnTo>
                <a:lnTo>
                  <a:pt x="2794160" y="463228"/>
                </a:lnTo>
                <a:lnTo>
                  <a:pt x="2797068" y="427659"/>
                </a:lnTo>
                <a:lnTo>
                  <a:pt x="2798522" y="453401"/>
                </a:lnTo>
                <a:lnTo>
                  <a:pt x="2799975" y="478141"/>
                </a:lnTo>
                <a:lnTo>
                  <a:pt x="2802883" y="459221"/>
                </a:lnTo>
                <a:lnTo>
                  <a:pt x="2807244" y="401813"/>
                </a:lnTo>
                <a:lnTo>
                  <a:pt x="2810152" y="420224"/>
                </a:lnTo>
                <a:lnTo>
                  <a:pt x="2811606" y="448762"/>
                </a:lnTo>
                <a:lnTo>
                  <a:pt x="2815967" y="433251"/>
                </a:lnTo>
                <a:lnTo>
                  <a:pt x="2820328" y="434014"/>
                </a:lnTo>
                <a:lnTo>
                  <a:pt x="2830505" y="382032"/>
                </a:lnTo>
                <a:lnTo>
                  <a:pt x="2831958" y="397380"/>
                </a:lnTo>
                <a:lnTo>
                  <a:pt x="2834866" y="426276"/>
                </a:lnTo>
                <a:lnTo>
                  <a:pt x="2836320" y="409554"/>
                </a:lnTo>
                <a:lnTo>
                  <a:pt x="2840681" y="392297"/>
                </a:lnTo>
                <a:lnTo>
                  <a:pt x="2843589" y="394048"/>
                </a:lnTo>
                <a:lnTo>
                  <a:pt x="2852311" y="416761"/>
                </a:lnTo>
                <a:lnTo>
                  <a:pt x="2858126" y="385827"/>
                </a:lnTo>
                <a:lnTo>
                  <a:pt x="2863942" y="421787"/>
                </a:lnTo>
                <a:lnTo>
                  <a:pt x="2871210" y="378180"/>
                </a:lnTo>
                <a:lnTo>
                  <a:pt x="2874118" y="421884"/>
                </a:lnTo>
                <a:lnTo>
                  <a:pt x="2878479" y="405154"/>
                </a:lnTo>
                <a:lnTo>
                  <a:pt x="2879933" y="411355"/>
                </a:lnTo>
                <a:lnTo>
                  <a:pt x="2881387" y="402511"/>
                </a:lnTo>
                <a:lnTo>
                  <a:pt x="2885748" y="406070"/>
                </a:lnTo>
                <a:lnTo>
                  <a:pt x="2887202" y="386742"/>
                </a:lnTo>
                <a:lnTo>
                  <a:pt x="2890110" y="416299"/>
                </a:lnTo>
                <a:lnTo>
                  <a:pt x="2891563" y="405592"/>
                </a:lnTo>
                <a:lnTo>
                  <a:pt x="2894471" y="374486"/>
                </a:lnTo>
                <a:lnTo>
                  <a:pt x="2895925" y="398396"/>
                </a:lnTo>
                <a:lnTo>
                  <a:pt x="2897378" y="409906"/>
                </a:lnTo>
                <a:lnTo>
                  <a:pt x="2900286" y="396986"/>
                </a:lnTo>
                <a:lnTo>
                  <a:pt x="2901740" y="399496"/>
                </a:lnTo>
                <a:lnTo>
                  <a:pt x="2904647" y="370276"/>
                </a:lnTo>
                <a:lnTo>
                  <a:pt x="2907555" y="378715"/>
                </a:lnTo>
                <a:lnTo>
                  <a:pt x="2910463" y="419069"/>
                </a:lnTo>
                <a:lnTo>
                  <a:pt x="2913370" y="386217"/>
                </a:lnTo>
                <a:lnTo>
                  <a:pt x="2919185" y="418808"/>
                </a:lnTo>
                <a:lnTo>
                  <a:pt x="2925000" y="402817"/>
                </a:lnTo>
                <a:lnTo>
                  <a:pt x="2932269" y="434519"/>
                </a:lnTo>
                <a:lnTo>
                  <a:pt x="2933723" y="412739"/>
                </a:lnTo>
                <a:lnTo>
                  <a:pt x="2936630" y="431260"/>
                </a:lnTo>
                <a:lnTo>
                  <a:pt x="2938084" y="433049"/>
                </a:lnTo>
                <a:lnTo>
                  <a:pt x="2945353" y="416034"/>
                </a:lnTo>
                <a:lnTo>
                  <a:pt x="2949715" y="437146"/>
                </a:lnTo>
                <a:lnTo>
                  <a:pt x="2951168" y="426147"/>
                </a:lnTo>
                <a:lnTo>
                  <a:pt x="2956983" y="448520"/>
                </a:lnTo>
                <a:lnTo>
                  <a:pt x="2959891" y="427106"/>
                </a:lnTo>
                <a:lnTo>
                  <a:pt x="2962799" y="443885"/>
                </a:lnTo>
                <a:lnTo>
                  <a:pt x="2968614" y="422441"/>
                </a:lnTo>
                <a:lnTo>
                  <a:pt x="2970067" y="425829"/>
                </a:lnTo>
                <a:lnTo>
                  <a:pt x="2971521" y="456456"/>
                </a:lnTo>
                <a:lnTo>
                  <a:pt x="2975882" y="450591"/>
                </a:lnTo>
                <a:lnTo>
                  <a:pt x="2977336" y="455806"/>
                </a:lnTo>
                <a:lnTo>
                  <a:pt x="2978790" y="454292"/>
                </a:lnTo>
                <a:lnTo>
                  <a:pt x="2980244" y="438312"/>
                </a:lnTo>
                <a:lnTo>
                  <a:pt x="2983152" y="456626"/>
                </a:lnTo>
                <a:lnTo>
                  <a:pt x="2984605" y="444403"/>
                </a:lnTo>
                <a:lnTo>
                  <a:pt x="2986059" y="465834"/>
                </a:lnTo>
                <a:lnTo>
                  <a:pt x="2990420" y="458390"/>
                </a:lnTo>
                <a:lnTo>
                  <a:pt x="2991874" y="469409"/>
                </a:lnTo>
                <a:lnTo>
                  <a:pt x="2994782" y="455944"/>
                </a:lnTo>
                <a:lnTo>
                  <a:pt x="2997689" y="451551"/>
                </a:lnTo>
                <a:lnTo>
                  <a:pt x="3000597" y="477892"/>
                </a:lnTo>
                <a:lnTo>
                  <a:pt x="3003504" y="470759"/>
                </a:lnTo>
                <a:lnTo>
                  <a:pt x="3010773" y="437864"/>
                </a:lnTo>
                <a:lnTo>
                  <a:pt x="3022403" y="486758"/>
                </a:lnTo>
                <a:lnTo>
                  <a:pt x="3023857" y="473695"/>
                </a:lnTo>
                <a:lnTo>
                  <a:pt x="3025311" y="460583"/>
                </a:lnTo>
                <a:lnTo>
                  <a:pt x="3028219" y="473213"/>
                </a:lnTo>
                <a:lnTo>
                  <a:pt x="3034034" y="492561"/>
                </a:lnTo>
                <a:lnTo>
                  <a:pt x="3036941" y="488125"/>
                </a:lnTo>
                <a:lnTo>
                  <a:pt x="3038395" y="489432"/>
                </a:lnTo>
                <a:lnTo>
                  <a:pt x="3039849" y="480239"/>
                </a:lnTo>
                <a:lnTo>
                  <a:pt x="3042756" y="492201"/>
                </a:lnTo>
                <a:lnTo>
                  <a:pt x="3050025" y="502573"/>
                </a:lnTo>
                <a:lnTo>
                  <a:pt x="3052933" y="487704"/>
                </a:lnTo>
                <a:lnTo>
                  <a:pt x="3054386" y="504909"/>
                </a:lnTo>
                <a:lnTo>
                  <a:pt x="3055840" y="509727"/>
                </a:lnTo>
                <a:lnTo>
                  <a:pt x="3057294" y="498724"/>
                </a:lnTo>
                <a:lnTo>
                  <a:pt x="3058748" y="500514"/>
                </a:lnTo>
                <a:lnTo>
                  <a:pt x="3060201" y="496589"/>
                </a:lnTo>
                <a:lnTo>
                  <a:pt x="3061655" y="503812"/>
                </a:lnTo>
                <a:lnTo>
                  <a:pt x="3063109" y="504643"/>
                </a:lnTo>
                <a:lnTo>
                  <a:pt x="3064563" y="517034"/>
                </a:lnTo>
                <a:lnTo>
                  <a:pt x="3067471" y="516660"/>
                </a:lnTo>
                <a:lnTo>
                  <a:pt x="3068924" y="502805"/>
                </a:lnTo>
                <a:lnTo>
                  <a:pt x="3071832" y="514787"/>
                </a:lnTo>
                <a:lnTo>
                  <a:pt x="3076193" y="520705"/>
                </a:lnTo>
                <a:lnTo>
                  <a:pt x="3077647" y="547911"/>
                </a:lnTo>
                <a:lnTo>
                  <a:pt x="3080554" y="516357"/>
                </a:lnTo>
                <a:lnTo>
                  <a:pt x="3082008" y="508076"/>
                </a:lnTo>
                <a:lnTo>
                  <a:pt x="3087823" y="549632"/>
                </a:lnTo>
                <a:lnTo>
                  <a:pt x="3089277" y="539773"/>
                </a:lnTo>
                <a:lnTo>
                  <a:pt x="3092185" y="548943"/>
                </a:lnTo>
                <a:lnTo>
                  <a:pt x="3095092" y="542851"/>
                </a:lnTo>
                <a:lnTo>
                  <a:pt x="3103815" y="574869"/>
                </a:lnTo>
                <a:lnTo>
                  <a:pt x="3105269" y="583502"/>
                </a:lnTo>
                <a:lnTo>
                  <a:pt x="3106723" y="581918"/>
                </a:lnTo>
                <a:lnTo>
                  <a:pt x="3108176" y="552717"/>
                </a:lnTo>
                <a:lnTo>
                  <a:pt x="3112538" y="554541"/>
                </a:lnTo>
                <a:lnTo>
                  <a:pt x="3113991" y="553204"/>
                </a:lnTo>
                <a:lnTo>
                  <a:pt x="3115445" y="542528"/>
                </a:lnTo>
                <a:lnTo>
                  <a:pt x="3118353" y="605020"/>
                </a:lnTo>
                <a:lnTo>
                  <a:pt x="3122714" y="602030"/>
                </a:lnTo>
                <a:lnTo>
                  <a:pt x="3124168" y="590193"/>
                </a:lnTo>
                <a:lnTo>
                  <a:pt x="3125622" y="609156"/>
                </a:lnTo>
                <a:lnTo>
                  <a:pt x="3127075" y="603710"/>
                </a:lnTo>
                <a:lnTo>
                  <a:pt x="3128529" y="605036"/>
                </a:lnTo>
                <a:lnTo>
                  <a:pt x="3131437" y="621864"/>
                </a:lnTo>
                <a:lnTo>
                  <a:pt x="3132890" y="610750"/>
                </a:lnTo>
                <a:lnTo>
                  <a:pt x="3137252" y="578625"/>
                </a:lnTo>
                <a:lnTo>
                  <a:pt x="3140160" y="588643"/>
                </a:lnTo>
                <a:lnTo>
                  <a:pt x="3143067" y="619869"/>
                </a:lnTo>
                <a:lnTo>
                  <a:pt x="3144521" y="602016"/>
                </a:lnTo>
                <a:lnTo>
                  <a:pt x="3148882" y="574908"/>
                </a:lnTo>
                <a:lnTo>
                  <a:pt x="3151790" y="632884"/>
                </a:lnTo>
                <a:lnTo>
                  <a:pt x="3154697" y="605487"/>
                </a:lnTo>
                <a:lnTo>
                  <a:pt x="3157605" y="612108"/>
                </a:lnTo>
                <a:lnTo>
                  <a:pt x="3166327" y="666324"/>
                </a:lnTo>
                <a:lnTo>
                  <a:pt x="3172142" y="621838"/>
                </a:lnTo>
                <a:lnTo>
                  <a:pt x="3175050" y="636958"/>
                </a:lnTo>
                <a:lnTo>
                  <a:pt x="3180865" y="665849"/>
                </a:lnTo>
                <a:lnTo>
                  <a:pt x="3182319" y="657818"/>
                </a:lnTo>
                <a:lnTo>
                  <a:pt x="3183773" y="659447"/>
                </a:lnTo>
                <a:lnTo>
                  <a:pt x="3185227" y="673238"/>
                </a:lnTo>
                <a:lnTo>
                  <a:pt x="3186680" y="640391"/>
                </a:lnTo>
                <a:lnTo>
                  <a:pt x="3188134" y="655095"/>
                </a:lnTo>
                <a:lnTo>
                  <a:pt x="3192495" y="656258"/>
                </a:lnTo>
                <a:lnTo>
                  <a:pt x="3198310" y="679874"/>
                </a:lnTo>
                <a:lnTo>
                  <a:pt x="3201218" y="671131"/>
                </a:lnTo>
                <a:lnTo>
                  <a:pt x="3202672" y="668391"/>
                </a:lnTo>
                <a:lnTo>
                  <a:pt x="3209941" y="690837"/>
                </a:lnTo>
                <a:lnTo>
                  <a:pt x="3214302" y="679873"/>
                </a:lnTo>
                <a:lnTo>
                  <a:pt x="3215756" y="683741"/>
                </a:lnTo>
                <a:lnTo>
                  <a:pt x="3220117" y="697495"/>
                </a:lnTo>
                <a:lnTo>
                  <a:pt x="3224479" y="692423"/>
                </a:lnTo>
                <a:lnTo>
                  <a:pt x="3228840" y="691811"/>
                </a:lnTo>
                <a:lnTo>
                  <a:pt x="3234655" y="714425"/>
                </a:lnTo>
                <a:lnTo>
                  <a:pt x="3237562" y="713507"/>
                </a:lnTo>
                <a:lnTo>
                  <a:pt x="3239016" y="709564"/>
                </a:lnTo>
                <a:lnTo>
                  <a:pt x="3240470" y="713534"/>
                </a:lnTo>
                <a:lnTo>
                  <a:pt x="3243378" y="727171"/>
                </a:lnTo>
                <a:lnTo>
                  <a:pt x="3246285" y="717450"/>
                </a:lnTo>
                <a:lnTo>
                  <a:pt x="3252100" y="741267"/>
                </a:lnTo>
                <a:lnTo>
                  <a:pt x="3255008" y="736548"/>
                </a:lnTo>
                <a:lnTo>
                  <a:pt x="3263731" y="743762"/>
                </a:lnTo>
                <a:lnTo>
                  <a:pt x="3265184" y="741096"/>
                </a:lnTo>
                <a:lnTo>
                  <a:pt x="3272453" y="755124"/>
                </a:lnTo>
                <a:lnTo>
                  <a:pt x="3276814" y="750834"/>
                </a:lnTo>
                <a:lnTo>
                  <a:pt x="3278268" y="754592"/>
                </a:lnTo>
                <a:lnTo>
                  <a:pt x="3286991" y="784497"/>
                </a:lnTo>
                <a:lnTo>
                  <a:pt x="3289898" y="752713"/>
                </a:lnTo>
                <a:lnTo>
                  <a:pt x="3291352" y="775917"/>
                </a:lnTo>
                <a:lnTo>
                  <a:pt x="3295713" y="778738"/>
                </a:lnTo>
                <a:lnTo>
                  <a:pt x="3294260" y="774215"/>
                </a:lnTo>
                <a:lnTo>
                  <a:pt x="3297167" y="778069"/>
                </a:lnTo>
                <a:lnTo>
                  <a:pt x="3302983" y="779523"/>
                </a:lnTo>
                <a:lnTo>
                  <a:pt x="3307344" y="786830"/>
                </a:lnTo>
                <a:lnTo>
                  <a:pt x="3314613" y="770546"/>
                </a:lnTo>
                <a:lnTo>
                  <a:pt x="3321882" y="795857"/>
                </a:lnTo>
                <a:lnTo>
                  <a:pt x="3323335" y="795566"/>
                </a:lnTo>
                <a:lnTo>
                  <a:pt x="3324789" y="788352"/>
                </a:lnTo>
                <a:lnTo>
                  <a:pt x="3327697" y="797596"/>
                </a:lnTo>
                <a:lnTo>
                  <a:pt x="3330604" y="803570"/>
                </a:lnTo>
                <a:lnTo>
                  <a:pt x="3333512" y="788395"/>
                </a:lnTo>
                <a:lnTo>
                  <a:pt x="3334965" y="790127"/>
                </a:lnTo>
                <a:lnTo>
                  <a:pt x="3342235" y="806666"/>
                </a:lnTo>
                <a:lnTo>
                  <a:pt x="3346596" y="803120"/>
                </a:lnTo>
                <a:lnTo>
                  <a:pt x="3348050" y="800120"/>
                </a:lnTo>
                <a:lnTo>
                  <a:pt x="3349503" y="804249"/>
                </a:lnTo>
                <a:lnTo>
                  <a:pt x="3350957" y="816269"/>
                </a:lnTo>
                <a:lnTo>
                  <a:pt x="3355318" y="814620"/>
                </a:lnTo>
                <a:lnTo>
                  <a:pt x="3358226" y="818124"/>
                </a:lnTo>
                <a:lnTo>
                  <a:pt x="3364041" y="812120"/>
                </a:lnTo>
                <a:lnTo>
                  <a:pt x="3366949" y="806419"/>
                </a:lnTo>
                <a:lnTo>
                  <a:pt x="3369856" y="818676"/>
                </a:lnTo>
                <a:lnTo>
                  <a:pt x="3374217" y="806077"/>
                </a:lnTo>
                <a:lnTo>
                  <a:pt x="3375671" y="816586"/>
                </a:lnTo>
                <a:lnTo>
                  <a:pt x="3377125" y="816479"/>
                </a:lnTo>
                <a:lnTo>
                  <a:pt x="3378579" y="809143"/>
                </a:lnTo>
                <a:lnTo>
                  <a:pt x="3381487" y="818495"/>
                </a:lnTo>
                <a:lnTo>
                  <a:pt x="3382940" y="810495"/>
                </a:lnTo>
                <a:lnTo>
                  <a:pt x="3388755" y="820646"/>
                </a:lnTo>
                <a:lnTo>
                  <a:pt x="3393117" y="820239"/>
                </a:lnTo>
                <a:lnTo>
                  <a:pt x="3400386" y="829618"/>
                </a:lnTo>
                <a:lnTo>
                  <a:pt x="3404747" y="827249"/>
                </a:lnTo>
                <a:lnTo>
                  <a:pt x="3406201" y="836647"/>
                </a:lnTo>
                <a:lnTo>
                  <a:pt x="3409108" y="832987"/>
                </a:lnTo>
                <a:lnTo>
                  <a:pt x="3410562" y="821191"/>
                </a:lnTo>
                <a:lnTo>
                  <a:pt x="3414923" y="823853"/>
                </a:lnTo>
                <a:lnTo>
                  <a:pt x="3416377" y="827444"/>
                </a:lnTo>
                <a:lnTo>
                  <a:pt x="3417831" y="807362"/>
                </a:lnTo>
                <a:lnTo>
                  <a:pt x="3422192" y="814384"/>
                </a:lnTo>
                <a:lnTo>
                  <a:pt x="3423646" y="834957"/>
                </a:lnTo>
                <a:lnTo>
                  <a:pt x="3428007" y="828637"/>
                </a:lnTo>
                <a:lnTo>
                  <a:pt x="3433822" y="831000"/>
                </a:lnTo>
                <a:lnTo>
                  <a:pt x="3436730" y="859255"/>
                </a:lnTo>
                <a:lnTo>
                  <a:pt x="3438184" y="827252"/>
                </a:lnTo>
                <a:lnTo>
                  <a:pt x="3441091" y="836520"/>
                </a:lnTo>
                <a:lnTo>
                  <a:pt x="3442545" y="856691"/>
                </a:lnTo>
                <a:lnTo>
                  <a:pt x="3445453" y="844543"/>
                </a:lnTo>
                <a:lnTo>
                  <a:pt x="3454175" y="798230"/>
                </a:lnTo>
                <a:lnTo>
                  <a:pt x="3459991" y="836411"/>
                </a:lnTo>
                <a:lnTo>
                  <a:pt x="3461444" y="829268"/>
                </a:lnTo>
                <a:lnTo>
                  <a:pt x="3464352" y="827954"/>
                </a:lnTo>
                <a:lnTo>
                  <a:pt x="3467259" y="836726"/>
                </a:lnTo>
                <a:lnTo>
                  <a:pt x="3473074" y="825780"/>
                </a:lnTo>
                <a:lnTo>
                  <a:pt x="3475982" y="838217"/>
                </a:lnTo>
                <a:lnTo>
                  <a:pt x="3477436" y="825361"/>
                </a:lnTo>
                <a:lnTo>
                  <a:pt x="3478890" y="821824"/>
                </a:lnTo>
                <a:lnTo>
                  <a:pt x="3484705" y="838018"/>
                </a:lnTo>
                <a:lnTo>
                  <a:pt x="3490520" y="809095"/>
                </a:lnTo>
                <a:lnTo>
                  <a:pt x="3497788" y="841382"/>
                </a:lnTo>
                <a:lnTo>
                  <a:pt x="3499243" y="832253"/>
                </a:lnTo>
                <a:lnTo>
                  <a:pt x="3503604" y="837430"/>
                </a:lnTo>
                <a:lnTo>
                  <a:pt x="3512326" y="828973"/>
                </a:lnTo>
                <a:lnTo>
                  <a:pt x="3513780" y="823262"/>
                </a:lnTo>
                <a:lnTo>
                  <a:pt x="3516688" y="844295"/>
                </a:lnTo>
                <a:lnTo>
                  <a:pt x="3518142" y="814506"/>
                </a:lnTo>
                <a:lnTo>
                  <a:pt x="3525410" y="853777"/>
                </a:lnTo>
                <a:lnTo>
                  <a:pt x="3526864" y="843443"/>
                </a:lnTo>
                <a:lnTo>
                  <a:pt x="3529772" y="831998"/>
                </a:lnTo>
                <a:lnTo>
                  <a:pt x="3531226" y="832638"/>
                </a:lnTo>
                <a:lnTo>
                  <a:pt x="3532679" y="843662"/>
                </a:lnTo>
                <a:lnTo>
                  <a:pt x="3535587" y="836616"/>
                </a:lnTo>
                <a:lnTo>
                  <a:pt x="3537041" y="832739"/>
                </a:lnTo>
                <a:lnTo>
                  <a:pt x="3538495" y="848425"/>
                </a:lnTo>
                <a:lnTo>
                  <a:pt x="3542856" y="842747"/>
                </a:lnTo>
                <a:lnTo>
                  <a:pt x="3544310" y="844692"/>
                </a:lnTo>
                <a:lnTo>
                  <a:pt x="3545763" y="856345"/>
                </a:lnTo>
                <a:lnTo>
                  <a:pt x="3548671" y="842505"/>
                </a:lnTo>
                <a:lnTo>
                  <a:pt x="3550125" y="840957"/>
                </a:lnTo>
                <a:lnTo>
                  <a:pt x="3553032" y="852886"/>
                </a:lnTo>
                <a:lnTo>
                  <a:pt x="3555940" y="847033"/>
                </a:lnTo>
                <a:lnTo>
                  <a:pt x="3558847" y="829547"/>
                </a:lnTo>
                <a:lnTo>
                  <a:pt x="3560301" y="847353"/>
                </a:lnTo>
                <a:lnTo>
                  <a:pt x="3563209" y="850643"/>
                </a:lnTo>
                <a:lnTo>
                  <a:pt x="3564662" y="855884"/>
                </a:lnTo>
                <a:lnTo>
                  <a:pt x="3566116" y="851812"/>
                </a:lnTo>
                <a:lnTo>
                  <a:pt x="3569024" y="827619"/>
                </a:lnTo>
                <a:lnTo>
                  <a:pt x="3570478" y="839176"/>
                </a:lnTo>
                <a:lnTo>
                  <a:pt x="3571931" y="859833"/>
                </a:lnTo>
                <a:lnTo>
                  <a:pt x="3574839" y="829788"/>
                </a:lnTo>
                <a:lnTo>
                  <a:pt x="3577747" y="846038"/>
                </a:lnTo>
                <a:lnTo>
                  <a:pt x="3579200" y="834717"/>
                </a:lnTo>
                <a:lnTo>
                  <a:pt x="3583562" y="825192"/>
                </a:lnTo>
                <a:lnTo>
                  <a:pt x="3585015" y="826558"/>
                </a:lnTo>
                <a:lnTo>
                  <a:pt x="3586469" y="853621"/>
                </a:lnTo>
                <a:lnTo>
                  <a:pt x="3587923" y="825096"/>
                </a:lnTo>
                <a:lnTo>
                  <a:pt x="3589377" y="803839"/>
                </a:lnTo>
                <a:lnTo>
                  <a:pt x="3592284" y="821812"/>
                </a:lnTo>
                <a:lnTo>
                  <a:pt x="3593738" y="855470"/>
                </a:lnTo>
                <a:lnTo>
                  <a:pt x="3596645" y="812255"/>
                </a:lnTo>
                <a:lnTo>
                  <a:pt x="3599553" y="852362"/>
                </a:lnTo>
                <a:lnTo>
                  <a:pt x="3602461" y="816154"/>
                </a:lnTo>
                <a:lnTo>
                  <a:pt x="3605368" y="847584"/>
                </a:lnTo>
                <a:lnTo>
                  <a:pt x="3611183" y="844927"/>
                </a:lnTo>
                <a:lnTo>
                  <a:pt x="3612637" y="843043"/>
                </a:lnTo>
                <a:lnTo>
                  <a:pt x="3615545" y="815300"/>
                </a:lnTo>
                <a:lnTo>
                  <a:pt x="3616999" y="830078"/>
                </a:lnTo>
                <a:lnTo>
                  <a:pt x="3618452" y="862285"/>
                </a:lnTo>
                <a:lnTo>
                  <a:pt x="3621360" y="825776"/>
                </a:lnTo>
                <a:lnTo>
                  <a:pt x="3632990" y="867019"/>
                </a:lnTo>
                <a:lnTo>
                  <a:pt x="3635897" y="844099"/>
                </a:lnTo>
                <a:lnTo>
                  <a:pt x="3637351" y="852598"/>
                </a:lnTo>
                <a:lnTo>
                  <a:pt x="3640259" y="807350"/>
                </a:lnTo>
                <a:lnTo>
                  <a:pt x="3641713" y="827474"/>
                </a:lnTo>
                <a:lnTo>
                  <a:pt x="3644620" y="865563"/>
                </a:lnTo>
                <a:lnTo>
                  <a:pt x="3647528" y="837609"/>
                </a:lnTo>
                <a:lnTo>
                  <a:pt x="3653343" y="855923"/>
                </a:lnTo>
                <a:lnTo>
                  <a:pt x="3660612" y="836283"/>
                </a:lnTo>
                <a:lnTo>
                  <a:pt x="3662066" y="837088"/>
                </a:lnTo>
                <a:lnTo>
                  <a:pt x="3666427" y="870660"/>
                </a:lnTo>
                <a:lnTo>
                  <a:pt x="3667881" y="849555"/>
                </a:lnTo>
                <a:lnTo>
                  <a:pt x="3669334" y="859323"/>
                </a:lnTo>
                <a:lnTo>
                  <a:pt x="3670788" y="849960"/>
                </a:lnTo>
                <a:lnTo>
                  <a:pt x="3675149" y="821409"/>
                </a:lnTo>
                <a:lnTo>
                  <a:pt x="3676603" y="841082"/>
                </a:lnTo>
                <a:lnTo>
                  <a:pt x="3678057" y="876412"/>
                </a:lnTo>
                <a:lnTo>
                  <a:pt x="3680965" y="860805"/>
                </a:lnTo>
                <a:lnTo>
                  <a:pt x="3682418" y="844692"/>
                </a:lnTo>
                <a:lnTo>
                  <a:pt x="3685326" y="853317"/>
                </a:lnTo>
                <a:lnTo>
                  <a:pt x="3688233" y="879852"/>
                </a:lnTo>
                <a:lnTo>
                  <a:pt x="3691141" y="857252"/>
                </a:lnTo>
                <a:lnTo>
                  <a:pt x="3695502" y="827763"/>
                </a:lnTo>
                <a:lnTo>
                  <a:pt x="3696956" y="841465"/>
                </a:lnTo>
                <a:lnTo>
                  <a:pt x="3699864" y="863641"/>
                </a:lnTo>
                <a:lnTo>
                  <a:pt x="3702771" y="853304"/>
                </a:lnTo>
                <a:lnTo>
                  <a:pt x="3705679" y="850883"/>
                </a:lnTo>
                <a:lnTo>
                  <a:pt x="3707133" y="857837"/>
                </a:lnTo>
                <a:lnTo>
                  <a:pt x="3712948" y="831500"/>
                </a:lnTo>
                <a:lnTo>
                  <a:pt x="3718763" y="848606"/>
                </a:lnTo>
                <a:lnTo>
                  <a:pt x="3724578" y="810529"/>
                </a:lnTo>
                <a:lnTo>
                  <a:pt x="3727486" y="828309"/>
                </a:lnTo>
                <a:lnTo>
                  <a:pt x="3728939" y="829448"/>
                </a:lnTo>
                <a:lnTo>
                  <a:pt x="3730393" y="816076"/>
                </a:lnTo>
                <a:lnTo>
                  <a:pt x="3731847" y="840999"/>
                </a:lnTo>
                <a:lnTo>
                  <a:pt x="3733301" y="838778"/>
                </a:lnTo>
                <a:lnTo>
                  <a:pt x="3734754" y="848131"/>
                </a:lnTo>
                <a:lnTo>
                  <a:pt x="3736208" y="825529"/>
                </a:lnTo>
                <a:lnTo>
                  <a:pt x="3737662" y="823866"/>
                </a:lnTo>
                <a:lnTo>
                  <a:pt x="3739116" y="805754"/>
                </a:lnTo>
                <a:lnTo>
                  <a:pt x="3740570" y="857352"/>
                </a:lnTo>
                <a:lnTo>
                  <a:pt x="3742023" y="802646"/>
                </a:lnTo>
                <a:lnTo>
                  <a:pt x="3743477" y="813239"/>
                </a:lnTo>
                <a:lnTo>
                  <a:pt x="3744931" y="811844"/>
                </a:lnTo>
                <a:lnTo>
                  <a:pt x="3746385" y="819861"/>
                </a:lnTo>
                <a:lnTo>
                  <a:pt x="3750746" y="814399"/>
                </a:lnTo>
                <a:lnTo>
                  <a:pt x="3753653" y="805701"/>
                </a:lnTo>
                <a:lnTo>
                  <a:pt x="3755108" y="830055"/>
                </a:lnTo>
                <a:lnTo>
                  <a:pt x="3759469" y="814433"/>
                </a:lnTo>
                <a:lnTo>
                  <a:pt x="3766738" y="805519"/>
                </a:lnTo>
                <a:lnTo>
                  <a:pt x="3768191" y="801377"/>
                </a:lnTo>
                <a:lnTo>
                  <a:pt x="3769645" y="812194"/>
                </a:lnTo>
                <a:lnTo>
                  <a:pt x="3772553" y="832828"/>
                </a:lnTo>
                <a:lnTo>
                  <a:pt x="3774006" y="826894"/>
                </a:lnTo>
                <a:lnTo>
                  <a:pt x="3778368" y="807201"/>
                </a:lnTo>
                <a:lnTo>
                  <a:pt x="3779822" y="813961"/>
                </a:lnTo>
                <a:lnTo>
                  <a:pt x="3781275" y="811409"/>
                </a:lnTo>
                <a:lnTo>
                  <a:pt x="3782729" y="816206"/>
                </a:lnTo>
                <a:lnTo>
                  <a:pt x="3784183" y="820628"/>
                </a:lnTo>
                <a:lnTo>
                  <a:pt x="3785637" y="819757"/>
                </a:lnTo>
                <a:lnTo>
                  <a:pt x="3792905" y="787212"/>
                </a:lnTo>
                <a:lnTo>
                  <a:pt x="3795813" y="824748"/>
                </a:lnTo>
                <a:lnTo>
                  <a:pt x="3798721" y="803442"/>
                </a:lnTo>
                <a:lnTo>
                  <a:pt x="3800175" y="796447"/>
                </a:lnTo>
                <a:lnTo>
                  <a:pt x="3803082" y="826076"/>
                </a:lnTo>
                <a:lnTo>
                  <a:pt x="3804536" y="824710"/>
                </a:lnTo>
                <a:lnTo>
                  <a:pt x="3805990" y="798982"/>
                </a:lnTo>
                <a:lnTo>
                  <a:pt x="3810351" y="805743"/>
                </a:lnTo>
                <a:lnTo>
                  <a:pt x="3813258" y="803930"/>
                </a:lnTo>
                <a:lnTo>
                  <a:pt x="3814712" y="809996"/>
                </a:lnTo>
                <a:lnTo>
                  <a:pt x="3817620" y="806792"/>
                </a:lnTo>
                <a:lnTo>
                  <a:pt x="3821981" y="786630"/>
                </a:lnTo>
                <a:lnTo>
                  <a:pt x="3824889" y="801617"/>
                </a:lnTo>
                <a:lnTo>
                  <a:pt x="3826342" y="809779"/>
                </a:lnTo>
                <a:lnTo>
                  <a:pt x="3827796" y="787862"/>
                </a:lnTo>
                <a:lnTo>
                  <a:pt x="3833611" y="812313"/>
                </a:lnTo>
                <a:lnTo>
                  <a:pt x="3837973" y="776738"/>
                </a:lnTo>
                <a:lnTo>
                  <a:pt x="3840880" y="813445"/>
                </a:lnTo>
                <a:lnTo>
                  <a:pt x="3842334" y="787562"/>
                </a:lnTo>
                <a:lnTo>
                  <a:pt x="3843788" y="779794"/>
                </a:lnTo>
                <a:lnTo>
                  <a:pt x="3845242" y="791687"/>
                </a:lnTo>
                <a:lnTo>
                  <a:pt x="3849603" y="805714"/>
                </a:lnTo>
                <a:lnTo>
                  <a:pt x="3851057" y="803556"/>
                </a:lnTo>
                <a:lnTo>
                  <a:pt x="3852510" y="802856"/>
                </a:lnTo>
                <a:lnTo>
                  <a:pt x="3855418" y="807091"/>
                </a:lnTo>
                <a:lnTo>
                  <a:pt x="3861233" y="784473"/>
                </a:lnTo>
                <a:lnTo>
                  <a:pt x="3864141" y="820115"/>
                </a:lnTo>
                <a:lnTo>
                  <a:pt x="3865594" y="800551"/>
                </a:lnTo>
                <a:lnTo>
                  <a:pt x="3869956" y="767476"/>
                </a:lnTo>
                <a:lnTo>
                  <a:pt x="3871409" y="783648"/>
                </a:lnTo>
                <a:lnTo>
                  <a:pt x="3874317" y="818061"/>
                </a:lnTo>
                <a:lnTo>
                  <a:pt x="3878679" y="804425"/>
                </a:lnTo>
                <a:lnTo>
                  <a:pt x="3880132" y="805070"/>
                </a:lnTo>
                <a:lnTo>
                  <a:pt x="3881586" y="812576"/>
                </a:lnTo>
                <a:lnTo>
                  <a:pt x="3884494" y="806935"/>
                </a:lnTo>
                <a:lnTo>
                  <a:pt x="3890309" y="784470"/>
                </a:lnTo>
                <a:lnTo>
                  <a:pt x="3888855" y="815858"/>
                </a:lnTo>
                <a:lnTo>
                  <a:pt x="3891762" y="786123"/>
                </a:lnTo>
                <a:lnTo>
                  <a:pt x="3893216" y="795514"/>
                </a:lnTo>
                <a:lnTo>
                  <a:pt x="3894670" y="784064"/>
                </a:lnTo>
                <a:lnTo>
                  <a:pt x="3896124" y="783883"/>
                </a:lnTo>
                <a:lnTo>
                  <a:pt x="3897578" y="784012"/>
                </a:lnTo>
                <a:lnTo>
                  <a:pt x="3901939" y="816640"/>
                </a:lnTo>
                <a:lnTo>
                  <a:pt x="3904846" y="808688"/>
                </a:lnTo>
                <a:lnTo>
                  <a:pt x="3906300" y="816317"/>
                </a:lnTo>
                <a:lnTo>
                  <a:pt x="3912115" y="782403"/>
                </a:lnTo>
                <a:lnTo>
                  <a:pt x="3915023" y="815420"/>
                </a:lnTo>
                <a:lnTo>
                  <a:pt x="3916477" y="798637"/>
                </a:lnTo>
                <a:lnTo>
                  <a:pt x="3917931" y="783792"/>
                </a:lnTo>
                <a:lnTo>
                  <a:pt x="3920838" y="797300"/>
                </a:lnTo>
                <a:lnTo>
                  <a:pt x="3923746" y="806718"/>
                </a:lnTo>
                <a:lnTo>
                  <a:pt x="3925199" y="800459"/>
                </a:lnTo>
                <a:lnTo>
                  <a:pt x="3929561" y="773309"/>
                </a:lnTo>
                <a:lnTo>
                  <a:pt x="3931014" y="804798"/>
                </a:lnTo>
                <a:lnTo>
                  <a:pt x="3935376" y="791368"/>
                </a:lnTo>
                <a:lnTo>
                  <a:pt x="3938283" y="784229"/>
                </a:lnTo>
                <a:lnTo>
                  <a:pt x="3944098" y="802216"/>
                </a:lnTo>
                <a:lnTo>
                  <a:pt x="3947006" y="774965"/>
                </a:lnTo>
                <a:lnTo>
                  <a:pt x="3949913" y="796278"/>
                </a:lnTo>
                <a:lnTo>
                  <a:pt x="3951367" y="797932"/>
                </a:lnTo>
                <a:lnTo>
                  <a:pt x="3954275" y="795369"/>
                </a:lnTo>
                <a:lnTo>
                  <a:pt x="3955729" y="814122"/>
                </a:lnTo>
                <a:lnTo>
                  <a:pt x="3958636" y="793836"/>
                </a:lnTo>
                <a:lnTo>
                  <a:pt x="3960090" y="766039"/>
                </a:lnTo>
                <a:lnTo>
                  <a:pt x="3962998" y="787286"/>
                </a:lnTo>
                <a:lnTo>
                  <a:pt x="3965905" y="821367"/>
                </a:lnTo>
                <a:lnTo>
                  <a:pt x="3967359" y="778353"/>
                </a:lnTo>
                <a:lnTo>
                  <a:pt x="3968813" y="792711"/>
                </a:lnTo>
                <a:lnTo>
                  <a:pt x="3971720" y="797196"/>
                </a:lnTo>
                <a:lnTo>
                  <a:pt x="3977535" y="757400"/>
                </a:lnTo>
                <a:lnTo>
                  <a:pt x="3980443" y="790350"/>
                </a:lnTo>
                <a:lnTo>
                  <a:pt x="3984804" y="788572"/>
                </a:lnTo>
                <a:lnTo>
                  <a:pt x="3986258" y="787409"/>
                </a:lnTo>
                <a:lnTo>
                  <a:pt x="3987712" y="796200"/>
                </a:lnTo>
                <a:lnTo>
                  <a:pt x="3989165" y="777001"/>
                </a:lnTo>
                <a:lnTo>
                  <a:pt x="3992073" y="765849"/>
                </a:lnTo>
                <a:lnTo>
                  <a:pt x="3993527" y="772017"/>
                </a:lnTo>
                <a:lnTo>
                  <a:pt x="3994981" y="784435"/>
                </a:lnTo>
                <a:lnTo>
                  <a:pt x="3996435" y="758272"/>
                </a:lnTo>
                <a:lnTo>
                  <a:pt x="3999342" y="758975"/>
                </a:lnTo>
                <a:lnTo>
                  <a:pt x="4005157" y="790872"/>
                </a:lnTo>
                <a:lnTo>
                  <a:pt x="4002250" y="756633"/>
                </a:lnTo>
                <a:lnTo>
                  <a:pt x="4006611" y="790591"/>
                </a:lnTo>
                <a:lnTo>
                  <a:pt x="4008065" y="790013"/>
                </a:lnTo>
                <a:lnTo>
                  <a:pt x="4010972" y="760093"/>
                </a:lnTo>
                <a:lnTo>
                  <a:pt x="4013880" y="779503"/>
                </a:lnTo>
                <a:lnTo>
                  <a:pt x="4015334" y="767193"/>
                </a:lnTo>
                <a:lnTo>
                  <a:pt x="4016787" y="789131"/>
                </a:lnTo>
                <a:lnTo>
                  <a:pt x="4018241" y="775096"/>
                </a:lnTo>
                <a:lnTo>
                  <a:pt x="4019695" y="783987"/>
                </a:lnTo>
                <a:lnTo>
                  <a:pt x="4021149" y="766197"/>
                </a:lnTo>
                <a:lnTo>
                  <a:pt x="4022602" y="777414"/>
                </a:lnTo>
                <a:lnTo>
                  <a:pt x="4024056" y="766387"/>
                </a:lnTo>
                <a:lnTo>
                  <a:pt x="4025510" y="780540"/>
                </a:lnTo>
                <a:lnTo>
                  <a:pt x="4028417" y="769358"/>
                </a:lnTo>
                <a:lnTo>
                  <a:pt x="4031325" y="763509"/>
                </a:lnTo>
                <a:lnTo>
                  <a:pt x="4035687" y="786855"/>
                </a:lnTo>
                <a:lnTo>
                  <a:pt x="4042955" y="755276"/>
                </a:lnTo>
                <a:lnTo>
                  <a:pt x="4044409" y="754026"/>
                </a:lnTo>
                <a:lnTo>
                  <a:pt x="4047317" y="800131"/>
                </a:lnTo>
                <a:lnTo>
                  <a:pt x="4048770" y="750759"/>
                </a:lnTo>
                <a:lnTo>
                  <a:pt x="4050224" y="748442"/>
                </a:lnTo>
                <a:lnTo>
                  <a:pt x="4056039" y="782445"/>
                </a:lnTo>
                <a:lnTo>
                  <a:pt x="4057493" y="778421"/>
                </a:lnTo>
                <a:lnTo>
                  <a:pt x="4060401" y="755845"/>
                </a:lnTo>
                <a:lnTo>
                  <a:pt x="4061854" y="785189"/>
                </a:lnTo>
                <a:lnTo>
                  <a:pt x="4063308" y="754072"/>
                </a:lnTo>
                <a:lnTo>
                  <a:pt x="4064762" y="778788"/>
                </a:lnTo>
                <a:lnTo>
                  <a:pt x="4066216" y="754058"/>
                </a:lnTo>
                <a:lnTo>
                  <a:pt x="4069123" y="775621"/>
                </a:lnTo>
                <a:lnTo>
                  <a:pt x="4070577" y="778955"/>
                </a:lnTo>
                <a:lnTo>
                  <a:pt x="4072031" y="750912"/>
                </a:lnTo>
              </a:path>
            </a:pathLst>
          </a:custGeom>
          <a:noFill/>
          <a:ln w="392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4"/>
          <p:cNvSpPr/>
          <p:nvPr/>
        </p:nvSpPr>
        <p:spPr>
          <a:xfrm>
            <a:off x="1910482" y="3840099"/>
            <a:ext cx="4072031" cy="1047663"/>
          </a:xfrm>
          <a:custGeom>
            <a:avLst/>
            <a:gdLst/>
            <a:ahLst/>
            <a:cxnLst/>
            <a:rect l="l" t="t" r="r" b="b"/>
            <a:pathLst>
              <a:path w="4072031" h="1047663">
                <a:moveTo>
                  <a:pt x="0" y="588462"/>
                </a:moveTo>
                <a:lnTo>
                  <a:pt x="1453" y="577687"/>
                </a:lnTo>
                <a:lnTo>
                  <a:pt x="5815" y="585143"/>
                </a:lnTo>
                <a:lnTo>
                  <a:pt x="8722" y="570898"/>
                </a:lnTo>
                <a:lnTo>
                  <a:pt x="10176" y="580681"/>
                </a:lnTo>
                <a:lnTo>
                  <a:pt x="11630" y="584714"/>
                </a:lnTo>
                <a:lnTo>
                  <a:pt x="17445" y="564643"/>
                </a:lnTo>
                <a:lnTo>
                  <a:pt x="18899" y="576469"/>
                </a:lnTo>
                <a:lnTo>
                  <a:pt x="21806" y="563865"/>
                </a:lnTo>
                <a:lnTo>
                  <a:pt x="23260" y="568932"/>
                </a:lnTo>
                <a:lnTo>
                  <a:pt x="37798" y="556151"/>
                </a:lnTo>
                <a:lnTo>
                  <a:pt x="42159" y="560676"/>
                </a:lnTo>
                <a:lnTo>
                  <a:pt x="43613" y="557787"/>
                </a:lnTo>
                <a:lnTo>
                  <a:pt x="46520" y="552287"/>
                </a:lnTo>
                <a:lnTo>
                  <a:pt x="49428" y="549265"/>
                </a:lnTo>
                <a:lnTo>
                  <a:pt x="50882" y="561457"/>
                </a:lnTo>
                <a:lnTo>
                  <a:pt x="53789" y="549960"/>
                </a:lnTo>
                <a:lnTo>
                  <a:pt x="59604" y="545285"/>
                </a:lnTo>
                <a:lnTo>
                  <a:pt x="63966" y="541647"/>
                </a:lnTo>
                <a:lnTo>
                  <a:pt x="66873" y="549660"/>
                </a:lnTo>
                <a:lnTo>
                  <a:pt x="68327" y="549421"/>
                </a:lnTo>
                <a:lnTo>
                  <a:pt x="72688" y="539806"/>
                </a:lnTo>
                <a:lnTo>
                  <a:pt x="74142" y="543249"/>
                </a:lnTo>
                <a:lnTo>
                  <a:pt x="77050" y="542636"/>
                </a:lnTo>
                <a:lnTo>
                  <a:pt x="79957" y="536968"/>
                </a:lnTo>
                <a:lnTo>
                  <a:pt x="82865" y="538664"/>
                </a:lnTo>
                <a:lnTo>
                  <a:pt x="97402" y="538624"/>
                </a:lnTo>
                <a:lnTo>
                  <a:pt x="100310" y="529082"/>
                </a:lnTo>
                <a:lnTo>
                  <a:pt x="103218" y="534368"/>
                </a:lnTo>
                <a:lnTo>
                  <a:pt x="107579" y="536611"/>
                </a:lnTo>
                <a:lnTo>
                  <a:pt x="109033" y="535660"/>
                </a:lnTo>
                <a:lnTo>
                  <a:pt x="110487" y="531382"/>
                </a:lnTo>
                <a:lnTo>
                  <a:pt x="111940" y="539766"/>
                </a:lnTo>
                <a:lnTo>
                  <a:pt x="113394" y="538089"/>
                </a:lnTo>
                <a:lnTo>
                  <a:pt x="125024" y="529207"/>
                </a:lnTo>
                <a:lnTo>
                  <a:pt x="130839" y="535845"/>
                </a:lnTo>
                <a:lnTo>
                  <a:pt x="136654" y="530754"/>
                </a:lnTo>
                <a:lnTo>
                  <a:pt x="141016" y="528505"/>
                </a:lnTo>
                <a:lnTo>
                  <a:pt x="142470" y="535913"/>
                </a:lnTo>
                <a:lnTo>
                  <a:pt x="149739" y="527215"/>
                </a:lnTo>
                <a:lnTo>
                  <a:pt x="152646" y="532220"/>
                </a:lnTo>
                <a:lnTo>
                  <a:pt x="155554" y="530543"/>
                </a:lnTo>
                <a:lnTo>
                  <a:pt x="157007" y="528782"/>
                </a:lnTo>
                <a:lnTo>
                  <a:pt x="159915" y="533498"/>
                </a:lnTo>
                <a:lnTo>
                  <a:pt x="167184" y="530956"/>
                </a:lnTo>
                <a:lnTo>
                  <a:pt x="170092" y="527821"/>
                </a:lnTo>
                <a:lnTo>
                  <a:pt x="171545" y="532580"/>
                </a:lnTo>
                <a:lnTo>
                  <a:pt x="174453" y="535916"/>
                </a:lnTo>
                <a:lnTo>
                  <a:pt x="175907" y="530463"/>
                </a:lnTo>
                <a:lnTo>
                  <a:pt x="184629" y="523313"/>
                </a:lnTo>
                <a:lnTo>
                  <a:pt x="191898" y="526687"/>
                </a:lnTo>
                <a:lnTo>
                  <a:pt x="212251" y="519065"/>
                </a:lnTo>
                <a:lnTo>
                  <a:pt x="218066" y="524975"/>
                </a:lnTo>
                <a:lnTo>
                  <a:pt x="223881" y="520878"/>
                </a:lnTo>
                <a:lnTo>
                  <a:pt x="226789" y="524906"/>
                </a:lnTo>
                <a:lnTo>
                  <a:pt x="231150" y="523617"/>
                </a:lnTo>
                <a:lnTo>
                  <a:pt x="232604" y="529543"/>
                </a:lnTo>
                <a:lnTo>
                  <a:pt x="236965" y="526100"/>
                </a:lnTo>
                <a:lnTo>
                  <a:pt x="239873" y="527781"/>
                </a:lnTo>
                <a:lnTo>
                  <a:pt x="245688" y="522368"/>
                </a:lnTo>
                <a:lnTo>
                  <a:pt x="258772" y="521180"/>
                </a:lnTo>
                <a:lnTo>
                  <a:pt x="266041" y="525187"/>
                </a:lnTo>
                <a:lnTo>
                  <a:pt x="273310" y="519111"/>
                </a:lnTo>
                <a:lnTo>
                  <a:pt x="277671" y="522421"/>
                </a:lnTo>
                <a:lnTo>
                  <a:pt x="279125" y="516798"/>
                </a:lnTo>
                <a:lnTo>
                  <a:pt x="280579" y="515891"/>
                </a:lnTo>
                <a:lnTo>
                  <a:pt x="289301" y="529506"/>
                </a:lnTo>
                <a:lnTo>
                  <a:pt x="295116" y="522988"/>
                </a:lnTo>
                <a:lnTo>
                  <a:pt x="309654" y="523752"/>
                </a:lnTo>
                <a:lnTo>
                  <a:pt x="314015" y="519983"/>
                </a:lnTo>
                <a:lnTo>
                  <a:pt x="315469" y="520988"/>
                </a:lnTo>
                <a:lnTo>
                  <a:pt x="319831" y="525151"/>
                </a:lnTo>
                <a:lnTo>
                  <a:pt x="321284" y="520002"/>
                </a:lnTo>
                <a:lnTo>
                  <a:pt x="322738" y="519351"/>
                </a:lnTo>
                <a:lnTo>
                  <a:pt x="324192" y="527292"/>
                </a:lnTo>
                <a:lnTo>
                  <a:pt x="328553" y="521033"/>
                </a:lnTo>
                <a:lnTo>
                  <a:pt x="330007" y="522495"/>
                </a:lnTo>
                <a:lnTo>
                  <a:pt x="331461" y="519341"/>
                </a:lnTo>
                <a:lnTo>
                  <a:pt x="334368" y="510650"/>
                </a:lnTo>
                <a:lnTo>
                  <a:pt x="337276" y="513529"/>
                </a:lnTo>
                <a:lnTo>
                  <a:pt x="345998" y="508413"/>
                </a:lnTo>
                <a:lnTo>
                  <a:pt x="353267" y="518121"/>
                </a:lnTo>
                <a:lnTo>
                  <a:pt x="354721" y="510717"/>
                </a:lnTo>
                <a:lnTo>
                  <a:pt x="359083" y="516309"/>
                </a:lnTo>
                <a:lnTo>
                  <a:pt x="360536" y="518632"/>
                </a:lnTo>
                <a:lnTo>
                  <a:pt x="361990" y="512352"/>
                </a:lnTo>
                <a:lnTo>
                  <a:pt x="366352" y="513651"/>
                </a:lnTo>
                <a:lnTo>
                  <a:pt x="370713" y="515405"/>
                </a:lnTo>
                <a:lnTo>
                  <a:pt x="372167" y="513920"/>
                </a:lnTo>
                <a:lnTo>
                  <a:pt x="375074" y="517950"/>
                </a:lnTo>
                <a:lnTo>
                  <a:pt x="379435" y="521852"/>
                </a:lnTo>
                <a:lnTo>
                  <a:pt x="380889" y="521225"/>
                </a:lnTo>
                <a:lnTo>
                  <a:pt x="386704" y="517682"/>
                </a:lnTo>
                <a:lnTo>
                  <a:pt x="389612" y="520498"/>
                </a:lnTo>
                <a:lnTo>
                  <a:pt x="391066" y="516097"/>
                </a:lnTo>
                <a:lnTo>
                  <a:pt x="415780" y="513012"/>
                </a:lnTo>
                <a:lnTo>
                  <a:pt x="421595" y="507298"/>
                </a:lnTo>
                <a:lnTo>
                  <a:pt x="427410" y="518173"/>
                </a:lnTo>
                <a:lnTo>
                  <a:pt x="436133" y="508160"/>
                </a:lnTo>
                <a:lnTo>
                  <a:pt x="441948" y="513781"/>
                </a:lnTo>
                <a:lnTo>
                  <a:pt x="447763" y="510979"/>
                </a:lnTo>
                <a:lnTo>
                  <a:pt x="455032" y="513595"/>
                </a:lnTo>
                <a:lnTo>
                  <a:pt x="459393" y="517319"/>
                </a:lnTo>
                <a:lnTo>
                  <a:pt x="462301" y="499612"/>
                </a:lnTo>
                <a:lnTo>
                  <a:pt x="463755" y="496626"/>
                </a:lnTo>
                <a:lnTo>
                  <a:pt x="465208" y="504499"/>
                </a:lnTo>
                <a:lnTo>
                  <a:pt x="469570" y="500615"/>
                </a:lnTo>
                <a:lnTo>
                  <a:pt x="471023" y="498076"/>
                </a:lnTo>
                <a:lnTo>
                  <a:pt x="473931" y="513328"/>
                </a:lnTo>
                <a:lnTo>
                  <a:pt x="476839" y="505606"/>
                </a:lnTo>
                <a:lnTo>
                  <a:pt x="482654" y="503548"/>
                </a:lnTo>
                <a:lnTo>
                  <a:pt x="484107" y="493214"/>
                </a:lnTo>
                <a:lnTo>
                  <a:pt x="487015" y="502175"/>
                </a:lnTo>
                <a:lnTo>
                  <a:pt x="488469" y="508937"/>
                </a:lnTo>
                <a:lnTo>
                  <a:pt x="491376" y="497499"/>
                </a:lnTo>
                <a:lnTo>
                  <a:pt x="494284" y="508129"/>
                </a:lnTo>
                <a:lnTo>
                  <a:pt x="495738" y="505265"/>
                </a:lnTo>
                <a:lnTo>
                  <a:pt x="498645" y="496467"/>
                </a:lnTo>
                <a:lnTo>
                  <a:pt x="501553" y="501958"/>
                </a:lnTo>
                <a:lnTo>
                  <a:pt x="516091" y="498975"/>
                </a:lnTo>
                <a:lnTo>
                  <a:pt x="517544" y="498530"/>
                </a:lnTo>
                <a:lnTo>
                  <a:pt x="518998" y="504655"/>
                </a:lnTo>
                <a:lnTo>
                  <a:pt x="523359" y="501152"/>
                </a:lnTo>
                <a:lnTo>
                  <a:pt x="529175" y="498421"/>
                </a:lnTo>
                <a:lnTo>
                  <a:pt x="530628" y="506379"/>
                </a:lnTo>
                <a:lnTo>
                  <a:pt x="534990" y="500992"/>
                </a:lnTo>
                <a:lnTo>
                  <a:pt x="542259" y="497340"/>
                </a:lnTo>
                <a:lnTo>
                  <a:pt x="543712" y="500108"/>
                </a:lnTo>
                <a:lnTo>
                  <a:pt x="550981" y="504958"/>
                </a:lnTo>
                <a:lnTo>
                  <a:pt x="552435" y="505624"/>
                </a:lnTo>
                <a:lnTo>
                  <a:pt x="558250" y="499180"/>
                </a:lnTo>
                <a:lnTo>
                  <a:pt x="564065" y="506244"/>
                </a:lnTo>
                <a:lnTo>
                  <a:pt x="572788" y="493838"/>
                </a:lnTo>
                <a:lnTo>
                  <a:pt x="577149" y="505204"/>
                </a:lnTo>
                <a:lnTo>
                  <a:pt x="580057" y="502939"/>
                </a:lnTo>
                <a:lnTo>
                  <a:pt x="582964" y="497280"/>
                </a:lnTo>
                <a:lnTo>
                  <a:pt x="585872" y="498730"/>
                </a:lnTo>
                <a:lnTo>
                  <a:pt x="588779" y="498584"/>
                </a:lnTo>
                <a:lnTo>
                  <a:pt x="590233" y="501305"/>
                </a:lnTo>
                <a:lnTo>
                  <a:pt x="591687" y="503543"/>
                </a:lnTo>
                <a:lnTo>
                  <a:pt x="594595" y="499940"/>
                </a:lnTo>
                <a:lnTo>
                  <a:pt x="596048" y="496582"/>
                </a:lnTo>
                <a:lnTo>
                  <a:pt x="597502" y="500005"/>
                </a:lnTo>
                <a:lnTo>
                  <a:pt x="600410" y="503520"/>
                </a:lnTo>
                <a:lnTo>
                  <a:pt x="603317" y="501650"/>
                </a:lnTo>
                <a:lnTo>
                  <a:pt x="619309" y="502619"/>
                </a:lnTo>
                <a:lnTo>
                  <a:pt x="638208" y="506683"/>
                </a:lnTo>
                <a:lnTo>
                  <a:pt x="641115" y="513734"/>
                </a:lnTo>
                <a:lnTo>
                  <a:pt x="642569" y="511444"/>
                </a:lnTo>
                <a:lnTo>
                  <a:pt x="644023" y="501434"/>
                </a:lnTo>
                <a:lnTo>
                  <a:pt x="648384" y="503610"/>
                </a:lnTo>
                <a:lnTo>
                  <a:pt x="649838" y="501754"/>
                </a:lnTo>
                <a:lnTo>
                  <a:pt x="654200" y="519994"/>
                </a:lnTo>
                <a:lnTo>
                  <a:pt x="655653" y="507914"/>
                </a:lnTo>
                <a:lnTo>
                  <a:pt x="660015" y="510059"/>
                </a:lnTo>
                <a:lnTo>
                  <a:pt x="661468" y="506760"/>
                </a:lnTo>
                <a:lnTo>
                  <a:pt x="664376" y="500037"/>
                </a:lnTo>
                <a:lnTo>
                  <a:pt x="665830" y="504669"/>
                </a:lnTo>
                <a:lnTo>
                  <a:pt x="667283" y="509988"/>
                </a:lnTo>
                <a:lnTo>
                  <a:pt x="671645" y="507273"/>
                </a:lnTo>
                <a:lnTo>
                  <a:pt x="673098" y="506713"/>
                </a:lnTo>
                <a:lnTo>
                  <a:pt x="674552" y="511020"/>
                </a:lnTo>
                <a:lnTo>
                  <a:pt x="676006" y="513001"/>
                </a:lnTo>
                <a:lnTo>
                  <a:pt x="677460" y="510116"/>
                </a:lnTo>
                <a:lnTo>
                  <a:pt x="681821" y="506907"/>
                </a:lnTo>
                <a:lnTo>
                  <a:pt x="683275" y="508396"/>
                </a:lnTo>
                <a:lnTo>
                  <a:pt x="696359" y="504972"/>
                </a:lnTo>
                <a:lnTo>
                  <a:pt x="699267" y="510854"/>
                </a:lnTo>
                <a:lnTo>
                  <a:pt x="702174" y="506223"/>
                </a:lnTo>
                <a:lnTo>
                  <a:pt x="705082" y="504351"/>
                </a:lnTo>
                <a:lnTo>
                  <a:pt x="706535" y="508635"/>
                </a:lnTo>
                <a:lnTo>
                  <a:pt x="713804" y="506721"/>
                </a:lnTo>
                <a:lnTo>
                  <a:pt x="715258" y="502868"/>
                </a:lnTo>
                <a:lnTo>
                  <a:pt x="716712" y="507330"/>
                </a:lnTo>
                <a:lnTo>
                  <a:pt x="719619" y="511286"/>
                </a:lnTo>
                <a:lnTo>
                  <a:pt x="721073" y="500287"/>
                </a:lnTo>
                <a:lnTo>
                  <a:pt x="723981" y="508359"/>
                </a:lnTo>
                <a:lnTo>
                  <a:pt x="728342" y="510692"/>
                </a:lnTo>
                <a:lnTo>
                  <a:pt x="731250" y="504812"/>
                </a:lnTo>
                <a:lnTo>
                  <a:pt x="734157" y="509872"/>
                </a:lnTo>
                <a:lnTo>
                  <a:pt x="769048" y="510707"/>
                </a:lnTo>
                <a:lnTo>
                  <a:pt x="770502" y="512518"/>
                </a:lnTo>
                <a:lnTo>
                  <a:pt x="771956" y="507766"/>
                </a:lnTo>
                <a:lnTo>
                  <a:pt x="773409" y="504875"/>
                </a:lnTo>
                <a:lnTo>
                  <a:pt x="774863" y="509336"/>
                </a:lnTo>
                <a:lnTo>
                  <a:pt x="777771" y="507455"/>
                </a:lnTo>
                <a:lnTo>
                  <a:pt x="779224" y="511418"/>
                </a:lnTo>
                <a:lnTo>
                  <a:pt x="780678" y="505716"/>
                </a:lnTo>
                <a:lnTo>
                  <a:pt x="783586" y="508833"/>
                </a:lnTo>
                <a:lnTo>
                  <a:pt x="808300" y="500948"/>
                </a:lnTo>
                <a:lnTo>
                  <a:pt x="809754" y="496058"/>
                </a:lnTo>
                <a:lnTo>
                  <a:pt x="811207" y="501862"/>
                </a:lnTo>
                <a:lnTo>
                  <a:pt x="812661" y="507668"/>
                </a:lnTo>
                <a:lnTo>
                  <a:pt x="815569" y="496924"/>
                </a:lnTo>
                <a:lnTo>
                  <a:pt x="824291" y="503004"/>
                </a:lnTo>
                <a:lnTo>
                  <a:pt x="830106" y="497355"/>
                </a:lnTo>
                <a:lnTo>
                  <a:pt x="838829" y="499467"/>
                </a:lnTo>
                <a:lnTo>
                  <a:pt x="843191" y="492278"/>
                </a:lnTo>
                <a:lnTo>
                  <a:pt x="844644" y="497435"/>
                </a:lnTo>
                <a:lnTo>
                  <a:pt x="880989" y="496087"/>
                </a:lnTo>
                <a:lnTo>
                  <a:pt x="883896" y="499615"/>
                </a:lnTo>
                <a:lnTo>
                  <a:pt x="888258" y="493719"/>
                </a:lnTo>
                <a:lnTo>
                  <a:pt x="892619" y="493385"/>
                </a:lnTo>
                <a:lnTo>
                  <a:pt x="896980" y="498600"/>
                </a:lnTo>
                <a:lnTo>
                  <a:pt x="899888" y="489465"/>
                </a:lnTo>
                <a:lnTo>
                  <a:pt x="901342" y="495412"/>
                </a:lnTo>
                <a:lnTo>
                  <a:pt x="902795" y="497427"/>
                </a:lnTo>
                <a:lnTo>
                  <a:pt x="904249" y="493325"/>
                </a:lnTo>
                <a:lnTo>
                  <a:pt x="905703" y="486568"/>
                </a:lnTo>
                <a:lnTo>
                  <a:pt x="908610" y="491348"/>
                </a:lnTo>
                <a:lnTo>
                  <a:pt x="915879" y="493507"/>
                </a:lnTo>
                <a:lnTo>
                  <a:pt x="918787" y="495718"/>
                </a:lnTo>
                <a:lnTo>
                  <a:pt x="920241" y="493163"/>
                </a:lnTo>
                <a:lnTo>
                  <a:pt x="923148" y="484206"/>
                </a:lnTo>
                <a:lnTo>
                  <a:pt x="926056" y="485477"/>
                </a:lnTo>
                <a:lnTo>
                  <a:pt x="933325" y="485549"/>
                </a:lnTo>
                <a:lnTo>
                  <a:pt x="942047" y="483629"/>
                </a:lnTo>
                <a:lnTo>
                  <a:pt x="943501" y="485211"/>
                </a:lnTo>
                <a:lnTo>
                  <a:pt x="944955" y="478974"/>
                </a:lnTo>
                <a:lnTo>
                  <a:pt x="960947" y="479986"/>
                </a:lnTo>
                <a:lnTo>
                  <a:pt x="966762" y="478062"/>
                </a:lnTo>
                <a:lnTo>
                  <a:pt x="974031" y="478863"/>
                </a:lnTo>
                <a:lnTo>
                  <a:pt x="978392" y="474034"/>
                </a:lnTo>
                <a:lnTo>
                  <a:pt x="979846" y="479937"/>
                </a:lnTo>
                <a:lnTo>
                  <a:pt x="984207" y="478204"/>
                </a:lnTo>
                <a:lnTo>
                  <a:pt x="987115" y="473571"/>
                </a:lnTo>
                <a:lnTo>
                  <a:pt x="990022" y="476229"/>
                </a:lnTo>
                <a:lnTo>
                  <a:pt x="991476" y="476167"/>
                </a:lnTo>
                <a:lnTo>
                  <a:pt x="995837" y="463625"/>
                </a:lnTo>
                <a:lnTo>
                  <a:pt x="997291" y="465302"/>
                </a:lnTo>
                <a:lnTo>
                  <a:pt x="1001652" y="472465"/>
                </a:lnTo>
                <a:lnTo>
                  <a:pt x="1003106" y="465898"/>
                </a:lnTo>
                <a:lnTo>
                  <a:pt x="1011829" y="468664"/>
                </a:lnTo>
                <a:lnTo>
                  <a:pt x="1014736" y="462037"/>
                </a:lnTo>
                <a:lnTo>
                  <a:pt x="1017644" y="463353"/>
                </a:lnTo>
                <a:lnTo>
                  <a:pt x="1023459" y="464059"/>
                </a:lnTo>
                <a:lnTo>
                  <a:pt x="1032182" y="472789"/>
                </a:lnTo>
                <a:lnTo>
                  <a:pt x="1033635" y="468179"/>
                </a:lnTo>
                <a:lnTo>
                  <a:pt x="1036543" y="472475"/>
                </a:lnTo>
                <a:lnTo>
                  <a:pt x="1042358" y="473344"/>
                </a:lnTo>
                <a:lnTo>
                  <a:pt x="1049627" y="475494"/>
                </a:lnTo>
                <a:lnTo>
                  <a:pt x="1052535" y="463504"/>
                </a:lnTo>
                <a:lnTo>
                  <a:pt x="1055442" y="471603"/>
                </a:lnTo>
                <a:lnTo>
                  <a:pt x="1061257" y="480549"/>
                </a:lnTo>
                <a:lnTo>
                  <a:pt x="1062711" y="478305"/>
                </a:lnTo>
                <a:lnTo>
                  <a:pt x="1074341" y="485689"/>
                </a:lnTo>
                <a:lnTo>
                  <a:pt x="1087425" y="495209"/>
                </a:lnTo>
                <a:lnTo>
                  <a:pt x="1096148" y="479450"/>
                </a:lnTo>
                <a:lnTo>
                  <a:pt x="1106324" y="500228"/>
                </a:lnTo>
                <a:lnTo>
                  <a:pt x="1109232" y="502357"/>
                </a:lnTo>
                <a:lnTo>
                  <a:pt x="1115047" y="494375"/>
                </a:lnTo>
                <a:lnTo>
                  <a:pt x="1117954" y="503200"/>
                </a:lnTo>
                <a:lnTo>
                  <a:pt x="1120862" y="498089"/>
                </a:lnTo>
                <a:lnTo>
                  <a:pt x="1138308" y="515098"/>
                </a:lnTo>
                <a:lnTo>
                  <a:pt x="1142669" y="504478"/>
                </a:lnTo>
                <a:lnTo>
                  <a:pt x="1144123" y="510016"/>
                </a:lnTo>
                <a:lnTo>
                  <a:pt x="1151391" y="526900"/>
                </a:lnTo>
                <a:lnTo>
                  <a:pt x="1152845" y="522159"/>
                </a:lnTo>
                <a:lnTo>
                  <a:pt x="1155753" y="510538"/>
                </a:lnTo>
                <a:lnTo>
                  <a:pt x="1161568" y="517213"/>
                </a:lnTo>
                <a:lnTo>
                  <a:pt x="1163022" y="517050"/>
                </a:lnTo>
                <a:lnTo>
                  <a:pt x="1168837" y="525732"/>
                </a:lnTo>
                <a:lnTo>
                  <a:pt x="1170291" y="521353"/>
                </a:lnTo>
                <a:lnTo>
                  <a:pt x="1171744" y="526496"/>
                </a:lnTo>
                <a:lnTo>
                  <a:pt x="1179013" y="532830"/>
                </a:lnTo>
                <a:lnTo>
                  <a:pt x="1184828" y="531127"/>
                </a:lnTo>
                <a:lnTo>
                  <a:pt x="1189190" y="523094"/>
                </a:lnTo>
                <a:lnTo>
                  <a:pt x="1192097" y="529159"/>
                </a:lnTo>
                <a:lnTo>
                  <a:pt x="1200820" y="552578"/>
                </a:lnTo>
                <a:lnTo>
                  <a:pt x="1206635" y="549038"/>
                </a:lnTo>
                <a:lnTo>
                  <a:pt x="1213904" y="562055"/>
                </a:lnTo>
                <a:lnTo>
                  <a:pt x="1215358" y="556523"/>
                </a:lnTo>
                <a:lnTo>
                  <a:pt x="1218265" y="563804"/>
                </a:lnTo>
                <a:lnTo>
                  <a:pt x="1229895" y="592775"/>
                </a:lnTo>
                <a:lnTo>
                  <a:pt x="1254610" y="630593"/>
                </a:lnTo>
                <a:lnTo>
                  <a:pt x="1256063" y="621434"/>
                </a:lnTo>
                <a:lnTo>
                  <a:pt x="1258971" y="612256"/>
                </a:lnTo>
                <a:lnTo>
                  <a:pt x="1261879" y="616901"/>
                </a:lnTo>
                <a:lnTo>
                  <a:pt x="1279324" y="643085"/>
                </a:lnTo>
                <a:lnTo>
                  <a:pt x="1285139" y="655341"/>
                </a:lnTo>
                <a:lnTo>
                  <a:pt x="1286593" y="653225"/>
                </a:lnTo>
                <a:lnTo>
                  <a:pt x="1289500" y="648986"/>
                </a:lnTo>
                <a:lnTo>
                  <a:pt x="1290954" y="652985"/>
                </a:lnTo>
                <a:lnTo>
                  <a:pt x="1299677" y="668052"/>
                </a:lnTo>
                <a:lnTo>
                  <a:pt x="1302584" y="665869"/>
                </a:lnTo>
                <a:lnTo>
                  <a:pt x="1304038" y="662546"/>
                </a:lnTo>
                <a:lnTo>
                  <a:pt x="1306946" y="665765"/>
                </a:lnTo>
                <a:lnTo>
                  <a:pt x="1309853" y="672589"/>
                </a:lnTo>
                <a:lnTo>
                  <a:pt x="1311307" y="680553"/>
                </a:lnTo>
                <a:lnTo>
                  <a:pt x="1312761" y="667297"/>
                </a:lnTo>
                <a:lnTo>
                  <a:pt x="1315668" y="675283"/>
                </a:lnTo>
                <a:lnTo>
                  <a:pt x="1318576" y="673860"/>
                </a:lnTo>
                <a:lnTo>
                  <a:pt x="1320030" y="677004"/>
                </a:lnTo>
                <a:lnTo>
                  <a:pt x="1337475" y="692630"/>
                </a:lnTo>
                <a:lnTo>
                  <a:pt x="1341836" y="689102"/>
                </a:lnTo>
                <a:lnTo>
                  <a:pt x="1352013" y="721557"/>
                </a:lnTo>
                <a:lnTo>
                  <a:pt x="1356374" y="723968"/>
                </a:lnTo>
                <a:lnTo>
                  <a:pt x="1365097" y="752901"/>
                </a:lnTo>
                <a:lnTo>
                  <a:pt x="1382542" y="782808"/>
                </a:lnTo>
                <a:lnTo>
                  <a:pt x="1385450" y="775639"/>
                </a:lnTo>
                <a:lnTo>
                  <a:pt x="1388357" y="782117"/>
                </a:lnTo>
                <a:lnTo>
                  <a:pt x="1404349" y="816629"/>
                </a:lnTo>
                <a:lnTo>
                  <a:pt x="1426155" y="884674"/>
                </a:lnTo>
                <a:lnTo>
                  <a:pt x="1427609" y="883575"/>
                </a:lnTo>
                <a:lnTo>
                  <a:pt x="1429063" y="888868"/>
                </a:lnTo>
                <a:lnTo>
                  <a:pt x="1437786" y="894480"/>
                </a:lnTo>
                <a:lnTo>
                  <a:pt x="1439240" y="891452"/>
                </a:lnTo>
                <a:lnTo>
                  <a:pt x="1456685" y="785406"/>
                </a:lnTo>
                <a:lnTo>
                  <a:pt x="1478492" y="605863"/>
                </a:lnTo>
                <a:lnTo>
                  <a:pt x="1513382" y="479494"/>
                </a:lnTo>
                <a:lnTo>
                  <a:pt x="1519197" y="491452"/>
                </a:lnTo>
                <a:lnTo>
                  <a:pt x="1525012" y="478074"/>
                </a:lnTo>
                <a:lnTo>
                  <a:pt x="1526466" y="479397"/>
                </a:lnTo>
                <a:lnTo>
                  <a:pt x="1530827" y="474328"/>
                </a:lnTo>
                <a:lnTo>
                  <a:pt x="1532281" y="476296"/>
                </a:lnTo>
                <a:lnTo>
                  <a:pt x="1535189" y="483427"/>
                </a:lnTo>
                <a:lnTo>
                  <a:pt x="1536643" y="465126"/>
                </a:lnTo>
                <a:lnTo>
                  <a:pt x="1539550" y="488552"/>
                </a:lnTo>
                <a:lnTo>
                  <a:pt x="1543911" y="476614"/>
                </a:lnTo>
                <a:lnTo>
                  <a:pt x="1545365" y="481455"/>
                </a:lnTo>
                <a:lnTo>
                  <a:pt x="1548273" y="476696"/>
                </a:lnTo>
                <a:lnTo>
                  <a:pt x="1549726" y="485694"/>
                </a:lnTo>
                <a:lnTo>
                  <a:pt x="1554088" y="489925"/>
                </a:lnTo>
                <a:lnTo>
                  <a:pt x="1555541" y="478011"/>
                </a:lnTo>
                <a:lnTo>
                  <a:pt x="1561357" y="493423"/>
                </a:lnTo>
                <a:lnTo>
                  <a:pt x="1562811" y="491227"/>
                </a:lnTo>
                <a:lnTo>
                  <a:pt x="1564264" y="482353"/>
                </a:lnTo>
                <a:lnTo>
                  <a:pt x="1565718" y="498377"/>
                </a:lnTo>
                <a:lnTo>
                  <a:pt x="1567172" y="497683"/>
                </a:lnTo>
                <a:lnTo>
                  <a:pt x="1572987" y="491646"/>
                </a:lnTo>
                <a:lnTo>
                  <a:pt x="1574441" y="490858"/>
                </a:lnTo>
                <a:lnTo>
                  <a:pt x="1581710" y="500055"/>
                </a:lnTo>
                <a:lnTo>
                  <a:pt x="1587525" y="502289"/>
                </a:lnTo>
                <a:lnTo>
                  <a:pt x="1588978" y="505315"/>
                </a:lnTo>
                <a:lnTo>
                  <a:pt x="1591886" y="500048"/>
                </a:lnTo>
                <a:lnTo>
                  <a:pt x="1596248" y="487654"/>
                </a:lnTo>
                <a:lnTo>
                  <a:pt x="1599155" y="505547"/>
                </a:lnTo>
                <a:lnTo>
                  <a:pt x="1602063" y="492930"/>
                </a:lnTo>
                <a:lnTo>
                  <a:pt x="1606424" y="495402"/>
                </a:lnTo>
                <a:lnTo>
                  <a:pt x="1612239" y="476500"/>
                </a:lnTo>
                <a:lnTo>
                  <a:pt x="1616600" y="486144"/>
                </a:lnTo>
                <a:lnTo>
                  <a:pt x="1618054" y="479012"/>
                </a:lnTo>
                <a:lnTo>
                  <a:pt x="1620962" y="467605"/>
                </a:lnTo>
                <a:lnTo>
                  <a:pt x="1623869" y="475477"/>
                </a:lnTo>
                <a:lnTo>
                  <a:pt x="1629684" y="491120"/>
                </a:lnTo>
                <a:lnTo>
                  <a:pt x="1634045" y="468255"/>
                </a:lnTo>
                <a:lnTo>
                  <a:pt x="1636953" y="470766"/>
                </a:lnTo>
                <a:lnTo>
                  <a:pt x="1644222" y="477204"/>
                </a:lnTo>
                <a:lnTo>
                  <a:pt x="1645676" y="461619"/>
                </a:lnTo>
                <a:lnTo>
                  <a:pt x="1647130" y="472781"/>
                </a:lnTo>
                <a:lnTo>
                  <a:pt x="1652945" y="496618"/>
                </a:lnTo>
                <a:lnTo>
                  <a:pt x="1654399" y="496406"/>
                </a:lnTo>
                <a:lnTo>
                  <a:pt x="1655852" y="501762"/>
                </a:lnTo>
                <a:lnTo>
                  <a:pt x="1657306" y="493165"/>
                </a:lnTo>
                <a:lnTo>
                  <a:pt x="1661667" y="482243"/>
                </a:lnTo>
                <a:lnTo>
                  <a:pt x="1660214" y="497474"/>
                </a:lnTo>
                <a:lnTo>
                  <a:pt x="1663121" y="484553"/>
                </a:lnTo>
                <a:lnTo>
                  <a:pt x="1667482" y="501699"/>
                </a:lnTo>
                <a:lnTo>
                  <a:pt x="1671844" y="497152"/>
                </a:lnTo>
                <a:lnTo>
                  <a:pt x="1673297" y="494719"/>
                </a:lnTo>
                <a:lnTo>
                  <a:pt x="1674752" y="500635"/>
                </a:lnTo>
                <a:lnTo>
                  <a:pt x="1689289" y="528411"/>
                </a:lnTo>
                <a:lnTo>
                  <a:pt x="1693650" y="532319"/>
                </a:lnTo>
                <a:lnTo>
                  <a:pt x="1700919" y="550673"/>
                </a:lnTo>
                <a:lnTo>
                  <a:pt x="1702373" y="548815"/>
                </a:lnTo>
                <a:lnTo>
                  <a:pt x="1718365" y="552489"/>
                </a:lnTo>
                <a:lnTo>
                  <a:pt x="1719819" y="545232"/>
                </a:lnTo>
                <a:lnTo>
                  <a:pt x="1724180" y="550987"/>
                </a:lnTo>
                <a:lnTo>
                  <a:pt x="1728541" y="555019"/>
                </a:lnTo>
                <a:lnTo>
                  <a:pt x="1744533" y="587769"/>
                </a:lnTo>
                <a:lnTo>
                  <a:pt x="1745986" y="588480"/>
                </a:lnTo>
                <a:lnTo>
                  <a:pt x="1753256" y="605418"/>
                </a:lnTo>
                <a:lnTo>
                  <a:pt x="1754709" y="603771"/>
                </a:lnTo>
                <a:lnTo>
                  <a:pt x="1756163" y="609413"/>
                </a:lnTo>
                <a:lnTo>
                  <a:pt x="1772154" y="634335"/>
                </a:lnTo>
                <a:lnTo>
                  <a:pt x="1776516" y="648711"/>
                </a:lnTo>
                <a:lnTo>
                  <a:pt x="1777970" y="645611"/>
                </a:lnTo>
                <a:lnTo>
                  <a:pt x="1779423" y="641731"/>
                </a:lnTo>
                <a:lnTo>
                  <a:pt x="1780877" y="653638"/>
                </a:lnTo>
                <a:lnTo>
                  <a:pt x="1783785" y="636545"/>
                </a:lnTo>
                <a:lnTo>
                  <a:pt x="1785238" y="650725"/>
                </a:lnTo>
                <a:lnTo>
                  <a:pt x="1788146" y="637215"/>
                </a:lnTo>
                <a:lnTo>
                  <a:pt x="1791053" y="644485"/>
                </a:lnTo>
                <a:lnTo>
                  <a:pt x="1808499" y="663837"/>
                </a:lnTo>
                <a:lnTo>
                  <a:pt x="1821583" y="671841"/>
                </a:lnTo>
                <a:lnTo>
                  <a:pt x="1823037" y="668384"/>
                </a:lnTo>
                <a:lnTo>
                  <a:pt x="1827398" y="671768"/>
                </a:lnTo>
                <a:lnTo>
                  <a:pt x="1844843" y="657929"/>
                </a:lnTo>
                <a:lnTo>
                  <a:pt x="1859381" y="702009"/>
                </a:lnTo>
                <a:lnTo>
                  <a:pt x="1860835" y="696593"/>
                </a:lnTo>
                <a:lnTo>
                  <a:pt x="1863742" y="702229"/>
                </a:lnTo>
                <a:lnTo>
                  <a:pt x="1866650" y="706939"/>
                </a:lnTo>
                <a:lnTo>
                  <a:pt x="1876827" y="723050"/>
                </a:lnTo>
                <a:lnTo>
                  <a:pt x="1882642" y="737670"/>
                </a:lnTo>
                <a:lnTo>
                  <a:pt x="1952423" y="930586"/>
                </a:lnTo>
                <a:lnTo>
                  <a:pt x="1966961" y="935896"/>
                </a:lnTo>
                <a:lnTo>
                  <a:pt x="1969868" y="941418"/>
                </a:lnTo>
                <a:lnTo>
                  <a:pt x="1971322" y="935449"/>
                </a:lnTo>
                <a:lnTo>
                  <a:pt x="1975683" y="932359"/>
                </a:lnTo>
                <a:lnTo>
                  <a:pt x="1988767" y="925969"/>
                </a:lnTo>
                <a:lnTo>
                  <a:pt x="1997490" y="937355"/>
                </a:lnTo>
                <a:lnTo>
                  <a:pt x="2026566" y="1012604"/>
                </a:lnTo>
                <a:lnTo>
                  <a:pt x="2028019" y="1008515"/>
                </a:lnTo>
                <a:lnTo>
                  <a:pt x="2029473" y="999722"/>
                </a:lnTo>
                <a:lnTo>
                  <a:pt x="2032381" y="1012727"/>
                </a:lnTo>
                <a:lnTo>
                  <a:pt x="2045465" y="1030971"/>
                </a:lnTo>
                <a:lnTo>
                  <a:pt x="2046918" y="1037146"/>
                </a:lnTo>
                <a:lnTo>
                  <a:pt x="2049826" y="1029600"/>
                </a:lnTo>
                <a:lnTo>
                  <a:pt x="2052734" y="1035900"/>
                </a:lnTo>
                <a:lnTo>
                  <a:pt x="2055641" y="1031089"/>
                </a:lnTo>
                <a:lnTo>
                  <a:pt x="2058549" y="1045536"/>
                </a:lnTo>
                <a:lnTo>
                  <a:pt x="2061456" y="1039688"/>
                </a:lnTo>
                <a:lnTo>
                  <a:pt x="2077448" y="1042035"/>
                </a:lnTo>
                <a:lnTo>
                  <a:pt x="2083263" y="1038255"/>
                </a:lnTo>
                <a:lnTo>
                  <a:pt x="2086170" y="1047663"/>
                </a:lnTo>
                <a:lnTo>
                  <a:pt x="2089078" y="1037987"/>
                </a:lnTo>
                <a:lnTo>
                  <a:pt x="2097801" y="1024774"/>
                </a:lnTo>
                <a:lnTo>
                  <a:pt x="2099255" y="1029243"/>
                </a:lnTo>
                <a:lnTo>
                  <a:pt x="2102162" y="1010499"/>
                </a:lnTo>
                <a:lnTo>
                  <a:pt x="2105070" y="1020182"/>
                </a:lnTo>
                <a:lnTo>
                  <a:pt x="2126876" y="953252"/>
                </a:lnTo>
                <a:lnTo>
                  <a:pt x="2128330" y="958665"/>
                </a:lnTo>
                <a:lnTo>
                  <a:pt x="2131238" y="970322"/>
                </a:lnTo>
                <a:lnTo>
                  <a:pt x="2135599" y="920799"/>
                </a:lnTo>
                <a:lnTo>
                  <a:pt x="2138507" y="923192"/>
                </a:lnTo>
                <a:lnTo>
                  <a:pt x="2141414" y="911839"/>
                </a:lnTo>
                <a:lnTo>
                  <a:pt x="2150137" y="860824"/>
                </a:lnTo>
                <a:lnTo>
                  <a:pt x="2192296" y="660341"/>
                </a:lnTo>
                <a:lnTo>
                  <a:pt x="2193750" y="658176"/>
                </a:lnTo>
                <a:lnTo>
                  <a:pt x="2195204" y="666210"/>
                </a:lnTo>
                <a:lnTo>
                  <a:pt x="2196658" y="655233"/>
                </a:lnTo>
                <a:lnTo>
                  <a:pt x="2203926" y="600384"/>
                </a:lnTo>
                <a:lnTo>
                  <a:pt x="2206834" y="610104"/>
                </a:lnTo>
                <a:lnTo>
                  <a:pt x="2209741" y="573395"/>
                </a:lnTo>
                <a:lnTo>
                  <a:pt x="2212649" y="588539"/>
                </a:lnTo>
                <a:lnTo>
                  <a:pt x="2215557" y="604785"/>
                </a:lnTo>
                <a:lnTo>
                  <a:pt x="2217011" y="601927"/>
                </a:lnTo>
                <a:lnTo>
                  <a:pt x="2225733" y="555807"/>
                </a:lnTo>
                <a:lnTo>
                  <a:pt x="2230095" y="569282"/>
                </a:lnTo>
                <a:lnTo>
                  <a:pt x="2231548" y="561797"/>
                </a:lnTo>
                <a:lnTo>
                  <a:pt x="2234456" y="542272"/>
                </a:lnTo>
                <a:lnTo>
                  <a:pt x="2237363" y="546581"/>
                </a:lnTo>
                <a:lnTo>
                  <a:pt x="2238817" y="558589"/>
                </a:lnTo>
                <a:lnTo>
                  <a:pt x="2241725" y="538006"/>
                </a:lnTo>
                <a:lnTo>
                  <a:pt x="2244632" y="521273"/>
                </a:lnTo>
                <a:lnTo>
                  <a:pt x="2247540" y="532744"/>
                </a:lnTo>
                <a:lnTo>
                  <a:pt x="2251901" y="568543"/>
                </a:lnTo>
                <a:lnTo>
                  <a:pt x="2253355" y="561305"/>
                </a:lnTo>
                <a:lnTo>
                  <a:pt x="2259170" y="517298"/>
                </a:lnTo>
                <a:lnTo>
                  <a:pt x="2263531" y="552496"/>
                </a:lnTo>
                <a:lnTo>
                  <a:pt x="2264985" y="540886"/>
                </a:lnTo>
                <a:lnTo>
                  <a:pt x="2272254" y="506015"/>
                </a:lnTo>
                <a:lnTo>
                  <a:pt x="2278069" y="581467"/>
                </a:lnTo>
                <a:lnTo>
                  <a:pt x="2280977" y="547866"/>
                </a:lnTo>
                <a:lnTo>
                  <a:pt x="2282430" y="525003"/>
                </a:lnTo>
                <a:lnTo>
                  <a:pt x="2286792" y="532822"/>
                </a:lnTo>
                <a:lnTo>
                  <a:pt x="2291153" y="521696"/>
                </a:lnTo>
                <a:lnTo>
                  <a:pt x="2292607" y="530821"/>
                </a:lnTo>
                <a:lnTo>
                  <a:pt x="2296968" y="552066"/>
                </a:lnTo>
                <a:lnTo>
                  <a:pt x="2298422" y="535324"/>
                </a:lnTo>
                <a:lnTo>
                  <a:pt x="2302783" y="521526"/>
                </a:lnTo>
                <a:lnTo>
                  <a:pt x="2308599" y="541603"/>
                </a:lnTo>
                <a:lnTo>
                  <a:pt x="2311506" y="531003"/>
                </a:lnTo>
                <a:lnTo>
                  <a:pt x="2314414" y="533042"/>
                </a:lnTo>
                <a:lnTo>
                  <a:pt x="2318775" y="571973"/>
                </a:lnTo>
                <a:lnTo>
                  <a:pt x="2321682" y="547070"/>
                </a:lnTo>
                <a:lnTo>
                  <a:pt x="2324590" y="546107"/>
                </a:lnTo>
                <a:lnTo>
                  <a:pt x="2326044" y="532805"/>
                </a:lnTo>
                <a:lnTo>
                  <a:pt x="2327497" y="539639"/>
                </a:lnTo>
                <a:lnTo>
                  <a:pt x="2331859" y="598850"/>
                </a:lnTo>
                <a:lnTo>
                  <a:pt x="2334767" y="566579"/>
                </a:lnTo>
                <a:lnTo>
                  <a:pt x="2340582" y="549027"/>
                </a:lnTo>
                <a:lnTo>
                  <a:pt x="2344943" y="589587"/>
                </a:lnTo>
                <a:lnTo>
                  <a:pt x="2347850" y="578339"/>
                </a:lnTo>
                <a:lnTo>
                  <a:pt x="2353666" y="561368"/>
                </a:lnTo>
                <a:lnTo>
                  <a:pt x="2359481" y="614786"/>
                </a:lnTo>
                <a:lnTo>
                  <a:pt x="2362388" y="594631"/>
                </a:lnTo>
                <a:lnTo>
                  <a:pt x="2368204" y="561658"/>
                </a:lnTo>
                <a:lnTo>
                  <a:pt x="2374019" y="610984"/>
                </a:lnTo>
                <a:lnTo>
                  <a:pt x="2376926" y="589989"/>
                </a:lnTo>
                <a:lnTo>
                  <a:pt x="2378380" y="579202"/>
                </a:lnTo>
                <a:lnTo>
                  <a:pt x="2379834" y="583855"/>
                </a:lnTo>
                <a:lnTo>
                  <a:pt x="2385649" y="612010"/>
                </a:lnTo>
                <a:lnTo>
                  <a:pt x="2387102" y="604653"/>
                </a:lnTo>
                <a:lnTo>
                  <a:pt x="2392918" y="588679"/>
                </a:lnTo>
                <a:lnTo>
                  <a:pt x="2397279" y="589255"/>
                </a:lnTo>
                <a:lnTo>
                  <a:pt x="2400186" y="614496"/>
                </a:lnTo>
                <a:lnTo>
                  <a:pt x="2403094" y="605365"/>
                </a:lnTo>
                <a:lnTo>
                  <a:pt x="2410363" y="589420"/>
                </a:lnTo>
                <a:lnTo>
                  <a:pt x="2413271" y="590312"/>
                </a:lnTo>
                <a:lnTo>
                  <a:pt x="2419086" y="602092"/>
                </a:lnTo>
                <a:lnTo>
                  <a:pt x="2423447" y="581734"/>
                </a:lnTo>
                <a:lnTo>
                  <a:pt x="2424901" y="592233"/>
                </a:lnTo>
                <a:lnTo>
                  <a:pt x="2426354" y="591837"/>
                </a:lnTo>
                <a:lnTo>
                  <a:pt x="2427808" y="597110"/>
                </a:lnTo>
                <a:lnTo>
                  <a:pt x="2429262" y="583299"/>
                </a:lnTo>
                <a:lnTo>
                  <a:pt x="2430716" y="578311"/>
                </a:lnTo>
                <a:lnTo>
                  <a:pt x="2432170" y="595621"/>
                </a:lnTo>
                <a:lnTo>
                  <a:pt x="2435077" y="568912"/>
                </a:lnTo>
                <a:lnTo>
                  <a:pt x="2436531" y="564191"/>
                </a:lnTo>
                <a:lnTo>
                  <a:pt x="2439438" y="569722"/>
                </a:lnTo>
                <a:lnTo>
                  <a:pt x="2442346" y="584284"/>
                </a:lnTo>
                <a:lnTo>
                  <a:pt x="2443800" y="583123"/>
                </a:lnTo>
                <a:lnTo>
                  <a:pt x="2446708" y="545068"/>
                </a:lnTo>
                <a:lnTo>
                  <a:pt x="2449615" y="547326"/>
                </a:lnTo>
                <a:lnTo>
                  <a:pt x="2453976" y="556623"/>
                </a:lnTo>
                <a:lnTo>
                  <a:pt x="2456884" y="550997"/>
                </a:lnTo>
                <a:lnTo>
                  <a:pt x="2472875" y="496205"/>
                </a:lnTo>
                <a:lnTo>
                  <a:pt x="2474329" y="509843"/>
                </a:lnTo>
                <a:lnTo>
                  <a:pt x="2475783" y="512476"/>
                </a:lnTo>
                <a:lnTo>
                  <a:pt x="2477237" y="504848"/>
                </a:lnTo>
                <a:lnTo>
                  <a:pt x="2484505" y="491097"/>
                </a:lnTo>
                <a:lnTo>
                  <a:pt x="2488867" y="498536"/>
                </a:lnTo>
                <a:lnTo>
                  <a:pt x="2490321" y="494262"/>
                </a:lnTo>
                <a:lnTo>
                  <a:pt x="2500497" y="479568"/>
                </a:lnTo>
                <a:lnTo>
                  <a:pt x="2506312" y="482605"/>
                </a:lnTo>
                <a:lnTo>
                  <a:pt x="2510674" y="477631"/>
                </a:lnTo>
                <a:lnTo>
                  <a:pt x="2512127" y="478213"/>
                </a:lnTo>
                <a:lnTo>
                  <a:pt x="2519396" y="472793"/>
                </a:lnTo>
                <a:lnTo>
                  <a:pt x="2525211" y="461064"/>
                </a:lnTo>
                <a:lnTo>
                  <a:pt x="2526665" y="463036"/>
                </a:lnTo>
                <a:lnTo>
                  <a:pt x="2529573" y="468694"/>
                </a:lnTo>
                <a:lnTo>
                  <a:pt x="2531027" y="464556"/>
                </a:lnTo>
                <a:lnTo>
                  <a:pt x="2533934" y="444007"/>
                </a:lnTo>
                <a:lnTo>
                  <a:pt x="2538295" y="446625"/>
                </a:lnTo>
                <a:lnTo>
                  <a:pt x="2542657" y="465186"/>
                </a:lnTo>
                <a:lnTo>
                  <a:pt x="2544110" y="461227"/>
                </a:lnTo>
                <a:lnTo>
                  <a:pt x="2547018" y="441892"/>
                </a:lnTo>
                <a:lnTo>
                  <a:pt x="2549926" y="445880"/>
                </a:lnTo>
                <a:lnTo>
                  <a:pt x="2552833" y="450031"/>
                </a:lnTo>
                <a:lnTo>
                  <a:pt x="2555741" y="445133"/>
                </a:lnTo>
                <a:lnTo>
                  <a:pt x="2557194" y="438282"/>
                </a:lnTo>
                <a:lnTo>
                  <a:pt x="2560102" y="443910"/>
                </a:lnTo>
                <a:lnTo>
                  <a:pt x="2564463" y="457270"/>
                </a:lnTo>
                <a:lnTo>
                  <a:pt x="2565917" y="445521"/>
                </a:lnTo>
                <a:lnTo>
                  <a:pt x="2571732" y="432545"/>
                </a:lnTo>
                <a:lnTo>
                  <a:pt x="2576094" y="444472"/>
                </a:lnTo>
                <a:lnTo>
                  <a:pt x="2577547" y="432913"/>
                </a:lnTo>
                <a:lnTo>
                  <a:pt x="2581909" y="416285"/>
                </a:lnTo>
                <a:lnTo>
                  <a:pt x="2583362" y="420505"/>
                </a:lnTo>
                <a:lnTo>
                  <a:pt x="2589178" y="438527"/>
                </a:lnTo>
                <a:lnTo>
                  <a:pt x="2592085" y="418997"/>
                </a:lnTo>
                <a:lnTo>
                  <a:pt x="2594993" y="422925"/>
                </a:lnTo>
                <a:lnTo>
                  <a:pt x="2600808" y="450004"/>
                </a:lnTo>
                <a:lnTo>
                  <a:pt x="2602261" y="461982"/>
                </a:lnTo>
                <a:lnTo>
                  <a:pt x="2605169" y="450871"/>
                </a:lnTo>
                <a:lnTo>
                  <a:pt x="2608077" y="421294"/>
                </a:lnTo>
                <a:lnTo>
                  <a:pt x="2610984" y="430619"/>
                </a:lnTo>
                <a:lnTo>
                  <a:pt x="2612438" y="437096"/>
                </a:lnTo>
                <a:lnTo>
                  <a:pt x="2615346" y="425210"/>
                </a:lnTo>
                <a:lnTo>
                  <a:pt x="2619707" y="409895"/>
                </a:lnTo>
                <a:lnTo>
                  <a:pt x="2622614" y="415328"/>
                </a:lnTo>
                <a:lnTo>
                  <a:pt x="2626976" y="459556"/>
                </a:lnTo>
                <a:lnTo>
                  <a:pt x="2628430" y="445405"/>
                </a:lnTo>
                <a:lnTo>
                  <a:pt x="2634245" y="416262"/>
                </a:lnTo>
                <a:lnTo>
                  <a:pt x="2635698" y="418059"/>
                </a:lnTo>
                <a:lnTo>
                  <a:pt x="2637152" y="417948"/>
                </a:lnTo>
                <a:lnTo>
                  <a:pt x="2640060" y="429049"/>
                </a:lnTo>
                <a:lnTo>
                  <a:pt x="2641513" y="416547"/>
                </a:lnTo>
                <a:lnTo>
                  <a:pt x="2645875" y="411581"/>
                </a:lnTo>
                <a:lnTo>
                  <a:pt x="2647329" y="414921"/>
                </a:lnTo>
                <a:lnTo>
                  <a:pt x="2648783" y="422417"/>
                </a:lnTo>
                <a:lnTo>
                  <a:pt x="2651690" y="411827"/>
                </a:lnTo>
                <a:lnTo>
                  <a:pt x="2654598" y="410075"/>
                </a:lnTo>
                <a:lnTo>
                  <a:pt x="2658959" y="426516"/>
                </a:lnTo>
                <a:lnTo>
                  <a:pt x="2660413" y="424124"/>
                </a:lnTo>
                <a:lnTo>
                  <a:pt x="2661866" y="411201"/>
                </a:lnTo>
                <a:lnTo>
                  <a:pt x="2666228" y="413269"/>
                </a:lnTo>
                <a:lnTo>
                  <a:pt x="2673497" y="439547"/>
                </a:lnTo>
                <a:lnTo>
                  <a:pt x="2677858" y="427968"/>
                </a:lnTo>
                <a:lnTo>
                  <a:pt x="2679312" y="428680"/>
                </a:lnTo>
                <a:lnTo>
                  <a:pt x="2685127" y="420215"/>
                </a:lnTo>
                <a:lnTo>
                  <a:pt x="2693850" y="437340"/>
                </a:lnTo>
                <a:lnTo>
                  <a:pt x="2706934" y="400476"/>
                </a:lnTo>
                <a:lnTo>
                  <a:pt x="2712749" y="439224"/>
                </a:lnTo>
                <a:lnTo>
                  <a:pt x="2714202" y="429464"/>
                </a:lnTo>
                <a:lnTo>
                  <a:pt x="2720018" y="401117"/>
                </a:lnTo>
                <a:lnTo>
                  <a:pt x="2724379" y="422836"/>
                </a:lnTo>
                <a:lnTo>
                  <a:pt x="2725833" y="415172"/>
                </a:lnTo>
                <a:lnTo>
                  <a:pt x="2728740" y="399569"/>
                </a:lnTo>
                <a:lnTo>
                  <a:pt x="2731648" y="406321"/>
                </a:lnTo>
                <a:lnTo>
                  <a:pt x="2738917" y="412898"/>
                </a:lnTo>
                <a:lnTo>
                  <a:pt x="2740370" y="396174"/>
                </a:lnTo>
                <a:lnTo>
                  <a:pt x="2744732" y="401587"/>
                </a:lnTo>
                <a:lnTo>
                  <a:pt x="2746186" y="399582"/>
                </a:lnTo>
                <a:lnTo>
                  <a:pt x="2747639" y="401603"/>
                </a:lnTo>
                <a:lnTo>
                  <a:pt x="2749093" y="407642"/>
                </a:lnTo>
                <a:lnTo>
                  <a:pt x="2753455" y="382536"/>
                </a:lnTo>
                <a:lnTo>
                  <a:pt x="2754908" y="391470"/>
                </a:lnTo>
                <a:lnTo>
                  <a:pt x="2757816" y="394242"/>
                </a:lnTo>
                <a:lnTo>
                  <a:pt x="2759270" y="403515"/>
                </a:lnTo>
                <a:lnTo>
                  <a:pt x="2760723" y="392573"/>
                </a:lnTo>
                <a:lnTo>
                  <a:pt x="2763631" y="374934"/>
                </a:lnTo>
                <a:lnTo>
                  <a:pt x="2765085" y="381301"/>
                </a:lnTo>
                <a:lnTo>
                  <a:pt x="2769446" y="415824"/>
                </a:lnTo>
                <a:lnTo>
                  <a:pt x="2770900" y="398010"/>
                </a:lnTo>
                <a:lnTo>
                  <a:pt x="2772354" y="395908"/>
                </a:lnTo>
                <a:lnTo>
                  <a:pt x="2778169" y="376910"/>
                </a:lnTo>
                <a:lnTo>
                  <a:pt x="2782530" y="394871"/>
                </a:lnTo>
                <a:lnTo>
                  <a:pt x="2785438" y="381383"/>
                </a:lnTo>
                <a:lnTo>
                  <a:pt x="2788345" y="381927"/>
                </a:lnTo>
                <a:lnTo>
                  <a:pt x="2789799" y="362331"/>
                </a:lnTo>
                <a:lnTo>
                  <a:pt x="2794160" y="377140"/>
                </a:lnTo>
                <a:lnTo>
                  <a:pt x="2798522" y="396239"/>
                </a:lnTo>
                <a:lnTo>
                  <a:pt x="2799975" y="379669"/>
                </a:lnTo>
                <a:lnTo>
                  <a:pt x="2810152" y="402468"/>
                </a:lnTo>
                <a:lnTo>
                  <a:pt x="2814513" y="386315"/>
                </a:lnTo>
                <a:lnTo>
                  <a:pt x="2815967" y="392782"/>
                </a:lnTo>
                <a:lnTo>
                  <a:pt x="2817421" y="397449"/>
                </a:lnTo>
                <a:lnTo>
                  <a:pt x="2820328" y="395951"/>
                </a:lnTo>
                <a:lnTo>
                  <a:pt x="2821782" y="392406"/>
                </a:lnTo>
                <a:lnTo>
                  <a:pt x="2824690" y="393984"/>
                </a:lnTo>
                <a:lnTo>
                  <a:pt x="2830505" y="425129"/>
                </a:lnTo>
                <a:lnTo>
                  <a:pt x="2833412" y="410243"/>
                </a:lnTo>
                <a:lnTo>
                  <a:pt x="2834866" y="404776"/>
                </a:lnTo>
                <a:lnTo>
                  <a:pt x="2837773" y="414642"/>
                </a:lnTo>
                <a:lnTo>
                  <a:pt x="2842135" y="429816"/>
                </a:lnTo>
                <a:lnTo>
                  <a:pt x="2845043" y="423458"/>
                </a:lnTo>
                <a:lnTo>
                  <a:pt x="2847950" y="412017"/>
                </a:lnTo>
                <a:lnTo>
                  <a:pt x="2850858" y="417103"/>
                </a:lnTo>
                <a:lnTo>
                  <a:pt x="2852311" y="413246"/>
                </a:lnTo>
                <a:lnTo>
                  <a:pt x="2855219" y="420906"/>
                </a:lnTo>
                <a:lnTo>
                  <a:pt x="2858126" y="430557"/>
                </a:lnTo>
                <a:lnTo>
                  <a:pt x="2859580" y="425703"/>
                </a:lnTo>
                <a:lnTo>
                  <a:pt x="2863942" y="411638"/>
                </a:lnTo>
                <a:lnTo>
                  <a:pt x="2865395" y="416376"/>
                </a:lnTo>
                <a:lnTo>
                  <a:pt x="2868303" y="420471"/>
                </a:lnTo>
                <a:lnTo>
                  <a:pt x="2872664" y="458091"/>
                </a:lnTo>
                <a:lnTo>
                  <a:pt x="2875572" y="446594"/>
                </a:lnTo>
                <a:lnTo>
                  <a:pt x="2879933" y="450244"/>
                </a:lnTo>
                <a:lnTo>
                  <a:pt x="2881387" y="456311"/>
                </a:lnTo>
                <a:lnTo>
                  <a:pt x="2882841" y="452417"/>
                </a:lnTo>
                <a:lnTo>
                  <a:pt x="2884295" y="439224"/>
                </a:lnTo>
                <a:lnTo>
                  <a:pt x="2888656" y="445578"/>
                </a:lnTo>
                <a:lnTo>
                  <a:pt x="2891563" y="445038"/>
                </a:lnTo>
                <a:lnTo>
                  <a:pt x="2895925" y="464993"/>
                </a:lnTo>
                <a:lnTo>
                  <a:pt x="2898832" y="457393"/>
                </a:lnTo>
                <a:lnTo>
                  <a:pt x="2900286" y="455474"/>
                </a:lnTo>
                <a:lnTo>
                  <a:pt x="2907555" y="482488"/>
                </a:lnTo>
                <a:lnTo>
                  <a:pt x="2910463" y="462727"/>
                </a:lnTo>
                <a:lnTo>
                  <a:pt x="2913370" y="475320"/>
                </a:lnTo>
                <a:lnTo>
                  <a:pt x="2919185" y="461481"/>
                </a:lnTo>
                <a:lnTo>
                  <a:pt x="2920639" y="467062"/>
                </a:lnTo>
                <a:lnTo>
                  <a:pt x="2929362" y="476860"/>
                </a:lnTo>
                <a:lnTo>
                  <a:pt x="2932269" y="471521"/>
                </a:lnTo>
                <a:lnTo>
                  <a:pt x="2933723" y="474084"/>
                </a:lnTo>
                <a:lnTo>
                  <a:pt x="2935177" y="482789"/>
                </a:lnTo>
                <a:lnTo>
                  <a:pt x="2939538" y="481081"/>
                </a:lnTo>
                <a:lnTo>
                  <a:pt x="2943900" y="477721"/>
                </a:lnTo>
                <a:lnTo>
                  <a:pt x="2945353" y="483158"/>
                </a:lnTo>
                <a:lnTo>
                  <a:pt x="2949715" y="480277"/>
                </a:lnTo>
                <a:lnTo>
                  <a:pt x="2955530" y="484820"/>
                </a:lnTo>
                <a:lnTo>
                  <a:pt x="2958437" y="477076"/>
                </a:lnTo>
                <a:lnTo>
                  <a:pt x="2961345" y="480650"/>
                </a:lnTo>
                <a:lnTo>
                  <a:pt x="2962799" y="480680"/>
                </a:lnTo>
                <a:lnTo>
                  <a:pt x="2970067" y="495385"/>
                </a:lnTo>
                <a:lnTo>
                  <a:pt x="2971521" y="480537"/>
                </a:lnTo>
                <a:lnTo>
                  <a:pt x="2975882" y="482046"/>
                </a:lnTo>
                <a:lnTo>
                  <a:pt x="2983152" y="477336"/>
                </a:lnTo>
                <a:lnTo>
                  <a:pt x="2984605" y="483001"/>
                </a:lnTo>
                <a:lnTo>
                  <a:pt x="2987513" y="475514"/>
                </a:lnTo>
                <a:lnTo>
                  <a:pt x="2991874" y="464496"/>
                </a:lnTo>
                <a:lnTo>
                  <a:pt x="2993328" y="460093"/>
                </a:lnTo>
                <a:lnTo>
                  <a:pt x="2996235" y="467875"/>
                </a:lnTo>
                <a:lnTo>
                  <a:pt x="3003504" y="450516"/>
                </a:lnTo>
                <a:lnTo>
                  <a:pt x="3004958" y="456771"/>
                </a:lnTo>
                <a:lnTo>
                  <a:pt x="3012227" y="472256"/>
                </a:lnTo>
                <a:lnTo>
                  <a:pt x="3013681" y="465853"/>
                </a:lnTo>
                <a:lnTo>
                  <a:pt x="3020949" y="440904"/>
                </a:lnTo>
                <a:lnTo>
                  <a:pt x="3022403" y="436027"/>
                </a:lnTo>
                <a:lnTo>
                  <a:pt x="3025311" y="442747"/>
                </a:lnTo>
                <a:lnTo>
                  <a:pt x="3026765" y="442265"/>
                </a:lnTo>
                <a:lnTo>
                  <a:pt x="3038395" y="411633"/>
                </a:lnTo>
                <a:lnTo>
                  <a:pt x="3047118" y="407170"/>
                </a:lnTo>
                <a:lnTo>
                  <a:pt x="3055840" y="394999"/>
                </a:lnTo>
                <a:lnTo>
                  <a:pt x="3057294" y="392272"/>
                </a:lnTo>
                <a:lnTo>
                  <a:pt x="3058748" y="402441"/>
                </a:lnTo>
                <a:lnTo>
                  <a:pt x="3061655" y="387905"/>
                </a:lnTo>
                <a:lnTo>
                  <a:pt x="3070378" y="368411"/>
                </a:lnTo>
                <a:lnTo>
                  <a:pt x="3071832" y="369875"/>
                </a:lnTo>
                <a:lnTo>
                  <a:pt x="3073286" y="365306"/>
                </a:lnTo>
                <a:lnTo>
                  <a:pt x="3082008" y="342822"/>
                </a:lnTo>
                <a:lnTo>
                  <a:pt x="3083462" y="343720"/>
                </a:lnTo>
                <a:lnTo>
                  <a:pt x="3087823" y="318620"/>
                </a:lnTo>
                <a:lnTo>
                  <a:pt x="3090731" y="319488"/>
                </a:lnTo>
                <a:lnTo>
                  <a:pt x="3093638" y="323028"/>
                </a:lnTo>
                <a:lnTo>
                  <a:pt x="3098000" y="307909"/>
                </a:lnTo>
                <a:lnTo>
                  <a:pt x="3111084" y="264280"/>
                </a:lnTo>
                <a:lnTo>
                  <a:pt x="3115445" y="283465"/>
                </a:lnTo>
                <a:lnTo>
                  <a:pt x="3116899" y="272192"/>
                </a:lnTo>
                <a:lnTo>
                  <a:pt x="3122714" y="227155"/>
                </a:lnTo>
                <a:lnTo>
                  <a:pt x="3127075" y="230199"/>
                </a:lnTo>
                <a:lnTo>
                  <a:pt x="3131437" y="200528"/>
                </a:lnTo>
                <a:lnTo>
                  <a:pt x="3132890" y="191465"/>
                </a:lnTo>
                <a:lnTo>
                  <a:pt x="3135798" y="194123"/>
                </a:lnTo>
                <a:lnTo>
                  <a:pt x="3138705" y="219393"/>
                </a:lnTo>
                <a:lnTo>
                  <a:pt x="3141613" y="206501"/>
                </a:lnTo>
                <a:lnTo>
                  <a:pt x="3144521" y="188964"/>
                </a:lnTo>
                <a:lnTo>
                  <a:pt x="3145975" y="199097"/>
                </a:lnTo>
                <a:lnTo>
                  <a:pt x="3148882" y="219766"/>
                </a:lnTo>
                <a:lnTo>
                  <a:pt x="3150336" y="190848"/>
                </a:lnTo>
                <a:lnTo>
                  <a:pt x="3154697" y="180549"/>
                </a:lnTo>
                <a:lnTo>
                  <a:pt x="3157605" y="196560"/>
                </a:lnTo>
                <a:lnTo>
                  <a:pt x="3159058" y="182814"/>
                </a:lnTo>
                <a:lnTo>
                  <a:pt x="3166327" y="140839"/>
                </a:lnTo>
                <a:lnTo>
                  <a:pt x="3167781" y="143792"/>
                </a:lnTo>
                <a:lnTo>
                  <a:pt x="3173596" y="188383"/>
                </a:lnTo>
                <a:lnTo>
                  <a:pt x="3176504" y="162680"/>
                </a:lnTo>
                <a:lnTo>
                  <a:pt x="3180865" y="159067"/>
                </a:lnTo>
                <a:lnTo>
                  <a:pt x="3192495" y="188582"/>
                </a:lnTo>
                <a:lnTo>
                  <a:pt x="3205579" y="171964"/>
                </a:lnTo>
                <a:lnTo>
                  <a:pt x="3212848" y="168454"/>
                </a:lnTo>
                <a:lnTo>
                  <a:pt x="3215756" y="181606"/>
                </a:lnTo>
                <a:lnTo>
                  <a:pt x="3217209" y="180239"/>
                </a:lnTo>
                <a:lnTo>
                  <a:pt x="3220117" y="163173"/>
                </a:lnTo>
                <a:lnTo>
                  <a:pt x="3221571" y="172881"/>
                </a:lnTo>
                <a:lnTo>
                  <a:pt x="3223025" y="188374"/>
                </a:lnTo>
                <a:lnTo>
                  <a:pt x="3225932" y="181752"/>
                </a:lnTo>
                <a:lnTo>
                  <a:pt x="3244831" y="123842"/>
                </a:lnTo>
                <a:lnTo>
                  <a:pt x="3247739" y="120256"/>
                </a:lnTo>
                <a:lnTo>
                  <a:pt x="3257915" y="97011"/>
                </a:lnTo>
                <a:lnTo>
                  <a:pt x="3260823" y="93740"/>
                </a:lnTo>
                <a:lnTo>
                  <a:pt x="3272453" y="70458"/>
                </a:lnTo>
                <a:lnTo>
                  <a:pt x="3273907" y="74587"/>
                </a:lnTo>
                <a:lnTo>
                  <a:pt x="3276814" y="79528"/>
                </a:lnTo>
                <a:lnTo>
                  <a:pt x="3278268" y="73382"/>
                </a:lnTo>
                <a:lnTo>
                  <a:pt x="3286991" y="48115"/>
                </a:lnTo>
                <a:lnTo>
                  <a:pt x="3288445" y="52246"/>
                </a:lnTo>
                <a:lnTo>
                  <a:pt x="3289898" y="58642"/>
                </a:lnTo>
                <a:lnTo>
                  <a:pt x="3292806" y="47717"/>
                </a:lnTo>
                <a:lnTo>
                  <a:pt x="3304436" y="27589"/>
                </a:lnTo>
                <a:lnTo>
                  <a:pt x="3308798" y="21785"/>
                </a:lnTo>
                <a:lnTo>
                  <a:pt x="3310251" y="26945"/>
                </a:lnTo>
                <a:lnTo>
                  <a:pt x="3314613" y="45602"/>
                </a:lnTo>
                <a:lnTo>
                  <a:pt x="3316066" y="35775"/>
                </a:lnTo>
                <a:lnTo>
                  <a:pt x="3317520" y="21531"/>
                </a:lnTo>
                <a:lnTo>
                  <a:pt x="3321882" y="31893"/>
                </a:lnTo>
                <a:lnTo>
                  <a:pt x="3326243" y="35941"/>
                </a:lnTo>
                <a:lnTo>
                  <a:pt x="3332058" y="19476"/>
                </a:lnTo>
                <a:lnTo>
                  <a:pt x="3333512" y="26862"/>
                </a:lnTo>
                <a:lnTo>
                  <a:pt x="3334965" y="35176"/>
                </a:lnTo>
                <a:lnTo>
                  <a:pt x="3337873" y="23314"/>
                </a:lnTo>
                <a:lnTo>
                  <a:pt x="3340781" y="31775"/>
                </a:lnTo>
                <a:lnTo>
                  <a:pt x="3343688" y="24887"/>
                </a:lnTo>
                <a:lnTo>
                  <a:pt x="3346596" y="15559"/>
                </a:lnTo>
                <a:lnTo>
                  <a:pt x="3348050" y="21332"/>
                </a:lnTo>
                <a:lnTo>
                  <a:pt x="3349503" y="28491"/>
                </a:lnTo>
                <a:lnTo>
                  <a:pt x="3353865" y="27513"/>
                </a:lnTo>
                <a:lnTo>
                  <a:pt x="3361134" y="17967"/>
                </a:lnTo>
                <a:lnTo>
                  <a:pt x="3362587" y="18774"/>
                </a:lnTo>
                <a:lnTo>
                  <a:pt x="3368402" y="29300"/>
                </a:lnTo>
                <a:lnTo>
                  <a:pt x="3371310" y="13325"/>
                </a:lnTo>
                <a:lnTo>
                  <a:pt x="3374217" y="25520"/>
                </a:lnTo>
                <a:lnTo>
                  <a:pt x="3380033" y="31411"/>
                </a:lnTo>
                <a:lnTo>
                  <a:pt x="3384394" y="14426"/>
                </a:lnTo>
                <a:lnTo>
                  <a:pt x="3385848" y="16607"/>
                </a:lnTo>
                <a:lnTo>
                  <a:pt x="3388755" y="29201"/>
                </a:lnTo>
                <a:lnTo>
                  <a:pt x="3391663" y="27503"/>
                </a:lnTo>
                <a:lnTo>
                  <a:pt x="3400386" y="13873"/>
                </a:lnTo>
                <a:lnTo>
                  <a:pt x="3407654" y="6314"/>
                </a:lnTo>
                <a:lnTo>
                  <a:pt x="3409108" y="0"/>
                </a:lnTo>
                <a:lnTo>
                  <a:pt x="3410562" y="11700"/>
                </a:lnTo>
                <a:lnTo>
                  <a:pt x="3412016" y="30060"/>
                </a:lnTo>
                <a:lnTo>
                  <a:pt x="3416377" y="19477"/>
                </a:lnTo>
                <a:lnTo>
                  <a:pt x="3419284" y="27309"/>
                </a:lnTo>
                <a:lnTo>
                  <a:pt x="3422192" y="24939"/>
                </a:lnTo>
                <a:lnTo>
                  <a:pt x="3428007" y="17527"/>
                </a:lnTo>
                <a:lnTo>
                  <a:pt x="3433822" y="26378"/>
                </a:lnTo>
                <a:lnTo>
                  <a:pt x="3436730" y="2230"/>
                </a:lnTo>
                <a:lnTo>
                  <a:pt x="3439638" y="21173"/>
                </a:lnTo>
                <a:lnTo>
                  <a:pt x="3441091" y="26079"/>
                </a:lnTo>
                <a:lnTo>
                  <a:pt x="3442545" y="15075"/>
                </a:lnTo>
                <a:lnTo>
                  <a:pt x="3445453" y="5741"/>
                </a:lnTo>
                <a:lnTo>
                  <a:pt x="3446906" y="9104"/>
                </a:lnTo>
                <a:lnTo>
                  <a:pt x="3455629" y="62440"/>
                </a:lnTo>
                <a:lnTo>
                  <a:pt x="3457083" y="52754"/>
                </a:lnTo>
                <a:lnTo>
                  <a:pt x="3461444" y="44117"/>
                </a:lnTo>
                <a:lnTo>
                  <a:pt x="3468713" y="27845"/>
                </a:lnTo>
                <a:lnTo>
                  <a:pt x="3473074" y="31546"/>
                </a:lnTo>
                <a:lnTo>
                  <a:pt x="3474528" y="25583"/>
                </a:lnTo>
                <a:lnTo>
                  <a:pt x="3477436" y="27315"/>
                </a:lnTo>
                <a:lnTo>
                  <a:pt x="3481797" y="44196"/>
                </a:lnTo>
                <a:lnTo>
                  <a:pt x="3483251" y="39593"/>
                </a:lnTo>
                <a:lnTo>
                  <a:pt x="3484705" y="36861"/>
                </a:lnTo>
                <a:lnTo>
                  <a:pt x="3486158" y="41568"/>
                </a:lnTo>
                <a:lnTo>
                  <a:pt x="3487612" y="41390"/>
                </a:lnTo>
                <a:lnTo>
                  <a:pt x="3489066" y="41449"/>
                </a:lnTo>
                <a:lnTo>
                  <a:pt x="3491973" y="56892"/>
                </a:lnTo>
                <a:lnTo>
                  <a:pt x="3493427" y="51912"/>
                </a:lnTo>
                <a:lnTo>
                  <a:pt x="3497788" y="35790"/>
                </a:lnTo>
                <a:lnTo>
                  <a:pt x="3499243" y="39504"/>
                </a:lnTo>
                <a:lnTo>
                  <a:pt x="3500696" y="44160"/>
                </a:lnTo>
                <a:lnTo>
                  <a:pt x="3505058" y="42209"/>
                </a:lnTo>
                <a:lnTo>
                  <a:pt x="3510873" y="35277"/>
                </a:lnTo>
                <a:lnTo>
                  <a:pt x="3515234" y="61728"/>
                </a:lnTo>
                <a:lnTo>
                  <a:pt x="3519595" y="53058"/>
                </a:lnTo>
                <a:lnTo>
                  <a:pt x="3525410" y="19281"/>
                </a:lnTo>
                <a:lnTo>
                  <a:pt x="3526864" y="19614"/>
                </a:lnTo>
                <a:lnTo>
                  <a:pt x="3535587" y="54906"/>
                </a:lnTo>
                <a:lnTo>
                  <a:pt x="3538495" y="40076"/>
                </a:lnTo>
                <a:lnTo>
                  <a:pt x="3541402" y="50490"/>
                </a:lnTo>
                <a:lnTo>
                  <a:pt x="3544310" y="45938"/>
                </a:lnTo>
                <a:lnTo>
                  <a:pt x="3547217" y="30421"/>
                </a:lnTo>
                <a:lnTo>
                  <a:pt x="3550125" y="32238"/>
                </a:lnTo>
                <a:lnTo>
                  <a:pt x="3553032" y="45250"/>
                </a:lnTo>
                <a:lnTo>
                  <a:pt x="3555940" y="43406"/>
                </a:lnTo>
                <a:lnTo>
                  <a:pt x="3558847" y="43997"/>
                </a:lnTo>
                <a:lnTo>
                  <a:pt x="3560301" y="47810"/>
                </a:lnTo>
                <a:lnTo>
                  <a:pt x="3563209" y="33005"/>
                </a:lnTo>
                <a:lnTo>
                  <a:pt x="3566116" y="33787"/>
                </a:lnTo>
                <a:lnTo>
                  <a:pt x="3570478" y="48927"/>
                </a:lnTo>
                <a:lnTo>
                  <a:pt x="3571931" y="34942"/>
                </a:lnTo>
                <a:lnTo>
                  <a:pt x="3573385" y="32128"/>
                </a:lnTo>
                <a:lnTo>
                  <a:pt x="3574839" y="40963"/>
                </a:lnTo>
                <a:lnTo>
                  <a:pt x="3579200" y="37573"/>
                </a:lnTo>
                <a:lnTo>
                  <a:pt x="3585015" y="61237"/>
                </a:lnTo>
                <a:lnTo>
                  <a:pt x="3586469" y="41043"/>
                </a:lnTo>
                <a:lnTo>
                  <a:pt x="3589377" y="74471"/>
                </a:lnTo>
                <a:lnTo>
                  <a:pt x="3590830" y="76634"/>
                </a:lnTo>
                <a:lnTo>
                  <a:pt x="3592284" y="74307"/>
                </a:lnTo>
                <a:lnTo>
                  <a:pt x="3599553" y="43216"/>
                </a:lnTo>
                <a:lnTo>
                  <a:pt x="3603914" y="61142"/>
                </a:lnTo>
                <a:lnTo>
                  <a:pt x="3609729" y="41821"/>
                </a:lnTo>
                <a:lnTo>
                  <a:pt x="3614091" y="67298"/>
                </a:lnTo>
                <a:lnTo>
                  <a:pt x="3615545" y="79677"/>
                </a:lnTo>
                <a:lnTo>
                  <a:pt x="3616999" y="78246"/>
                </a:lnTo>
                <a:lnTo>
                  <a:pt x="3618452" y="44944"/>
                </a:lnTo>
                <a:lnTo>
                  <a:pt x="3622814" y="66393"/>
                </a:lnTo>
                <a:lnTo>
                  <a:pt x="3634444" y="27471"/>
                </a:lnTo>
                <a:lnTo>
                  <a:pt x="3641713" y="96756"/>
                </a:lnTo>
                <a:lnTo>
                  <a:pt x="3644620" y="60300"/>
                </a:lnTo>
                <a:lnTo>
                  <a:pt x="3647528" y="67243"/>
                </a:lnTo>
                <a:lnTo>
                  <a:pt x="3653343" y="50535"/>
                </a:lnTo>
                <a:lnTo>
                  <a:pt x="3654796" y="50748"/>
                </a:lnTo>
                <a:lnTo>
                  <a:pt x="3662066" y="80475"/>
                </a:lnTo>
                <a:lnTo>
                  <a:pt x="3666427" y="50473"/>
                </a:lnTo>
                <a:lnTo>
                  <a:pt x="3667881" y="65486"/>
                </a:lnTo>
                <a:lnTo>
                  <a:pt x="3675149" y="94651"/>
                </a:lnTo>
                <a:lnTo>
                  <a:pt x="3670788" y="64696"/>
                </a:lnTo>
                <a:lnTo>
                  <a:pt x="3676603" y="84059"/>
                </a:lnTo>
                <a:lnTo>
                  <a:pt x="3680965" y="55263"/>
                </a:lnTo>
                <a:lnTo>
                  <a:pt x="3682418" y="63201"/>
                </a:lnTo>
                <a:lnTo>
                  <a:pt x="3683872" y="69045"/>
                </a:lnTo>
                <a:lnTo>
                  <a:pt x="3685326" y="61947"/>
                </a:lnTo>
                <a:lnTo>
                  <a:pt x="3686780" y="65612"/>
                </a:lnTo>
                <a:lnTo>
                  <a:pt x="3689687" y="48376"/>
                </a:lnTo>
                <a:lnTo>
                  <a:pt x="3691141" y="56835"/>
                </a:lnTo>
                <a:lnTo>
                  <a:pt x="3695502" y="88302"/>
                </a:lnTo>
                <a:lnTo>
                  <a:pt x="3696956" y="83608"/>
                </a:lnTo>
                <a:lnTo>
                  <a:pt x="3701318" y="85721"/>
                </a:lnTo>
                <a:lnTo>
                  <a:pt x="3705679" y="96695"/>
                </a:lnTo>
                <a:lnTo>
                  <a:pt x="3707133" y="88483"/>
                </a:lnTo>
                <a:lnTo>
                  <a:pt x="3711494" y="107292"/>
                </a:lnTo>
                <a:lnTo>
                  <a:pt x="3717309" y="118882"/>
                </a:lnTo>
                <a:lnTo>
                  <a:pt x="3723124" y="132453"/>
                </a:lnTo>
                <a:lnTo>
                  <a:pt x="3724578" y="145195"/>
                </a:lnTo>
                <a:lnTo>
                  <a:pt x="3727486" y="141930"/>
                </a:lnTo>
                <a:lnTo>
                  <a:pt x="3734754" y="118695"/>
                </a:lnTo>
                <a:lnTo>
                  <a:pt x="3739116" y="169544"/>
                </a:lnTo>
                <a:lnTo>
                  <a:pt x="3743477" y="158762"/>
                </a:lnTo>
                <a:lnTo>
                  <a:pt x="3744931" y="161360"/>
                </a:lnTo>
                <a:lnTo>
                  <a:pt x="3746385" y="153655"/>
                </a:lnTo>
                <a:lnTo>
                  <a:pt x="3747838" y="153186"/>
                </a:lnTo>
                <a:lnTo>
                  <a:pt x="3756561" y="166816"/>
                </a:lnTo>
                <a:lnTo>
                  <a:pt x="3771099" y="176977"/>
                </a:lnTo>
                <a:lnTo>
                  <a:pt x="3774006" y="162398"/>
                </a:lnTo>
                <a:lnTo>
                  <a:pt x="3775460" y="168892"/>
                </a:lnTo>
                <a:lnTo>
                  <a:pt x="3778368" y="176878"/>
                </a:lnTo>
                <a:lnTo>
                  <a:pt x="3779822" y="171717"/>
                </a:lnTo>
                <a:lnTo>
                  <a:pt x="3785637" y="162504"/>
                </a:lnTo>
                <a:lnTo>
                  <a:pt x="3788544" y="178390"/>
                </a:lnTo>
                <a:lnTo>
                  <a:pt x="3791452" y="175706"/>
                </a:lnTo>
                <a:lnTo>
                  <a:pt x="3792905" y="174682"/>
                </a:lnTo>
                <a:lnTo>
                  <a:pt x="3795813" y="157324"/>
                </a:lnTo>
                <a:lnTo>
                  <a:pt x="3797267" y="169844"/>
                </a:lnTo>
                <a:lnTo>
                  <a:pt x="3800175" y="178474"/>
                </a:lnTo>
                <a:lnTo>
                  <a:pt x="3801628" y="172529"/>
                </a:lnTo>
                <a:lnTo>
                  <a:pt x="3803082" y="169838"/>
                </a:lnTo>
                <a:lnTo>
                  <a:pt x="3804536" y="180551"/>
                </a:lnTo>
                <a:lnTo>
                  <a:pt x="3808897" y="172713"/>
                </a:lnTo>
                <a:lnTo>
                  <a:pt x="3816166" y="184763"/>
                </a:lnTo>
                <a:lnTo>
                  <a:pt x="3817620" y="184192"/>
                </a:lnTo>
                <a:lnTo>
                  <a:pt x="3819074" y="182778"/>
                </a:lnTo>
                <a:lnTo>
                  <a:pt x="3823435" y="211436"/>
                </a:lnTo>
                <a:lnTo>
                  <a:pt x="3826342" y="202196"/>
                </a:lnTo>
                <a:lnTo>
                  <a:pt x="3830704" y="211206"/>
                </a:lnTo>
                <a:lnTo>
                  <a:pt x="3832157" y="209793"/>
                </a:lnTo>
                <a:lnTo>
                  <a:pt x="3835065" y="200982"/>
                </a:lnTo>
                <a:lnTo>
                  <a:pt x="3836519" y="201631"/>
                </a:lnTo>
                <a:lnTo>
                  <a:pt x="3837973" y="213589"/>
                </a:lnTo>
                <a:lnTo>
                  <a:pt x="3842334" y="204480"/>
                </a:lnTo>
                <a:lnTo>
                  <a:pt x="3851057" y="187691"/>
                </a:lnTo>
                <a:lnTo>
                  <a:pt x="3852510" y="182586"/>
                </a:lnTo>
                <a:lnTo>
                  <a:pt x="3855418" y="192153"/>
                </a:lnTo>
                <a:lnTo>
                  <a:pt x="3856872" y="186209"/>
                </a:lnTo>
                <a:lnTo>
                  <a:pt x="3859779" y="182086"/>
                </a:lnTo>
                <a:lnTo>
                  <a:pt x="3862687" y="199547"/>
                </a:lnTo>
                <a:lnTo>
                  <a:pt x="3865594" y="187157"/>
                </a:lnTo>
                <a:lnTo>
                  <a:pt x="3869956" y="208328"/>
                </a:lnTo>
                <a:lnTo>
                  <a:pt x="3871409" y="204447"/>
                </a:lnTo>
                <a:lnTo>
                  <a:pt x="3878679" y="178239"/>
                </a:lnTo>
                <a:lnTo>
                  <a:pt x="3890309" y="182343"/>
                </a:lnTo>
                <a:lnTo>
                  <a:pt x="3899031" y="199701"/>
                </a:lnTo>
                <a:lnTo>
                  <a:pt x="3901939" y="189830"/>
                </a:lnTo>
                <a:lnTo>
                  <a:pt x="3904846" y="199343"/>
                </a:lnTo>
                <a:lnTo>
                  <a:pt x="3915023" y="189904"/>
                </a:lnTo>
                <a:lnTo>
                  <a:pt x="3917931" y="194072"/>
                </a:lnTo>
                <a:lnTo>
                  <a:pt x="3929561" y="210478"/>
                </a:lnTo>
                <a:lnTo>
                  <a:pt x="3931014" y="202653"/>
                </a:lnTo>
                <a:lnTo>
                  <a:pt x="3933922" y="213832"/>
                </a:lnTo>
                <a:lnTo>
                  <a:pt x="3938283" y="220862"/>
                </a:lnTo>
                <a:lnTo>
                  <a:pt x="3944098" y="204090"/>
                </a:lnTo>
                <a:lnTo>
                  <a:pt x="3947006" y="216509"/>
                </a:lnTo>
                <a:lnTo>
                  <a:pt x="3948460" y="214199"/>
                </a:lnTo>
                <a:lnTo>
                  <a:pt x="3955729" y="187682"/>
                </a:lnTo>
                <a:lnTo>
                  <a:pt x="3957183" y="179500"/>
                </a:lnTo>
                <a:lnTo>
                  <a:pt x="3958636" y="183107"/>
                </a:lnTo>
                <a:lnTo>
                  <a:pt x="3962998" y="209723"/>
                </a:lnTo>
                <a:lnTo>
                  <a:pt x="3964451" y="202574"/>
                </a:lnTo>
                <a:lnTo>
                  <a:pt x="3965905" y="190836"/>
                </a:lnTo>
                <a:lnTo>
                  <a:pt x="3968813" y="205685"/>
                </a:lnTo>
                <a:lnTo>
                  <a:pt x="3971720" y="209287"/>
                </a:lnTo>
                <a:lnTo>
                  <a:pt x="3978989" y="237213"/>
                </a:lnTo>
                <a:lnTo>
                  <a:pt x="3983350" y="239257"/>
                </a:lnTo>
                <a:lnTo>
                  <a:pt x="3984804" y="232231"/>
                </a:lnTo>
                <a:lnTo>
                  <a:pt x="3993527" y="250053"/>
                </a:lnTo>
                <a:lnTo>
                  <a:pt x="3994981" y="235946"/>
                </a:lnTo>
                <a:lnTo>
                  <a:pt x="3999342" y="243375"/>
                </a:lnTo>
                <a:lnTo>
                  <a:pt x="4005157" y="240910"/>
                </a:lnTo>
                <a:lnTo>
                  <a:pt x="4010972" y="246220"/>
                </a:lnTo>
                <a:lnTo>
                  <a:pt x="4015334" y="248449"/>
                </a:lnTo>
                <a:lnTo>
                  <a:pt x="4018241" y="240110"/>
                </a:lnTo>
                <a:lnTo>
                  <a:pt x="4031325" y="248094"/>
                </a:lnTo>
                <a:lnTo>
                  <a:pt x="4035687" y="243080"/>
                </a:lnTo>
                <a:lnTo>
                  <a:pt x="4037140" y="247924"/>
                </a:lnTo>
                <a:lnTo>
                  <a:pt x="4038594" y="249823"/>
                </a:lnTo>
                <a:lnTo>
                  <a:pt x="4040048" y="245561"/>
                </a:lnTo>
                <a:lnTo>
                  <a:pt x="4041502" y="243891"/>
                </a:lnTo>
                <a:lnTo>
                  <a:pt x="4042955" y="248655"/>
                </a:lnTo>
                <a:lnTo>
                  <a:pt x="4047317" y="244870"/>
                </a:lnTo>
                <a:lnTo>
                  <a:pt x="4050224" y="261194"/>
                </a:lnTo>
                <a:lnTo>
                  <a:pt x="4056039" y="256936"/>
                </a:lnTo>
                <a:lnTo>
                  <a:pt x="4066216" y="262258"/>
                </a:lnTo>
                <a:lnTo>
                  <a:pt x="4072031" y="265815"/>
                </a:lnTo>
              </a:path>
            </a:pathLst>
          </a:custGeom>
          <a:noFill/>
          <a:ln w="392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5"/>
          <p:cNvSpPr/>
          <p:nvPr/>
        </p:nvSpPr>
        <p:spPr>
          <a:xfrm>
            <a:off x="1910482" y="4382785"/>
            <a:ext cx="4072031" cy="929491"/>
          </a:xfrm>
          <a:custGeom>
            <a:avLst/>
            <a:gdLst/>
            <a:ahLst/>
            <a:cxnLst/>
            <a:rect l="l" t="t" r="r" b="b"/>
            <a:pathLst>
              <a:path w="4072031" h="929491">
                <a:moveTo>
                  <a:pt x="0" y="140595"/>
                </a:moveTo>
                <a:lnTo>
                  <a:pt x="7268" y="144934"/>
                </a:lnTo>
                <a:lnTo>
                  <a:pt x="10176" y="142715"/>
                </a:lnTo>
                <a:lnTo>
                  <a:pt x="11630" y="145644"/>
                </a:lnTo>
                <a:lnTo>
                  <a:pt x="15991" y="157230"/>
                </a:lnTo>
                <a:lnTo>
                  <a:pt x="17445" y="147292"/>
                </a:lnTo>
                <a:lnTo>
                  <a:pt x="18899" y="142024"/>
                </a:lnTo>
                <a:lnTo>
                  <a:pt x="20352" y="153291"/>
                </a:lnTo>
                <a:lnTo>
                  <a:pt x="21806" y="151228"/>
                </a:lnTo>
                <a:lnTo>
                  <a:pt x="31983" y="138841"/>
                </a:lnTo>
                <a:lnTo>
                  <a:pt x="33436" y="145676"/>
                </a:lnTo>
                <a:lnTo>
                  <a:pt x="34890" y="142533"/>
                </a:lnTo>
                <a:lnTo>
                  <a:pt x="37798" y="111961"/>
                </a:lnTo>
                <a:lnTo>
                  <a:pt x="40705" y="123282"/>
                </a:lnTo>
                <a:lnTo>
                  <a:pt x="46520" y="153093"/>
                </a:lnTo>
                <a:lnTo>
                  <a:pt x="47974" y="144263"/>
                </a:lnTo>
                <a:lnTo>
                  <a:pt x="50882" y="129244"/>
                </a:lnTo>
                <a:lnTo>
                  <a:pt x="53789" y="140558"/>
                </a:lnTo>
                <a:lnTo>
                  <a:pt x="56697" y="136057"/>
                </a:lnTo>
                <a:lnTo>
                  <a:pt x="62512" y="141814"/>
                </a:lnTo>
                <a:lnTo>
                  <a:pt x="65419" y="132927"/>
                </a:lnTo>
                <a:lnTo>
                  <a:pt x="66873" y="138481"/>
                </a:lnTo>
                <a:lnTo>
                  <a:pt x="69781" y="148357"/>
                </a:lnTo>
                <a:lnTo>
                  <a:pt x="74142" y="144961"/>
                </a:lnTo>
                <a:lnTo>
                  <a:pt x="82865" y="141245"/>
                </a:lnTo>
                <a:lnTo>
                  <a:pt x="85772" y="130455"/>
                </a:lnTo>
                <a:lnTo>
                  <a:pt x="88680" y="133450"/>
                </a:lnTo>
                <a:lnTo>
                  <a:pt x="91587" y="130577"/>
                </a:lnTo>
                <a:lnTo>
                  <a:pt x="93041" y="132953"/>
                </a:lnTo>
                <a:lnTo>
                  <a:pt x="95949" y="141192"/>
                </a:lnTo>
                <a:lnTo>
                  <a:pt x="98856" y="152079"/>
                </a:lnTo>
                <a:lnTo>
                  <a:pt x="101764" y="149129"/>
                </a:lnTo>
                <a:lnTo>
                  <a:pt x="104671" y="140934"/>
                </a:lnTo>
                <a:lnTo>
                  <a:pt x="107579" y="129226"/>
                </a:lnTo>
                <a:lnTo>
                  <a:pt x="110487" y="134892"/>
                </a:lnTo>
                <a:lnTo>
                  <a:pt x="122117" y="164400"/>
                </a:lnTo>
                <a:lnTo>
                  <a:pt x="125024" y="158571"/>
                </a:lnTo>
                <a:lnTo>
                  <a:pt x="132293" y="152675"/>
                </a:lnTo>
                <a:lnTo>
                  <a:pt x="139562" y="155450"/>
                </a:lnTo>
                <a:lnTo>
                  <a:pt x="145377" y="145787"/>
                </a:lnTo>
                <a:lnTo>
                  <a:pt x="148285" y="158004"/>
                </a:lnTo>
                <a:lnTo>
                  <a:pt x="151192" y="152002"/>
                </a:lnTo>
                <a:lnTo>
                  <a:pt x="155554" y="171790"/>
                </a:lnTo>
                <a:lnTo>
                  <a:pt x="159915" y="169753"/>
                </a:lnTo>
                <a:lnTo>
                  <a:pt x="170092" y="161347"/>
                </a:lnTo>
                <a:lnTo>
                  <a:pt x="177360" y="176562"/>
                </a:lnTo>
                <a:lnTo>
                  <a:pt x="180268" y="170499"/>
                </a:lnTo>
                <a:lnTo>
                  <a:pt x="181722" y="161457"/>
                </a:lnTo>
                <a:lnTo>
                  <a:pt x="186083" y="163947"/>
                </a:lnTo>
                <a:lnTo>
                  <a:pt x="191898" y="200874"/>
                </a:lnTo>
                <a:lnTo>
                  <a:pt x="193352" y="197983"/>
                </a:lnTo>
                <a:lnTo>
                  <a:pt x="203528" y="176452"/>
                </a:lnTo>
                <a:lnTo>
                  <a:pt x="212251" y="170130"/>
                </a:lnTo>
                <a:lnTo>
                  <a:pt x="213705" y="172977"/>
                </a:lnTo>
                <a:lnTo>
                  <a:pt x="219520" y="183788"/>
                </a:lnTo>
                <a:lnTo>
                  <a:pt x="225335" y="172094"/>
                </a:lnTo>
                <a:lnTo>
                  <a:pt x="226789" y="175400"/>
                </a:lnTo>
                <a:lnTo>
                  <a:pt x="234058" y="182300"/>
                </a:lnTo>
                <a:lnTo>
                  <a:pt x="235511" y="179416"/>
                </a:lnTo>
                <a:lnTo>
                  <a:pt x="241327" y="166585"/>
                </a:lnTo>
                <a:lnTo>
                  <a:pt x="245688" y="188505"/>
                </a:lnTo>
                <a:lnTo>
                  <a:pt x="247142" y="183813"/>
                </a:lnTo>
                <a:lnTo>
                  <a:pt x="252957" y="172128"/>
                </a:lnTo>
                <a:lnTo>
                  <a:pt x="254411" y="177206"/>
                </a:lnTo>
                <a:lnTo>
                  <a:pt x="260226" y="190715"/>
                </a:lnTo>
                <a:lnTo>
                  <a:pt x="267495" y="210456"/>
                </a:lnTo>
                <a:lnTo>
                  <a:pt x="274763" y="187164"/>
                </a:lnTo>
                <a:lnTo>
                  <a:pt x="277671" y="202697"/>
                </a:lnTo>
                <a:lnTo>
                  <a:pt x="282032" y="196625"/>
                </a:lnTo>
                <a:lnTo>
                  <a:pt x="286394" y="182180"/>
                </a:lnTo>
                <a:lnTo>
                  <a:pt x="287848" y="188239"/>
                </a:lnTo>
                <a:lnTo>
                  <a:pt x="296570" y="203279"/>
                </a:lnTo>
                <a:lnTo>
                  <a:pt x="298024" y="204744"/>
                </a:lnTo>
                <a:lnTo>
                  <a:pt x="299478" y="201486"/>
                </a:lnTo>
                <a:lnTo>
                  <a:pt x="311108" y="189459"/>
                </a:lnTo>
                <a:lnTo>
                  <a:pt x="316923" y="186735"/>
                </a:lnTo>
                <a:lnTo>
                  <a:pt x="318377" y="191256"/>
                </a:lnTo>
                <a:lnTo>
                  <a:pt x="324192" y="203118"/>
                </a:lnTo>
                <a:lnTo>
                  <a:pt x="330007" y="237094"/>
                </a:lnTo>
                <a:lnTo>
                  <a:pt x="331461" y="234312"/>
                </a:lnTo>
                <a:lnTo>
                  <a:pt x="338730" y="197631"/>
                </a:lnTo>
                <a:lnTo>
                  <a:pt x="344545" y="194840"/>
                </a:lnTo>
                <a:lnTo>
                  <a:pt x="347452" y="177361"/>
                </a:lnTo>
                <a:lnTo>
                  <a:pt x="348906" y="186016"/>
                </a:lnTo>
                <a:lnTo>
                  <a:pt x="353267" y="232317"/>
                </a:lnTo>
                <a:lnTo>
                  <a:pt x="359083" y="216993"/>
                </a:lnTo>
                <a:lnTo>
                  <a:pt x="360536" y="222904"/>
                </a:lnTo>
                <a:lnTo>
                  <a:pt x="363444" y="214913"/>
                </a:lnTo>
                <a:lnTo>
                  <a:pt x="369259" y="220329"/>
                </a:lnTo>
                <a:lnTo>
                  <a:pt x="370713" y="218031"/>
                </a:lnTo>
                <a:lnTo>
                  <a:pt x="375074" y="206401"/>
                </a:lnTo>
                <a:lnTo>
                  <a:pt x="377982" y="209146"/>
                </a:lnTo>
                <a:lnTo>
                  <a:pt x="382343" y="226195"/>
                </a:lnTo>
                <a:lnTo>
                  <a:pt x="385250" y="221692"/>
                </a:lnTo>
                <a:lnTo>
                  <a:pt x="393973" y="211557"/>
                </a:lnTo>
                <a:lnTo>
                  <a:pt x="398335" y="214057"/>
                </a:lnTo>
                <a:lnTo>
                  <a:pt x="399788" y="212061"/>
                </a:lnTo>
                <a:lnTo>
                  <a:pt x="407057" y="202919"/>
                </a:lnTo>
                <a:lnTo>
                  <a:pt x="409965" y="212292"/>
                </a:lnTo>
                <a:lnTo>
                  <a:pt x="412872" y="206260"/>
                </a:lnTo>
                <a:lnTo>
                  <a:pt x="418687" y="203828"/>
                </a:lnTo>
                <a:lnTo>
                  <a:pt x="423049" y="204905"/>
                </a:lnTo>
                <a:lnTo>
                  <a:pt x="427410" y="212275"/>
                </a:lnTo>
                <a:lnTo>
                  <a:pt x="428864" y="208791"/>
                </a:lnTo>
                <a:lnTo>
                  <a:pt x="430318" y="204570"/>
                </a:lnTo>
                <a:lnTo>
                  <a:pt x="431771" y="205775"/>
                </a:lnTo>
                <a:lnTo>
                  <a:pt x="439040" y="222621"/>
                </a:lnTo>
                <a:lnTo>
                  <a:pt x="450671" y="213758"/>
                </a:lnTo>
                <a:lnTo>
                  <a:pt x="453578" y="221868"/>
                </a:lnTo>
                <a:lnTo>
                  <a:pt x="460847" y="241078"/>
                </a:lnTo>
                <a:lnTo>
                  <a:pt x="456486" y="221156"/>
                </a:lnTo>
                <a:lnTo>
                  <a:pt x="462301" y="237544"/>
                </a:lnTo>
                <a:lnTo>
                  <a:pt x="471023" y="212060"/>
                </a:lnTo>
                <a:lnTo>
                  <a:pt x="472477" y="211497"/>
                </a:lnTo>
                <a:lnTo>
                  <a:pt x="476839" y="231146"/>
                </a:lnTo>
                <a:lnTo>
                  <a:pt x="479746" y="224467"/>
                </a:lnTo>
                <a:lnTo>
                  <a:pt x="504460" y="191957"/>
                </a:lnTo>
                <a:lnTo>
                  <a:pt x="505914" y="194932"/>
                </a:lnTo>
                <a:lnTo>
                  <a:pt x="510275" y="191287"/>
                </a:lnTo>
                <a:lnTo>
                  <a:pt x="511729" y="193221"/>
                </a:lnTo>
                <a:lnTo>
                  <a:pt x="513183" y="199739"/>
                </a:lnTo>
                <a:lnTo>
                  <a:pt x="516091" y="194526"/>
                </a:lnTo>
                <a:lnTo>
                  <a:pt x="517544" y="193865"/>
                </a:lnTo>
                <a:lnTo>
                  <a:pt x="518998" y="199904"/>
                </a:lnTo>
                <a:lnTo>
                  <a:pt x="523359" y="195047"/>
                </a:lnTo>
                <a:lnTo>
                  <a:pt x="526267" y="191521"/>
                </a:lnTo>
                <a:lnTo>
                  <a:pt x="529175" y="181270"/>
                </a:lnTo>
                <a:lnTo>
                  <a:pt x="530628" y="186228"/>
                </a:lnTo>
                <a:lnTo>
                  <a:pt x="537897" y="209844"/>
                </a:lnTo>
                <a:lnTo>
                  <a:pt x="540805" y="205248"/>
                </a:lnTo>
                <a:lnTo>
                  <a:pt x="543712" y="197044"/>
                </a:lnTo>
                <a:lnTo>
                  <a:pt x="546620" y="201049"/>
                </a:lnTo>
                <a:lnTo>
                  <a:pt x="552435" y="212292"/>
                </a:lnTo>
                <a:lnTo>
                  <a:pt x="553889" y="207715"/>
                </a:lnTo>
                <a:lnTo>
                  <a:pt x="556796" y="201924"/>
                </a:lnTo>
                <a:lnTo>
                  <a:pt x="558250" y="204969"/>
                </a:lnTo>
                <a:lnTo>
                  <a:pt x="559704" y="210170"/>
                </a:lnTo>
                <a:lnTo>
                  <a:pt x="561158" y="202207"/>
                </a:lnTo>
                <a:lnTo>
                  <a:pt x="564065" y="206871"/>
                </a:lnTo>
                <a:lnTo>
                  <a:pt x="571334" y="206207"/>
                </a:lnTo>
                <a:lnTo>
                  <a:pt x="572788" y="196837"/>
                </a:lnTo>
                <a:lnTo>
                  <a:pt x="575695" y="201778"/>
                </a:lnTo>
                <a:lnTo>
                  <a:pt x="577149" y="210582"/>
                </a:lnTo>
                <a:lnTo>
                  <a:pt x="580057" y="210027"/>
                </a:lnTo>
                <a:lnTo>
                  <a:pt x="588779" y="189428"/>
                </a:lnTo>
                <a:lnTo>
                  <a:pt x="594595" y="196051"/>
                </a:lnTo>
                <a:lnTo>
                  <a:pt x="597502" y="185981"/>
                </a:lnTo>
                <a:lnTo>
                  <a:pt x="600410" y="191969"/>
                </a:lnTo>
                <a:lnTo>
                  <a:pt x="616401" y="197547"/>
                </a:lnTo>
                <a:lnTo>
                  <a:pt x="623670" y="198611"/>
                </a:lnTo>
                <a:lnTo>
                  <a:pt x="626578" y="188184"/>
                </a:lnTo>
                <a:lnTo>
                  <a:pt x="629485" y="190396"/>
                </a:lnTo>
                <a:lnTo>
                  <a:pt x="633847" y="195948"/>
                </a:lnTo>
                <a:lnTo>
                  <a:pt x="635300" y="195174"/>
                </a:lnTo>
                <a:lnTo>
                  <a:pt x="639662" y="189447"/>
                </a:lnTo>
                <a:lnTo>
                  <a:pt x="641115" y="192898"/>
                </a:lnTo>
                <a:lnTo>
                  <a:pt x="642569" y="195152"/>
                </a:lnTo>
                <a:lnTo>
                  <a:pt x="644023" y="190111"/>
                </a:lnTo>
                <a:lnTo>
                  <a:pt x="648384" y="167343"/>
                </a:lnTo>
                <a:lnTo>
                  <a:pt x="649838" y="144455"/>
                </a:lnTo>
                <a:lnTo>
                  <a:pt x="652746" y="164241"/>
                </a:lnTo>
                <a:lnTo>
                  <a:pt x="658561" y="196476"/>
                </a:lnTo>
                <a:lnTo>
                  <a:pt x="660015" y="197996"/>
                </a:lnTo>
                <a:lnTo>
                  <a:pt x="661468" y="194643"/>
                </a:lnTo>
                <a:lnTo>
                  <a:pt x="665830" y="182003"/>
                </a:lnTo>
                <a:lnTo>
                  <a:pt x="667283" y="193419"/>
                </a:lnTo>
                <a:lnTo>
                  <a:pt x="690544" y="181160"/>
                </a:lnTo>
                <a:lnTo>
                  <a:pt x="691998" y="188550"/>
                </a:lnTo>
                <a:lnTo>
                  <a:pt x="694905" y="183015"/>
                </a:lnTo>
                <a:lnTo>
                  <a:pt x="707989" y="170962"/>
                </a:lnTo>
                <a:lnTo>
                  <a:pt x="709443" y="172751"/>
                </a:lnTo>
                <a:lnTo>
                  <a:pt x="712350" y="178262"/>
                </a:lnTo>
                <a:lnTo>
                  <a:pt x="713804" y="176766"/>
                </a:lnTo>
                <a:lnTo>
                  <a:pt x="721073" y="162617"/>
                </a:lnTo>
                <a:lnTo>
                  <a:pt x="722527" y="161066"/>
                </a:lnTo>
                <a:lnTo>
                  <a:pt x="723981" y="163885"/>
                </a:lnTo>
                <a:lnTo>
                  <a:pt x="735611" y="173952"/>
                </a:lnTo>
                <a:lnTo>
                  <a:pt x="755964" y="163674"/>
                </a:lnTo>
                <a:lnTo>
                  <a:pt x="763233" y="132972"/>
                </a:lnTo>
                <a:lnTo>
                  <a:pt x="766140" y="133419"/>
                </a:lnTo>
                <a:lnTo>
                  <a:pt x="767594" y="114208"/>
                </a:lnTo>
                <a:lnTo>
                  <a:pt x="770502" y="129387"/>
                </a:lnTo>
                <a:lnTo>
                  <a:pt x="785039" y="131703"/>
                </a:lnTo>
                <a:lnTo>
                  <a:pt x="786493" y="129516"/>
                </a:lnTo>
                <a:lnTo>
                  <a:pt x="789401" y="132671"/>
                </a:lnTo>
                <a:lnTo>
                  <a:pt x="793762" y="136320"/>
                </a:lnTo>
                <a:lnTo>
                  <a:pt x="798123" y="122699"/>
                </a:lnTo>
                <a:lnTo>
                  <a:pt x="799577" y="128323"/>
                </a:lnTo>
                <a:lnTo>
                  <a:pt x="806846" y="144636"/>
                </a:lnTo>
                <a:lnTo>
                  <a:pt x="809754" y="131506"/>
                </a:lnTo>
                <a:lnTo>
                  <a:pt x="811207" y="124520"/>
                </a:lnTo>
                <a:lnTo>
                  <a:pt x="812661" y="136889"/>
                </a:lnTo>
                <a:lnTo>
                  <a:pt x="814115" y="143769"/>
                </a:lnTo>
                <a:lnTo>
                  <a:pt x="817023" y="137500"/>
                </a:lnTo>
                <a:lnTo>
                  <a:pt x="818476" y="132582"/>
                </a:lnTo>
                <a:lnTo>
                  <a:pt x="821384" y="136507"/>
                </a:lnTo>
                <a:lnTo>
                  <a:pt x="824291" y="144227"/>
                </a:lnTo>
                <a:lnTo>
                  <a:pt x="827199" y="137665"/>
                </a:lnTo>
                <a:lnTo>
                  <a:pt x="854821" y="135126"/>
                </a:lnTo>
                <a:lnTo>
                  <a:pt x="856275" y="139550"/>
                </a:lnTo>
                <a:lnTo>
                  <a:pt x="859182" y="136282"/>
                </a:lnTo>
                <a:lnTo>
                  <a:pt x="864997" y="116687"/>
                </a:lnTo>
                <a:lnTo>
                  <a:pt x="869358" y="120411"/>
                </a:lnTo>
                <a:lnTo>
                  <a:pt x="880989" y="136812"/>
                </a:lnTo>
                <a:lnTo>
                  <a:pt x="888258" y="144040"/>
                </a:lnTo>
                <a:lnTo>
                  <a:pt x="889711" y="133407"/>
                </a:lnTo>
                <a:lnTo>
                  <a:pt x="892619" y="139631"/>
                </a:lnTo>
                <a:lnTo>
                  <a:pt x="902795" y="161794"/>
                </a:lnTo>
                <a:lnTo>
                  <a:pt x="904249" y="159274"/>
                </a:lnTo>
                <a:lnTo>
                  <a:pt x="907157" y="130895"/>
                </a:lnTo>
                <a:lnTo>
                  <a:pt x="910064" y="131123"/>
                </a:lnTo>
                <a:lnTo>
                  <a:pt x="912972" y="120012"/>
                </a:lnTo>
                <a:lnTo>
                  <a:pt x="915879" y="123248"/>
                </a:lnTo>
                <a:lnTo>
                  <a:pt x="921695" y="145376"/>
                </a:lnTo>
                <a:lnTo>
                  <a:pt x="924602" y="140427"/>
                </a:lnTo>
                <a:lnTo>
                  <a:pt x="926056" y="141627"/>
                </a:lnTo>
                <a:lnTo>
                  <a:pt x="927510" y="139218"/>
                </a:lnTo>
                <a:lnTo>
                  <a:pt x="931871" y="113246"/>
                </a:lnTo>
                <a:lnTo>
                  <a:pt x="936232" y="123202"/>
                </a:lnTo>
                <a:lnTo>
                  <a:pt x="943501" y="138259"/>
                </a:lnTo>
                <a:lnTo>
                  <a:pt x="944955" y="136854"/>
                </a:lnTo>
                <a:lnTo>
                  <a:pt x="958039" y="120658"/>
                </a:lnTo>
                <a:lnTo>
                  <a:pt x="960947" y="128484"/>
                </a:lnTo>
                <a:lnTo>
                  <a:pt x="962400" y="121507"/>
                </a:lnTo>
                <a:lnTo>
                  <a:pt x="966762" y="112950"/>
                </a:lnTo>
                <a:lnTo>
                  <a:pt x="968215" y="119108"/>
                </a:lnTo>
                <a:lnTo>
                  <a:pt x="969669" y="119886"/>
                </a:lnTo>
                <a:lnTo>
                  <a:pt x="972577" y="107690"/>
                </a:lnTo>
                <a:lnTo>
                  <a:pt x="974031" y="115304"/>
                </a:lnTo>
                <a:lnTo>
                  <a:pt x="991476" y="150758"/>
                </a:lnTo>
                <a:lnTo>
                  <a:pt x="998745" y="118412"/>
                </a:lnTo>
                <a:lnTo>
                  <a:pt x="1000198" y="124083"/>
                </a:lnTo>
                <a:lnTo>
                  <a:pt x="1003106" y="133721"/>
                </a:lnTo>
                <a:lnTo>
                  <a:pt x="1004560" y="122589"/>
                </a:lnTo>
                <a:lnTo>
                  <a:pt x="1007467" y="103881"/>
                </a:lnTo>
                <a:lnTo>
                  <a:pt x="1010375" y="118266"/>
                </a:lnTo>
                <a:lnTo>
                  <a:pt x="1019098" y="118043"/>
                </a:lnTo>
                <a:lnTo>
                  <a:pt x="1036543" y="113750"/>
                </a:lnTo>
                <a:lnTo>
                  <a:pt x="1051081" y="142518"/>
                </a:lnTo>
                <a:lnTo>
                  <a:pt x="1052535" y="137906"/>
                </a:lnTo>
                <a:lnTo>
                  <a:pt x="1053988" y="134499"/>
                </a:lnTo>
                <a:lnTo>
                  <a:pt x="1056896" y="136551"/>
                </a:lnTo>
                <a:lnTo>
                  <a:pt x="1058350" y="139372"/>
                </a:lnTo>
                <a:lnTo>
                  <a:pt x="1059804" y="132537"/>
                </a:lnTo>
                <a:lnTo>
                  <a:pt x="1061257" y="134326"/>
                </a:lnTo>
                <a:lnTo>
                  <a:pt x="1065619" y="132662"/>
                </a:lnTo>
                <a:lnTo>
                  <a:pt x="1068526" y="129780"/>
                </a:lnTo>
                <a:lnTo>
                  <a:pt x="1069980" y="133083"/>
                </a:lnTo>
                <a:lnTo>
                  <a:pt x="1091787" y="147010"/>
                </a:lnTo>
                <a:lnTo>
                  <a:pt x="1096148" y="167389"/>
                </a:lnTo>
                <a:lnTo>
                  <a:pt x="1097602" y="151782"/>
                </a:lnTo>
                <a:lnTo>
                  <a:pt x="1099055" y="150903"/>
                </a:lnTo>
                <a:lnTo>
                  <a:pt x="1100509" y="155878"/>
                </a:lnTo>
                <a:lnTo>
                  <a:pt x="1101963" y="159732"/>
                </a:lnTo>
                <a:lnTo>
                  <a:pt x="1106324" y="156168"/>
                </a:lnTo>
                <a:lnTo>
                  <a:pt x="1107778" y="154489"/>
                </a:lnTo>
                <a:lnTo>
                  <a:pt x="1109232" y="157383"/>
                </a:lnTo>
                <a:lnTo>
                  <a:pt x="1113593" y="166075"/>
                </a:lnTo>
                <a:lnTo>
                  <a:pt x="1115047" y="162372"/>
                </a:lnTo>
                <a:lnTo>
                  <a:pt x="1116501" y="162208"/>
                </a:lnTo>
                <a:lnTo>
                  <a:pt x="1123770" y="168665"/>
                </a:lnTo>
                <a:lnTo>
                  <a:pt x="1129585" y="172403"/>
                </a:lnTo>
                <a:lnTo>
                  <a:pt x="1131039" y="167990"/>
                </a:lnTo>
                <a:lnTo>
                  <a:pt x="1133946" y="174153"/>
                </a:lnTo>
                <a:lnTo>
                  <a:pt x="1141215" y="184969"/>
                </a:lnTo>
                <a:lnTo>
                  <a:pt x="1142669" y="180598"/>
                </a:lnTo>
                <a:lnTo>
                  <a:pt x="1149938" y="164849"/>
                </a:lnTo>
                <a:lnTo>
                  <a:pt x="1160114" y="198853"/>
                </a:lnTo>
                <a:lnTo>
                  <a:pt x="1167383" y="190639"/>
                </a:lnTo>
                <a:lnTo>
                  <a:pt x="1174652" y="203870"/>
                </a:lnTo>
                <a:lnTo>
                  <a:pt x="1176106" y="196977"/>
                </a:lnTo>
                <a:lnTo>
                  <a:pt x="1177559" y="188172"/>
                </a:lnTo>
                <a:lnTo>
                  <a:pt x="1181921" y="192124"/>
                </a:lnTo>
                <a:lnTo>
                  <a:pt x="1184828" y="195704"/>
                </a:lnTo>
                <a:lnTo>
                  <a:pt x="1187736" y="201459"/>
                </a:lnTo>
                <a:lnTo>
                  <a:pt x="1190643" y="197453"/>
                </a:lnTo>
                <a:lnTo>
                  <a:pt x="1192097" y="188685"/>
                </a:lnTo>
                <a:lnTo>
                  <a:pt x="1196458" y="192899"/>
                </a:lnTo>
                <a:lnTo>
                  <a:pt x="1199366" y="192145"/>
                </a:lnTo>
                <a:lnTo>
                  <a:pt x="1205181" y="199819"/>
                </a:lnTo>
                <a:lnTo>
                  <a:pt x="1208089" y="190936"/>
                </a:lnTo>
                <a:lnTo>
                  <a:pt x="1210996" y="197215"/>
                </a:lnTo>
                <a:lnTo>
                  <a:pt x="1224080" y="225371"/>
                </a:lnTo>
                <a:lnTo>
                  <a:pt x="1225534" y="219969"/>
                </a:lnTo>
                <a:lnTo>
                  <a:pt x="1228442" y="212514"/>
                </a:lnTo>
                <a:lnTo>
                  <a:pt x="1231349" y="218237"/>
                </a:lnTo>
                <a:lnTo>
                  <a:pt x="1232803" y="222141"/>
                </a:lnTo>
                <a:lnTo>
                  <a:pt x="1235710" y="214692"/>
                </a:lnTo>
                <a:lnTo>
                  <a:pt x="1238618" y="203755"/>
                </a:lnTo>
                <a:lnTo>
                  <a:pt x="1241526" y="210161"/>
                </a:lnTo>
                <a:lnTo>
                  <a:pt x="1245887" y="234214"/>
                </a:lnTo>
                <a:lnTo>
                  <a:pt x="1247341" y="231098"/>
                </a:lnTo>
                <a:lnTo>
                  <a:pt x="1253156" y="208519"/>
                </a:lnTo>
                <a:lnTo>
                  <a:pt x="1258971" y="249922"/>
                </a:lnTo>
                <a:lnTo>
                  <a:pt x="1260425" y="239380"/>
                </a:lnTo>
                <a:lnTo>
                  <a:pt x="1266240" y="218666"/>
                </a:lnTo>
                <a:lnTo>
                  <a:pt x="1267694" y="219746"/>
                </a:lnTo>
                <a:lnTo>
                  <a:pt x="1272055" y="235488"/>
                </a:lnTo>
                <a:lnTo>
                  <a:pt x="1274962" y="225323"/>
                </a:lnTo>
                <a:lnTo>
                  <a:pt x="1280778" y="232343"/>
                </a:lnTo>
                <a:lnTo>
                  <a:pt x="1288047" y="270362"/>
                </a:lnTo>
                <a:lnTo>
                  <a:pt x="1289500" y="268599"/>
                </a:lnTo>
                <a:lnTo>
                  <a:pt x="1290954" y="262989"/>
                </a:lnTo>
                <a:lnTo>
                  <a:pt x="1292408" y="271375"/>
                </a:lnTo>
                <a:lnTo>
                  <a:pt x="1293862" y="270990"/>
                </a:lnTo>
                <a:lnTo>
                  <a:pt x="1298223" y="264941"/>
                </a:lnTo>
                <a:lnTo>
                  <a:pt x="1301131" y="271337"/>
                </a:lnTo>
                <a:lnTo>
                  <a:pt x="1306946" y="283775"/>
                </a:lnTo>
                <a:lnTo>
                  <a:pt x="1309853" y="261551"/>
                </a:lnTo>
                <a:lnTo>
                  <a:pt x="1311307" y="294457"/>
                </a:lnTo>
                <a:lnTo>
                  <a:pt x="1315668" y="272214"/>
                </a:lnTo>
                <a:lnTo>
                  <a:pt x="1318576" y="283592"/>
                </a:lnTo>
                <a:lnTo>
                  <a:pt x="1324391" y="286011"/>
                </a:lnTo>
                <a:lnTo>
                  <a:pt x="1337475" y="316841"/>
                </a:lnTo>
                <a:lnTo>
                  <a:pt x="1340383" y="331590"/>
                </a:lnTo>
                <a:lnTo>
                  <a:pt x="1341836" y="327202"/>
                </a:lnTo>
                <a:lnTo>
                  <a:pt x="1343290" y="316520"/>
                </a:lnTo>
                <a:lnTo>
                  <a:pt x="1346198" y="322979"/>
                </a:lnTo>
                <a:lnTo>
                  <a:pt x="1354920" y="351075"/>
                </a:lnTo>
                <a:lnTo>
                  <a:pt x="1356374" y="339003"/>
                </a:lnTo>
                <a:lnTo>
                  <a:pt x="1359282" y="331367"/>
                </a:lnTo>
                <a:lnTo>
                  <a:pt x="1360736" y="340208"/>
                </a:lnTo>
                <a:lnTo>
                  <a:pt x="1370912" y="364134"/>
                </a:lnTo>
                <a:lnTo>
                  <a:pt x="1391265" y="410753"/>
                </a:lnTo>
                <a:lnTo>
                  <a:pt x="1398534" y="429918"/>
                </a:lnTo>
                <a:lnTo>
                  <a:pt x="1399988" y="429153"/>
                </a:lnTo>
                <a:lnTo>
                  <a:pt x="1408710" y="417574"/>
                </a:lnTo>
                <a:lnTo>
                  <a:pt x="1431970" y="371062"/>
                </a:lnTo>
                <a:lnTo>
                  <a:pt x="1433424" y="371807"/>
                </a:lnTo>
                <a:lnTo>
                  <a:pt x="1449416" y="326612"/>
                </a:lnTo>
                <a:lnTo>
                  <a:pt x="1452323" y="314669"/>
                </a:lnTo>
                <a:lnTo>
                  <a:pt x="1461046" y="272677"/>
                </a:lnTo>
                <a:lnTo>
                  <a:pt x="1494483" y="139956"/>
                </a:lnTo>
                <a:lnTo>
                  <a:pt x="1501752" y="124799"/>
                </a:lnTo>
                <a:lnTo>
                  <a:pt x="1513382" y="75595"/>
                </a:lnTo>
                <a:lnTo>
                  <a:pt x="1517744" y="82451"/>
                </a:lnTo>
                <a:lnTo>
                  <a:pt x="1520651" y="97191"/>
                </a:lnTo>
                <a:lnTo>
                  <a:pt x="1523559" y="96366"/>
                </a:lnTo>
                <a:lnTo>
                  <a:pt x="1530827" y="88690"/>
                </a:lnTo>
                <a:lnTo>
                  <a:pt x="1532281" y="90346"/>
                </a:lnTo>
                <a:lnTo>
                  <a:pt x="1542458" y="103552"/>
                </a:lnTo>
                <a:lnTo>
                  <a:pt x="1543911" y="102141"/>
                </a:lnTo>
                <a:lnTo>
                  <a:pt x="1548273" y="93672"/>
                </a:lnTo>
                <a:lnTo>
                  <a:pt x="1549726" y="105576"/>
                </a:lnTo>
                <a:lnTo>
                  <a:pt x="1552634" y="94420"/>
                </a:lnTo>
                <a:lnTo>
                  <a:pt x="1555541" y="95559"/>
                </a:lnTo>
                <a:lnTo>
                  <a:pt x="1558449" y="104070"/>
                </a:lnTo>
                <a:lnTo>
                  <a:pt x="1561357" y="96259"/>
                </a:lnTo>
                <a:lnTo>
                  <a:pt x="1562811" y="97488"/>
                </a:lnTo>
                <a:lnTo>
                  <a:pt x="1564264" y="87419"/>
                </a:lnTo>
                <a:lnTo>
                  <a:pt x="1565718" y="96361"/>
                </a:lnTo>
                <a:lnTo>
                  <a:pt x="1571533" y="109563"/>
                </a:lnTo>
                <a:lnTo>
                  <a:pt x="1577348" y="108592"/>
                </a:lnTo>
                <a:lnTo>
                  <a:pt x="1581710" y="113506"/>
                </a:lnTo>
                <a:lnTo>
                  <a:pt x="1584617" y="110752"/>
                </a:lnTo>
                <a:lnTo>
                  <a:pt x="1606424" y="81763"/>
                </a:lnTo>
                <a:lnTo>
                  <a:pt x="1616600" y="89883"/>
                </a:lnTo>
                <a:lnTo>
                  <a:pt x="1619508" y="73079"/>
                </a:lnTo>
                <a:lnTo>
                  <a:pt x="1622415" y="85762"/>
                </a:lnTo>
                <a:lnTo>
                  <a:pt x="1629684" y="119494"/>
                </a:lnTo>
                <a:lnTo>
                  <a:pt x="1631138" y="114562"/>
                </a:lnTo>
                <a:lnTo>
                  <a:pt x="1642768" y="98096"/>
                </a:lnTo>
                <a:lnTo>
                  <a:pt x="1647130" y="92973"/>
                </a:lnTo>
                <a:lnTo>
                  <a:pt x="1648583" y="105994"/>
                </a:lnTo>
                <a:lnTo>
                  <a:pt x="1658760" y="83536"/>
                </a:lnTo>
                <a:lnTo>
                  <a:pt x="1667482" y="68533"/>
                </a:lnTo>
                <a:lnTo>
                  <a:pt x="1674752" y="65493"/>
                </a:lnTo>
                <a:lnTo>
                  <a:pt x="1677659" y="53800"/>
                </a:lnTo>
                <a:lnTo>
                  <a:pt x="1680567" y="58250"/>
                </a:lnTo>
                <a:lnTo>
                  <a:pt x="1690743" y="53133"/>
                </a:lnTo>
                <a:lnTo>
                  <a:pt x="1699466" y="42468"/>
                </a:lnTo>
                <a:lnTo>
                  <a:pt x="1700919" y="47175"/>
                </a:lnTo>
                <a:lnTo>
                  <a:pt x="1703827" y="39546"/>
                </a:lnTo>
                <a:lnTo>
                  <a:pt x="1712549" y="19895"/>
                </a:lnTo>
                <a:lnTo>
                  <a:pt x="1724180" y="4141"/>
                </a:lnTo>
                <a:lnTo>
                  <a:pt x="1728541" y="0"/>
                </a:lnTo>
                <a:lnTo>
                  <a:pt x="1729995" y="2697"/>
                </a:lnTo>
                <a:lnTo>
                  <a:pt x="1732902" y="11956"/>
                </a:lnTo>
                <a:lnTo>
                  <a:pt x="1735810" y="5406"/>
                </a:lnTo>
                <a:lnTo>
                  <a:pt x="1737264" y="2611"/>
                </a:lnTo>
                <a:lnTo>
                  <a:pt x="1738718" y="5500"/>
                </a:lnTo>
                <a:lnTo>
                  <a:pt x="1744533" y="11570"/>
                </a:lnTo>
                <a:lnTo>
                  <a:pt x="1745986" y="10667"/>
                </a:lnTo>
                <a:lnTo>
                  <a:pt x="1756163" y="20509"/>
                </a:lnTo>
                <a:lnTo>
                  <a:pt x="1757617" y="27063"/>
                </a:lnTo>
                <a:lnTo>
                  <a:pt x="1760524" y="22989"/>
                </a:lnTo>
                <a:lnTo>
                  <a:pt x="1763432" y="15653"/>
                </a:lnTo>
                <a:lnTo>
                  <a:pt x="1764886" y="19290"/>
                </a:lnTo>
                <a:lnTo>
                  <a:pt x="1775062" y="49550"/>
                </a:lnTo>
                <a:lnTo>
                  <a:pt x="1777970" y="43431"/>
                </a:lnTo>
                <a:lnTo>
                  <a:pt x="1783785" y="36371"/>
                </a:lnTo>
                <a:lnTo>
                  <a:pt x="1789600" y="39978"/>
                </a:lnTo>
                <a:lnTo>
                  <a:pt x="1792508" y="34036"/>
                </a:lnTo>
                <a:lnTo>
                  <a:pt x="1795415" y="35577"/>
                </a:lnTo>
                <a:lnTo>
                  <a:pt x="1796869" y="38325"/>
                </a:lnTo>
                <a:lnTo>
                  <a:pt x="1798323" y="29166"/>
                </a:lnTo>
                <a:lnTo>
                  <a:pt x="1801230" y="37044"/>
                </a:lnTo>
                <a:lnTo>
                  <a:pt x="1805591" y="42778"/>
                </a:lnTo>
                <a:lnTo>
                  <a:pt x="1807045" y="39514"/>
                </a:lnTo>
                <a:lnTo>
                  <a:pt x="1809953" y="33144"/>
                </a:lnTo>
                <a:lnTo>
                  <a:pt x="1811406" y="40259"/>
                </a:lnTo>
                <a:lnTo>
                  <a:pt x="1817222" y="46289"/>
                </a:lnTo>
                <a:lnTo>
                  <a:pt x="1828852" y="59683"/>
                </a:lnTo>
                <a:lnTo>
                  <a:pt x="1837575" y="61344"/>
                </a:lnTo>
                <a:lnTo>
                  <a:pt x="1839028" y="59755"/>
                </a:lnTo>
                <a:lnTo>
                  <a:pt x="1841936" y="62937"/>
                </a:lnTo>
                <a:lnTo>
                  <a:pt x="1846297" y="68164"/>
                </a:lnTo>
                <a:lnTo>
                  <a:pt x="1847751" y="65212"/>
                </a:lnTo>
                <a:lnTo>
                  <a:pt x="1849205" y="63710"/>
                </a:lnTo>
                <a:lnTo>
                  <a:pt x="1850658" y="69627"/>
                </a:lnTo>
                <a:lnTo>
                  <a:pt x="1853566" y="72715"/>
                </a:lnTo>
                <a:lnTo>
                  <a:pt x="1855020" y="69750"/>
                </a:lnTo>
                <a:lnTo>
                  <a:pt x="1862289" y="65183"/>
                </a:lnTo>
                <a:lnTo>
                  <a:pt x="1865196" y="69588"/>
                </a:lnTo>
                <a:lnTo>
                  <a:pt x="1868104" y="66654"/>
                </a:lnTo>
                <a:lnTo>
                  <a:pt x="1869557" y="63214"/>
                </a:lnTo>
                <a:lnTo>
                  <a:pt x="1873919" y="65467"/>
                </a:lnTo>
                <a:lnTo>
                  <a:pt x="1882642" y="76564"/>
                </a:lnTo>
                <a:lnTo>
                  <a:pt x="1884095" y="70060"/>
                </a:lnTo>
                <a:lnTo>
                  <a:pt x="1888457" y="73071"/>
                </a:lnTo>
                <a:lnTo>
                  <a:pt x="1897179" y="68233"/>
                </a:lnTo>
                <a:lnTo>
                  <a:pt x="1902994" y="64164"/>
                </a:lnTo>
                <a:lnTo>
                  <a:pt x="1910263" y="57285"/>
                </a:lnTo>
                <a:lnTo>
                  <a:pt x="1920440" y="64280"/>
                </a:lnTo>
                <a:lnTo>
                  <a:pt x="1921894" y="62709"/>
                </a:lnTo>
                <a:lnTo>
                  <a:pt x="1923347" y="66281"/>
                </a:lnTo>
                <a:lnTo>
                  <a:pt x="1926255" y="75014"/>
                </a:lnTo>
                <a:lnTo>
                  <a:pt x="1929162" y="71642"/>
                </a:lnTo>
                <a:lnTo>
                  <a:pt x="1958238" y="31749"/>
                </a:lnTo>
                <a:lnTo>
                  <a:pt x="1965507" y="41052"/>
                </a:lnTo>
                <a:lnTo>
                  <a:pt x="1969868" y="36992"/>
                </a:lnTo>
                <a:lnTo>
                  <a:pt x="1984406" y="68843"/>
                </a:lnTo>
                <a:lnTo>
                  <a:pt x="1987314" y="74461"/>
                </a:lnTo>
                <a:lnTo>
                  <a:pt x="1996036" y="85775"/>
                </a:lnTo>
                <a:lnTo>
                  <a:pt x="1997490" y="84627"/>
                </a:lnTo>
                <a:lnTo>
                  <a:pt x="2000398" y="89338"/>
                </a:lnTo>
                <a:lnTo>
                  <a:pt x="2010574" y="103457"/>
                </a:lnTo>
                <a:lnTo>
                  <a:pt x="2012028" y="99911"/>
                </a:lnTo>
                <a:lnTo>
                  <a:pt x="2014935" y="104066"/>
                </a:lnTo>
                <a:lnTo>
                  <a:pt x="2022204" y="120037"/>
                </a:lnTo>
                <a:lnTo>
                  <a:pt x="2025112" y="108977"/>
                </a:lnTo>
                <a:lnTo>
                  <a:pt x="2026566" y="106030"/>
                </a:lnTo>
                <a:lnTo>
                  <a:pt x="2028019" y="113592"/>
                </a:lnTo>
                <a:lnTo>
                  <a:pt x="2036742" y="160198"/>
                </a:lnTo>
                <a:lnTo>
                  <a:pt x="2044011" y="182259"/>
                </a:lnTo>
                <a:lnTo>
                  <a:pt x="2045465" y="180528"/>
                </a:lnTo>
                <a:lnTo>
                  <a:pt x="2046918" y="174424"/>
                </a:lnTo>
                <a:lnTo>
                  <a:pt x="2048372" y="177292"/>
                </a:lnTo>
                <a:lnTo>
                  <a:pt x="2055641" y="208764"/>
                </a:lnTo>
                <a:lnTo>
                  <a:pt x="2057095" y="208108"/>
                </a:lnTo>
                <a:lnTo>
                  <a:pt x="2058549" y="204937"/>
                </a:lnTo>
                <a:lnTo>
                  <a:pt x="2060002" y="213922"/>
                </a:lnTo>
                <a:lnTo>
                  <a:pt x="2077448" y="249398"/>
                </a:lnTo>
                <a:lnTo>
                  <a:pt x="2078902" y="248459"/>
                </a:lnTo>
                <a:lnTo>
                  <a:pt x="2080355" y="253868"/>
                </a:lnTo>
                <a:lnTo>
                  <a:pt x="2083263" y="258367"/>
                </a:lnTo>
                <a:lnTo>
                  <a:pt x="2084717" y="255405"/>
                </a:lnTo>
                <a:lnTo>
                  <a:pt x="2086170" y="251845"/>
                </a:lnTo>
                <a:lnTo>
                  <a:pt x="2091986" y="272073"/>
                </a:lnTo>
                <a:lnTo>
                  <a:pt x="2093439" y="270143"/>
                </a:lnTo>
                <a:lnTo>
                  <a:pt x="2100708" y="271549"/>
                </a:lnTo>
                <a:lnTo>
                  <a:pt x="2107977" y="283727"/>
                </a:lnTo>
                <a:lnTo>
                  <a:pt x="2116700" y="305036"/>
                </a:lnTo>
                <a:lnTo>
                  <a:pt x="2119607" y="310500"/>
                </a:lnTo>
                <a:lnTo>
                  <a:pt x="2122515" y="314168"/>
                </a:lnTo>
                <a:lnTo>
                  <a:pt x="2125422" y="326463"/>
                </a:lnTo>
                <a:lnTo>
                  <a:pt x="2128330" y="319278"/>
                </a:lnTo>
                <a:lnTo>
                  <a:pt x="2129784" y="320045"/>
                </a:lnTo>
                <a:lnTo>
                  <a:pt x="2134145" y="350500"/>
                </a:lnTo>
                <a:lnTo>
                  <a:pt x="2137053" y="340195"/>
                </a:lnTo>
                <a:lnTo>
                  <a:pt x="2138507" y="338070"/>
                </a:lnTo>
                <a:lnTo>
                  <a:pt x="2139960" y="339168"/>
                </a:lnTo>
                <a:lnTo>
                  <a:pt x="2144322" y="358064"/>
                </a:lnTo>
                <a:lnTo>
                  <a:pt x="2147229" y="353233"/>
                </a:lnTo>
                <a:lnTo>
                  <a:pt x="2151591" y="353276"/>
                </a:lnTo>
                <a:lnTo>
                  <a:pt x="2154498" y="362636"/>
                </a:lnTo>
                <a:lnTo>
                  <a:pt x="2157406" y="357477"/>
                </a:lnTo>
                <a:lnTo>
                  <a:pt x="2167582" y="347048"/>
                </a:lnTo>
                <a:lnTo>
                  <a:pt x="2169036" y="348434"/>
                </a:lnTo>
                <a:lnTo>
                  <a:pt x="2170490" y="342406"/>
                </a:lnTo>
                <a:lnTo>
                  <a:pt x="2173397" y="333812"/>
                </a:lnTo>
                <a:lnTo>
                  <a:pt x="2176305" y="337637"/>
                </a:lnTo>
                <a:lnTo>
                  <a:pt x="2179212" y="347251"/>
                </a:lnTo>
                <a:lnTo>
                  <a:pt x="2182120" y="340930"/>
                </a:lnTo>
                <a:lnTo>
                  <a:pt x="2196658" y="311434"/>
                </a:lnTo>
                <a:lnTo>
                  <a:pt x="2198111" y="320436"/>
                </a:lnTo>
                <a:lnTo>
                  <a:pt x="2199565" y="325987"/>
                </a:lnTo>
                <a:lnTo>
                  <a:pt x="2202473" y="316587"/>
                </a:lnTo>
                <a:lnTo>
                  <a:pt x="2206834" y="296051"/>
                </a:lnTo>
                <a:lnTo>
                  <a:pt x="2209741" y="311058"/>
                </a:lnTo>
                <a:lnTo>
                  <a:pt x="2212649" y="317432"/>
                </a:lnTo>
                <a:lnTo>
                  <a:pt x="2214103" y="309056"/>
                </a:lnTo>
                <a:lnTo>
                  <a:pt x="2217011" y="290492"/>
                </a:lnTo>
                <a:lnTo>
                  <a:pt x="2219918" y="305504"/>
                </a:lnTo>
                <a:lnTo>
                  <a:pt x="2224279" y="323826"/>
                </a:lnTo>
                <a:lnTo>
                  <a:pt x="2225733" y="321635"/>
                </a:lnTo>
                <a:lnTo>
                  <a:pt x="2230095" y="293103"/>
                </a:lnTo>
                <a:lnTo>
                  <a:pt x="2233002" y="302524"/>
                </a:lnTo>
                <a:lnTo>
                  <a:pt x="2234456" y="307988"/>
                </a:lnTo>
                <a:lnTo>
                  <a:pt x="2237363" y="299089"/>
                </a:lnTo>
                <a:lnTo>
                  <a:pt x="2241725" y="309067"/>
                </a:lnTo>
                <a:lnTo>
                  <a:pt x="2244632" y="305037"/>
                </a:lnTo>
                <a:lnTo>
                  <a:pt x="2251901" y="268063"/>
                </a:lnTo>
                <a:lnTo>
                  <a:pt x="2253355" y="278489"/>
                </a:lnTo>
                <a:lnTo>
                  <a:pt x="2259170" y="303237"/>
                </a:lnTo>
                <a:lnTo>
                  <a:pt x="2260624" y="296090"/>
                </a:lnTo>
                <a:lnTo>
                  <a:pt x="2262078" y="292534"/>
                </a:lnTo>
                <a:lnTo>
                  <a:pt x="2263531" y="299064"/>
                </a:lnTo>
                <a:lnTo>
                  <a:pt x="2267893" y="322789"/>
                </a:lnTo>
                <a:lnTo>
                  <a:pt x="2272254" y="338654"/>
                </a:lnTo>
                <a:lnTo>
                  <a:pt x="2273708" y="329336"/>
                </a:lnTo>
                <a:lnTo>
                  <a:pt x="2276615" y="311411"/>
                </a:lnTo>
                <a:lnTo>
                  <a:pt x="2279523" y="315164"/>
                </a:lnTo>
                <a:lnTo>
                  <a:pt x="2289700" y="352185"/>
                </a:lnTo>
                <a:lnTo>
                  <a:pt x="2296968" y="353977"/>
                </a:lnTo>
                <a:lnTo>
                  <a:pt x="2312960" y="397518"/>
                </a:lnTo>
                <a:lnTo>
                  <a:pt x="2315867" y="394880"/>
                </a:lnTo>
                <a:lnTo>
                  <a:pt x="2326044" y="438880"/>
                </a:lnTo>
                <a:lnTo>
                  <a:pt x="2327497" y="437311"/>
                </a:lnTo>
                <a:lnTo>
                  <a:pt x="2333313" y="418975"/>
                </a:lnTo>
                <a:lnTo>
                  <a:pt x="2339128" y="459317"/>
                </a:lnTo>
                <a:lnTo>
                  <a:pt x="2342035" y="456245"/>
                </a:lnTo>
                <a:lnTo>
                  <a:pt x="2344943" y="453224"/>
                </a:lnTo>
                <a:lnTo>
                  <a:pt x="2353666" y="491163"/>
                </a:lnTo>
                <a:lnTo>
                  <a:pt x="2356573" y="484283"/>
                </a:lnTo>
                <a:lnTo>
                  <a:pt x="2358027" y="483785"/>
                </a:lnTo>
                <a:lnTo>
                  <a:pt x="2368204" y="534085"/>
                </a:lnTo>
                <a:lnTo>
                  <a:pt x="2371111" y="520230"/>
                </a:lnTo>
                <a:lnTo>
                  <a:pt x="2374019" y="506003"/>
                </a:lnTo>
                <a:lnTo>
                  <a:pt x="2375472" y="511611"/>
                </a:lnTo>
                <a:lnTo>
                  <a:pt x="2385649" y="537982"/>
                </a:lnTo>
                <a:lnTo>
                  <a:pt x="2387102" y="536839"/>
                </a:lnTo>
                <a:lnTo>
                  <a:pt x="2391464" y="560302"/>
                </a:lnTo>
                <a:lnTo>
                  <a:pt x="2395825" y="557240"/>
                </a:lnTo>
                <a:lnTo>
                  <a:pt x="2401640" y="552419"/>
                </a:lnTo>
                <a:lnTo>
                  <a:pt x="2406001" y="568984"/>
                </a:lnTo>
                <a:lnTo>
                  <a:pt x="2408909" y="567947"/>
                </a:lnTo>
                <a:lnTo>
                  <a:pt x="2410363" y="567639"/>
                </a:lnTo>
                <a:lnTo>
                  <a:pt x="2417632" y="577028"/>
                </a:lnTo>
                <a:lnTo>
                  <a:pt x="2421993" y="585663"/>
                </a:lnTo>
                <a:lnTo>
                  <a:pt x="2430716" y="596395"/>
                </a:lnTo>
                <a:lnTo>
                  <a:pt x="2437985" y="612933"/>
                </a:lnTo>
                <a:lnTo>
                  <a:pt x="2439438" y="611337"/>
                </a:lnTo>
                <a:lnTo>
                  <a:pt x="2440892" y="613936"/>
                </a:lnTo>
                <a:lnTo>
                  <a:pt x="2451069" y="639476"/>
                </a:lnTo>
                <a:lnTo>
                  <a:pt x="2456884" y="642971"/>
                </a:lnTo>
                <a:lnTo>
                  <a:pt x="2474329" y="670582"/>
                </a:lnTo>
                <a:lnTo>
                  <a:pt x="2475783" y="666532"/>
                </a:lnTo>
                <a:lnTo>
                  <a:pt x="2478690" y="674344"/>
                </a:lnTo>
                <a:lnTo>
                  <a:pt x="2541203" y="771258"/>
                </a:lnTo>
                <a:lnTo>
                  <a:pt x="2544110" y="765465"/>
                </a:lnTo>
                <a:lnTo>
                  <a:pt x="2547018" y="770311"/>
                </a:lnTo>
                <a:lnTo>
                  <a:pt x="2568825" y="807163"/>
                </a:lnTo>
                <a:lnTo>
                  <a:pt x="2570279" y="818397"/>
                </a:lnTo>
                <a:lnTo>
                  <a:pt x="2574640" y="817050"/>
                </a:lnTo>
                <a:lnTo>
                  <a:pt x="2587724" y="818564"/>
                </a:lnTo>
                <a:lnTo>
                  <a:pt x="2593539" y="826690"/>
                </a:lnTo>
                <a:lnTo>
                  <a:pt x="2600808" y="815829"/>
                </a:lnTo>
                <a:lnTo>
                  <a:pt x="2603715" y="818920"/>
                </a:lnTo>
                <a:lnTo>
                  <a:pt x="2606623" y="823050"/>
                </a:lnTo>
                <a:lnTo>
                  <a:pt x="2615346" y="837118"/>
                </a:lnTo>
                <a:lnTo>
                  <a:pt x="2616799" y="830715"/>
                </a:lnTo>
                <a:lnTo>
                  <a:pt x="2619707" y="840737"/>
                </a:lnTo>
                <a:lnTo>
                  <a:pt x="2624068" y="839555"/>
                </a:lnTo>
                <a:lnTo>
                  <a:pt x="2625522" y="847178"/>
                </a:lnTo>
                <a:lnTo>
                  <a:pt x="2626976" y="837387"/>
                </a:lnTo>
                <a:lnTo>
                  <a:pt x="2629883" y="850281"/>
                </a:lnTo>
                <a:lnTo>
                  <a:pt x="2631337" y="850994"/>
                </a:lnTo>
                <a:lnTo>
                  <a:pt x="2638606" y="863608"/>
                </a:lnTo>
                <a:lnTo>
                  <a:pt x="2640060" y="858692"/>
                </a:lnTo>
                <a:lnTo>
                  <a:pt x="2642967" y="860572"/>
                </a:lnTo>
                <a:lnTo>
                  <a:pt x="2650236" y="878478"/>
                </a:lnTo>
                <a:lnTo>
                  <a:pt x="2651690" y="876059"/>
                </a:lnTo>
                <a:lnTo>
                  <a:pt x="2653144" y="879218"/>
                </a:lnTo>
                <a:lnTo>
                  <a:pt x="2657505" y="876921"/>
                </a:lnTo>
                <a:lnTo>
                  <a:pt x="2664774" y="896639"/>
                </a:lnTo>
                <a:lnTo>
                  <a:pt x="2667682" y="888099"/>
                </a:lnTo>
                <a:lnTo>
                  <a:pt x="2670589" y="888981"/>
                </a:lnTo>
                <a:lnTo>
                  <a:pt x="2673497" y="885105"/>
                </a:lnTo>
                <a:lnTo>
                  <a:pt x="2676404" y="891420"/>
                </a:lnTo>
                <a:lnTo>
                  <a:pt x="2677858" y="888898"/>
                </a:lnTo>
                <a:lnTo>
                  <a:pt x="2679312" y="894631"/>
                </a:lnTo>
                <a:lnTo>
                  <a:pt x="2680765" y="893459"/>
                </a:lnTo>
                <a:lnTo>
                  <a:pt x="2689488" y="894217"/>
                </a:lnTo>
                <a:lnTo>
                  <a:pt x="2692396" y="896211"/>
                </a:lnTo>
                <a:lnTo>
                  <a:pt x="2693850" y="893068"/>
                </a:lnTo>
                <a:lnTo>
                  <a:pt x="2696757" y="885036"/>
                </a:lnTo>
                <a:lnTo>
                  <a:pt x="2698211" y="891001"/>
                </a:lnTo>
                <a:lnTo>
                  <a:pt x="2711295" y="901364"/>
                </a:lnTo>
                <a:lnTo>
                  <a:pt x="2715656" y="890705"/>
                </a:lnTo>
                <a:lnTo>
                  <a:pt x="2717110" y="894274"/>
                </a:lnTo>
                <a:lnTo>
                  <a:pt x="2720018" y="906534"/>
                </a:lnTo>
                <a:lnTo>
                  <a:pt x="2722925" y="904433"/>
                </a:lnTo>
                <a:lnTo>
                  <a:pt x="2725833" y="897674"/>
                </a:lnTo>
                <a:lnTo>
                  <a:pt x="2727287" y="899891"/>
                </a:lnTo>
                <a:lnTo>
                  <a:pt x="2730194" y="906521"/>
                </a:lnTo>
                <a:lnTo>
                  <a:pt x="2731648" y="901394"/>
                </a:lnTo>
                <a:lnTo>
                  <a:pt x="2733102" y="897257"/>
                </a:lnTo>
                <a:lnTo>
                  <a:pt x="2736009" y="904253"/>
                </a:lnTo>
                <a:lnTo>
                  <a:pt x="2738917" y="911073"/>
                </a:lnTo>
                <a:lnTo>
                  <a:pt x="2740370" y="901606"/>
                </a:lnTo>
                <a:lnTo>
                  <a:pt x="2754908" y="903406"/>
                </a:lnTo>
                <a:lnTo>
                  <a:pt x="2759270" y="905654"/>
                </a:lnTo>
                <a:lnTo>
                  <a:pt x="2760723" y="895390"/>
                </a:lnTo>
                <a:lnTo>
                  <a:pt x="2763631" y="901024"/>
                </a:lnTo>
                <a:lnTo>
                  <a:pt x="2772354" y="920151"/>
                </a:lnTo>
                <a:lnTo>
                  <a:pt x="2773807" y="916905"/>
                </a:lnTo>
                <a:lnTo>
                  <a:pt x="2775261" y="912723"/>
                </a:lnTo>
                <a:lnTo>
                  <a:pt x="2776715" y="921790"/>
                </a:lnTo>
                <a:lnTo>
                  <a:pt x="2778169" y="923723"/>
                </a:lnTo>
                <a:lnTo>
                  <a:pt x="2779622" y="916848"/>
                </a:lnTo>
                <a:lnTo>
                  <a:pt x="2781076" y="915099"/>
                </a:lnTo>
                <a:lnTo>
                  <a:pt x="2783984" y="929491"/>
                </a:lnTo>
                <a:lnTo>
                  <a:pt x="2786891" y="922393"/>
                </a:lnTo>
                <a:lnTo>
                  <a:pt x="2789799" y="912817"/>
                </a:lnTo>
                <a:lnTo>
                  <a:pt x="2794160" y="917123"/>
                </a:lnTo>
                <a:lnTo>
                  <a:pt x="2795614" y="917797"/>
                </a:lnTo>
                <a:lnTo>
                  <a:pt x="2797068" y="927430"/>
                </a:lnTo>
                <a:lnTo>
                  <a:pt x="2799975" y="913860"/>
                </a:lnTo>
                <a:lnTo>
                  <a:pt x="2805791" y="918983"/>
                </a:lnTo>
                <a:lnTo>
                  <a:pt x="2810152" y="927487"/>
                </a:lnTo>
                <a:lnTo>
                  <a:pt x="2811606" y="925054"/>
                </a:lnTo>
                <a:lnTo>
                  <a:pt x="2815967" y="927334"/>
                </a:lnTo>
                <a:lnTo>
                  <a:pt x="2821782" y="909027"/>
                </a:lnTo>
                <a:lnTo>
                  <a:pt x="2823236" y="917841"/>
                </a:lnTo>
                <a:lnTo>
                  <a:pt x="2824690" y="917358"/>
                </a:lnTo>
                <a:lnTo>
                  <a:pt x="2834866" y="892612"/>
                </a:lnTo>
                <a:lnTo>
                  <a:pt x="2836320" y="891574"/>
                </a:lnTo>
                <a:lnTo>
                  <a:pt x="2837773" y="903765"/>
                </a:lnTo>
                <a:lnTo>
                  <a:pt x="2840681" y="897026"/>
                </a:lnTo>
                <a:lnTo>
                  <a:pt x="2852311" y="878817"/>
                </a:lnTo>
                <a:lnTo>
                  <a:pt x="2859580" y="879217"/>
                </a:lnTo>
                <a:lnTo>
                  <a:pt x="2863942" y="869923"/>
                </a:lnTo>
                <a:lnTo>
                  <a:pt x="2865395" y="877830"/>
                </a:lnTo>
                <a:lnTo>
                  <a:pt x="2872664" y="871258"/>
                </a:lnTo>
                <a:lnTo>
                  <a:pt x="2874118" y="860040"/>
                </a:lnTo>
                <a:lnTo>
                  <a:pt x="2878479" y="868025"/>
                </a:lnTo>
                <a:lnTo>
                  <a:pt x="2884295" y="860875"/>
                </a:lnTo>
                <a:lnTo>
                  <a:pt x="2891563" y="858144"/>
                </a:lnTo>
                <a:lnTo>
                  <a:pt x="2893017" y="861179"/>
                </a:lnTo>
                <a:lnTo>
                  <a:pt x="2894471" y="859827"/>
                </a:lnTo>
                <a:lnTo>
                  <a:pt x="2900286" y="842521"/>
                </a:lnTo>
                <a:lnTo>
                  <a:pt x="2906101" y="853746"/>
                </a:lnTo>
                <a:lnTo>
                  <a:pt x="2907555" y="847439"/>
                </a:lnTo>
                <a:lnTo>
                  <a:pt x="2910463" y="834871"/>
                </a:lnTo>
                <a:lnTo>
                  <a:pt x="2913370" y="838520"/>
                </a:lnTo>
                <a:lnTo>
                  <a:pt x="2925000" y="836146"/>
                </a:lnTo>
                <a:lnTo>
                  <a:pt x="2927908" y="822062"/>
                </a:lnTo>
                <a:lnTo>
                  <a:pt x="2930815" y="826798"/>
                </a:lnTo>
                <a:lnTo>
                  <a:pt x="2942445" y="811304"/>
                </a:lnTo>
                <a:lnTo>
                  <a:pt x="2970067" y="780142"/>
                </a:lnTo>
                <a:lnTo>
                  <a:pt x="2977336" y="762838"/>
                </a:lnTo>
                <a:lnTo>
                  <a:pt x="2999143" y="728794"/>
                </a:lnTo>
                <a:lnTo>
                  <a:pt x="3012227" y="688827"/>
                </a:lnTo>
                <a:lnTo>
                  <a:pt x="3018042" y="684173"/>
                </a:lnTo>
                <a:lnTo>
                  <a:pt x="3028219" y="668653"/>
                </a:lnTo>
                <a:lnTo>
                  <a:pt x="3041302" y="651660"/>
                </a:lnTo>
                <a:lnTo>
                  <a:pt x="3048571" y="635861"/>
                </a:lnTo>
                <a:lnTo>
                  <a:pt x="3051479" y="635404"/>
                </a:lnTo>
                <a:lnTo>
                  <a:pt x="3058748" y="617333"/>
                </a:lnTo>
                <a:lnTo>
                  <a:pt x="3060201" y="622024"/>
                </a:lnTo>
                <a:lnTo>
                  <a:pt x="3073286" y="600936"/>
                </a:lnTo>
                <a:lnTo>
                  <a:pt x="3074739" y="602206"/>
                </a:lnTo>
                <a:lnTo>
                  <a:pt x="3076193" y="598567"/>
                </a:lnTo>
                <a:lnTo>
                  <a:pt x="3077647" y="587221"/>
                </a:lnTo>
                <a:lnTo>
                  <a:pt x="3080554" y="599378"/>
                </a:lnTo>
                <a:lnTo>
                  <a:pt x="3106723" y="550707"/>
                </a:lnTo>
                <a:lnTo>
                  <a:pt x="3109630" y="559041"/>
                </a:lnTo>
                <a:lnTo>
                  <a:pt x="3112538" y="552193"/>
                </a:lnTo>
                <a:lnTo>
                  <a:pt x="3118353" y="540144"/>
                </a:lnTo>
                <a:lnTo>
                  <a:pt x="3119806" y="546988"/>
                </a:lnTo>
                <a:lnTo>
                  <a:pt x="3122714" y="552605"/>
                </a:lnTo>
                <a:lnTo>
                  <a:pt x="3124168" y="551566"/>
                </a:lnTo>
                <a:lnTo>
                  <a:pt x="3131437" y="542440"/>
                </a:lnTo>
                <a:lnTo>
                  <a:pt x="3137252" y="545203"/>
                </a:lnTo>
                <a:lnTo>
                  <a:pt x="3209941" y="323521"/>
                </a:lnTo>
                <a:lnTo>
                  <a:pt x="3221571" y="306272"/>
                </a:lnTo>
                <a:lnTo>
                  <a:pt x="3230294" y="294258"/>
                </a:lnTo>
                <a:lnTo>
                  <a:pt x="3233201" y="298588"/>
                </a:lnTo>
                <a:lnTo>
                  <a:pt x="3236109" y="295902"/>
                </a:lnTo>
                <a:lnTo>
                  <a:pt x="3244831" y="293614"/>
                </a:lnTo>
                <a:lnTo>
                  <a:pt x="3260823" y="275513"/>
                </a:lnTo>
                <a:lnTo>
                  <a:pt x="3266638" y="262254"/>
                </a:lnTo>
                <a:lnTo>
                  <a:pt x="3281176" y="235409"/>
                </a:lnTo>
                <a:lnTo>
                  <a:pt x="3284083" y="245891"/>
                </a:lnTo>
                <a:lnTo>
                  <a:pt x="3286991" y="240771"/>
                </a:lnTo>
                <a:lnTo>
                  <a:pt x="3369856" y="96117"/>
                </a:lnTo>
                <a:lnTo>
                  <a:pt x="3372764" y="101547"/>
                </a:lnTo>
                <a:lnTo>
                  <a:pt x="3374217" y="95169"/>
                </a:lnTo>
                <a:lnTo>
                  <a:pt x="3381487" y="83306"/>
                </a:lnTo>
                <a:lnTo>
                  <a:pt x="3385848" y="82331"/>
                </a:lnTo>
                <a:lnTo>
                  <a:pt x="3393117" y="73390"/>
                </a:lnTo>
                <a:lnTo>
                  <a:pt x="3396024" y="75612"/>
                </a:lnTo>
                <a:lnTo>
                  <a:pt x="3398932" y="68918"/>
                </a:lnTo>
                <a:lnTo>
                  <a:pt x="3401839" y="70604"/>
                </a:lnTo>
                <a:lnTo>
                  <a:pt x="3406201" y="57594"/>
                </a:lnTo>
                <a:lnTo>
                  <a:pt x="3409108" y="65165"/>
                </a:lnTo>
                <a:lnTo>
                  <a:pt x="3410562" y="67399"/>
                </a:lnTo>
                <a:lnTo>
                  <a:pt x="3412016" y="63955"/>
                </a:lnTo>
                <a:lnTo>
                  <a:pt x="3419284" y="56972"/>
                </a:lnTo>
                <a:lnTo>
                  <a:pt x="3420739" y="58135"/>
                </a:lnTo>
                <a:lnTo>
                  <a:pt x="3422192" y="58129"/>
                </a:lnTo>
                <a:lnTo>
                  <a:pt x="3426554" y="47384"/>
                </a:lnTo>
                <a:lnTo>
                  <a:pt x="3429461" y="48093"/>
                </a:lnTo>
                <a:lnTo>
                  <a:pt x="3436730" y="43642"/>
                </a:lnTo>
                <a:lnTo>
                  <a:pt x="3446906" y="40502"/>
                </a:lnTo>
                <a:lnTo>
                  <a:pt x="3455629" y="33583"/>
                </a:lnTo>
                <a:lnTo>
                  <a:pt x="3461444" y="31989"/>
                </a:lnTo>
                <a:lnTo>
                  <a:pt x="3465806" y="26839"/>
                </a:lnTo>
                <a:lnTo>
                  <a:pt x="3467259" y="27674"/>
                </a:lnTo>
                <a:lnTo>
                  <a:pt x="3474528" y="27932"/>
                </a:lnTo>
                <a:lnTo>
                  <a:pt x="3475982" y="26342"/>
                </a:lnTo>
                <a:lnTo>
                  <a:pt x="3477436" y="31201"/>
                </a:lnTo>
                <a:lnTo>
                  <a:pt x="3481797" y="28468"/>
                </a:lnTo>
                <a:lnTo>
                  <a:pt x="3484705" y="25934"/>
                </a:lnTo>
                <a:lnTo>
                  <a:pt x="3490520" y="36598"/>
                </a:lnTo>
                <a:lnTo>
                  <a:pt x="3494881" y="28682"/>
                </a:lnTo>
                <a:lnTo>
                  <a:pt x="3496335" y="32454"/>
                </a:lnTo>
                <a:lnTo>
                  <a:pt x="3502150" y="29986"/>
                </a:lnTo>
                <a:lnTo>
                  <a:pt x="3506511" y="34964"/>
                </a:lnTo>
                <a:lnTo>
                  <a:pt x="3509419" y="32979"/>
                </a:lnTo>
                <a:lnTo>
                  <a:pt x="3513780" y="40341"/>
                </a:lnTo>
                <a:lnTo>
                  <a:pt x="3515234" y="33551"/>
                </a:lnTo>
                <a:lnTo>
                  <a:pt x="3516688" y="32570"/>
                </a:lnTo>
                <a:lnTo>
                  <a:pt x="3518142" y="38726"/>
                </a:lnTo>
                <a:lnTo>
                  <a:pt x="3522503" y="33993"/>
                </a:lnTo>
                <a:lnTo>
                  <a:pt x="3544310" y="39889"/>
                </a:lnTo>
                <a:lnTo>
                  <a:pt x="3545763" y="35952"/>
                </a:lnTo>
                <a:lnTo>
                  <a:pt x="3547217" y="40188"/>
                </a:lnTo>
                <a:lnTo>
                  <a:pt x="3548671" y="46907"/>
                </a:lnTo>
                <a:lnTo>
                  <a:pt x="3553032" y="42403"/>
                </a:lnTo>
                <a:lnTo>
                  <a:pt x="3569024" y="51097"/>
                </a:lnTo>
                <a:lnTo>
                  <a:pt x="3570478" y="44470"/>
                </a:lnTo>
                <a:lnTo>
                  <a:pt x="3571931" y="41928"/>
                </a:lnTo>
                <a:lnTo>
                  <a:pt x="3573385" y="46068"/>
                </a:lnTo>
                <a:lnTo>
                  <a:pt x="3574839" y="49716"/>
                </a:lnTo>
                <a:lnTo>
                  <a:pt x="3576293" y="43641"/>
                </a:lnTo>
                <a:lnTo>
                  <a:pt x="3577747" y="38903"/>
                </a:lnTo>
                <a:lnTo>
                  <a:pt x="3580654" y="45740"/>
                </a:lnTo>
                <a:lnTo>
                  <a:pt x="3583562" y="47380"/>
                </a:lnTo>
                <a:lnTo>
                  <a:pt x="3586469" y="39260"/>
                </a:lnTo>
                <a:lnTo>
                  <a:pt x="3589377" y="43810"/>
                </a:lnTo>
                <a:lnTo>
                  <a:pt x="3593738" y="37823"/>
                </a:lnTo>
                <a:lnTo>
                  <a:pt x="3595192" y="43147"/>
                </a:lnTo>
                <a:lnTo>
                  <a:pt x="3596645" y="45502"/>
                </a:lnTo>
                <a:lnTo>
                  <a:pt x="3598099" y="39959"/>
                </a:lnTo>
                <a:lnTo>
                  <a:pt x="3599553" y="39416"/>
                </a:lnTo>
                <a:lnTo>
                  <a:pt x="3602461" y="46549"/>
                </a:lnTo>
                <a:lnTo>
                  <a:pt x="3603914" y="40660"/>
                </a:lnTo>
                <a:lnTo>
                  <a:pt x="3605368" y="37315"/>
                </a:lnTo>
                <a:lnTo>
                  <a:pt x="3606822" y="43789"/>
                </a:lnTo>
                <a:lnTo>
                  <a:pt x="3609729" y="41269"/>
                </a:lnTo>
                <a:lnTo>
                  <a:pt x="3614091" y="51707"/>
                </a:lnTo>
                <a:lnTo>
                  <a:pt x="3618452" y="36484"/>
                </a:lnTo>
                <a:lnTo>
                  <a:pt x="3619906" y="46062"/>
                </a:lnTo>
                <a:lnTo>
                  <a:pt x="3621360" y="49598"/>
                </a:lnTo>
                <a:lnTo>
                  <a:pt x="3624267" y="45926"/>
                </a:lnTo>
                <a:lnTo>
                  <a:pt x="3632990" y="42335"/>
                </a:lnTo>
                <a:lnTo>
                  <a:pt x="3638805" y="53615"/>
                </a:lnTo>
                <a:lnTo>
                  <a:pt x="3640259" y="51782"/>
                </a:lnTo>
                <a:lnTo>
                  <a:pt x="3643166" y="37442"/>
                </a:lnTo>
                <a:lnTo>
                  <a:pt x="3646074" y="44232"/>
                </a:lnTo>
                <a:lnTo>
                  <a:pt x="3659158" y="34924"/>
                </a:lnTo>
                <a:lnTo>
                  <a:pt x="3662066" y="35553"/>
                </a:lnTo>
                <a:lnTo>
                  <a:pt x="3666427" y="27502"/>
                </a:lnTo>
                <a:lnTo>
                  <a:pt x="3667881" y="33210"/>
                </a:lnTo>
                <a:lnTo>
                  <a:pt x="3669334" y="27480"/>
                </a:lnTo>
                <a:lnTo>
                  <a:pt x="3672242" y="32210"/>
                </a:lnTo>
                <a:lnTo>
                  <a:pt x="3673696" y="34834"/>
                </a:lnTo>
                <a:lnTo>
                  <a:pt x="3675149" y="30973"/>
                </a:lnTo>
                <a:lnTo>
                  <a:pt x="3678057" y="18974"/>
                </a:lnTo>
                <a:lnTo>
                  <a:pt x="3680965" y="25493"/>
                </a:lnTo>
                <a:lnTo>
                  <a:pt x="3682418" y="31185"/>
                </a:lnTo>
                <a:lnTo>
                  <a:pt x="3685326" y="26504"/>
                </a:lnTo>
                <a:lnTo>
                  <a:pt x="3688233" y="20945"/>
                </a:lnTo>
                <a:lnTo>
                  <a:pt x="3689687" y="24355"/>
                </a:lnTo>
                <a:lnTo>
                  <a:pt x="3691141" y="30584"/>
                </a:lnTo>
                <a:lnTo>
                  <a:pt x="3695502" y="28868"/>
                </a:lnTo>
                <a:lnTo>
                  <a:pt x="3698410" y="20280"/>
                </a:lnTo>
                <a:lnTo>
                  <a:pt x="3701318" y="21382"/>
                </a:lnTo>
                <a:lnTo>
                  <a:pt x="3705679" y="18323"/>
                </a:lnTo>
                <a:lnTo>
                  <a:pt x="3712948" y="30799"/>
                </a:lnTo>
                <a:lnTo>
                  <a:pt x="3718763" y="19328"/>
                </a:lnTo>
                <a:lnTo>
                  <a:pt x="3720217" y="21342"/>
                </a:lnTo>
                <a:lnTo>
                  <a:pt x="3724578" y="33629"/>
                </a:lnTo>
                <a:lnTo>
                  <a:pt x="3731847" y="10713"/>
                </a:lnTo>
                <a:lnTo>
                  <a:pt x="3736208" y="26593"/>
                </a:lnTo>
                <a:lnTo>
                  <a:pt x="3737662" y="23392"/>
                </a:lnTo>
                <a:lnTo>
                  <a:pt x="3739116" y="24294"/>
                </a:lnTo>
                <a:lnTo>
                  <a:pt x="3740570" y="6422"/>
                </a:lnTo>
                <a:lnTo>
                  <a:pt x="3743477" y="26078"/>
                </a:lnTo>
                <a:lnTo>
                  <a:pt x="3746385" y="16414"/>
                </a:lnTo>
                <a:lnTo>
                  <a:pt x="3749292" y="20823"/>
                </a:lnTo>
                <a:lnTo>
                  <a:pt x="3759469" y="21605"/>
                </a:lnTo>
                <a:lnTo>
                  <a:pt x="3769645" y="26480"/>
                </a:lnTo>
                <a:lnTo>
                  <a:pt x="3774006" y="25267"/>
                </a:lnTo>
                <a:lnTo>
                  <a:pt x="3776914" y="31189"/>
                </a:lnTo>
                <a:lnTo>
                  <a:pt x="3778368" y="24743"/>
                </a:lnTo>
                <a:lnTo>
                  <a:pt x="3784183" y="23509"/>
                </a:lnTo>
                <a:lnTo>
                  <a:pt x="3787090" y="32788"/>
                </a:lnTo>
                <a:lnTo>
                  <a:pt x="3791452" y="30633"/>
                </a:lnTo>
                <a:lnTo>
                  <a:pt x="3795813" y="23263"/>
                </a:lnTo>
                <a:lnTo>
                  <a:pt x="3798721" y="31832"/>
                </a:lnTo>
                <a:lnTo>
                  <a:pt x="3801628" y="25711"/>
                </a:lnTo>
                <a:lnTo>
                  <a:pt x="3803082" y="29811"/>
                </a:lnTo>
                <a:lnTo>
                  <a:pt x="3805990" y="27584"/>
                </a:lnTo>
                <a:lnTo>
                  <a:pt x="3807443" y="25620"/>
                </a:lnTo>
                <a:lnTo>
                  <a:pt x="3810351" y="29122"/>
                </a:lnTo>
                <a:lnTo>
                  <a:pt x="3817620" y="32770"/>
                </a:lnTo>
                <a:lnTo>
                  <a:pt x="3821981" y="42062"/>
                </a:lnTo>
                <a:lnTo>
                  <a:pt x="3823435" y="33003"/>
                </a:lnTo>
                <a:lnTo>
                  <a:pt x="3826342" y="31789"/>
                </a:lnTo>
                <a:lnTo>
                  <a:pt x="3829250" y="39172"/>
                </a:lnTo>
                <a:lnTo>
                  <a:pt x="3832157" y="38234"/>
                </a:lnTo>
                <a:lnTo>
                  <a:pt x="3833611" y="29516"/>
                </a:lnTo>
                <a:lnTo>
                  <a:pt x="3837973" y="35616"/>
                </a:lnTo>
                <a:lnTo>
                  <a:pt x="3839426" y="28801"/>
                </a:lnTo>
                <a:lnTo>
                  <a:pt x="3840880" y="33434"/>
                </a:lnTo>
                <a:lnTo>
                  <a:pt x="3842334" y="42303"/>
                </a:lnTo>
                <a:lnTo>
                  <a:pt x="3845242" y="35239"/>
                </a:lnTo>
                <a:lnTo>
                  <a:pt x="3846695" y="31626"/>
                </a:lnTo>
                <a:lnTo>
                  <a:pt x="3849603" y="37945"/>
                </a:lnTo>
                <a:lnTo>
                  <a:pt x="3851057" y="33662"/>
                </a:lnTo>
                <a:lnTo>
                  <a:pt x="3856872" y="32237"/>
                </a:lnTo>
                <a:lnTo>
                  <a:pt x="3859779" y="36534"/>
                </a:lnTo>
                <a:lnTo>
                  <a:pt x="3861233" y="34003"/>
                </a:lnTo>
                <a:lnTo>
                  <a:pt x="3864141" y="22813"/>
                </a:lnTo>
                <a:lnTo>
                  <a:pt x="3865594" y="27451"/>
                </a:lnTo>
                <a:lnTo>
                  <a:pt x="3869956" y="38924"/>
                </a:lnTo>
                <a:lnTo>
                  <a:pt x="3871409" y="34137"/>
                </a:lnTo>
                <a:lnTo>
                  <a:pt x="3874317" y="22870"/>
                </a:lnTo>
                <a:lnTo>
                  <a:pt x="3877225" y="32353"/>
                </a:lnTo>
                <a:lnTo>
                  <a:pt x="3878679" y="27323"/>
                </a:lnTo>
                <a:lnTo>
                  <a:pt x="3881586" y="30048"/>
                </a:lnTo>
                <a:lnTo>
                  <a:pt x="3885947" y="34383"/>
                </a:lnTo>
                <a:lnTo>
                  <a:pt x="3893216" y="27858"/>
                </a:lnTo>
                <a:lnTo>
                  <a:pt x="3900485" y="30090"/>
                </a:lnTo>
                <a:lnTo>
                  <a:pt x="3901939" y="24173"/>
                </a:lnTo>
                <a:lnTo>
                  <a:pt x="3904846" y="33141"/>
                </a:lnTo>
                <a:lnTo>
                  <a:pt x="3917931" y="28930"/>
                </a:lnTo>
                <a:lnTo>
                  <a:pt x="3929561" y="26338"/>
                </a:lnTo>
                <a:lnTo>
                  <a:pt x="3931014" y="22043"/>
                </a:lnTo>
                <a:lnTo>
                  <a:pt x="3935376" y="24044"/>
                </a:lnTo>
                <a:lnTo>
                  <a:pt x="3942645" y="25478"/>
                </a:lnTo>
                <a:lnTo>
                  <a:pt x="3944098" y="21484"/>
                </a:lnTo>
                <a:lnTo>
                  <a:pt x="3947006" y="28113"/>
                </a:lnTo>
                <a:lnTo>
                  <a:pt x="3955729" y="15770"/>
                </a:lnTo>
                <a:lnTo>
                  <a:pt x="3960090" y="29633"/>
                </a:lnTo>
                <a:lnTo>
                  <a:pt x="3965905" y="13652"/>
                </a:lnTo>
                <a:lnTo>
                  <a:pt x="3967359" y="24226"/>
                </a:lnTo>
                <a:lnTo>
                  <a:pt x="3970266" y="20115"/>
                </a:lnTo>
                <a:lnTo>
                  <a:pt x="3971720" y="14661"/>
                </a:lnTo>
                <a:lnTo>
                  <a:pt x="3976082" y="19020"/>
                </a:lnTo>
                <a:lnTo>
                  <a:pt x="3977535" y="21858"/>
                </a:lnTo>
                <a:lnTo>
                  <a:pt x="3978989" y="13030"/>
                </a:lnTo>
                <a:lnTo>
                  <a:pt x="3980443" y="12147"/>
                </a:lnTo>
                <a:lnTo>
                  <a:pt x="3983350" y="25048"/>
                </a:lnTo>
                <a:lnTo>
                  <a:pt x="3986258" y="20020"/>
                </a:lnTo>
                <a:lnTo>
                  <a:pt x="3987712" y="18637"/>
                </a:lnTo>
                <a:lnTo>
                  <a:pt x="3989165" y="24141"/>
                </a:lnTo>
                <a:lnTo>
                  <a:pt x="3993527" y="23820"/>
                </a:lnTo>
                <a:lnTo>
                  <a:pt x="3994981" y="15132"/>
                </a:lnTo>
                <a:lnTo>
                  <a:pt x="3997888" y="24093"/>
                </a:lnTo>
                <a:lnTo>
                  <a:pt x="3999342" y="23932"/>
                </a:lnTo>
                <a:lnTo>
                  <a:pt x="4000796" y="16748"/>
                </a:lnTo>
                <a:lnTo>
                  <a:pt x="4005157" y="21059"/>
                </a:lnTo>
                <a:lnTo>
                  <a:pt x="4008065" y="16593"/>
                </a:lnTo>
                <a:lnTo>
                  <a:pt x="4009518" y="20856"/>
                </a:lnTo>
                <a:lnTo>
                  <a:pt x="4015334" y="22428"/>
                </a:lnTo>
                <a:lnTo>
                  <a:pt x="4019695" y="20707"/>
                </a:lnTo>
                <a:lnTo>
                  <a:pt x="4021149" y="22413"/>
                </a:lnTo>
                <a:lnTo>
                  <a:pt x="4045863" y="20882"/>
                </a:lnTo>
                <a:lnTo>
                  <a:pt x="4047317" y="13640"/>
                </a:lnTo>
                <a:lnTo>
                  <a:pt x="4050224" y="25426"/>
                </a:lnTo>
                <a:lnTo>
                  <a:pt x="4056039" y="19311"/>
                </a:lnTo>
                <a:lnTo>
                  <a:pt x="4063308" y="25563"/>
                </a:lnTo>
                <a:lnTo>
                  <a:pt x="4064762" y="19445"/>
                </a:lnTo>
                <a:lnTo>
                  <a:pt x="4069123" y="22728"/>
                </a:lnTo>
                <a:lnTo>
                  <a:pt x="4072031" y="26907"/>
                </a:lnTo>
              </a:path>
            </a:pathLst>
          </a:custGeom>
          <a:noFill/>
          <a:ln w="392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6"/>
          <p:cNvSpPr/>
          <p:nvPr/>
        </p:nvSpPr>
        <p:spPr>
          <a:xfrm>
            <a:off x="1706880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7"/>
          <p:cNvSpPr/>
          <p:nvPr/>
        </p:nvSpPr>
        <p:spPr>
          <a:xfrm>
            <a:off x="6186115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8"/>
          <p:cNvSpPr/>
          <p:nvPr/>
        </p:nvSpPr>
        <p:spPr>
          <a:xfrm>
            <a:off x="1706880" y="5385885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9"/>
          <p:cNvSpPr/>
          <p:nvPr/>
        </p:nvSpPr>
        <p:spPr>
          <a:xfrm>
            <a:off x="1706880" y="3766490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35410" y="3395085"/>
            <a:ext cx="1919111" cy="400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8" b="0" i="0">
                <a:solidFill>
                  <a:srgbClr val="3B6CA8"/>
                </a:solidFill>
                <a:latin typeface="Times New Roman"/>
              </a:rPr>
              <a:t>Robot A · left</a:t>
            </a:r>
          </a:p>
        </p:txBody>
      </p:sp>
      <p:sp>
        <p:nvSpPr>
          <p:cNvPr id="73" name="Editable path 50"/>
          <p:cNvSpPr/>
          <p:nvPr/>
        </p:nvSpPr>
        <p:spPr>
          <a:xfrm>
            <a:off x="7529885" y="3766490"/>
            <a:ext cx="4479234" cy="1619395"/>
          </a:xfrm>
          <a:custGeom>
            <a:avLst/>
            <a:gdLst/>
            <a:ahLst/>
            <a:cxnLst/>
            <a:rect l="l" t="t" r="r" b="b"/>
            <a:pathLst>
              <a:path w="4479234" h="1619395">
                <a:moveTo>
                  <a:pt x="0" y="0"/>
                </a:moveTo>
                <a:lnTo>
                  <a:pt x="4479234" y="0"/>
                </a:lnTo>
                <a:lnTo>
                  <a:pt x="4479234" y="1619395"/>
                </a:lnTo>
                <a:lnTo>
                  <a:pt x="0" y="16193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1"/>
          <p:cNvSpPr/>
          <p:nvPr/>
        </p:nvSpPr>
        <p:spPr>
          <a:xfrm>
            <a:off x="7733486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2"/>
          <p:cNvSpPr/>
          <p:nvPr/>
        </p:nvSpPr>
        <p:spPr>
          <a:xfrm>
            <a:off x="7733486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3"/>
          <p:cNvSpPr/>
          <p:nvPr/>
        </p:nvSpPr>
        <p:spPr>
          <a:xfrm>
            <a:off x="9187264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4"/>
          <p:cNvSpPr/>
          <p:nvPr/>
        </p:nvSpPr>
        <p:spPr>
          <a:xfrm>
            <a:off x="9187264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5"/>
          <p:cNvSpPr/>
          <p:nvPr/>
        </p:nvSpPr>
        <p:spPr>
          <a:xfrm>
            <a:off x="10641042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6"/>
          <p:cNvSpPr/>
          <p:nvPr/>
        </p:nvSpPr>
        <p:spPr>
          <a:xfrm>
            <a:off x="10641042" y="5385885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7"/>
          <p:cNvSpPr/>
          <p:nvPr/>
        </p:nvSpPr>
        <p:spPr>
          <a:xfrm>
            <a:off x="7529885" y="5344517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8"/>
          <p:cNvSpPr/>
          <p:nvPr/>
        </p:nvSpPr>
        <p:spPr>
          <a:xfrm>
            <a:off x="7358097" y="5344517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65579" y="5203888"/>
            <a:ext cx="71708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83" name="Editable path 59"/>
          <p:cNvSpPr/>
          <p:nvPr/>
        </p:nvSpPr>
        <p:spPr>
          <a:xfrm>
            <a:off x="7529885" y="4640205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60"/>
          <p:cNvSpPr/>
          <p:nvPr/>
        </p:nvSpPr>
        <p:spPr>
          <a:xfrm>
            <a:off x="7358097" y="4640205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61768" y="4499575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86" name="Editable path 61"/>
          <p:cNvSpPr/>
          <p:nvPr/>
        </p:nvSpPr>
        <p:spPr>
          <a:xfrm>
            <a:off x="7529885" y="3935892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2"/>
          <p:cNvSpPr/>
          <p:nvPr/>
        </p:nvSpPr>
        <p:spPr>
          <a:xfrm>
            <a:off x="7358097" y="3935892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67276" y="3795262"/>
            <a:ext cx="515362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89" name="Editable path 63"/>
          <p:cNvSpPr/>
          <p:nvPr/>
        </p:nvSpPr>
        <p:spPr>
          <a:xfrm>
            <a:off x="7733486" y="4117855"/>
            <a:ext cx="4072032" cy="1133094"/>
          </a:xfrm>
          <a:custGeom>
            <a:avLst/>
            <a:gdLst/>
            <a:ahLst/>
            <a:cxnLst/>
            <a:rect l="l" t="t" r="r" b="b"/>
            <a:pathLst>
              <a:path w="4072032" h="1133094">
                <a:moveTo>
                  <a:pt x="0" y="580442"/>
                </a:moveTo>
                <a:lnTo>
                  <a:pt x="1454" y="582295"/>
                </a:lnTo>
                <a:lnTo>
                  <a:pt x="2908" y="578870"/>
                </a:lnTo>
                <a:lnTo>
                  <a:pt x="4362" y="576808"/>
                </a:lnTo>
                <a:lnTo>
                  <a:pt x="5816" y="581190"/>
                </a:lnTo>
                <a:lnTo>
                  <a:pt x="7269" y="586005"/>
                </a:lnTo>
                <a:lnTo>
                  <a:pt x="8723" y="579595"/>
                </a:lnTo>
                <a:lnTo>
                  <a:pt x="11630" y="573682"/>
                </a:lnTo>
                <a:lnTo>
                  <a:pt x="15992" y="603657"/>
                </a:lnTo>
                <a:lnTo>
                  <a:pt x="17446" y="579934"/>
                </a:lnTo>
                <a:lnTo>
                  <a:pt x="21807" y="587037"/>
                </a:lnTo>
                <a:lnTo>
                  <a:pt x="26168" y="590867"/>
                </a:lnTo>
                <a:lnTo>
                  <a:pt x="27622" y="585208"/>
                </a:lnTo>
                <a:lnTo>
                  <a:pt x="30530" y="569565"/>
                </a:lnTo>
                <a:lnTo>
                  <a:pt x="31983" y="571605"/>
                </a:lnTo>
                <a:lnTo>
                  <a:pt x="33437" y="591924"/>
                </a:lnTo>
                <a:lnTo>
                  <a:pt x="34891" y="576304"/>
                </a:lnTo>
                <a:lnTo>
                  <a:pt x="37798" y="535137"/>
                </a:lnTo>
                <a:lnTo>
                  <a:pt x="40706" y="565791"/>
                </a:lnTo>
                <a:lnTo>
                  <a:pt x="42160" y="564471"/>
                </a:lnTo>
                <a:lnTo>
                  <a:pt x="46521" y="600524"/>
                </a:lnTo>
                <a:lnTo>
                  <a:pt x="47975" y="581591"/>
                </a:lnTo>
                <a:lnTo>
                  <a:pt x="50883" y="556764"/>
                </a:lnTo>
                <a:lnTo>
                  <a:pt x="52336" y="569902"/>
                </a:lnTo>
                <a:lnTo>
                  <a:pt x="53790" y="589703"/>
                </a:lnTo>
                <a:lnTo>
                  <a:pt x="56698" y="569172"/>
                </a:lnTo>
                <a:lnTo>
                  <a:pt x="58151" y="577554"/>
                </a:lnTo>
                <a:lnTo>
                  <a:pt x="59605" y="569062"/>
                </a:lnTo>
                <a:lnTo>
                  <a:pt x="61059" y="584621"/>
                </a:lnTo>
                <a:lnTo>
                  <a:pt x="62513" y="588175"/>
                </a:lnTo>
                <a:lnTo>
                  <a:pt x="65420" y="562974"/>
                </a:lnTo>
                <a:lnTo>
                  <a:pt x="68328" y="575225"/>
                </a:lnTo>
                <a:lnTo>
                  <a:pt x="69781" y="604973"/>
                </a:lnTo>
                <a:lnTo>
                  <a:pt x="72690" y="584484"/>
                </a:lnTo>
                <a:lnTo>
                  <a:pt x="74143" y="577844"/>
                </a:lnTo>
                <a:lnTo>
                  <a:pt x="77051" y="583762"/>
                </a:lnTo>
                <a:lnTo>
                  <a:pt x="78504" y="588091"/>
                </a:lnTo>
                <a:lnTo>
                  <a:pt x="84320" y="558568"/>
                </a:lnTo>
                <a:lnTo>
                  <a:pt x="85773" y="564199"/>
                </a:lnTo>
                <a:lnTo>
                  <a:pt x="87227" y="587884"/>
                </a:lnTo>
                <a:lnTo>
                  <a:pt x="90134" y="560378"/>
                </a:lnTo>
                <a:lnTo>
                  <a:pt x="91588" y="554870"/>
                </a:lnTo>
                <a:lnTo>
                  <a:pt x="93042" y="556127"/>
                </a:lnTo>
                <a:lnTo>
                  <a:pt x="100311" y="596953"/>
                </a:lnTo>
                <a:lnTo>
                  <a:pt x="101765" y="592918"/>
                </a:lnTo>
                <a:lnTo>
                  <a:pt x="106126" y="557467"/>
                </a:lnTo>
                <a:lnTo>
                  <a:pt x="109034" y="564334"/>
                </a:lnTo>
                <a:lnTo>
                  <a:pt x="114848" y="595026"/>
                </a:lnTo>
                <a:lnTo>
                  <a:pt x="117757" y="577975"/>
                </a:lnTo>
                <a:lnTo>
                  <a:pt x="120664" y="616237"/>
                </a:lnTo>
                <a:lnTo>
                  <a:pt x="123571" y="612363"/>
                </a:lnTo>
                <a:lnTo>
                  <a:pt x="125025" y="610512"/>
                </a:lnTo>
                <a:lnTo>
                  <a:pt x="130840" y="594617"/>
                </a:lnTo>
                <a:lnTo>
                  <a:pt x="136655" y="602038"/>
                </a:lnTo>
                <a:lnTo>
                  <a:pt x="141017" y="587106"/>
                </a:lnTo>
                <a:lnTo>
                  <a:pt x="142471" y="599319"/>
                </a:lnTo>
                <a:lnTo>
                  <a:pt x="143924" y="602533"/>
                </a:lnTo>
                <a:lnTo>
                  <a:pt x="145378" y="588516"/>
                </a:lnTo>
                <a:lnTo>
                  <a:pt x="148285" y="612918"/>
                </a:lnTo>
                <a:lnTo>
                  <a:pt x="149740" y="591116"/>
                </a:lnTo>
                <a:lnTo>
                  <a:pt x="151193" y="591339"/>
                </a:lnTo>
                <a:lnTo>
                  <a:pt x="155555" y="628627"/>
                </a:lnTo>
                <a:lnTo>
                  <a:pt x="158462" y="624476"/>
                </a:lnTo>
                <a:lnTo>
                  <a:pt x="161370" y="606499"/>
                </a:lnTo>
                <a:lnTo>
                  <a:pt x="162824" y="615535"/>
                </a:lnTo>
                <a:lnTo>
                  <a:pt x="164277" y="635431"/>
                </a:lnTo>
                <a:lnTo>
                  <a:pt x="167185" y="612587"/>
                </a:lnTo>
                <a:lnTo>
                  <a:pt x="168638" y="608872"/>
                </a:lnTo>
                <a:lnTo>
                  <a:pt x="170092" y="618505"/>
                </a:lnTo>
                <a:lnTo>
                  <a:pt x="171546" y="619680"/>
                </a:lnTo>
                <a:lnTo>
                  <a:pt x="173000" y="615317"/>
                </a:lnTo>
                <a:lnTo>
                  <a:pt x="174454" y="606751"/>
                </a:lnTo>
                <a:lnTo>
                  <a:pt x="177361" y="618407"/>
                </a:lnTo>
                <a:lnTo>
                  <a:pt x="178815" y="619904"/>
                </a:lnTo>
                <a:lnTo>
                  <a:pt x="180269" y="617906"/>
                </a:lnTo>
                <a:lnTo>
                  <a:pt x="181722" y="600999"/>
                </a:lnTo>
                <a:lnTo>
                  <a:pt x="183177" y="623964"/>
                </a:lnTo>
                <a:lnTo>
                  <a:pt x="186084" y="605835"/>
                </a:lnTo>
                <a:lnTo>
                  <a:pt x="191899" y="675432"/>
                </a:lnTo>
                <a:lnTo>
                  <a:pt x="193352" y="658053"/>
                </a:lnTo>
                <a:lnTo>
                  <a:pt x="197714" y="617553"/>
                </a:lnTo>
                <a:lnTo>
                  <a:pt x="196261" y="662651"/>
                </a:lnTo>
                <a:lnTo>
                  <a:pt x="200622" y="636390"/>
                </a:lnTo>
                <a:lnTo>
                  <a:pt x="203529" y="621915"/>
                </a:lnTo>
                <a:lnTo>
                  <a:pt x="206437" y="623253"/>
                </a:lnTo>
                <a:lnTo>
                  <a:pt x="207891" y="631693"/>
                </a:lnTo>
                <a:lnTo>
                  <a:pt x="212252" y="626372"/>
                </a:lnTo>
                <a:lnTo>
                  <a:pt x="213705" y="622839"/>
                </a:lnTo>
                <a:lnTo>
                  <a:pt x="216613" y="647831"/>
                </a:lnTo>
                <a:lnTo>
                  <a:pt x="219521" y="645126"/>
                </a:lnTo>
                <a:lnTo>
                  <a:pt x="223882" y="621289"/>
                </a:lnTo>
                <a:lnTo>
                  <a:pt x="225336" y="625873"/>
                </a:lnTo>
                <a:lnTo>
                  <a:pt x="231151" y="645123"/>
                </a:lnTo>
                <a:lnTo>
                  <a:pt x="232605" y="641035"/>
                </a:lnTo>
                <a:lnTo>
                  <a:pt x="239874" y="617768"/>
                </a:lnTo>
                <a:lnTo>
                  <a:pt x="235512" y="645973"/>
                </a:lnTo>
                <a:lnTo>
                  <a:pt x="241328" y="619316"/>
                </a:lnTo>
                <a:lnTo>
                  <a:pt x="244235" y="661474"/>
                </a:lnTo>
                <a:lnTo>
                  <a:pt x="247142" y="633930"/>
                </a:lnTo>
                <a:lnTo>
                  <a:pt x="250050" y="625178"/>
                </a:lnTo>
                <a:lnTo>
                  <a:pt x="251504" y="657784"/>
                </a:lnTo>
                <a:lnTo>
                  <a:pt x="255865" y="646276"/>
                </a:lnTo>
                <a:lnTo>
                  <a:pt x="258773" y="642640"/>
                </a:lnTo>
                <a:lnTo>
                  <a:pt x="261681" y="687772"/>
                </a:lnTo>
                <a:lnTo>
                  <a:pt x="266042" y="674939"/>
                </a:lnTo>
                <a:lnTo>
                  <a:pt x="267495" y="684617"/>
                </a:lnTo>
                <a:lnTo>
                  <a:pt x="268949" y="649399"/>
                </a:lnTo>
                <a:lnTo>
                  <a:pt x="273311" y="659267"/>
                </a:lnTo>
                <a:lnTo>
                  <a:pt x="274765" y="647936"/>
                </a:lnTo>
                <a:lnTo>
                  <a:pt x="276218" y="672020"/>
                </a:lnTo>
                <a:lnTo>
                  <a:pt x="279126" y="659707"/>
                </a:lnTo>
                <a:lnTo>
                  <a:pt x="282033" y="683845"/>
                </a:lnTo>
                <a:lnTo>
                  <a:pt x="287848" y="635472"/>
                </a:lnTo>
                <a:lnTo>
                  <a:pt x="296571" y="684722"/>
                </a:lnTo>
                <a:lnTo>
                  <a:pt x="298025" y="680401"/>
                </a:lnTo>
                <a:lnTo>
                  <a:pt x="308201" y="661512"/>
                </a:lnTo>
                <a:lnTo>
                  <a:pt x="311109" y="659032"/>
                </a:lnTo>
                <a:lnTo>
                  <a:pt x="312563" y="670687"/>
                </a:lnTo>
                <a:lnTo>
                  <a:pt x="315470" y="651742"/>
                </a:lnTo>
                <a:lnTo>
                  <a:pt x="319832" y="652797"/>
                </a:lnTo>
                <a:lnTo>
                  <a:pt x="328554" y="708622"/>
                </a:lnTo>
                <a:lnTo>
                  <a:pt x="330008" y="715400"/>
                </a:lnTo>
                <a:lnTo>
                  <a:pt x="332916" y="664175"/>
                </a:lnTo>
                <a:lnTo>
                  <a:pt x="337277" y="673091"/>
                </a:lnTo>
                <a:lnTo>
                  <a:pt x="338730" y="672355"/>
                </a:lnTo>
                <a:lnTo>
                  <a:pt x="340185" y="685038"/>
                </a:lnTo>
                <a:lnTo>
                  <a:pt x="343092" y="680509"/>
                </a:lnTo>
                <a:lnTo>
                  <a:pt x="347453" y="659600"/>
                </a:lnTo>
                <a:lnTo>
                  <a:pt x="353269" y="730358"/>
                </a:lnTo>
                <a:lnTo>
                  <a:pt x="354722" y="707157"/>
                </a:lnTo>
                <a:lnTo>
                  <a:pt x="356176" y="710364"/>
                </a:lnTo>
                <a:lnTo>
                  <a:pt x="357630" y="706000"/>
                </a:lnTo>
                <a:lnTo>
                  <a:pt x="360537" y="708258"/>
                </a:lnTo>
                <a:lnTo>
                  <a:pt x="363445" y="695277"/>
                </a:lnTo>
                <a:lnTo>
                  <a:pt x="370713" y="735310"/>
                </a:lnTo>
                <a:lnTo>
                  <a:pt x="375075" y="693283"/>
                </a:lnTo>
                <a:lnTo>
                  <a:pt x="377983" y="711259"/>
                </a:lnTo>
                <a:lnTo>
                  <a:pt x="382344" y="743757"/>
                </a:lnTo>
                <a:lnTo>
                  <a:pt x="385252" y="731803"/>
                </a:lnTo>
                <a:lnTo>
                  <a:pt x="388159" y="706638"/>
                </a:lnTo>
                <a:lnTo>
                  <a:pt x="391066" y="710032"/>
                </a:lnTo>
                <a:lnTo>
                  <a:pt x="398336" y="722144"/>
                </a:lnTo>
                <a:lnTo>
                  <a:pt x="401243" y="709926"/>
                </a:lnTo>
                <a:lnTo>
                  <a:pt x="402697" y="716793"/>
                </a:lnTo>
                <a:lnTo>
                  <a:pt x="404150" y="730456"/>
                </a:lnTo>
                <a:lnTo>
                  <a:pt x="405604" y="721830"/>
                </a:lnTo>
                <a:lnTo>
                  <a:pt x="407058" y="702388"/>
                </a:lnTo>
                <a:lnTo>
                  <a:pt x="411420" y="702719"/>
                </a:lnTo>
                <a:lnTo>
                  <a:pt x="412873" y="698658"/>
                </a:lnTo>
                <a:lnTo>
                  <a:pt x="414327" y="707594"/>
                </a:lnTo>
                <a:lnTo>
                  <a:pt x="418689" y="728617"/>
                </a:lnTo>
                <a:lnTo>
                  <a:pt x="421596" y="725867"/>
                </a:lnTo>
                <a:lnTo>
                  <a:pt x="425957" y="706307"/>
                </a:lnTo>
                <a:lnTo>
                  <a:pt x="427411" y="710117"/>
                </a:lnTo>
                <a:lnTo>
                  <a:pt x="431773" y="712539"/>
                </a:lnTo>
                <a:lnTo>
                  <a:pt x="439041" y="741429"/>
                </a:lnTo>
                <a:lnTo>
                  <a:pt x="441949" y="748978"/>
                </a:lnTo>
                <a:lnTo>
                  <a:pt x="447764" y="726264"/>
                </a:lnTo>
                <a:lnTo>
                  <a:pt x="450671" y="724655"/>
                </a:lnTo>
                <a:lnTo>
                  <a:pt x="453579" y="745613"/>
                </a:lnTo>
                <a:lnTo>
                  <a:pt x="457940" y="733185"/>
                </a:lnTo>
                <a:lnTo>
                  <a:pt x="456487" y="757343"/>
                </a:lnTo>
                <a:lnTo>
                  <a:pt x="459394" y="734177"/>
                </a:lnTo>
                <a:lnTo>
                  <a:pt x="466663" y="767183"/>
                </a:lnTo>
                <a:lnTo>
                  <a:pt x="469570" y="744842"/>
                </a:lnTo>
                <a:lnTo>
                  <a:pt x="471024" y="767458"/>
                </a:lnTo>
                <a:lnTo>
                  <a:pt x="472478" y="706894"/>
                </a:lnTo>
                <a:lnTo>
                  <a:pt x="475386" y="733790"/>
                </a:lnTo>
                <a:lnTo>
                  <a:pt x="476840" y="769844"/>
                </a:lnTo>
                <a:lnTo>
                  <a:pt x="481201" y="754092"/>
                </a:lnTo>
                <a:lnTo>
                  <a:pt x="482654" y="766090"/>
                </a:lnTo>
                <a:lnTo>
                  <a:pt x="484108" y="751204"/>
                </a:lnTo>
                <a:lnTo>
                  <a:pt x="487016" y="723379"/>
                </a:lnTo>
                <a:lnTo>
                  <a:pt x="491377" y="724035"/>
                </a:lnTo>
                <a:lnTo>
                  <a:pt x="492831" y="723946"/>
                </a:lnTo>
                <a:lnTo>
                  <a:pt x="494285" y="743963"/>
                </a:lnTo>
                <a:lnTo>
                  <a:pt x="497193" y="722350"/>
                </a:lnTo>
                <a:lnTo>
                  <a:pt x="498646" y="706037"/>
                </a:lnTo>
                <a:lnTo>
                  <a:pt x="501554" y="709837"/>
                </a:lnTo>
                <a:lnTo>
                  <a:pt x="503007" y="731509"/>
                </a:lnTo>
                <a:lnTo>
                  <a:pt x="505915" y="712102"/>
                </a:lnTo>
                <a:lnTo>
                  <a:pt x="508823" y="714398"/>
                </a:lnTo>
                <a:lnTo>
                  <a:pt x="513184" y="734170"/>
                </a:lnTo>
                <a:lnTo>
                  <a:pt x="514638" y="716234"/>
                </a:lnTo>
                <a:lnTo>
                  <a:pt x="516091" y="712513"/>
                </a:lnTo>
                <a:lnTo>
                  <a:pt x="517545" y="720168"/>
                </a:lnTo>
                <a:lnTo>
                  <a:pt x="518999" y="734088"/>
                </a:lnTo>
                <a:lnTo>
                  <a:pt x="521907" y="710182"/>
                </a:lnTo>
                <a:lnTo>
                  <a:pt x="523360" y="714215"/>
                </a:lnTo>
                <a:lnTo>
                  <a:pt x="524814" y="739789"/>
                </a:lnTo>
                <a:lnTo>
                  <a:pt x="527721" y="719436"/>
                </a:lnTo>
                <a:lnTo>
                  <a:pt x="530630" y="698620"/>
                </a:lnTo>
                <a:lnTo>
                  <a:pt x="532083" y="726877"/>
                </a:lnTo>
                <a:lnTo>
                  <a:pt x="533537" y="723714"/>
                </a:lnTo>
                <a:lnTo>
                  <a:pt x="534991" y="743677"/>
                </a:lnTo>
                <a:lnTo>
                  <a:pt x="539352" y="739706"/>
                </a:lnTo>
                <a:lnTo>
                  <a:pt x="540805" y="724643"/>
                </a:lnTo>
                <a:lnTo>
                  <a:pt x="543713" y="736726"/>
                </a:lnTo>
                <a:lnTo>
                  <a:pt x="550982" y="748815"/>
                </a:lnTo>
                <a:lnTo>
                  <a:pt x="546621" y="734154"/>
                </a:lnTo>
                <a:lnTo>
                  <a:pt x="552436" y="747341"/>
                </a:lnTo>
                <a:lnTo>
                  <a:pt x="553890" y="730764"/>
                </a:lnTo>
                <a:lnTo>
                  <a:pt x="556797" y="747288"/>
                </a:lnTo>
                <a:lnTo>
                  <a:pt x="558251" y="755260"/>
                </a:lnTo>
                <a:lnTo>
                  <a:pt x="559705" y="754811"/>
                </a:lnTo>
                <a:lnTo>
                  <a:pt x="562612" y="732419"/>
                </a:lnTo>
                <a:lnTo>
                  <a:pt x="565520" y="745015"/>
                </a:lnTo>
                <a:lnTo>
                  <a:pt x="569881" y="747570"/>
                </a:lnTo>
                <a:lnTo>
                  <a:pt x="572789" y="732999"/>
                </a:lnTo>
                <a:lnTo>
                  <a:pt x="577150" y="759220"/>
                </a:lnTo>
                <a:lnTo>
                  <a:pt x="581511" y="750331"/>
                </a:lnTo>
                <a:lnTo>
                  <a:pt x="582965" y="724607"/>
                </a:lnTo>
                <a:lnTo>
                  <a:pt x="585872" y="729170"/>
                </a:lnTo>
                <a:lnTo>
                  <a:pt x="587327" y="752278"/>
                </a:lnTo>
                <a:lnTo>
                  <a:pt x="590234" y="732776"/>
                </a:lnTo>
                <a:lnTo>
                  <a:pt x="591688" y="727600"/>
                </a:lnTo>
                <a:lnTo>
                  <a:pt x="596049" y="729330"/>
                </a:lnTo>
                <a:lnTo>
                  <a:pt x="597503" y="728617"/>
                </a:lnTo>
                <a:lnTo>
                  <a:pt x="600411" y="743238"/>
                </a:lnTo>
                <a:lnTo>
                  <a:pt x="603318" y="733318"/>
                </a:lnTo>
                <a:lnTo>
                  <a:pt x="610587" y="747695"/>
                </a:lnTo>
                <a:lnTo>
                  <a:pt x="614948" y="727217"/>
                </a:lnTo>
                <a:lnTo>
                  <a:pt x="616402" y="738329"/>
                </a:lnTo>
                <a:lnTo>
                  <a:pt x="625125" y="757282"/>
                </a:lnTo>
                <a:lnTo>
                  <a:pt x="628032" y="726531"/>
                </a:lnTo>
                <a:lnTo>
                  <a:pt x="629486" y="741646"/>
                </a:lnTo>
                <a:lnTo>
                  <a:pt x="630939" y="760912"/>
                </a:lnTo>
                <a:lnTo>
                  <a:pt x="635301" y="759700"/>
                </a:lnTo>
                <a:lnTo>
                  <a:pt x="638209" y="749047"/>
                </a:lnTo>
                <a:lnTo>
                  <a:pt x="639662" y="730106"/>
                </a:lnTo>
                <a:lnTo>
                  <a:pt x="642570" y="736773"/>
                </a:lnTo>
                <a:lnTo>
                  <a:pt x="644024" y="759258"/>
                </a:lnTo>
                <a:lnTo>
                  <a:pt x="646931" y="724906"/>
                </a:lnTo>
                <a:lnTo>
                  <a:pt x="649839" y="691840"/>
                </a:lnTo>
                <a:lnTo>
                  <a:pt x="652746" y="714370"/>
                </a:lnTo>
                <a:lnTo>
                  <a:pt x="660015" y="758599"/>
                </a:lnTo>
                <a:lnTo>
                  <a:pt x="661469" y="757781"/>
                </a:lnTo>
                <a:lnTo>
                  <a:pt x="664377" y="738872"/>
                </a:lnTo>
                <a:lnTo>
                  <a:pt x="665831" y="745280"/>
                </a:lnTo>
                <a:lnTo>
                  <a:pt x="668738" y="766873"/>
                </a:lnTo>
                <a:lnTo>
                  <a:pt x="671646" y="752469"/>
                </a:lnTo>
                <a:lnTo>
                  <a:pt x="677461" y="741610"/>
                </a:lnTo>
                <a:lnTo>
                  <a:pt x="678915" y="744998"/>
                </a:lnTo>
                <a:lnTo>
                  <a:pt x="683276" y="757747"/>
                </a:lnTo>
                <a:lnTo>
                  <a:pt x="684729" y="756423"/>
                </a:lnTo>
                <a:lnTo>
                  <a:pt x="689091" y="743245"/>
                </a:lnTo>
                <a:lnTo>
                  <a:pt x="690545" y="745291"/>
                </a:lnTo>
                <a:lnTo>
                  <a:pt x="691999" y="759888"/>
                </a:lnTo>
                <a:lnTo>
                  <a:pt x="696360" y="753069"/>
                </a:lnTo>
                <a:lnTo>
                  <a:pt x="707990" y="728295"/>
                </a:lnTo>
                <a:lnTo>
                  <a:pt x="712352" y="763071"/>
                </a:lnTo>
                <a:lnTo>
                  <a:pt x="713805" y="755748"/>
                </a:lnTo>
                <a:lnTo>
                  <a:pt x="716713" y="729069"/>
                </a:lnTo>
                <a:lnTo>
                  <a:pt x="718166" y="738946"/>
                </a:lnTo>
                <a:lnTo>
                  <a:pt x="719620" y="753913"/>
                </a:lnTo>
                <a:lnTo>
                  <a:pt x="721074" y="729363"/>
                </a:lnTo>
                <a:lnTo>
                  <a:pt x="722528" y="719671"/>
                </a:lnTo>
                <a:lnTo>
                  <a:pt x="723982" y="722123"/>
                </a:lnTo>
                <a:lnTo>
                  <a:pt x="725435" y="743776"/>
                </a:lnTo>
                <a:lnTo>
                  <a:pt x="729796" y="735750"/>
                </a:lnTo>
                <a:lnTo>
                  <a:pt x="734158" y="753484"/>
                </a:lnTo>
                <a:lnTo>
                  <a:pt x="737066" y="747154"/>
                </a:lnTo>
                <a:lnTo>
                  <a:pt x="738519" y="750918"/>
                </a:lnTo>
                <a:lnTo>
                  <a:pt x="739973" y="745504"/>
                </a:lnTo>
                <a:lnTo>
                  <a:pt x="745788" y="732713"/>
                </a:lnTo>
                <a:lnTo>
                  <a:pt x="747242" y="738314"/>
                </a:lnTo>
                <a:lnTo>
                  <a:pt x="750150" y="737068"/>
                </a:lnTo>
                <a:lnTo>
                  <a:pt x="751603" y="746312"/>
                </a:lnTo>
                <a:lnTo>
                  <a:pt x="761780" y="693825"/>
                </a:lnTo>
                <a:lnTo>
                  <a:pt x="763233" y="699679"/>
                </a:lnTo>
                <a:lnTo>
                  <a:pt x="766142" y="698176"/>
                </a:lnTo>
                <a:lnTo>
                  <a:pt x="767595" y="667183"/>
                </a:lnTo>
                <a:lnTo>
                  <a:pt x="770503" y="700556"/>
                </a:lnTo>
                <a:lnTo>
                  <a:pt x="771956" y="699115"/>
                </a:lnTo>
                <a:lnTo>
                  <a:pt x="774864" y="683290"/>
                </a:lnTo>
                <a:lnTo>
                  <a:pt x="776318" y="701039"/>
                </a:lnTo>
                <a:lnTo>
                  <a:pt x="782133" y="688434"/>
                </a:lnTo>
                <a:lnTo>
                  <a:pt x="785040" y="690714"/>
                </a:lnTo>
                <a:lnTo>
                  <a:pt x="786494" y="691347"/>
                </a:lnTo>
                <a:lnTo>
                  <a:pt x="787948" y="708102"/>
                </a:lnTo>
                <a:lnTo>
                  <a:pt x="789402" y="690765"/>
                </a:lnTo>
                <a:lnTo>
                  <a:pt x="792309" y="701982"/>
                </a:lnTo>
                <a:lnTo>
                  <a:pt x="793763" y="710552"/>
                </a:lnTo>
                <a:lnTo>
                  <a:pt x="795217" y="688682"/>
                </a:lnTo>
                <a:lnTo>
                  <a:pt x="796670" y="678158"/>
                </a:lnTo>
                <a:lnTo>
                  <a:pt x="799578" y="696067"/>
                </a:lnTo>
                <a:lnTo>
                  <a:pt x="803939" y="725828"/>
                </a:lnTo>
                <a:lnTo>
                  <a:pt x="808300" y="725136"/>
                </a:lnTo>
                <a:lnTo>
                  <a:pt x="811209" y="690277"/>
                </a:lnTo>
                <a:lnTo>
                  <a:pt x="814116" y="716086"/>
                </a:lnTo>
                <a:lnTo>
                  <a:pt x="821385" y="696198"/>
                </a:lnTo>
                <a:lnTo>
                  <a:pt x="824292" y="722684"/>
                </a:lnTo>
                <a:lnTo>
                  <a:pt x="827200" y="710327"/>
                </a:lnTo>
                <a:lnTo>
                  <a:pt x="833015" y="702883"/>
                </a:lnTo>
                <a:lnTo>
                  <a:pt x="835923" y="706616"/>
                </a:lnTo>
                <a:lnTo>
                  <a:pt x="840284" y="718141"/>
                </a:lnTo>
                <a:lnTo>
                  <a:pt x="841737" y="716151"/>
                </a:lnTo>
                <a:lnTo>
                  <a:pt x="850460" y="689529"/>
                </a:lnTo>
                <a:lnTo>
                  <a:pt x="854822" y="697350"/>
                </a:lnTo>
                <a:lnTo>
                  <a:pt x="856276" y="721990"/>
                </a:lnTo>
                <a:lnTo>
                  <a:pt x="859183" y="704806"/>
                </a:lnTo>
                <a:lnTo>
                  <a:pt x="860637" y="703212"/>
                </a:lnTo>
                <a:lnTo>
                  <a:pt x="862090" y="710921"/>
                </a:lnTo>
                <a:lnTo>
                  <a:pt x="863544" y="692703"/>
                </a:lnTo>
                <a:lnTo>
                  <a:pt x="866452" y="699863"/>
                </a:lnTo>
                <a:lnTo>
                  <a:pt x="869360" y="682583"/>
                </a:lnTo>
                <a:lnTo>
                  <a:pt x="879536" y="716271"/>
                </a:lnTo>
                <a:lnTo>
                  <a:pt x="880990" y="722808"/>
                </a:lnTo>
                <a:lnTo>
                  <a:pt x="882443" y="710193"/>
                </a:lnTo>
                <a:lnTo>
                  <a:pt x="883897" y="718636"/>
                </a:lnTo>
                <a:lnTo>
                  <a:pt x="886804" y="721533"/>
                </a:lnTo>
                <a:lnTo>
                  <a:pt x="889713" y="693097"/>
                </a:lnTo>
                <a:lnTo>
                  <a:pt x="902796" y="751980"/>
                </a:lnTo>
                <a:lnTo>
                  <a:pt x="904250" y="742627"/>
                </a:lnTo>
                <a:lnTo>
                  <a:pt x="911519" y="695562"/>
                </a:lnTo>
                <a:lnTo>
                  <a:pt x="915880" y="682420"/>
                </a:lnTo>
                <a:lnTo>
                  <a:pt x="924603" y="732257"/>
                </a:lnTo>
                <a:lnTo>
                  <a:pt x="926057" y="724485"/>
                </a:lnTo>
                <a:lnTo>
                  <a:pt x="931872" y="683854"/>
                </a:lnTo>
                <a:lnTo>
                  <a:pt x="934780" y="709535"/>
                </a:lnTo>
                <a:lnTo>
                  <a:pt x="939141" y="715991"/>
                </a:lnTo>
                <a:lnTo>
                  <a:pt x="943502" y="729281"/>
                </a:lnTo>
                <a:lnTo>
                  <a:pt x="944956" y="725416"/>
                </a:lnTo>
                <a:lnTo>
                  <a:pt x="946410" y="729529"/>
                </a:lnTo>
                <a:lnTo>
                  <a:pt x="949317" y="700817"/>
                </a:lnTo>
                <a:lnTo>
                  <a:pt x="952225" y="718063"/>
                </a:lnTo>
                <a:lnTo>
                  <a:pt x="958040" y="698469"/>
                </a:lnTo>
                <a:lnTo>
                  <a:pt x="960947" y="727355"/>
                </a:lnTo>
                <a:lnTo>
                  <a:pt x="963855" y="705764"/>
                </a:lnTo>
                <a:lnTo>
                  <a:pt x="968217" y="720007"/>
                </a:lnTo>
                <a:lnTo>
                  <a:pt x="969670" y="701919"/>
                </a:lnTo>
                <a:lnTo>
                  <a:pt x="972578" y="707986"/>
                </a:lnTo>
                <a:lnTo>
                  <a:pt x="976939" y="738763"/>
                </a:lnTo>
                <a:lnTo>
                  <a:pt x="979847" y="728072"/>
                </a:lnTo>
                <a:lnTo>
                  <a:pt x="981300" y="723848"/>
                </a:lnTo>
                <a:lnTo>
                  <a:pt x="985661" y="755386"/>
                </a:lnTo>
                <a:lnTo>
                  <a:pt x="987115" y="755282"/>
                </a:lnTo>
                <a:lnTo>
                  <a:pt x="988569" y="743392"/>
                </a:lnTo>
                <a:lnTo>
                  <a:pt x="990023" y="759793"/>
                </a:lnTo>
                <a:lnTo>
                  <a:pt x="992931" y="766894"/>
                </a:lnTo>
                <a:lnTo>
                  <a:pt x="998745" y="724321"/>
                </a:lnTo>
                <a:lnTo>
                  <a:pt x="1001653" y="762694"/>
                </a:lnTo>
                <a:lnTo>
                  <a:pt x="1004561" y="742125"/>
                </a:lnTo>
                <a:lnTo>
                  <a:pt x="1007468" y="715814"/>
                </a:lnTo>
                <a:lnTo>
                  <a:pt x="1008922" y="746230"/>
                </a:lnTo>
                <a:lnTo>
                  <a:pt x="1011830" y="727907"/>
                </a:lnTo>
                <a:lnTo>
                  <a:pt x="1019098" y="760507"/>
                </a:lnTo>
                <a:lnTo>
                  <a:pt x="1030729" y="735202"/>
                </a:lnTo>
                <a:lnTo>
                  <a:pt x="1032182" y="756665"/>
                </a:lnTo>
                <a:lnTo>
                  <a:pt x="1033636" y="734764"/>
                </a:lnTo>
                <a:lnTo>
                  <a:pt x="1036544" y="742028"/>
                </a:lnTo>
                <a:lnTo>
                  <a:pt x="1037998" y="744619"/>
                </a:lnTo>
                <a:lnTo>
                  <a:pt x="1045267" y="780177"/>
                </a:lnTo>
                <a:lnTo>
                  <a:pt x="1048174" y="764026"/>
                </a:lnTo>
                <a:lnTo>
                  <a:pt x="1051082" y="805734"/>
                </a:lnTo>
                <a:lnTo>
                  <a:pt x="1053989" y="776017"/>
                </a:lnTo>
                <a:lnTo>
                  <a:pt x="1055443" y="783621"/>
                </a:lnTo>
                <a:lnTo>
                  <a:pt x="1056897" y="767452"/>
                </a:lnTo>
                <a:lnTo>
                  <a:pt x="1058351" y="777465"/>
                </a:lnTo>
                <a:lnTo>
                  <a:pt x="1059804" y="763973"/>
                </a:lnTo>
                <a:lnTo>
                  <a:pt x="1061258" y="780421"/>
                </a:lnTo>
                <a:lnTo>
                  <a:pt x="1062712" y="789204"/>
                </a:lnTo>
                <a:lnTo>
                  <a:pt x="1064165" y="774056"/>
                </a:lnTo>
                <a:lnTo>
                  <a:pt x="1065619" y="775363"/>
                </a:lnTo>
                <a:lnTo>
                  <a:pt x="1067073" y="777821"/>
                </a:lnTo>
                <a:lnTo>
                  <a:pt x="1068527" y="769501"/>
                </a:lnTo>
                <a:lnTo>
                  <a:pt x="1072888" y="775727"/>
                </a:lnTo>
                <a:lnTo>
                  <a:pt x="1074342" y="774317"/>
                </a:lnTo>
                <a:lnTo>
                  <a:pt x="1075796" y="776894"/>
                </a:lnTo>
                <a:lnTo>
                  <a:pt x="1077249" y="789155"/>
                </a:lnTo>
                <a:lnTo>
                  <a:pt x="1081611" y="785910"/>
                </a:lnTo>
                <a:lnTo>
                  <a:pt x="1083065" y="785648"/>
                </a:lnTo>
                <a:lnTo>
                  <a:pt x="1093241" y="833192"/>
                </a:lnTo>
                <a:lnTo>
                  <a:pt x="1085972" y="784525"/>
                </a:lnTo>
                <a:lnTo>
                  <a:pt x="1094695" y="827142"/>
                </a:lnTo>
                <a:lnTo>
                  <a:pt x="1106325" y="804277"/>
                </a:lnTo>
                <a:lnTo>
                  <a:pt x="1110686" y="843560"/>
                </a:lnTo>
                <a:lnTo>
                  <a:pt x="1113594" y="836997"/>
                </a:lnTo>
                <a:lnTo>
                  <a:pt x="1116502" y="813222"/>
                </a:lnTo>
                <a:lnTo>
                  <a:pt x="1119409" y="826704"/>
                </a:lnTo>
                <a:lnTo>
                  <a:pt x="1126678" y="837334"/>
                </a:lnTo>
                <a:lnTo>
                  <a:pt x="1128132" y="832405"/>
                </a:lnTo>
                <a:lnTo>
                  <a:pt x="1131039" y="834830"/>
                </a:lnTo>
                <a:lnTo>
                  <a:pt x="1132493" y="830214"/>
                </a:lnTo>
                <a:lnTo>
                  <a:pt x="1139762" y="870154"/>
                </a:lnTo>
                <a:lnTo>
                  <a:pt x="1141216" y="868389"/>
                </a:lnTo>
                <a:lnTo>
                  <a:pt x="1149939" y="834461"/>
                </a:lnTo>
                <a:lnTo>
                  <a:pt x="1155753" y="889189"/>
                </a:lnTo>
                <a:lnTo>
                  <a:pt x="1161569" y="873047"/>
                </a:lnTo>
                <a:lnTo>
                  <a:pt x="1165930" y="873269"/>
                </a:lnTo>
                <a:lnTo>
                  <a:pt x="1171745" y="896516"/>
                </a:lnTo>
                <a:lnTo>
                  <a:pt x="1173199" y="873570"/>
                </a:lnTo>
                <a:lnTo>
                  <a:pt x="1177560" y="875724"/>
                </a:lnTo>
                <a:lnTo>
                  <a:pt x="1184829" y="889592"/>
                </a:lnTo>
                <a:lnTo>
                  <a:pt x="1190645" y="912614"/>
                </a:lnTo>
                <a:lnTo>
                  <a:pt x="1197913" y="886392"/>
                </a:lnTo>
                <a:lnTo>
                  <a:pt x="1202275" y="884563"/>
                </a:lnTo>
                <a:lnTo>
                  <a:pt x="1203729" y="889564"/>
                </a:lnTo>
                <a:lnTo>
                  <a:pt x="1208090" y="886425"/>
                </a:lnTo>
                <a:lnTo>
                  <a:pt x="1210997" y="906678"/>
                </a:lnTo>
                <a:lnTo>
                  <a:pt x="1216812" y="914489"/>
                </a:lnTo>
                <a:lnTo>
                  <a:pt x="1224082" y="931598"/>
                </a:lnTo>
                <a:lnTo>
                  <a:pt x="1228443" y="916055"/>
                </a:lnTo>
                <a:lnTo>
                  <a:pt x="1229896" y="917806"/>
                </a:lnTo>
                <a:lnTo>
                  <a:pt x="1232804" y="932543"/>
                </a:lnTo>
                <a:lnTo>
                  <a:pt x="1235712" y="922552"/>
                </a:lnTo>
                <a:lnTo>
                  <a:pt x="1238619" y="910748"/>
                </a:lnTo>
                <a:lnTo>
                  <a:pt x="1241526" y="917779"/>
                </a:lnTo>
                <a:lnTo>
                  <a:pt x="1245887" y="966348"/>
                </a:lnTo>
                <a:lnTo>
                  <a:pt x="1247342" y="964766"/>
                </a:lnTo>
                <a:lnTo>
                  <a:pt x="1253157" y="917642"/>
                </a:lnTo>
                <a:lnTo>
                  <a:pt x="1258972" y="963220"/>
                </a:lnTo>
                <a:lnTo>
                  <a:pt x="1267694" y="960105"/>
                </a:lnTo>
                <a:lnTo>
                  <a:pt x="1270602" y="964122"/>
                </a:lnTo>
                <a:lnTo>
                  <a:pt x="1273510" y="960639"/>
                </a:lnTo>
                <a:lnTo>
                  <a:pt x="1274963" y="949479"/>
                </a:lnTo>
                <a:lnTo>
                  <a:pt x="1279324" y="955553"/>
                </a:lnTo>
                <a:lnTo>
                  <a:pt x="1289501" y="1012250"/>
                </a:lnTo>
                <a:lnTo>
                  <a:pt x="1290955" y="1011356"/>
                </a:lnTo>
                <a:lnTo>
                  <a:pt x="1292409" y="1022295"/>
                </a:lnTo>
                <a:lnTo>
                  <a:pt x="1296770" y="1017697"/>
                </a:lnTo>
                <a:lnTo>
                  <a:pt x="1298224" y="1006300"/>
                </a:lnTo>
                <a:lnTo>
                  <a:pt x="1302586" y="1014946"/>
                </a:lnTo>
                <a:lnTo>
                  <a:pt x="1304039" y="1027375"/>
                </a:lnTo>
                <a:lnTo>
                  <a:pt x="1306947" y="1026842"/>
                </a:lnTo>
                <a:lnTo>
                  <a:pt x="1309854" y="1000871"/>
                </a:lnTo>
                <a:lnTo>
                  <a:pt x="1311308" y="1041198"/>
                </a:lnTo>
                <a:lnTo>
                  <a:pt x="1314216" y="1006352"/>
                </a:lnTo>
                <a:lnTo>
                  <a:pt x="1315669" y="1006162"/>
                </a:lnTo>
                <a:lnTo>
                  <a:pt x="1320030" y="1020606"/>
                </a:lnTo>
                <a:lnTo>
                  <a:pt x="1322938" y="1013259"/>
                </a:lnTo>
                <a:lnTo>
                  <a:pt x="1325846" y="1013524"/>
                </a:lnTo>
                <a:lnTo>
                  <a:pt x="1338930" y="1087912"/>
                </a:lnTo>
                <a:lnTo>
                  <a:pt x="1341837" y="1074496"/>
                </a:lnTo>
                <a:lnTo>
                  <a:pt x="1344745" y="1054423"/>
                </a:lnTo>
                <a:lnTo>
                  <a:pt x="1347653" y="1062746"/>
                </a:lnTo>
                <a:lnTo>
                  <a:pt x="1354921" y="1092291"/>
                </a:lnTo>
                <a:lnTo>
                  <a:pt x="1359283" y="1047685"/>
                </a:lnTo>
                <a:lnTo>
                  <a:pt x="1360736" y="1066017"/>
                </a:lnTo>
                <a:lnTo>
                  <a:pt x="1362190" y="1077728"/>
                </a:lnTo>
                <a:lnTo>
                  <a:pt x="1366551" y="1072001"/>
                </a:lnTo>
                <a:lnTo>
                  <a:pt x="1372367" y="1089521"/>
                </a:lnTo>
                <a:lnTo>
                  <a:pt x="1373820" y="1074268"/>
                </a:lnTo>
                <a:lnTo>
                  <a:pt x="1376728" y="1080544"/>
                </a:lnTo>
                <a:lnTo>
                  <a:pt x="1381090" y="1079444"/>
                </a:lnTo>
                <a:lnTo>
                  <a:pt x="1383997" y="1130081"/>
                </a:lnTo>
                <a:lnTo>
                  <a:pt x="1385451" y="1107281"/>
                </a:lnTo>
                <a:lnTo>
                  <a:pt x="1389812" y="1116196"/>
                </a:lnTo>
                <a:lnTo>
                  <a:pt x="1395627" y="1133094"/>
                </a:lnTo>
                <a:lnTo>
                  <a:pt x="1397081" y="1128547"/>
                </a:lnTo>
                <a:lnTo>
                  <a:pt x="1410165" y="1042567"/>
                </a:lnTo>
                <a:lnTo>
                  <a:pt x="1418887" y="966942"/>
                </a:lnTo>
                <a:lnTo>
                  <a:pt x="1421795" y="946347"/>
                </a:lnTo>
                <a:lnTo>
                  <a:pt x="1440694" y="788109"/>
                </a:lnTo>
                <a:lnTo>
                  <a:pt x="1442148" y="793266"/>
                </a:lnTo>
                <a:lnTo>
                  <a:pt x="1459594" y="639112"/>
                </a:lnTo>
                <a:lnTo>
                  <a:pt x="1461047" y="639393"/>
                </a:lnTo>
                <a:lnTo>
                  <a:pt x="1485761" y="518598"/>
                </a:lnTo>
                <a:lnTo>
                  <a:pt x="1487215" y="517020"/>
                </a:lnTo>
                <a:lnTo>
                  <a:pt x="1488669" y="521126"/>
                </a:lnTo>
                <a:lnTo>
                  <a:pt x="1490122" y="522953"/>
                </a:lnTo>
                <a:lnTo>
                  <a:pt x="1491576" y="517733"/>
                </a:lnTo>
                <a:lnTo>
                  <a:pt x="1493030" y="510610"/>
                </a:lnTo>
                <a:lnTo>
                  <a:pt x="1494484" y="522401"/>
                </a:lnTo>
                <a:lnTo>
                  <a:pt x="1498845" y="527646"/>
                </a:lnTo>
                <a:lnTo>
                  <a:pt x="1500299" y="525060"/>
                </a:lnTo>
                <a:lnTo>
                  <a:pt x="1501752" y="517990"/>
                </a:lnTo>
                <a:lnTo>
                  <a:pt x="1503207" y="523471"/>
                </a:lnTo>
                <a:lnTo>
                  <a:pt x="1504661" y="541436"/>
                </a:lnTo>
                <a:lnTo>
                  <a:pt x="1507568" y="513918"/>
                </a:lnTo>
                <a:lnTo>
                  <a:pt x="1523559" y="595060"/>
                </a:lnTo>
                <a:lnTo>
                  <a:pt x="1525013" y="585953"/>
                </a:lnTo>
                <a:lnTo>
                  <a:pt x="1526467" y="581685"/>
                </a:lnTo>
                <a:lnTo>
                  <a:pt x="1527921" y="584391"/>
                </a:lnTo>
                <a:lnTo>
                  <a:pt x="1533736" y="608875"/>
                </a:lnTo>
                <a:lnTo>
                  <a:pt x="1535189" y="643172"/>
                </a:lnTo>
                <a:lnTo>
                  <a:pt x="1536643" y="605069"/>
                </a:lnTo>
                <a:lnTo>
                  <a:pt x="1539551" y="635170"/>
                </a:lnTo>
                <a:lnTo>
                  <a:pt x="1542459" y="650608"/>
                </a:lnTo>
                <a:lnTo>
                  <a:pt x="1545366" y="612089"/>
                </a:lnTo>
                <a:lnTo>
                  <a:pt x="1549728" y="651381"/>
                </a:lnTo>
                <a:lnTo>
                  <a:pt x="1548274" y="610562"/>
                </a:lnTo>
                <a:lnTo>
                  <a:pt x="1551181" y="627959"/>
                </a:lnTo>
                <a:lnTo>
                  <a:pt x="1552635" y="617606"/>
                </a:lnTo>
                <a:lnTo>
                  <a:pt x="1554089" y="638438"/>
                </a:lnTo>
                <a:lnTo>
                  <a:pt x="1555542" y="634634"/>
                </a:lnTo>
                <a:lnTo>
                  <a:pt x="1558450" y="658938"/>
                </a:lnTo>
                <a:lnTo>
                  <a:pt x="1561358" y="646891"/>
                </a:lnTo>
                <a:lnTo>
                  <a:pt x="1562812" y="653268"/>
                </a:lnTo>
                <a:lnTo>
                  <a:pt x="1564265" y="613136"/>
                </a:lnTo>
                <a:lnTo>
                  <a:pt x="1567173" y="678682"/>
                </a:lnTo>
                <a:lnTo>
                  <a:pt x="1568626" y="670812"/>
                </a:lnTo>
                <a:lnTo>
                  <a:pt x="1570080" y="677904"/>
                </a:lnTo>
                <a:lnTo>
                  <a:pt x="1575895" y="722629"/>
                </a:lnTo>
                <a:lnTo>
                  <a:pt x="1577349" y="703727"/>
                </a:lnTo>
                <a:lnTo>
                  <a:pt x="1580256" y="706297"/>
                </a:lnTo>
                <a:lnTo>
                  <a:pt x="1583165" y="721714"/>
                </a:lnTo>
                <a:lnTo>
                  <a:pt x="1586072" y="712038"/>
                </a:lnTo>
                <a:lnTo>
                  <a:pt x="1587526" y="707478"/>
                </a:lnTo>
                <a:lnTo>
                  <a:pt x="1588979" y="718544"/>
                </a:lnTo>
                <a:lnTo>
                  <a:pt x="1591887" y="736070"/>
                </a:lnTo>
                <a:lnTo>
                  <a:pt x="1593341" y="722957"/>
                </a:lnTo>
                <a:lnTo>
                  <a:pt x="1596248" y="703248"/>
                </a:lnTo>
                <a:lnTo>
                  <a:pt x="1599156" y="676864"/>
                </a:lnTo>
                <a:lnTo>
                  <a:pt x="1600609" y="680995"/>
                </a:lnTo>
                <a:lnTo>
                  <a:pt x="1607879" y="723966"/>
                </a:lnTo>
                <a:lnTo>
                  <a:pt x="1612240" y="716844"/>
                </a:lnTo>
                <a:lnTo>
                  <a:pt x="1613693" y="723605"/>
                </a:lnTo>
                <a:lnTo>
                  <a:pt x="1616601" y="776995"/>
                </a:lnTo>
                <a:lnTo>
                  <a:pt x="1620963" y="761398"/>
                </a:lnTo>
                <a:lnTo>
                  <a:pt x="1628232" y="849208"/>
                </a:lnTo>
                <a:lnTo>
                  <a:pt x="1629685" y="886425"/>
                </a:lnTo>
                <a:lnTo>
                  <a:pt x="1632593" y="860745"/>
                </a:lnTo>
                <a:lnTo>
                  <a:pt x="1641316" y="821628"/>
                </a:lnTo>
                <a:lnTo>
                  <a:pt x="1644223" y="841932"/>
                </a:lnTo>
                <a:lnTo>
                  <a:pt x="1647130" y="794826"/>
                </a:lnTo>
                <a:lnTo>
                  <a:pt x="1655853" y="888988"/>
                </a:lnTo>
                <a:lnTo>
                  <a:pt x="1657307" y="890745"/>
                </a:lnTo>
                <a:lnTo>
                  <a:pt x="1664576" y="824810"/>
                </a:lnTo>
                <a:lnTo>
                  <a:pt x="1666030" y="828056"/>
                </a:lnTo>
                <a:lnTo>
                  <a:pt x="1673299" y="874118"/>
                </a:lnTo>
                <a:lnTo>
                  <a:pt x="1670391" y="826538"/>
                </a:lnTo>
                <a:lnTo>
                  <a:pt x="1674752" y="864708"/>
                </a:lnTo>
                <a:lnTo>
                  <a:pt x="1677660" y="806596"/>
                </a:lnTo>
                <a:lnTo>
                  <a:pt x="1680567" y="827963"/>
                </a:lnTo>
                <a:lnTo>
                  <a:pt x="1683475" y="815005"/>
                </a:lnTo>
                <a:lnTo>
                  <a:pt x="1684929" y="822187"/>
                </a:lnTo>
                <a:lnTo>
                  <a:pt x="1686383" y="836385"/>
                </a:lnTo>
                <a:lnTo>
                  <a:pt x="1687836" y="834570"/>
                </a:lnTo>
                <a:lnTo>
                  <a:pt x="1693652" y="792948"/>
                </a:lnTo>
                <a:lnTo>
                  <a:pt x="1695105" y="796407"/>
                </a:lnTo>
                <a:lnTo>
                  <a:pt x="1696559" y="797525"/>
                </a:lnTo>
                <a:lnTo>
                  <a:pt x="1698013" y="780544"/>
                </a:lnTo>
                <a:lnTo>
                  <a:pt x="1699466" y="806871"/>
                </a:lnTo>
                <a:lnTo>
                  <a:pt x="1700920" y="817439"/>
                </a:lnTo>
                <a:lnTo>
                  <a:pt x="1705282" y="776802"/>
                </a:lnTo>
                <a:lnTo>
                  <a:pt x="1706736" y="782693"/>
                </a:lnTo>
                <a:lnTo>
                  <a:pt x="1719820" y="750455"/>
                </a:lnTo>
                <a:lnTo>
                  <a:pt x="1727088" y="773878"/>
                </a:lnTo>
                <a:lnTo>
                  <a:pt x="1729996" y="776557"/>
                </a:lnTo>
                <a:lnTo>
                  <a:pt x="1732903" y="811793"/>
                </a:lnTo>
                <a:lnTo>
                  <a:pt x="1737264" y="796882"/>
                </a:lnTo>
                <a:lnTo>
                  <a:pt x="1759071" y="906393"/>
                </a:lnTo>
                <a:lnTo>
                  <a:pt x="1761979" y="903683"/>
                </a:lnTo>
                <a:lnTo>
                  <a:pt x="1763433" y="895840"/>
                </a:lnTo>
                <a:lnTo>
                  <a:pt x="1764887" y="908556"/>
                </a:lnTo>
                <a:lnTo>
                  <a:pt x="1789601" y="995179"/>
                </a:lnTo>
                <a:lnTo>
                  <a:pt x="1791054" y="991876"/>
                </a:lnTo>
                <a:lnTo>
                  <a:pt x="1792508" y="998846"/>
                </a:lnTo>
                <a:lnTo>
                  <a:pt x="1795416" y="1018596"/>
                </a:lnTo>
                <a:lnTo>
                  <a:pt x="1796870" y="1004735"/>
                </a:lnTo>
                <a:lnTo>
                  <a:pt x="1798324" y="993965"/>
                </a:lnTo>
                <a:lnTo>
                  <a:pt x="1799777" y="1008808"/>
                </a:lnTo>
                <a:lnTo>
                  <a:pt x="1804138" y="1036907"/>
                </a:lnTo>
                <a:lnTo>
                  <a:pt x="1805592" y="1036664"/>
                </a:lnTo>
                <a:lnTo>
                  <a:pt x="1809954" y="1023924"/>
                </a:lnTo>
                <a:lnTo>
                  <a:pt x="1811407" y="1036039"/>
                </a:lnTo>
                <a:lnTo>
                  <a:pt x="1817223" y="1057693"/>
                </a:lnTo>
                <a:lnTo>
                  <a:pt x="1818677" y="1056471"/>
                </a:lnTo>
                <a:lnTo>
                  <a:pt x="1820130" y="1051344"/>
                </a:lnTo>
                <a:lnTo>
                  <a:pt x="1821584" y="1057975"/>
                </a:lnTo>
                <a:lnTo>
                  <a:pt x="1823038" y="1069764"/>
                </a:lnTo>
                <a:lnTo>
                  <a:pt x="1827399" y="1064806"/>
                </a:lnTo>
                <a:lnTo>
                  <a:pt x="1833214" y="1071472"/>
                </a:lnTo>
                <a:lnTo>
                  <a:pt x="1837575" y="1057940"/>
                </a:lnTo>
                <a:lnTo>
                  <a:pt x="1839029" y="1062932"/>
                </a:lnTo>
                <a:lnTo>
                  <a:pt x="1840483" y="1071609"/>
                </a:lnTo>
                <a:lnTo>
                  <a:pt x="1844844" y="1068311"/>
                </a:lnTo>
                <a:lnTo>
                  <a:pt x="1847752" y="1059699"/>
                </a:lnTo>
                <a:lnTo>
                  <a:pt x="1849205" y="1071857"/>
                </a:lnTo>
                <a:lnTo>
                  <a:pt x="1850660" y="1077257"/>
                </a:lnTo>
                <a:lnTo>
                  <a:pt x="1852113" y="1068454"/>
                </a:lnTo>
                <a:lnTo>
                  <a:pt x="1853567" y="1072382"/>
                </a:lnTo>
                <a:lnTo>
                  <a:pt x="1855021" y="1071244"/>
                </a:lnTo>
                <a:lnTo>
                  <a:pt x="1857928" y="1051521"/>
                </a:lnTo>
                <a:lnTo>
                  <a:pt x="1859382" y="1057375"/>
                </a:lnTo>
                <a:lnTo>
                  <a:pt x="1863744" y="1075350"/>
                </a:lnTo>
                <a:lnTo>
                  <a:pt x="1865197" y="1063933"/>
                </a:lnTo>
                <a:lnTo>
                  <a:pt x="1866651" y="1049792"/>
                </a:lnTo>
                <a:lnTo>
                  <a:pt x="1871012" y="1058243"/>
                </a:lnTo>
                <a:lnTo>
                  <a:pt x="1881189" y="1031643"/>
                </a:lnTo>
                <a:lnTo>
                  <a:pt x="1882642" y="1050856"/>
                </a:lnTo>
                <a:lnTo>
                  <a:pt x="1885550" y="1029948"/>
                </a:lnTo>
                <a:lnTo>
                  <a:pt x="1887004" y="1036596"/>
                </a:lnTo>
                <a:lnTo>
                  <a:pt x="1888458" y="1036463"/>
                </a:lnTo>
                <a:lnTo>
                  <a:pt x="1898634" y="1001734"/>
                </a:lnTo>
                <a:lnTo>
                  <a:pt x="1900088" y="1000010"/>
                </a:lnTo>
                <a:lnTo>
                  <a:pt x="1910264" y="942950"/>
                </a:lnTo>
                <a:lnTo>
                  <a:pt x="1911718" y="948831"/>
                </a:lnTo>
                <a:lnTo>
                  <a:pt x="1914625" y="939344"/>
                </a:lnTo>
                <a:lnTo>
                  <a:pt x="1927709" y="855078"/>
                </a:lnTo>
                <a:lnTo>
                  <a:pt x="1932071" y="842713"/>
                </a:lnTo>
                <a:lnTo>
                  <a:pt x="1942248" y="762616"/>
                </a:lnTo>
                <a:lnTo>
                  <a:pt x="1956785" y="695581"/>
                </a:lnTo>
                <a:lnTo>
                  <a:pt x="1958239" y="701716"/>
                </a:lnTo>
                <a:lnTo>
                  <a:pt x="1959693" y="706348"/>
                </a:lnTo>
                <a:lnTo>
                  <a:pt x="1962601" y="683938"/>
                </a:lnTo>
                <a:lnTo>
                  <a:pt x="1964054" y="713917"/>
                </a:lnTo>
                <a:lnTo>
                  <a:pt x="1965508" y="691683"/>
                </a:lnTo>
                <a:lnTo>
                  <a:pt x="1966962" y="696095"/>
                </a:lnTo>
                <a:lnTo>
                  <a:pt x="1968415" y="689563"/>
                </a:lnTo>
                <a:lnTo>
                  <a:pt x="1969869" y="681262"/>
                </a:lnTo>
                <a:lnTo>
                  <a:pt x="1971323" y="698459"/>
                </a:lnTo>
                <a:lnTo>
                  <a:pt x="1972776" y="691043"/>
                </a:lnTo>
                <a:lnTo>
                  <a:pt x="1975685" y="695639"/>
                </a:lnTo>
                <a:lnTo>
                  <a:pt x="1977138" y="679961"/>
                </a:lnTo>
                <a:lnTo>
                  <a:pt x="1978592" y="697832"/>
                </a:lnTo>
                <a:lnTo>
                  <a:pt x="1981499" y="682616"/>
                </a:lnTo>
                <a:lnTo>
                  <a:pt x="1984407" y="688103"/>
                </a:lnTo>
                <a:lnTo>
                  <a:pt x="1985861" y="678392"/>
                </a:lnTo>
                <a:lnTo>
                  <a:pt x="1990222" y="687614"/>
                </a:lnTo>
                <a:lnTo>
                  <a:pt x="1991676" y="683136"/>
                </a:lnTo>
                <a:lnTo>
                  <a:pt x="1997491" y="656527"/>
                </a:lnTo>
                <a:lnTo>
                  <a:pt x="1998945" y="660842"/>
                </a:lnTo>
                <a:lnTo>
                  <a:pt x="2000399" y="683880"/>
                </a:lnTo>
                <a:lnTo>
                  <a:pt x="2003306" y="676289"/>
                </a:lnTo>
                <a:lnTo>
                  <a:pt x="2006213" y="658686"/>
                </a:lnTo>
                <a:lnTo>
                  <a:pt x="2007668" y="672936"/>
                </a:lnTo>
                <a:lnTo>
                  <a:pt x="2009121" y="677259"/>
                </a:lnTo>
                <a:lnTo>
                  <a:pt x="2012029" y="649287"/>
                </a:lnTo>
                <a:lnTo>
                  <a:pt x="2013482" y="659805"/>
                </a:lnTo>
                <a:lnTo>
                  <a:pt x="2014936" y="683984"/>
                </a:lnTo>
                <a:lnTo>
                  <a:pt x="2017843" y="643012"/>
                </a:lnTo>
                <a:lnTo>
                  <a:pt x="2019298" y="643116"/>
                </a:lnTo>
                <a:lnTo>
                  <a:pt x="2022205" y="665837"/>
                </a:lnTo>
                <a:lnTo>
                  <a:pt x="2026566" y="591938"/>
                </a:lnTo>
                <a:lnTo>
                  <a:pt x="2028020" y="616278"/>
                </a:lnTo>
                <a:lnTo>
                  <a:pt x="2029474" y="665962"/>
                </a:lnTo>
                <a:lnTo>
                  <a:pt x="2032382" y="617584"/>
                </a:lnTo>
                <a:lnTo>
                  <a:pt x="2036743" y="638780"/>
                </a:lnTo>
                <a:lnTo>
                  <a:pt x="2038197" y="629406"/>
                </a:lnTo>
                <a:lnTo>
                  <a:pt x="2041105" y="607911"/>
                </a:lnTo>
                <a:lnTo>
                  <a:pt x="2042558" y="616646"/>
                </a:lnTo>
                <a:lnTo>
                  <a:pt x="2044012" y="642002"/>
                </a:lnTo>
                <a:lnTo>
                  <a:pt x="2045466" y="592706"/>
                </a:lnTo>
                <a:lnTo>
                  <a:pt x="2046919" y="565622"/>
                </a:lnTo>
                <a:lnTo>
                  <a:pt x="2048373" y="572674"/>
                </a:lnTo>
                <a:lnTo>
                  <a:pt x="2049827" y="613427"/>
                </a:lnTo>
                <a:lnTo>
                  <a:pt x="2054188" y="600989"/>
                </a:lnTo>
                <a:lnTo>
                  <a:pt x="2055642" y="621520"/>
                </a:lnTo>
                <a:lnTo>
                  <a:pt x="2057096" y="571514"/>
                </a:lnTo>
                <a:lnTo>
                  <a:pt x="2058550" y="552726"/>
                </a:lnTo>
                <a:lnTo>
                  <a:pt x="2060003" y="595520"/>
                </a:lnTo>
                <a:lnTo>
                  <a:pt x="2062911" y="580840"/>
                </a:lnTo>
                <a:lnTo>
                  <a:pt x="2065819" y="588745"/>
                </a:lnTo>
                <a:lnTo>
                  <a:pt x="2067272" y="590155"/>
                </a:lnTo>
                <a:lnTo>
                  <a:pt x="2068726" y="586897"/>
                </a:lnTo>
                <a:lnTo>
                  <a:pt x="2071633" y="572598"/>
                </a:lnTo>
                <a:lnTo>
                  <a:pt x="2073087" y="590838"/>
                </a:lnTo>
                <a:lnTo>
                  <a:pt x="2077449" y="566973"/>
                </a:lnTo>
                <a:lnTo>
                  <a:pt x="2081810" y="579795"/>
                </a:lnTo>
                <a:lnTo>
                  <a:pt x="2083264" y="579640"/>
                </a:lnTo>
                <a:lnTo>
                  <a:pt x="2086172" y="533937"/>
                </a:lnTo>
                <a:lnTo>
                  <a:pt x="2087625" y="591909"/>
                </a:lnTo>
                <a:lnTo>
                  <a:pt x="2089079" y="561284"/>
                </a:lnTo>
                <a:lnTo>
                  <a:pt x="2090533" y="579921"/>
                </a:lnTo>
                <a:lnTo>
                  <a:pt x="2091986" y="574935"/>
                </a:lnTo>
                <a:lnTo>
                  <a:pt x="2096348" y="582609"/>
                </a:lnTo>
                <a:lnTo>
                  <a:pt x="2097802" y="540216"/>
                </a:lnTo>
                <a:lnTo>
                  <a:pt x="2099256" y="539575"/>
                </a:lnTo>
                <a:lnTo>
                  <a:pt x="2102163" y="585568"/>
                </a:lnTo>
                <a:lnTo>
                  <a:pt x="2103617" y="543426"/>
                </a:lnTo>
                <a:lnTo>
                  <a:pt x="2106524" y="520291"/>
                </a:lnTo>
                <a:lnTo>
                  <a:pt x="2107978" y="539637"/>
                </a:lnTo>
                <a:lnTo>
                  <a:pt x="2109432" y="591956"/>
                </a:lnTo>
                <a:lnTo>
                  <a:pt x="2112339" y="531724"/>
                </a:lnTo>
                <a:lnTo>
                  <a:pt x="2113793" y="529653"/>
                </a:lnTo>
                <a:lnTo>
                  <a:pt x="2119609" y="558446"/>
                </a:lnTo>
                <a:lnTo>
                  <a:pt x="2122516" y="534221"/>
                </a:lnTo>
                <a:lnTo>
                  <a:pt x="2123970" y="557384"/>
                </a:lnTo>
                <a:lnTo>
                  <a:pt x="2125423" y="567911"/>
                </a:lnTo>
                <a:lnTo>
                  <a:pt x="2129784" y="447229"/>
                </a:lnTo>
                <a:lnTo>
                  <a:pt x="2131239" y="468230"/>
                </a:lnTo>
                <a:lnTo>
                  <a:pt x="2134146" y="594956"/>
                </a:lnTo>
                <a:lnTo>
                  <a:pt x="2135600" y="524603"/>
                </a:lnTo>
                <a:lnTo>
                  <a:pt x="2138507" y="440304"/>
                </a:lnTo>
                <a:lnTo>
                  <a:pt x="2141415" y="468949"/>
                </a:lnTo>
                <a:lnTo>
                  <a:pt x="2144323" y="554805"/>
                </a:lnTo>
                <a:lnTo>
                  <a:pt x="2145776" y="506472"/>
                </a:lnTo>
                <a:lnTo>
                  <a:pt x="2150137" y="470242"/>
                </a:lnTo>
                <a:lnTo>
                  <a:pt x="2151591" y="481730"/>
                </a:lnTo>
                <a:lnTo>
                  <a:pt x="2153045" y="580056"/>
                </a:lnTo>
                <a:lnTo>
                  <a:pt x="2157407" y="511547"/>
                </a:lnTo>
                <a:lnTo>
                  <a:pt x="2158860" y="470445"/>
                </a:lnTo>
                <a:lnTo>
                  <a:pt x="2161768" y="512889"/>
                </a:lnTo>
                <a:lnTo>
                  <a:pt x="2163221" y="520018"/>
                </a:lnTo>
                <a:lnTo>
                  <a:pt x="2164676" y="507385"/>
                </a:lnTo>
                <a:lnTo>
                  <a:pt x="2166129" y="489806"/>
                </a:lnTo>
                <a:lnTo>
                  <a:pt x="2167583" y="491843"/>
                </a:lnTo>
                <a:lnTo>
                  <a:pt x="2169037" y="538786"/>
                </a:lnTo>
                <a:lnTo>
                  <a:pt x="2171944" y="466324"/>
                </a:lnTo>
                <a:lnTo>
                  <a:pt x="2174851" y="433037"/>
                </a:lnTo>
                <a:lnTo>
                  <a:pt x="2176306" y="461055"/>
                </a:lnTo>
                <a:lnTo>
                  <a:pt x="2179213" y="573656"/>
                </a:lnTo>
                <a:lnTo>
                  <a:pt x="2182121" y="488790"/>
                </a:lnTo>
                <a:lnTo>
                  <a:pt x="2183574" y="450166"/>
                </a:lnTo>
                <a:lnTo>
                  <a:pt x="2186482" y="506887"/>
                </a:lnTo>
                <a:lnTo>
                  <a:pt x="2187936" y="526696"/>
                </a:lnTo>
                <a:lnTo>
                  <a:pt x="2195204" y="369045"/>
                </a:lnTo>
                <a:lnTo>
                  <a:pt x="2198113" y="540758"/>
                </a:lnTo>
                <a:lnTo>
                  <a:pt x="2202474" y="476546"/>
                </a:lnTo>
                <a:lnTo>
                  <a:pt x="2206835" y="413106"/>
                </a:lnTo>
                <a:lnTo>
                  <a:pt x="2208288" y="581457"/>
                </a:lnTo>
                <a:lnTo>
                  <a:pt x="2212650" y="489596"/>
                </a:lnTo>
                <a:lnTo>
                  <a:pt x="2215557" y="381681"/>
                </a:lnTo>
                <a:lnTo>
                  <a:pt x="2218465" y="462914"/>
                </a:lnTo>
                <a:lnTo>
                  <a:pt x="2219919" y="577408"/>
                </a:lnTo>
                <a:lnTo>
                  <a:pt x="2224280" y="567372"/>
                </a:lnTo>
                <a:lnTo>
                  <a:pt x="2228641" y="425403"/>
                </a:lnTo>
                <a:lnTo>
                  <a:pt x="2231549" y="449703"/>
                </a:lnTo>
                <a:lnTo>
                  <a:pt x="2233003" y="539007"/>
                </a:lnTo>
                <a:lnTo>
                  <a:pt x="2235911" y="478705"/>
                </a:lnTo>
                <a:lnTo>
                  <a:pt x="2237364" y="443854"/>
                </a:lnTo>
                <a:lnTo>
                  <a:pt x="2238818" y="449219"/>
                </a:lnTo>
                <a:lnTo>
                  <a:pt x="2244633" y="577998"/>
                </a:lnTo>
                <a:lnTo>
                  <a:pt x="2248994" y="295496"/>
                </a:lnTo>
                <a:lnTo>
                  <a:pt x="2251902" y="319169"/>
                </a:lnTo>
                <a:lnTo>
                  <a:pt x="2256264" y="567504"/>
                </a:lnTo>
                <a:lnTo>
                  <a:pt x="2259171" y="483619"/>
                </a:lnTo>
                <a:lnTo>
                  <a:pt x="2262078" y="388892"/>
                </a:lnTo>
                <a:lnTo>
                  <a:pt x="2264986" y="454058"/>
                </a:lnTo>
                <a:lnTo>
                  <a:pt x="2270801" y="591828"/>
                </a:lnTo>
                <a:lnTo>
                  <a:pt x="2272255" y="573653"/>
                </a:lnTo>
                <a:lnTo>
                  <a:pt x="2275162" y="277794"/>
                </a:lnTo>
                <a:lnTo>
                  <a:pt x="2279524" y="314163"/>
                </a:lnTo>
                <a:lnTo>
                  <a:pt x="2282431" y="559455"/>
                </a:lnTo>
                <a:lnTo>
                  <a:pt x="2286793" y="501094"/>
                </a:lnTo>
                <a:lnTo>
                  <a:pt x="2288247" y="481525"/>
                </a:lnTo>
                <a:lnTo>
                  <a:pt x="2289700" y="500729"/>
                </a:lnTo>
                <a:lnTo>
                  <a:pt x="2291154" y="526889"/>
                </a:lnTo>
                <a:lnTo>
                  <a:pt x="2292608" y="507475"/>
                </a:lnTo>
                <a:lnTo>
                  <a:pt x="2295515" y="430277"/>
                </a:lnTo>
                <a:lnTo>
                  <a:pt x="2296969" y="447002"/>
                </a:lnTo>
                <a:lnTo>
                  <a:pt x="2302784" y="555260"/>
                </a:lnTo>
                <a:lnTo>
                  <a:pt x="2305692" y="472214"/>
                </a:lnTo>
                <a:lnTo>
                  <a:pt x="2308599" y="501665"/>
                </a:lnTo>
                <a:lnTo>
                  <a:pt x="2311507" y="552998"/>
                </a:lnTo>
                <a:lnTo>
                  <a:pt x="2314415" y="515465"/>
                </a:lnTo>
                <a:lnTo>
                  <a:pt x="2317322" y="431067"/>
                </a:lnTo>
                <a:lnTo>
                  <a:pt x="2318776" y="469471"/>
                </a:lnTo>
                <a:lnTo>
                  <a:pt x="2326045" y="642766"/>
                </a:lnTo>
                <a:lnTo>
                  <a:pt x="2330406" y="354880"/>
                </a:lnTo>
                <a:lnTo>
                  <a:pt x="2333314" y="481522"/>
                </a:lnTo>
                <a:lnTo>
                  <a:pt x="2337675" y="579223"/>
                </a:lnTo>
                <a:lnTo>
                  <a:pt x="2340582" y="554992"/>
                </a:lnTo>
                <a:lnTo>
                  <a:pt x="2343490" y="406285"/>
                </a:lnTo>
                <a:lnTo>
                  <a:pt x="2346398" y="505105"/>
                </a:lnTo>
                <a:lnTo>
                  <a:pt x="2353666" y="572719"/>
                </a:lnTo>
                <a:lnTo>
                  <a:pt x="2356574" y="409729"/>
                </a:lnTo>
                <a:lnTo>
                  <a:pt x="2360935" y="453830"/>
                </a:lnTo>
                <a:lnTo>
                  <a:pt x="2368204" y="651163"/>
                </a:lnTo>
                <a:lnTo>
                  <a:pt x="2371112" y="393271"/>
                </a:lnTo>
                <a:lnTo>
                  <a:pt x="2375473" y="477836"/>
                </a:lnTo>
                <a:lnTo>
                  <a:pt x="2378381" y="596326"/>
                </a:lnTo>
                <a:lnTo>
                  <a:pt x="2379835" y="524955"/>
                </a:lnTo>
                <a:lnTo>
                  <a:pt x="2381288" y="461378"/>
                </a:lnTo>
                <a:lnTo>
                  <a:pt x="2385649" y="482149"/>
                </a:lnTo>
                <a:lnTo>
                  <a:pt x="2387103" y="496098"/>
                </a:lnTo>
                <a:lnTo>
                  <a:pt x="2388557" y="585430"/>
                </a:lnTo>
                <a:lnTo>
                  <a:pt x="2392918" y="546554"/>
                </a:lnTo>
                <a:lnTo>
                  <a:pt x="2394372" y="549494"/>
                </a:lnTo>
                <a:lnTo>
                  <a:pt x="2395826" y="570998"/>
                </a:lnTo>
                <a:lnTo>
                  <a:pt x="2397280" y="526462"/>
                </a:lnTo>
                <a:lnTo>
                  <a:pt x="2400188" y="442594"/>
                </a:lnTo>
                <a:lnTo>
                  <a:pt x="2403095" y="470751"/>
                </a:lnTo>
                <a:lnTo>
                  <a:pt x="2404549" y="591646"/>
                </a:lnTo>
                <a:lnTo>
                  <a:pt x="2408910" y="516564"/>
                </a:lnTo>
                <a:lnTo>
                  <a:pt x="2411818" y="562216"/>
                </a:lnTo>
                <a:lnTo>
                  <a:pt x="2414725" y="526121"/>
                </a:lnTo>
                <a:lnTo>
                  <a:pt x="2416179" y="509569"/>
                </a:lnTo>
                <a:lnTo>
                  <a:pt x="2419086" y="524737"/>
                </a:lnTo>
                <a:lnTo>
                  <a:pt x="2423448" y="605771"/>
                </a:lnTo>
                <a:lnTo>
                  <a:pt x="2424902" y="550707"/>
                </a:lnTo>
                <a:lnTo>
                  <a:pt x="2426355" y="580649"/>
                </a:lnTo>
                <a:lnTo>
                  <a:pt x="2427809" y="497040"/>
                </a:lnTo>
                <a:lnTo>
                  <a:pt x="2432170" y="500096"/>
                </a:lnTo>
                <a:lnTo>
                  <a:pt x="2437986" y="595979"/>
                </a:lnTo>
                <a:lnTo>
                  <a:pt x="2440893" y="423697"/>
                </a:lnTo>
                <a:lnTo>
                  <a:pt x="2443801" y="485182"/>
                </a:lnTo>
                <a:lnTo>
                  <a:pt x="2446708" y="583900"/>
                </a:lnTo>
                <a:lnTo>
                  <a:pt x="2449616" y="575149"/>
                </a:lnTo>
                <a:lnTo>
                  <a:pt x="2451069" y="579744"/>
                </a:lnTo>
                <a:lnTo>
                  <a:pt x="2453977" y="507677"/>
                </a:lnTo>
                <a:lnTo>
                  <a:pt x="2456885" y="523916"/>
                </a:lnTo>
                <a:lnTo>
                  <a:pt x="2458339" y="520314"/>
                </a:lnTo>
                <a:lnTo>
                  <a:pt x="2462700" y="623359"/>
                </a:lnTo>
                <a:lnTo>
                  <a:pt x="2464153" y="567586"/>
                </a:lnTo>
                <a:lnTo>
                  <a:pt x="2467061" y="397701"/>
                </a:lnTo>
                <a:lnTo>
                  <a:pt x="2469969" y="526652"/>
                </a:lnTo>
                <a:lnTo>
                  <a:pt x="2471422" y="613217"/>
                </a:lnTo>
                <a:lnTo>
                  <a:pt x="2474330" y="497073"/>
                </a:lnTo>
                <a:lnTo>
                  <a:pt x="2475784" y="489667"/>
                </a:lnTo>
                <a:lnTo>
                  <a:pt x="2477238" y="499602"/>
                </a:lnTo>
                <a:lnTo>
                  <a:pt x="2484506" y="559011"/>
                </a:lnTo>
                <a:lnTo>
                  <a:pt x="2487414" y="471049"/>
                </a:lnTo>
                <a:lnTo>
                  <a:pt x="2488868" y="488359"/>
                </a:lnTo>
                <a:lnTo>
                  <a:pt x="2493229" y="564587"/>
                </a:lnTo>
                <a:lnTo>
                  <a:pt x="2494683" y="561541"/>
                </a:lnTo>
                <a:lnTo>
                  <a:pt x="2497590" y="473237"/>
                </a:lnTo>
                <a:lnTo>
                  <a:pt x="2499044" y="508952"/>
                </a:lnTo>
                <a:lnTo>
                  <a:pt x="2500498" y="554982"/>
                </a:lnTo>
                <a:lnTo>
                  <a:pt x="2503406" y="534639"/>
                </a:lnTo>
                <a:lnTo>
                  <a:pt x="2504859" y="519523"/>
                </a:lnTo>
                <a:lnTo>
                  <a:pt x="2506313" y="528468"/>
                </a:lnTo>
                <a:lnTo>
                  <a:pt x="2507767" y="558478"/>
                </a:lnTo>
                <a:lnTo>
                  <a:pt x="2509220" y="555945"/>
                </a:lnTo>
                <a:lnTo>
                  <a:pt x="2516490" y="457713"/>
                </a:lnTo>
                <a:lnTo>
                  <a:pt x="2520851" y="565837"/>
                </a:lnTo>
                <a:lnTo>
                  <a:pt x="2525212" y="541339"/>
                </a:lnTo>
                <a:lnTo>
                  <a:pt x="2529573" y="440819"/>
                </a:lnTo>
                <a:lnTo>
                  <a:pt x="2531027" y="514576"/>
                </a:lnTo>
                <a:lnTo>
                  <a:pt x="2533935" y="615382"/>
                </a:lnTo>
                <a:lnTo>
                  <a:pt x="2536843" y="561361"/>
                </a:lnTo>
                <a:lnTo>
                  <a:pt x="2538296" y="549845"/>
                </a:lnTo>
                <a:lnTo>
                  <a:pt x="2541204" y="438521"/>
                </a:lnTo>
                <a:lnTo>
                  <a:pt x="2544111" y="486334"/>
                </a:lnTo>
                <a:lnTo>
                  <a:pt x="2545565" y="595205"/>
                </a:lnTo>
                <a:lnTo>
                  <a:pt x="2549926" y="531741"/>
                </a:lnTo>
                <a:lnTo>
                  <a:pt x="2554288" y="498611"/>
                </a:lnTo>
                <a:lnTo>
                  <a:pt x="2557196" y="569652"/>
                </a:lnTo>
                <a:lnTo>
                  <a:pt x="2560103" y="521274"/>
                </a:lnTo>
                <a:lnTo>
                  <a:pt x="2564464" y="440208"/>
                </a:lnTo>
                <a:lnTo>
                  <a:pt x="2567372" y="580107"/>
                </a:lnTo>
                <a:lnTo>
                  <a:pt x="2570279" y="570297"/>
                </a:lnTo>
                <a:lnTo>
                  <a:pt x="2573187" y="487499"/>
                </a:lnTo>
                <a:lnTo>
                  <a:pt x="2576094" y="512293"/>
                </a:lnTo>
                <a:lnTo>
                  <a:pt x="2581910" y="646373"/>
                </a:lnTo>
                <a:lnTo>
                  <a:pt x="2584817" y="406517"/>
                </a:lnTo>
                <a:lnTo>
                  <a:pt x="2587724" y="510143"/>
                </a:lnTo>
                <a:lnTo>
                  <a:pt x="2589179" y="478541"/>
                </a:lnTo>
                <a:lnTo>
                  <a:pt x="2590633" y="518965"/>
                </a:lnTo>
                <a:lnTo>
                  <a:pt x="2594994" y="625578"/>
                </a:lnTo>
                <a:lnTo>
                  <a:pt x="2596447" y="566535"/>
                </a:lnTo>
                <a:lnTo>
                  <a:pt x="2599355" y="369517"/>
                </a:lnTo>
                <a:lnTo>
                  <a:pt x="2602263" y="388265"/>
                </a:lnTo>
                <a:lnTo>
                  <a:pt x="2603716" y="400358"/>
                </a:lnTo>
                <a:lnTo>
                  <a:pt x="2608077" y="579341"/>
                </a:lnTo>
                <a:lnTo>
                  <a:pt x="2609531" y="544369"/>
                </a:lnTo>
                <a:lnTo>
                  <a:pt x="2612439" y="377653"/>
                </a:lnTo>
                <a:lnTo>
                  <a:pt x="2613893" y="467667"/>
                </a:lnTo>
                <a:lnTo>
                  <a:pt x="2618254" y="610073"/>
                </a:lnTo>
                <a:lnTo>
                  <a:pt x="2619708" y="509269"/>
                </a:lnTo>
                <a:lnTo>
                  <a:pt x="2625523" y="309605"/>
                </a:lnTo>
                <a:lnTo>
                  <a:pt x="2629884" y="570177"/>
                </a:lnTo>
                <a:lnTo>
                  <a:pt x="2631338" y="564860"/>
                </a:lnTo>
                <a:lnTo>
                  <a:pt x="2637153" y="460595"/>
                </a:lnTo>
                <a:lnTo>
                  <a:pt x="2640061" y="538673"/>
                </a:lnTo>
                <a:lnTo>
                  <a:pt x="2641514" y="683487"/>
                </a:lnTo>
                <a:lnTo>
                  <a:pt x="2644422" y="528757"/>
                </a:lnTo>
                <a:lnTo>
                  <a:pt x="2647330" y="497039"/>
                </a:lnTo>
                <a:lnTo>
                  <a:pt x="2648783" y="500948"/>
                </a:lnTo>
                <a:lnTo>
                  <a:pt x="2651691" y="621888"/>
                </a:lnTo>
                <a:lnTo>
                  <a:pt x="2654598" y="528962"/>
                </a:lnTo>
                <a:lnTo>
                  <a:pt x="2657506" y="441392"/>
                </a:lnTo>
                <a:lnTo>
                  <a:pt x="2658960" y="545757"/>
                </a:lnTo>
                <a:lnTo>
                  <a:pt x="2661867" y="662344"/>
                </a:lnTo>
                <a:lnTo>
                  <a:pt x="2666228" y="599109"/>
                </a:lnTo>
                <a:lnTo>
                  <a:pt x="2672044" y="470510"/>
                </a:lnTo>
                <a:lnTo>
                  <a:pt x="2673498" y="499989"/>
                </a:lnTo>
                <a:lnTo>
                  <a:pt x="2677859" y="603143"/>
                </a:lnTo>
                <a:lnTo>
                  <a:pt x="2679313" y="543712"/>
                </a:lnTo>
                <a:lnTo>
                  <a:pt x="2685128" y="591039"/>
                </a:lnTo>
                <a:lnTo>
                  <a:pt x="2688035" y="547396"/>
                </a:lnTo>
                <a:lnTo>
                  <a:pt x="2689489" y="587710"/>
                </a:lnTo>
                <a:lnTo>
                  <a:pt x="2690943" y="624543"/>
                </a:lnTo>
                <a:lnTo>
                  <a:pt x="2692397" y="529304"/>
                </a:lnTo>
                <a:lnTo>
                  <a:pt x="2693851" y="457682"/>
                </a:lnTo>
                <a:lnTo>
                  <a:pt x="2695304" y="516021"/>
                </a:lnTo>
                <a:lnTo>
                  <a:pt x="2699665" y="513289"/>
                </a:lnTo>
                <a:lnTo>
                  <a:pt x="2702573" y="648296"/>
                </a:lnTo>
                <a:lnTo>
                  <a:pt x="2711295" y="403011"/>
                </a:lnTo>
                <a:lnTo>
                  <a:pt x="2712750" y="419228"/>
                </a:lnTo>
                <a:lnTo>
                  <a:pt x="2715657" y="759154"/>
                </a:lnTo>
                <a:lnTo>
                  <a:pt x="2718565" y="603360"/>
                </a:lnTo>
                <a:lnTo>
                  <a:pt x="2721472" y="493831"/>
                </a:lnTo>
                <a:lnTo>
                  <a:pt x="2724380" y="530190"/>
                </a:lnTo>
                <a:lnTo>
                  <a:pt x="2727287" y="695643"/>
                </a:lnTo>
                <a:lnTo>
                  <a:pt x="2730195" y="567943"/>
                </a:lnTo>
                <a:lnTo>
                  <a:pt x="2733102" y="469475"/>
                </a:lnTo>
                <a:lnTo>
                  <a:pt x="2734557" y="545054"/>
                </a:lnTo>
                <a:lnTo>
                  <a:pt x="2740371" y="680780"/>
                </a:lnTo>
                <a:lnTo>
                  <a:pt x="2744732" y="535196"/>
                </a:lnTo>
                <a:lnTo>
                  <a:pt x="2746187" y="547965"/>
                </a:lnTo>
                <a:lnTo>
                  <a:pt x="2750548" y="726741"/>
                </a:lnTo>
                <a:lnTo>
                  <a:pt x="2753455" y="660504"/>
                </a:lnTo>
                <a:lnTo>
                  <a:pt x="2756363" y="384214"/>
                </a:lnTo>
                <a:lnTo>
                  <a:pt x="2759271" y="504390"/>
                </a:lnTo>
                <a:lnTo>
                  <a:pt x="2762178" y="750735"/>
                </a:lnTo>
                <a:lnTo>
                  <a:pt x="2765085" y="576265"/>
                </a:lnTo>
                <a:lnTo>
                  <a:pt x="2769447" y="375892"/>
                </a:lnTo>
                <a:lnTo>
                  <a:pt x="2770901" y="531912"/>
                </a:lnTo>
                <a:lnTo>
                  <a:pt x="2772355" y="518527"/>
                </a:lnTo>
                <a:lnTo>
                  <a:pt x="2775262" y="747698"/>
                </a:lnTo>
                <a:lnTo>
                  <a:pt x="2778169" y="643118"/>
                </a:lnTo>
                <a:lnTo>
                  <a:pt x="2783985" y="561056"/>
                </a:lnTo>
                <a:lnTo>
                  <a:pt x="2789799" y="771705"/>
                </a:lnTo>
                <a:lnTo>
                  <a:pt x="2797069" y="558714"/>
                </a:lnTo>
                <a:lnTo>
                  <a:pt x="2799976" y="823094"/>
                </a:lnTo>
                <a:lnTo>
                  <a:pt x="2802884" y="644073"/>
                </a:lnTo>
                <a:lnTo>
                  <a:pt x="2805791" y="514954"/>
                </a:lnTo>
                <a:lnTo>
                  <a:pt x="2808699" y="545500"/>
                </a:lnTo>
                <a:lnTo>
                  <a:pt x="2810152" y="566902"/>
                </a:lnTo>
                <a:lnTo>
                  <a:pt x="2811606" y="739366"/>
                </a:lnTo>
                <a:lnTo>
                  <a:pt x="2815968" y="623177"/>
                </a:lnTo>
                <a:lnTo>
                  <a:pt x="2817422" y="607614"/>
                </a:lnTo>
                <a:lnTo>
                  <a:pt x="2823236" y="763292"/>
                </a:lnTo>
                <a:lnTo>
                  <a:pt x="2827598" y="459339"/>
                </a:lnTo>
                <a:lnTo>
                  <a:pt x="2830506" y="490499"/>
                </a:lnTo>
                <a:lnTo>
                  <a:pt x="2834867" y="772972"/>
                </a:lnTo>
                <a:lnTo>
                  <a:pt x="2837775" y="628857"/>
                </a:lnTo>
                <a:lnTo>
                  <a:pt x="2839228" y="576123"/>
                </a:lnTo>
                <a:lnTo>
                  <a:pt x="2842136" y="608546"/>
                </a:lnTo>
                <a:lnTo>
                  <a:pt x="2852312" y="770430"/>
                </a:lnTo>
                <a:lnTo>
                  <a:pt x="2853766" y="721314"/>
                </a:lnTo>
                <a:lnTo>
                  <a:pt x="2856673" y="592276"/>
                </a:lnTo>
                <a:lnTo>
                  <a:pt x="2858128" y="687656"/>
                </a:lnTo>
                <a:lnTo>
                  <a:pt x="2862489" y="806352"/>
                </a:lnTo>
                <a:lnTo>
                  <a:pt x="2863942" y="891554"/>
                </a:lnTo>
                <a:lnTo>
                  <a:pt x="2865396" y="778135"/>
                </a:lnTo>
                <a:lnTo>
                  <a:pt x="2868303" y="584334"/>
                </a:lnTo>
                <a:lnTo>
                  <a:pt x="2871212" y="647669"/>
                </a:lnTo>
                <a:lnTo>
                  <a:pt x="2872665" y="655358"/>
                </a:lnTo>
                <a:lnTo>
                  <a:pt x="2874119" y="833442"/>
                </a:lnTo>
                <a:lnTo>
                  <a:pt x="2878480" y="730490"/>
                </a:lnTo>
                <a:lnTo>
                  <a:pt x="2879934" y="613339"/>
                </a:lnTo>
                <a:lnTo>
                  <a:pt x="2882842" y="775382"/>
                </a:lnTo>
                <a:lnTo>
                  <a:pt x="2885749" y="796818"/>
                </a:lnTo>
                <a:lnTo>
                  <a:pt x="2894472" y="514603"/>
                </a:lnTo>
                <a:lnTo>
                  <a:pt x="2897379" y="860217"/>
                </a:lnTo>
                <a:lnTo>
                  <a:pt x="2900287" y="720917"/>
                </a:lnTo>
                <a:lnTo>
                  <a:pt x="2906102" y="449167"/>
                </a:lnTo>
                <a:lnTo>
                  <a:pt x="2907556" y="502389"/>
                </a:lnTo>
                <a:lnTo>
                  <a:pt x="2910463" y="791050"/>
                </a:lnTo>
                <a:lnTo>
                  <a:pt x="2913371" y="630794"/>
                </a:lnTo>
                <a:lnTo>
                  <a:pt x="2914825" y="605929"/>
                </a:lnTo>
                <a:lnTo>
                  <a:pt x="2916279" y="659581"/>
                </a:lnTo>
                <a:lnTo>
                  <a:pt x="2919186" y="732940"/>
                </a:lnTo>
                <a:lnTo>
                  <a:pt x="2925001" y="540522"/>
                </a:lnTo>
                <a:lnTo>
                  <a:pt x="2927909" y="726938"/>
                </a:lnTo>
                <a:lnTo>
                  <a:pt x="2930816" y="667653"/>
                </a:lnTo>
                <a:lnTo>
                  <a:pt x="2932270" y="748806"/>
                </a:lnTo>
                <a:lnTo>
                  <a:pt x="2935177" y="631667"/>
                </a:lnTo>
                <a:lnTo>
                  <a:pt x="2943900" y="708512"/>
                </a:lnTo>
                <a:lnTo>
                  <a:pt x="2951169" y="620681"/>
                </a:lnTo>
                <a:lnTo>
                  <a:pt x="2952623" y="607049"/>
                </a:lnTo>
                <a:lnTo>
                  <a:pt x="2955530" y="630935"/>
                </a:lnTo>
                <a:lnTo>
                  <a:pt x="2956984" y="723880"/>
                </a:lnTo>
                <a:lnTo>
                  <a:pt x="2961346" y="700904"/>
                </a:lnTo>
                <a:lnTo>
                  <a:pt x="2962799" y="678157"/>
                </a:lnTo>
                <a:lnTo>
                  <a:pt x="2965707" y="493891"/>
                </a:lnTo>
                <a:lnTo>
                  <a:pt x="2968614" y="559744"/>
                </a:lnTo>
                <a:lnTo>
                  <a:pt x="2970069" y="558256"/>
                </a:lnTo>
                <a:lnTo>
                  <a:pt x="2971522" y="736340"/>
                </a:lnTo>
                <a:lnTo>
                  <a:pt x="2975883" y="674052"/>
                </a:lnTo>
                <a:lnTo>
                  <a:pt x="2977337" y="702543"/>
                </a:lnTo>
                <a:lnTo>
                  <a:pt x="2978791" y="644268"/>
                </a:lnTo>
                <a:lnTo>
                  <a:pt x="2983152" y="525396"/>
                </a:lnTo>
                <a:lnTo>
                  <a:pt x="2984606" y="529690"/>
                </a:lnTo>
                <a:lnTo>
                  <a:pt x="2990421" y="695825"/>
                </a:lnTo>
                <a:lnTo>
                  <a:pt x="2991875" y="677354"/>
                </a:lnTo>
                <a:lnTo>
                  <a:pt x="2997690" y="512571"/>
                </a:lnTo>
                <a:lnTo>
                  <a:pt x="3003505" y="804900"/>
                </a:lnTo>
                <a:lnTo>
                  <a:pt x="3004959" y="765272"/>
                </a:lnTo>
                <a:lnTo>
                  <a:pt x="3007867" y="339477"/>
                </a:lnTo>
                <a:lnTo>
                  <a:pt x="3010774" y="490759"/>
                </a:lnTo>
                <a:lnTo>
                  <a:pt x="3015136" y="652708"/>
                </a:lnTo>
                <a:lnTo>
                  <a:pt x="3016589" y="749797"/>
                </a:lnTo>
                <a:lnTo>
                  <a:pt x="3020950" y="701223"/>
                </a:lnTo>
                <a:lnTo>
                  <a:pt x="3023858" y="447156"/>
                </a:lnTo>
                <a:lnTo>
                  <a:pt x="3026766" y="613137"/>
                </a:lnTo>
                <a:lnTo>
                  <a:pt x="3031127" y="612894"/>
                </a:lnTo>
                <a:lnTo>
                  <a:pt x="3034034" y="681008"/>
                </a:lnTo>
                <a:lnTo>
                  <a:pt x="3038396" y="579285"/>
                </a:lnTo>
                <a:lnTo>
                  <a:pt x="3039850" y="600886"/>
                </a:lnTo>
                <a:lnTo>
                  <a:pt x="3042757" y="709193"/>
                </a:lnTo>
                <a:lnTo>
                  <a:pt x="3044211" y="683551"/>
                </a:lnTo>
                <a:lnTo>
                  <a:pt x="3050026" y="584080"/>
                </a:lnTo>
                <a:lnTo>
                  <a:pt x="3051480" y="591601"/>
                </a:lnTo>
                <a:lnTo>
                  <a:pt x="3055841" y="693240"/>
                </a:lnTo>
                <a:lnTo>
                  <a:pt x="3060203" y="498281"/>
                </a:lnTo>
                <a:lnTo>
                  <a:pt x="3061656" y="593061"/>
                </a:lnTo>
                <a:lnTo>
                  <a:pt x="3067471" y="665148"/>
                </a:lnTo>
                <a:lnTo>
                  <a:pt x="3071833" y="479949"/>
                </a:lnTo>
                <a:lnTo>
                  <a:pt x="3074740" y="547709"/>
                </a:lnTo>
                <a:lnTo>
                  <a:pt x="3076194" y="557437"/>
                </a:lnTo>
                <a:lnTo>
                  <a:pt x="3077648" y="703196"/>
                </a:lnTo>
                <a:lnTo>
                  <a:pt x="3080555" y="463144"/>
                </a:lnTo>
                <a:lnTo>
                  <a:pt x="3087824" y="611453"/>
                </a:lnTo>
                <a:lnTo>
                  <a:pt x="3090732" y="470826"/>
                </a:lnTo>
                <a:lnTo>
                  <a:pt x="3095093" y="501246"/>
                </a:lnTo>
                <a:lnTo>
                  <a:pt x="3096547" y="615841"/>
                </a:lnTo>
                <a:lnTo>
                  <a:pt x="3099454" y="525058"/>
                </a:lnTo>
                <a:lnTo>
                  <a:pt x="3100908" y="518008"/>
                </a:lnTo>
                <a:lnTo>
                  <a:pt x="3103816" y="527506"/>
                </a:lnTo>
                <a:lnTo>
                  <a:pt x="3106724" y="701150"/>
                </a:lnTo>
                <a:lnTo>
                  <a:pt x="3108177" y="564931"/>
                </a:lnTo>
                <a:lnTo>
                  <a:pt x="3115446" y="326816"/>
                </a:lnTo>
                <a:lnTo>
                  <a:pt x="3118354" y="630950"/>
                </a:lnTo>
                <a:lnTo>
                  <a:pt x="3121261" y="519976"/>
                </a:lnTo>
                <a:lnTo>
                  <a:pt x="3124168" y="461861"/>
                </a:lnTo>
                <a:lnTo>
                  <a:pt x="3125622" y="578325"/>
                </a:lnTo>
                <a:lnTo>
                  <a:pt x="3129984" y="564954"/>
                </a:lnTo>
                <a:lnTo>
                  <a:pt x="3131438" y="583193"/>
                </a:lnTo>
                <a:lnTo>
                  <a:pt x="3138707" y="117726"/>
                </a:lnTo>
                <a:lnTo>
                  <a:pt x="3140160" y="192811"/>
                </a:lnTo>
                <a:lnTo>
                  <a:pt x="3143068" y="606122"/>
                </a:lnTo>
                <a:lnTo>
                  <a:pt x="3145975" y="268809"/>
                </a:lnTo>
                <a:lnTo>
                  <a:pt x="3148883" y="87852"/>
                </a:lnTo>
                <a:lnTo>
                  <a:pt x="3151791" y="544843"/>
                </a:lnTo>
                <a:lnTo>
                  <a:pt x="3154698" y="313361"/>
                </a:lnTo>
                <a:lnTo>
                  <a:pt x="3157605" y="223175"/>
                </a:lnTo>
                <a:lnTo>
                  <a:pt x="3159059" y="270419"/>
                </a:lnTo>
                <a:lnTo>
                  <a:pt x="3161967" y="537018"/>
                </a:lnTo>
                <a:lnTo>
                  <a:pt x="3166328" y="502860"/>
                </a:lnTo>
                <a:lnTo>
                  <a:pt x="3169236" y="440737"/>
                </a:lnTo>
                <a:lnTo>
                  <a:pt x="3172144" y="134096"/>
                </a:lnTo>
                <a:lnTo>
                  <a:pt x="3175051" y="212231"/>
                </a:lnTo>
                <a:lnTo>
                  <a:pt x="3180866" y="466934"/>
                </a:lnTo>
                <a:lnTo>
                  <a:pt x="3185228" y="502749"/>
                </a:lnTo>
                <a:lnTo>
                  <a:pt x="3186681" y="292771"/>
                </a:lnTo>
                <a:lnTo>
                  <a:pt x="3191042" y="379524"/>
                </a:lnTo>
                <a:lnTo>
                  <a:pt x="3193950" y="364871"/>
                </a:lnTo>
                <a:lnTo>
                  <a:pt x="3195404" y="342683"/>
                </a:lnTo>
                <a:lnTo>
                  <a:pt x="3196858" y="395884"/>
                </a:lnTo>
                <a:lnTo>
                  <a:pt x="3198311" y="521853"/>
                </a:lnTo>
                <a:lnTo>
                  <a:pt x="3202672" y="456200"/>
                </a:lnTo>
                <a:lnTo>
                  <a:pt x="3207034" y="399487"/>
                </a:lnTo>
                <a:lnTo>
                  <a:pt x="3208488" y="431822"/>
                </a:lnTo>
                <a:lnTo>
                  <a:pt x="3209942" y="432869"/>
                </a:lnTo>
                <a:lnTo>
                  <a:pt x="3211395" y="359635"/>
                </a:lnTo>
                <a:lnTo>
                  <a:pt x="3214303" y="452758"/>
                </a:lnTo>
                <a:lnTo>
                  <a:pt x="3217211" y="456510"/>
                </a:lnTo>
                <a:lnTo>
                  <a:pt x="3220118" y="337151"/>
                </a:lnTo>
                <a:lnTo>
                  <a:pt x="3221572" y="349756"/>
                </a:lnTo>
                <a:lnTo>
                  <a:pt x="3224479" y="501685"/>
                </a:lnTo>
                <a:lnTo>
                  <a:pt x="3227387" y="462151"/>
                </a:lnTo>
                <a:lnTo>
                  <a:pt x="3231748" y="292969"/>
                </a:lnTo>
                <a:lnTo>
                  <a:pt x="3234656" y="405288"/>
                </a:lnTo>
                <a:lnTo>
                  <a:pt x="3237563" y="413928"/>
                </a:lnTo>
                <a:lnTo>
                  <a:pt x="3243378" y="342665"/>
                </a:lnTo>
                <a:lnTo>
                  <a:pt x="3246286" y="396896"/>
                </a:lnTo>
                <a:lnTo>
                  <a:pt x="3249193" y="358533"/>
                </a:lnTo>
                <a:lnTo>
                  <a:pt x="3250648" y="314892"/>
                </a:lnTo>
                <a:lnTo>
                  <a:pt x="3252101" y="401184"/>
                </a:lnTo>
                <a:lnTo>
                  <a:pt x="3253555" y="377157"/>
                </a:lnTo>
                <a:lnTo>
                  <a:pt x="3256462" y="310327"/>
                </a:lnTo>
                <a:lnTo>
                  <a:pt x="3257916" y="317937"/>
                </a:lnTo>
                <a:lnTo>
                  <a:pt x="3259370" y="397125"/>
                </a:lnTo>
                <a:lnTo>
                  <a:pt x="3262278" y="318068"/>
                </a:lnTo>
                <a:lnTo>
                  <a:pt x="3263731" y="309124"/>
                </a:lnTo>
                <a:lnTo>
                  <a:pt x="3268093" y="420039"/>
                </a:lnTo>
                <a:lnTo>
                  <a:pt x="3269546" y="365637"/>
                </a:lnTo>
                <a:lnTo>
                  <a:pt x="3273908" y="252900"/>
                </a:lnTo>
                <a:lnTo>
                  <a:pt x="3275362" y="320139"/>
                </a:lnTo>
                <a:lnTo>
                  <a:pt x="3279723" y="391282"/>
                </a:lnTo>
                <a:lnTo>
                  <a:pt x="3281176" y="433448"/>
                </a:lnTo>
                <a:lnTo>
                  <a:pt x="3282630" y="335692"/>
                </a:lnTo>
                <a:lnTo>
                  <a:pt x="3288446" y="170537"/>
                </a:lnTo>
                <a:lnTo>
                  <a:pt x="3291353" y="377609"/>
                </a:lnTo>
                <a:lnTo>
                  <a:pt x="3295715" y="334096"/>
                </a:lnTo>
                <a:lnTo>
                  <a:pt x="3297168" y="335292"/>
                </a:lnTo>
                <a:lnTo>
                  <a:pt x="3301529" y="241124"/>
                </a:lnTo>
                <a:lnTo>
                  <a:pt x="3302983" y="281556"/>
                </a:lnTo>
                <a:lnTo>
                  <a:pt x="3304437" y="365570"/>
                </a:lnTo>
                <a:lnTo>
                  <a:pt x="3307345" y="337626"/>
                </a:lnTo>
                <a:lnTo>
                  <a:pt x="3314613" y="163963"/>
                </a:lnTo>
                <a:lnTo>
                  <a:pt x="3321882" y="334507"/>
                </a:lnTo>
                <a:lnTo>
                  <a:pt x="3324790" y="167137"/>
                </a:lnTo>
                <a:lnTo>
                  <a:pt x="3327698" y="298055"/>
                </a:lnTo>
                <a:lnTo>
                  <a:pt x="3329152" y="352463"/>
                </a:lnTo>
                <a:lnTo>
                  <a:pt x="3330605" y="352267"/>
                </a:lnTo>
                <a:lnTo>
                  <a:pt x="3333513" y="188036"/>
                </a:lnTo>
                <a:lnTo>
                  <a:pt x="3336420" y="301348"/>
                </a:lnTo>
                <a:lnTo>
                  <a:pt x="3337874" y="304331"/>
                </a:lnTo>
                <a:lnTo>
                  <a:pt x="3339328" y="236786"/>
                </a:lnTo>
                <a:lnTo>
                  <a:pt x="3342235" y="280217"/>
                </a:lnTo>
                <a:lnTo>
                  <a:pt x="3343689" y="290873"/>
                </a:lnTo>
                <a:lnTo>
                  <a:pt x="3345143" y="269846"/>
                </a:lnTo>
                <a:lnTo>
                  <a:pt x="3348050" y="228795"/>
                </a:lnTo>
                <a:lnTo>
                  <a:pt x="3349504" y="231105"/>
                </a:lnTo>
                <a:lnTo>
                  <a:pt x="3350958" y="314083"/>
                </a:lnTo>
                <a:lnTo>
                  <a:pt x="3352412" y="212434"/>
                </a:lnTo>
                <a:lnTo>
                  <a:pt x="3353866" y="242703"/>
                </a:lnTo>
                <a:lnTo>
                  <a:pt x="3355319" y="241312"/>
                </a:lnTo>
                <a:lnTo>
                  <a:pt x="3358227" y="328689"/>
                </a:lnTo>
                <a:lnTo>
                  <a:pt x="3359680" y="254856"/>
                </a:lnTo>
                <a:lnTo>
                  <a:pt x="3362588" y="199381"/>
                </a:lnTo>
                <a:lnTo>
                  <a:pt x="3364042" y="240816"/>
                </a:lnTo>
                <a:lnTo>
                  <a:pt x="3366950" y="224831"/>
                </a:lnTo>
                <a:lnTo>
                  <a:pt x="3369857" y="327530"/>
                </a:lnTo>
                <a:lnTo>
                  <a:pt x="3372765" y="170582"/>
                </a:lnTo>
                <a:lnTo>
                  <a:pt x="3374219" y="194142"/>
                </a:lnTo>
                <a:lnTo>
                  <a:pt x="3377126" y="317021"/>
                </a:lnTo>
                <a:lnTo>
                  <a:pt x="3380033" y="278586"/>
                </a:lnTo>
                <a:lnTo>
                  <a:pt x="3381487" y="315399"/>
                </a:lnTo>
                <a:lnTo>
                  <a:pt x="3382941" y="262820"/>
                </a:lnTo>
                <a:lnTo>
                  <a:pt x="3384395" y="196702"/>
                </a:lnTo>
                <a:lnTo>
                  <a:pt x="3387303" y="262351"/>
                </a:lnTo>
                <a:lnTo>
                  <a:pt x="3388756" y="257277"/>
                </a:lnTo>
                <a:lnTo>
                  <a:pt x="3391664" y="305369"/>
                </a:lnTo>
                <a:lnTo>
                  <a:pt x="3393117" y="298053"/>
                </a:lnTo>
                <a:lnTo>
                  <a:pt x="3396025" y="195935"/>
                </a:lnTo>
                <a:lnTo>
                  <a:pt x="3397479" y="293088"/>
                </a:lnTo>
                <a:lnTo>
                  <a:pt x="3398933" y="282563"/>
                </a:lnTo>
                <a:lnTo>
                  <a:pt x="3401840" y="217854"/>
                </a:lnTo>
                <a:lnTo>
                  <a:pt x="3403294" y="253086"/>
                </a:lnTo>
                <a:lnTo>
                  <a:pt x="3406202" y="414324"/>
                </a:lnTo>
                <a:lnTo>
                  <a:pt x="3407656" y="338045"/>
                </a:lnTo>
                <a:lnTo>
                  <a:pt x="3412017" y="175337"/>
                </a:lnTo>
                <a:lnTo>
                  <a:pt x="3414924" y="206984"/>
                </a:lnTo>
                <a:lnTo>
                  <a:pt x="3417832" y="175400"/>
                </a:lnTo>
                <a:lnTo>
                  <a:pt x="3423647" y="301351"/>
                </a:lnTo>
                <a:lnTo>
                  <a:pt x="3428008" y="193324"/>
                </a:lnTo>
                <a:lnTo>
                  <a:pt x="3432370" y="207922"/>
                </a:lnTo>
                <a:lnTo>
                  <a:pt x="3436731" y="352123"/>
                </a:lnTo>
                <a:lnTo>
                  <a:pt x="3438184" y="254346"/>
                </a:lnTo>
                <a:lnTo>
                  <a:pt x="3439638" y="191187"/>
                </a:lnTo>
                <a:lnTo>
                  <a:pt x="3442546" y="252283"/>
                </a:lnTo>
                <a:lnTo>
                  <a:pt x="3444000" y="246971"/>
                </a:lnTo>
                <a:lnTo>
                  <a:pt x="3445454" y="198893"/>
                </a:lnTo>
                <a:lnTo>
                  <a:pt x="3448361" y="238341"/>
                </a:lnTo>
                <a:lnTo>
                  <a:pt x="3451269" y="299164"/>
                </a:lnTo>
                <a:lnTo>
                  <a:pt x="3454176" y="107750"/>
                </a:lnTo>
                <a:lnTo>
                  <a:pt x="3457084" y="146596"/>
                </a:lnTo>
                <a:lnTo>
                  <a:pt x="3462899" y="279323"/>
                </a:lnTo>
                <a:lnTo>
                  <a:pt x="3464353" y="204552"/>
                </a:lnTo>
                <a:lnTo>
                  <a:pt x="3468714" y="207261"/>
                </a:lnTo>
                <a:lnTo>
                  <a:pt x="3474529" y="272391"/>
                </a:lnTo>
                <a:lnTo>
                  <a:pt x="3477437" y="182114"/>
                </a:lnTo>
                <a:lnTo>
                  <a:pt x="3480344" y="263222"/>
                </a:lnTo>
                <a:lnTo>
                  <a:pt x="3483251" y="235406"/>
                </a:lnTo>
                <a:lnTo>
                  <a:pt x="3484706" y="261277"/>
                </a:lnTo>
                <a:lnTo>
                  <a:pt x="3490521" y="127015"/>
                </a:lnTo>
                <a:lnTo>
                  <a:pt x="3497790" y="283581"/>
                </a:lnTo>
                <a:lnTo>
                  <a:pt x="3503604" y="179679"/>
                </a:lnTo>
                <a:lnTo>
                  <a:pt x="3507966" y="275056"/>
                </a:lnTo>
                <a:lnTo>
                  <a:pt x="3509420" y="252689"/>
                </a:lnTo>
                <a:lnTo>
                  <a:pt x="3513781" y="154151"/>
                </a:lnTo>
                <a:lnTo>
                  <a:pt x="3515235" y="207085"/>
                </a:lnTo>
                <a:lnTo>
                  <a:pt x="3518143" y="165394"/>
                </a:lnTo>
                <a:lnTo>
                  <a:pt x="3522504" y="277824"/>
                </a:lnTo>
                <a:lnTo>
                  <a:pt x="3525411" y="304448"/>
                </a:lnTo>
                <a:lnTo>
                  <a:pt x="3528319" y="170260"/>
                </a:lnTo>
                <a:lnTo>
                  <a:pt x="3531227" y="205699"/>
                </a:lnTo>
                <a:lnTo>
                  <a:pt x="3532680" y="262321"/>
                </a:lnTo>
                <a:lnTo>
                  <a:pt x="3534134" y="163331"/>
                </a:lnTo>
                <a:lnTo>
                  <a:pt x="3537041" y="253577"/>
                </a:lnTo>
                <a:lnTo>
                  <a:pt x="3539949" y="175765"/>
                </a:lnTo>
                <a:lnTo>
                  <a:pt x="3544311" y="200619"/>
                </a:lnTo>
                <a:lnTo>
                  <a:pt x="3545764" y="291761"/>
                </a:lnTo>
                <a:lnTo>
                  <a:pt x="3548672" y="222167"/>
                </a:lnTo>
                <a:lnTo>
                  <a:pt x="3550125" y="197754"/>
                </a:lnTo>
                <a:lnTo>
                  <a:pt x="3551580" y="212059"/>
                </a:lnTo>
                <a:lnTo>
                  <a:pt x="3555941" y="269830"/>
                </a:lnTo>
                <a:lnTo>
                  <a:pt x="3558848" y="157131"/>
                </a:lnTo>
                <a:lnTo>
                  <a:pt x="3560302" y="236464"/>
                </a:lnTo>
                <a:lnTo>
                  <a:pt x="3561755" y="264048"/>
                </a:lnTo>
                <a:lnTo>
                  <a:pt x="3563210" y="179320"/>
                </a:lnTo>
                <a:lnTo>
                  <a:pt x="3566117" y="217089"/>
                </a:lnTo>
                <a:lnTo>
                  <a:pt x="3569025" y="158886"/>
                </a:lnTo>
                <a:lnTo>
                  <a:pt x="3571932" y="302103"/>
                </a:lnTo>
                <a:lnTo>
                  <a:pt x="3574840" y="175923"/>
                </a:lnTo>
                <a:lnTo>
                  <a:pt x="3576294" y="177368"/>
                </a:lnTo>
                <a:lnTo>
                  <a:pt x="3577747" y="296247"/>
                </a:lnTo>
                <a:lnTo>
                  <a:pt x="3580655" y="206706"/>
                </a:lnTo>
                <a:lnTo>
                  <a:pt x="3582108" y="180295"/>
                </a:lnTo>
                <a:lnTo>
                  <a:pt x="3583562" y="180720"/>
                </a:lnTo>
                <a:lnTo>
                  <a:pt x="3586470" y="284193"/>
                </a:lnTo>
                <a:lnTo>
                  <a:pt x="3589378" y="101645"/>
                </a:lnTo>
                <a:lnTo>
                  <a:pt x="3592285" y="212719"/>
                </a:lnTo>
                <a:lnTo>
                  <a:pt x="3593739" y="275564"/>
                </a:lnTo>
                <a:lnTo>
                  <a:pt x="3595192" y="151578"/>
                </a:lnTo>
                <a:lnTo>
                  <a:pt x="3596647" y="131880"/>
                </a:lnTo>
                <a:lnTo>
                  <a:pt x="3599554" y="261815"/>
                </a:lnTo>
                <a:lnTo>
                  <a:pt x="3601008" y="150227"/>
                </a:lnTo>
                <a:lnTo>
                  <a:pt x="3602461" y="136936"/>
                </a:lnTo>
                <a:lnTo>
                  <a:pt x="3605369" y="261138"/>
                </a:lnTo>
                <a:lnTo>
                  <a:pt x="3609731" y="255953"/>
                </a:lnTo>
                <a:lnTo>
                  <a:pt x="3614092" y="127063"/>
                </a:lnTo>
                <a:lnTo>
                  <a:pt x="3615545" y="129830"/>
                </a:lnTo>
                <a:lnTo>
                  <a:pt x="3618453" y="227662"/>
                </a:lnTo>
                <a:lnTo>
                  <a:pt x="3619907" y="148051"/>
                </a:lnTo>
                <a:lnTo>
                  <a:pt x="3621361" y="111525"/>
                </a:lnTo>
                <a:lnTo>
                  <a:pt x="3622815" y="163618"/>
                </a:lnTo>
                <a:lnTo>
                  <a:pt x="3632991" y="271241"/>
                </a:lnTo>
                <a:lnTo>
                  <a:pt x="3640259" y="61742"/>
                </a:lnTo>
                <a:lnTo>
                  <a:pt x="3641714" y="106565"/>
                </a:lnTo>
                <a:lnTo>
                  <a:pt x="3648982" y="245541"/>
                </a:lnTo>
                <a:lnTo>
                  <a:pt x="3654798" y="206250"/>
                </a:lnTo>
                <a:lnTo>
                  <a:pt x="3656251" y="213342"/>
                </a:lnTo>
                <a:lnTo>
                  <a:pt x="3657705" y="205430"/>
                </a:lnTo>
                <a:lnTo>
                  <a:pt x="3659159" y="207616"/>
                </a:lnTo>
                <a:lnTo>
                  <a:pt x="3662066" y="146730"/>
                </a:lnTo>
                <a:lnTo>
                  <a:pt x="3663521" y="225197"/>
                </a:lnTo>
                <a:lnTo>
                  <a:pt x="3664974" y="199755"/>
                </a:lnTo>
                <a:lnTo>
                  <a:pt x="3666428" y="258674"/>
                </a:lnTo>
                <a:lnTo>
                  <a:pt x="3667882" y="142213"/>
                </a:lnTo>
                <a:lnTo>
                  <a:pt x="3669335" y="226296"/>
                </a:lnTo>
                <a:lnTo>
                  <a:pt x="3675151" y="61779"/>
                </a:lnTo>
                <a:lnTo>
                  <a:pt x="3676604" y="143384"/>
                </a:lnTo>
                <a:lnTo>
                  <a:pt x="3680965" y="235242"/>
                </a:lnTo>
                <a:lnTo>
                  <a:pt x="3682419" y="193912"/>
                </a:lnTo>
                <a:lnTo>
                  <a:pt x="3688235" y="320834"/>
                </a:lnTo>
                <a:lnTo>
                  <a:pt x="3689688" y="222080"/>
                </a:lnTo>
                <a:lnTo>
                  <a:pt x="3691142" y="47002"/>
                </a:lnTo>
                <a:lnTo>
                  <a:pt x="3695503" y="150813"/>
                </a:lnTo>
                <a:lnTo>
                  <a:pt x="3701319" y="248225"/>
                </a:lnTo>
                <a:lnTo>
                  <a:pt x="3702772" y="167578"/>
                </a:lnTo>
                <a:lnTo>
                  <a:pt x="3704226" y="278102"/>
                </a:lnTo>
                <a:lnTo>
                  <a:pt x="3705680" y="310758"/>
                </a:lnTo>
                <a:lnTo>
                  <a:pt x="3707133" y="262494"/>
                </a:lnTo>
                <a:lnTo>
                  <a:pt x="3710041" y="107135"/>
                </a:lnTo>
                <a:lnTo>
                  <a:pt x="3712949" y="171317"/>
                </a:lnTo>
                <a:lnTo>
                  <a:pt x="3715856" y="168220"/>
                </a:lnTo>
                <a:lnTo>
                  <a:pt x="3718763" y="328036"/>
                </a:lnTo>
                <a:lnTo>
                  <a:pt x="3724579" y="85946"/>
                </a:lnTo>
                <a:lnTo>
                  <a:pt x="3726033" y="356143"/>
                </a:lnTo>
                <a:lnTo>
                  <a:pt x="3730394" y="186665"/>
                </a:lnTo>
                <a:lnTo>
                  <a:pt x="3731848" y="371932"/>
                </a:lnTo>
                <a:lnTo>
                  <a:pt x="3734755" y="245497"/>
                </a:lnTo>
                <a:lnTo>
                  <a:pt x="3736209" y="142779"/>
                </a:lnTo>
                <a:lnTo>
                  <a:pt x="3739116" y="165252"/>
                </a:lnTo>
                <a:lnTo>
                  <a:pt x="3740570" y="495644"/>
                </a:lnTo>
                <a:lnTo>
                  <a:pt x="3743478" y="17554"/>
                </a:lnTo>
                <a:lnTo>
                  <a:pt x="3746386" y="271563"/>
                </a:lnTo>
                <a:lnTo>
                  <a:pt x="3749293" y="164565"/>
                </a:lnTo>
                <a:lnTo>
                  <a:pt x="3750747" y="162139"/>
                </a:lnTo>
                <a:lnTo>
                  <a:pt x="3758016" y="301978"/>
                </a:lnTo>
                <a:lnTo>
                  <a:pt x="3759469" y="239282"/>
                </a:lnTo>
                <a:lnTo>
                  <a:pt x="3763831" y="257637"/>
                </a:lnTo>
                <a:lnTo>
                  <a:pt x="3766739" y="266335"/>
                </a:lnTo>
                <a:lnTo>
                  <a:pt x="3769646" y="223723"/>
                </a:lnTo>
                <a:lnTo>
                  <a:pt x="3771100" y="256578"/>
                </a:lnTo>
                <a:lnTo>
                  <a:pt x="3772553" y="287621"/>
                </a:lnTo>
                <a:lnTo>
                  <a:pt x="3774007" y="275195"/>
                </a:lnTo>
                <a:lnTo>
                  <a:pt x="3775461" y="174358"/>
                </a:lnTo>
                <a:lnTo>
                  <a:pt x="3778369" y="311306"/>
                </a:lnTo>
                <a:lnTo>
                  <a:pt x="3779822" y="244689"/>
                </a:lnTo>
                <a:lnTo>
                  <a:pt x="3781276" y="227155"/>
                </a:lnTo>
                <a:lnTo>
                  <a:pt x="3784184" y="316579"/>
                </a:lnTo>
                <a:lnTo>
                  <a:pt x="3785637" y="192201"/>
                </a:lnTo>
                <a:lnTo>
                  <a:pt x="3787092" y="162862"/>
                </a:lnTo>
                <a:lnTo>
                  <a:pt x="3788545" y="252239"/>
                </a:lnTo>
                <a:lnTo>
                  <a:pt x="3791453" y="157320"/>
                </a:lnTo>
                <a:lnTo>
                  <a:pt x="3792906" y="212412"/>
                </a:lnTo>
                <a:lnTo>
                  <a:pt x="3795814" y="307887"/>
                </a:lnTo>
                <a:lnTo>
                  <a:pt x="3797267" y="138831"/>
                </a:lnTo>
                <a:lnTo>
                  <a:pt x="3800176" y="234961"/>
                </a:lnTo>
                <a:lnTo>
                  <a:pt x="3801629" y="305555"/>
                </a:lnTo>
                <a:lnTo>
                  <a:pt x="3804537" y="220939"/>
                </a:lnTo>
                <a:lnTo>
                  <a:pt x="3805990" y="278504"/>
                </a:lnTo>
                <a:lnTo>
                  <a:pt x="3811806" y="315604"/>
                </a:lnTo>
                <a:lnTo>
                  <a:pt x="3816167" y="319208"/>
                </a:lnTo>
                <a:lnTo>
                  <a:pt x="3821982" y="161766"/>
                </a:lnTo>
                <a:lnTo>
                  <a:pt x="3826343" y="306009"/>
                </a:lnTo>
                <a:lnTo>
                  <a:pt x="3827797" y="138840"/>
                </a:lnTo>
                <a:lnTo>
                  <a:pt x="3830704" y="221006"/>
                </a:lnTo>
                <a:lnTo>
                  <a:pt x="3833612" y="312149"/>
                </a:lnTo>
                <a:lnTo>
                  <a:pt x="3835066" y="197813"/>
                </a:lnTo>
                <a:lnTo>
                  <a:pt x="3836520" y="193855"/>
                </a:lnTo>
                <a:lnTo>
                  <a:pt x="3839427" y="380490"/>
                </a:lnTo>
                <a:lnTo>
                  <a:pt x="3840881" y="172346"/>
                </a:lnTo>
                <a:lnTo>
                  <a:pt x="3842334" y="13082"/>
                </a:lnTo>
                <a:lnTo>
                  <a:pt x="3845243" y="228706"/>
                </a:lnTo>
                <a:lnTo>
                  <a:pt x="3846696" y="304886"/>
                </a:lnTo>
                <a:lnTo>
                  <a:pt x="3849604" y="182007"/>
                </a:lnTo>
                <a:lnTo>
                  <a:pt x="3856873" y="320162"/>
                </a:lnTo>
                <a:lnTo>
                  <a:pt x="3859780" y="145534"/>
                </a:lnTo>
                <a:lnTo>
                  <a:pt x="3862688" y="267088"/>
                </a:lnTo>
                <a:lnTo>
                  <a:pt x="3864141" y="402353"/>
                </a:lnTo>
                <a:lnTo>
                  <a:pt x="3865596" y="131203"/>
                </a:lnTo>
                <a:lnTo>
                  <a:pt x="3867049" y="6559"/>
                </a:lnTo>
                <a:lnTo>
                  <a:pt x="3871410" y="85771"/>
                </a:lnTo>
                <a:lnTo>
                  <a:pt x="3874318" y="335411"/>
                </a:lnTo>
                <a:lnTo>
                  <a:pt x="3878679" y="267029"/>
                </a:lnTo>
                <a:lnTo>
                  <a:pt x="3885948" y="160116"/>
                </a:lnTo>
                <a:lnTo>
                  <a:pt x="3888856" y="306440"/>
                </a:lnTo>
                <a:lnTo>
                  <a:pt x="3890310" y="169860"/>
                </a:lnTo>
                <a:lnTo>
                  <a:pt x="3891763" y="165201"/>
                </a:lnTo>
                <a:lnTo>
                  <a:pt x="3893217" y="297950"/>
                </a:lnTo>
                <a:lnTo>
                  <a:pt x="3896124" y="276848"/>
                </a:lnTo>
                <a:lnTo>
                  <a:pt x="3899033" y="49367"/>
                </a:lnTo>
                <a:lnTo>
                  <a:pt x="3900486" y="212229"/>
                </a:lnTo>
                <a:lnTo>
                  <a:pt x="3901940" y="323122"/>
                </a:lnTo>
                <a:lnTo>
                  <a:pt x="3904847" y="154353"/>
                </a:lnTo>
                <a:lnTo>
                  <a:pt x="3909208" y="267261"/>
                </a:lnTo>
                <a:lnTo>
                  <a:pt x="3910663" y="334543"/>
                </a:lnTo>
                <a:lnTo>
                  <a:pt x="3912116" y="186227"/>
                </a:lnTo>
                <a:lnTo>
                  <a:pt x="3915024" y="327713"/>
                </a:lnTo>
                <a:lnTo>
                  <a:pt x="3917931" y="209180"/>
                </a:lnTo>
                <a:lnTo>
                  <a:pt x="3919385" y="245887"/>
                </a:lnTo>
                <a:lnTo>
                  <a:pt x="3920839" y="370436"/>
                </a:lnTo>
                <a:lnTo>
                  <a:pt x="3922293" y="243475"/>
                </a:lnTo>
                <a:lnTo>
                  <a:pt x="3923747" y="123143"/>
                </a:lnTo>
                <a:lnTo>
                  <a:pt x="3926654" y="318816"/>
                </a:lnTo>
                <a:lnTo>
                  <a:pt x="3931015" y="341255"/>
                </a:lnTo>
                <a:lnTo>
                  <a:pt x="3933923" y="126321"/>
                </a:lnTo>
                <a:lnTo>
                  <a:pt x="3939738" y="303973"/>
                </a:lnTo>
                <a:lnTo>
                  <a:pt x="3941192" y="236313"/>
                </a:lnTo>
                <a:lnTo>
                  <a:pt x="3942645" y="240126"/>
                </a:lnTo>
                <a:lnTo>
                  <a:pt x="3944100" y="361803"/>
                </a:lnTo>
                <a:lnTo>
                  <a:pt x="3945553" y="153964"/>
                </a:lnTo>
                <a:lnTo>
                  <a:pt x="3947007" y="71271"/>
                </a:lnTo>
                <a:lnTo>
                  <a:pt x="3948461" y="197372"/>
                </a:lnTo>
                <a:lnTo>
                  <a:pt x="3955730" y="422539"/>
                </a:lnTo>
                <a:lnTo>
                  <a:pt x="3960091" y="0"/>
                </a:lnTo>
                <a:lnTo>
                  <a:pt x="3961545" y="159934"/>
                </a:lnTo>
                <a:lnTo>
                  <a:pt x="3965906" y="305638"/>
                </a:lnTo>
                <a:lnTo>
                  <a:pt x="3967360" y="183270"/>
                </a:lnTo>
                <a:lnTo>
                  <a:pt x="3970267" y="266044"/>
                </a:lnTo>
                <a:lnTo>
                  <a:pt x="3971721" y="340143"/>
                </a:lnTo>
                <a:lnTo>
                  <a:pt x="3973175" y="185894"/>
                </a:lnTo>
                <a:lnTo>
                  <a:pt x="3977537" y="116342"/>
                </a:lnTo>
                <a:lnTo>
                  <a:pt x="3984805" y="325755"/>
                </a:lnTo>
                <a:lnTo>
                  <a:pt x="3992074" y="168631"/>
                </a:lnTo>
                <a:lnTo>
                  <a:pt x="3993528" y="170649"/>
                </a:lnTo>
                <a:lnTo>
                  <a:pt x="3994981" y="430549"/>
                </a:lnTo>
                <a:lnTo>
                  <a:pt x="3997889" y="206235"/>
                </a:lnTo>
                <a:lnTo>
                  <a:pt x="3999343" y="215975"/>
                </a:lnTo>
                <a:lnTo>
                  <a:pt x="4000797" y="345508"/>
                </a:lnTo>
                <a:lnTo>
                  <a:pt x="4003704" y="119621"/>
                </a:lnTo>
                <a:lnTo>
                  <a:pt x="4008065" y="320362"/>
                </a:lnTo>
                <a:lnTo>
                  <a:pt x="4015334" y="273598"/>
                </a:lnTo>
                <a:lnTo>
                  <a:pt x="4018242" y="264510"/>
                </a:lnTo>
                <a:lnTo>
                  <a:pt x="4019695" y="355521"/>
                </a:lnTo>
                <a:lnTo>
                  <a:pt x="4021149" y="218279"/>
                </a:lnTo>
                <a:lnTo>
                  <a:pt x="4022604" y="266235"/>
                </a:lnTo>
                <a:lnTo>
                  <a:pt x="4024057" y="254763"/>
                </a:lnTo>
                <a:lnTo>
                  <a:pt x="4025511" y="355681"/>
                </a:lnTo>
                <a:lnTo>
                  <a:pt x="4028418" y="191965"/>
                </a:lnTo>
                <a:lnTo>
                  <a:pt x="4029872" y="308884"/>
                </a:lnTo>
                <a:lnTo>
                  <a:pt x="4032779" y="340478"/>
                </a:lnTo>
                <a:lnTo>
                  <a:pt x="4035687" y="199789"/>
                </a:lnTo>
                <a:lnTo>
                  <a:pt x="4037141" y="339632"/>
                </a:lnTo>
                <a:lnTo>
                  <a:pt x="4041502" y="281707"/>
                </a:lnTo>
                <a:lnTo>
                  <a:pt x="4044410" y="194094"/>
                </a:lnTo>
                <a:lnTo>
                  <a:pt x="4045864" y="204624"/>
                </a:lnTo>
                <a:lnTo>
                  <a:pt x="4047318" y="359469"/>
                </a:lnTo>
                <a:lnTo>
                  <a:pt x="4050225" y="176975"/>
                </a:lnTo>
                <a:lnTo>
                  <a:pt x="4051679" y="322294"/>
                </a:lnTo>
                <a:lnTo>
                  <a:pt x="4057494" y="252451"/>
                </a:lnTo>
                <a:lnTo>
                  <a:pt x="4060402" y="242955"/>
                </a:lnTo>
                <a:lnTo>
                  <a:pt x="4061855" y="304194"/>
                </a:lnTo>
                <a:lnTo>
                  <a:pt x="4063309" y="230976"/>
                </a:lnTo>
                <a:lnTo>
                  <a:pt x="4064763" y="330487"/>
                </a:lnTo>
                <a:lnTo>
                  <a:pt x="4066216" y="246946"/>
                </a:lnTo>
                <a:lnTo>
                  <a:pt x="4067671" y="330484"/>
                </a:lnTo>
                <a:lnTo>
                  <a:pt x="4070578" y="275703"/>
                </a:lnTo>
                <a:lnTo>
                  <a:pt x="4072032" y="226886"/>
                </a:lnTo>
              </a:path>
            </a:pathLst>
          </a:custGeom>
          <a:noFill/>
          <a:ln w="392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4"/>
          <p:cNvSpPr/>
          <p:nvPr/>
        </p:nvSpPr>
        <p:spPr>
          <a:xfrm>
            <a:off x="7733486" y="4287259"/>
            <a:ext cx="4072032" cy="1025017"/>
          </a:xfrm>
          <a:custGeom>
            <a:avLst/>
            <a:gdLst/>
            <a:ahLst/>
            <a:cxnLst/>
            <a:rect l="l" t="t" r="r" b="b"/>
            <a:pathLst>
              <a:path w="4072032" h="1025017">
                <a:moveTo>
                  <a:pt x="0" y="448902"/>
                </a:moveTo>
                <a:lnTo>
                  <a:pt x="1454" y="462283"/>
                </a:lnTo>
                <a:lnTo>
                  <a:pt x="4362" y="449831"/>
                </a:lnTo>
                <a:lnTo>
                  <a:pt x="5816" y="450979"/>
                </a:lnTo>
                <a:lnTo>
                  <a:pt x="7269" y="467346"/>
                </a:lnTo>
                <a:lnTo>
                  <a:pt x="11630" y="465144"/>
                </a:lnTo>
                <a:lnTo>
                  <a:pt x="14538" y="476465"/>
                </a:lnTo>
                <a:lnTo>
                  <a:pt x="17446" y="473350"/>
                </a:lnTo>
                <a:lnTo>
                  <a:pt x="18900" y="464270"/>
                </a:lnTo>
                <a:lnTo>
                  <a:pt x="20353" y="481722"/>
                </a:lnTo>
                <a:lnTo>
                  <a:pt x="21807" y="482187"/>
                </a:lnTo>
                <a:lnTo>
                  <a:pt x="27622" y="473499"/>
                </a:lnTo>
                <a:lnTo>
                  <a:pt x="31983" y="479898"/>
                </a:lnTo>
                <a:lnTo>
                  <a:pt x="33437" y="485885"/>
                </a:lnTo>
                <a:lnTo>
                  <a:pt x="34891" y="483278"/>
                </a:lnTo>
                <a:lnTo>
                  <a:pt x="36345" y="471205"/>
                </a:lnTo>
                <a:lnTo>
                  <a:pt x="40706" y="479692"/>
                </a:lnTo>
                <a:lnTo>
                  <a:pt x="46521" y="497937"/>
                </a:lnTo>
                <a:lnTo>
                  <a:pt x="47975" y="488307"/>
                </a:lnTo>
                <a:lnTo>
                  <a:pt x="50883" y="471654"/>
                </a:lnTo>
                <a:lnTo>
                  <a:pt x="52336" y="485371"/>
                </a:lnTo>
                <a:lnTo>
                  <a:pt x="55244" y="497901"/>
                </a:lnTo>
                <a:lnTo>
                  <a:pt x="58151" y="493960"/>
                </a:lnTo>
                <a:lnTo>
                  <a:pt x="65420" y="486213"/>
                </a:lnTo>
                <a:lnTo>
                  <a:pt x="66874" y="493651"/>
                </a:lnTo>
                <a:lnTo>
                  <a:pt x="69781" y="505113"/>
                </a:lnTo>
                <a:lnTo>
                  <a:pt x="72690" y="499120"/>
                </a:lnTo>
                <a:lnTo>
                  <a:pt x="74143" y="496134"/>
                </a:lnTo>
                <a:lnTo>
                  <a:pt x="75597" y="500827"/>
                </a:lnTo>
                <a:lnTo>
                  <a:pt x="77051" y="506921"/>
                </a:lnTo>
                <a:lnTo>
                  <a:pt x="79958" y="500337"/>
                </a:lnTo>
                <a:lnTo>
                  <a:pt x="85773" y="494640"/>
                </a:lnTo>
                <a:lnTo>
                  <a:pt x="87227" y="501388"/>
                </a:lnTo>
                <a:lnTo>
                  <a:pt x="91588" y="497146"/>
                </a:lnTo>
                <a:lnTo>
                  <a:pt x="98857" y="513726"/>
                </a:lnTo>
                <a:lnTo>
                  <a:pt x="103218" y="508281"/>
                </a:lnTo>
                <a:lnTo>
                  <a:pt x="106126" y="496258"/>
                </a:lnTo>
                <a:lnTo>
                  <a:pt x="109034" y="502955"/>
                </a:lnTo>
                <a:lnTo>
                  <a:pt x="111941" y="499080"/>
                </a:lnTo>
                <a:lnTo>
                  <a:pt x="113395" y="505739"/>
                </a:lnTo>
                <a:lnTo>
                  <a:pt x="116303" y="509776"/>
                </a:lnTo>
                <a:lnTo>
                  <a:pt x="122118" y="521188"/>
                </a:lnTo>
                <a:lnTo>
                  <a:pt x="123571" y="518558"/>
                </a:lnTo>
                <a:lnTo>
                  <a:pt x="129387" y="512600"/>
                </a:lnTo>
                <a:lnTo>
                  <a:pt x="130840" y="513923"/>
                </a:lnTo>
                <a:lnTo>
                  <a:pt x="139563" y="514683"/>
                </a:lnTo>
                <a:lnTo>
                  <a:pt x="142471" y="515866"/>
                </a:lnTo>
                <a:lnTo>
                  <a:pt x="145378" y="508795"/>
                </a:lnTo>
                <a:lnTo>
                  <a:pt x="148285" y="518566"/>
                </a:lnTo>
                <a:lnTo>
                  <a:pt x="151193" y="514217"/>
                </a:lnTo>
                <a:lnTo>
                  <a:pt x="154101" y="520219"/>
                </a:lnTo>
                <a:lnTo>
                  <a:pt x="157008" y="516380"/>
                </a:lnTo>
                <a:lnTo>
                  <a:pt x="167185" y="515106"/>
                </a:lnTo>
                <a:lnTo>
                  <a:pt x="170092" y="509436"/>
                </a:lnTo>
                <a:lnTo>
                  <a:pt x="171546" y="512317"/>
                </a:lnTo>
                <a:lnTo>
                  <a:pt x="177361" y="521636"/>
                </a:lnTo>
                <a:lnTo>
                  <a:pt x="178815" y="519884"/>
                </a:lnTo>
                <a:lnTo>
                  <a:pt x="184630" y="513180"/>
                </a:lnTo>
                <a:lnTo>
                  <a:pt x="186084" y="515519"/>
                </a:lnTo>
                <a:lnTo>
                  <a:pt x="191899" y="531338"/>
                </a:lnTo>
                <a:lnTo>
                  <a:pt x="193352" y="527689"/>
                </a:lnTo>
                <a:lnTo>
                  <a:pt x="204983" y="518711"/>
                </a:lnTo>
                <a:lnTo>
                  <a:pt x="213705" y="525405"/>
                </a:lnTo>
                <a:lnTo>
                  <a:pt x="216613" y="529302"/>
                </a:lnTo>
                <a:lnTo>
                  <a:pt x="218067" y="527695"/>
                </a:lnTo>
                <a:lnTo>
                  <a:pt x="222428" y="513699"/>
                </a:lnTo>
                <a:lnTo>
                  <a:pt x="225336" y="519210"/>
                </a:lnTo>
                <a:lnTo>
                  <a:pt x="229697" y="520151"/>
                </a:lnTo>
                <a:lnTo>
                  <a:pt x="232605" y="521857"/>
                </a:lnTo>
                <a:lnTo>
                  <a:pt x="236966" y="513080"/>
                </a:lnTo>
                <a:lnTo>
                  <a:pt x="251504" y="522009"/>
                </a:lnTo>
                <a:lnTo>
                  <a:pt x="252958" y="516983"/>
                </a:lnTo>
                <a:lnTo>
                  <a:pt x="257319" y="521338"/>
                </a:lnTo>
                <a:lnTo>
                  <a:pt x="261681" y="534231"/>
                </a:lnTo>
                <a:lnTo>
                  <a:pt x="264588" y="525187"/>
                </a:lnTo>
                <a:lnTo>
                  <a:pt x="270403" y="526741"/>
                </a:lnTo>
                <a:lnTo>
                  <a:pt x="274765" y="521380"/>
                </a:lnTo>
                <a:lnTo>
                  <a:pt x="276218" y="527685"/>
                </a:lnTo>
                <a:lnTo>
                  <a:pt x="277672" y="530381"/>
                </a:lnTo>
                <a:lnTo>
                  <a:pt x="279126" y="521825"/>
                </a:lnTo>
                <a:lnTo>
                  <a:pt x="286395" y="512896"/>
                </a:lnTo>
                <a:lnTo>
                  <a:pt x="282033" y="525937"/>
                </a:lnTo>
                <a:lnTo>
                  <a:pt x="287848" y="519614"/>
                </a:lnTo>
                <a:lnTo>
                  <a:pt x="295118" y="529616"/>
                </a:lnTo>
                <a:lnTo>
                  <a:pt x="298025" y="525571"/>
                </a:lnTo>
                <a:lnTo>
                  <a:pt x="305293" y="521038"/>
                </a:lnTo>
                <a:lnTo>
                  <a:pt x="312563" y="515971"/>
                </a:lnTo>
                <a:lnTo>
                  <a:pt x="314016" y="512070"/>
                </a:lnTo>
                <a:lnTo>
                  <a:pt x="316924" y="518063"/>
                </a:lnTo>
                <a:lnTo>
                  <a:pt x="330008" y="542330"/>
                </a:lnTo>
                <a:lnTo>
                  <a:pt x="332916" y="533541"/>
                </a:lnTo>
                <a:lnTo>
                  <a:pt x="347453" y="523111"/>
                </a:lnTo>
                <a:lnTo>
                  <a:pt x="348907" y="527194"/>
                </a:lnTo>
                <a:lnTo>
                  <a:pt x="353269" y="546803"/>
                </a:lnTo>
                <a:lnTo>
                  <a:pt x="359083" y="539256"/>
                </a:lnTo>
                <a:lnTo>
                  <a:pt x="360537" y="540748"/>
                </a:lnTo>
                <a:lnTo>
                  <a:pt x="361991" y="537490"/>
                </a:lnTo>
                <a:lnTo>
                  <a:pt x="364899" y="538987"/>
                </a:lnTo>
                <a:lnTo>
                  <a:pt x="366352" y="534741"/>
                </a:lnTo>
                <a:lnTo>
                  <a:pt x="369260" y="538635"/>
                </a:lnTo>
                <a:lnTo>
                  <a:pt x="370713" y="537625"/>
                </a:lnTo>
                <a:lnTo>
                  <a:pt x="375075" y="527569"/>
                </a:lnTo>
                <a:lnTo>
                  <a:pt x="377983" y="531979"/>
                </a:lnTo>
                <a:lnTo>
                  <a:pt x="382344" y="545565"/>
                </a:lnTo>
                <a:lnTo>
                  <a:pt x="383797" y="542026"/>
                </a:lnTo>
                <a:lnTo>
                  <a:pt x="388159" y="532817"/>
                </a:lnTo>
                <a:lnTo>
                  <a:pt x="391066" y="534594"/>
                </a:lnTo>
                <a:lnTo>
                  <a:pt x="395428" y="536996"/>
                </a:lnTo>
                <a:lnTo>
                  <a:pt x="396882" y="534725"/>
                </a:lnTo>
                <a:lnTo>
                  <a:pt x="402697" y="535904"/>
                </a:lnTo>
                <a:lnTo>
                  <a:pt x="414327" y="535877"/>
                </a:lnTo>
                <a:lnTo>
                  <a:pt x="418689" y="533777"/>
                </a:lnTo>
                <a:lnTo>
                  <a:pt x="421596" y="527101"/>
                </a:lnTo>
                <a:lnTo>
                  <a:pt x="423050" y="530450"/>
                </a:lnTo>
                <a:lnTo>
                  <a:pt x="427411" y="542870"/>
                </a:lnTo>
                <a:lnTo>
                  <a:pt x="428864" y="542469"/>
                </a:lnTo>
                <a:lnTo>
                  <a:pt x="431773" y="532849"/>
                </a:lnTo>
                <a:lnTo>
                  <a:pt x="434680" y="537213"/>
                </a:lnTo>
                <a:lnTo>
                  <a:pt x="441949" y="547282"/>
                </a:lnTo>
                <a:lnTo>
                  <a:pt x="444856" y="541798"/>
                </a:lnTo>
                <a:lnTo>
                  <a:pt x="452126" y="549105"/>
                </a:lnTo>
                <a:lnTo>
                  <a:pt x="460848" y="571506"/>
                </a:lnTo>
                <a:lnTo>
                  <a:pt x="456487" y="546127"/>
                </a:lnTo>
                <a:lnTo>
                  <a:pt x="462301" y="563667"/>
                </a:lnTo>
                <a:lnTo>
                  <a:pt x="469570" y="548765"/>
                </a:lnTo>
                <a:lnTo>
                  <a:pt x="471024" y="547043"/>
                </a:lnTo>
                <a:lnTo>
                  <a:pt x="472478" y="549925"/>
                </a:lnTo>
                <a:lnTo>
                  <a:pt x="479747" y="569645"/>
                </a:lnTo>
                <a:lnTo>
                  <a:pt x="481201" y="567921"/>
                </a:lnTo>
                <a:lnTo>
                  <a:pt x="482654" y="567622"/>
                </a:lnTo>
                <a:lnTo>
                  <a:pt x="485562" y="549501"/>
                </a:lnTo>
                <a:lnTo>
                  <a:pt x="488470" y="563707"/>
                </a:lnTo>
                <a:lnTo>
                  <a:pt x="504461" y="549554"/>
                </a:lnTo>
                <a:lnTo>
                  <a:pt x="513184" y="561608"/>
                </a:lnTo>
                <a:lnTo>
                  <a:pt x="516091" y="554251"/>
                </a:lnTo>
                <a:lnTo>
                  <a:pt x="517545" y="554769"/>
                </a:lnTo>
                <a:lnTo>
                  <a:pt x="518999" y="565950"/>
                </a:lnTo>
                <a:lnTo>
                  <a:pt x="523360" y="560165"/>
                </a:lnTo>
                <a:lnTo>
                  <a:pt x="524814" y="561601"/>
                </a:lnTo>
                <a:lnTo>
                  <a:pt x="526268" y="558900"/>
                </a:lnTo>
                <a:lnTo>
                  <a:pt x="529175" y="550363"/>
                </a:lnTo>
                <a:lnTo>
                  <a:pt x="530630" y="558906"/>
                </a:lnTo>
                <a:lnTo>
                  <a:pt x="537898" y="575608"/>
                </a:lnTo>
                <a:lnTo>
                  <a:pt x="540805" y="570879"/>
                </a:lnTo>
                <a:lnTo>
                  <a:pt x="546621" y="568443"/>
                </a:lnTo>
                <a:lnTo>
                  <a:pt x="552436" y="571670"/>
                </a:lnTo>
                <a:lnTo>
                  <a:pt x="556797" y="570220"/>
                </a:lnTo>
                <a:lnTo>
                  <a:pt x="558251" y="571617"/>
                </a:lnTo>
                <a:lnTo>
                  <a:pt x="559705" y="573682"/>
                </a:lnTo>
                <a:lnTo>
                  <a:pt x="561158" y="568387"/>
                </a:lnTo>
                <a:lnTo>
                  <a:pt x="566974" y="568956"/>
                </a:lnTo>
                <a:lnTo>
                  <a:pt x="569881" y="573801"/>
                </a:lnTo>
                <a:lnTo>
                  <a:pt x="571335" y="572655"/>
                </a:lnTo>
                <a:lnTo>
                  <a:pt x="572789" y="567270"/>
                </a:lnTo>
                <a:lnTo>
                  <a:pt x="575697" y="570815"/>
                </a:lnTo>
                <a:lnTo>
                  <a:pt x="580058" y="572384"/>
                </a:lnTo>
                <a:lnTo>
                  <a:pt x="582965" y="559179"/>
                </a:lnTo>
                <a:lnTo>
                  <a:pt x="587327" y="562553"/>
                </a:lnTo>
                <a:lnTo>
                  <a:pt x="594595" y="564520"/>
                </a:lnTo>
                <a:lnTo>
                  <a:pt x="596049" y="558363"/>
                </a:lnTo>
                <a:lnTo>
                  <a:pt x="598957" y="564316"/>
                </a:lnTo>
                <a:lnTo>
                  <a:pt x="612041" y="562683"/>
                </a:lnTo>
                <a:lnTo>
                  <a:pt x="614948" y="562387"/>
                </a:lnTo>
                <a:lnTo>
                  <a:pt x="616402" y="566032"/>
                </a:lnTo>
                <a:lnTo>
                  <a:pt x="622217" y="569788"/>
                </a:lnTo>
                <a:lnTo>
                  <a:pt x="623671" y="568061"/>
                </a:lnTo>
                <a:lnTo>
                  <a:pt x="626578" y="556583"/>
                </a:lnTo>
                <a:lnTo>
                  <a:pt x="629486" y="560637"/>
                </a:lnTo>
                <a:lnTo>
                  <a:pt x="632394" y="565718"/>
                </a:lnTo>
                <a:lnTo>
                  <a:pt x="635301" y="560793"/>
                </a:lnTo>
                <a:lnTo>
                  <a:pt x="639662" y="557872"/>
                </a:lnTo>
                <a:lnTo>
                  <a:pt x="642570" y="563052"/>
                </a:lnTo>
                <a:lnTo>
                  <a:pt x="644024" y="556669"/>
                </a:lnTo>
                <a:lnTo>
                  <a:pt x="649839" y="536432"/>
                </a:lnTo>
                <a:lnTo>
                  <a:pt x="651293" y="544532"/>
                </a:lnTo>
                <a:lnTo>
                  <a:pt x="652746" y="547386"/>
                </a:lnTo>
                <a:lnTo>
                  <a:pt x="658562" y="568131"/>
                </a:lnTo>
                <a:lnTo>
                  <a:pt x="664377" y="553235"/>
                </a:lnTo>
                <a:lnTo>
                  <a:pt x="665831" y="556183"/>
                </a:lnTo>
                <a:lnTo>
                  <a:pt x="667284" y="565385"/>
                </a:lnTo>
                <a:lnTo>
                  <a:pt x="670192" y="559617"/>
                </a:lnTo>
                <a:lnTo>
                  <a:pt x="673099" y="555273"/>
                </a:lnTo>
                <a:lnTo>
                  <a:pt x="674553" y="559445"/>
                </a:lnTo>
                <a:lnTo>
                  <a:pt x="676007" y="562965"/>
                </a:lnTo>
                <a:lnTo>
                  <a:pt x="677461" y="560809"/>
                </a:lnTo>
                <a:lnTo>
                  <a:pt x="681822" y="555041"/>
                </a:lnTo>
                <a:lnTo>
                  <a:pt x="683276" y="558134"/>
                </a:lnTo>
                <a:lnTo>
                  <a:pt x="689091" y="552009"/>
                </a:lnTo>
                <a:lnTo>
                  <a:pt x="690545" y="555494"/>
                </a:lnTo>
                <a:lnTo>
                  <a:pt x="691999" y="562396"/>
                </a:lnTo>
                <a:lnTo>
                  <a:pt x="694906" y="555437"/>
                </a:lnTo>
                <a:lnTo>
                  <a:pt x="696360" y="553873"/>
                </a:lnTo>
                <a:lnTo>
                  <a:pt x="697814" y="557098"/>
                </a:lnTo>
                <a:lnTo>
                  <a:pt x="699268" y="559914"/>
                </a:lnTo>
                <a:lnTo>
                  <a:pt x="702175" y="555137"/>
                </a:lnTo>
                <a:lnTo>
                  <a:pt x="705082" y="549631"/>
                </a:lnTo>
                <a:lnTo>
                  <a:pt x="707990" y="553862"/>
                </a:lnTo>
                <a:lnTo>
                  <a:pt x="713805" y="552084"/>
                </a:lnTo>
                <a:lnTo>
                  <a:pt x="722528" y="542688"/>
                </a:lnTo>
                <a:lnTo>
                  <a:pt x="735612" y="552408"/>
                </a:lnTo>
                <a:lnTo>
                  <a:pt x="737066" y="548948"/>
                </a:lnTo>
                <a:lnTo>
                  <a:pt x="755965" y="543012"/>
                </a:lnTo>
                <a:lnTo>
                  <a:pt x="763233" y="529010"/>
                </a:lnTo>
                <a:lnTo>
                  <a:pt x="780679" y="529228"/>
                </a:lnTo>
                <a:lnTo>
                  <a:pt x="782133" y="526212"/>
                </a:lnTo>
                <a:lnTo>
                  <a:pt x="785040" y="532022"/>
                </a:lnTo>
                <a:lnTo>
                  <a:pt x="786494" y="528411"/>
                </a:lnTo>
                <a:lnTo>
                  <a:pt x="793763" y="538029"/>
                </a:lnTo>
                <a:lnTo>
                  <a:pt x="798124" y="523182"/>
                </a:lnTo>
                <a:lnTo>
                  <a:pt x="799578" y="530336"/>
                </a:lnTo>
                <a:lnTo>
                  <a:pt x="806847" y="537244"/>
                </a:lnTo>
                <a:lnTo>
                  <a:pt x="809754" y="527329"/>
                </a:lnTo>
                <a:lnTo>
                  <a:pt x="811209" y="529685"/>
                </a:lnTo>
                <a:lnTo>
                  <a:pt x="814116" y="542761"/>
                </a:lnTo>
                <a:lnTo>
                  <a:pt x="817023" y="535788"/>
                </a:lnTo>
                <a:lnTo>
                  <a:pt x="818477" y="534043"/>
                </a:lnTo>
                <a:lnTo>
                  <a:pt x="821385" y="536733"/>
                </a:lnTo>
                <a:lnTo>
                  <a:pt x="824292" y="540440"/>
                </a:lnTo>
                <a:lnTo>
                  <a:pt x="825746" y="537958"/>
                </a:lnTo>
                <a:lnTo>
                  <a:pt x="831561" y="533371"/>
                </a:lnTo>
                <a:lnTo>
                  <a:pt x="833015" y="535319"/>
                </a:lnTo>
                <a:lnTo>
                  <a:pt x="841737" y="527847"/>
                </a:lnTo>
                <a:lnTo>
                  <a:pt x="843191" y="524504"/>
                </a:lnTo>
                <a:lnTo>
                  <a:pt x="847553" y="527236"/>
                </a:lnTo>
                <a:lnTo>
                  <a:pt x="853368" y="526907"/>
                </a:lnTo>
                <a:lnTo>
                  <a:pt x="859183" y="527113"/>
                </a:lnTo>
                <a:lnTo>
                  <a:pt x="863544" y="517651"/>
                </a:lnTo>
                <a:lnTo>
                  <a:pt x="864998" y="518665"/>
                </a:lnTo>
                <a:lnTo>
                  <a:pt x="872267" y="527964"/>
                </a:lnTo>
                <a:lnTo>
                  <a:pt x="873721" y="523091"/>
                </a:lnTo>
                <a:lnTo>
                  <a:pt x="876628" y="527159"/>
                </a:lnTo>
                <a:lnTo>
                  <a:pt x="883897" y="534845"/>
                </a:lnTo>
                <a:lnTo>
                  <a:pt x="889713" y="522237"/>
                </a:lnTo>
                <a:lnTo>
                  <a:pt x="891166" y="523668"/>
                </a:lnTo>
                <a:lnTo>
                  <a:pt x="896981" y="533210"/>
                </a:lnTo>
                <a:lnTo>
                  <a:pt x="898435" y="529166"/>
                </a:lnTo>
                <a:lnTo>
                  <a:pt x="901343" y="533342"/>
                </a:lnTo>
                <a:lnTo>
                  <a:pt x="904250" y="538167"/>
                </a:lnTo>
                <a:lnTo>
                  <a:pt x="911519" y="515948"/>
                </a:lnTo>
                <a:lnTo>
                  <a:pt x="912973" y="510343"/>
                </a:lnTo>
                <a:lnTo>
                  <a:pt x="915880" y="513943"/>
                </a:lnTo>
                <a:lnTo>
                  <a:pt x="921696" y="536561"/>
                </a:lnTo>
                <a:lnTo>
                  <a:pt x="924603" y="535266"/>
                </a:lnTo>
                <a:lnTo>
                  <a:pt x="931872" y="523633"/>
                </a:lnTo>
                <a:lnTo>
                  <a:pt x="936233" y="527065"/>
                </a:lnTo>
                <a:lnTo>
                  <a:pt x="943502" y="538857"/>
                </a:lnTo>
                <a:lnTo>
                  <a:pt x="949317" y="532226"/>
                </a:lnTo>
                <a:lnTo>
                  <a:pt x="952225" y="539409"/>
                </a:lnTo>
                <a:lnTo>
                  <a:pt x="955133" y="533034"/>
                </a:lnTo>
                <a:lnTo>
                  <a:pt x="956586" y="532084"/>
                </a:lnTo>
                <a:lnTo>
                  <a:pt x="958040" y="534833"/>
                </a:lnTo>
                <a:lnTo>
                  <a:pt x="960947" y="541754"/>
                </a:lnTo>
                <a:lnTo>
                  <a:pt x="962401" y="536191"/>
                </a:lnTo>
                <a:lnTo>
                  <a:pt x="965308" y="533437"/>
                </a:lnTo>
                <a:lnTo>
                  <a:pt x="966763" y="535829"/>
                </a:lnTo>
                <a:lnTo>
                  <a:pt x="969670" y="538051"/>
                </a:lnTo>
                <a:lnTo>
                  <a:pt x="971124" y="534409"/>
                </a:lnTo>
                <a:lnTo>
                  <a:pt x="972578" y="535090"/>
                </a:lnTo>
                <a:lnTo>
                  <a:pt x="979847" y="549785"/>
                </a:lnTo>
                <a:lnTo>
                  <a:pt x="981300" y="545635"/>
                </a:lnTo>
                <a:lnTo>
                  <a:pt x="982754" y="552701"/>
                </a:lnTo>
                <a:lnTo>
                  <a:pt x="991477" y="563537"/>
                </a:lnTo>
                <a:lnTo>
                  <a:pt x="992931" y="560364"/>
                </a:lnTo>
                <a:lnTo>
                  <a:pt x="997292" y="547497"/>
                </a:lnTo>
                <a:lnTo>
                  <a:pt x="998745" y="550246"/>
                </a:lnTo>
                <a:lnTo>
                  <a:pt x="1001653" y="562754"/>
                </a:lnTo>
                <a:lnTo>
                  <a:pt x="1004561" y="553820"/>
                </a:lnTo>
                <a:lnTo>
                  <a:pt x="1007468" y="550111"/>
                </a:lnTo>
                <a:lnTo>
                  <a:pt x="1008922" y="556667"/>
                </a:lnTo>
                <a:lnTo>
                  <a:pt x="1017645" y="560188"/>
                </a:lnTo>
                <a:lnTo>
                  <a:pt x="1030729" y="546545"/>
                </a:lnTo>
                <a:lnTo>
                  <a:pt x="1032182" y="552048"/>
                </a:lnTo>
                <a:lnTo>
                  <a:pt x="1033636" y="541346"/>
                </a:lnTo>
                <a:lnTo>
                  <a:pt x="1036544" y="547412"/>
                </a:lnTo>
                <a:lnTo>
                  <a:pt x="1037998" y="546234"/>
                </a:lnTo>
                <a:lnTo>
                  <a:pt x="1045267" y="561919"/>
                </a:lnTo>
                <a:lnTo>
                  <a:pt x="1048174" y="555589"/>
                </a:lnTo>
                <a:lnTo>
                  <a:pt x="1049628" y="560404"/>
                </a:lnTo>
                <a:lnTo>
                  <a:pt x="1051082" y="565479"/>
                </a:lnTo>
                <a:lnTo>
                  <a:pt x="1052535" y="563379"/>
                </a:lnTo>
                <a:lnTo>
                  <a:pt x="1059804" y="540158"/>
                </a:lnTo>
                <a:lnTo>
                  <a:pt x="1062712" y="545712"/>
                </a:lnTo>
                <a:lnTo>
                  <a:pt x="1065619" y="543514"/>
                </a:lnTo>
                <a:lnTo>
                  <a:pt x="1074342" y="531191"/>
                </a:lnTo>
                <a:lnTo>
                  <a:pt x="1080157" y="535595"/>
                </a:lnTo>
                <a:lnTo>
                  <a:pt x="1081611" y="534078"/>
                </a:lnTo>
                <a:lnTo>
                  <a:pt x="1091788" y="530907"/>
                </a:lnTo>
                <a:lnTo>
                  <a:pt x="1096149" y="552743"/>
                </a:lnTo>
                <a:lnTo>
                  <a:pt x="1097602" y="535361"/>
                </a:lnTo>
                <a:lnTo>
                  <a:pt x="1109233" y="523153"/>
                </a:lnTo>
                <a:lnTo>
                  <a:pt x="1113594" y="533509"/>
                </a:lnTo>
                <a:lnTo>
                  <a:pt x="1115048" y="525279"/>
                </a:lnTo>
                <a:lnTo>
                  <a:pt x="1116502" y="522519"/>
                </a:lnTo>
                <a:lnTo>
                  <a:pt x="1117955" y="528533"/>
                </a:lnTo>
                <a:lnTo>
                  <a:pt x="1119409" y="527295"/>
                </a:lnTo>
                <a:lnTo>
                  <a:pt x="1125225" y="528291"/>
                </a:lnTo>
                <a:lnTo>
                  <a:pt x="1131039" y="510721"/>
                </a:lnTo>
                <a:lnTo>
                  <a:pt x="1132493" y="514567"/>
                </a:lnTo>
                <a:lnTo>
                  <a:pt x="1138308" y="515789"/>
                </a:lnTo>
                <a:lnTo>
                  <a:pt x="1139762" y="521170"/>
                </a:lnTo>
                <a:lnTo>
                  <a:pt x="1142669" y="517284"/>
                </a:lnTo>
                <a:lnTo>
                  <a:pt x="1149939" y="491197"/>
                </a:lnTo>
                <a:lnTo>
                  <a:pt x="1151392" y="500080"/>
                </a:lnTo>
                <a:lnTo>
                  <a:pt x="1152846" y="497859"/>
                </a:lnTo>
                <a:lnTo>
                  <a:pt x="1155753" y="527020"/>
                </a:lnTo>
                <a:lnTo>
                  <a:pt x="1160115" y="518515"/>
                </a:lnTo>
                <a:lnTo>
                  <a:pt x="1170292" y="496928"/>
                </a:lnTo>
                <a:lnTo>
                  <a:pt x="1171745" y="503759"/>
                </a:lnTo>
                <a:lnTo>
                  <a:pt x="1174653" y="502056"/>
                </a:lnTo>
                <a:lnTo>
                  <a:pt x="1181922" y="486010"/>
                </a:lnTo>
                <a:lnTo>
                  <a:pt x="1183375" y="486762"/>
                </a:lnTo>
                <a:lnTo>
                  <a:pt x="1187737" y="499267"/>
                </a:lnTo>
                <a:lnTo>
                  <a:pt x="1190645" y="494694"/>
                </a:lnTo>
                <a:lnTo>
                  <a:pt x="1199367" y="472900"/>
                </a:lnTo>
                <a:lnTo>
                  <a:pt x="1205182" y="470310"/>
                </a:lnTo>
                <a:lnTo>
                  <a:pt x="1208090" y="459501"/>
                </a:lnTo>
                <a:lnTo>
                  <a:pt x="1210997" y="465078"/>
                </a:lnTo>
                <a:lnTo>
                  <a:pt x="1213905" y="465415"/>
                </a:lnTo>
                <a:lnTo>
                  <a:pt x="1218266" y="468340"/>
                </a:lnTo>
                <a:lnTo>
                  <a:pt x="1221173" y="453935"/>
                </a:lnTo>
                <a:lnTo>
                  <a:pt x="1224082" y="457126"/>
                </a:lnTo>
                <a:lnTo>
                  <a:pt x="1228443" y="432435"/>
                </a:lnTo>
                <a:lnTo>
                  <a:pt x="1231350" y="437102"/>
                </a:lnTo>
                <a:lnTo>
                  <a:pt x="1232804" y="436333"/>
                </a:lnTo>
                <a:lnTo>
                  <a:pt x="1238619" y="403124"/>
                </a:lnTo>
                <a:lnTo>
                  <a:pt x="1241526" y="408730"/>
                </a:lnTo>
                <a:lnTo>
                  <a:pt x="1245887" y="426982"/>
                </a:lnTo>
                <a:lnTo>
                  <a:pt x="1247342" y="421591"/>
                </a:lnTo>
                <a:lnTo>
                  <a:pt x="1253157" y="385344"/>
                </a:lnTo>
                <a:lnTo>
                  <a:pt x="1258972" y="426375"/>
                </a:lnTo>
                <a:lnTo>
                  <a:pt x="1260426" y="417740"/>
                </a:lnTo>
                <a:lnTo>
                  <a:pt x="1266241" y="397292"/>
                </a:lnTo>
                <a:lnTo>
                  <a:pt x="1267694" y="397875"/>
                </a:lnTo>
                <a:lnTo>
                  <a:pt x="1272056" y="399539"/>
                </a:lnTo>
                <a:lnTo>
                  <a:pt x="1279324" y="376228"/>
                </a:lnTo>
                <a:lnTo>
                  <a:pt x="1280779" y="380024"/>
                </a:lnTo>
                <a:lnTo>
                  <a:pt x="1283686" y="377236"/>
                </a:lnTo>
                <a:lnTo>
                  <a:pt x="1288047" y="386410"/>
                </a:lnTo>
                <a:lnTo>
                  <a:pt x="1301131" y="365732"/>
                </a:lnTo>
                <a:lnTo>
                  <a:pt x="1306947" y="373580"/>
                </a:lnTo>
                <a:lnTo>
                  <a:pt x="1309854" y="355551"/>
                </a:lnTo>
                <a:lnTo>
                  <a:pt x="1314216" y="359190"/>
                </a:lnTo>
                <a:lnTo>
                  <a:pt x="1322938" y="342735"/>
                </a:lnTo>
                <a:lnTo>
                  <a:pt x="1327300" y="341306"/>
                </a:lnTo>
                <a:lnTo>
                  <a:pt x="1330207" y="350811"/>
                </a:lnTo>
                <a:lnTo>
                  <a:pt x="1333114" y="344220"/>
                </a:lnTo>
                <a:lnTo>
                  <a:pt x="1337476" y="346767"/>
                </a:lnTo>
                <a:lnTo>
                  <a:pt x="1338930" y="352201"/>
                </a:lnTo>
                <a:lnTo>
                  <a:pt x="1340383" y="351354"/>
                </a:lnTo>
                <a:lnTo>
                  <a:pt x="1350560" y="311782"/>
                </a:lnTo>
                <a:lnTo>
                  <a:pt x="1354921" y="317867"/>
                </a:lnTo>
                <a:lnTo>
                  <a:pt x="1363644" y="276606"/>
                </a:lnTo>
                <a:lnTo>
                  <a:pt x="1376728" y="245316"/>
                </a:lnTo>
                <a:lnTo>
                  <a:pt x="1379635" y="249316"/>
                </a:lnTo>
                <a:lnTo>
                  <a:pt x="1381090" y="243128"/>
                </a:lnTo>
                <a:lnTo>
                  <a:pt x="1382543" y="243461"/>
                </a:lnTo>
                <a:lnTo>
                  <a:pt x="1383997" y="251996"/>
                </a:lnTo>
                <a:lnTo>
                  <a:pt x="1386904" y="243228"/>
                </a:lnTo>
                <a:lnTo>
                  <a:pt x="1417434" y="136714"/>
                </a:lnTo>
                <a:lnTo>
                  <a:pt x="1431971" y="89087"/>
                </a:lnTo>
                <a:lnTo>
                  <a:pt x="1434879" y="89972"/>
                </a:lnTo>
                <a:lnTo>
                  <a:pt x="1436332" y="87385"/>
                </a:lnTo>
                <a:lnTo>
                  <a:pt x="1437787" y="86301"/>
                </a:lnTo>
                <a:lnTo>
                  <a:pt x="1439240" y="89725"/>
                </a:lnTo>
                <a:lnTo>
                  <a:pt x="1456685" y="196014"/>
                </a:lnTo>
                <a:lnTo>
                  <a:pt x="1494484" y="431623"/>
                </a:lnTo>
                <a:lnTo>
                  <a:pt x="1523559" y="518706"/>
                </a:lnTo>
                <a:lnTo>
                  <a:pt x="1526467" y="516187"/>
                </a:lnTo>
                <a:lnTo>
                  <a:pt x="1527921" y="518365"/>
                </a:lnTo>
                <a:lnTo>
                  <a:pt x="1535189" y="527805"/>
                </a:lnTo>
                <a:lnTo>
                  <a:pt x="1541005" y="516968"/>
                </a:lnTo>
                <a:lnTo>
                  <a:pt x="1542459" y="524593"/>
                </a:lnTo>
                <a:lnTo>
                  <a:pt x="1545366" y="516393"/>
                </a:lnTo>
                <a:lnTo>
                  <a:pt x="1548274" y="516601"/>
                </a:lnTo>
                <a:lnTo>
                  <a:pt x="1549728" y="524323"/>
                </a:lnTo>
                <a:lnTo>
                  <a:pt x="1552635" y="513437"/>
                </a:lnTo>
                <a:lnTo>
                  <a:pt x="1558450" y="522272"/>
                </a:lnTo>
                <a:lnTo>
                  <a:pt x="1561358" y="516116"/>
                </a:lnTo>
                <a:lnTo>
                  <a:pt x="1562812" y="515300"/>
                </a:lnTo>
                <a:lnTo>
                  <a:pt x="1564265" y="506931"/>
                </a:lnTo>
                <a:lnTo>
                  <a:pt x="1567173" y="517766"/>
                </a:lnTo>
                <a:lnTo>
                  <a:pt x="1570080" y="512046"/>
                </a:lnTo>
                <a:lnTo>
                  <a:pt x="1572988" y="513206"/>
                </a:lnTo>
                <a:lnTo>
                  <a:pt x="1575895" y="517240"/>
                </a:lnTo>
                <a:lnTo>
                  <a:pt x="1578803" y="512250"/>
                </a:lnTo>
                <a:lnTo>
                  <a:pt x="1587526" y="503785"/>
                </a:lnTo>
                <a:lnTo>
                  <a:pt x="1594795" y="508973"/>
                </a:lnTo>
                <a:lnTo>
                  <a:pt x="1596248" y="505194"/>
                </a:lnTo>
                <a:lnTo>
                  <a:pt x="1597702" y="499425"/>
                </a:lnTo>
                <a:lnTo>
                  <a:pt x="1600609" y="500833"/>
                </a:lnTo>
                <a:lnTo>
                  <a:pt x="1607879" y="512995"/>
                </a:lnTo>
                <a:lnTo>
                  <a:pt x="1616601" y="533237"/>
                </a:lnTo>
                <a:lnTo>
                  <a:pt x="1618055" y="530282"/>
                </a:lnTo>
                <a:lnTo>
                  <a:pt x="1635500" y="561498"/>
                </a:lnTo>
                <a:lnTo>
                  <a:pt x="1642769" y="554156"/>
                </a:lnTo>
                <a:lnTo>
                  <a:pt x="1645677" y="558793"/>
                </a:lnTo>
                <a:lnTo>
                  <a:pt x="1648584" y="554506"/>
                </a:lnTo>
                <a:lnTo>
                  <a:pt x="1657307" y="537375"/>
                </a:lnTo>
                <a:lnTo>
                  <a:pt x="1663122" y="548027"/>
                </a:lnTo>
                <a:lnTo>
                  <a:pt x="1664576" y="544464"/>
                </a:lnTo>
                <a:lnTo>
                  <a:pt x="1668937" y="531904"/>
                </a:lnTo>
                <a:lnTo>
                  <a:pt x="1671845" y="537181"/>
                </a:lnTo>
                <a:lnTo>
                  <a:pt x="1677660" y="519324"/>
                </a:lnTo>
                <a:lnTo>
                  <a:pt x="1684929" y="511258"/>
                </a:lnTo>
                <a:lnTo>
                  <a:pt x="1702374" y="483012"/>
                </a:lnTo>
                <a:lnTo>
                  <a:pt x="1705282" y="482994"/>
                </a:lnTo>
                <a:lnTo>
                  <a:pt x="1706736" y="481108"/>
                </a:lnTo>
                <a:lnTo>
                  <a:pt x="1714004" y="481109"/>
                </a:lnTo>
                <a:lnTo>
                  <a:pt x="1728542" y="477457"/>
                </a:lnTo>
                <a:lnTo>
                  <a:pt x="1734357" y="464333"/>
                </a:lnTo>
                <a:lnTo>
                  <a:pt x="1735811" y="465743"/>
                </a:lnTo>
                <a:lnTo>
                  <a:pt x="1745987" y="450451"/>
                </a:lnTo>
                <a:lnTo>
                  <a:pt x="1751803" y="431999"/>
                </a:lnTo>
                <a:lnTo>
                  <a:pt x="1753256" y="437077"/>
                </a:lnTo>
                <a:lnTo>
                  <a:pt x="1754710" y="434385"/>
                </a:lnTo>
                <a:lnTo>
                  <a:pt x="1761979" y="421378"/>
                </a:lnTo>
                <a:lnTo>
                  <a:pt x="1772156" y="412740"/>
                </a:lnTo>
                <a:lnTo>
                  <a:pt x="1777970" y="388728"/>
                </a:lnTo>
                <a:lnTo>
                  <a:pt x="1780878" y="390479"/>
                </a:lnTo>
                <a:lnTo>
                  <a:pt x="1788147" y="410434"/>
                </a:lnTo>
                <a:lnTo>
                  <a:pt x="1793962" y="400586"/>
                </a:lnTo>
                <a:lnTo>
                  <a:pt x="1795416" y="401582"/>
                </a:lnTo>
                <a:lnTo>
                  <a:pt x="1796870" y="396329"/>
                </a:lnTo>
                <a:lnTo>
                  <a:pt x="1798324" y="381133"/>
                </a:lnTo>
                <a:lnTo>
                  <a:pt x="1802685" y="391812"/>
                </a:lnTo>
                <a:lnTo>
                  <a:pt x="1809954" y="378852"/>
                </a:lnTo>
                <a:lnTo>
                  <a:pt x="1811407" y="384090"/>
                </a:lnTo>
                <a:lnTo>
                  <a:pt x="1818677" y="385718"/>
                </a:lnTo>
                <a:lnTo>
                  <a:pt x="1825945" y="378844"/>
                </a:lnTo>
                <a:lnTo>
                  <a:pt x="1833214" y="385307"/>
                </a:lnTo>
                <a:lnTo>
                  <a:pt x="1834668" y="383960"/>
                </a:lnTo>
                <a:lnTo>
                  <a:pt x="1839029" y="382471"/>
                </a:lnTo>
                <a:lnTo>
                  <a:pt x="1841937" y="396338"/>
                </a:lnTo>
                <a:lnTo>
                  <a:pt x="1844844" y="392962"/>
                </a:lnTo>
                <a:lnTo>
                  <a:pt x="1846298" y="391228"/>
                </a:lnTo>
                <a:lnTo>
                  <a:pt x="1853567" y="371227"/>
                </a:lnTo>
                <a:lnTo>
                  <a:pt x="1862290" y="356276"/>
                </a:lnTo>
                <a:lnTo>
                  <a:pt x="1863744" y="356802"/>
                </a:lnTo>
                <a:lnTo>
                  <a:pt x="1865197" y="357165"/>
                </a:lnTo>
                <a:lnTo>
                  <a:pt x="1875374" y="338428"/>
                </a:lnTo>
                <a:lnTo>
                  <a:pt x="1907357" y="261140"/>
                </a:lnTo>
                <a:lnTo>
                  <a:pt x="1924802" y="194683"/>
                </a:lnTo>
                <a:lnTo>
                  <a:pt x="1936432" y="160557"/>
                </a:lnTo>
                <a:lnTo>
                  <a:pt x="1937886" y="162666"/>
                </a:lnTo>
                <a:lnTo>
                  <a:pt x="1939339" y="157900"/>
                </a:lnTo>
                <a:lnTo>
                  <a:pt x="1953878" y="133750"/>
                </a:lnTo>
                <a:lnTo>
                  <a:pt x="1959693" y="133195"/>
                </a:lnTo>
                <a:lnTo>
                  <a:pt x="1962601" y="127224"/>
                </a:lnTo>
                <a:lnTo>
                  <a:pt x="1965508" y="129636"/>
                </a:lnTo>
                <a:lnTo>
                  <a:pt x="1968415" y="124717"/>
                </a:lnTo>
                <a:lnTo>
                  <a:pt x="1969869" y="123610"/>
                </a:lnTo>
                <a:lnTo>
                  <a:pt x="1978592" y="143337"/>
                </a:lnTo>
                <a:lnTo>
                  <a:pt x="1981499" y="140169"/>
                </a:lnTo>
                <a:lnTo>
                  <a:pt x="1984407" y="144047"/>
                </a:lnTo>
                <a:lnTo>
                  <a:pt x="1990222" y="139258"/>
                </a:lnTo>
                <a:lnTo>
                  <a:pt x="2007668" y="99104"/>
                </a:lnTo>
                <a:lnTo>
                  <a:pt x="2010575" y="93953"/>
                </a:lnTo>
                <a:lnTo>
                  <a:pt x="2026566" y="39642"/>
                </a:lnTo>
                <a:lnTo>
                  <a:pt x="2030928" y="48457"/>
                </a:lnTo>
                <a:lnTo>
                  <a:pt x="2035289" y="29305"/>
                </a:lnTo>
                <a:lnTo>
                  <a:pt x="2038197" y="29855"/>
                </a:lnTo>
                <a:lnTo>
                  <a:pt x="2048373" y="2600"/>
                </a:lnTo>
                <a:lnTo>
                  <a:pt x="2049827" y="16077"/>
                </a:lnTo>
                <a:lnTo>
                  <a:pt x="2054188" y="8290"/>
                </a:lnTo>
                <a:lnTo>
                  <a:pt x="2055642" y="13223"/>
                </a:lnTo>
                <a:lnTo>
                  <a:pt x="2057096" y="7999"/>
                </a:lnTo>
                <a:lnTo>
                  <a:pt x="2058550" y="0"/>
                </a:lnTo>
                <a:lnTo>
                  <a:pt x="2061457" y="9787"/>
                </a:lnTo>
                <a:lnTo>
                  <a:pt x="2062911" y="8316"/>
                </a:lnTo>
                <a:lnTo>
                  <a:pt x="2065819" y="12027"/>
                </a:lnTo>
                <a:lnTo>
                  <a:pt x="2080356" y="14503"/>
                </a:lnTo>
                <a:lnTo>
                  <a:pt x="2081810" y="18133"/>
                </a:lnTo>
                <a:lnTo>
                  <a:pt x="2084717" y="10998"/>
                </a:lnTo>
                <a:lnTo>
                  <a:pt x="2086172" y="4080"/>
                </a:lnTo>
                <a:lnTo>
                  <a:pt x="2087625" y="22282"/>
                </a:lnTo>
                <a:lnTo>
                  <a:pt x="2093440" y="19446"/>
                </a:lnTo>
                <a:lnTo>
                  <a:pt x="2094894" y="20288"/>
                </a:lnTo>
                <a:lnTo>
                  <a:pt x="2102163" y="35315"/>
                </a:lnTo>
                <a:lnTo>
                  <a:pt x="2107978" y="32525"/>
                </a:lnTo>
                <a:lnTo>
                  <a:pt x="2116700" y="64855"/>
                </a:lnTo>
                <a:lnTo>
                  <a:pt x="2122516" y="78954"/>
                </a:lnTo>
                <a:lnTo>
                  <a:pt x="2131239" y="100635"/>
                </a:lnTo>
                <a:lnTo>
                  <a:pt x="2151591" y="197721"/>
                </a:lnTo>
                <a:lnTo>
                  <a:pt x="2161768" y="263471"/>
                </a:lnTo>
                <a:lnTo>
                  <a:pt x="2176306" y="316022"/>
                </a:lnTo>
                <a:lnTo>
                  <a:pt x="2185028" y="361749"/>
                </a:lnTo>
                <a:lnTo>
                  <a:pt x="2189390" y="390377"/>
                </a:lnTo>
                <a:lnTo>
                  <a:pt x="2192297" y="389737"/>
                </a:lnTo>
                <a:lnTo>
                  <a:pt x="2198113" y="413179"/>
                </a:lnTo>
                <a:lnTo>
                  <a:pt x="2206835" y="463147"/>
                </a:lnTo>
                <a:lnTo>
                  <a:pt x="2211196" y="495807"/>
                </a:lnTo>
                <a:lnTo>
                  <a:pt x="2212650" y="494610"/>
                </a:lnTo>
                <a:lnTo>
                  <a:pt x="2217011" y="462581"/>
                </a:lnTo>
                <a:lnTo>
                  <a:pt x="2218465" y="478093"/>
                </a:lnTo>
                <a:lnTo>
                  <a:pt x="2224280" y="522730"/>
                </a:lnTo>
                <a:lnTo>
                  <a:pt x="2227188" y="510533"/>
                </a:lnTo>
                <a:lnTo>
                  <a:pt x="2230095" y="497253"/>
                </a:lnTo>
                <a:lnTo>
                  <a:pt x="2231549" y="501177"/>
                </a:lnTo>
                <a:lnTo>
                  <a:pt x="2234457" y="522708"/>
                </a:lnTo>
                <a:lnTo>
                  <a:pt x="2238818" y="517601"/>
                </a:lnTo>
                <a:lnTo>
                  <a:pt x="2240272" y="511870"/>
                </a:lnTo>
                <a:lnTo>
                  <a:pt x="2241725" y="517510"/>
                </a:lnTo>
                <a:lnTo>
                  <a:pt x="2244633" y="540370"/>
                </a:lnTo>
                <a:lnTo>
                  <a:pt x="2247541" y="527764"/>
                </a:lnTo>
                <a:lnTo>
                  <a:pt x="2253355" y="504558"/>
                </a:lnTo>
                <a:lnTo>
                  <a:pt x="2259171" y="539364"/>
                </a:lnTo>
                <a:lnTo>
                  <a:pt x="2262078" y="529992"/>
                </a:lnTo>
                <a:lnTo>
                  <a:pt x="2263532" y="530650"/>
                </a:lnTo>
                <a:lnTo>
                  <a:pt x="2264986" y="512710"/>
                </a:lnTo>
                <a:lnTo>
                  <a:pt x="2266440" y="527800"/>
                </a:lnTo>
                <a:lnTo>
                  <a:pt x="2267894" y="545989"/>
                </a:lnTo>
                <a:lnTo>
                  <a:pt x="2272255" y="543868"/>
                </a:lnTo>
                <a:lnTo>
                  <a:pt x="2279524" y="503176"/>
                </a:lnTo>
                <a:lnTo>
                  <a:pt x="2280978" y="510678"/>
                </a:lnTo>
                <a:lnTo>
                  <a:pt x="2283885" y="541344"/>
                </a:lnTo>
                <a:lnTo>
                  <a:pt x="2286793" y="529238"/>
                </a:lnTo>
                <a:lnTo>
                  <a:pt x="2292608" y="544701"/>
                </a:lnTo>
                <a:lnTo>
                  <a:pt x="2294061" y="534930"/>
                </a:lnTo>
                <a:lnTo>
                  <a:pt x="2298423" y="529409"/>
                </a:lnTo>
                <a:lnTo>
                  <a:pt x="2304238" y="540164"/>
                </a:lnTo>
                <a:lnTo>
                  <a:pt x="2307145" y="523024"/>
                </a:lnTo>
                <a:lnTo>
                  <a:pt x="2310053" y="533479"/>
                </a:lnTo>
                <a:lnTo>
                  <a:pt x="2312961" y="541382"/>
                </a:lnTo>
                <a:lnTo>
                  <a:pt x="2314415" y="535179"/>
                </a:lnTo>
                <a:lnTo>
                  <a:pt x="2320230" y="510540"/>
                </a:lnTo>
                <a:lnTo>
                  <a:pt x="2321684" y="521894"/>
                </a:lnTo>
                <a:lnTo>
                  <a:pt x="2326045" y="533962"/>
                </a:lnTo>
                <a:lnTo>
                  <a:pt x="2327498" y="532291"/>
                </a:lnTo>
                <a:lnTo>
                  <a:pt x="2333314" y="484736"/>
                </a:lnTo>
                <a:lnTo>
                  <a:pt x="2334768" y="490264"/>
                </a:lnTo>
                <a:lnTo>
                  <a:pt x="2339129" y="515745"/>
                </a:lnTo>
                <a:lnTo>
                  <a:pt x="2340582" y="512783"/>
                </a:lnTo>
                <a:lnTo>
                  <a:pt x="2346398" y="483281"/>
                </a:lnTo>
                <a:lnTo>
                  <a:pt x="2349305" y="499789"/>
                </a:lnTo>
                <a:lnTo>
                  <a:pt x="2352212" y="507451"/>
                </a:lnTo>
                <a:lnTo>
                  <a:pt x="2355121" y="501382"/>
                </a:lnTo>
                <a:lnTo>
                  <a:pt x="2360935" y="467554"/>
                </a:lnTo>
                <a:lnTo>
                  <a:pt x="2362389" y="471093"/>
                </a:lnTo>
                <a:lnTo>
                  <a:pt x="2368204" y="508703"/>
                </a:lnTo>
                <a:lnTo>
                  <a:pt x="2369658" y="499526"/>
                </a:lnTo>
                <a:lnTo>
                  <a:pt x="2375473" y="467907"/>
                </a:lnTo>
                <a:lnTo>
                  <a:pt x="2376927" y="474615"/>
                </a:lnTo>
                <a:lnTo>
                  <a:pt x="2378381" y="490207"/>
                </a:lnTo>
                <a:lnTo>
                  <a:pt x="2382742" y="480571"/>
                </a:lnTo>
                <a:lnTo>
                  <a:pt x="2385649" y="474967"/>
                </a:lnTo>
                <a:lnTo>
                  <a:pt x="2387103" y="471346"/>
                </a:lnTo>
                <a:lnTo>
                  <a:pt x="2388557" y="475700"/>
                </a:lnTo>
                <a:lnTo>
                  <a:pt x="2390011" y="485949"/>
                </a:lnTo>
                <a:lnTo>
                  <a:pt x="2394372" y="482597"/>
                </a:lnTo>
                <a:lnTo>
                  <a:pt x="2401641" y="460502"/>
                </a:lnTo>
                <a:lnTo>
                  <a:pt x="2404549" y="468176"/>
                </a:lnTo>
                <a:lnTo>
                  <a:pt x="2411818" y="478807"/>
                </a:lnTo>
                <a:lnTo>
                  <a:pt x="2414725" y="478538"/>
                </a:lnTo>
                <a:lnTo>
                  <a:pt x="2420540" y="472384"/>
                </a:lnTo>
                <a:lnTo>
                  <a:pt x="2423448" y="470349"/>
                </a:lnTo>
                <a:lnTo>
                  <a:pt x="2424902" y="480038"/>
                </a:lnTo>
                <a:lnTo>
                  <a:pt x="2427809" y="470179"/>
                </a:lnTo>
                <a:lnTo>
                  <a:pt x="2429263" y="466113"/>
                </a:lnTo>
                <a:lnTo>
                  <a:pt x="2430716" y="470531"/>
                </a:lnTo>
                <a:lnTo>
                  <a:pt x="2436532" y="484086"/>
                </a:lnTo>
                <a:lnTo>
                  <a:pt x="2439439" y="481189"/>
                </a:lnTo>
                <a:lnTo>
                  <a:pt x="2440893" y="480668"/>
                </a:lnTo>
                <a:lnTo>
                  <a:pt x="2451069" y="510667"/>
                </a:lnTo>
                <a:lnTo>
                  <a:pt x="2452523" y="508162"/>
                </a:lnTo>
                <a:lnTo>
                  <a:pt x="2453977" y="505423"/>
                </a:lnTo>
                <a:lnTo>
                  <a:pt x="2456885" y="509137"/>
                </a:lnTo>
                <a:lnTo>
                  <a:pt x="2461246" y="522131"/>
                </a:lnTo>
                <a:lnTo>
                  <a:pt x="2464153" y="516538"/>
                </a:lnTo>
                <a:lnTo>
                  <a:pt x="2485960" y="558868"/>
                </a:lnTo>
                <a:lnTo>
                  <a:pt x="2490322" y="554528"/>
                </a:lnTo>
                <a:lnTo>
                  <a:pt x="2494683" y="562412"/>
                </a:lnTo>
                <a:lnTo>
                  <a:pt x="2496137" y="561719"/>
                </a:lnTo>
                <a:lnTo>
                  <a:pt x="2499044" y="556847"/>
                </a:lnTo>
                <a:lnTo>
                  <a:pt x="2500498" y="560008"/>
                </a:lnTo>
                <a:lnTo>
                  <a:pt x="2501952" y="568771"/>
                </a:lnTo>
                <a:lnTo>
                  <a:pt x="2506313" y="563157"/>
                </a:lnTo>
                <a:lnTo>
                  <a:pt x="2512129" y="569880"/>
                </a:lnTo>
                <a:lnTo>
                  <a:pt x="2513582" y="567030"/>
                </a:lnTo>
                <a:lnTo>
                  <a:pt x="2519397" y="564252"/>
                </a:lnTo>
                <a:lnTo>
                  <a:pt x="2522305" y="578457"/>
                </a:lnTo>
                <a:lnTo>
                  <a:pt x="2526666" y="573544"/>
                </a:lnTo>
                <a:lnTo>
                  <a:pt x="2531027" y="568577"/>
                </a:lnTo>
                <a:lnTo>
                  <a:pt x="2535389" y="579135"/>
                </a:lnTo>
                <a:lnTo>
                  <a:pt x="2536843" y="576815"/>
                </a:lnTo>
                <a:lnTo>
                  <a:pt x="2542657" y="565649"/>
                </a:lnTo>
                <a:lnTo>
                  <a:pt x="2544111" y="563127"/>
                </a:lnTo>
                <a:lnTo>
                  <a:pt x="2548473" y="578440"/>
                </a:lnTo>
                <a:lnTo>
                  <a:pt x="2549926" y="576946"/>
                </a:lnTo>
                <a:lnTo>
                  <a:pt x="2555742" y="577485"/>
                </a:lnTo>
                <a:lnTo>
                  <a:pt x="2557196" y="576718"/>
                </a:lnTo>
                <a:lnTo>
                  <a:pt x="2558649" y="585210"/>
                </a:lnTo>
                <a:lnTo>
                  <a:pt x="2561557" y="574158"/>
                </a:lnTo>
                <a:lnTo>
                  <a:pt x="2563010" y="582427"/>
                </a:lnTo>
                <a:lnTo>
                  <a:pt x="2565918" y="570244"/>
                </a:lnTo>
                <a:lnTo>
                  <a:pt x="2567372" y="579355"/>
                </a:lnTo>
                <a:lnTo>
                  <a:pt x="2570279" y="589492"/>
                </a:lnTo>
                <a:lnTo>
                  <a:pt x="2573187" y="583492"/>
                </a:lnTo>
                <a:lnTo>
                  <a:pt x="2579002" y="589743"/>
                </a:lnTo>
                <a:lnTo>
                  <a:pt x="2581910" y="583229"/>
                </a:lnTo>
                <a:lnTo>
                  <a:pt x="2584817" y="569344"/>
                </a:lnTo>
                <a:lnTo>
                  <a:pt x="2587724" y="561632"/>
                </a:lnTo>
                <a:lnTo>
                  <a:pt x="2590633" y="564040"/>
                </a:lnTo>
                <a:lnTo>
                  <a:pt x="2593540" y="578318"/>
                </a:lnTo>
                <a:lnTo>
                  <a:pt x="2596447" y="571189"/>
                </a:lnTo>
                <a:lnTo>
                  <a:pt x="2597901" y="571683"/>
                </a:lnTo>
                <a:lnTo>
                  <a:pt x="2600809" y="555002"/>
                </a:lnTo>
                <a:lnTo>
                  <a:pt x="2605170" y="559923"/>
                </a:lnTo>
                <a:lnTo>
                  <a:pt x="2610985" y="572813"/>
                </a:lnTo>
                <a:lnTo>
                  <a:pt x="2612439" y="568959"/>
                </a:lnTo>
                <a:lnTo>
                  <a:pt x="2613893" y="564282"/>
                </a:lnTo>
                <a:lnTo>
                  <a:pt x="2615347" y="570290"/>
                </a:lnTo>
                <a:lnTo>
                  <a:pt x="2616800" y="568004"/>
                </a:lnTo>
                <a:lnTo>
                  <a:pt x="2621161" y="582338"/>
                </a:lnTo>
                <a:lnTo>
                  <a:pt x="2622615" y="571130"/>
                </a:lnTo>
                <a:lnTo>
                  <a:pt x="2624069" y="570140"/>
                </a:lnTo>
                <a:lnTo>
                  <a:pt x="2632791" y="604251"/>
                </a:lnTo>
                <a:lnTo>
                  <a:pt x="2626977" y="562837"/>
                </a:lnTo>
                <a:lnTo>
                  <a:pt x="2634246" y="591128"/>
                </a:lnTo>
                <a:lnTo>
                  <a:pt x="2638607" y="585597"/>
                </a:lnTo>
                <a:lnTo>
                  <a:pt x="2640061" y="578585"/>
                </a:lnTo>
                <a:lnTo>
                  <a:pt x="2642968" y="591039"/>
                </a:lnTo>
                <a:lnTo>
                  <a:pt x="2644422" y="598792"/>
                </a:lnTo>
                <a:lnTo>
                  <a:pt x="2647330" y="593255"/>
                </a:lnTo>
                <a:lnTo>
                  <a:pt x="2650237" y="588879"/>
                </a:lnTo>
                <a:lnTo>
                  <a:pt x="2651691" y="592791"/>
                </a:lnTo>
                <a:lnTo>
                  <a:pt x="2654598" y="599818"/>
                </a:lnTo>
                <a:lnTo>
                  <a:pt x="2656052" y="593172"/>
                </a:lnTo>
                <a:lnTo>
                  <a:pt x="2657506" y="587680"/>
                </a:lnTo>
                <a:lnTo>
                  <a:pt x="2661867" y="591075"/>
                </a:lnTo>
                <a:lnTo>
                  <a:pt x="2672044" y="591492"/>
                </a:lnTo>
                <a:lnTo>
                  <a:pt x="2673498" y="574913"/>
                </a:lnTo>
                <a:lnTo>
                  <a:pt x="2677859" y="584957"/>
                </a:lnTo>
                <a:lnTo>
                  <a:pt x="2679313" y="599197"/>
                </a:lnTo>
                <a:lnTo>
                  <a:pt x="2683674" y="588796"/>
                </a:lnTo>
                <a:lnTo>
                  <a:pt x="2686581" y="588366"/>
                </a:lnTo>
                <a:lnTo>
                  <a:pt x="2688035" y="582690"/>
                </a:lnTo>
                <a:lnTo>
                  <a:pt x="2690943" y="583440"/>
                </a:lnTo>
                <a:lnTo>
                  <a:pt x="2692397" y="588087"/>
                </a:lnTo>
                <a:lnTo>
                  <a:pt x="2693851" y="582666"/>
                </a:lnTo>
                <a:lnTo>
                  <a:pt x="2695304" y="569317"/>
                </a:lnTo>
                <a:lnTo>
                  <a:pt x="2699665" y="577255"/>
                </a:lnTo>
                <a:lnTo>
                  <a:pt x="2701120" y="573039"/>
                </a:lnTo>
                <a:lnTo>
                  <a:pt x="2702573" y="577819"/>
                </a:lnTo>
                <a:lnTo>
                  <a:pt x="2704027" y="584879"/>
                </a:lnTo>
                <a:lnTo>
                  <a:pt x="2705481" y="575978"/>
                </a:lnTo>
                <a:lnTo>
                  <a:pt x="2706934" y="567945"/>
                </a:lnTo>
                <a:lnTo>
                  <a:pt x="2711295" y="573517"/>
                </a:lnTo>
                <a:lnTo>
                  <a:pt x="2717111" y="591740"/>
                </a:lnTo>
                <a:lnTo>
                  <a:pt x="2718565" y="598752"/>
                </a:lnTo>
                <a:lnTo>
                  <a:pt x="2720018" y="592153"/>
                </a:lnTo>
                <a:lnTo>
                  <a:pt x="2724380" y="574020"/>
                </a:lnTo>
                <a:lnTo>
                  <a:pt x="2727287" y="580638"/>
                </a:lnTo>
                <a:lnTo>
                  <a:pt x="2730195" y="587458"/>
                </a:lnTo>
                <a:lnTo>
                  <a:pt x="2731649" y="582566"/>
                </a:lnTo>
                <a:lnTo>
                  <a:pt x="2733102" y="579513"/>
                </a:lnTo>
                <a:lnTo>
                  <a:pt x="2736010" y="581731"/>
                </a:lnTo>
                <a:lnTo>
                  <a:pt x="2738918" y="594023"/>
                </a:lnTo>
                <a:lnTo>
                  <a:pt x="2740371" y="578790"/>
                </a:lnTo>
                <a:lnTo>
                  <a:pt x="2746187" y="579783"/>
                </a:lnTo>
                <a:lnTo>
                  <a:pt x="2747640" y="574748"/>
                </a:lnTo>
                <a:lnTo>
                  <a:pt x="2750548" y="577888"/>
                </a:lnTo>
                <a:lnTo>
                  <a:pt x="2756363" y="584473"/>
                </a:lnTo>
                <a:lnTo>
                  <a:pt x="2757817" y="583319"/>
                </a:lnTo>
                <a:lnTo>
                  <a:pt x="2760724" y="574904"/>
                </a:lnTo>
                <a:lnTo>
                  <a:pt x="2762178" y="579087"/>
                </a:lnTo>
                <a:lnTo>
                  <a:pt x="2769447" y="605020"/>
                </a:lnTo>
                <a:lnTo>
                  <a:pt x="2770901" y="596359"/>
                </a:lnTo>
                <a:lnTo>
                  <a:pt x="2773808" y="600414"/>
                </a:lnTo>
                <a:lnTo>
                  <a:pt x="2776716" y="622173"/>
                </a:lnTo>
                <a:lnTo>
                  <a:pt x="2779624" y="615284"/>
                </a:lnTo>
                <a:lnTo>
                  <a:pt x="2781077" y="608553"/>
                </a:lnTo>
                <a:lnTo>
                  <a:pt x="2782531" y="630894"/>
                </a:lnTo>
                <a:lnTo>
                  <a:pt x="2786892" y="621163"/>
                </a:lnTo>
                <a:lnTo>
                  <a:pt x="2795615" y="601551"/>
                </a:lnTo>
                <a:lnTo>
                  <a:pt x="2797069" y="617979"/>
                </a:lnTo>
                <a:lnTo>
                  <a:pt x="2801430" y="614583"/>
                </a:lnTo>
                <a:lnTo>
                  <a:pt x="2802884" y="619945"/>
                </a:lnTo>
                <a:lnTo>
                  <a:pt x="2804338" y="609426"/>
                </a:lnTo>
                <a:lnTo>
                  <a:pt x="2808699" y="612385"/>
                </a:lnTo>
                <a:lnTo>
                  <a:pt x="2811606" y="602656"/>
                </a:lnTo>
                <a:lnTo>
                  <a:pt x="2815968" y="618647"/>
                </a:lnTo>
                <a:lnTo>
                  <a:pt x="2817422" y="614803"/>
                </a:lnTo>
                <a:lnTo>
                  <a:pt x="2821783" y="597449"/>
                </a:lnTo>
                <a:lnTo>
                  <a:pt x="2823236" y="606985"/>
                </a:lnTo>
                <a:lnTo>
                  <a:pt x="2824691" y="610995"/>
                </a:lnTo>
                <a:lnTo>
                  <a:pt x="2826144" y="603204"/>
                </a:lnTo>
                <a:lnTo>
                  <a:pt x="2827598" y="605131"/>
                </a:lnTo>
                <a:lnTo>
                  <a:pt x="2833413" y="584989"/>
                </a:lnTo>
                <a:lnTo>
                  <a:pt x="2836321" y="590951"/>
                </a:lnTo>
                <a:lnTo>
                  <a:pt x="2837775" y="605458"/>
                </a:lnTo>
                <a:lnTo>
                  <a:pt x="2840682" y="595473"/>
                </a:lnTo>
                <a:lnTo>
                  <a:pt x="2846497" y="580344"/>
                </a:lnTo>
                <a:lnTo>
                  <a:pt x="2847951" y="583952"/>
                </a:lnTo>
                <a:lnTo>
                  <a:pt x="2856673" y="582832"/>
                </a:lnTo>
                <a:lnTo>
                  <a:pt x="2863942" y="564188"/>
                </a:lnTo>
                <a:lnTo>
                  <a:pt x="2866850" y="573281"/>
                </a:lnTo>
                <a:lnTo>
                  <a:pt x="2868303" y="567423"/>
                </a:lnTo>
                <a:lnTo>
                  <a:pt x="2874119" y="549369"/>
                </a:lnTo>
                <a:lnTo>
                  <a:pt x="2875573" y="558142"/>
                </a:lnTo>
                <a:lnTo>
                  <a:pt x="2877026" y="564230"/>
                </a:lnTo>
                <a:lnTo>
                  <a:pt x="2881388" y="561743"/>
                </a:lnTo>
                <a:lnTo>
                  <a:pt x="2891565" y="539036"/>
                </a:lnTo>
                <a:lnTo>
                  <a:pt x="2894472" y="549266"/>
                </a:lnTo>
                <a:lnTo>
                  <a:pt x="2900287" y="528001"/>
                </a:lnTo>
                <a:lnTo>
                  <a:pt x="2906102" y="552023"/>
                </a:lnTo>
                <a:lnTo>
                  <a:pt x="2909009" y="529951"/>
                </a:lnTo>
                <a:lnTo>
                  <a:pt x="2911917" y="537345"/>
                </a:lnTo>
                <a:lnTo>
                  <a:pt x="2913371" y="539845"/>
                </a:lnTo>
                <a:lnTo>
                  <a:pt x="2916279" y="534505"/>
                </a:lnTo>
                <a:lnTo>
                  <a:pt x="2919186" y="530568"/>
                </a:lnTo>
                <a:lnTo>
                  <a:pt x="2920640" y="549885"/>
                </a:lnTo>
                <a:lnTo>
                  <a:pt x="2925001" y="545005"/>
                </a:lnTo>
                <a:lnTo>
                  <a:pt x="2927909" y="531496"/>
                </a:lnTo>
                <a:lnTo>
                  <a:pt x="2930816" y="533356"/>
                </a:lnTo>
                <a:lnTo>
                  <a:pt x="2932270" y="532363"/>
                </a:lnTo>
                <a:lnTo>
                  <a:pt x="2933724" y="536447"/>
                </a:lnTo>
                <a:lnTo>
                  <a:pt x="2935177" y="539983"/>
                </a:lnTo>
                <a:lnTo>
                  <a:pt x="2936632" y="529487"/>
                </a:lnTo>
                <a:lnTo>
                  <a:pt x="2939539" y="533084"/>
                </a:lnTo>
                <a:lnTo>
                  <a:pt x="2942446" y="526864"/>
                </a:lnTo>
                <a:lnTo>
                  <a:pt x="2954077" y="521975"/>
                </a:lnTo>
                <a:lnTo>
                  <a:pt x="2956984" y="517913"/>
                </a:lnTo>
                <a:lnTo>
                  <a:pt x="2958438" y="524798"/>
                </a:lnTo>
                <a:lnTo>
                  <a:pt x="2959892" y="521806"/>
                </a:lnTo>
                <a:lnTo>
                  <a:pt x="2962799" y="517987"/>
                </a:lnTo>
                <a:lnTo>
                  <a:pt x="2965707" y="533786"/>
                </a:lnTo>
                <a:lnTo>
                  <a:pt x="2967160" y="515847"/>
                </a:lnTo>
                <a:lnTo>
                  <a:pt x="2970069" y="519372"/>
                </a:lnTo>
                <a:lnTo>
                  <a:pt x="2971522" y="511607"/>
                </a:lnTo>
                <a:lnTo>
                  <a:pt x="2972976" y="525736"/>
                </a:lnTo>
                <a:lnTo>
                  <a:pt x="2974430" y="523454"/>
                </a:lnTo>
                <a:lnTo>
                  <a:pt x="2980244" y="515979"/>
                </a:lnTo>
                <a:lnTo>
                  <a:pt x="2983152" y="529355"/>
                </a:lnTo>
                <a:lnTo>
                  <a:pt x="2984606" y="523351"/>
                </a:lnTo>
                <a:lnTo>
                  <a:pt x="2987513" y="515352"/>
                </a:lnTo>
                <a:lnTo>
                  <a:pt x="2990421" y="516054"/>
                </a:lnTo>
                <a:lnTo>
                  <a:pt x="2991875" y="515857"/>
                </a:lnTo>
                <a:lnTo>
                  <a:pt x="2996236" y="536548"/>
                </a:lnTo>
                <a:lnTo>
                  <a:pt x="2997690" y="533189"/>
                </a:lnTo>
                <a:lnTo>
                  <a:pt x="3004959" y="503246"/>
                </a:lnTo>
                <a:lnTo>
                  <a:pt x="3007867" y="523010"/>
                </a:lnTo>
                <a:lnTo>
                  <a:pt x="3009320" y="505759"/>
                </a:lnTo>
                <a:lnTo>
                  <a:pt x="3012228" y="492926"/>
                </a:lnTo>
                <a:lnTo>
                  <a:pt x="3015136" y="499298"/>
                </a:lnTo>
                <a:lnTo>
                  <a:pt x="3031127" y="524509"/>
                </a:lnTo>
                <a:lnTo>
                  <a:pt x="3034034" y="516613"/>
                </a:lnTo>
                <a:lnTo>
                  <a:pt x="3039850" y="538361"/>
                </a:lnTo>
                <a:lnTo>
                  <a:pt x="3042757" y="525240"/>
                </a:lnTo>
                <a:lnTo>
                  <a:pt x="3045664" y="536204"/>
                </a:lnTo>
                <a:lnTo>
                  <a:pt x="3051480" y="538586"/>
                </a:lnTo>
                <a:lnTo>
                  <a:pt x="3052934" y="529292"/>
                </a:lnTo>
                <a:lnTo>
                  <a:pt x="3055841" y="532407"/>
                </a:lnTo>
                <a:lnTo>
                  <a:pt x="3061656" y="545032"/>
                </a:lnTo>
                <a:lnTo>
                  <a:pt x="3063110" y="536030"/>
                </a:lnTo>
                <a:lnTo>
                  <a:pt x="3067471" y="540222"/>
                </a:lnTo>
                <a:lnTo>
                  <a:pt x="3074740" y="564529"/>
                </a:lnTo>
                <a:lnTo>
                  <a:pt x="3077648" y="550424"/>
                </a:lnTo>
                <a:lnTo>
                  <a:pt x="3079101" y="572517"/>
                </a:lnTo>
                <a:lnTo>
                  <a:pt x="3082009" y="570590"/>
                </a:lnTo>
                <a:lnTo>
                  <a:pt x="3084917" y="580552"/>
                </a:lnTo>
                <a:lnTo>
                  <a:pt x="3086370" y="573528"/>
                </a:lnTo>
                <a:lnTo>
                  <a:pt x="3089278" y="582504"/>
                </a:lnTo>
                <a:lnTo>
                  <a:pt x="3093640" y="598365"/>
                </a:lnTo>
                <a:lnTo>
                  <a:pt x="3095093" y="597849"/>
                </a:lnTo>
                <a:lnTo>
                  <a:pt x="3096547" y="590387"/>
                </a:lnTo>
                <a:lnTo>
                  <a:pt x="3098001" y="597711"/>
                </a:lnTo>
                <a:lnTo>
                  <a:pt x="3103816" y="615231"/>
                </a:lnTo>
                <a:lnTo>
                  <a:pt x="3106724" y="598440"/>
                </a:lnTo>
                <a:lnTo>
                  <a:pt x="3108177" y="616348"/>
                </a:lnTo>
                <a:lnTo>
                  <a:pt x="3115446" y="634757"/>
                </a:lnTo>
                <a:lnTo>
                  <a:pt x="3111085" y="609999"/>
                </a:lnTo>
                <a:lnTo>
                  <a:pt x="3116900" y="628518"/>
                </a:lnTo>
                <a:lnTo>
                  <a:pt x="3118354" y="625616"/>
                </a:lnTo>
                <a:lnTo>
                  <a:pt x="3128530" y="705032"/>
                </a:lnTo>
                <a:lnTo>
                  <a:pt x="3129984" y="699368"/>
                </a:lnTo>
                <a:lnTo>
                  <a:pt x="3131438" y="706744"/>
                </a:lnTo>
                <a:lnTo>
                  <a:pt x="3138707" y="739089"/>
                </a:lnTo>
                <a:lnTo>
                  <a:pt x="3143068" y="722688"/>
                </a:lnTo>
                <a:lnTo>
                  <a:pt x="3148883" y="769262"/>
                </a:lnTo>
                <a:lnTo>
                  <a:pt x="3151791" y="744616"/>
                </a:lnTo>
                <a:lnTo>
                  <a:pt x="3153244" y="768781"/>
                </a:lnTo>
                <a:lnTo>
                  <a:pt x="3154698" y="767859"/>
                </a:lnTo>
                <a:lnTo>
                  <a:pt x="3156152" y="772532"/>
                </a:lnTo>
                <a:lnTo>
                  <a:pt x="3164874" y="804866"/>
                </a:lnTo>
                <a:lnTo>
                  <a:pt x="3166328" y="794947"/>
                </a:lnTo>
                <a:lnTo>
                  <a:pt x="3167782" y="808515"/>
                </a:lnTo>
                <a:lnTo>
                  <a:pt x="3170689" y="830683"/>
                </a:lnTo>
                <a:lnTo>
                  <a:pt x="3172144" y="828258"/>
                </a:lnTo>
                <a:lnTo>
                  <a:pt x="3176505" y="792631"/>
                </a:lnTo>
                <a:lnTo>
                  <a:pt x="3177958" y="803754"/>
                </a:lnTo>
                <a:lnTo>
                  <a:pt x="3182320" y="827270"/>
                </a:lnTo>
                <a:lnTo>
                  <a:pt x="3183774" y="816240"/>
                </a:lnTo>
                <a:lnTo>
                  <a:pt x="3185228" y="808817"/>
                </a:lnTo>
                <a:lnTo>
                  <a:pt x="3188135" y="835288"/>
                </a:lnTo>
                <a:lnTo>
                  <a:pt x="3191042" y="816486"/>
                </a:lnTo>
                <a:lnTo>
                  <a:pt x="3193950" y="812465"/>
                </a:lnTo>
                <a:lnTo>
                  <a:pt x="3196858" y="816480"/>
                </a:lnTo>
                <a:lnTo>
                  <a:pt x="3198311" y="813965"/>
                </a:lnTo>
                <a:lnTo>
                  <a:pt x="3205581" y="833248"/>
                </a:lnTo>
                <a:lnTo>
                  <a:pt x="3207034" y="834334"/>
                </a:lnTo>
                <a:lnTo>
                  <a:pt x="3208488" y="828815"/>
                </a:lnTo>
                <a:lnTo>
                  <a:pt x="3217211" y="834209"/>
                </a:lnTo>
                <a:lnTo>
                  <a:pt x="3221572" y="849006"/>
                </a:lnTo>
                <a:lnTo>
                  <a:pt x="3224479" y="843835"/>
                </a:lnTo>
                <a:lnTo>
                  <a:pt x="3230295" y="860318"/>
                </a:lnTo>
                <a:lnTo>
                  <a:pt x="3239017" y="885044"/>
                </a:lnTo>
                <a:lnTo>
                  <a:pt x="3241925" y="888343"/>
                </a:lnTo>
                <a:lnTo>
                  <a:pt x="3250648" y="906709"/>
                </a:lnTo>
                <a:lnTo>
                  <a:pt x="3252101" y="902140"/>
                </a:lnTo>
                <a:lnTo>
                  <a:pt x="3255009" y="908185"/>
                </a:lnTo>
                <a:lnTo>
                  <a:pt x="3262278" y="923737"/>
                </a:lnTo>
                <a:lnTo>
                  <a:pt x="3268093" y="922491"/>
                </a:lnTo>
                <a:lnTo>
                  <a:pt x="3272454" y="942605"/>
                </a:lnTo>
                <a:lnTo>
                  <a:pt x="3275362" y="935717"/>
                </a:lnTo>
                <a:lnTo>
                  <a:pt x="3276815" y="934180"/>
                </a:lnTo>
                <a:lnTo>
                  <a:pt x="3279723" y="938940"/>
                </a:lnTo>
                <a:lnTo>
                  <a:pt x="3281176" y="941017"/>
                </a:lnTo>
                <a:lnTo>
                  <a:pt x="3286992" y="969934"/>
                </a:lnTo>
                <a:lnTo>
                  <a:pt x="3288446" y="962857"/>
                </a:lnTo>
                <a:lnTo>
                  <a:pt x="3291353" y="949957"/>
                </a:lnTo>
                <a:lnTo>
                  <a:pt x="3292807" y="955966"/>
                </a:lnTo>
                <a:lnTo>
                  <a:pt x="3301529" y="982768"/>
                </a:lnTo>
                <a:lnTo>
                  <a:pt x="3307345" y="976479"/>
                </a:lnTo>
                <a:lnTo>
                  <a:pt x="3310252" y="985001"/>
                </a:lnTo>
                <a:lnTo>
                  <a:pt x="3311706" y="979813"/>
                </a:lnTo>
                <a:lnTo>
                  <a:pt x="3316067" y="967863"/>
                </a:lnTo>
                <a:lnTo>
                  <a:pt x="3317521" y="972002"/>
                </a:lnTo>
                <a:lnTo>
                  <a:pt x="3318975" y="990572"/>
                </a:lnTo>
                <a:lnTo>
                  <a:pt x="3323336" y="976871"/>
                </a:lnTo>
                <a:lnTo>
                  <a:pt x="3324790" y="984333"/>
                </a:lnTo>
                <a:lnTo>
                  <a:pt x="3329152" y="978378"/>
                </a:lnTo>
                <a:lnTo>
                  <a:pt x="3330605" y="979684"/>
                </a:lnTo>
                <a:lnTo>
                  <a:pt x="3332059" y="988899"/>
                </a:lnTo>
                <a:lnTo>
                  <a:pt x="3334966" y="979165"/>
                </a:lnTo>
                <a:lnTo>
                  <a:pt x="3336420" y="978834"/>
                </a:lnTo>
                <a:lnTo>
                  <a:pt x="3339328" y="988934"/>
                </a:lnTo>
                <a:lnTo>
                  <a:pt x="3342235" y="981838"/>
                </a:lnTo>
                <a:lnTo>
                  <a:pt x="3348050" y="990814"/>
                </a:lnTo>
                <a:lnTo>
                  <a:pt x="3349504" y="987343"/>
                </a:lnTo>
                <a:lnTo>
                  <a:pt x="3350958" y="979225"/>
                </a:lnTo>
                <a:lnTo>
                  <a:pt x="3352412" y="991464"/>
                </a:lnTo>
                <a:lnTo>
                  <a:pt x="3353866" y="987220"/>
                </a:lnTo>
                <a:lnTo>
                  <a:pt x="3355319" y="990792"/>
                </a:lnTo>
                <a:lnTo>
                  <a:pt x="3356773" y="987496"/>
                </a:lnTo>
                <a:lnTo>
                  <a:pt x="3358227" y="982962"/>
                </a:lnTo>
                <a:lnTo>
                  <a:pt x="3359680" y="990770"/>
                </a:lnTo>
                <a:lnTo>
                  <a:pt x="3362588" y="993886"/>
                </a:lnTo>
                <a:lnTo>
                  <a:pt x="3364042" y="991093"/>
                </a:lnTo>
                <a:lnTo>
                  <a:pt x="3366950" y="992550"/>
                </a:lnTo>
                <a:lnTo>
                  <a:pt x="3369857" y="981090"/>
                </a:lnTo>
                <a:lnTo>
                  <a:pt x="3371311" y="993660"/>
                </a:lnTo>
                <a:lnTo>
                  <a:pt x="3375672" y="986914"/>
                </a:lnTo>
                <a:lnTo>
                  <a:pt x="3378580" y="990600"/>
                </a:lnTo>
                <a:lnTo>
                  <a:pt x="3380033" y="988691"/>
                </a:lnTo>
                <a:lnTo>
                  <a:pt x="3381487" y="986459"/>
                </a:lnTo>
                <a:lnTo>
                  <a:pt x="3382941" y="990297"/>
                </a:lnTo>
                <a:lnTo>
                  <a:pt x="3384395" y="1000165"/>
                </a:lnTo>
                <a:lnTo>
                  <a:pt x="3387303" y="992108"/>
                </a:lnTo>
                <a:lnTo>
                  <a:pt x="3390210" y="987443"/>
                </a:lnTo>
                <a:lnTo>
                  <a:pt x="3393117" y="992966"/>
                </a:lnTo>
                <a:lnTo>
                  <a:pt x="3400386" y="1004263"/>
                </a:lnTo>
                <a:lnTo>
                  <a:pt x="3403294" y="1008093"/>
                </a:lnTo>
                <a:lnTo>
                  <a:pt x="3406202" y="994658"/>
                </a:lnTo>
                <a:lnTo>
                  <a:pt x="3407656" y="1006443"/>
                </a:lnTo>
                <a:lnTo>
                  <a:pt x="3409109" y="1012934"/>
                </a:lnTo>
                <a:lnTo>
                  <a:pt x="3410563" y="1005457"/>
                </a:lnTo>
                <a:lnTo>
                  <a:pt x="3412017" y="989095"/>
                </a:lnTo>
                <a:lnTo>
                  <a:pt x="3414924" y="998870"/>
                </a:lnTo>
                <a:lnTo>
                  <a:pt x="3416378" y="1003233"/>
                </a:lnTo>
                <a:lnTo>
                  <a:pt x="3417832" y="995429"/>
                </a:lnTo>
                <a:lnTo>
                  <a:pt x="3419286" y="989461"/>
                </a:lnTo>
                <a:lnTo>
                  <a:pt x="3422193" y="998667"/>
                </a:lnTo>
                <a:lnTo>
                  <a:pt x="3428008" y="1005547"/>
                </a:lnTo>
                <a:lnTo>
                  <a:pt x="3430916" y="995856"/>
                </a:lnTo>
                <a:lnTo>
                  <a:pt x="3433823" y="1004488"/>
                </a:lnTo>
                <a:lnTo>
                  <a:pt x="3438184" y="1018231"/>
                </a:lnTo>
                <a:lnTo>
                  <a:pt x="3439638" y="1004712"/>
                </a:lnTo>
                <a:lnTo>
                  <a:pt x="3444000" y="1011578"/>
                </a:lnTo>
                <a:lnTo>
                  <a:pt x="3445454" y="1016512"/>
                </a:lnTo>
                <a:lnTo>
                  <a:pt x="3446907" y="1011176"/>
                </a:lnTo>
                <a:lnTo>
                  <a:pt x="3455630" y="979758"/>
                </a:lnTo>
                <a:lnTo>
                  <a:pt x="3459991" y="987933"/>
                </a:lnTo>
                <a:lnTo>
                  <a:pt x="3464353" y="1006695"/>
                </a:lnTo>
                <a:lnTo>
                  <a:pt x="3468714" y="1003977"/>
                </a:lnTo>
                <a:lnTo>
                  <a:pt x="3470168" y="999092"/>
                </a:lnTo>
                <a:lnTo>
                  <a:pt x="3474529" y="1003179"/>
                </a:lnTo>
                <a:lnTo>
                  <a:pt x="3477437" y="1005992"/>
                </a:lnTo>
                <a:lnTo>
                  <a:pt x="3483251" y="993709"/>
                </a:lnTo>
                <a:lnTo>
                  <a:pt x="3489067" y="999801"/>
                </a:lnTo>
                <a:lnTo>
                  <a:pt x="3491974" y="981130"/>
                </a:lnTo>
                <a:lnTo>
                  <a:pt x="3494882" y="992168"/>
                </a:lnTo>
                <a:lnTo>
                  <a:pt x="3499243" y="1008401"/>
                </a:lnTo>
                <a:lnTo>
                  <a:pt x="3503604" y="1003781"/>
                </a:lnTo>
                <a:lnTo>
                  <a:pt x="3505058" y="997071"/>
                </a:lnTo>
                <a:lnTo>
                  <a:pt x="3506513" y="1005704"/>
                </a:lnTo>
                <a:lnTo>
                  <a:pt x="3507966" y="1000090"/>
                </a:lnTo>
                <a:lnTo>
                  <a:pt x="3512327" y="1008603"/>
                </a:lnTo>
                <a:lnTo>
                  <a:pt x="3513781" y="1001907"/>
                </a:lnTo>
                <a:lnTo>
                  <a:pt x="3519596" y="988941"/>
                </a:lnTo>
                <a:lnTo>
                  <a:pt x="3525411" y="1025017"/>
                </a:lnTo>
                <a:lnTo>
                  <a:pt x="3526865" y="1021052"/>
                </a:lnTo>
                <a:lnTo>
                  <a:pt x="3535588" y="994838"/>
                </a:lnTo>
                <a:lnTo>
                  <a:pt x="3539949" y="1011870"/>
                </a:lnTo>
                <a:lnTo>
                  <a:pt x="3542857" y="1005299"/>
                </a:lnTo>
                <a:lnTo>
                  <a:pt x="3550125" y="1020352"/>
                </a:lnTo>
                <a:lnTo>
                  <a:pt x="3553033" y="1015436"/>
                </a:lnTo>
                <a:lnTo>
                  <a:pt x="3558848" y="1010319"/>
                </a:lnTo>
                <a:lnTo>
                  <a:pt x="3560302" y="1000976"/>
                </a:lnTo>
                <a:lnTo>
                  <a:pt x="3563210" y="1015080"/>
                </a:lnTo>
                <a:lnTo>
                  <a:pt x="3564664" y="1007020"/>
                </a:lnTo>
                <a:lnTo>
                  <a:pt x="3566117" y="1017833"/>
                </a:lnTo>
                <a:lnTo>
                  <a:pt x="3569025" y="1009881"/>
                </a:lnTo>
                <a:lnTo>
                  <a:pt x="3570478" y="997161"/>
                </a:lnTo>
                <a:lnTo>
                  <a:pt x="3571932" y="1008822"/>
                </a:lnTo>
                <a:lnTo>
                  <a:pt x="3573386" y="1019878"/>
                </a:lnTo>
                <a:lnTo>
                  <a:pt x="3576294" y="1002725"/>
                </a:lnTo>
                <a:lnTo>
                  <a:pt x="3577747" y="1000553"/>
                </a:lnTo>
                <a:lnTo>
                  <a:pt x="3579201" y="1004762"/>
                </a:lnTo>
                <a:lnTo>
                  <a:pt x="3580655" y="1005108"/>
                </a:lnTo>
                <a:lnTo>
                  <a:pt x="3582108" y="1010526"/>
                </a:lnTo>
                <a:lnTo>
                  <a:pt x="3583562" y="1002768"/>
                </a:lnTo>
                <a:lnTo>
                  <a:pt x="3590831" y="976486"/>
                </a:lnTo>
                <a:lnTo>
                  <a:pt x="3586470" y="1008486"/>
                </a:lnTo>
                <a:lnTo>
                  <a:pt x="3592285" y="977494"/>
                </a:lnTo>
                <a:lnTo>
                  <a:pt x="3595192" y="1013299"/>
                </a:lnTo>
                <a:lnTo>
                  <a:pt x="3598100" y="986113"/>
                </a:lnTo>
                <a:lnTo>
                  <a:pt x="3601008" y="1010338"/>
                </a:lnTo>
                <a:lnTo>
                  <a:pt x="3602461" y="993895"/>
                </a:lnTo>
                <a:lnTo>
                  <a:pt x="3603915" y="986200"/>
                </a:lnTo>
                <a:lnTo>
                  <a:pt x="3605369" y="998629"/>
                </a:lnTo>
                <a:lnTo>
                  <a:pt x="3608277" y="1011847"/>
                </a:lnTo>
                <a:lnTo>
                  <a:pt x="3611184" y="1007057"/>
                </a:lnTo>
                <a:lnTo>
                  <a:pt x="3616999" y="975684"/>
                </a:lnTo>
                <a:lnTo>
                  <a:pt x="3618453" y="998530"/>
                </a:lnTo>
                <a:lnTo>
                  <a:pt x="3621361" y="987704"/>
                </a:lnTo>
                <a:lnTo>
                  <a:pt x="3622815" y="983547"/>
                </a:lnTo>
                <a:lnTo>
                  <a:pt x="3625722" y="986417"/>
                </a:lnTo>
                <a:lnTo>
                  <a:pt x="3634445" y="1016735"/>
                </a:lnTo>
                <a:lnTo>
                  <a:pt x="3635898" y="1015218"/>
                </a:lnTo>
                <a:lnTo>
                  <a:pt x="3641714" y="956771"/>
                </a:lnTo>
                <a:lnTo>
                  <a:pt x="3644621" y="983147"/>
                </a:lnTo>
                <a:lnTo>
                  <a:pt x="3650436" y="1000526"/>
                </a:lnTo>
                <a:lnTo>
                  <a:pt x="3651890" y="996822"/>
                </a:lnTo>
                <a:lnTo>
                  <a:pt x="3660612" y="990138"/>
                </a:lnTo>
                <a:lnTo>
                  <a:pt x="3663521" y="981733"/>
                </a:lnTo>
                <a:lnTo>
                  <a:pt x="3664974" y="991476"/>
                </a:lnTo>
                <a:lnTo>
                  <a:pt x="3667882" y="998184"/>
                </a:lnTo>
                <a:lnTo>
                  <a:pt x="3669335" y="986864"/>
                </a:lnTo>
                <a:lnTo>
                  <a:pt x="3672243" y="987475"/>
                </a:lnTo>
                <a:lnTo>
                  <a:pt x="3673696" y="983293"/>
                </a:lnTo>
                <a:lnTo>
                  <a:pt x="3676604" y="960236"/>
                </a:lnTo>
                <a:lnTo>
                  <a:pt x="3678058" y="977663"/>
                </a:lnTo>
                <a:lnTo>
                  <a:pt x="3682419" y="993749"/>
                </a:lnTo>
                <a:lnTo>
                  <a:pt x="3683873" y="986578"/>
                </a:lnTo>
                <a:lnTo>
                  <a:pt x="3689688" y="997236"/>
                </a:lnTo>
                <a:lnTo>
                  <a:pt x="3691142" y="999291"/>
                </a:lnTo>
                <a:lnTo>
                  <a:pt x="3696957" y="957547"/>
                </a:lnTo>
                <a:lnTo>
                  <a:pt x="3698411" y="959178"/>
                </a:lnTo>
                <a:lnTo>
                  <a:pt x="3699865" y="972479"/>
                </a:lnTo>
                <a:lnTo>
                  <a:pt x="3701319" y="957568"/>
                </a:lnTo>
                <a:lnTo>
                  <a:pt x="3702772" y="964941"/>
                </a:lnTo>
                <a:lnTo>
                  <a:pt x="3705680" y="947745"/>
                </a:lnTo>
                <a:lnTo>
                  <a:pt x="3708588" y="953738"/>
                </a:lnTo>
                <a:lnTo>
                  <a:pt x="3710041" y="954183"/>
                </a:lnTo>
                <a:lnTo>
                  <a:pt x="3718763" y="927834"/>
                </a:lnTo>
                <a:lnTo>
                  <a:pt x="3720218" y="937476"/>
                </a:lnTo>
                <a:lnTo>
                  <a:pt x="3724579" y="930284"/>
                </a:lnTo>
                <a:lnTo>
                  <a:pt x="3726033" y="908068"/>
                </a:lnTo>
                <a:lnTo>
                  <a:pt x="3728940" y="932495"/>
                </a:lnTo>
                <a:lnTo>
                  <a:pt x="3730394" y="924164"/>
                </a:lnTo>
                <a:lnTo>
                  <a:pt x="3731848" y="914608"/>
                </a:lnTo>
                <a:lnTo>
                  <a:pt x="3733302" y="929136"/>
                </a:lnTo>
                <a:lnTo>
                  <a:pt x="3734755" y="939812"/>
                </a:lnTo>
                <a:lnTo>
                  <a:pt x="3737663" y="929775"/>
                </a:lnTo>
                <a:lnTo>
                  <a:pt x="3740570" y="903861"/>
                </a:lnTo>
                <a:lnTo>
                  <a:pt x="3747839" y="913712"/>
                </a:lnTo>
                <a:lnTo>
                  <a:pt x="3750747" y="911677"/>
                </a:lnTo>
                <a:lnTo>
                  <a:pt x="3752200" y="894542"/>
                </a:lnTo>
                <a:lnTo>
                  <a:pt x="3756562" y="903754"/>
                </a:lnTo>
                <a:lnTo>
                  <a:pt x="3758016" y="892449"/>
                </a:lnTo>
                <a:lnTo>
                  <a:pt x="3762377" y="896262"/>
                </a:lnTo>
                <a:lnTo>
                  <a:pt x="3768192" y="882262"/>
                </a:lnTo>
                <a:lnTo>
                  <a:pt x="3771100" y="885504"/>
                </a:lnTo>
                <a:lnTo>
                  <a:pt x="3775461" y="903240"/>
                </a:lnTo>
                <a:lnTo>
                  <a:pt x="3776915" y="901204"/>
                </a:lnTo>
                <a:lnTo>
                  <a:pt x="3782730" y="888009"/>
                </a:lnTo>
                <a:lnTo>
                  <a:pt x="3784184" y="888112"/>
                </a:lnTo>
                <a:lnTo>
                  <a:pt x="3787092" y="899061"/>
                </a:lnTo>
                <a:lnTo>
                  <a:pt x="3789999" y="893095"/>
                </a:lnTo>
                <a:lnTo>
                  <a:pt x="3791453" y="895086"/>
                </a:lnTo>
                <a:lnTo>
                  <a:pt x="3792906" y="884278"/>
                </a:lnTo>
                <a:lnTo>
                  <a:pt x="3795814" y="889595"/>
                </a:lnTo>
                <a:lnTo>
                  <a:pt x="3797267" y="899497"/>
                </a:lnTo>
                <a:lnTo>
                  <a:pt x="3800176" y="882204"/>
                </a:lnTo>
                <a:lnTo>
                  <a:pt x="3801629" y="880077"/>
                </a:lnTo>
                <a:lnTo>
                  <a:pt x="3804537" y="892059"/>
                </a:lnTo>
                <a:lnTo>
                  <a:pt x="3805990" y="877373"/>
                </a:lnTo>
                <a:lnTo>
                  <a:pt x="3811806" y="867211"/>
                </a:lnTo>
                <a:lnTo>
                  <a:pt x="3813259" y="868726"/>
                </a:lnTo>
                <a:lnTo>
                  <a:pt x="3814713" y="868182"/>
                </a:lnTo>
                <a:lnTo>
                  <a:pt x="3816167" y="858600"/>
                </a:lnTo>
                <a:lnTo>
                  <a:pt x="3820529" y="862643"/>
                </a:lnTo>
                <a:lnTo>
                  <a:pt x="3821982" y="861879"/>
                </a:lnTo>
                <a:lnTo>
                  <a:pt x="3826343" y="841135"/>
                </a:lnTo>
                <a:lnTo>
                  <a:pt x="3827797" y="851403"/>
                </a:lnTo>
                <a:lnTo>
                  <a:pt x="3833612" y="847292"/>
                </a:lnTo>
                <a:lnTo>
                  <a:pt x="3835066" y="855310"/>
                </a:lnTo>
                <a:lnTo>
                  <a:pt x="3836520" y="847662"/>
                </a:lnTo>
                <a:lnTo>
                  <a:pt x="3839427" y="837096"/>
                </a:lnTo>
                <a:lnTo>
                  <a:pt x="3842334" y="864155"/>
                </a:lnTo>
                <a:lnTo>
                  <a:pt x="3845243" y="843339"/>
                </a:lnTo>
                <a:lnTo>
                  <a:pt x="3846696" y="843332"/>
                </a:lnTo>
                <a:lnTo>
                  <a:pt x="3853965" y="867907"/>
                </a:lnTo>
                <a:lnTo>
                  <a:pt x="3855419" y="861628"/>
                </a:lnTo>
                <a:lnTo>
                  <a:pt x="3856873" y="865875"/>
                </a:lnTo>
                <a:lnTo>
                  <a:pt x="3858326" y="874448"/>
                </a:lnTo>
                <a:lnTo>
                  <a:pt x="3861234" y="865129"/>
                </a:lnTo>
                <a:lnTo>
                  <a:pt x="3864141" y="850405"/>
                </a:lnTo>
                <a:lnTo>
                  <a:pt x="3865596" y="866857"/>
                </a:lnTo>
                <a:lnTo>
                  <a:pt x="3867049" y="868973"/>
                </a:lnTo>
                <a:lnTo>
                  <a:pt x="3868503" y="863440"/>
                </a:lnTo>
                <a:lnTo>
                  <a:pt x="3872864" y="855800"/>
                </a:lnTo>
                <a:lnTo>
                  <a:pt x="3874318" y="850557"/>
                </a:lnTo>
                <a:lnTo>
                  <a:pt x="3877226" y="869026"/>
                </a:lnTo>
                <a:lnTo>
                  <a:pt x="3880133" y="863570"/>
                </a:lnTo>
                <a:lnTo>
                  <a:pt x="3881587" y="857881"/>
                </a:lnTo>
                <a:lnTo>
                  <a:pt x="3883041" y="865123"/>
                </a:lnTo>
                <a:lnTo>
                  <a:pt x="3884494" y="863445"/>
                </a:lnTo>
                <a:lnTo>
                  <a:pt x="3885948" y="870047"/>
                </a:lnTo>
                <a:lnTo>
                  <a:pt x="3887402" y="860362"/>
                </a:lnTo>
                <a:lnTo>
                  <a:pt x="3888856" y="855155"/>
                </a:lnTo>
                <a:lnTo>
                  <a:pt x="3890310" y="865957"/>
                </a:lnTo>
                <a:lnTo>
                  <a:pt x="3891763" y="865279"/>
                </a:lnTo>
                <a:lnTo>
                  <a:pt x="3897578" y="843518"/>
                </a:lnTo>
                <a:lnTo>
                  <a:pt x="3899033" y="858144"/>
                </a:lnTo>
                <a:lnTo>
                  <a:pt x="3901940" y="835128"/>
                </a:lnTo>
                <a:lnTo>
                  <a:pt x="3903394" y="850260"/>
                </a:lnTo>
                <a:lnTo>
                  <a:pt x="3904847" y="854701"/>
                </a:lnTo>
                <a:lnTo>
                  <a:pt x="3906301" y="854169"/>
                </a:lnTo>
                <a:lnTo>
                  <a:pt x="3910663" y="835396"/>
                </a:lnTo>
                <a:lnTo>
                  <a:pt x="3916477" y="855876"/>
                </a:lnTo>
                <a:lnTo>
                  <a:pt x="3931015" y="832775"/>
                </a:lnTo>
                <a:lnTo>
                  <a:pt x="3932469" y="844965"/>
                </a:lnTo>
                <a:lnTo>
                  <a:pt x="3935377" y="826982"/>
                </a:lnTo>
                <a:lnTo>
                  <a:pt x="3942645" y="836153"/>
                </a:lnTo>
                <a:lnTo>
                  <a:pt x="3944100" y="830129"/>
                </a:lnTo>
                <a:lnTo>
                  <a:pt x="3945553" y="844771"/>
                </a:lnTo>
                <a:lnTo>
                  <a:pt x="3949914" y="841045"/>
                </a:lnTo>
                <a:lnTo>
                  <a:pt x="3951368" y="842159"/>
                </a:lnTo>
                <a:lnTo>
                  <a:pt x="3958637" y="866972"/>
                </a:lnTo>
                <a:lnTo>
                  <a:pt x="3961545" y="847741"/>
                </a:lnTo>
                <a:lnTo>
                  <a:pt x="3962998" y="835435"/>
                </a:lnTo>
                <a:lnTo>
                  <a:pt x="3964452" y="849455"/>
                </a:lnTo>
                <a:lnTo>
                  <a:pt x="3965906" y="843173"/>
                </a:lnTo>
                <a:lnTo>
                  <a:pt x="3967360" y="848756"/>
                </a:lnTo>
                <a:lnTo>
                  <a:pt x="3970267" y="838723"/>
                </a:lnTo>
                <a:lnTo>
                  <a:pt x="3980444" y="802604"/>
                </a:lnTo>
                <a:lnTo>
                  <a:pt x="3983351" y="818835"/>
                </a:lnTo>
                <a:lnTo>
                  <a:pt x="3986259" y="814326"/>
                </a:lnTo>
                <a:lnTo>
                  <a:pt x="3993528" y="809387"/>
                </a:lnTo>
                <a:lnTo>
                  <a:pt x="3997889" y="814953"/>
                </a:lnTo>
                <a:lnTo>
                  <a:pt x="4000797" y="794886"/>
                </a:lnTo>
                <a:lnTo>
                  <a:pt x="4003704" y="811737"/>
                </a:lnTo>
                <a:lnTo>
                  <a:pt x="4006612" y="804701"/>
                </a:lnTo>
                <a:lnTo>
                  <a:pt x="4008065" y="801925"/>
                </a:lnTo>
                <a:lnTo>
                  <a:pt x="4009519" y="808701"/>
                </a:lnTo>
                <a:lnTo>
                  <a:pt x="4010973" y="809461"/>
                </a:lnTo>
                <a:lnTo>
                  <a:pt x="4013881" y="796364"/>
                </a:lnTo>
                <a:lnTo>
                  <a:pt x="4018242" y="798346"/>
                </a:lnTo>
                <a:lnTo>
                  <a:pt x="4019695" y="795384"/>
                </a:lnTo>
                <a:lnTo>
                  <a:pt x="4026965" y="810866"/>
                </a:lnTo>
                <a:lnTo>
                  <a:pt x="4028418" y="812459"/>
                </a:lnTo>
                <a:lnTo>
                  <a:pt x="4032779" y="796097"/>
                </a:lnTo>
                <a:lnTo>
                  <a:pt x="4034234" y="805386"/>
                </a:lnTo>
                <a:lnTo>
                  <a:pt x="4035687" y="806389"/>
                </a:lnTo>
                <a:lnTo>
                  <a:pt x="4037141" y="792630"/>
                </a:lnTo>
                <a:lnTo>
                  <a:pt x="4041502" y="800220"/>
                </a:lnTo>
                <a:lnTo>
                  <a:pt x="4045864" y="805031"/>
                </a:lnTo>
                <a:lnTo>
                  <a:pt x="4051679" y="789209"/>
                </a:lnTo>
                <a:lnTo>
                  <a:pt x="4053132" y="793174"/>
                </a:lnTo>
                <a:lnTo>
                  <a:pt x="4063309" y="795556"/>
                </a:lnTo>
                <a:lnTo>
                  <a:pt x="4067671" y="780706"/>
                </a:lnTo>
                <a:lnTo>
                  <a:pt x="4069124" y="784108"/>
                </a:lnTo>
                <a:lnTo>
                  <a:pt x="4072032" y="788227"/>
                </a:lnTo>
              </a:path>
            </a:pathLst>
          </a:custGeom>
          <a:noFill/>
          <a:ln w="392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5"/>
          <p:cNvSpPr/>
          <p:nvPr/>
        </p:nvSpPr>
        <p:spPr>
          <a:xfrm>
            <a:off x="7733486" y="3840099"/>
            <a:ext cx="4072032" cy="895830"/>
          </a:xfrm>
          <a:custGeom>
            <a:avLst/>
            <a:gdLst/>
            <a:ahLst/>
            <a:cxnLst/>
            <a:rect l="l" t="t" r="r" b="b"/>
            <a:pathLst>
              <a:path w="4072032" h="895830">
                <a:moveTo>
                  <a:pt x="0" y="766156"/>
                </a:moveTo>
                <a:lnTo>
                  <a:pt x="7269" y="760872"/>
                </a:lnTo>
                <a:lnTo>
                  <a:pt x="13084" y="758319"/>
                </a:lnTo>
                <a:lnTo>
                  <a:pt x="15992" y="748692"/>
                </a:lnTo>
                <a:lnTo>
                  <a:pt x="17446" y="755503"/>
                </a:lnTo>
                <a:lnTo>
                  <a:pt x="18900" y="765629"/>
                </a:lnTo>
                <a:lnTo>
                  <a:pt x="21807" y="751521"/>
                </a:lnTo>
                <a:lnTo>
                  <a:pt x="31983" y="767056"/>
                </a:lnTo>
                <a:lnTo>
                  <a:pt x="33437" y="758661"/>
                </a:lnTo>
                <a:lnTo>
                  <a:pt x="34891" y="760109"/>
                </a:lnTo>
                <a:lnTo>
                  <a:pt x="37798" y="789602"/>
                </a:lnTo>
                <a:lnTo>
                  <a:pt x="40706" y="780335"/>
                </a:lnTo>
                <a:lnTo>
                  <a:pt x="46521" y="751859"/>
                </a:lnTo>
                <a:lnTo>
                  <a:pt x="49429" y="769455"/>
                </a:lnTo>
                <a:lnTo>
                  <a:pt x="50883" y="775034"/>
                </a:lnTo>
                <a:lnTo>
                  <a:pt x="52336" y="771212"/>
                </a:lnTo>
                <a:lnTo>
                  <a:pt x="55244" y="761485"/>
                </a:lnTo>
                <a:lnTo>
                  <a:pt x="58151" y="764278"/>
                </a:lnTo>
                <a:lnTo>
                  <a:pt x="62513" y="762206"/>
                </a:lnTo>
                <a:lnTo>
                  <a:pt x="63967" y="765713"/>
                </a:lnTo>
                <a:lnTo>
                  <a:pt x="65420" y="771124"/>
                </a:lnTo>
                <a:lnTo>
                  <a:pt x="66874" y="765566"/>
                </a:lnTo>
                <a:lnTo>
                  <a:pt x="69781" y="754524"/>
                </a:lnTo>
                <a:lnTo>
                  <a:pt x="72690" y="758394"/>
                </a:lnTo>
                <a:lnTo>
                  <a:pt x="75597" y="758187"/>
                </a:lnTo>
                <a:lnTo>
                  <a:pt x="77051" y="754300"/>
                </a:lnTo>
                <a:lnTo>
                  <a:pt x="79958" y="758828"/>
                </a:lnTo>
                <a:lnTo>
                  <a:pt x="85773" y="771124"/>
                </a:lnTo>
                <a:lnTo>
                  <a:pt x="87227" y="765277"/>
                </a:lnTo>
                <a:lnTo>
                  <a:pt x="91588" y="770936"/>
                </a:lnTo>
                <a:lnTo>
                  <a:pt x="93042" y="767358"/>
                </a:lnTo>
                <a:lnTo>
                  <a:pt x="95950" y="760698"/>
                </a:lnTo>
                <a:lnTo>
                  <a:pt x="98857" y="750043"/>
                </a:lnTo>
                <a:lnTo>
                  <a:pt x="101765" y="753485"/>
                </a:lnTo>
                <a:lnTo>
                  <a:pt x="104673" y="758908"/>
                </a:lnTo>
                <a:lnTo>
                  <a:pt x="107580" y="771954"/>
                </a:lnTo>
                <a:lnTo>
                  <a:pt x="110487" y="768192"/>
                </a:lnTo>
                <a:lnTo>
                  <a:pt x="117757" y="748535"/>
                </a:lnTo>
                <a:lnTo>
                  <a:pt x="122118" y="738213"/>
                </a:lnTo>
                <a:lnTo>
                  <a:pt x="123571" y="740660"/>
                </a:lnTo>
                <a:lnTo>
                  <a:pt x="129387" y="750344"/>
                </a:lnTo>
                <a:lnTo>
                  <a:pt x="132294" y="748261"/>
                </a:lnTo>
                <a:lnTo>
                  <a:pt x="139563" y="745819"/>
                </a:lnTo>
                <a:lnTo>
                  <a:pt x="145378" y="753981"/>
                </a:lnTo>
                <a:lnTo>
                  <a:pt x="148285" y="742245"/>
                </a:lnTo>
                <a:lnTo>
                  <a:pt x="151193" y="748341"/>
                </a:lnTo>
                <a:lnTo>
                  <a:pt x="164277" y="730681"/>
                </a:lnTo>
                <a:lnTo>
                  <a:pt x="170092" y="741917"/>
                </a:lnTo>
                <a:lnTo>
                  <a:pt x="171546" y="740639"/>
                </a:lnTo>
                <a:lnTo>
                  <a:pt x="177361" y="725690"/>
                </a:lnTo>
                <a:lnTo>
                  <a:pt x="178815" y="729788"/>
                </a:lnTo>
                <a:lnTo>
                  <a:pt x="181722" y="738604"/>
                </a:lnTo>
                <a:lnTo>
                  <a:pt x="184630" y="740783"/>
                </a:lnTo>
                <a:lnTo>
                  <a:pt x="186084" y="738742"/>
                </a:lnTo>
                <a:lnTo>
                  <a:pt x="191899" y="705970"/>
                </a:lnTo>
                <a:lnTo>
                  <a:pt x="193352" y="707758"/>
                </a:lnTo>
                <a:lnTo>
                  <a:pt x="206437" y="729881"/>
                </a:lnTo>
                <a:lnTo>
                  <a:pt x="215159" y="721567"/>
                </a:lnTo>
                <a:lnTo>
                  <a:pt x="216613" y="717716"/>
                </a:lnTo>
                <a:lnTo>
                  <a:pt x="219521" y="720156"/>
                </a:lnTo>
                <a:lnTo>
                  <a:pt x="225336" y="730427"/>
                </a:lnTo>
                <a:lnTo>
                  <a:pt x="226789" y="728953"/>
                </a:lnTo>
                <a:lnTo>
                  <a:pt x="234059" y="720339"/>
                </a:lnTo>
                <a:lnTo>
                  <a:pt x="241328" y="734355"/>
                </a:lnTo>
                <a:lnTo>
                  <a:pt x="245689" y="714372"/>
                </a:lnTo>
                <a:lnTo>
                  <a:pt x="248596" y="722748"/>
                </a:lnTo>
                <a:lnTo>
                  <a:pt x="252958" y="731213"/>
                </a:lnTo>
                <a:lnTo>
                  <a:pt x="254412" y="727614"/>
                </a:lnTo>
                <a:lnTo>
                  <a:pt x="268949" y="702193"/>
                </a:lnTo>
                <a:lnTo>
                  <a:pt x="274765" y="717789"/>
                </a:lnTo>
                <a:lnTo>
                  <a:pt x="276218" y="715714"/>
                </a:lnTo>
                <a:lnTo>
                  <a:pt x="277672" y="708937"/>
                </a:lnTo>
                <a:lnTo>
                  <a:pt x="280579" y="716942"/>
                </a:lnTo>
                <a:lnTo>
                  <a:pt x="282033" y="714364"/>
                </a:lnTo>
                <a:lnTo>
                  <a:pt x="283487" y="712911"/>
                </a:lnTo>
                <a:lnTo>
                  <a:pt x="284941" y="718409"/>
                </a:lnTo>
                <a:lnTo>
                  <a:pt x="286395" y="723365"/>
                </a:lnTo>
                <a:lnTo>
                  <a:pt x="287848" y="719095"/>
                </a:lnTo>
                <a:lnTo>
                  <a:pt x="290756" y="710278"/>
                </a:lnTo>
                <a:lnTo>
                  <a:pt x="293663" y="710809"/>
                </a:lnTo>
                <a:lnTo>
                  <a:pt x="300932" y="710974"/>
                </a:lnTo>
                <a:lnTo>
                  <a:pt x="315470" y="722895"/>
                </a:lnTo>
                <a:lnTo>
                  <a:pt x="316924" y="720659"/>
                </a:lnTo>
                <a:lnTo>
                  <a:pt x="331462" y="682696"/>
                </a:lnTo>
                <a:lnTo>
                  <a:pt x="332916" y="693052"/>
                </a:lnTo>
                <a:lnTo>
                  <a:pt x="340185" y="710880"/>
                </a:lnTo>
                <a:lnTo>
                  <a:pt x="344546" y="710580"/>
                </a:lnTo>
                <a:lnTo>
                  <a:pt x="347453" y="727860"/>
                </a:lnTo>
                <a:lnTo>
                  <a:pt x="350360" y="713759"/>
                </a:lnTo>
                <a:lnTo>
                  <a:pt x="353269" y="691383"/>
                </a:lnTo>
                <a:lnTo>
                  <a:pt x="357630" y="700408"/>
                </a:lnTo>
                <a:lnTo>
                  <a:pt x="370713" y="701014"/>
                </a:lnTo>
                <a:lnTo>
                  <a:pt x="375075" y="707763"/>
                </a:lnTo>
                <a:lnTo>
                  <a:pt x="377983" y="705823"/>
                </a:lnTo>
                <a:lnTo>
                  <a:pt x="382344" y="693889"/>
                </a:lnTo>
                <a:lnTo>
                  <a:pt x="385252" y="698074"/>
                </a:lnTo>
                <a:lnTo>
                  <a:pt x="396882" y="702683"/>
                </a:lnTo>
                <a:lnTo>
                  <a:pt x="420142" y="712994"/>
                </a:lnTo>
                <a:lnTo>
                  <a:pt x="421596" y="716622"/>
                </a:lnTo>
                <a:lnTo>
                  <a:pt x="423050" y="711704"/>
                </a:lnTo>
                <a:lnTo>
                  <a:pt x="427411" y="700614"/>
                </a:lnTo>
                <a:lnTo>
                  <a:pt x="430319" y="706287"/>
                </a:lnTo>
                <a:lnTo>
                  <a:pt x="431773" y="708806"/>
                </a:lnTo>
                <a:lnTo>
                  <a:pt x="433226" y="706808"/>
                </a:lnTo>
                <a:lnTo>
                  <a:pt x="441949" y="697773"/>
                </a:lnTo>
                <a:lnTo>
                  <a:pt x="447764" y="700815"/>
                </a:lnTo>
                <a:lnTo>
                  <a:pt x="449217" y="703448"/>
                </a:lnTo>
                <a:lnTo>
                  <a:pt x="452126" y="700754"/>
                </a:lnTo>
                <a:lnTo>
                  <a:pt x="460848" y="676473"/>
                </a:lnTo>
                <a:lnTo>
                  <a:pt x="462301" y="680595"/>
                </a:lnTo>
                <a:lnTo>
                  <a:pt x="471024" y="704510"/>
                </a:lnTo>
                <a:lnTo>
                  <a:pt x="478293" y="684643"/>
                </a:lnTo>
                <a:lnTo>
                  <a:pt x="479747" y="685939"/>
                </a:lnTo>
                <a:lnTo>
                  <a:pt x="485562" y="705638"/>
                </a:lnTo>
                <a:lnTo>
                  <a:pt x="491377" y="703135"/>
                </a:lnTo>
                <a:lnTo>
                  <a:pt x="500100" y="710064"/>
                </a:lnTo>
                <a:lnTo>
                  <a:pt x="511730" y="715203"/>
                </a:lnTo>
                <a:lnTo>
                  <a:pt x="514638" y="707257"/>
                </a:lnTo>
                <a:lnTo>
                  <a:pt x="517545" y="711336"/>
                </a:lnTo>
                <a:lnTo>
                  <a:pt x="520453" y="705334"/>
                </a:lnTo>
                <a:lnTo>
                  <a:pt x="523360" y="708457"/>
                </a:lnTo>
                <a:lnTo>
                  <a:pt x="529175" y="719964"/>
                </a:lnTo>
                <a:lnTo>
                  <a:pt x="530630" y="714987"/>
                </a:lnTo>
                <a:lnTo>
                  <a:pt x="539352" y="697542"/>
                </a:lnTo>
                <a:lnTo>
                  <a:pt x="550982" y="699810"/>
                </a:lnTo>
                <a:lnTo>
                  <a:pt x="553890" y="697661"/>
                </a:lnTo>
                <a:lnTo>
                  <a:pt x="555344" y="700386"/>
                </a:lnTo>
                <a:lnTo>
                  <a:pt x="562612" y="703084"/>
                </a:lnTo>
                <a:lnTo>
                  <a:pt x="571335" y="698748"/>
                </a:lnTo>
                <a:lnTo>
                  <a:pt x="575697" y="706285"/>
                </a:lnTo>
                <a:lnTo>
                  <a:pt x="577150" y="700450"/>
                </a:lnTo>
                <a:lnTo>
                  <a:pt x="580058" y="698462"/>
                </a:lnTo>
                <a:lnTo>
                  <a:pt x="581511" y="703757"/>
                </a:lnTo>
                <a:lnTo>
                  <a:pt x="588781" y="714135"/>
                </a:lnTo>
                <a:lnTo>
                  <a:pt x="594595" y="708612"/>
                </a:lnTo>
                <a:lnTo>
                  <a:pt x="596049" y="713505"/>
                </a:lnTo>
                <a:lnTo>
                  <a:pt x="603318" y="712019"/>
                </a:lnTo>
                <a:lnTo>
                  <a:pt x="610587" y="713248"/>
                </a:lnTo>
                <a:lnTo>
                  <a:pt x="616402" y="710125"/>
                </a:lnTo>
                <a:lnTo>
                  <a:pt x="622217" y="707381"/>
                </a:lnTo>
                <a:lnTo>
                  <a:pt x="625125" y="713497"/>
                </a:lnTo>
                <a:lnTo>
                  <a:pt x="630939" y="713579"/>
                </a:lnTo>
                <a:lnTo>
                  <a:pt x="633848" y="711142"/>
                </a:lnTo>
                <a:lnTo>
                  <a:pt x="635301" y="713047"/>
                </a:lnTo>
                <a:lnTo>
                  <a:pt x="636755" y="714850"/>
                </a:lnTo>
                <a:lnTo>
                  <a:pt x="639662" y="712318"/>
                </a:lnTo>
                <a:lnTo>
                  <a:pt x="642570" y="708175"/>
                </a:lnTo>
                <a:lnTo>
                  <a:pt x="644024" y="714879"/>
                </a:lnTo>
                <a:lnTo>
                  <a:pt x="646931" y="722763"/>
                </a:lnTo>
                <a:lnTo>
                  <a:pt x="649839" y="753427"/>
                </a:lnTo>
                <a:lnTo>
                  <a:pt x="652746" y="735179"/>
                </a:lnTo>
                <a:lnTo>
                  <a:pt x="658562" y="708961"/>
                </a:lnTo>
                <a:lnTo>
                  <a:pt x="662923" y="712226"/>
                </a:lnTo>
                <a:lnTo>
                  <a:pt x="665831" y="721719"/>
                </a:lnTo>
                <a:lnTo>
                  <a:pt x="668738" y="713556"/>
                </a:lnTo>
                <a:lnTo>
                  <a:pt x="673099" y="717991"/>
                </a:lnTo>
                <a:lnTo>
                  <a:pt x="674553" y="716174"/>
                </a:lnTo>
                <a:lnTo>
                  <a:pt x="678915" y="713591"/>
                </a:lnTo>
                <a:lnTo>
                  <a:pt x="680368" y="716414"/>
                </a:lnTo>
                <a:lnTo>
                  <a:pt x="687638" y="716816"/>
                </a:lnTo>
                <a:lnTo>
                  <a:pt x="690545" y="720293"/>
                </a:lnTo>
                <a:lnTo>
                  <a:pt x="693452" y="718333"/>
                </a:lnTo>
                <a:lnTo>
                  <a:pt x="712352" y="725321"/>
                </a:lnTo>
                <a:lnTo>
                  <a:pt x="713805" y="723865"/>
                </a:lnTo>
                <a:lnTo>
                  <a:pt x="721074" y="736717"/>
                </a:lnTo>
                <a:lnTo>
                  <a:pt x="722528" y="740008"/>
                </a:lnTo>
                <a:lnTo>
                  <a:pt x="725435" y="735874"/>
                </a:lnTo>
                <a:lnTo>
                  <a:pt x="729796" y="729420"/>
                </a:lnTo>
                <a:lnTo>
                  <a:pt x="732705" y="730739"/>
                </a:lnTo>
                <a:lnTo>
                  <a:pt x="739973" y="731199"/>
                </a:lnTo>
                <a:lnTo>
                  <a:pt x="755965" y="737341"/>
                </a:lnTo>
                <a:lnTo>
                  <a:pt x="763233" y="767723"/>
                </a:lnTo>
                <a:lnTo>
                  <a:pt x="764687" y="766417"/>
                </a:lnTo>
                <a:lnTo>
                  <a:pt x="766142" y="766244"/>
                </a:lnTo>
                <a:lnTo>
                  <a:pt x="767595" y="783516"/>
                </a:lnTo>
                <a:lnTo>
                  <a:pt x="770503" y="771725"/>
                </a:lnTo>
                <a:lnTo>
                  <a:pt x="774864" y="774841"/>
                </a:lnTo>
                <a:lnTo>
                  <a:pt x="779225" y="767110"/>
                </a:lnTo>
                <a:lnTo>
                  <a:pt x="786494" y="769538"/>
                </a:lnTo>
                <a:lnTo>
                  <a:pt x="795217" y="768723"/>
                </a:lnTo>
                <a:lnTo>
                  <a:pt x="798124" y="776613"/>
                </a:lnTo>
                <a:lnTo>
                  <a:pt x="799578" y="773605"/>
                </a:lnTo>
                <a:lnTo>
                  <a:pt x="805393" y="757663"/>
                </a:lnTo>
                <a:lnTo>
                  <a:pt x="806847" y="758586"/>
                </a:lnTo>
                <a:lnTo>
                  <a:pt x="811209" y="775387"/>
                </a:lnTo>
                <a:lnTo>
                  <a:pt x="812662" y="765352"/>
                </a:lnTo>
                <a:lnTo>
                  <a:pt x="814116" y="757123"/>
                </a:lnTo>
                <a:lnTo>
                  <a:pt x="817023" y="762667"/>
                </a:lnTo>
                <a:lnTo>
                  <a:pt x="818477" y="767507"/>
                </a:lnTo>
                <a:lnTo>
                  <a:pt x="821385" y="764496"/>
                </a:lnTo>
                <a:lnTo>
                  <a:pt x="824292" y="757521"/>
                </a:lnTo>
                <a:lnTo>
                  <a:pt x="827200" y="763316"/>
                </a:lnTo>
                <a:lnTo>
                  <a:pt x="854822" y="768174"/>
                </a:lnTo>
                <a:lnTo>
                  <a:pt x="856276" y="764384"/>
                </a:lnTo>
                <a:lnTo>
                  <a:pt x="859183" y="766162"/>
                </a:lnTo>
                <a:lnTo>
                  <a:pt x="864998" y="785594"/>
                </a:lnTo>
                <a:lnTo>
                  <a:pt x="869360" y="781019"/>
                </a:lnTo>
                <a:lnTo>
                  <a:pt x="880990" y="766713"/>
                </a:lnTo>
                <a:lnTo>
                  <a:pt x="888259" y="756390"/>
                </a:lnTo>
                <a:lnTo>
                  <a:pt x="891166" y="769173"/>
                </a:lnTo>
                <a:lnTo>
                  <a:pt x="894074" y="760910"/>
                </a:lnTo>
                <a:lnTo>
                  <a:pt x="901343" y="752444"/>
                </a:lnTo>
                <a:lnTo>
                  <a:pt x="904250" y="744595"/>
                </a:lnTo>
                <a:lnTo>
                  <a:pt x="911519" y="776413"/>
                </a:lnTo>
                <a:lnTo>
                  <a:pt x="912973" y="784738"/>
                </a:lnTo>
                <a:lnTo>
                  <a:pt x="915880" y="780877"/>
                </a:lnTo>
                <a:lnTo>
                  <a:pt x="921696" y="758521"/>
                </a:lnTo>
                <a:lnTo>
                  <a:pt x="926057" y="763498"/>
                </a:lnTo>
                <a:lnTo>
                  <a:pt x="928964" y="772069"/>
                </a:lnTo>
                <a:lnTo>
                  <a:pt x="931872" y="790558"/>
                </a:lnTo>
                <a:lnTo>
                  <a:pt x="934780" y="786575"/>
                </a:lnTo>
                <a:lnTo>
                  <a:pt x="943502" y="767840"/>
                </a:lnTo>
                <a:lnTo>
                  <a:pt x="944956" y="770486"/>
                </a:lnTo>
                <a:lnTo>
                  <a:pt x="949317" y="785639"/>
                </a:lnTo>
                <a:lnTo>
                  <a:pt x="950771" y="780686"/>
                </a:lnTo>
                <a:lnTo>
                  <a:pt x="952225" y="771480"/>
                </a:lnTo>
                <a:lnTo>
                  <a:pt x="955133" y="782488"/>
                </a:lnTo>
                <a:lnTo>
                  <a:pt x="956586" y="785669"/>
                </a:lnTo>
                <a:lnTo>
                  <a:pt x="959494" y="781642"/>
                </a:lnTo>
                <a:lnTo>
                  <a:pt x="960947" y="777384"/>
                </a:lnTo>
                <a:lnTo>
                  <a:pt x="962401" y="781553"/>
                </a:lnTo>
                <a:lnTo>
                  <a:pt x="965308" y="793681"/>
                </a:lnTo>
                <a:lnTo>
                  <a:pt x="968217" y="788587"/>
                </a:lnTo>
                <a:lnTo>
                  <a:pt x="969670" y="785629"/>
                </a:lnTo>
                <a:lnTo>
                  <a:pt x="971124" y="794701"/>
                </a:lnTo>
                <a:lnTo>
                  <a:pt x="972578" y="798804"/>
                </a:lnTo>
                <a:lnTo>
                  <a:pt x="974031" y="791730"/>
                </a:lnTo>
                <a:lnTo>
                  <a:pt x="985661" y="763645"/>
                </a:lnTo>
                <a:lnTo>
                  <a:pt x="987115" y="765540"/>
                </a:lnTo>
                <a:lnTo>
                  <a:pt x="988569" y="770296"/>
                </a:lnTo>
                <a:lnTo>
                  <a:pt x="990023" y="764413"/>
                </a:lnTo>
                <a:lnTo>
                  <a:pt x="991477" y="757600"/>
                </a:lnTo>
                <a:lnTo>
                  <a:pt x="992931" y="763994"/>
                </a:lnTo>
                <a:lnTo>
                  <a:pt x="998745" y="788307"/>
                </a:lnTo>
                <a:lnTo>
                  <a:pt x="1000200" y="783777"/>
                </a:lnTo>
                <a:lnTo>
                  <a:pt x="1003107" y="774154"/>
                </a:lnTo>
                <a:lnTo>
                  <a:pt x="1004561" y="783438"/>
                </a:lnTo>
                <a:lnTo>
                  <a:pt x="1007468" y="800072"/>
                </a:lnTo>
                <a:lnTo>
                  <a:pt x="1010376" y="786546"/>
                </a:lnTo>
                <a:lnTo>
                  <a:pt x="1013284" y="787205"/>
                </a:lnTo>
                <a:lnTo>
                  <a:pt x="1020552" y="792372"/>
                </a:lnTo>
                <a:lnTo>
                  <a:pt x="1029275" y="791745"/>
                </a:lnTo>
                <a:lnTo>
                  <a:pt x="1030729" y="798643"/>
                </a:lnTo>
                <a:lnTo>
                  <a:pt x="1035090" y="797453"/>
                </a:lnTo>
                <a:lnTo>
                  <a:pt x="1051082" y="768105"/>
                </a:lnTo>
                <a:lnTo>
                  <a:pt x="1055443" y="775662"/>
                </a:lnTo>
                <a:lnTo>
                  <a:pt x="1056897" y="770311"/>
                </a:lnTo>
                <a:lnTo>
                  <a:pt x="1058351" y="769474"/>
                </a:lnTo>
                <a:lnTo>
                  <a:pt x="1059804" y="774198"/>
                </a:lnTo>
                <a:lnTo>
                  <a:pt x="1068527" y="778187"/>
                </a:lnTo>
                <a:lnTo>
                  <a:pt x="1080157" y="772549"/>
                </a:lnTo>
                <a:lnTo>
                  <a:pt x="1085972" y="767392"/>
                </a:lnTo>
                <a:lnTo>
                  <a:pt x="1096149" y="746089"/>
                </a:lnTo>
                <a:lnTo>
                  <a:pt x="1099056" y="758693"/>
                </a:lnTo>
                <a:lnTo>
                  <a:pt x="1101964" y="752391"/>
                </a:lnTo>
                <a:lnTo>
                  <a:pt x="1107779" y="757336"/>
                </a:lnTo>
                <a:lnTo>
                  <a:pt x="1110686" y="755022"/>
                </a:lnTo>
                <a:lnTo>
                  <a:pt x="1117955" y="747978"/>
                </a:lnTo>
                <a:lnTo>
                  <a:pt x="1125225" y="743325"/>
                </a:lnTo>
                <a:lnTo>
                  <a:pt x="1126678" y="745224"/>
                </a:lnTo>
                <a:lnTo>
                  <a:pt x="1131039" y="747736"/>
                </a:lnTo>
                <a:lnTo>
                  <a:pt x="1132493" y="743710"/>
                </a:lnTo>
                <a:lnTo>
                  <a:pt x="1138308" y="739635"/>
                </a:lnTo>
                <a:lnTo>
                  <a:pt x="1141216" y="739087"/>
                </a:lnTo>
                <a:lnTo>
                  <a:pt x="1142669" y="740533"/>
                </a:lnTo>
                <a:lnTo>
                  <a:pt x="1149939" y="749393"/>
                </a:lnTo>
                <a:lnTo>
                  <a:pt x="1161569" y="728685"/>
                </a:lnTo>
                <a:lnTo>
                  <a:pt x="1170292" y="738273"/>
                </a:lnTo>
                <a:lnTo>
                  <a:pt x="1174653" y="725179"/>
                </a:lnTo>
                <a:lnTo>
                  <a:pt x="1177560" y="733929"/>
                </a:lnTo>
                <a:lnTo>
                  <a:pt x="1184829" y="734507"/>
                </a:lnTo>
                <a:lnTo>
                  <a:pt x="1187737" y="730565"/>
                </a:lnTo>
                <a:lnTo>
                  <a:pt x="1190645" y="732642"/>
                </a:lnTo>
                <a:lnTo>
                  <a:pt x="1197913" y="736322"/>
                </a:lnTo>
                <a:lnTo>
                  <a:pt x="1203729" y="732400"/>
                </a:lnTo>
                <a:lnTo>
                  <a:pt x="1205182" y="731644"/>
                </a:lnTo>
                <a:lnTo>
                  <a:pt x="1206636" y="734699"/>
                </a:lnTo>
                <a:lnTo>
                  <a:pt x="1210997" y="736020"/>
                </a:lnTo>
                <a:lnTo>
                  <a:pt x="1212451" y="734247"/>
                </a:lnTo>
                <a:lnTo>
                  <a:pt x="1224082" y="719143"/>
                </a:lnTo>
                <a:lnTo>
                  <a:pt x="1238619" y="736051"/>
                </a:lnTo>
                <a:lnTo>
                  <a:pt x="1240073" y="738033"/>
                </a:lnTo>
                <a:lnTo>
                  <a:pt x="1241526" y="735525"/>
                </a:lnTo>
                <a:lnTo>
                  <a:pt x="1245887" y="720171"/>
                </a:lnTo>
                <a:lnTo>
                  <a:pt x="1248796" y="724470"/>
                </a:lnTo>
                <a:lnTo>
                  <a:pt x="1254610" y="735572"/>
                </a:lnTo>
                <a:lnTo>
                  <a:pt x="1258972" y="710816"/>
                </a:lnTo>
                <a:lnTo>
                  <a:pt x="1261879" y="721015"/>
                </a:lnTo>
                <a:lnTo>
                  <a:pt x="1267694" y="731481"/>
                </a:lnTo>
                <a:lnTo>
                  <a:pt x="1269149" y="729481"/>
                </a:lnTo>
                <a:lnTo>
                  <a:pt x="1272056" y="723533"/>
                </a:lnTo>
                <a:lnTo>
                  <a:pt x="1274963" y="729033"/>
                </a:lnTo>
                <a:lnTo>
                  <a:pt x="1280779" y="729096"/>
                </a:lnTo>
                <a:lnTo>
                  <a:pt x="1293863" y="701239"/>
                </a:lnTo>
                <a:lnTo>
                  <a:pt x="1299677" y="704102"/>
                </a:lnTo>
                <a:lnTo>
                  <a:pt x="1306947" y="691883"/>
                </a:lnTo>
                <a:lnTo>
                  <a:pt x="1309854" y="705365"/>
                </a:lnTo>
                <a:lnTo>
                  <a:pt x="1311308" y="691223"/>
                </a:lnTo>
                <a:lnTo>
                  <a:pt x="1312761" y="677505"/>
                </a:lnTo>
                <a:lnTo>
                  <a:pt x="1317123" y="685810"/>
                </a:lnTo>
                <a:lnTo>
                  <a:pt x="1337476" y="655821"/>
                </a:lnTo>
                <a:lnTo>
                  <a:pt x="1341837" y="629277"/>
                </a:lnTo>
                <a:lnTo>
                  <a:pt x="1344745" y="636262"/>
                </a:lnTo>
                <a:lnTo>
                  <a:pt x="1350560" y="628976"/>
                </a:lnTo>
                <a:lnTo>
                  <a:pt x="1365098" y="596633"/>
                </a:lnTo>
                <a:lnTo>
                  <a:pt x="1391265" y="524310"/>
                </a:lnTo>
                <a:lnTo>
                  <a:pt x="1401442" y="495762"/>
                </a:lnTo>
                <a:lnTo>
                  <a:pt x="1411618" y="507075"/>
                </a:lnTo>
                <a:lnTo>
                  <a:pt x="1424702" y="528163"/>
                </a:lnTo>
                <a:lnTo>
                  <a:pt x="1433425" y="525284"/>
                </a:lnTo>
                <a:lnTo>
                  <a:pt x="1461047" y="603969"/>
                </a:lnTo>
                <a:lnTo>
                  <a:pt x="1490122" y="715551"/>
                </a:lnTo>
                <a:lnTo>
                  <a:pt x="1501752" y="745938"/>
                </a:lnTo>
                <a:lnTo>
                  <a:pt x="1514837" y="799486"/>
                </a:lnTo>
                <a:lnTo>
                  <a:pt x="1517744" y="795114"/>
                </a:lnTo>
                <a:lnTo>
                  <a:pt x="1520652" y="782382"/>
                </a:lnTo>
                <a:lnTo>
                  <a:pt x="1525013" y="786391"/>
                </a:lnTo>
                <a:lnTo>
                  <a:pt x="1532282" y="791548"/>
                </a:lnTo>
                <a:lnTo>
                  <a:pt x="1543912" y="779278"/>
                </a:lnTo>
                <a:lnTo>
                  <a:pt x="1546820" y="790139"/>
                </a:lnTo>
                <a:lnTo>
                  <a:pt x="1548274" y="785046"/>
                </a:lnTo>
                <a:lnTo>
                  <a:pt x="1549728" y="780179"/>
                </a:lnTo>
                <a:lnTo>
                  <a:pt x="1552635" y="789163"/>
                </a:lnTo>
                <a:lnTo>
                  <a:pt x="1554089" y="791437"/>
                </a:lnTo>
                <a:lnTo>
                  <a:pt x="1555542" y="787336"/>
                </a:lnTo>
                <a:lnTo>
                  <a:pt x="1558450" y="781027"/>
                </a:lnTo>
                <a:lnTo>
                  <a:pt x="1559904" y="785343"/>
                </a:lnTo>
                <a:lnTo>
                  <a:pt x="1565719" y="792167"/>
                </a:lnTo>
                <a:lnTo>
                  <a:pt x="1572988" y="781973"/>
                </a:lnTo>
                <a:lnTo>
                  <a:pt x="1581710" y="780262"/>
                </a:lnTo>
                <a:lnTo>
                  <a:pt x="1586072" y="781902"/>
                </a:lnTo>
                <a:lnTo>
                  <a:pt x="1591887" y="785485"/>
                </a:lnTo>
                <a:lnTo>
                  <a:pt x="1593341" y="783149"/>
                </a:lnTo>
                <a:lnTo>
                  <a:pt x="1596248" y="790645"/>
                </a:lnTo>
                <a:lnTo>
                  <a:pt x="1599156" y="807092"/>
                </a:lnTo>
                <a:lnTo>
                  <a:pt x="1602063" y="800786"/>
                </a:lnTo>
                <a:lnTo>
                  <a:pt x="1603517" y="799274"/>
                </a:lnTo>
                <a:lnTo>
                  <a:pt x="1606425" y="809274"/>
                </a:lnTo>
                <a:lnTo>
                  <a:pt x="1609332" y="803558"/>
                </a:lnTo>
                <a:lnTo>
                  <a:pt x="1610786" y="799249"/>
                </a:lnTo>
                <a:lnTo>
                  <a:pt x="1613693" y="806702"/>
                </a:lnTo>
                <a:lnTo>
                  <a:pt x="1618055" y="810487"/>
                </a:lnTo>
                <a:lnTo>
                  <a:pt x="1619509" y="815744"/>
                </a:lnTo>
                <a:lnTo>
                  <a:pt x="1620963" y="812176"/>
                </a:lnTo>
                <a:lnTo>
                  <a:pt x="1631139" y="787597"/>
                </a:lnTo>
                <a:lnTo>
                  <a:pt x="1642769" y="795391"/>
                </a:lnTo>
                <a:lnTo>
                  <a:pt x="1645677" y="789303"/>
                </a:lnTo>
                <a:lnTo>
                  <a:pt x="1647130" y="796894"/>
                </a:lnTo>
                <a:lnTo>
                  <a:pt x="1648584" y="792487"/>
                </a:lnTo>
                <a:lnTo>
                  <a:pt x="1658760" y="816549"/>
                </a:lnTo>
                <a:lnTo>
                  <a:pt x="1666030" y="828483"/>
                </a:lnTo>
                <a:lnTo>
                  <a:pt x="1673299" y="833275"/>
                </a:lnTo>
                <a:lnTo>
                  <a:pt x="1676206" y="838662"/>
                </a:lnTo>
                <a:lnTo>
                  <a:pt x="1677660" y="844781"/>
                </a:lnTo>
                <a:lnTo>
                  <a:pt x="1680567" y="838859"/>
                </a:lnTo>
                <a:lnTo>
                  <a:pt x="1690744" y="839915"/>
                </a:lnTo>
                <a:lnTo>
                  <a:pt x="1699466" y="851690"/>
                </a:lnTo>
                <a:lnTo>
                  <a:pt x="1702374" y="845812"/>
                </a:lnTo>
                <a:lnTo>
                  <a:pt x="1703828" y="853074"/>
                </a:lnTo>
                <a:lnTo>
                  <a:pt x="1714004" y="870629"/>
                </a:lnTo>
                <a:lnTo>
                  <a:pt x="1728542" y="892341"/>
                </a:lnTo>
                <a:lnTo>
                  <a:pt x="1731450" y="887591"/>
                </a:lnTo>
                <a:lnTo>
                  <a:pt x="1732903" y="885401"/>
                </a:lnTo>
                <a:lnTo>
                  <a:pt x="1734357" y="887405"/>
                </a:lnTo>
                <a:lnTo>
                  <a:pt x="1737264" y="895830"/>
                </a:lnTo>
                <a:lnTo>
                  <a:pt x="1740173" y="891965"/>
                </a:lnTo>
                <a:lnTo>
                  <a:pt x="1761979" y="889708"/>
                </a:lnTo>
                <a:lnTo>
                  <a:pt x="1764887" y="891924"/>
                </a:lnTo>
                <a:lnTo>
                  <a:pt x="1766340" y="887097"/>
                </a:lnTo>
                <a:lnTo>
                  <a:pt x="1772156" y="879828"/>
                </a:lnTo>
                <a:lnTo>
                  <a:pt x="1775063" y="865807"/>
                </a:lnTo>
                <a:lnTo>
                  <a:pt x="1777970" y="870385"/>
                </a:lnTo>
                <a:lnTo>
                  <a:pt x="1785240" y="879134"/>
                </a:lnTo>
                <a:lnTo>
                  <a:pt x="1788147" y="876307"/>
                </a:lnTo>
                <a:lnTo>
                  <a:pt x="1793962" y="883981"/>
                </a:lnTo>
                <a:lnTo>
                  <a:pt x="1796870" y="878590"/>
                </a:lnTo>
                <a:lnTo>
                  <a:pt x="1799777" y="888866"/>
                </a:lnTo>
                <a:lnTo>
                  <a:pt x="1801231" y="885326"/>
                </a:lnTo>
                <a:lnTo>
                  <a:pt x="1805592" y="878268"/>
                </a:lnTo>
                <a:lnTo>
                  <a:pt x="1807046" y="879912"/>
                </a:lnTo>
                <a:lnTo>
                  <a:pt x="1812861" y="881141"/>
                </a:lnTo>
                <a:lnTo>
                  <a:pt x="1820130" y="873277"/>
                </a:lnTo>
                <a:lnTo>
                  <a:pt x="1824491" y="872857"/>
                </a:lnTo>
                <a:lnTo>
                  <a:pt x="1833214" y="858846"/>
                </a:lnTo>
                <a:lnTo>
                  <a:pt x="1844844" y="855982"/>
                </a:lnTo>
                <a:lnTo>
                  <a:pt x="1846298" y="854055"/>
                </a:lnTo>
                <a:lnTo>
                  <a:pt x="1847752" y="860406"/>
                </a:lnTo>
                <a:lnTo>
                  <a:pt x="1849205" y="861145"/>
                </a:lnTo>
                <a:lnTo>
                  <a:pt x="1852113" y="852405"/>
                </a:lnTo>
                <a:lnTo>
                  <a:pt x="1855021" y="853855"/>
                </a:lnTo>
                <a:lnTo>
                  <a:pt x="1862290" y="860723"/>
                </a:lnTo>
                <a:lnTo>
                  <a:pt x="1863744" y="859261"/>
                </a:lnTo>
                <a:lnTo>
                  <a:pt x="1865197" y="854645"/>
                </a:lnTo>
                <a:lnTo>
                  <a:pt x="1868105" y="859421"/>
                </a:lnTo>
                <a:lnTo>
                  <a:pt x="1869558" y="862136"/>
                </a:lnTo>
                <a:lnTo>
                  <a:pt x="1872466" y="859795"/>
                </a:lnTo>
                <a:lnTo>
                  <a:pt x="1891365" y="851365"/>
                </a:lnTo>
                <a:lnTo>
                  <a:pt x="1916079" y="857154"/>
                </a:lnTo>
                <a:lnTo>
                  <a:pt x="1926256" y="832727"/>
                </a:lnTo>
                <a:lnTo>
                  <a:pt x="1929164" y="836042"/>
                </a:lnTo>
                <a:lnTo>
                  <a:pt x="1936432" y="851795"/>
                </a:lnTo>
                <a:lnTo>
                  <a:pt x="1933525" y="832931"/>
                </a:lnTo>
                <a:lnTo>
                  <a:pt x="1937886" y="849347"/>
                </a:lnTo>
                <a:lnTo>
                  <a:pt x="1939339" y="843587"/>
                </a:lnTo>
                <a:lnTo>
                  <a:pt x="1942248" y="853449"/>
                </a:lnTo>
                <a:lnTo>
                  <a:pt x="1949516" y="866999"/>
                </a:lnTo>
                <a:lnTo>
                  <a:pt x="1950970" y="865563"/>
                </a:lnTo>
                <a:lnTo>
                  <a:pt x="1952424" y="862352"/>
                </a:lnTo>
                <a:lnTo>
                  <a:pt x="1956785" y="865676"/>
                </a:lnTo>
                <a:lnTo>
                  <a:pt x="1962601" y="868334"/>
                </a:lnTo>
                <a:lnTo>
                  <a:pt x="1965508" y="858400"/>
                </a:lnTo>
                <a:lnTo>
                  <a:pt x="1968415" y="863797"/>
                </a:lnTo>
                <a:lnTo>
                  <a:pt x="1969869" y="865265"/>
                </a:lnTo>
                <a:lnTo>
                  <a:pt x="1971323" y="859542"/>
                </a:lnTo>
                <a:lnTo>
                  <a:pt x="1990222" y="819371"/>
                </a:lnTo>
                <a:lnTo>
                  <a:pt x="2000399" y="814861"/>
                </a:lnTo>
                <a:lnTo>
                  <a:pt x="2010575" y="803373"/>
                </a:lnTo>
                <a:lnTo>
                  <a:pt x="2012029" y="807429"/>
                </a:lnTo>
                <a:lnTo>
                  <a:pt x="2014936" y="806194"/>
                </a:lnTo>
                <a:lnTo>
                  <a:pt x="2022205" y="793755"/>
                </a:lnTo>
                <a:lnTo>
                  <a:pt x="2023659" y="797085"/>
                </a:lnTo>
                <a:lnTo>
                  <a:pt x="2026566" y="805042"/>
                </a:lnTo>
                <a:lnTo>
                  <a:pt x="2028020" y="798865"/>
                </a:lnTo>
                <a:lnTo>
                  <a:pt x="2039650" y="751636"/>
                </a:lnTo>
                <a:lnTo>
                  <a:pt x="2042558" y="746126"/>
                </a:lnTo>
                <a:lnTo>
                  <a:pt x="2051280" y="718232"/>
                </a:lnTo>
                <a:lnTo>
                  <a:pt x="2052735" y="721188"/>
                </a:lnTo>
                <a:lnTo>
                  <a:pt x="2054188" y="716772"/>
                </a:lnTo>
                <a:lnTo>
                  <a:pt x="2062911" y="698830"/>
                </a:lnTo>
                <a:lnTo>
                  <a:pt x="2067272" y="693174"/>
                </a:lnTo>
                <a:lnTo>
                  <a:pt x="2077449" y="673695"/>
                </a:lnTo>
                <a:lnTo>
                  <a:pt x="2080356" y="668141"/>
                </a:lnTo>
                <a:lnTo>
                  <a:pt x="2083264" y="664675"/>
                </a:lnTo>
                <a:lnTo>
                  <a:pt x="2084717" y="667891"/>
                </a:lnTo>
                <a:lnTo>
                  <a:pt x="2086172" y="671524"/>
                </a:lnTo>
                <a:lnTo>
                  <a:pt x="2087625" y="663554"/>
                </a:lnTo>
                <a:lnTo>
                  <a:pt x="2096348" y="649378"/>
                </a:lnTo>
                <a:lnTo>
                  <a:pt x="2100709" y="652673"/>
                </a:lnTo>
                <a:lnTo>
                  <a:pt x="2102163" y="642385"/>
                </a:lnTo>
                <a:lnTo>
                  <a:pt x="2106524" y="643781"/>
                </a:lnTo>
                <a:lnTo>
                  <a:pt x="2132692" y="585439"/>
                </a:lnTo>
                <a:lnTo>
                  <a:pt x="2134146" y="568945"/>
                </a:lnTo>
                <a:lnTo>
                  <a:pt x="2138507" y="579618"/>
                </a:lnTo>
                <a:lnTo>
                  <a:pt x="2139961" y="580174"/>
                </a:lnTo>
                <a:lnTo>
                  <a:pt x="2144323" y="559450"/>
                </a:lnTo>
                <a:lnTo>
                  <a:pt x="2148684" y="563953"/>
                </a:lnTo>
                <a:lnTo>
                  <a:pt x="2154499" y="555392"/>
                </a:lnTo>
                <a:lnTo>
                  <a:pt x="2155953" y="557870"/>
                </a:lnTo>
                <a:lnTo>
                  <a:pt x="2176306" y="574546"/>
                </a:lnTo>
                <a:lnTo>
                  <a:pt x="2179213" y="565210"/>
                </a:lnTo>
                <a:lnTo>
                  <a:pt x="2183574" y="573365"/>
                </a:lnTo>
                <a:lnTo>
                  <a:pt x="2190843" y="587689"/>
                </a:lnTo>
                <a:lnTo>
                  <a:pt x="2195204" y="589927"/>
                </a:lnTo>
                <a:lnTo>
                  <a:pt x="2196658" y="599447"/>
                </a:lnTo>
                <a:lnTo>
                  <a:pt x="2199566" y="583853"/>
                </a:lnTo>
                <a:lnTo>
                  <a:pt x="2208288" y="608564"/>
                </a:lnTo>
                <a:lnTo>
                  <a:pt x="2212650" y="594820"/>
                </a:lnTo>
                <a:lnTo>
                  <a:pt x="2214104" y="596951"/>
                </a:lnTo>
                <a:lnTo>
                  <a:pt x="2217011" y="615802"/>
                </a:lnTo>
                <a:lnTo>
                  <a:pt x="2219919" y="612216"/>
                </a:lnTo>
                <a:lnTo>
                  <a:pt x="2225734" y="589071"/>
                </a:lnTo>
                <a:lnTo>
                  <a:pt x="2227188" y="594631"/>
                </a:lnTo>
                <a:lnTo>
                  <a:pt x="2231549" y="613874"/>
                </a:lnTo>
                <a:lnTo>
                  <a:pt x="2233003" y="608420"/>
                </a:lnTo>
                <a:lnTo>
                  <a:pt x="2235911" y="601325"/>
                </a:lnTo>
                <a:lnTo>
                  <a:pt x="2238818" y="607552"/>
                </a:lnTo>
                <a:lnTo>
                  <a:pt x="2251902" y="633078"/>
                </a:lnTo>
                <a:lnTo>
                  <a:pt x="2254810" y="627348"/>
                </a:lnTo>
                <a:lnTo>
                  <a:pt x="2259171" y="604704"/>
                </a:lnTo>
                <a:lnTo>
                  <a:pt x="2263532" y="608759"/>
                </a:lnTo>
                <a:lnTo>
                  <a:pt x="2264986" y="610183"/>
                </a:lnTo>
                <a:lnTo>
                  <a:pt x="2273708" y="577188"/>
                </a:lnTo>
                <a:lnTo>
                  <a:pt x="2275162" y="586719"/>
                </a:lnTo>
                <a:lnTo>
                  <a:pt x="2278070" y="594245"/>
                </a:lnTo>
                <a:lnTo>
                  <a:pt x="2279524" y="591329"/>
                </a:lnTo>
                <a:lnTo>
                  <a:pt x="2289700" y="559686"/>
                </a:lnTo>
                <a:lnTo>
                  <a:pt x="2292608" y="560604"/>
                </a:lnTo>
                <a:lnTo>
                  <a:pt x="2320230" y="505431"/>
                </a:lnTo>
                <a:lnTo>
                  <a:pt x="2327498" y="482320"/>
                </a:lnTo>
                <a:lnTo>
                  <a:pt x="2331860" y="494877"/>
                </a:lnTo>
                <a:lnTo>
                  <a:pt x="2334768" y="483808"/>
                </a:lnTo>
                <a:lnTo>
                  <a:pt x="2342036" y="459346"/>
                </a:lnTo>
                <a:lnTo>
                  <a:pt x="2343490" y="461209"/>
                </a:lnTo>
                <a:lnTo>
                  <a:pt x="2344944" y="463738"/>
                </a:lnTo>
                <a:lnTo>
                  <a:pt x="2346398" y="456018"/>
                </a:lnTo>
                <a:lnTo>
                  <a:pt x="2369658" y="392987"/>
                </a:lnTo>
                <a:lnTo>
                  <a:pt x="2372565" y="408482"/>
                </a:lnTo>
                <a:lnTo>
                  <a:pt x="2374019" y="412217"/>
                </a:lnTo>
                <a:lnTo>
                  <a:pt x="2376927" y="405644"/>
                </a:lnTo>
                <a:lnTo>
                  <a:pt x="2379835" y="391681"/>
                </a:lnTo>
                <a:lnTo>
                  <a:pt x="2382742" y="393614"/>
                </a:lnTo>
                <a:lnTo>
                  <a:pt x="2388557" y="382829"/>
                </a:lnTo>
                <a:lnTo>
                  <a:pt x="2394372" y="363897"/>
                </a:lnTo>
                <a:lnTo>
                  <a:pt x="2395826" y="367226"/>
                </a:lnTo>
                <a:lnTo>
                  <a:pt x="2401641" y="368319"/>
                </a:lnTo>
                <a:lnTo>
                  <a:pt x="2410364" y="353181"/>
                </a:lnTo>
                <a:lnTo>
                  <a:pt x="2430716" y="325200"/>
                </a:lnTo>
                <a:lnTo>
                  <a:pt x="2455431" y="284720"/>
                </a:lnTo>
                <a:lnTo>
                  <a:pt x="2471422" y="259976"/>
                </a:lnTo>
                <a:lnTo>
                  <a:pt x="2478692" y="248411"/>
                </a:lnTo>
                <a:lnTo>
                  <a:pt x="2485960" y="236983"/>
                </a:lnTo>
                <a:lnTo>
                  <a:pt x="2516490" y="180168"/>
                </a:lnTo>
                <a:lnTo>
                  <a:pt x="2517943" y="185013"/>
                </a:lnTo>
                <a:lnTo>
                  <a:pt x="2520851" y="179870"/>
                </a:lnTo>
                <a:lnTo>
                  <a:pt x="2529573" y="159899"/>
                </a:lnTo>
                <a:lnTo>
                  <a:pt x="2531027" y="161906"/>
                </a:lnTo>
                <a:lnTo>
                  <a:pt x="2532481" y="160447"/>
                </a:lnTo>
                <a:lnTo>
                  <a:pt x="2541204" y="147574"/>
                </a:lnTo>
                <a:lnTo>
                  <a:pt x="2544111" y="154013"/>
                </a:lnTo>
                <a:lnTo>
                  <a:pt x="2547019" y="148874"/>
                </a:lnTo>
                <a:lnTo>
                  <a:pt x="2557196" y="134796"/>
                </a:lnTo>
                <a:lnTo>
                  <a:pt x="2564464" y="118697"/>
                </a:lnTo>
                <a:lnTo>
                  <a:pt x="2565918" y="122262"/>
                </a:lnTo>
                <a:lnTo>
                  <a:pt x="2567372" y="118551"/>
                </a:lnTo>
                <a:lnTo>
                  <a:pt x="2573187" y="101789"/>
                </a:lnTo>
                <a:lnTo>
                  <a:pt x="2576094" y="104388"/>
                </a:lnTo>
                <a:lnTo>
                  <a:pt x="2581910" y="101816"/>
                </a:lnTo>
                <a:lnTo>
                  <a:pt x="2589179" y="93812"/>
                </a:lnTo>
                <a:lnTo>
                  <a:pt x="2597901" y="88718"/>
                </a:lnTo>
                <a:lnTo>
                  <a:pt x="2599355" y="87802"/>
                </a:lnTo>
                <a:lnTo>
                  <a:pt x="2600809" y="97566"/>
                </a:lnTo>
                <a:lnTo>
                  <a:pt x="2605170" y="96760"/>
                </a:lnTo>
                <a:lnTo>
                  <a:pt x="2612439" y="80078"/>
                </a:lnTo>
                <a:lnTo>
                  <a:pt x="2613893" y="84229"/>
                </a:lnTo>
                <a:lnTo>
                  <a:pt x="2625523" y="64163"/>
                </a:lnTo>
                <a:lnTo>
                  <a:pt x="2626977" y="80855"/>
                </a:lnTo>
                <a:lnTo>
                  <a:pt x="2629884" y="67378"/>
                </a:lnTo>
                <a:lnTo>
                  <a:pt x="2638607" y="52498"/>
                </a:lnTo>
                <a:lnTo>
                  <a:pt x="2641514" y="60642"/>
                </a:lnTo>
                <a:lnTo>
                  <a:pt x="2642968" y="53945"/>
                </a:lnTo>
                <a:lnTo>
                  <a:pt x="2648783" y="39922"/>
                </a:lnTo>
                <a:lnTo>
                  <a:pt x="2650237" y="40328"/>
                </a:lnTo>
                <a:lnTo>
                  <a:pt x="2651691" y="41458"/>
                </a:lnTo>
                <a:lnTo>
                  <a:pt x="2653145" y="38027"/>
                </a:lnTo>
                <a:lnTo>
                  <a:pt x="2664775" y="25524"/>
                </a:lnTo>
                <a:lnTo>
                  <a:pt x="2674951" y="33112"/>
                </a:lnTo>
                <a:lnTo>
                  <a:pt x="2679313" y="23008"/>
                </a:lnTo>
                <a:lnTo>
                  <a:pt x="2680767" y="25585"/>
                </a:lnTo>
                <a:lnTo>
                  <a:pt x="2706934" y="16147"/>
                </a:lnTo>
                <a:lnTo>
                  <a:pt x="2709842" y="13627"/>
                </a:lnTo>
                <a:lnTo>
                  <a:pt x="2711295" y="15785"/>
                </a:lnTo>
                <a:lnTo>
                  <a:pt x="2715657" y="27868"/>
                </a:lnTo>
                <a:lnTo>
                  <a:pt x="2717111" y="23488"/>
                </a:lnTo>
                <a:lnTo>
                  <a:pt x="2721472" y="7871"/>
                </a:lnTo>
                <a:lnTo>
                  <a:pt x="2722926" y="11119"/>
                </a:lnTo>
                <a:lnTo>
                  <a:pt x="2725834" y="21075"/>
                </a:lnTo>
                <a:lnTo>
                  <a:pt x="2728741" y="13233"/>
                </a:lnTo>
                <a:lnTo>
                  <a:pt x="2730195" y="7887"/>
                </a:lnTo>
                <a:lnTo>
                  <a:pt x="2733102" y="12266"/>
                </a:lnTo>
                <a:lnTo>
                  <a:pt x="2736010" y="16925"/>
                </a:lnTo>
                <a:lnTo>
                  <a:pt x="2737464" y="11873"/>
                </a:lnTo>
                <a:lnTo>
                  <a:pt x="2738918" y="7685"/>
                </a:lnTo>
                <a:lnTo>
                  <a:pt x="2740371" y="14422"/>
                </a:lnTo>
                <a:lnTo>
                  <a:pt x="2743279" y="11710"/>
                </a:lnTo>
                <a:lnTo>
                  <a:pt x="2750548" y="16402"/>
                </a:lnTo>
                <a:lnTo>
                  <a:pt x="2752002" y="11692"/>
                </a:lnTo>
                <a:lnTo>
                  <a:pt x="2756363" y="0"/>
                </a:lnTo>
                <a:lnTo>
                  <a:pt x="2757817" y="2330"/>
                </a:lnTo>
                <a:lnTo>
                  <a:pt x="2762178" y="21487"/>
                </a:lnTo>
                <a:lnTo>
                  <a:pt x="2763632" y="18089"/>
                </a:lnTo>
                <a:lnTo>
                  <a:pt x="2765085" y="15079"/>
                </a:lnTo>
                <a:lnTo>
                  <a:pt x="2766539" y="19727"/>
                </a:lnTo>
                <a:lnTo>
                  <a:pt x="2767993" y="24145"/>
                </a:lnTo>
                <a:lnTo>
                  <a:pt x="2770901" y="15905"/>
                </a:lnTo>
                <a:lnTo>
                  <a:pt x="2772355" y="11404"/>
                </a:lnTo>
                <a:lnTo>
                  <a:pt x="2773808" y="20110"/>
                </a:lnTo>
                <a:lnTo>
                  <a:pt x="2775262" y="17144"/>
                </a:lnTo>
                <a:lnTo>
                  <a:pt x="2783985" y="13633"/>
                </a:lnTo>
                <a:lnTo>
                  <a:pt x="2789799" y="22293"/>
                </a:lnTo>
                <a:lnTo>
                  <a:pt x="2792708" y="16555"/>
                </a:lnTo>
                <a:lnTo>
                  <a:pt x="2794161" y="22014"/>
                </a:lnTo>
                <a:lnTo>
                  <a:pt x="2797069" y="25690"/>
                </a:lnTo>
                <a:lnTo>
                  <a:pt x="2799976" y="36420"/>
                </a:lnTo>
                <a:lnTo>
                  <a:pt x="2802884" y="29096"/>
                </a:lnTo>
                <a:lnTo>
                  <a:pt x="2808699" y="23129"/>
                </a:lnTo>
                <a:lnTo>
                  <a:pt x="2810152" y="27752"/>
                </a:lnTo>
                <a:lnTo>
                  <a:pt x="2818875" y="41420"/>
                </a:lnTo>
                <a:lnTo>
                  <a:pt x="2823236" y="46804"/>
                </a:lnTo>
                <a:lnTo>
                  <a:pt x="2824691" y="35477"/>
                </a:lnTo>
                <a:lnTo>
                  <a:pt x="2827598" y="40292"/>
                </a:lnTo>
                <a:lnTo>
                  <a:pt x="2834867" y="63768"/>
                </a:lnTo>
                <a:lnTo>
                  <a:pt x="2836321" y="63232"/>
                </a:lnTo>
                <a:lnTo>
                  <a:pt x="2839228" y="58051"/>
                </a:lnTo>
                <a:lnTo>
                  <a:pt x="2840682" y="62898"/>
                </a:lnTo>
                <a:lnTo>
                  <a:pt x="2852312" y="79717"/>
                </a:lnTo>
                <a:lnTo>
                  <a:pt x="2856673" y="74110"/>
                </a:lnTo>
                <a:lnTo>
                  <a:pt x="2863942" y="87302"/>
                </a:lnTo>
                <a:lnTo>
                  <a:pt x="2868303" y="73454"/>
                </a:lnTo>
                <a:lnTo>
                  <a:pt x="2869758" y="81444"/>
                </a:lnTo>
                <a:lnTo>
                  <a:pt x="2874119" y="98663"/>
                </a:lnTo>
                <a:lnTo>
                  <a:pt x="2877026" y="95446"/>
                </a:lnTo>
                <a:lnTo>
                  <a:pt x="2879934" y="86287"/>
                </a:lnTo>
                <a:lnTo>
                  <a:pt x="2881388" y="88310"/>
                </a:lnTo>
                <a:lnTo>
                  <a:pt x="2882842" y="95370"/>
                </a:lnTo>
                <a:lnTo>
                  <a:pt x="2887203" y="91686"/>
                </a:lnTo>
                <a:lnTo>
                  <a:pt x="2894472" y="92158"/>
                </a:lnTo>
                <a:lnTo>
                  <a:pt x="2897379" y="111471"/>
                </a:lnTo>
                <a:lnTo>
                  <a:pt x="2900287" y="103334"/>
                </a:lnTo>
                <a:lnTo>
                  <a:pt x="2901740" y="104680"/>
                </a:lnTo>
                <a:lnTo>
                  <a:pt x="2904648" y="100466"/>
                </a:lnTo>
                <a:lnTo>
                  <a:pt x="2907556" y="103845"/>
                </a:lnTo>
                <a:lnTo>
                  <a:pt x="2910463" y="117114"/>
                </a:lnTo>
                <a:lnTo>
                  <a:pt x="2913371" y="114106"/>
                </a:lnTo>
                <a:lnTo>
                  <a:pt x="2914825" y="110934"/>
                </a:lnTo>
                <a:lnTo>
                  <a:pt x="2917732" y="117018"/>
                </a:lnTo>
                <a:lnTo>
                  <a:pt x="2919186" y="118948"/>
                </a:lnTo>
                <a:lnTo>
                  <a:pt x="2920640" y="111648"/>
                </a:lnTo>
                <a:lnTo>
                  <a:pt x="2925001" y="115835"/>
                </a:lnTo>
                <a:lnTo>
                  <a:pt x="2927909" y="128825"/>
                </a:lnTo>
                <a:lnTo>
                  <a:pt x="2930816" y="125851"/>
                </a:lnTo>
                <a:lnTo>
                  <a:pt x="2940993" y="134990"/>
                </a:lnTo>
                <a:lnTo>
                  <a:pt x="2949716" y="142708"/>
                </a:lnTo>
                <a:lnTo>
                  <a:pt x="2952623" y="141593"/>
                </a:lnTo>
                <a:lnTo>
                  <a:pt x="2954077" y="145890"/>
                </a:lnTo>
                <a:lnTo>
                  <a:pt x="2962799" y="155517"/>
                </a:lnTo>
                <a:lnTo>
                  <a:pt x="2965707" y="154775"/>
                </a:lnTo>
                <a:lnTo>
                  <a:pt x="2971522" y="172947"/>
                </a:lnTo>
                <a:lnTo>
                  <a:pt x="2974430" y="171399"/>
                </a:lnTo>
                <a:lnTo>
                  <a:pt x="2977337" y="178414"/>
                </a:lnTo>
                <a:lnTo>
                  <a:pt x="2980244" y="174605"/>
                </a:lnTo>
                <a:lnTo>
                  <a:pt x="2983152" y="175435"/>
                </a:lnTo>
                <a:lnTo>
                  <a:pt x="2990421" y="194165"/>
                </a:lnTo>
                <a:lnTo>
                  <a:pt x="2991875" y="190773"/>
                </a:lnTo>
                <a:lnTo>
                  <a:pt x="2994783" y="185539"/>
                </a:lnTo>
                <a:lnTo>
                  <a:pt x="2996236" y="192211"/>
                </a:lnTo>
                <a:lnTo>
                  <a:pt x="2997690" y="190468"/>
                </a:lnTo>
                <a:lnTo>
                  <a:pt x="3004959" y="221516"/>
                </a:lnTo>
                <a:lnTo>
                  <a:pt x="3007867" y="210392"/>
                </a:lnTo>
                <a:lnTo>
                  <a:pt x="3009320" y="222160"/>
                </a:lnTo>
                <a:lnTo>
                  <a:pt x="3020950" y="245526"/>
                </a:lnTo>
                <a:lnTo>
                  <a:pt x="3022404" y="236498"/>
                </a:lnTo>
                <a:lnTo>
                  <a:pt x="3025311" y="243638"/>
                </a:lnTo>
                <a:lnTo>
                  <a:pt x="3032581" y="252482"/>
                </a:lnTo>
                <a:lnTo>
                  <a:pt x="3042757" y="269278"/>
                </a:lnTo>
                <a:lnTo>
                  <a:pt x="3051480" y="274258"/>
                </a:lnTo>
                <a:lnTo>
                  <a:pt x="3058748" y="290426"/>
                </a:lnTo>
                <a:lnTo>
                  <a:pt x="3060203" y="282190"/>
                </a:lnTo>
                <a:lnTo>
                  <a:pt x="3063110" y="291425"/>
                </a:lnTo>
                <a:lnTo>
                  <a:pt x="3064564" y="289408"/>
                </a:lnTo>
                <a:lnTo>
                  <a:pt x="3066017" y="293043"/>
                </a:lnTo>
                <a:lnTo>
                  <a:pt x="3067471" y="298203"/>
                </a:lnTo>
                <a:lnTo>
                  <a:pt x="3070379" y="290645"/>
                </a:lnTo>
                <a:lnTo>
                  <a:pt x="3077648" y="305667"/>
                </a:lnTo>
                <a:lnTo>
                  <a:pt x="3079101" y="299811"/>
                </a:lnTo>
                <a:lnTo>
                  <a:pt x="3080555" y="293040"/>
                </a:lnTo>
                <a:lnTo>
                  <a:pt x="3084917" y="294546"/>
                </a:lnTo>
                <a:lnTo>
                  <a:pt x="3086370" y="307025"/>
                </a:lnTo>
                <a:lnTo>
                  <a:pt x="3090732" y="300717"/>
                </a:lnTo>
                <a:lnTo>
                  <a:pt x="3096547" y="320060"/>
                </a:lnTo>
                <a:lnTo>
                  <a:pt x="3098001" y="319621"/>
                </a:lnTo>
                <a:lnTo>
                  <a:pt x="3099454" y="315639"/>
                </a:lnTo>
                <a:lnTo>
                  <a:pt x="3102362" y="317366"/>
                </a:lnTo>
                <a:lnTo>
                  <a:pt x="3106724" y="329811"/>
                </a:lnTo>
                <a:lnTo>
                  <a:pt x="3108177" y="323283"/>
                </a:lnTo>
                <a:lnTo>
                  <a:pt x="3109631" y="315184"/>
                </a:lnTo>
                <a:lnTo>
                  <a:pt x="3113992" y="320513"/>
                </a:lnTo>
                <a:lnTo>
                  <a:pt x="3115446" y="318653"/>
                </a:lnTo>
                <a:lnTo>
                  <a:pt x="3118354" y="326419"/>
                </a:lnTo>
                <a:lnTo>
                  <a:pt x="3119807" y="317955"/>
                </a:lnTo>
                <a:lnTo>
                  <a:pt x="3128530" y="297491"/>
                </a:lnTo>
                <a:lnTo>
                  <a:pt x="3129984" y="299630"/>
                </a:lnTo>
                <a:lnTo>
                  <a:pt x="3134345" y="281531"/>
                </a:lnTo>
                <a:lnTo>
                  <a:pt x="3135799" y="285937"/>
                </a:lnTo>
                <a:lnTo>
                  <a:pt x="3185228" y="453214"/>
                </a:lnTo>
                <a:lnTo>
                  <a:pt x="3186681" y="450074"/>
                </a:lnTo>
                <a:lnTo>
                  <a:pt x="3195404" y="483410"/>
                </a:lnTo>
                <a:lnTo>
                  <a:pt x="3204126" y="501680"/>
                </a:lnTo>
                <a:lnTo>
                  <a:pt x="3212849" y="511483"/>
                </a:lnTo>
                <a:lnTo>
                  <a:pt x="3217211" y="529852"/>
                </a:lnTo>
                <a:lnTo>
                  <a:pt x="3220118" y="522861"/>
                </a:lnTo>
                <a:lnTo>
                  <a:pt x="3228841" y="553431"/>
                </a:lnTo>
                <a:lnTo>
                  <a:pt x="3230295" y="551297"/>
                </a:lnTo>
                <a:lnTo>
                  <a:pt x="3231748" y="543238"/>
                </a:lnTo>
                <a:lnTo>
                  <a:pt x="3236109" y="548858"/>
                </a:lnTo>
                <a:lnTo>
                  <a:pt x="3239017" y="541234"/>
                </a:lnTo>
                <a:lnTo>
                  <a:pt x="3243378" y="544513"/>
                </a:lnTo>
                <a:lnTo>
                  <a:pt x="3252101" y="555871"/>
                </a:lnTo>
                <a:lnTo>
                  <a:pt x="3256462" y="556371"/>
                </a:lnTo>
                <a:lnTo>
                  <a:pt x="3279723" y="591508"/>
                </a:lnTo>
                <a:lnTo>
                  <a:pt x="3282630" y="585467"/>
                </a:lnTo>
                <a:lnTo>
                  <a:pt x="3284085" y="581822"/>
                </a:lnTo>
                <a:lnTo>
                  <a:pt x="3285538" y="584258"/>
                </a:lnTo>
                <a:lnTo>
                  <a:pt x="3297168" y="613224"/>
                </a:lnTo>
                <a:lnTo>
                  <a:pt x="3301529" y="613088"/>
                </a:lnTo>
                <a:lnTo>
                  <a:pt x="3307345" y="627276"/>
                </a:lnTo>
                <a:lnTo>
                  <a:pt x="3308799" y="624369"/>
                </a:lnTo>
                <a:lnTo>
                  <a:pt x="3310252" y="629425"/>
                </a:lnTo>
                <a:lnTo>
                  <a:pt x="3314613" y="641785"/>
                </a:lnTo>
                <a:lnTo>
                  <a:pt x="3317521" y="640860"/>
                </a:lnTo>
                <a:lnTo>
                  <a:pt x="3318975" y="640027"/>
                </a:lnTo>
                <a:lnTo>
                  <a:pt x="3329152" y="664890"/>
                </a:lnTo>
                <a:lnTo>
                  <a:pt x="3334966" y="669079"/>
                </a:lnTo>
                <a:lnTo>
                  <a:pt x="3343689" y="682713"/>
                </a:lnTo>
                <a:lnTo>
                  <a:pt x="3346597" y="678898"/>
                </a:lnTo>
                <a:lnTo>
                  <a:pt x="3348050" y="682283"/>
                </a:lnTo>
                <a:lnTo>
                  <a:pt x="3353866" y="694434"/>
                </a:lnTo>
                <a:lnTo>
                  <a:pt x="3355319" y="693836"/>
                </a:lnTo>
                <a:lnTo>
                  <a:pt x="3368403" y="713647"/>
                </a:lnTo>
                <a:lnTo>
                  <a:pt x="3369857" y="712674"/>
                </a:lnTo>
                <a:lnTo>
                  <a:pt x="3372765" y="706684"/>
                </a:lnTo>
                <a:lnTo>
                  <a:pt x="3374219" y="711959"/>
                </a:lnTo>
                <a:lnTo>
                  <a:pt x="3381487" y="731251"/>
                </a:lnTo>
                <a:lnTo>
                  <a:pt x="3384395" y="725427"/>
                </a:lnTo>
                <a:lnTo>
                  <a:pt x="3385849" y="727303"/>
                </a:lnTo>
                <a:lnTo>
                  <a:pt x="3391664" y="743305"/>
                </a:lnTo>
                <a:lnTo>
                  <a:pt x="3393117" y="741860"/>
                </a:lnTo>
                <a:lnTo>
                  <a:pt x="3396025" y="735778"/>
                </a:lnTo>
                <a:lnTo>
                  <a:pt x="3397479" y="742420"/>
                </a:lnTo>
                <a:lnTo>
                  <a:pt x="3401840" y="744297"/>
                </a:lnTo>
                <a:lnTo>
                  <a:pt x="3406202" y="755160"/>
                </a:lnTo>
                <a:lnTo>
                  <a:pt x="3407656" y="752413"/>
                </a:lnTo>
                <a:lnTo>
                  <a:pt x="3409109" y="748160"/>
                </a:lnTo>
                <a:lnTo>
                  <a:pt x="3412017" y="751905"/>
                </a:lnTo>
                <a:lnTo>
                  <a:pt x="3426554" y="776404"/>
                </a:lnTo>
                <a:lnTo>
                  <a:pt x="3428008" y="773518"/>
                </a:lnTo>
                <a:lnTo>
                  <a:pt x="3430916" y="777015"/>
                </a:lnTo>
                <a:lnTo>
                  <a:pt x="3452723" y="793325"/>
                </a:lnTo>
                <a:lnTo>
                  <a:pt x="3471621" y="809527"/>
                </a:lnTo>
                <a:lnTo>
                  <a:pt x="3477437" y="804755"/>
                </a:lnTo>
                <a:lnTo>
                  <a:pt x="3478890" y="810714"/>
                </a:lnTo>
                <a:lnTo>
                  <a:pt x="3484706" y="813859"/>
                </a:lnTo>
                <a:lnTo>
                  <a:pt x="3489067" y="812015"/>
                </a:lnTo>
                <a:lnTo>
                  <a:pt x="3490521" y="814278"/>
                </a:lnTo>
                <a:lnTo>
                  <a:pt x="3491974" y="819673"/>
                </a:lnTo>
                <a:lnTo>
                  <a:pt x="3496336" y="818025"/>
                </a:lnTo>
                <a:lnTo>
                  <a:pt x="3513781" y="821675"/>
                </a:lnTo>
                <a:lnTo>
                  <a:pt x="3519596" y="823548"/>
                </a:lnTo>
                <a:lnTo>
                  <a:pt x="3528319" y="817621"/>
                </a:lnTo>
                <a:lnTo>
                  <a:pt x="3529773" y="821394"/>
                </a:lnTo>
                <a:lnTo>
                  <a:pt x="3535588" y="828847"/>
                </a:lnTo>
                <a:lnTo>
                  <a:pt x="3537041" y="827583"/>
                </a:lnTo>
                <a:lnTo>
                  <a:pt x="3539949" y="822678"/>
                </a:lnTo>
                <a:lnTo>
                  <a:pt x="3541403" y="825346"/>
                </a:lnTo>
                <a:lnTo>
                  <a:pt x="3542857" y="828263"/>
                </a:lnTo>
                <a:lnTo>
                  <a:pt x="3545764" y="821924"/>
                </a:lnTo>
                <a:lnTo>
                  <a:pt x="3550125" y="820124"/>
                </a:lnTo>
                <a:lnTo>
                  <a:pt x="3555941" y="828595"/>
                </a:lnTo>
                <a:lnTo>
                  <a:pt x="3557394" y="827202"/>
                </a:lnTo>
                <a:lnTo>
                  <a:pt x="3563210" y="816767"/>
                </a:lnTo>
                <a:lnTo>
                  <a:pt x="3564664" y="818517"/>
                </a:lnTo>
                <a:lnTo>
                  <a:pt x="3570478" y="822083"/>
                </a:lnTo>
                <a:lnTo>
                  <a:pt x="3586470" y="831270"/>
                </a:lnTo>
                <a:lnTo>
                  <a:pt x="3587924" y="828633"/>
                </a:lnTo>
                <a:lnTo>
                  <a:pt x="3615545" y="834240"/>
                </a:lnTo>
                <a:lnTo>
                  <a:pt x="3616999" y="838015"/>
                </a:lnTo>
                <a:lnTo>
                  <a:pt x="3618453" y="832310"/>
                </a:lnTo>
                <a:lnTo>
                  <a:pt x="3625722" y="824878"/>
                </a:lnTo>
                <a:lnTo>
                  <a:pt x="3628629" y="831120"/>
                </a:lnTo>
                <a:lnTo>
                  <a:pt x="3632991" y="828705"/>
                </a:lnTo>
                <a:lnTo>
                  <a:pt x="3634445" y="824965"/>
                </a:lnTo>
                <a:lnTo>
                  <a:pt x="3637352" y="831179"/>
                </a:lnTo>
                <a:lnTo>
                  <a:pt x="3641714" y="831175"/>
                </a:lnTo>
                <a:lnTo>
                  <a:pt x="3643168" y="826229"/>
                </a:lnTo>
                <a:lnTo>
                  <a:pt x="3646075" y="834485"/>
                </a:lnTo>
                <a:lnTo>
                  <a:pt x="3651890" y="841420"/>
                </a:lnTo>
                <a:lnTo>
                  <a:pt x="3653344" y="836046"/>
                </a:lnTo>
                <a:lnTo>
                  <a:pt x="3657705" y="839741"/>
                </a:lnTo>
                <a:lnTo>
                  <a:pt x="3660612" y="846688"/>
                </a:lnTo>
                <a:lnTo>
                  <a:pt x="3662066" y="850903"/>
                </a:lnTo>
                <a:lnTo>
                  <a:pt x="3664974" y="842901"/>
                </a:lnTo>
                <a:lnTo>
                  <a:pt x="3667882" y="846193"/>
                </a:lnTo>
                <a:lnTo>
                  <a:pt x="3669335" y="853305"/>
                </a:lnTo>
                <a:lnTo>
                  <a:pt x="3673696" y="850958"/>
                </a:lnTo>
                <a:lnTo>
                  <a:pt x="3675151" y="851263"/>
                </a:lnTo>
                <a:lnTo>
                  <a:pt x="3678058" y="843474"/>
                </a:lnTo>
                <a:lnTo>
                  <a:pt x="3680965" y="848199"/>
                </a:lnTo>
                <a:lnTo>
                  <a:pt x="3688235" y="855279"/>
                </a:lnTo>
                <a:lnTo>
                  <a:pt x="3691142" y="841103"/>
                </a:lnTo>
                <a:lnTo>
                  <a:pt x="3694049" y="852471"/>
                </a:lnTo>
                <a:lnTo>
                  <a:pt x="3695503" y="854880"/>
                </a:lnTo>
                <a:lnTo>
                  <a:pt x="3696957" y="849881"/>
                </a:lnTo>
                <a:lnTo>
                  <a:pt x="3698411" y="849487"/>
                </a:lnTo>
                <a:lnTo>
                  <a:pt x="3705680" y="858836"/>
                </a:lnTo>
                <a:lnTo>
                  <a:pt x="3710041" y="845253"/>
                </a:lnTo>
                <a:lnTo>
                  <a:pt x="3711495" y="850303"/>
                </a:lnTo>
                <a:lnTo>
                  <a:pt x="3721672" y="858723"/>
                </a:lnTo>
                <a:lnTo>
                  <a:pt x="3723125" y="855293"/>
                </a:lnTo>
                <a:lnTo>
                  <a:pt x="3724579" y="856723"/>
                </a:lnTo>
                <a:lnTo>
                  <a:pt x="3731848" y="865810"/>
                </a:lnTo>
                <a:lnTo>
                  <a:pt x="3734755" y="857398"/>
                </a:lnTo>
                <a:lnTo>
                  <a:pt x="3736209" y="860803"/>
                </a:lnTo>
                <a:lnTo>
                  <a:pt x="3740570" y="880093"/>
                </a:lnTo>
                <a:lnTo>
                  <a:pt x="3742025" y="867526"/>
                </a:lnTo>
                <a:lnTo>
                  <a:pt x="3743478" y="868418"/>
                </a:lnTo>
                <a:lnTo>
                  <a:pt x="3744932" y="876500"/>
                </a:lnTo>
                <a:lnTo>
                  <a:pt x="3747839" y="869326"/>
                </a:lnTo>
                <a:lnTo>
                  <a:pt x="3763831" y="866384"/>
                </a:lnTo>
                <a:lnTo>
                  <a:pt x="3774007" y="861885"/>
                </a:lnTo>
                <a:lnTo>
                  <a:pt x="3784184" y="861047"/>
                </a:lnTo>
                <a:lnTo>
                  <a:pt x="3785637" y="856042"/>
                </a:lnTo>
                <a:lnTo>
                  <a:pt x="3788545" y="865540"/>
                </a:lnTo>
                <a:lnTo>
                  <a:pt x="3789999" y="859791"/>
                </a:lnTo>
                <a:lnTo>
                  <a:pt x="3801629" y="858427"/>
                </a:lnTo>
                <a:lnTo>
                  <a:pt x="3803083" y="855985"/>
                </a:lnTo>
                <a:lnTo>
                  <a:pt x="3804537" y="864036"/>
                </a:lnTo>
                <a:lnTo>
                  <a:pt x="3819074" y="845484"/>
                </a:lnTo>
                <a:lnTo>
                  <a:pt x="3821982" y="850743"/>
                </a:lnTo>
                <a:lnTo>
                  <a:pt x="3826343" y="848884"/>
                </a:lnTo>
                <a:lnTo>
                  <a:pt x="3829251" y="846290"/>
                </a:lnTo>
                <a:lnTo>
                  <a:pt x="3830704" y="850107"/>
                </a:lnTo>
                <a:lnTo>
                  <a:pt x="3832159" y="853451"/>
                </a:lnTo>
                <a:lnTo>
                  <a:pt x="3835066" y="848688"/>
                </a:lnTo>
                <a:lnTo>
                  <a:pt x="3836520" y="847347"/>
                </a:lnTo>
                <a:lnTo>
                  <a:pt x="3837973" y="851829"/>
                </a:lnTo>
                <a:lnTo>
                  <a:pt x="3839427" y="852879"/>
                </a:lnTo>
                <a:lnTo>
                  <a:pt x="3840881" y="848617"/>
                </a:lnTo>
                <a:lnTo>
                  <a:pt x="3842334" y="846607"/>
                </a:lnTo>
                <a:lnTo>
                  <a:pt x="3845243" y="849663"/>
                </a:lnTo>
                <a:lnTo>
                  <a:pt x="3846696" y="851945"/>
                </a:lnTo>
                <a:lnTo>
                  <a:pt x="3849604" y="846949"/>
                </a:lnTo>
                <a:lnTo>
                  <a:pt x="3853965" y="849338"/>
                </a:lnTo>
                <a:lnTo>
                  <a:pt x="3856873" y="855373"/>
                </a:lnTo>
                <a:lnTo>
                  <a:pt x="3858326" y="849628"/>
                </a:lnTo>
                <a:lnTo>
                  <a:pt x="3859780" y="848445"/>
                </a:lnTo>
                <a:lnTo>
                  <a:pt x="3861234" y="852754"/>
                </a:lnTo>
                <a:lnTo>
                  <a:pt x="3862688" y="858762"/>
                </a:lnTo>
                <a:lnTo>
                  <a:pt x="3865596" y="848975"/>
                </a:lnTo>
                <a:lnTo>
                  <a:pt x="3867049" y="846980"/>
                </a:lnTo>
                <a:lnTo>
                  <a:pt x="3868503" y="851629"/>
                </a:lnTo>
                <a:lnTo>
                  <a:pt x="3874318" y="850311"/>
                </a:lnTo>
                <a:lnTo>
                  <a:pt x="3891763" y="847546"/>
                </a:lnTo>
                <a:lnTo>
                  <a:pt x="3896124" y="852813"/>
                </a:lnTo>
                <a:lnTo>
                  <a:pt x="3897578" y="847778"/>
                </a:lnTo>
                <a:lnTo>
                  <a:pt x="3900486" y="850053"/>
                </a:lnTo>
                <a:lnTo>
                  <a:pt x="3903394" y="845103"/>
                </a:lnTo>
                <a:lnTo>
                  <a:pt x="3920839" y="855349"/>
                </a:lnTo>
                <a:lnTo>
                  <a:pt x="3923747" y="850018"/>
                </a:lnTo>
                <a:lnTo>
                  <a:pt x="3925200" y="852869"/>
                </a:lnTo>
                <a:lnTo>
                  <a:pt x="3929561" y="856865"/>
                </a:lnTo>
                <a:lnTo>
                  <a:pt x="3931015" y="854403"/>
                </a:lnTo>
                <a:lnTo>
                  <a:pt x="3932469" y="852195"/>
                </a:lnTo>
                <a:lnTo>
                  <a:pt x="3933923" y="855391"/>
                </a:lnTo>
                <a:lnTo>
                  <a:pt x="3936830" y="859149"/>
                </a:lnTo>
                <a:lnTo>
                  <a:pt x="3939738" y="857253"/>
                </a:lnTo>
                <a:lnTo>
                  <a:pt x="3945553" y="854102"/>
                </a:lnTo>
                <a:lnTo>
                  <a:pt x="3955730" y="863394"/>
                </a:lnTo>
                <a:lnTo>
                  <a:pt x="3958637" y="856249"/>
                </a:lnTo>
                <a:lnTo>
                  <a:pt x="3960091" y="858092"/>
                </a:lnTo>
                <a:lnTo>
                  <a:pt x="3964452" y="869296"/>
                </a:lnTo>
                <a:lnTo>
                  <a:pt x="3965906" y="867445"/>
                </a:lnTo>
                <a:lnTo>
                  <a:pt x="3970267" y="859915"/>
                </a:lnTo>
                <a:lnTo>
                  <a:pt x="3971721" y="860413"/>
                </a:lnTo>
                <a:lnTo>
                  <a:pt x="3980444" y="868468"/>
                </a:lnTo>
                <a:lnTo>
                  <a:pt x="3983351" y="863081"/>
                </a:lnTo>
                <a:lnTo>
                  <a:pt x="3986259" y="864113"/>
                </a:lnTo>
                <a:lnTo>
                  <a:pt x="3987712" y="867289"/>
                </a:lnTo>
                <a:lnTo>
                  <a:pt x="3989167" y="862753"/>
                </a:lnTo>
                <a:lnTo>
                  <a:pt x="3990620" y="858606"/>
                </a:lnTo>
                <a:lnTo>
                  <a:pt x="3993528" y="865259"/>
                </a:lnTo>
                <a:lnTo>
                  <a:pt x="3994981" y="868686"/>
                </a:lnTo>
                <a:lnTo>
                  <a:pt x="3999343" y="865134"/>
                </a:lnTo>
                <a:lnTo>
                  <a:pt x="4024057" y="864984"/>
                </a:lnTo>
                <a:lnTo>
                  <a:pt x="4026965" y="863699"/>
                </a:lnTo>
                <a:lnTo>
                  <a:pt x="4029872" y="867851"/>
                </a:lnTo>
                <a:lnTo>
                  <a:pt x="4035687" y="863088"/>
                </a:lnTo>
                <a:lnTo>
                  <a:pt x="4037141" y="867794"/>
                </a:lnTo>
                <a:lnTo>
                  <a:pt x="4041502" y="865506"/>
                </a:lnTo>
                <a:lnTo>
                  <a:pt x="4054586" y="870500"/>
                </a:lnTo>
                <a:lnTo>
                  <a:pt x="4056040" y="866401"/>
                </a:lnTo>
                <a:lnTo>
                  <a:pt x="4060402" y="868621"/>
                </a:lnTo>
                <a:lnTo>
                  <a:pt x="4072032" y="865862"/>
                </a:lnTo>
              </a:path>
            </a:pathLst>
          </a:custGeom>
          <a:noFill/>
          <a:ln w="392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6"/>
          <p:cNvSpPr/>
          <p:nvPr/>
        </p:nvSpPr>
        <p:spPr>
          <a:xfrm>
            <a:off x="7529885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7"/>
          <p:cNvSpPr/>
          <p:nvPr/>
        </p:nvSpPr>
        <p:spPr>
          <a:xfrm>
            <a:off x="12009119" y="3766490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68"/>
          <p:cNvSpPr/>
          <p:nvPr/>
        </p:nvSpPr>
        <p:spPr>
          <a:xfrm>
            <a:off x="7529885" y="5385885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69"/>
          <p:cNvSpPr/>
          <p:nvPr/>
        </p:nvSpPr>
        <p:spPr>
          <a:xfrm>
            <a:off x="7529885" y="3766490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66386" y="3395085"/>
            <a:ext cx="2104680" cy="400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8" b="0" i="0">
                <a:solidFill>
                  <a:srgbClr val="3B6CA8"/>
                </a:solidFill>
                <a:latin typeface="Times New Roman"/>
              </a:rPr>
              <a:t>Robot A · right</a:t>
            </a:r>
          </a:p>
        </p:txBody>
      </p:sp>
      <p:sp>
        <p:nvSpPr>
          <p:cNvPr id="97" name="Editable path 70"/>
          <p:cNvSpPr/>
          <p:nvPr/>
        </p:nvSpPr>
        <p:spPr>
          <a:xfrm>
            <a:off x="1706880" y="6009829"/>
            <a:ext cx="4479235" cy="1619395"/>
          </a:xfrm>
          <a:custGeom>
            <a:avLst/>
            <a:gdLst/>
            <a:ahLst/>
            <a:cxnLst/>
            <a:rect l="l" t="t" r="r" b="b"/>
            <a:pathLst>
              <a:path w="4479235" h="1619395">
                <a:moveTo>
                  <a:pt x="0" y="0"/>
                </a:moveTo>
                <a:lnTo>
                  <a:pt x="4479235" y="0"/>
                </a:lnTo>
                <a:lnTo>
                  <a:pt x="4479235" y="1619395"/>
                </a:lnTo>
                <a:lnTo>
                  <a:pt x="0" y="16193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71"/>
          <p:cNvSpPr/>
          <p:nvPr/>
        </p:nvSpPr>
        <p:spPr>
          <a:xfrm>
            <a:off x="1910482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72"/>
          <p:cNvSpPr/>
          <p:nvPr/>
        </p:nvSpPr>
        <p:spPr>
          <a:xfrm>
            <a:off x="1910482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836858" y="7809929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1" name="Editable path 73"/>
          <p:cNvSpPr/>
          <p:nvPr/>
        </p:nvSpPr>
        <p:spPr>
          <a:xfrm>
            <a:off x="3364259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74"/>
          <p:cNvSpPr/>
          <p:nvPr/>
        </p:nvSpPr>
        <p:spPr>
          <a:xfrm>
            <a:off x="3364259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17012" y="7809929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04" name="Editable path 75"/>
          <p:cNvSpPr/>
          <p:nvPr/>
        </p:nvSpPr>
        <p:spPr>
          <a:xfrm>
            <a:off x="4818037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76"/>
          <p:cNvSpPr/>
          <p:nvPr/>
        </p:nvSpPr>
        <p:spPr>
          <a:xfrm>
            <a:off x="4818037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70790" y="7809929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07" name="Editable path 77"/>
          <p:cNvSpPr/>
          <p:nvPr/>
        </p:nvSpPr>
        <p:spPr>
          <a:xfrm>
            <a:off x="1706880" y="7189959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78"/>
          <p:cNvSpPr/>
          <p:nvPr/>
        </p:nvSpPr>
        <p:spPr>
          <a:xfrm>
            <a:off x="1535092" y="7189959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38763" y="7049330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10" name="Editable path 79"/>
          <p:cNvSpPr/>
          <p:nvPr/>
        </p:nvSpPr>
        <p:spPr>
          <a:xfrm>
            <a:off x="1706880" y="6327394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80"/>
          <p:cNvSpPr/>
          <p:nvPr/>
        </p:nvSpPr>
        <p:spPr>
          <a:xfrm>
            <a:off x="1535092" y="6327394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44271" y="6186764"/>
            <a:ext cx="515362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250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85659" y="6622246"/>
            <a:ext cx="13287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114" name="Editable path 81"/>
          <p:cNvSpPr/>
          <p:nvPr/>
        </p:nvSpPr>
        <p:spPr>
          <a:xfrm>
            <a:off x="1910482" y="6083438"/>
            <a:ext cx="4072031" cy="1303753"/>
          </a:xfrm>
          <a:custGeom>
            <a:avLst/>
            <a:gdLst/>
            <a:ahLst/>
            <a:cxnLst/>
            <a:rect l="l" t="t" r="r" b="b"/>
            <a:pathLst>
              <a:path w="4072031" h="1303753">
                <a:moveTo>
                  <a:pt x="0" y="1103287"/>
                </a:moveTo>
                <a:lnTo>
                  <a:pt x="10176" y="1109535"/>
                </a:lnTo>
                <a:lnTo>
                  <a:pt x="11630" y="1134842"/>
                </a:lnTo>
                <a:lnTo>
                  <a:pt x="13083" y="1093189"/>
                </a:lnTo>
                <a:lnTo>
                  <a:pt x="14537" y="1126013"/>
                </a:lnTo>
                <a:lnTo>
                  <a:pt x="17445" y="1107286"/>
                </a:lnTo>
                <a:lnTo>
                  <a:pt x="20352" y="1112806"/>
                </a:lnTo>
                <a:lnTo>
                  <a:pt x="26167" y="1114398"/>
                </a:lnTo>
                <a:lnTo>
                  <a:pt x="30529" y="1105361"/>
                </a:lnTo>
                <a:lnTo>
                  <a:pt x="33436" y="1120986"/>
                </a:lnTo>
                <a:lnTo>
                  <a:pt x="36344" y="1115207"/>
                </a:lnTo>
                <a:lnTo>
                  <a:pt x="40705" y="1103841"/>
                </a:lnTo>
                <a:lnTo>
                  <a:pt x="46520" y="1121396"/>
                </a:lnTo>
                <a:lnTo>
                  <a:pt x="50882" y="1109843"/>
                </a:lnTo>
                <a:lnTo>
                  <a:pt x="52335" y="1113294"/>
                </a:lnTo>
                <a:lnTo>
                  <a:pt x="53789" y="1110758"/>
                </a:lnTo>
                <a:lnTo>
                  <a:pt x="58150" y="1126243"/>
                </a:lnTo>
                <a:lnTo>
                  <a:pt x="56697" y="1108401"/>
                </a:lnTo>
                <a:lnTo>
                  <a:pt x="59604" y="1115025"/>
                </a:lnTo>
                <a:lnTo>
                  <a:pt x="61058" y="1118379"/>
                </a:lnTo>
                <a:lnTo>
                  <a:pt x="62512" y="1101833"/>
                </a:lnTo>
                <a:lnTo>
                  <a:pt x="65419" y="1112428"/>
                </a:lnTo>
                <a:lnTo>
                  <a:pt x="68327" y="1141582"/>
                </a:lnTo>
                <a:lnTo>
                  <a:pt x="71235" y="1125411"/>
                </a:lnTo>
                <a:lnTo>
                  <a:pt x="72688" y="1112374"/>
                </a:lnTo>
                <a:lnTo>
                  <a:pt x="75596" y="1129428"/>
                </a:lnTo>
                <a:lnTo>
                  <a:pt x="77050" y="1135350"/>
                </a:lnTo>
                <a:lnTo>
                  <a:pt x="78504" y="1108637"/>
                </a:lnTo>
                <a:lnTo>
                  <a:pt x="82865" y="1114681"/>
                </a:lnTo>
                <a:lnTo>
                  <a:pt x="85772" y="1125422"/>
                </a:lnTo>
                <a:lnTo>
                  <a:pt x="88680" y="1120825"/>
                </a:lnTo>
                <a:lnTo>
                  <a:pt x="90134" y="1122350"/>
                </a:lnTo>
                <a:lnTo>
                  <a:pt x="93041" y="1147666"/>
                </a:lnTo>
                <a:lnTo>
                  <a:pt x="94495" y="1136099"/>
                </a:lnTo>
                <a:lnTo>
                  <a:pt x="97402" y="1137411"/>
                </a:lnTo>
                <a:lnTo>
                  <a:pt x="100310" y="1115216"/>
                </a:lnTo>
                <a:lnTo>
                  <a:pt x="104671" y="1131285"/>
                </a:lnTo>
                <a:lnTo>
                  <a:pt x="107579" y="1127918"/>
                </a:lnTo>
                <a:lnTo>
                  <a:pt x="109033" y="1126644"/>
                </a:lnTo>
                <a:lnTo>
                  <a:pt x="110487" y="1101720"/>
                </a:lnTo>
                <a:lnTo>
                  <a:pt x="113394" y="1123678"/>
                </a:lnTo>
                <a:lnTo>
                  <a:pt x="114848" y="1122225"/>
                </a:lnTo>
                <a:lnTo>
                  <a:pt x="117756" y="1165952"/>
                </a:lnTo>
                <a:lnTo>
                  <a:pt x="120663" y="1138366"/>
                </a:lnTo>
                <a:lnTo>
                  <a:pt x="122117" y="1138594"/>
                </a:lnTo>
                <a:lnTo>
                  <a:pt x="125024" y="1121234"/>
                </a:lnTo>
                <a:lnTo>
                  <a:pt x="127932" y="1127710"/>
                </a:lnTo>
                <a:lnTo>
                  <a:pt x="135201" y="1144841"/>
                </a:lnTo>
                <a:lnTo>
                  <a:pt x="138108" y="1146427"/>
                </a:lnTo>
                <a:lnTo>
                  <a:pt x="141016" y="1127298"/>
                </a:lnTo>
                <a:lnTo>
                  <a:pt x="145377" y="1118274"/>
                </a:lnTo>
                <a:lnTo>
                  <a:pt x="146831" y="1161245"/>
                </a:lnTo>
                <a:lnTo>
                  <a:pt x="149739" y="1132105"/>
                </a:lnTo>
                <a:lnTo>
                  <a:pt x="152646" y="1141099"/>
                </a:lnTo>
                <a:lnTo>
                  <a:pt x="157007" y="1123037"/>
                </a:lnTo>
                <a:lnTo>
                  <a:pt x="158461" y="1131209"/>
                </a:lnTo>
                <a:lnTo>
                  <a:pt x="161369" y="1156458"/>
                </a:lnTo>
                <a:lnTo>
                  <a:pt x="162823" y="1151707"/>
                </a:lnTo>
                <a:lnTo>
                  <a:pt x="170092" y="1104203"/>
                </a:lnTo>
                <a:lnTo>
                  <a:pt x="174453" y="1171110"/>
                </a:lnTo>
                <a:lnTo>
                  <a:pt x="177360" y="1147863"/>
                </a:lnTo>
                <a:lnTo>
                  <a:pt x="184629" y="1117054"/>
                </a:lnTo>
                <a:lnTo>
                  <a:pt x="188991" y="1147350"/>
                </a:lnTo>
                <a:lnTo>
                  <a:pt x="190444" y="1138464"/>
                </a:lnTo>
                <a:lnTo>
                  <a:pt x="191898" y="1132221"/>
                </a:lnTo>
                <a:lnTo>
                  <a:pt x="193352" y="1139191"/>
                </a:lnTo>
                <a:lnTo>
                  <a:pt x="196259" y="1125619"/>
                </a:lnTo>
                <a:lnTo>
                  <a:pt x="199167" y="1154060"/>
                </a:lnTo>
                <a:lnTo>
                  <a:pt x="204982" y="1130651"/>
                </a:lnTo>
                <a:lnTo>
                  <a:pt x="206436" y="1136629"/>
                </a:lnTo>
                <a:lnTo>
                  <a:pt x="207890" y="1123614"/>
                </a:lnTo>
                <a:lnTo>
                  <a:pt x="212251" y="1126230"/>
                </a:lnTo>
                <a:lnTo>
                  <a:pt x="213705" y="1155922"/>
                </a:lnTo>
                <a:lnTo>
                  <a:pt x="218066" y="1144558"/>
                </a:lnTo>
                <a:lnTo>
                  <a:pt x="222427" y="1117226"/>
                </a:lnTo>
                <a:lnTo>
                  <a:pt x="223881" y="1134579"/>
                </a:lnTo>
                <a:lnTo>
                  <a:pt x="229696" y="1143258"/>
                </a:lnTo>
                <a:lnTo>
                  <a:pt x="232604" y="1144462"/>
                </a:lnTo>
                <a:lnTo>
                  <a:pt x="235511" y="1119847"/>
                </a:lnTo>
                <a:lnTo>
                  <a:pt x="239873" y="1156157"/>
                </a:lnTo>
                <a:lnTo>
                  <a:pt x="247142" y="1148157"/>
                </a:lnTo>
                <a:lnTo>
                  <a:pt x="251503" y="1119403"/>
                </a:lnTo>
                <a:lnTo>
                  <a:pt x="252957" y="1132841"/>
                </a:lnTo>
                <a:lnTo>
                  <a:pt x="254411" y="1145855"/>
                </a:lnTo>
                <a:lnTo>
                  <a:pt x="258772" y="1143565"/>
                </a:lnTo>
                <a:lnTo>
                  <a:pt x="261679" y="1140296"/>
                </a:lnTo>
                <a:lnTo>
                  <a:pt x="264587" y="1144252"/>
                </a:lnTo>
                <a:lnTo>
                  <a:pt x="267495" y="1129853"/>
                </a:lnTo>
                <a:lnTo>
                  <a:pt x="268948" y="1166078"/>
                </a:lnTo>
                <a:lnTo>
                  <a:pt x="271856" y="1136664"/>
                </a:lnTo>
                <a:lnTo>
                  <a:pt x="274763" y="1140983"/>
                </a:lnTo>
                <a:lnTo>
                  <a:pt x="276217" y="1136274"/>
                </a:lnTo>
                <a:lnTo>
                  <a:pt x="280579" y="1100009"/>
                </a:lnTo>
                <a:lnTo>
                  <a:pt x="282032" y="1112545"/>
                </a:lnTo>
                <a:lnTo>
                  <a:pt x="289301" y="1168363"/>
                </a:lnTo>
                <a:lnTo>
                  <a:pt x="298024" y="1128469"/>
                </a:lnTo>
                <a:lnTo>
                  <a:pt x="308200" y="1142215"/>
                </a:lnTo>
                <a:lnTo>
                  <a:pt x="309654" y="1132880"/>
                </a:lnTo>
                <a:lnTo>
                  <a:pt x="312562" y="1112688"/>
                </a:lnTo>
                <a:lnTo>
                  <a:pt x="315469" y="1130813"/>
                </a:lnTo>
                <a:lnTo>
                  <a:pt x="319831" y="1154144"/>
                </a:lnTo>
                <a:lnTo>
                  <a:pt x="322738" y="1105790"/>
                </a:lnTo>
                <a:lnTo>
                  <a:pt x="324192" y="1131243"/>
                </a:lnTo>
                <a:lnTo>
                  <a:pt x="331461" y="1174252"/>
                </a:lnTo>
                <a:lnTo>
                  <a:pt x="340183" y="1123719"/>
                </a:lnTo>
                <a:lnTo>
                  <a:pt x="341637" y="1126044"/>
                </a:lnTo>
                <a:lnTo>
                  <a:pt x="344545" y="1141635"/>
                </a:lnTo>
                <a:lnTo>
                  <a:pt x="345998" y="1133999"/>
                </a:lnTo>
                <a:lnTo>
                  <a:pt x="347452" y="1125233"/>
                </a:lnTo>
                <a:lnTo>
                  <a:pt x="350360" y="1131502"/>
                </a:lnTo>
                <a:lnTo>
                  <a:pt x="360536" y="1156259"/>
                </a:lnTo>
                <a:lnTo>
                  <a:pt x="354721" y="1128495"/>
                </a:lnTo>
                <a:lnTo>
                  <a:pt x="361990" y="1146207"/>
                </a:lnTo>
                <a:lnTo>
                  <a:pt x="363444" y="1146357"/>
                </a:lnTo>
                <a:lnTo>
                  <a:pt x="372167" y="1109018"/>
                </a:lnTo>
                <a:lnTo>
                  <a:pt x="373620" y="1113424"/>
                </a:lnTo>
                <a:lnTo>
                  <a:pt x="380889" y="1168861"/>
                </a:lnTo>
                <a:lnTo>
                  <a:pt x="385250" y="1127847"/>
                </a:lnTo>
                <a:lnTo>
                  <a:pt x="386704" y="1133911"/>
                </a:lnTo>
                <a:lnTo>
                  <a:pt x="388158" y="1148550"/>
                </a:lnTo>
                <a:lnTo>
                  <a:pt x="392519" y="1144859"/>
                </a:lnTo>
                <a:lnTo>
                  <a:pt x="393973" y="1138649"/>
                </a:lnTo>
                <a:lnTo>
                  <a:pt x="396881" y="1144436"/>
                </a:lnTo>
                <a:lnTo>
                  <a:pt x="399788" y="1140048"/>
                </a:lnTo>
                <a:lnTo>
                  <a:pt x="401242" y="1144454"/>
                </a:lnTo>
                <a:lnTo>
                  <a:pt x="404150" y="1121168"/>
                </a:lnTo>
                <a:lnTo>
                  <a:pt x="407057" y="1136194"/>
                </a:lnTo>
                <a:lnTo>
                  <a:pt x="412872" y="1162271"/>
                </a:lnTo>
                <a:lnTo>
                  <a:pt x="421595" y="1099064"/>
                </a:lnTo>
                <a:lnTo>
                  <a:pt x="427410" y="1174634"/>
                </a:lnTo>
                <a:lnTo>
                  <a:pt x="428864" y="1160705"/>
                </a:lnTo>
                <a:lnTo>
                  <a:pt x="431771" y="1130726"/>
                </a:lnTo>
                <a:lnTo>
                  <a:pt x="434679" y="1137786"/>
                </a:lnTo>
                <a:lnTo>
                  <a:pt x="441948" y="1144255"/>
                </a:lnTo>
                <a:lnTo>
                  <a:pt x="443402" y="1141273"/>
                </a:lnTo>
                <a:lnTo>
                  <a:pt x="446309" y="1146109"/>
                </a:lnTo>
                <a:lnTo>
                  <a:pt x="452124" y="1157781"/>
                </a:lnTo>
                <a:lnTo>
                  <a:pt x="455032" y="1182521"/>
                </a:lnTo>
                <a:lnTo>
                  <a:pt x="456486" y="1126790"/>
                </a:lnTo>
                <a:lnTo>
                  <a:pt x="459393" y="1222465"/>
                </a:lnTo>
                <a:lnTo>
                  <a:pt x="471023" y="1109027"/>
                </a:lnTo>
                <a:lnTo>
                  <a:pt x="473931" y="1209132"/>
                </a:lnTo>
                <a:lnTo>
                  <a:pt x="476839" y="1177437"/>
                </a:lnTo>
                <a:lnTo>
                  <a:pt x="479746" y="1194998"/>
                </a:lnTo>
                <a:lnTo>
                  <a:pt x="481200" y="1181750"/>
                </a:lnTo>
                <a:lnTo>
                  <a:pt x="484107" y="1136986"/>
                </a:lnTo>
                <a:lnTo>
                  <a:pt x="485561" y="1167551"/>
                </a:lnTo>
                <a:lnTo>
                  <a:pt x="488469" y="1193226"/>
                </a:lnTo>
                <a:lnTo>
                  <a:pt x="489923" y="1178806"/>
                </a:lnTo>
                <a:lnTo>
                  <a:pt x="491376" y="1166103"/>
                </a:lnTo>
                <a:lnTo>
                  <a:pt x="494284" y="1185765"/>
                </a:lnTo>
                <a:lnTo>
                  <a:pt x="495738" y="1184447"/>
                </a:lnTo>
                <a:lnTo>
                  <a:pt x="503007" y="1163287"/>
                </a:lnTo>
                <a:lnTo>
                  <a:pt x="505914" y="1182647"/>
                </a:lnTo>
                <a:lnTo>
                  <a:pt x="508822" y="1173478"/>
                </a:lnTo>
                <a:lnTo>
                  <a:pt x="521906" y="1204752"/>
                </a:lnTo>
                <a:lnTo>
                  <a:pt x="523359" y="1203874"/>
                </a:lnTo>
                <a:lnTo>
                  <a:pt x="524813" y="1171624"/>
                </a:lnTo>
                <a:lnTo>
                  <a:pt x="529175" y="1188231"/>
                </a:lnTo>
                <a:lnTo>
                  <a:pt x="533536" y="1229270"/>
                </a:lnTo>
                <a:lnTo>
                  <a:pt x="534990" y="1214435"/>
                </a:lnTo>
                <a:lnTo>
                  <a:pt x="539351" y="1226138"/>
                </a:lnTo>
                <a:lnTo>
                  <a:pt x="540805" y="1220002"/>
                </a:lnTo>
                <a:lnTo>
                  <a:pt x="543712" y="1202169"/>
                </a:lnTo>
                <a:lnTo>
                  <a:pt x="545166" y="1212122"/>
                </a:lnTo>
                <a:lnTo>
                  <a:pt x="552435" y="1228526"/>
                </a:lnTo>
                <a:lnTo>
                  <a:pt x="555343" y="1223431"/>
                </a:lnTo>
                <a:lnTo>
                  <a:pt x="558250" y="1195046"/>
                </a:lnTo>
                <a:lnTo>
                  <a:pt x="559704" y="1210001"/>
                </a:lnTo>
                <a:lnTo>
                  <a:pt x="564065" y="1225062"/>
                </a:lnTo>
                <a:lnTo>
                  <a:pt x="565519" y="1218607"/>
                </a:lnTo>
                <a:lnTo>
                  <a:pt x="566973" y="1218447"/>
                </a:lnTo>
                <a:lnTo>
                  <a:pt x="568427" y="1226253"/>
                </a:lnTo>
                <a:lnTo>
                  <a:pt x="571334" y="1225335"/>
                </a:lnTo>
                <a:lnTo>
                  <a:pt x="578603" y="1211786"/>
                </a:lnTo>
                <a:lnTo>
                  <a:pt x="580057" y="1214050"/>
                </a:lnTo>
                <a:lnTo>
                  <a:pt x="584418" y="1218308"/>
                </a:lnTo>
                <a:lnTo>
                  <a:pt x="587326" y="1182228"/>
                </a:lnTo>
                <a:lnTo>
                  <a:pt x="591687" y="1220173"/>
                </a:lnTo>
                <a:lnTo>
                  <a:pt x="594595" y="1219871"/>
                </a:lnTo>
                <a:lnTo>
                  <a:pt x="596048" y="1203497"/>
                </a:lnTo>
                <a:lnTo>
                  <a:pt x="600410" y="1207423"/>
                </a:lnTo>
                <a:lnTo>
                  <a:pt x="603317" y="1216149"/>
                </a:lnTo>
                <a:lnTo>
                  <a:pt x="604771" y="1212883"/>
                </a:lnTo>
                <a:lnTo>
                  <a:pt x="607679" y="1195254"/>
                </a:lnTo>
                <a:lnTo>
                  <a:pt x="610586" y="1203511"/>
                </a:lnTo>
                <a:lnTo>
                  <a:pt x="617855" y="1231295"/>
                </a:lnTo>
                <a:lnTo>
                  <a:pt x="620762" y="1216580"/>
                </a:lnTo>
                <a:lnTo>
                  <a:pt x="622216" y="1215214"/>
                </a:lnTo>
                <a:lnTo>
                  <a:pt x="625124" y="1179832"/>
                </a:lnTo>
                <a:lnTo>
                  <a:pt x="626578" y="1210799"/>
                </a:lnTo>
                <a:lnTo>
                  <a:pt x="628031" y="1231951"/>
                </a:lnTo>
                <a:lnTo>
                  <a:pt x="630939" y="1203879"/>
                </a:lnTo>
                <a:lnTo>
                  <a:pt x="632393" y="1220271"/>
                </a:lnTo>
                <a:lnTo>
                  <a:pt x="635300" y="1184422"/>
                </a:lnTo>
                <a:lnTo>
                  <a:pt x="638208" y="1206751"/>
                </a:lnTo>
                <a:lnTo>
                  <a:pt x="642569" y="1252852"/>
                </a:lnTo>
                <a:lnTo>
                  <a:pt x="644023" y="1199064"/>
                </a:lnTo>
                <a:lnTo>
                  <a:pt x="648384" y="1199257"/>
                </a:lnTo>
                <a:lnTo>
                  <a:pt x="649838" y="1186754"/>
                </a:lnTo>
                <a:lnTo>
                  <a:pt x="651292" y="1217896"/>
                </a:lnTo>
                <a:lnTo>
                  <a:pt x="654200" y="1259029"/>
                </a:lnTo>
                <a:lnTo>
                  <a:pt x="658561" y="1246407"/>
                </a:lnTo>
                <a:lnTo>
                  <a:pt x="662922" y="1224611"/>
                </a:lnTo>
                <a:lnTo>
                  <a:pt x="667283" y="1228053"/>
                </a:lnTo>
                <a:lnTo>
                  <a:pt x="671645" y="1228458"/>
                </a:lnTo>
                <a:lnTo>
                  <a:pt x="676006" y="1250115"/>
                </a:lnTo>
                <a:lnTo>
                  <a:pt x="680367" y="1236438"/>
                </a:lnTo>
                <a:lnTo>
                  <a:pt x="684729" y="1231896"/>
                </a:lnTo>
                <a:lnTo>
                  <a:pt x="686183" y="1236713"/>
                </a:lnTo>
                <a:lnTo>
                  <a:pt x="687636" y="1237151"/>
                </a:lnTo>
                <a:lnTo>
                  <a:pt x="689090" y="1228458"/>
                </a:lnTo>
                <a:lnTo>
                  <a:pt x="691998" y="1239506"/>
                </a:lnTo>
                <a:lnTo>
                  <a:pt x="693452" y="1232331"/>
                </a:lnTo>
                <a:lnTo>
                  <a:pt x="696359" y="1229340"/>
                </a:lnTo>
                <a:lnTo>
                  <a:pt x="699267" y="1245554"/>
                </a:lnTo>
                <a:lnTo>
                  <a:pt x="703628" y="1244268"/>
                </a:lnTo>
                <a:lnTo>
                  <a:pt x="707989" y="1244952"/>
                </a:lnTo>
                <a:lnTo>
                  <a:pt x="712350" y="1215034"/>
                </a:lnTo>
                <a:lnTo>
                  <a:pt x="715258" y="1220568"/>
                </a:lnTo>
                <a:lnTo>
                  <a:pt x="718166" y="1239499"/>
                </a:lnTo>
                <a:lnTo>
                  <a:pt x="719619" y="1225267"/>
                </a:lnTo>
                <a:lnTo>
                  <a:pt x="721073" y="1212969"/>
                </a:lnTo>
                <a:lnTo>
                  <a:pt x="722527" y="1230806"/>
                </a:lnTo>
                <a:lnTo>
                  <a:pt x="723981" y="1240556"/>
                </a:lnTo>
                <a:lnTo>
                  <a:pt x="728342" y="1236157"/>
                </a:lnTo>
                <a:lnTo>
                  <a:pt x="729796" y="1236025"/>
                </a:lnTo>
                <a:lnTo>
                  <a:pt x="731250" y="1226367"/>
                </a:lnTo>
                <a:lnTo>
                  <a:pt x="735611" y="1229954"/>
                </a:lnTo>
                <a:lnTo>
                  <a:pt x="742880" y="1223788"/>
                </a:lnTo>
                <a:lnTo>
                  <a:pt x="744334" y="1226066"/>
                </a:lnTo>
                <a:lnTo>
                  <a:pt x="747241" y="1244546"/>
                </a:lnTo>
                <a:lnTo>
                  <a:pt x="750149" y="1232075"/>
                </a:lnTo>
                <a:lnTo>
                  <a:pt x="754510" y="1211162"/>
                </a:lnTo>
                <a:lnTo>
                  <a:pt x="755964" y="1234290"/>
                </a:lnTo>
                <a:lnTo>
                  <a:pt x="760325" y="1220351"/>
                </a:lnTo>
                <a:lnTo>
                  <a:pt x="764687" y="1216554"/>
                </a:lnTo>
                <a:lnTo>
                  <a:pt x="770502" y="1229659"/>
                </a:lnTo>
                <a:lnTo>
                  <a:pt x="773409" y="1217646"/>
                </a:lnTo>
                <a:lnTo>
                  <a:pt x="776317" y="1223494"/>
                </a:lnTo>
                <a:lnTo>
                  <a:pt x="779224" y="1212143"/>
                </a:lnTo>
                <a:lnTo>
                  <a:pt x="782132" y="1221021"/>
                </a:lnTo>
                <a:lnTo>
                  <a:pt x="785039" y="1225688"/>
                </a:lnTo>
                <a:lnTo>
                  <a:pt x="786493" y="1217961"/>
                </a:lnTo>
                <a:lnTo>
                  <a:pt x="787947" y="1207035"/>
                </a:lnTo>
                <a:lnTo>
                  <a:pt x="790855" y="1221948"/>
                </a:lnTo>
                <a:lnTo>
                  <a:pt x="799577" y="1210916"/>
                </a:lnTo>
                <a:lnTo>
                  <a:pt x="801031" y="1218554"/>
                </a:lnTo>
                <a:lnTo>
                  <a:pt x="802485" y="1224104"/>
                </a:lnTo>
                <a:lnTo>
                  <a:pt x="808300" y="1195464"/>
                </a:lnTo>
                <a:lnTo>
                  <a:pt x="814115" y="1226978"/>
                </a:lnTo>
                <a:lnTo>
                  <a:pt x="821384" y="1223304"/>
                </a:lnTo>
                <a:lnTo>
                  <a:pt x="824291" y="1217663"/>
                </a:lnTo>
                <a:lnTo>
                  <a:pt x="827199" y="1213338"/>
                </a:lnTo>
                <a:lnTo>
                  <a:pt x="831560" y="1205418"/>
                </a:lnTo>
                <a:lnTo>
                  <a:pt x="834468" y="1218711"/>
                </a:lnTo>
                <a:lnTo>
                  <a:pt x="835922" y="1217332"/>
                </a:lnTo>
                <a:lnTo>
                  <a:pt x="841737" y="1179626"/>
                </a:lnTo>
                <a:lnTo>
                  <a:pt x="843191" y="1181049"/>
                </a:lnTo>
                <a:lnTo>
                  <a:pt x="850459" y="1219385"/>
                </a:lnTo>
                <a:lnTo>
                  <a:pt x="854821" y="1213436"/>
                </a:lnTo>
                <a:lnTo>
                  <a:pt x="862090" y="1171299"/>
                </a:lnTo>
                <a:lnTo>
                  <a:pt x="867905" y="1211488"/>
                </a:lnTo>
                <a:lnTo>
                  <a:pt x="872266" y="1206042"/>
                </a:lnTo>
                <a:lnTo>
                  <a:pt x="873720" y="1207466"/>
                </a:lnTo>
                <a:lnTo>
                  <a:pt x="875174" y="1186942"/>
                </a:lnTo>
                <a:lnTo>
                  <a:pt x="878081" y="1213914"/>
                </a:lnTo>
                <a:lnTo>
                  <a:pt x="879535" y="1198533"/>
                </a:lnTo>
                <a:lnTo>
                  <a:pt x="880989" y="1190436"/>
                </a:lnTo>
                <a:lnTo>
                  <a:pt x="882443" y="1194468"/>
                </a:lnTo>
                <a:lnTo>
                  <a:pt x="883896" y="1214782"/>
                </a:lnTo>
                <a:lnTo>
                  <a:pt x="888258" y="1213909"/>
                </a:lnTo>
                <a:lnTo>
                  <a:pt x="894073" y="1181322"/>
                </a:lnTo>
                <a:lnTo>
                  <a:pt x="895527" y="1189734"/>
                </a:lnTo>
                <a:lnTo>
                  <a:pt x="896980" y="1210014"/>
                </a:lnTo>
                <a:lnTo>
                  <a:pt x="899888" y="1185060"/>
                </a:lnTo>
                <a:lnTo>
                  <a:pt x="901342" y="1200285"/>
                </a:lnTo>
                <a:lnTo>
                  <a:pt x="902795" y="1197065"/>
                </a:lnTo>
                <a:lnTo>
                  <a:pt x="904249" y="1198551"/>
                </a:lnTo>
                <a:lnTo>
                  <a:pt x="905703" y="1176124"/>
                </a:lnTo>
                <a:lnTo>
                  <a:pt x="910064" y="1186934"/>
                </a:lnTo>
                <a:lnTo>
                  <a:pt x="912972" y="1167081"/>
                </a:lnTo>
                <a:lnTo>
                  <a:pt x="914426" y="1176172"/>
                </a:lnTo>
                <a:lnTo>
                  <a:pt x="918787" y="1209896"/>
                </a:lnTo>
                <a:lnTo>
                  <a:pt x="921695" y="1188278"/>
                </a:lnTo>
                <a:lnTo>
                  <a:pt x="923148" y="1176985"/>
                </a:lnTo>
                <a:lnTo>
                  <a:pt x="926056" y="1179495"/>
                </a:lnTo>
                <a:lnTo>
                  <a:pt x="927510" y="1188029"/>
                </a:lnTo>
                <a:lnTo>
                  <a:pt x="931871" y="1183054"/>
                </a:lnTo>
                <a:lnTo>
                  <a:pt x="936232" y="1169970"/>
                </a:lnTo>
                <a:lnTo>
                  <a:pt x="937686" y="1181471"/>
                </a:lnTo>
                <a:lnTo>
                  <a:pt x="943501" y="1189546"/>
                </a:lnTo>
                <a:lnTo>
                  <a:pt x="944955" y="1174678"/>
                </a:lnTo>
                <a:lnTo>
                  <a:pt x="949316" y="1185433"/>
                </a:lnTo>
                <a:lnTo>
                  <a:pt x="952224" y="1202103"/>
                </a:lnTo>
                <a:lnTo>
                  <a:pt x="953678" y="1185296"/>
                </a:lnTo>
                <a:lnTo>
                  <a:pt x="955131" y="1180117"/>
                </a:lnTo>
                <a:lnTo>
                  <a:pt x="956585" y="1184016"/>
                </a:lnTo>
                <a:lnTo>
                  <a:pt x="958039" y="1198707"/>
                </a:lnTo>
                <a:lnTo>
                  <a:pt x="960947" y="1187785"/>
                </a:lnTo>
                <a:lnTo>
                  <a:pt x="962400" y="1173268"/>
                </a:lnTo>
                <a:lnTo>
                  <a:pt x="966762" y="1177210"/>
                </a:lnTo>
                <a:lnTo>
                  <a:pt x="969669" y="1190360"/>
                </a:lnTo>
                <a:lnTo>
                  <a:pt x="971123" y="1177557"/>
                </a:lnTo>
                <a:lnTo>
                  <a:pt x="972577" y="1173839"/>
                </a:lnTo>
                <a:lnTo>
                  <a:pt x="979846" y="1199294"/>
                </a:lnTo>
                <a:lnTo>
                  <a:pt x="981300" y="1193866"/>
                </a:lnTo>
                <a:lnTo>
                  <a:pt x="982753" y="1202516"/>
                </a:lnTo>
                <a:lnTo>
                  <a:pt x="984207" y="1210525"/>
                </a:lnTo>
                <a:lnTo>
                  <a:pt x="985661" y="1205882"/>
                </a:lnTo>
                <a:lnTo>
                  <a:pt x="987115" y="1189190"/>
                </a:lnTo>
                <a:lnTo>
                  <a:pt x="990022" y="1198569"/>
                </a:lnTo>
                <a:lnTo>
                  <a:pt x="991476" y="1209344"/>
                </a:lnTo>
                <a:lnTo>
                  <a:pt x="992930" y="1193966"/>
                </a:lnTo>
                <a:lnTo>
                  <a:pt x="994383" y="1199648"/>
                </a:lnTo>
                <a:lnTo>
                  <a:pt x="995837" y="1175132"/>
                </a:lnTo>
                <a:lnTo>
                  <a:pt x="998745" y="1190428"/>
                </a:lnTo>
                <a:lnTo>
                  <a:pt x="1001652" y="1196155"/>
                </a:lnTo>
                <a:lnTo>
                  <a:pt x="1003106" y="1186842"/>
                </a:lnTo>
                <a:lnTo>
                  <a:pt x="1006014" y="1178342"/>
                </a:lnTo>
                <a:lnTo>
                  <a:pt x="1007467" y="1186423"/>
                </a:lnTo>
                <a:lnTo>
                  <a:pt x="1011829" y="1211944"/>
                </a:lnTo>
                <a:lnTo>
                  <a:pt x="1014736" y="1177836"/>
                </a:lnTo>
                <a:lnTo>
                  <a:pt x="1017644" y="1179523"/>
                </a:lnTo>
                <a:lnTo>
                  <a:pt x="1019098" y="1176309"/>
                </a:lnTo>
                <a:lnTo>
                  <a:pt x="1020552" y="1158798"/>
                </a:lnTo>
                <a:lnTo>
                  <a:pt x="1023459" y="1175250"/>
                </a:lnTo>
                <a:lnTo>
                  <a:pt x="1029274" y="1186032"/>
                </a:lnTo>
                <a:lnTo>
                  <a:pt x="1035089" y="1174394"/>
                </a:lnTo>
                <a:lnTo>
                  <a:pt x="1042358" y="1199539"/>
                </a:lnTo>
                <a:lnTo>
                  <a:pt x="1043812" y="1197163"/>
                </a:lnTo>
                <a:lnTo>
                  <a:pt x="1046719" y="1196450"/>
                </a:lnTo>
                <a:lnTo>
                  <a:pt x="1049627" y="1208710"/>
                </a:lnTo>
                <a:lnTo>
                  <a:pt x="1053988" y="1176065"/>
                </a:lnTo>
                <a:lnTo>
                  <a:pt x="1055442" y="1198551"/>
                </a:lnTo>
                <a:lnTo>
                  <a:pt x="1058350" y="1205970"/>
                </a:lnTo>
                <a:lnTo>
                  <a:pt x="1059804" y="1192769"/>
                </a:lnTo>
                <a:lnTo>
                  <a:pt x="1061257" y="1198220"/>
                </a:lnTo>
                <a:lnTo>
                  <a:pt x="1062711" y="1184332"/>
                </a:lnTo>
                <a:lnTo>
                  <a:pt x="1064165" y="1188036"/>
                </a:lnTo>
                <a:lnTo>
                  <a:pt x="1065619" y="1191409"/>
                </a:lnTo>
                <a:lnTo>
                  <a:pt x="1067072" y="1177020"/>
                </a:lnTo>
                <a:lnTo>
                  <a:pt x="1071434" y="1182848"/>
                </a:lnTo>
                <a:lnTo>
                  <a:pt x="1072887" y="1174816"/>
                </a:lnTo>
                <a:lnTo>
                  <a:pt x="1074341" y="1181840"/>
                </a:lnTo>
                <a:lnTo>
                  <a:pt x="1075795" y="1190219"/>
                </a:lnTo>
                <a:lnTo>
                  <a:pt x="1080156" y="1188244"/>
                </a:lnTo>
                <a:lnTo>
                  <a:pt x="1083064" y="1198933"/>
                </a:lnTo>
                <a:lnTo>
                  <a:pt x="1084518" y="1185210"/>
                </a:lnTo>
                <a:lnTo>
                  <a:pt x="1087425" y="1209637"/>
                </a:lnTo>
                <a:lnTo>
                  <a:pt x="1088879" y="1182566"/>
                </a:lnTo>
                <a:lnTo>
                  <a:pt x="1093240" y="1191613"/>
                </a:lnTo>
                <a:lnTo>
                  <a:pt x="1101963" y="1209161"/>
                </a:lnTo>
                <a:lnTo>
                  <a:pt x="1107778" y="1174939"/>
                </a:lnTo>
                <a:lnTo>
                  <a:pt x="1106324" y="1211617"/>
                </a:lnTo>
                <a:lnTo>
                  <a:pt x="1110686" y="1182469"/>
                </a:lnTo>
                <a:lnTo>
                  <a:pt x="1117954" y="1213585"/>
                </a:lnTo>
                <a:lnTo>
                  <a:pt x="1122316" y="1192683"/>
                </a:lnTo>
                <a:lnTo>
                  <a:pt x="1123770" y="1208123"/>
                </a:lnTo>
                <a:lnTo>
                  <a:pt x="1125223" y="1207558"/>
                </a:lnTo>
                <a:lnTo>
                  <a:pt x="1129585" y="1208396"/>
                </a:lnTo>
                <a:lnTo>
                  <a:pt x="1131039" y="1180538"/>
                </a:lnTo>
                <a:lnTo>
                  <a:pt x="1132492" y="1214525"/>
                </a:lnTo>
                <a:lnTo>
                  <a:pt x="1136854" y="1206596"/>
                </a:lnTo>
                <a:lnTo>
                  <a:pt x="1138308" y="1209816"/>
                </a:lnTo>
                <a:lnTo>
                  <a:pt x="1141215" y="1184069"/>
                </a:lnTo>
                <a:lnTo>
                  <a:pt x="1145576" y="1195591"/>
                </a:lnTo>
                <a:lnTo>
                  <a:pt x="1151391" y="1212387"/>
                </a:lnTo>
                <a:lnTo>
                  <a:pt x="1154299" y="1201833"/>
                </a:lnTo>
                <a:lnTo>
                  <a:pt x="1155753" y="1202292"/>
                </a:lnTo>
                <a:lnTo>
                  <a:pt x="1160114" y="1221105"/>
                </a:lnTo>
                <a:lnTo>
                  <a:pt x="1161568" y="1209917"/>
                </a:lnTo>
                <a:lnTo>
                  <a:pt x="1168837" y="1193849"/>
                </a:lnTo>
                <a:lnTo>
                  <a:pt x="1170291" y="1177294"/>
                </a:lnTo>
                <a:lnTo>
                  <a:pt x="1171744" y="1191445"/>
                </a:lnTo>
                <a:lnTo>
                  <a:pt x="1174652" y="1234049"/>
                </a:lnTo>
                <a:lnTo>
                  <a:pt x="1177559" y="1201095"/>
                </a:lnTo>
                <a:lnTo>
                  <a:pt x="1180467" y="1204791"/>
                </a:lnTo>
                <a:lnTo>
                  <a:pt x="1181921" y="1190807"/>
                </a:lnTo>
                <a:lnTo>
                  <a:pt x="1184828" y="1193343"/>
                </a:lnTo>
                <a:lnTo>
                  <a:pt x="1186282" y="1203893"/>
                </a:lnTo>
                <a:lnTo>
                  <a:pt x="1187736" y="1188405"/>
                </a:lnTo>
                <a:lnTo>
                  <a:pt x="1190643" y="1176278"/>
                </a:lnTo>
                <a:lnTo>
                  <a:pt x="1192097" y="1179509"/>
                </a:lnTo>
                <a:lnTo>
                  <a:pt x="1200820" y="1214435"/>
                </a:lnTo>
                <a:lnTo>
                  <a:pt x="1210996" y="1193246"/>
                </a:lnTo>
                <a:lnTo>
                  <a:pt x="1203727" y="1216236"/>
                </a:lnTo>
                <a:lnTo>
                  <a:pt x="1212450" y="1195630"/>
                </a:lnTo>
                <a:lnTo>
                  <a:pt x="1213904" y="1205681"/>
                </a:lnTo>
                <a:lnTo>
                  <a:pt x="1215358" y="1183378"/>
                </a:lnTo>
                <a:lnTo>
                  <a:pt x="1216811" y="1185570"/>
                </a:lnTo>
                <a:lnTo>
                  <a:pt x="1224080" y="1214592"/>
                </a:lnTo>
                <a:lnTo>
                  <a:pt x="1225534" y="1215935"/>
                </a:lnTo>
                <a:lnTo>
                  <a:pt x="1234257" y="1186893"/>
                </a:lnTo>
                <a:lnTo>
                  <a:pt x="1238618" y="1173402"/>
                </a:lnTo>
                <a:lnTo>
                  <a:pt x="1241526" y="1181929"/>
                </a:lnTo>
                <a:lnTo>
                  <a:pt x="1242979" y="1196348"/>
                </a:lnTo>
                <a:lnTo>
                  <a:pt x="1245887" y="1179175"/>
                </a:lnTo>
                <a:lnTo>
                  <a:pt x="1247341" y="1174903"/>
                </a:lnTo>
                <a:lnTo>
                  <a:pt x="1250248" y="1183106"/>
                </a:lnTo>
                <a:lnTo>
                  <a:pt x="1253156" y="1175381"/>
                </a:lnTo>
                <a:lnTo>
                  <a:pt x="1257517" y="1206472"/>
                </a:lnTo>
                <a:lnTo>
                  <a:pt x="1258971" y="1206328"/>
                </a:lnTo>
                <a:lnTo>
                  <a:pt x="1267694" y="1170111"/>
                </a:lnTo>
                <a:lnTo>
                  <a:pt x="1269147" y="1174725"/>
                </a:lnTo>
                <a:lnTo>
                  <a:pt x="1272055" y="1181700"/>
                </a:lnTo>
                <a:lnTo>
                  <a:pt x="1274962" y="1176673"/>
                </a:lnTo>
                <a:lnTo>
                  <a:pt x="1279324" y="1164082"/>
                </a:lnTo>
                <a:lnTo>
                  <a:pt x="1283685" y="1168594"/>
                </a:lnTo>
                <a:lnTo>
                  <a:pt x="1286593" y="1184470"/>
                </a:lnTo>
                <a:lnTo>
                  <a:pt x="1288047" y="1174403"/>
                </a:lnTo>
                <a:lnTo>
                  <a:pt x="1290954" y="1156774"/>
                </a:lnTo>
                <a:lnTo>
                  <a:pt x="1293862" y="1165194"/>
                </a:lnTo>
                <a:lnTo>
                  <a:pt x="1296769" y="1166941"/>
                </a:lnTo>
                <a:lnTo>
                  <a:pt x="1299677" y="1168842"/>
                </a:lnTo>
                <a:lnTo>
                  <a:pt x="1301131" y="1159547"/>
                </a:lnTo>
                <a:lnTo>
                  <a:pt x="1306946" y="1173019"/>
                </a:lnTo>
                <a:lnTo>
                  <a:pt x="1308399" y="1149414"/>
                </a:lnTo>
                <a:lnTo>
                  <a:pt x="1309853" y="1158020"/>
                </a:lnTo>
                <a:lnTo>
                  <a:pt x="1311307" y="1197044"/>
                </a:lnTo>
                <a:lnTo>
                  <a:pt x="1314214" y="1169715"/>
                </a:lnTo>
                <a:lnTo>
                  <a:pt x="1321484" y="1148168"/>
                </a:lnTo>
                <a:lnTo>
                  <a:pt x="1322937" y="1149423"/>
                </a:lnTo>
                <a:lnTo>
                  <a:pt x="1325845" y="1161866"/>
                </a:lnTo>
                <a:lnTo>
                  <a:pt x="1327299" y="1154860"/>
                </a:lnTo>
                <a:lnTo>
                  <a:pt x="1333114" y="1142513"/>
                </a:lnTo>
                <a:lnTo>
                  <a:pt x="1338929" y="1153284"/>
                </a:lnTo>
                <a:lnTo>
                  <a:pt x="1343290" y="1138911"/>
                </a:lnTo>
                <a:lnTo>
                  <a:pt x="1344744" y="1140335"/>
                </a:lnTo>
                <a:lnTo>
                  <a:pt x="1352013" y="1149314"/>
                </a:lnTo>
                <a:lnTo>
                  <a:pt x="1360736" y="1150962"/>
                </a:lnTo>
                <a:lnTo>
                  <a:pt x="1372366" y="1139257"/>
                </a:lnTo>
                <a:lnTo>
                  <a:pt x="1376727" y="1142762"/>
                </a:lnTo>
                <a:lnTo>
                  <a:pt x="1378181" y="1140302"/>
                </a:lnTo>
                <a:lnTo>
                  <a:pt x="1382542" y="1142121"/>
                </a:lnTo>
                <a:lnTo>
                  <a:pt x="1383996" y="1133809"/>
                </a:lnTo>
                <a:lnTo>
                  <a:pt x="1386903" y="1146443"/>
                </a:lnTo>
                <a:lnTo>
                  <a:pt x="1389811" y="1140060"/>
                </a:lnTo>
                <a:lnTo>
                  <a:pt x="1392718" y="1124403"/>
                </a:lnTo>
                <a:lnTo>
                  <a:pt x="1394172" y="1132816"/>
                </a:lnTo>
                <a:lnTo>
                  <a:pt x="1398534" y="1152460"/>
                </a:lnTo>
                <a:lnTo>
                  <a:pt x="1399988" y="1143872"/>
                </a:lnTo>
                <a:lnTo>
                  <a:pt x="1405803" y="1118307"/>
                </a:lnTo>
                <a:lnTo>
                  <a:pt x="1408710" y="1124721"/>
                </a:lnTo>
                <a:lnTo>
                  <a:pt x="1411618" y="1148642"/>
                </a:lnTo>
                <a:lnTo>
                  <a:pt x="1413071" y="1140248"/>
                </a:lnTo>
                <a:lnTo>
                  <a:pt x="1420340" y="1101026"/>
                </a:lnTo>
                <a:lnTo>
                  <a:pt x="1424702" y="1119098"/>
                </a:lnTo>
                <a:lnTo>
                  <a:pt x="1429063" y="1115641"/>
                </a:lnTo>
                <a:lnTo>
                  <a:pt x="1431970" y="1113153"/>
                </a:lnTo>
                <a:lnTo>
                  <a:pt x="1433424" y="1119753"/>
                </a:lnTo>
                <a:lnTo>
                  <a:pt x="1437786" y="1118649"/>
                </a:lnTo>
                <a:lnTo>
                  <a:pt x="1440693" y="1123793"/>
                </a:lnTo>
                <a:lnTo>
                  <a:pt x="1443601" y="1110996"/>
                </a:lnTo>
                <a:lnTo>
                  <a:pt x="1446508" y="1114020"/>
                </a:lnTo>
                <a:lnTo>
                  <a:pt x="1447962" y="1111587"/>
                </a:lnTo>
                <a:lnTo>
                  <a:pt x="1450870" y="1113484"/>
                </a:lnTo>
                <a:lnTo>
                  <a:pt x="1455231" y="1128303"/>
                </a:lnTo>
                <a:lnTo>
                  <a:pt x="1456685" y="1127372"/>
                </a:lnTo>
                <a:lnTo>
                  <a:pt x="1459592" y="1110772"/>
                </a:lnTo>
                <a:lnTo>
                  <a:pt x="1462500" y="1114662"/>
                </a:lnTo>
                <a:lnTo>
                  <a:pt x="1465407" y="1124518"/>
                </a:lnTo>
                <a:lnTo>
                  <a:pt x="1466861" y="1121393"/>
                </a:lnTo>
                <a:lnTo>
                  <a:pt x="1469769" y="1112532"/>
                </a:lnTo>
                <a:lnTo>
                  <a:pt x="1471222" y="1116930"/>
                </a:lnTo>
                <a:lnTo>
                  <a:pt x="1477038" y="1120643"/>
                </a:lnTo>
                <a:lnTo>
                  <a:pt x="1485760" y="1121925"/>
                </a:lnTo>
                <a:lnTo>
                  <a:pt x="1487214" y="1123594"/>
                </a:lnTo>
                <a:lnTo>
                  <a:pt x="1488668" y="1118770"/>
                </a:lnTo>
                <a:lnTo>
                  <a:pt x="1490122" y="1115559"/>
                </a:lnTo>
                <a:lnTo>
                  <a:pt x="1491575" y="1120966"/>
                </a:lnTo>
                <a:lnTo>
                  <a:pt x="1494483" y="1127378"/>
                </a:lnTo>
                <a:lnTo>
                  <a:pt x="1495937" y="1117968"/>
                </a:lnTo>
                <a:lnTo>
                  <a:pt x="1500298" y="1097307"/>
                </a:lnTo>
                <a:lnTo>
                  <a:pt x="1501752" y="1103877"/>
                </a:lnTo>
                <a:lnTo>
                  <a:pt x="1503206" y="1122091"/>
                </a:lnTo>
                <a:lnTo>
                  <a:pt x="1507567" y="1111360"/>
                </a:lnTo>
                <a:lnTo>
                  <a:pt x="1511928" y="1102492"/>
                </a:lnTo>
                <a:lnTo>
                  <a:pt x="1513382" y="1105755"/>
                </a:lnTo>
                <a:lnTo>
                  <a:pt x="1519197" y="1125319"/>
                </a:lnTo>
                <a:lnTo>
                  <a:pt x="1522105" y="1101016"/>
                </a:lnTo>
                <a:lnTo>
                  <a:pt x="1526466" y="1112990"/>
                </a:lnTo>
                <a:lnTo>
                  <a:pt x="1530827" y="1101594"/>
                </a:lnTo>
                <a:lnTo>
                  <a:pt x="1532281" y="1105899"/>
                </a:lnTo>
                <a:lnTo>
                  <a:pt x="1535189" y="1121118"/>
                </a:lnTo>
                <a:lnTo>
                  <a:pt x="1536643" y="1096950"/>
                </a:lnTo>
                <a:lnTo>
                  <a:pt x="1539550" y="1128489"/>
                </a:lnTo>
                <a:lnTo>
                  <a:pt x="1543911" y="1100918"/>
                </a:lnTo>
                <a:lnTo>
                  <a:pt x="1546819" y="1111804"/>
                </a:lnTo>
                <a:lnTo>
                  <a:pt x="1551180" y="1105492"/>
                </a:lnTo>
                <a:lnTo>
                  <a:pt x="1554088" y="1120150"/>
                </a:lnTo>
                <a:lnTo>
                  <a:pt x="1555541" y="1091874"/>
                </a:lnTo>
                <a:lnTo>
                  <a:pt x="1558449" y="1105642"/>
                </a:lnTo>
                <a:lnTo>
                  <a:pt x="1561357" y="1130675"/>
                </a:lnTo>
                <a:lnTo>
                  <a:pt x="1562811" y="1127154"/>
                </a:lnTo>
                <a:lnTo>
                  <a:pt x="1564264" y="1107869"/>
                </a:lnTo>
                <a:lnTo>
                  <a:pt x="1568626" y="1109946"/>
                </a:lnTo>
                <a:lnTo>
                  <a:pt x="1572987" y="1105124"/>
                </a:lnTo>
                <a:lnTo>
                  <a:pt x="1571533" y="1115373"/>
                </a:lnTo>
                <a:lnTo>
                  <a:pt x="1574441" y="1107130"/>
                </a:lnTo>
                <a:lnTo>
                  <a:pt x="1577348" y="1120829"/>
                </a:lnTo>
                <a:lnTo>
                  <a:pt x="1578802" y="1113589"/>
                </a:lnTo>
                <a:lnTo>
                  <a:pt x="1580256" y="1101671"/>
                </a:lnTo>
                <a:lnTo>
                  <a:pt x="1584617" y="1104031"/>
                </a:lnTo>
                <a:lnTo>
                  <a:pt x="1588978" y="1113493"/>
                </a:lnTo>
                <a:lnTo>
                  <a:pt x="1590432" y="1109427"/>
                </a:lnTo>
                <a:lnTo>
                  <a:pt x="1596248" y="1075993"/>
                </a:lnTo>
                <a:lnTo>
                  <a:pt x="1599155" y="1129061"/>
                </a:lnTo>
                <a:lnTo>
                  <a:pt x="1602063" y="1093719"/>
                </a:lnTo>
                <a:lnTo>
                  <a:pt x="1606424" y="1119040"/>
                </a:lnTo>
                <a:lnTo>
                  <a:pt x="1607878" y="1102932"/>
                </a:lnTo>
                <a:lnTo>
                  <a:pt x="1610785" y="1099162"/>
                </a:lnTo>
                <a:lnTo>
                  <a:pt x="1612239" y="1104270"/>
                </a:lnTo>
                <a:lnTo>
                  <a:pt x="1618054" y="1142958"/>
                </a:lnTo>
                <a:lnTo>
                  <a:pt x="1622415" y="1106837"/>
                </a:lnTo>
                <a:lnTo>
                  <a:pt x="1623869" y="1109541"/>
                </a:lnTo>
                <a:lnTo>
                  <a:pt x="1628230" y="1134661"/>
                </a:lnTo>
                <a:lnTo>
                  <a:pt x="1629684" y="1133063"/>
                </a:lnTo>
                <a:lnTo>
                  <a:pt x="1634045" y="1118781"/>
                </a:lnTo>
                <a:lnTo>
                  <a:pt x="1635500" y="1123748"/>
                </a:lnTo>
                <a:lnTo>
                  <a:pt x="1638407" y="1116619"/>
                </a:lnTo>
                <a:lnTo>
                  <a:pt x="1639861" y="1106173"/>
                </a:lnTo>
                <a:lnTo>
                  <a:pt x="1641315" y="1117025"/>
                </a:lnTo>
                <a:lnTo>
                  <a:pt x="1642768" y="1138054"/>
                </a:lnTo>
                <a:lnTo>
                  <a:pt x="1644222" y="1122160"/>
                </a:lnTo>
                <a:lnTo>
                  <a:pt x="1645676" y="1096147"/>
                </a:lnTo>
                <a:lnTo>
                  <a:pt x="1647130" y="1115604"/>
                </a:lnTo>
                <a:lnTo>
                  <a:pt x="1648583" y="1150194"/>
                </a:lnTo>
                <a:lnTo>
                  <a:pt x="1651491" y="1133932"/>
                </a:lnTo>
                <a:lnTo>
                  <a:pt x="1658760" y="1079498"/>
                </a:lnTo>
                <a:lnTo>
                  <a:pt x="1666029" y="1109914"/>
                </a:lnTo>
                <a:lnTo>
                  <a:pt x="1668936" y="1100189"/>
                </a:lnTo>
                <a:lnTo>
                  <a:pt x="1673297" y="1062445"/>
                </a:lnTo>
                <a:lnTo>
                  <a:pt x="1676205" y="1090308"/>
                </a:lnTo>
                <a:lnTo>
                  <a:pt x="1679113" y="1111999"/>
                </a:lnTo>
                <a:lnTo>
                  <a:pt x="1682020" y="1105742"/>
                </a:lnTo>
                <a:lnTo>
                  <a:pt x="1687835" y="1086112"/>
                </a:lnTo>
                <a:lnTo>
                  <a:pt x="1689289" y="1091636"/>
                </a:lnTo>
                <a:lnTo>
                  <a:pt x="1696558" y="1109191"/>
                </a:lnTo>
                <a:lnTo>
                  <a:pt x="1700919" y="1095645"/>
                </a:lnTo>
                <a:lnTo>
                  <a:pt x="1702373" y="1103906"/>
                </a:lnTo>
                <a:lnTo>
                  <a:pt x="1703827" y="1103756"/>
                </a:lnTo>
                <a:lnTo>
                  <a:pt x="1706734" y="1112180"/>
                </a:lnTo>
                <a:lnTo>
                  <a:pt x="1709642" y="1107769"/>
                </a:lnTo>
                <a:lnTo>
                  <a:pt x="1712549" y="1102463"/>
                </a:lnTo>
                <a:lnTo>
                  <a:pt x="1714004" y="1107232"/>
                </a:lnTo>
                <a:lnTo>
                  <a:pt x="1715457" y="1112638"/>
                </a:lnTo>
                <a:lnTo>
                  <a:pt x="1718365" y="1110044"/>
                </a:lnTo>
                <a:lnTo>
                  <a:pt x="1722726" y="1103724"/>
                </a:lnTo>
                <a:lnTo>
                  <a:pt x="1729995" y="1123881"/>
                </a:lnTo>
                <a:lnTo>
                  <a:pt x="1732902" y="1110742"/>
                </a:lnTo>
                <a:lnTo>
                  <a:pt x="1734356" y="1114773"/>
                </a:lnTo>
                <a:lnTo>
                  <a:pt x="1738718" y="1144319"/>
                </a:lnTo>
                <a:lnTo>
                  <a:pt x="1740171" y="1137066"/>
                </a:lnTo>
                <a:lnTo>
                  <a:pt x="1741625" y="1123295"/>
                </a:lnTo>
                <a:lnTo>
                  <a:pt x="1745986" y="1130652"/>
                </a:lnTo>
                <a:lnTo>
                  <a:pt x="1751801" y="1137927"/>
                </a:lnTo>
                <a:lnTo>
                  <a:pt x="1759071" y="1117705"/>
                </a:lnTo>
                <a:lnTo>
                  <a:pt x="1761978" y="1130448"/>
                </a:lnTo>
                <a:lnTo>
                  <a:pt x="1766339" y="1149832"/>
                </a:lnTo>
                <a:lnTo>
                  <a:pt x="1767793" y="1133897"/>
                </a:lnTo>
                <a:lnTo>
                  <a:pt x="1769247" y="1134763"/>
                </a:lnTo>
                <a:lnTo>
                  <a:pt x="1772154" y="1155624"/>
                </a:lnTo>
                <a:lnTo>
                  <a:pt x="1775062" y="1144865"/>
                </a:lnTo>
                <a:lnTo>
                  <a:pt x="1776516" y="1149821"/>
                </a:lnTo>
                <a:lnTo>
                  <a:pt x="1777970" y="1138163"/>
                </a:lnTo>
                <a:lnTo>
                  <a:pt x="1780877" y="1146175"/>
                </a:lnTo>
                <a:lnTo>
                  <a:pt x="1782331" y="1144466"/>
                </a:lnTo>
                <a:lnTo>
                  <a:pt x="1783785" y="1146679"/>
                </a:lnTo>
                <a:lnTo>
                  <a:pt x="1792508" y="1173830"/>
                </a:lnTo>
                <a:lnTo>
                  <a:pt x="1795415" y="1154226"/>
                </a:lnTo>
                <a:lnTo>
                  <a:pt x="1796869" y="1155798"/>
                </a:lnTo>
                <a:lnTo>
                  <a:pt x="1799776" y="1186923"/>
                </a:lnTo>
                <a:lnTo>
                  <a:pt x="1802684" y="1161634"/>
                </a:lnTo>
                <a:lnTo>
                  <a:pt x="1809953" y="1186782"/>
                </a:lnTo>
                <a:lnTo>
                  <a:pt x="1812860" y="1169296"/>
                </a:lnTo>
                <a:lnTo>
                  <a:pt x="1815768" y="1172243"/>
                </a:lnTo>
                <a:lnTo>
                  <a:pt x="1821583" y="1181646"/>
                </a:lnTo>
                <a:lnTo>
                  <a:pt x="1823037" y="1174019"/>
                </a:lnTo>
                <a:lnTo>
                  <a:pt x="1825944" y="1180306"/>
                </a:lnTo>
                <a:lnTo>
                  <a:pt x="1831759" y="1179875"/>
                </a:lnTo>
                <a:lnTo>
                  <a:pt x="1834667" y="1175472"/>
                </a:lnTo>
                <a:lnTo>
                  <a:pt x="1836121" y="1182425"/>
                </a:lnTo>
                <a:lnTo>
                  <a:pt x="1837575" y="1184020"/>
                </a:lnTo>
                <a:lnTo>
                  <a:pt x="1840482" y="1169371"/>
                </a:lnTo>
                <a:lnTo>
                  <a:pt x="1843390" y="1173854"/>
                </a:lnTo>
                <a:lnTo>
                  <a:pt x="1844843" y="1173821"/>
                </a:lnTo>
                <a:lnTo>
                  <a:pt x="1852112" y="1202798"/>
                </a:lnTo>
                <a:lnTo>
                  <a:pt x="1855020" y="1187475"/>
                </a:lnTo>
                <a:lnTo>
                  <a:pt x="1856474" y="1202339"/>
                </a:lnTo>
                <a:lnTo>
                  <a:pt x="1859381" y="1222990"/>
                </a:lnTo>
                <a:lnTo>
                  <a:pt x="1860835" y="1202970"/>
                </a:lnTo>
                <a:lnTo>
                  <a:pt x="1862289" y="1194295"/>
                </a:lnTo>
                <a:lnTo>
                  <a:pt x="1863742" y="1206646"/>
                </a:lnTo>
                <a:lnTo>
                  <a:pt x="1868104" y="1217564"/>
                </a:lnTo>
                <a:lnTo>
                  <a:pt x="1869557" y="1211385"/>
                </a:lnTo>
                <a:lnTo>
                  <a:pt x="1871011" y="1211218"/>
                </a:lnTo>
                <a:lnTo>
                  <a:pt x="1876827" y="1216997"/>
                </a:lnTo>
                <a:lnTo>
                  <a:pt x="1881188" y="1227336"/>
                </a:lnTo>
                <a:lnTo>
                  <a:pt x="1885549" y="1240770"/>
                </a:lnTo>
                <a:lnTo>
                  <a:pt x="1889910" y="1236078"/>
                </a:lnTo>
                <a:lnTo>
                  <a:pt x="1904448" y="1257439"/>
                </a:lnTo>
                <a:lnTo>
                  <a:pt x="1905902" y="1256403"/>
                </a:lnTo>
                <a:lnTo>
                  <a:pt x="1907356" y="1250247"/>
                </a:lnTo>
                <a:lnTo>
                  <a:pt x="1908810" y="1263400"/>
                </a:lnTo>
                <a:lnTo>
                  <a:pt x="1911717" y="1275886"/>
                </a:lnTo>
                <a:lnTo>
                  <a:pt x="1914625" y="1270498"/>
                </a:lnTo>
                <a:lnTo>
                  <a:pt x="1921894" y="1299409"/>
                </a:lnTo>
                <a:lnTo>
                  <a:pt x="1923347" y="1290660"/>
                </a:lnTo>
                <a:lnTo>
                  <a:pt x="1924801" y="1282020"/>
                </a:lnTo>
                <a:lnTo>
                  <a:pt x="1926255" y="1303753"/>
                </a:lnTo>
                <a:lnTo>
                  <a:pt x="1930616" y="1302628"/>
                </a:lnTo>
                <a:lnTo>
                  <a:pt x="1932070" y="1288674"/>
                </a:lnTo>
                <a:lnTo>
                  <a:pt x="1934978" y="1303427"/>
                </a:lnTo>
                <a:lnTo>
                  <a:pt x="1936431" y="1301453"/>
                </a:lnTo>
                <a:lnTo>
                  <a:pt x="1937885" y="1284361"/>
                </a:lnTo>
                <a:lnTo>
                  <a:pt x="1942247" y="1297155"/>
                </a:lnTo>
                <a:lnTo>
                  <a:pt x="1945154" y="1291454"/>
                </a:lnTo>
                <a:lnTo>
                  <a:pt x="1948062" y="1296263"/>
                </a:lnTo>
                <a:lnTo>
                  <a:pt x="1949515" y="1298235"/>
                </a:lnTo>
                <a:lnTo>
                  <a:pt x="1950969" y="1289055"/>
                </a:lnTo>
                <a:lnTo>
                  <a:pt x="1955331" y="1294181"/>
                </a:lnTo>
                <a:lnTo>
                  <a:pt x="1956784" y="1298979"/>
                </a:lnTo>
                <a:lnTo>
                  <a:pt x="1958238" y="1292536"/>
                </a:lnTo>
                <a:lnTo>
                  <a:pt x="1959692" y="1288966"/>
                </a:lnTo>
                <a:lnTo>
                  <a:pt x="1961146" y="1298662"/>
                </a:lnTo>
                <a:lnTo>
                  <a:pt x="1962599" y="1298270"/>
                </a:lnTo>
                <a:lnTo>
                  <a:pt x="1964053" y="1282864"/>
                </a:lnTo>
                <a:lnTo>
                  <a:pt x="1968414" y="1288729"/>
                </a:lnTo>
                <a:lnTo>
                  <a:pt x="1969868" y="1291563"/>
                </a:lnTo>
                <a:lnTo>
                  <a:pt x="1971322" y="1281556"/>
                </a:lnTo>
                <a:lnTo>
                  <a:pt x="1975683" y="1286377"/>
                </a:lnTo>
                <a:lnTo>
                  <a:pt x="1980045" y="1288691"/>
                </a:lnTo>
                <a:lnTo>
                  <a:pt x="1978591" y="1280906"/>
                </a:lnTo>
                <a:lnTo>
                  <a:pt x="1981499" y="1286368"/>
                </a:lnTo>
                <a:lnTo>
                  <a:pt x="1988767" y="1270606"/>
                </a:lnTo>
                <a:lnTo>
                  <a:pt x="1990221" y="1273762"/>
                </a:lnTo>
                <a:lnTo>
                  <a:pt x="1993129" y="1269277"/>
                </a:lnTo>
                <a:lnTo>
                  <a:pt x="1994583" y="1247221"/>
                </a:lnTo>
                <a:lnTo>
                  <a:pt x="1998944" y="1257891"/>
                </a:lnTo>
                <a:lnTo>
                  <a:pt x="2007666" y="1233914"/>
                </a:lnTo>
                <a:lnTo>
                  <a:pt x="2010574" y="1260214"/>
                </a:lnTo>
                <a:lnTo>
                  <a:pt x="2013482" y="1247550"/>
                </a:lnTo>
                <a:lnTo>
                  <a:pt x="2020750" y="1197681"/>
                </a:lnTo>
                <a:lnTo>
                  <a:pt x="2022204" y="1199585"/>
                </a:lnTo>
                <a:lnTo>
                  <a:pt x="2026566" y="1221942"/>
                </a:lnTo>
                <a:lnTo>
                  <a:pt x="2035288" y="1163101"/>
                </a:lnTo>
                <a:lnTo>
                  <a:pt x="2044011" y="1126802"/>
                </a:lnTo>
                <a:lnTo>
                  <a:pt x="2046918" y="1152031"/>
                </a:lnTo>
                <a:lnTo>
                  <a:pt x="2049826" y="1146866"/>
                </a:lnTo>
                <a:lnTo>
                  <a:pt x="2054187" y="1117320"/>
                </a:lnTo>
                <a:lnTo>
                  <a:pt x="2055641" y="1124245"/>
                </a:lnTo>
                <a:lnTo>
                  <a:pt x="2057095" y="1154746"/>
                </a:lnTo>
                <a:lnTo>
                  <a:pt x="2061456" y="1132059"/>
                </a:lnTo>
                <a:lnTo>
                  <a:pt x="2062910" y="1132143"/>
                </a:lnTo>
                <a:lnTo>
                  <a:pt x="2064364" y="1122534"/>
                </a:lnTo>
                <a:lnTo>
                  <a:pt x="2065817" y="1138927"/>
                </a:lnTo>
                <a:lnTo>
                  <a:pt x="2067271" y="1131913"/>
                </a:lnTo>
                <a:lnTo>
                  <a:pt x="2068725" y="1130520"/>
                </a:lnTo>
                <a:lnTo>
                  <a:pt x="2070179" y="1137994"/>
                </a:lnTo>
                <a:lnTo>
                  <a:pt x="2073087" y="1129204"/>
                </a:lnTo>
                <a:lnTo>
                  <a:pt x="2075994" y="1138268"/>
                </a:lnTo>
                <a:lnTo>
                  <a:pt x="2078902" y="1117666"/>
                </a:lnTo>
                <a:lnTo>
                  <a:pt x="2087624" y="1151485"/>
                </a:lnTo>
                <a:lnTo>
                  <a:pt x="2094893" y="1114419"/>
                </a:lnTo>
                <a:lnTo>
                  <a:pt x="2096347" y="1110835"/>
                </a:lnTo>
                <a:lnTo>
                  <a:pt x="2100708" y="1059841"/>
                </a:lnTo>
                <a:lnTo>
                  <a:pt x="2102162" y="1074386"/>
                </a:lnTo>
                <a:lnTo>
                  <a:pt x="2103616" y="1111209"/>
                </a:lnTo>
                <a:lnTo>
                  <a:pt x="2107977" y="1093263"/>
                </a:lnTo>
                <a:lnTo>
                  <a:pt x="2110885" y="1088578"/>
                </a:lnTo>
                <a:lnTo>
                  <a:pt x="2112339" y="1142862"/>
                </a:lnTo>
                <a:lnTo>
                  <a:pt x="2115246" y="1066649"/>
                </a:lnTo>
                <a:lnTo>
                  <a:pt x="2119607" y="1101488"/>
                </a:lnTo>
                <a:lnTo>
                  <a:pt x="2121061" y="1074929"/>
                </a:lnTo>
                <a:lnTo>
                  <a:pt x="2131238" y="1163197"/>
                </a:lnTo>
                <a:lnTo>
                  <a:pt x="2134145" y="1058945"/>
                </a:lnTo>
                <a:lnTo>
                  <a:pt x="2137053" y="1106982"/>
                </a:lnTo>
                <a:lnTo>
                  <a:pt x="2138507" y="1102610"/>
                </a:lnTo>
                <a:lnTo>
                  <a:pt x="2139960" y="1115507"/>
                </a:lnTo>
                <a:lnTo>
                  <a:pt x="2141414" y="1129178"/>
                </a:lnTo>
                <a:lnTo>
                  <a:pt x="2148683" y="1062248"/>
                </a:lnTo>
                <a:lnTo>
                  <a:pt x="2151591" y="1073538"/>
                </a:lnTo>
                <a:lnTo>
                  <a:pt x="2153044" y="1054513"/>
                </a:lnTo>
                <a:lnTo>
                  <a:pt x="2154498" y="1058640"/>
                </a:lnTo>
                <a:lnTo>
                  <a:pt x="2155952" y="1097078"/>
                </a:lnTo>
                <a:lnTo>
                  <a:pt x="2158859" y="1073079"/>
                </a:lnTo>
                <a:lnTo>
                  <a:pt x="2160313" y="1041274"/>
                </a:lnTo>
                <a:lnTo>
                  <a:pt x="2164674" y="1055180"/>
                </a:lnTo>
                <a:lnTo>
                  <a:pt x="2166128" y="1054003"/>
                </a:lnTo>
                <a:lnTo>
                  <a:pt x="2167582" y="1062747"/>
                </a:lnTo>
                <a:lnTo>
                  <a:pt x="2170490" y="1026324"/>
                </a:lnTo>
                <a:lnTo>
                  <a:pt x="2173397" y="1030950"/>
                </a:lnTo>
                <a:lnTo>
                  <a:pt x="2176305" y="1033629"/>
                </a:lnTo>
                <a:lnTo>
                  <a:pt x="2179212" y="1004256"/>
                </a:lnTo>
                <a:lnTo>
                  <a:pt x="2180666" y="1010238"/>
                </a:lnTo>
                <a:lnTo>
                  <a:pt x="2186481" y="1064477"/>
                </a:lnTo>
                <a:lnTo>
                  <a:pt x="2187935" y="1007834"/>
                </a:lnTo>
                <a:lnTo>
                  <a:pt x="2190843" y="1045995"/>
                </a:lnTo>
                <a:lnTo>
                  <a:pt x="2195204" y="1093654"/>
                </a:lnTo>
                <a:lnTo>
                  <a:pt x="2196658" y="1071438"/>
                </a:lnTo>
                <a:lnTo>
                  <a:pt x="2201019" y="1015293"/>
                </a:lnTo>
                <a:lnTo>
                  <a:pt x="2202473" y="1051587"/>
                </a:lnTo>
                <a:lnTo>
                  <a:pt x="2203926" y="1041922"/>
                </a:lnTo>
                <a:lnTo>
                  <a:pt x="2205380" y="1107435"/>
                </a:lnTo>
                <a:lnTo>
                  <a:pt x="2208288" y="1064107"/>
                </a:lnTo>
                <a:lnTo>
                  <a:pt x="2209741" y="1020248"/>
                </a:lnTo>
                <a:lnTo>
                  <a:pt x="2211196" y="1050850"/>
                </a:lnTo>
                <a:lnTo>
                  <a:pt x="2215557" y="1142005"/>
                </a:lnTo>
                <a:lnTo>
                  <a:pt x="2217011" y="1077053"/>
                </a:lnTo>
                <a:lnTo>
                  <a:pt x="2218464" y="1088723"/>
                </a:lnTo>
                <a:lnTo>
                  <a:pt x="2221372" y="1030470"/>
                </a:lnTo>
                <a:lnTo>
                  <a:pt x="2222826" y="1085853"/>
                </a:lnTo>
                <a:lnTo>
                  <a:pt x="2227187" y="1120899"/>
                </a:lnTo>
                <a:lnTo>
                  <a:pt x="2234456" y="1027552"/>
                </a:lnTo>
                <a:lnTo>
                  <a:pt x="2235910" y="1019161"/>
                </a:lnTo>
                <a:lnTo>
                  <a:pt x="2238817" y="1120852"/>
                </a:lnTo>
                <a:lnTo>
                  <a:pt x="2240271" y="1030297"/>
                </a:lnTo>
                <a:lnTo>
                  <a:pt x="2243178" y="1026574"/>
                </a:lnTo>
                <a:lnTo>
                  <a:pt x="2244632" y="1011186"/>
                </a:lnTo>
                <a:lnTo>
                  <a:pt x="2250448" y="1151087"/>
                </a:lnTo>
                <a:lnTo>
                  <a:pt x="2251901" y="1126051"/>
                </a:lnTo>
                <a:lnTo>
                  <a:pt x="2259170" y="1003924"/>
                </a:lnTo>
                <a:lnTo>
                  <a:pt x="2263531" y="1106964"/>
                </a:lnTo>
                <a:lnTo>
                  <a:pt x="2264985" y="1041232"/>
                </a:lnTo>
                <a:lnTo>
                  <a:pt x="2269347" y="942073"/>
                </a:lnTo>
                <a:lnTo>
                  <a:pt x="2270800" y="942398"/>
                </a:lnTo>
                <a:lnTo>
                  <a:pt x="2278069" y="1203279"/>
                </a:lnTo>
                <a:lnTo>
                  <a:pt x="2279523" y="1139275"/>
                </a:lnTo>
                <a:lnTo>
                  <a:pt x="2282430" y="1014803"/>
                </a:lnTo>
                <a:lnTo>
                  <a:pt x="2283884" y="1037499"/>
                </a:lnTo>
                <a:lnTo>
                  <a:pt x="2285338" y="1119297"/>
                </a:lnTo>
                <a:lnTo>
                  <a:pt x="2288245" y="1073927"/>
                </a:lnTo>
                <a:lnTo>
                  <a:pt x="2291153" y="1033026"/>
                </a:lnTo>
                <a:lnTo>
                  <a:pt x="2296968" y="1115114"/>
                </a:lnTo>
                <a:lnTo>
                  <a:pt x="2302783" y="1015521"/>
                </a:lnTo>
                <a:lnTo>
                  <a:pt x="2304237" y="1097767"/>
                </a:lnTo>
                <a:lnTo>
                  <a:pt x="2308599" y="1081700"/>
                </a:lnTo>
                <a:lnTo>
                  <a:pt x="2310052" y="1042333"/>
                </a:lnTo>
                <a:lnTo>
                  <a:pt x="2312960" y="1084811"/>
                </a:lnTo>
                <a:lnTo>
                  <a:pt x="2314414" y="1063264"/>
                </a:lnTo>
                <a:lnTo>
                  <a:pt x="2317321" y="1144119"/>
                </a:lnTo>
                <a:lnTo>
                  <a:pt x="2318775" y="1124466"/>
                </a:lnTo>
                <a:lnTo>
                  <a:pt x="2326044" y="1012536"/>
                </a:lnTo>
                <a:lnTo>
                  <a:pt x="2331859" y="1198540"/>
                </a:lnTo>
                <a:lnTo>
                  <a:pt x="2333313" y="1002967"/>
                </a:lnTo>
                <a:lnTo>
                  <a:pt x="2337674" y="1023919"/>
                </a:lnTo>
                <a:lnTo>
                  <a:pt x="2343489" y="1128258"/>
                </a:lnTo>
                <a:lnTo>
                  <a:pt x="2344943" y="1099044"/>
                </a:lnTo>
                <a:lnTo>
                  <a:pt x="2349304" y="1034989"/>
                </a:lnTo>
                <a:lnTo>
                  <a:pt x="2350758" y="1050282"/>
                </a:lnTo>
                <a:lnTo>
                  <a:pt x="2353666" y="1049697"/>
                </a:lnTo>
                <a:lnTo>
                  <a:pt x="2359481" y="1182087"/>
                </a:lnTo>
                <a:lnTo>
                  <a:pt x="2366749" y="1002747"/>
                </a:lnTo>
                <a:lnTo>
                  <a:pt x="2368204" y="1013054"/>
                </a:lnTo>
                <a:lnTo>
                  <a:pt x="2371111" y="1145754"/>
                </a:lnTo>
                <a:lnTo>
                  <a:pt x="2375472" y="1098877"/>
                </a:lnTo>
                <a:lnTo>
                  <a:pt x="2378380" y="1032582"/>
                </a:lnTo>
                <a:lnTo>
                  <a:pt x="2379834" y="1069409"/>
                </a:lnTo>
                <a:lnTo>
                  <a:pt x="2381287" y="1130632"/>
                </a:lnTo>
                <a:lnTo>
                  <a:pt x="2385649" y="1125407"/>
                </a:lnTo>
                <a:lnTo>
                  <a:pt x="2388556" y="1050850"/>
                </a:lnTo>
                <a:lnTo>
                  <a:pt x="2390010" y="1082406"/>
                </a:lnTo>
                <a:lnTo>
                  <a:pt x="2391464" y="1116291"/>
                </a:lnTo>
                <a:lnTo>
                  <a:pt x="2392918" y="1063111"/>
                </a:lnTo>
                <a:lnTo>
                  <a:pt x="2394371" y="1065607"/>
                </a:lnTo>
                <a:lnTo>
                  <a:pt x="2397279" y="1032394"/>
                </a:lnTo>
                <a:lnTo>
                  <a:pt x="2400186" y="1103980"/>
                </a:lnTo>
                <a:lnTo>
                  <a:pt x="2403094" y="1089357"/>
                </a:lnTo>
                <a:lnTo>
                  <a:pt x="2404548" y="1043141"/>
                </a:lnTo>
                <a:lnTo>
                  <a:pt x="2407456" y="1083305"/>
                </a:lnTo>
                <a:lnTo>
                  <a:pt x="2408909" y="1081709"/>
                </a:lnTo>
                <a:lnTo>
                  <a:pt x="2410363" y="1014216"/>
                </a:lnTo>
                <a:lnTo>
                  <a:pt x="2413271" y="1057681"/>
                </a:lnTo>
                <a:lnTo>
                  <a:pt x="2417632" y="1087666"/>
                </a:lnTo>
                <a:lnTo>
                  <a:pt x="2419086" y="1068166"/>
                </a:lnTo>
                <a:lnTo>
                  <a:pt x="2423447" y="973978"/>
                </a:lnTo>
                <a:lnTo>
                  <a:pt x="2424901" y="1048044"/>
                </a:lnTo>
                <a:lnTo>
                  <a:pt x="2426354" y="1049973"/>
                </a:lnTo>
                <a:lnTo>
                  <a:pt x="2427808" y="1073465"/>
                </a:lnTo>
                <a:lnTo>
                  <a:pt x="2430716" y="981991"/>
                </a:lnTo>
                <a:lnTo>
                  <a:pt x="2432170" y="1079004"/>
                </a:lnTo>
                <a:lnTo>
                  <a:pt x="2433623" y="1026286"/>
                </a:lnTo>
                <a:lnTo>
                  <a:pt x="2436531" y="960308"/>
                </a:lnTo>
                <a:lnTo>
                  <a:pt x="2437985" y="961400"/>
                </a:lnTo>
                <a:lnTo>
                  <a:pt x="2442346" y="1091001"/>
                </a:lnTo>
                <a:lnTo>
                  <a:pt x="2443800" y="1084963"/>
                </a:lnTo>
                <a:lnTo>
                  <a:pt x="2445253" y="959567"/>
                </a:lnTo>
                <a:lnTo>
                  <a:pt x="2449615" y="990317"/>
                </a:lnTo>
                <a:lnTo>
                  <a:pt x="2451069" y="997588"/>
                </a:lnTo>
                <a:lnTo>
                  <a:pt x="2453976" y="1040616"/>
                </a:lnTo>
                <a:lnTo>
                  <a:pt x="2456884" y="1038311"/>
                </a:lnTo>
                <a:lnTo>
                  <a:pt x="2458338" y="1041986"/>
                </a:lnTo>
                <a:lnTo>
                  <a:pt x="2462699" y="907925"/>
                </a:lnTo>
                <a:lnTo>
                  <a:pt x="2464153" y="918288"/>
                </a:lnTo>
                <a:lnTo>
                  <a:pt x="2467060" y="1059224"/>
                </a:lnTo>
                <a:lnTo>
                  <a:pt x="2469968" y="973727"/>
                </a:lnTo>
                <a:lnTo>
                  <a:pt x="2471422" y="921948"/>
                </a:lnTo>
                <a:lnTo>
                  <a:pt x="2472875" y="959992"/>
                </a:lnTo>
                <a:lnTo>
                  <a:pt x="2474329" y="1039535"/>
                </a:lnTo>
                <a:lnTo>
                  <a:pt x="2477237" y="1001773"/>
                </a:lnTo>
                <a:lnTo>
                  <a:pt x="2480144" y="1003682"/>
                </a:lnTo>
                <a:lnTo>
                  <a:pt x="2484505" y="945193"/>
                </a:lnTo>
                <a:lnTo>
                  <a:pt x="2487413" y="994819"/>
                </a:lnTo>
                <a:lnTo>
                  <a:pt x="2490321" y="967928"/>
                </a:lnTo>
                <a:lnTo>
                  <a:pt x="2494682" y="933865"/>
                </a:lnTo>
                <a:lnTo>
                  <a:pt x="2496136" y="997822"/>
                </a:lnTo>
                <a:lnTo>
                  <a:pt x="2499043" y="939538"/>
                </a:lnTo>
                <a:lnTo>
                  <a:pt x="2500497" y="926412"/>
                </a:lnTo>
                <a:lnTo>
                  <a:pt x="2501951" y="952459"/>
                </a:lnTo>
                <a:lnTo>
                  <a:pt x="2503405" y="951957"/>
                </a:lnTo>
                <a:lnTo>
                  <a:pt x="2506312" y="958117"/>
                </a:lnTo>
                <a:lnTo>
                  <a:pt x="2509220" y="921020"/>
                </a:lnTo>
                <a:lnTo>
                  <a:pt x="2510674" y="946939"/>
                </a:lnTo>
                <a:lnTo>
                  <a:pt x="2513581" y="920764"/>
                </a:lnTo>
                <a:lnTo>
                  <a:pt x="2516489" y="966068"/>
                </a:lnTo>
                <a:lnTo>
                  <a:pt x="2520850" y="895522"/>
                </a:lnTo>
                <a:lnTo>
                  <a:pt x="2525211" y="916621"/>
                </a:lnTo>
                <a:lnTo>
                  <a:pt x="2529573" y="949461"/>
                </a:lnTo>
                <a:lnTo>
                  <a:pt x="2533934" y="813250"/>
                </a:lnTo>
                <a:lnTo>
                  <a:pt x="2536842" y="849681"/>
                </a:lnTo>
                <a:lnTo>
                  <a:pt x="2538295" y="848505"/>
                </a:lnTo>
                <a:lnTo>
                  <a:pt x="2541203" y="921023"/>
                </a:lnTo>
                <a:lnTo>
                  <a:pt x="2544110" y="882566"/>
                </a:lnTo>
                <a:lnTo>
                  <a:pt x="2547018" y="818094"/>
                </a:lnTo>
                <a:lnTo>
                  <a:pt x="2549926" y="853238"/>
                </a:lnTo>
                <a:lnTo>
                  <a:pt x="2554287" y="882784"/>
                </a:lnTo>
                <a:lnTo>
                  <a:pt x="2557194" y="834646"/>
                </a:lnTo>
                <a:lnTo>
                  <a:pt x="2560102" y="853372"/>
                </a:lnTo>
                <a:lnTo>
                  <a:pt x="2564463" y="909002"/>
                </a:lnTo>
                <a:lnTo>
                  <a:pt x="2567371" y="825831"/>
                </a:lnTo>
                <a:lnTo>
                  <a:pt x="2570279" y="836753"/>
                </a:lnTo>
                <a:lnTo>
                  <a:pt x="2576094" y="873984"/>
                </a:lnTo>
                <a:lnTo>
                  <a:pt x="2581909" y="720158"/>
                </a:lnTo>
                <a:lnTo>
                  <a:pt x="2583362" y="804757"/>
                </a:lnTo>
                <a:lnTo>
                  <a:pt x="2587724" y="741168"/>
                </a:lnTo>
                <a:lnTo>
                  <a:pt x="2589178" y="796693"/>
                </a:lnTo>
                <a:lnTo>
                  <a:pt x="2592085" y="740388"/>
                </a:lnTo>
                <a:lnTo>
                  <a:pt x="2593539" y="756489"/>
                </a:lnTo>
                <a:lnTo>
                  <a:pt x="2596446" y="734687"/>
                </a:lnTo>
                <a:lnTo>
                  <a:pt x="2603715" y="874849"/>
                </a:lnTo>
                <a:lnTo>
                  <a:pt x="2608077" y="711813"/>
                </a:lnTo>
                <a:lnTo>
                  <a:pt x="2610984" y="812972"/>
                </a:lnTo>
                <a:lnTo>
                  <a:pt x="2612438" y="843609"/>
                </a:lnTo>
                <a:lnTo>
                  <a:pt x="2613892" y="785272"/>
                </a:lnTo>
                <a:lnTo>
                  <a:pt x="2618253" y="659604"/>
                </a:lnTo>
                <a:lnTo>
                  <a:pt x="2619707" y="732953"/>
                </a:lnTo>
                <a:lnTo>
                  <a:pt x="2625522" y="928765"/>
                </a:lnTo>
                <a:lnTo>
                  <a:pt x="2626976" y="864327"/>
                </a:lnTo>
                <a:lnTo>
                  <a:pt x="2631337" y="778253"/>
                </a:lnTo>
                <a:lnTo>
                  <a:pt x="2632791" y="914820"/>
                </a:lnTo>
                <a:lnTo>
                  <a:pt x="2637152" y="829381"/>
                </a:lnTo>
                <a:lnTo>
                  <a:pt x="2641513" y="722533"/>
                </a:lnTo>
                <a:lnTo>
                  <a:pt x="2644421" y="792683"/>
                </a:lnTo>
                <a:lnTo>
                  <a:pt x="2645875" y="774265"/>
                </a:lnTo>
                <a:lnTo>
                  <a:pt x="2647329" y="804032"/>
                </a:lnTo>
                <a:lnTo>
                  <a:pt x="2648783" y="823365"/>
                </a:lnTo>
                <a:lnTo>
                  <a:pt x="2653144" y="752295"/>
                </a:lnTo>
                <a:lnTo>
                  <a:pt x="2654598" y="797960"/>
                </a:lnTo>
                <a:lnTo>
                  <a:pt x="2656051" y="831574"/>
                </a:lnTo>
                <a:lnTo>
                  <a:pt x="2658959" y="817645"/>
                </a:lnTo>
                <a:lnTo>
                  <a:pt x="2661866" y="723870"/>
                </a:lnTo>
                <a:lnTo>
                  <a:pt x="2663320" y="765814"/>
                </a:lnTo>
                <a:lnTo>
                  <a:pt x="2666228" y="763016"/>
                </a:lnTo>
                <a:lnTo>
                  <a:pt x="2669135" y="880439"/>
                </a:lnTo>
                <a:lnTo>
                  <a:pt x="2672043" y="890318"/>
                </a:lnTo>
                <a:lnTo>
                  <a:pt x="2674950" y="777442"/>
                </a:lnTo>
                <a:lnTo>
                  <a:pt x="2676404" y="863062"/>
                </a:lnTo>
                <a:lnTo>
                  <a:pt x="2680765" y="800062"/>
                </a:lnTo>
                <a:lnTo>
                  <a:pt x="2682219" y="811219"/>
                </a:lnTo>
                <a:lnTo>
                  <a:pt x="2683673" y="790721"/>
                </a:lnTo>
                <a:lnTo>
                  <a:pt x="2685127" y="787568"/>
                </a:lnTo>
                <a:lnTo>
                  <a:pt x="2686581" y="800355"/>
                </a:lnTo>
                <a:lnTo>
                  <a:pt x="2689488" y="777881"/>
                </a:lnTo>
                <a:lnTo>
                  <a:pt x="2690942" y="764213"/>
                </a:lnTo>
                <a:lnTo>
                  <a:pt x="2693850" y="862671"/>
                </a:lnTo>
                <a:lnTo>
                  <a:pt x="2695303" y="794855"/>
                </a:lnTo>
                <a:lnTo>
                  <a:pt x="2696757" y="695440"/>
                </a:lnTo>
                <a:lnTo>
                  <a:pt x="2699665" y="826814"/>
                </a:lnTo>
                <a:lnTo>
                  <a:pt x="2701118" y="704608"/>
                </a:lnTo>
                <a:lnTo>
                  <a:pt x="2704026" y="735949"/>
                </a:lnTo>
                <a:lnTo>
                  <a:pt x="2706934" y="667195"/>
                </a:lnTo>
                <a:lnTo>
                  <a:pt x="2711295" y="872299"/>
                </a:lnTo>
                <a:lnTo>
                  <a:pt x="2714202" y="802898"/>
                </a:lnTo>
                <a:lnTo>
                  <a:pt x="2715656" y="655715"/>
                </a:lnTo>
                <a:lnTo>
                  <a:pt x="2720018" y="738830"/>
                </a:lnTo>
                <a:lnTo>
                  <a:pt x="2722925" y="782814"/>
                </a:lnTo>
                <a:lnTo>
                  <a:pt x="2724379" y="767043"/>
                </a:lnTo>
                <a:lnTo>
                  <a:pt x="2727287" y="648676"/>
                </a:lnTo>
                <a:lnTo>
                  <a:pt x="2730194" y="737347"/>
                </a:lnTo>
                <a:lnTo>
                  <a:pt x="2733102" y="762477"/>
                </a:lnTo>
                <a:lnTo>
                  <a:pt x="2734555" y="753688"/>
                </a:lnTo>
                <a:lnTo>
                  <a:pt x="2736009" y="694285"/>
                </a:lnTo>
                <a:lnTo>
                  <a:pt x="2737463" y="730767"/>
                </a:lnTo>
                <a:lnTo>
                  <a:pt x="2738917" y="808960"/>
                </a:lnTo>
                <a:lnTo>
                  <a:pt x="2740370" y="648707"/>
                </a:lnTo>
                <a:lnTo>
                  <a:pt x="2741824" y="700329"/>
                </a:lnTo>
                <a:lnTo>
                  <a:pt x="2744732" y="720211"/>
                </a:lnTo>
                <a:lnTo>
                  <a:pt x="2747639" y="673336"/>
                </a:lnTo>
                <a:lnTo>
                  <a:pt x="2749093" y="739220"/>
                </a:lnTo>
                <a:lnTo>
                  <a:pt x="2750547" y="618164"/>
                </a:lnTo>
                <a:lnTo>
                  <a:pt x="2752001" y="575677"/>
                </a:lnTo>
                <a:lnTo>
                  <a:pt x="2753455" y="634073"/>
                </a:lnTo>
                <a:lnTo>
                  <a:pt x="2759270" y="761492"/>
                </a:lnTo>
                <a:lnTo>
                  <a:pt x="2762177" y="592833"/>
                </a:lnTo>
                <a:lnTo>
                  <a:pt x="2765085" y="714578"/>
                </a:lnTo>
                <a:lnTo>
                  <a:pt x="2769446" y="916927"/>
                </a:lnTo>
                <a:lnTo>
                  <a:pt x="2775261" y="675363"/>
                </a:lnTo>
                <a:lnTo>
                  <a:pt x="2782530" y="869410"/>
                </a:lnTo>
                <a:lnTo>
                  <a:pt x="2789799" y="606408"/>
                </a:lnTo>
                <a:lnTo>
                  <a:pt x="2792706" y="741052"/>
                </a:lnTo>
                <a:lnTo>
                  <a:pt x="2795614" y="719550"/>
                </a:lnTo>
                <a:lnTo>
                  <a:pt x="2797068" y="875669"/>
                </a:lnTo>
                <a:lnTo>
                  <a:pt x="2799975" y="688093"/>
                </a:lnTo>
                <a:lnTo>
                  <a:pt x="2808698" y="841660"/>
                </a:lnTo>
                <a:lnTo>
                  <a:pt x="2810152" y="837865"/>
                </a:lnTo>
                <a:lnTo>
                  <a:pt x="2811606" y="753770"/>
                </a:lnTo>
                <a:lnTo>
                  <a:pt x="2814513" y="765345"/>
                </a:lnTo>
                <a:lnTo>
                  <a:pt x="2815967" y="873110"/>
                </a:lnTo>
                <a:lnTo>
                  <a:pt x="2818874" y="810070"/>
                </a:lnTo>
                <a:lnTo>
                  <a:pt x="2821782" y="684387"/>
                </a:lnTo>
                <a:lnTo>
                  <a:pt x="2823236" y="799525"/>
                </a:lnTo>
                <a:lnTo>
                  <a:pt x="2824690" y="808368"/>
                </a:lnTo>
                <a:lnTo>
                  <a:pt x="2827597" y="928297"/>
                </a:lnTo>
                <a:lnTo>
                  <a:pt x="2831958" y="878887"/>
                </a:lnTo>
                <a:lnTo>
                  <a:pt x="2834866" y="746463"/>
                </a:lnTo>
                <a:lnTo>
                  <a:pt x="2836320" y="750677"/>
                </a:lnTo>
                <a:lnTo>
                  <a:pt x="2839227" y="913415"/>
                </a:lnTo>
                <a:lnTo>
                  <a:pt x="2842135" y="892106"/>
                </a:lnTo>
                <a:lnTo>
                  <a:pt x="2852311" y="765092"/>
                </a:lnTo>
                <a:lnTo>
                  <a:pt x="2853765" y="805686"/>
                </a:lnTo>
                <a:lnTo>
                  <a:pt x="2856673" y="868643"/>
                </a:lnTo>
                <a:lnTo>
                  <a:pt x="2858126" y="826340"/>
                </a:lnTo>
                <a:lnTo>
                  <a:pt x="2862488" y="758138"/>
                </a:lnTo>
                <a:lnTo>
                  <a:pt x="2863942" y="636401"/>
                </a:lnTo>
                <a:lnTo>
                  <a:pt x="2866849" y="791388"/>
                </a:lnTo>
                <a:lnTo>
                  <a:pt x="2869757" y="842805"/>
                </a:lnTo>
                <a:lnTo>
                  <a:pt x="2872664" y="883423"/>
                </a:lnTo>
                <a:lnTo>
                  <a:pt x="2874118" y="743938"/>
                </a:lnTo>
                <a:lnTo>
                  <a:pt x="2878479" y="822813"/>
                </a:lnTo>
                <a:lnTo>
                  <a:pt x="2879933" y="894605"/>
                </a:lnTo>
                <a:lnTo>
                  <a:pt x="2882841" y="787083"/>
                </a:lnTo>
                <a:lnTo>
                  <a:pt x="2885748" y="700432"/>
                </a:lnTo>
                <a:lnTo>
                  <a:pt x="2888656" y="733311"/>
                </a:lnTo>
                <a:lnTo>
                  <a:pt x="2894471" y="909268"/>
                </a:lnTo>
                <a:lnTo>
                  <a:pt x="2895925" y="798932"/>
                </a:lnTo>
                <a:lnTo>
                  <a:pt x="2897378" y="708750"/>
                </a:lnTo>
                <a:lnTo>
                  <a:pt x="2900286" y="728041"/>
                </a:lnTo>
                <a:lnTo>
                  <a:pt x="2906101" y="999850"/>
                </a:lnTo>
                <a:lnTo>
                  <a:pt x="2907555" y="944007"/>
                </a:lnTo>
                <a:lnTo>
                  <a:pt x="2910463" y="758628"/>
                </a:lnTo>
                <a:lnTo>
                  <a:pt x="2913370" y="858419"/>
                </a:lnTo>
                <a:lnTo>
                  <a:pt x="2914824" y="851598"/>
                </a:lnTo>
                <a:lnTo>
                  <a:pt x="2919185" y="773873"/>
                </a:lnTo>
                <a:lnTo>
                  <a:pt x="2925000" y="946038"/>
                </a:lnTo>
                <a:lnTo>
                  <a:pt x="2927908" y="788015"/>
                </a:lnTo>
                <a:lnTo>
                  <a:pt x="2930815" y="836838"/>
                </a:lnTo>
                <a:lnTo>
                  <a:pt x="2932269" y="788456"/>
                </a:lnTo>
                <a:lnTo>
                  <a:pt x="2933723" y="842965"/>
                </a:lnTo>
                <a:lnTo>
                  <a:pt x="2935177" y="892326"/>
                </a:lnTo>
                <a:lnTo>
                  <a:pt x="2938084" y="807840"/>
                </a:lnTo>
                <a:lnTo>
                  <a:pt x="2939538" y="879971"/>
                </a:lnTo>
                <a:lnTo>
                  <a:pt x="2943900" y="801195"/>
                </a:lnTo>
                <a:lnTo>
                  <a:pt x="2946807" y="803639"/>
                </a:lnTo>
                <a:lnTo>
                  <a:pt x="2948261" y="810887"/>
                </a:lnTo>
                <a:lnTo>
                  <a:pt x="2949715" y="789623"/>
                </a:lnTo>
                <a:lnTo>
                  <a:pt x="2951168" y="834025"/>
                </a:lnTo>
                <a:lnTo>
                  <a:pt x="2952622" y="820901"/>
                </a:lnTo>
                <a:lnTo>
                  <a:pt x="2954076" y="814613"/>
                </a:lnTo>
                <a:lnTo>
                  <a:pt x="2955530" y="815567"/>
                </a:lnTo>
                <a:lnTo>
                  <a:pt x="2961345" y="774809"/>
                </a:lnTo>
                <a:lnTo>
                  <a:pt x="2962799" y="774240"/>
                </a:lnTo>
                <a:lnTo>
                  <a:pt x="2965706" y="908715"/>
                </a:lnTo>
                <a:lnTo>
                  <a:pt x="2968614" y="872424"/>
                </a:lnTo>
                <a:lnTo>
                  <a:pt x="2970067" y="888335"/>
                </a:lnTo>
                <a:lnTo>
                  <a:pt x="2971521" y="741992"/>
                </a:lnTo>
                <a:lnTo>
                  <a:pt x="2975882" y="778268"/>
                </a:lnTo>
                <a:lnTo>
                  <a:pt x="2978790" y="745942"/>
                </a:lnTo>
                <a:lnTo>
                  <a:pt x="2980244" y="781906"/>
                </a:lnTo>
                <a:lnTo>
                  <a:pt x="2984605" y="852927"/>
                </a:lnTo>
                <a:lnTo>
                  <a:pt x="2991874" y="692232"/>
                </a:lnTo>
                <a:lnTo>
                  <a:pt x="2997689" y="793261"/>
                </a:lnTo>
                <a:lnTo>
                  <a:pt x="3003504" y="560604"/>
                </a:lnTo>
                <a:lnTo>
                  <a:pt x="3004958" y="602035"/>
                </a:lnTo>
                <a:lnTo>
                  <a:pt x="3007866" y="801654"/>
                </a:lnTo>
                <a:lnTo>
                  <a:pt x="3010773" y="709108"/>
                </a:lnTo>
                <a:lnTo>
                  <a:pt x="3020949" y="517203"/>
                </a:lnTo>
                <a:lnTo>
                  <a:pt x="3025311" y="647666"/>
                </a:lnTo>
                <a:lnTo>
                  <a:pt x="3026765" y="581097"/>
                </a:lnTo>
                <a:lnTo>
                  <a:pt x="3034034" y="476894"/>
                </a:lnTo>
                <a:lnTo>
                  <a:pt x="3039849" y="539216"/>
                </a:lnTo>
                <a:lnTo>
                  <a:pt x="3042756" y="448404"/>
                </a:lnTo>
                <a:lnTo>
                  <a:pt x="3045664" y="506345"/>
                </a:lnTo>
                <a:lnTo>
                  <a:pt x="3047118" y="499121"/>
                </a:lnTo>
                <a:lnTo>
                  <a:pt x="3054386" y="390492"/>
                </a:lnTo>
                <a:lnTo>
                  <a:pt x="3055840" y="385443"/>
                </a:lnTo>
                <a:lnTo>
                  <a:pt x="3060201" y="469506"/>
                </a:lnTo>
                <a:lnTo>
                  <a:pt x="3061655" y="410281"/>
                </a:lnTo>
                <a:lnTo>
                  <a:pt x="3067471" y="329375"/>
                </a:lnTo>
                <a:lnTo>
                  <a:pt x="3068924" y="389221"/>
                </a:lnTo>
                <a:lnTo>
                  <a:pt x="3073286" y="345018"/>
                </a:lnTo>
                <a:lnTo>
                  <a:pt x="3074739" y="336707"/>
                </a:lnTo>
                <a:lnTo>
                  <a:pt x="3076193" y="351730"/>
                </a:lnTo>
                <a:lnTo>
                  <a:pt x="3077647" y="280074"/>
                </a:lnTo>
                <a:lnTo>
                  <a:pt x="3082008" y="321918"/>
                </a:lnTo>
                <a:lnTo>
                  <a:pt x="3087823" y="199841"/>
                </a:lnTo>
                <a:lnTo>
                  <a:pt x="3089277" y="232334"/>
                </a:lnTo>
                <a:lnTo>
                  <a:pt x="3093638" y="307244"/>
                </a:lnTo>
                <a:lnTo>
                  <a:pt x="3092185" y="212661"/>
                </a:lnTo>
                <a:lnTo>
                  <a:pt x="3095092" y="260985"/>
                </a:lnTo>
                <a:lnTo>
                  <a:pt x="3098000" y="167574"/>
                </a:lnTo>
                <a:lnTo>
                  <a:pt x="3100908" y="195570"/>
                </a:lnTo>
                <a:lnTo>
                  <a:pt x="3103815" y="160631"/>
                </a:lnTo>
                <a:lnTo>
                  <a:pt x="3106723" y="0"/>
                </a:lnTo>
                <a:lnTo>
                  <a:pt x="3109630" y="132775"/>
                </a:lnTo>
                <a:lnTo>
                  <a:pt x="3111084" y="46712"/>
                </a:lnTo>
                <a:lnTo>
                  <a:pt x="3112538" y="166419"/>
                </a:lnTo>
                <a:lnTo>
                  <a:pt x="3113991" y="137586"/>
                </a:lnTo>
                <a:lnTo>
                  <a:pt x="3115445" y="285113"/>
                </a:lnTo>
                <a:lnTo>
                  <a:pt x="3116899" y="135404"/>
                </a:lnTo>
                <a:lnTo>
                  <a:pt x="3118353" y="24330"/>
                </a:lnTo>
                <a:lnTo>
                  <a:pt x="3121260" y="110524"/>
                </a:lnTo>
                <a:lnTo>
                  <a:pt x="3128529" y="328614"/>
                </a:lnTo>
                <a:lnTo>
                  <a:pt x="3129983" y="241507"/>
                </a:lnTo>
                <a:lnTo>
                  <a:pt x="3131437" y="146315"/>
                </a:lnTo>
                <a:lnTo>
                  <a:pt x="3134344" y="234958"/>
                </a:lnTo>
                <a:lnTo>
                  <a:pt x="3140160" y="477354"/>
                </a:lnTo>
                <a:lnTo>
                  <a:pt x="3143067" y="199075"/>
                </a:lnTo>
                <a:lnTo>
                  <a:pt x="3144521" y="319707"/>
                </a:lnTo>
                <a:lnTo>
                  <a:pt x="3148882" y="719538"/>
                </a:lnTo>
                <a:lnTo>
                  <a:pt x="3151790" y="288938"/>
                </a:lnTo>
                <a:lnTo>
                  <a:pt x="3154697" y="420384"/>
                </a:lnTo>
                <a:lnTo>
                  <a:pt x="3157605" y="594260"/>
                </a:lnTo>
                <a:lnTo>
                  <a:pt x="3159058" y="456696"/>
                </a:lnTo>
                <a:lnTo>
                  <a:pt x="3161966" y="237578"/>
                </a:lnTo>
                <a:lnTo>
                  <a:pt x="3163420" y="406301"/>
                </a:lnTo>
                <a:lnTo>
                  <a:pt x="3164874" y="470424"/>
                </a:lnTo>
                <a:lnTo>
                  <a:pt x="3166327" y="286116"/>
                </a:lnTo>
                <a:lnTo>
                  <a:pt x="3169235" y="449908"/>
                </a:lnTo>
                <a:lnTo>
                  <a:pt x="3172142" y="798105"/>
                </a:lnTo>
                <a:lnTo>
                  <a:pt x="3175050" y="543944"/>
                </a:lnTo>
                <a:lnTo>
                  <a:pt x="3176504" y="442057"/>
                </a:lnTo>
                <a:lnTo>
                  <a:pt x="3180865" y="492554"/>
                </a:lnTo>
                <a:lnTo>
                  <a:pt x="3185227" y="491604"/>
                </a:lnTo>
                <a:lnTo>
                  <a:pt x="3188134" y="773598"/>
                </a:lnTo>
                <a:lnTo>
                  <a:pt x="3193949" y="665470"/>
                </a:lnTo>
                <a:lnTo>
                  <a:pt x="3195403" y="687621"/>
                </a:lnTo>
                <a:lnTo>
                  <a:pt x="3196857" y="674694"/>
                </a:lnTo>
                <a:lnTo>
                  <a:pt x="3198310" y="606838"/>
                </a:lnTo>
                <a:lnTo>
                  <a:pt x="3201218" y="664060"/>
                </a:lnTo>
                <a:lnTo>
                  <a:pt x="3202672" y="665403"/>
                </a:lnTo>
                <a:lnTo>
                  <a:pt x="3207033" y="681524"/>
                </a:lnTo>
                <a:lnTo>
                  <a:pt x="3208487" y="675381"/>
                </a:lnTo>
                <a:lnTo>
                  <a:pt x="3209941" y="665288"/>
                </a:lnTo>
                <a:lnTo>
                  <a:pt x="3211394" y="683466"/>
                </a:lnTo>
                <a:lnTo>
                  <a:pt x="3212848" y="684058"/>
                </a:lnTo>
                <a:lnTo>
                  <a:pt x="3214302" y="676568"/>
                </a:lnTo>
                <a:lnTo>
                  <a:pt x="3223025" y="832331"/>
                </a:lnTo>
                <a:lnTo>
                  <a:pt x="3224479" y="805047"/>
                </a:lnTo>
                <a:lnTo>
                  <a:pt x="3227386" y="812566"/>
                </a:lnTo>
                <a:lnTo>
                  <a:pt x="3230294" y="753603"/>
                </a:lnTo>
                <a:lnTo>
                  <a:pt x="3231747" y="790661"/>
                </a:lnTo>
                <a:lnTo>
                  <a:pt x="3234655" y="757891"/>
                </a:lnTo>
                <a:lnTo>
                  <a:pt x="3247739" y="682272"/>
                </a:lnTo>
                <a:lnTo>
                  <a:pt x="3249193" y="695475"/>
                </a:lnTo>
                <a:lnTo>
                  <a:pt x="3250646" y="711334"/>
                </a:lnTo>
                <a:lnTo>
                  <a:pt x="3252100" y="649739"/>
                </a:lnTo>
                <a:lnTo>
                  <a:pt x="3256461" y="687296"/>
                </a:lnTo>
                <a:lnTo>
                  <a:pt x="3259369" y="640952"/>
                </a:lnTo>
                <a:lnTo>
                  <a:pt x="3260823" y="687711"/>
                </a:lnTo>
                <a:lnTo>
                  <a:pt x="3262277" y="664386"/>
                </a:lnTo>
                <a:lnTo>
                  <a:pt x="3263731" y="672780"/>
                </a:lnTo>
                <a:lnTo>
                  <a:pt x="3265184" y="658312"/>
                </a:lnTo>
                <a:lnTo>
                  <a:pt x="3268092" y="588222"/>
                </a:lnTo>
                <a:lnTo>
                  <a:pt x="3270999" y="641813"/>
                </a:lnTo>
                <a:lnTo>
                  <a:pt x="3273907" y="682501"/>
                </a:lnTo>
                <a:lnTo>
                  <a:pt x="3276814" y="665002"/>
                </a:lnTo>
                <a:lnTo>
                  <a:pt x="3281176" y="556054"/>
                </a:lnTo>
                <a:lnTo>
                  <a:pt x="3282630" y="588445"/>
                </a:lnTo>
                <a:lnTo>
                  <a:pt x="3288445" y="690087"/>
                </a:lnTo>
                <a:lnTo>
                  <a:pt x="3292806" y="553092"/>
                </a:lnTo>
                <a:lnTo>
                  <a:pt x="3297167" y="591465"/>
                </a:lnTo>
                <a:lnTo>
                  <a:pt x="3298621" y="584529"/>
                </a:lnTo>
                <a:lnTo>
                  <a:pt x="3300075" y="594482"/>
                </a:lnTo>
                <a:lnTo>
                  <a:pt x="3302983" y="636736"/>
                </a:lnTo>
                <a:lnTo>
                  <a:pt x="3307344" y="557382"/>
                </a:lnTo>
                <a:lnTo>
                  <a:pt x="3308798" y="591479"/>
                </a:lnTo>
                <a:lnTo>
                  <a:pt x="3313159" y="670498"/>
                </a:lnTo>
                <a:lnTo>
                  <a:pt x="3314613" y="654634"/>
                </a:lnTo>
                <a:lnTo>
                  <a:pt x="3317520" y="531925"/>
                </a:lnTo>
                <a:lnTo>
                  <a:pt x="3318974" y="634976"/>
                </a:lnTo>
                <a:lnTo>
                  <a:pt x="3320428" y="646984"/>
                </a:lnTo>
                <a:lnTo>
                  <a:pt x="3321882" y="599311"/>
                </a:lnTo>
                <a:lnTo>
                  <a:pt x="3324789" y="678309"/>
                </a:lnTo>
                <a:lnTo>
                  <a:pt x="3326243" y="621257"/>
                </a:lnTo>
                <a:lnTo>
                  <a:pt x="3330604" y="574686"/>
                </a:lnTo>
                <a:lnTo>
                  <a:pt x="3332058" y="608465"/>
                </a:lnTo>
                <a:lnTo>
                  <a:pt x="3334965" y="640014"/>
                </a:lnTo>
                <a:lnTo>
                  <a:pt x="3336419" y="599479"/>
                </a:lnTo>
                <a:lnTo>
                  <a:pt x="3337873" y="586141"/>
                </a:lnTo>
                <a:lnTo>
                  <a:pt x="3339327" y="642462"/>
                </a:lnTo>
                <a:lnTo>
                  <a:pt x="3342235" y="603128"/>
                </a:lnTo>
                <a:lnTo>
                  <a:pt x="3345142" y="579074"/>
                </a:lnTo>
                <a:lnTo>
                  <a:pt x="3346596" y="602160"/>
                </a:lnTo>
                <a:lnTo>
                  <a:pt x="3349503" y="637054"/>
                </a:lnTo>
                <a:lnTo>
                  <a:pt x="3350957" y="571987"/>
                </a:lnTo>
                <a:lnTo>
                  <a:pt x="3352411" y="640552"/>
                </a:lnTo>
                <a:lnTo>
                  <a:pt x="3355318" y="616771"/>
                </a:lnTo>
                <a:lnTo>
                  <a:pt x="3356772" y="623176"/>
                </a:lnTo>
                <a:lnTo>
                  <a:pt x="3358226" y="578907"/>
                </a:lnTo>
                <a:lnTo>
                  <a:pt x="3361134" y="593362"/>
                </a:lnTo>
                <a:lnTo>
                  <a:pt x="3364041" y="657670"/>
                </a:lnTo>
                <a:lnTo>
                  <a:pt x="3365495" y="578026"/>
                </a:lnTo>
                <a:lnTo>
                  <a:pt x="3366949" y="655237"/>
                </a:lnTo>
                <a:lnTo>
                  <a:pt x="3369856" y="559910"/>
                </a:lnTo>
                <a:lnTo>
                  <a:pt x="3372764" y="617340"/>
                </a:lnTo>
                <a:lnTo>
                  <a:pt x="3375671" y="597835"/>
                </a:lnTo>
                <a:lnTo>
                  <a:pt x="3377125" y="622073"/>
                </a:lnTo>
                <a:lnTo>
                  <a:pt x="3378579" y="666371"/>
                </a:lnTo>
                <a:lnTo>
                  <a:pt x="3381487" y="595244"/>
                </a:lnTo>
                <a:lnTo>
                  <a:pt x="3382940" y="592364"/>
                </a:lnTo>
                <a:lnTo>
                  <a:pt x="3388755" y="651069"/>
                </a:lnTo>
                <a:lnTo>
                  <a:pt x="3390209" y="643091"/>
                </a:lnTo>
                <a:lnTo>
                  <a:pt x="3397478" y="601712"/>
                </a:lnTo>
                <a:lnTo>
                  <a:pt x="3403293" y="672395"/>
                </a:lnTo>
                <a:lnTo>
                  <a:pt x="3406201" y="562333"/>
                </a:lnTo>
                <a:lnTo>
                  <a:pt x="3409108" y="604240"/>
                </a:lnTo>
                <a:lnTo>
                  <a:pt x="3416377" y="670691"/>
                </a:lnTo>
                <a:lnTo>
                  <a:pt x="3417831" y="672483"/>
                </a:lnTo>
                <a:lnTo>
                  <a:pt x="3419284" y="626921"/>
                </a:lnTo>
                <a:lnTo>
                  <a:pt x="3422192" y="695711"/>
                </a:lnTo>
                <a:lnTo>
                  <a:pt x="3423646" y="637395"/>
                </a:lnTo>
                <a:lnTo>
                  <a:pt x="3425100" y="675990"/>
                </a:lnTo>
                <a:lnTo>
                  <a:pt x="3429461" y="655687"/>
                </a:lnTo>
                <a:lnTo>
                  <a:pt x="3430915" y="649539"/>
                </a:lnTo>
                <a:lnTo>
                  <a:pt x="3432369" y="690520"/>
                </a:lnTo>
                <a:lnTo>
                  <a:pt x="3435276" y="655801"/>
                </a:lnTo>
                <a:lnTo>
                  <a:pt x="3436730" y="617969"/>
                </a:lnTo>
                <a:lnTo>
                  <a:pt x="3439638" y="678344"/>
                </a:lnTo>
                <a:lnTo>
                  <a:pt x="3441091" y="693219"/>
                </a:lnTo>
                <a:lnTo>
                  <a:pt x="3442545" y="675228"/>
                </a:lnTo>
                <a:lnTo>
                  <a:pt x="3446906" y="655373"/>
                </a:lnTo>
                <a:lnTo>
                  <a:pt x="3457083" y="775718"/>
                </a:lnTo>
                <a:lnTo>
                  <a:pt x="3451268" y="644974"/>
                </a:lnTo>
                <a:lnTo>
                  <a:pt x="3458536" y="758324"/>
                </a:lnTo>
                <a:lnTo>
                  <a:pt x="3462898" y="678333"/>
                </a:lnTo>
                <a:lnTo>
                  <a:pt x="3464352" y="765423"/>
                </a:lnTo>
                <a:lnTo>
                  <a:pt x="3468713" y="727401"/>
                </a:lnTo>
                <a:lnTo>
                  <a:pt x="3475982" y="681750"/>
                </a:lnTo>
                <a:lnTo>
                  <a:pt x="3478890" y="776409"/>
                </a:lnTo>
                <a:lnTo>
                  <a:pt x="3481797" y="767729"/>
                </a:lnTo>
                <a:lnTo>
                  <a:pt x="3484705" y="723706"/>
                </a:lnTo>
                <a:lnTo>
                  <a:pt x="3490520" y="851059"/>
                </a:lnTo>
                <a:lnTo>
                  <a:pt x="3491973" y="743974"/>
                </a:lnTo>
                <a:lnTo>
                  <a:pt x="3496335" y="810097"/>
                </a:lnTo>
                <a:lnTo>
                  <a:pt x="3497788" y="743908"/>
                </a:lnTo>
                <a:lnTo>
                  <a:pt x="3499243" y="818655"/>
                </a:lnTo>
                <a:lnTo>
                  <a:pt x="3502150" y="756227"/>
                </a:lnTo>
                <a:lnTo>
                  <a:pt x="3506511" y="802500"/>
                </a:lnTo>
                <a:lnTo>
                  <a:pt x="3507965" y="757591"/>
                </a:lnTo>
                <a:lnTo>
                  <a:pt x="3510873" y="783194"/>
                </a:lnTo>
                <a:lnTo>
                  <a:pt x="3513780" y="882960"/>
                </a:lnTo>
                <a:lnTo>
                  <a:pt x="3515234" y="802929"/>
                </a:lnTo>
                <a:lnTo>
                  <a:pt x="3516688" y="771280"/>
                </a:lnTo>
                <a:lnTo>
                  <a:pt x="3518142" y="849340"/>
                </a:lnTo>
                <a:lnTo>
                  <a:pt x="3521049" y="789088"/>
                </a:lnTo>
                <a:lnTo>
                  <a:pt x="3523957" y="792431"/>
                </a:lnTo>
                <a:lnTo>
                  <a:pt x="3526864" y="766322"/>
                </a:lnTo>
                <a:lnTo>
                  <a:pt x="3534133" y="884546"/>
                </a:lnTo>
                <a:lnTo>
                  <a:pt x="3537041" y="805986"/>
                </a:lnTo>
                <a:lnTo>
                  <a:pt x="3539948" y="859880"/>
                </a:lnTo>
                <a:lnTo>
                  <a:pt x="3541402" y="888028"/>
                </a:lnTo>
                <a:lnTo>
                  <a:pt x="3542856" y="843077"/>
                </a:lnTo>
                <a:lnTo>
                  <a:pt x="3544310" y="846876"/>
                </a:lnTo>
                <a:lnTo>
                  <a:pt x="3545763" y="750359"/>
                </a:lnTo>
                <a:lnTo>
                  <a:pt x="3548671" y="873220"/>
                </a:lnTo>
                <a:lnTo>
                  <a:pt x="3551578" y="891935"/>
                </a:lnTo>
                <a:lnTo>
                  <a:pt x="3555940" y="833797"/>
                </a:lnTo>
                <a:lnTo>
                  <a:pt x="3557393" y="859779"/>
                </a:lnTo>
                <a:lnTo>
                  <a:pt x="3558847" y="843154"/>
                </a:lnTo>
                <a:lnTo>
                  <a:pt x="3564662" y="757467"/>
                </a:lnTo>
                <a:lnTo>
                  <a:pt x="3569024" y="873826"/>
                </a:lnTo>
                <a:lnTo>
                  <a:pt x="3570478" y="793759"/>
                </a:lnTo>
                <a:lnTo>
                  <a:pt x="3571931" y="765846"/>
                </a:lnTo>
                <a:lnTo>
                  <a:pt x="3573385" y="834153"/>
                </a:lnTo>
                <a:lnTo>
                  <a:pt x="3574839" y="890411"/>
                </a:lnTo>
                <a:lnTo>
                  <a:pt x="3576293" y="821895"/>
                </a:lnTo>
                <a:lnTo>
                  <a:pt x="3577747" y="754883"/>
                </a:lnTo>
                <a:lnTo>
                  <a:pt x="3580654" y="845279"/>
                </a:lnTo>
                <a:lnTo>
                  <a:pt x="3583562" y="902329"/>
                </a:lnTo>
                <a:lnTo>
                  <a:pt x="3585015" y="856382"/>
                </a:lnTo>
                <a:lnTo>
                  <a:pt x="3586469" y="795102"/>
                </a:lnTo>
                <a:lnTo>
                  <a:pt x="3587923" y="891238"/>
                </a:lnTo>
                <a:lnTo>
                  <a:pt x="3589377" y="882266"/>
                </a:lnTo>
                <a:lnTo>
                  <a:pt x="3593738" y="801501"/>
                </a:lnTo>
                <a:lnTo>
                  <a:pt x="3595192" y="887933"/>
                </a:lnTo>
                <a:lnTo>
                  <a:pt x="3598099" y="798241"/>
                </a:lnTo>
                <a:lnTo>
                  <a:pt x="3599553" y="779503"/>
                </a:lnTo>
                <a:lnTo>
                  <a:pt x="3601007" y="893356"/>
                </a:lnTo>
                <a:lnTo>
                  <a:pt x="3603914" y="821146"/>
                </a:lnTo>
                <a:lnTo>
                  <a:pt x="3605368" y="766921"/>
                </a:lnTo>
                <a:lnTo>
                  <a:pt x="3606822" y="843757"/>
                </a:lnTo>
                <a:lnTo>
                  <a:pt x="3608276" y="870744"/>
                </a:lnTo>
                <a:lnTo>
                  <a:pt x="3609729" y="787232"/>
                </a:lnTo>
                <a:lnTo>
                  <a:pt x="3612637" y="866690"/>
                </a:lnTo>
                <a:lnTo>
                  <a:pt x="3614091" y="935902"/>
                </a:lnTo>
                <a:lnTo>
                  <a:pt x="3616999" y="849548"/>
                </a:lnTo>
                <a:lnTo>
                  <a:pt x="3618452" y="787427"/>
                </a:lnTo>
                <a:lnTo>
                  <a:pt x="3622814" y="800720"/>
                </a:lnTo>
                <a:lnTo>
                  <a:pt x="3624267" y="777982"/>
                </a:lnTo>
                <a:lnTo>
                  <a:pt x="3627175" y="812143"/>
                </a:lnTo>
                <a:lnTo>
                  <a:pt x="3628629" y="882604"/>
                </a:lnTo>
                <a:lnTo>
                  <a:pt x="3631536" y="791386"/>
                </a:lnTo>
                <a:lnTo>
                  <a:pt x="3632990" y="770345"/>
                </a:lnTo>
                <a:lnTo>
                  <a:pt x="3634444" y="785178"/>
                </a:lnTo>
                <a:lnTo>
                  <a:pt x="3640259" y="936769"/>
                </a:lnTo>
                <a:lnTo>
                  <a:pt x="3643166" y="760585"/>
                </a:lnTo>
                <a:lnTo>
                  <a:pt x="3646074" y="872958"/>
                </a:lnTo>
                <a:lnTo>
                  <a:pt x="3653343" y="782968"/>
                </a:lnTo>
                <a:lnTo>
                  <a:pt x="3654796" y="820412"/>
                </a:lnTo>
                <a:lnTo>
                  <a:pt x="3662066" y="928375"/>
                </a:lnTo>
                <a:lnTo>
                  <a:pt x="3666427" y="766503"/>
                </a:lnTo>
                <a:lnTo>
                  <a:pt x="3667881" y="926489"/>
                </a:lnTo>
                <a:lnTo>
                  <a:pt x="3672242" y="893150"/>
                </a:lnTo>
                <a:lnTo>
                  <a:pt x="3673696" y="939094"/>
                </a:lnTo>
                <a:lnTo>
                  <a:pt x="3675149" y="891353"/>
                </a:lnTo>
                <a:lnTo>
                  <a:pt x="3678057" y="723560"/>
                </a:lnTo>
                <a:lnTo>
                  <a:pt x="3680965" y="769683"/>
                </a:lnTo>
                <a:lnTo>
                  <a:pt x="3682418" y="875377"/>
                </a:lnTo>
                <a:lnTo>
                  <a:pt x="3685326" y="835092"/>
                </a:lnTo>
                <a:lnTo>
                  <a:pt x="3689687" y="776882"/>
                </a:lnTo>
                <a:lnTo>
                  <a:pt x="3695502" y="897107"/>
                </a:lnTo>
                <a:lnTo>
                  <a:pt x="3696956" y="769799"/>
                </a:lnTo>
                <a:lnTo>
                  <a:pt x="3701318" y="794388"/>
                </a:lnTo>
                <a:lnTo>
                  <a:pt x="3702771" y="882010"/>
                </a:lnTo>
                <a:lnTo>
                  <a:pt x="3705679" y="802026"/>
                </a:lnTo>
                <a:lnTo>
                  <a:pt x="3707133" y="772097"/>
                </a:lnTo>
                <a:lnTo>
                  <a:pt x="3708586" y="799729"/>
                </a:lnTo>
                <a:lnTo>
                  <a:pt x="3712948" y="919975"/>
                </a:lnTo>
                <a:lnTo>
                  <a:pt x="3714401" y="823941"/>
                </a:lnTo>
                <a:lnTo>
                  <a:pt x="3718763" y="802087"/>
                </a:lnTo>
                <a:lnTo>
                  <a:pt x="3724578" y="1006430"/>
                </a:lnTo>
                <a:lnTo>
                  <a:pt x="3726032" y="817337"/>
                </a:lnTo>
                <a:lnTo>
                  <a:pt x="3730393" y="895551"/>
                </a:lnTo>
                <a:lnTo>
                  <a:pt x="3731847" y="822840"/>
                </a:lnTo>
                <a:lnTo>
                  <a:pt x="3734754" y="828666"/>
                </a:lnTo>
                <a:lnTo>
                  <a:pt x="3739116" y="1151938"/>
                </a:lnTo>
                <a:lnTo>
                  <a:pt x="3740570" y="759097"/>
                </a:lnTo>
                <a:lnTo>
                  <a:pt x="3744931" y="1042189"/>
                </a:lnTo>
                <a:lnTo>
                  <a:pt x="3746385" y="906503"/>
                </a:lnTo>
                <a:lnTo>
                  <a:pt x="3749292" y="1027884"/>
                </a:lnTo>
                <a:lnTo>
                  <a:pt x="3750746" y="1020735"/>
                </a:lnTo>
                <a:lnTo>
                  <a:pt x="3752200" y="892209"/>
                </a:lnTo>
                <a:lnTo>
                  <a:pt x="3756561" y="986918"/>
                </a:lnTo>
                <a:lnTo>
                  <a:pt x="3758015" y="920890"/>
                </a:lnTo>
                <a:lnTo>
                  <a:pt x="3760923" y="959480"/>
                </a:lnTo>
                <a:lnTo>
                  <a:pt x="3762376" y="981184"/>
                </a:lnTo>
                <a:lnTo>
                  <a:pt x="3765284" y="943336"/>
                </a:lnTo>
                <a:lnTo>
                  <a:pt x="3766738" y="921727"/>
                </a:lnTo>
                <a:lnTo>
                  <a:pt x="3769645" y="957935"/>
                </a:lnTo>
                <a:lnTo>
                  <a:pt x="3774006" y="907424"/>
                </a:lnTo>
                <a:lnTo>
                  <a:pt x="3775460" y="1041862"/>
                </a:lnTo>
                <a:lnTo>
                  <a:pt x="3778368" y="946009"/>
                </a:lnTo>
                <a:lnTo>
                  <a:pt x="3784183" y="875819"/>
                </a:lnTo>
                <a:lnTo>
                  <a:pt x="3787090" y="1032965"/>
                </a:lnTo>
                <a:lnTo>
                  <a:pt x="3791452" y="990315"/>
                </a:lnTo>
                <a:lnTo>
                  <a:pt x="3795813" y="860241"/>
                </a:lnTo>
                <a:lnTo>
                  <a:pt x="3797267" y="1009809"/>
                </a:lnTo>
                <a:lnTo>
                  <a:pt x="3800175" y="933846"/>
                </a:lnTo>
                <a:lnTo>
                  <a:pt x="3801628" y="854293"/>
                </a:lnTo>
                <a:lnTo>
                  <a:pt x="3803082" y="936947"/>
                </a:lnTo>
                <a:lnTo>
                  <a:pt x="3804536" y="993806"/>
                </a:lnTo>
                <a:lnTo>
                  <a:pt x="3805990" y="918591"/>
                </a:lnTo>
                <a:lnTo>
                  <a:pt x="3807443" y="845179"/>
                </a:lnTo>
                <a:lnTo>
                  <a:pt x="3811805" y="857161"/>
                </a:lnTo>
                <a:lnTo>
                  <a:pt x="3816166" y="836294"/>
                </a:lnTo>
                <a:lnTo>
                  <a:pt x="3814712" y="861991"/>
                </a:lnTo>
                <a:lnTo>
                  <a:pt x="3817620" y="844539"/>
                </a:lnTo>
                <a:lnTo>
                  <a:pt x="3819074" y="849075"/>
                </a:lnTo>
                <a:lnTo>
                  <a:pt x="3821981" y="1021523"/>
                </a:lnTo>
                <a:lnTo>
                  <a:pt x="3824889" y="891913"/>
                </a:lnTo>
                <a:lnTo>
                  <a:pt x="3826342" y="831864"/>
                </a:lnTo>
                <a:lnTo>
                  <a:pt x="3827796" y="943831"/>
                </a:lnTo>
                <a:lnTo>
                  <a:pt x="3829250" y="916012"/>
                </a:lnTo>
                <a:lnTo>
                  <a:pt x="3830704" y="948419"/>
                </a:lnTo>
                <a:lnTo>
                  <a:pt x="3832157" y="945100"/>
                </a:lnTo>
                <a:lnTo>
                  <a:pt x="3839426" y="806561"/>
                </a:lnTo>
                <a:lnTo>
                  <a:pt x="3842334" y="997892"/>
                </a:lnTo>
                <a:lnTo>
                  <a:pt x="3845242" y="876409"/>
                </a:lnTo>
                <a:lnTo>
                  <a:pt x="3848149" y="895315"/>
                </a:lnTo>
                <a:lnTo>
                  <a:pt x="3852510" y="803210"/>
                </a:lnTo>
                <a:lnTo>
                  <a:pt x="3853964" y="939167"/>
                </a:lnTo>
                <a:lnTo>
                  <a:pt x="3858326" y="913008"/>
                </a:lnTo>
                <a:lnTo>
                  <a:pt x="3861233" y="957885"/>
                </a:lnTo>
                <a:lnTo>
                  <a:pt x="3862687" y="913543"/>
                </a:lnTo>
                <a:lnTo>
                  <a:pt x="3864141" y="747840"/>
                </a:lnTo>
                <a:lnTo>
                  <a:pt x="3867048" y="967004"/>
                </a:lnTo>
                <a:lnTo>
                  <a:pt x="3869956" y="1028834"/>
                </a:lnTo>
                <a:lnTo>
                  <a:pt x="3871409" y="948452"/>
                </a:lnTo>
                <a:lnTo>
                  <a:pt x="3874317" y="735216"/>
                </a:lnTo>
                <a:lnTo>
                  <a:pt x="3878679" y="788007"/>
                </a:lnTo>
                <a:lnTo>
                  <a:pt x="3881586" y="778791"/>
                </a:lnTo>
                <a:lnTo>
                  <a:pt x="3885947" y="874746"/>
                </a:lnTo>
                <a:lnTo>
                  <a:pt x="3888855" y="739623"/>
                </a:lnTo>
                <a:lnTo>
                  <a:pt x="3890309" y="879849"/>
                </a:lnTo>
                <a:lnTo>
                  <a:pt x="3891762" y="901608"/>
                </a:lnTo>
                <a:lnTo>
                  <a:pt x="3893216" y="813345"/>
                </a:lnTo>
                <a:lnTo>
                  <a:pt x="3897578" y="829149"/>
                </a:lnTo>
                <a:lnTo>
                  <a:pt x="3899031" y="893617"/>
                </a:lnTo>
                <a:lnTo>
                  <a:pt x="3900485" y="800731"/>
                </a:lnTo>
                <a:lnTo>
                  <a:pt x="3901939" y="720298"/>
                </a:lnTo>
                <a:lnTo>
                  <a:pt x="3903393" y="866273"/>
                </a:lnTo>
                <a:lnTo>
                  <a:pt x="3904846" y="898653"/>
                </a:lnTo>
                <a:lnTo>
                  <a:pt x="3906300" y="870699"/>
                </a:lnTo>
                <a:lnTo>
                  <a:pt x="3910661" y="745305"/>
                </a:lnTo>
                <a:lnTo>
                  <a:pt x="3913569" y="876905"/>
                </a:lnTo>
                <a:lnTo>
                  <a:pt x="3916477" y="863394"/>
                </a:lnTo>
                <a:lnTo>
                  <a:pt x="3917931" y="857885"/>
                </a:lnTo>
                <a:lnTo>
                  <a:pt x="3919384" y="860438"/>
                </a:lnTo>
                <a:lnTo>
                  <a:pt x="3920838" y="788539"/>
                </a:lnTo>
                <a:lnTo>
                  <a:pt x="3923746" y="889349"/>
                </a:lnTo>
                <a:lnTo>
                  <a:pt x="3931014" y="778392"/>
                </a:lnTo>
                <a:lnTo>
                  <a:pt x="3932468" y="918068"/>
                </a:lnTo>
                <a:lnTo>
                  <a:pt x="3936830" y="876248"/>
                </a:lnTo>
                <a:lnTo>
                  <a:pt x="3938283" y="909740"/>
                </a:lnTo>
                <a:lnTo>
                  <a:pt x="3944098" y="779094"/>
                </a:lnTo>
                <a:lnTo>
                  <a:pt x="3947006" y="962664"/>
                </a:lnTo>
                <a:lnTo>
                  <a:pt x="3948460" y="888714"/>
                </a:lnTo>
                <a:lnTo>
                  <a:pt x="3955729" y="773696"/>
                </a:lnTo>
                <a:lnTo>
                  <a:pt x="3960090" y="1049000"/>
                </a:lnTo>
                <a:lnTo>
                  <a:pt x="3962998" y="842261"/>
                </a:lnTo>
                <a:lnTo>
                  <a:pt x="3964451" y="862262"/>
                </a:lnTo>
                <a:lnTo>
                  <a:pt x="3965905" y="772197"/>
                </a:lnTo>
                <a:lnTo>
                  <a:pt x="3967359" y="924901"/>
                </a:lnTo>
                <a:lnTo>
                  <a:pt x="3968813" y="868951"/>
                </a:lnTo>
                <a:lnTo>
                  <a:pt x="3971720" y="794175"/>
                </a:lnTo>
                <a:lnTo>
                  <a:pt x="3977535" y="969882"/>
                </a:lnTo>
                <a:lnTo>
                  <a:pt x="3980443" y="776231"/>
                </a:lnTo>
                <a:lnTo>
                  <a:pt x="3984804" y="812906"/>
                </a:lnTo>
                <a:lnTo>
                  <a:pt x="3992073" y="939612"/>
                </a:lnTo>
                <a:lnTo>
                  <a:pt x="3993527" y="946122"/>
                </a:lnTo>
                <a:lnTo>
                  <a:pt x="3994981" y="803579"/>
                </a:lnTo>
                <a:lnTo>
                  <a:pt x="3997888" y="949135"/>
                </a:lnTo>
                <a:lnTo>
                  <a:pt x="3999342" y="902183"/>
                </a:lnTo>
                <a:lnTo>
                  <a:pt x="4000796" y="797120"/>
                </a:lnTo>
                <a:lnTo>
                  <a:pt x="4003703" y="938026"/>
                </a:lnTo>
                <a:lnTo>
                  <a:pt x="4008065" y="843787"/>
                </a:lnTo>
                <a:lnTo>
                  <a:pt x="4009518" y="920607"/>
                </a:lnTo>
                <a:lnTo>
                  <a:pt x="4010972" y="924624"/>
                </a:lnTo>
                <a:lnTo>
                  <a:pt x="4016787" y="825612"/>
                </a:lnTo>
                <a:lnTo>
                  <a:pt x="4018241" y="834382"/>
                </a:lnTo>
                <a:lnTo>
                  <a:pt x="4019695" y="813077"/>
                </a:lnTo>
                <a:lnTo>
                  <a:pt x="4021149" y="944529"/>
                </a:lnTo>
                <a:lnTo>
                  <a:pt x="4025510" y="880620"/>
                </a:lnTo>
                <a:lnTo>
                  <a:pt x="4028417" y="955506"/>
                </a:lnTo>
                <a:lnTo>
                  <a:pt x="4029871" y="876794"/>
                </a:lnTo>
                <a:lnTo>
                  <a:pt x="4031325" y="927413"/>
                </a:lnTo>
                <a:lnTo>
                  <a:pt x="4032779" y="846120"/>
                </a:lnTo>
                <a:lnTo>
                  <a:pt x="4037140" y="847069"/>
                </a:lnTo>
                <a:lnTo>
                  <a:pt x="4040048" y="832065"/>
                </a:lnTo>
                <a:lnTo>
                  <a:pt x="4044409" y="983247"/>
                </a:lnTo>
                <a:lnTo>
                  <a:pt x="4047317" y="827898"/>
                </a:lnTo>
                <a:lnTo>
                  <a:pt x="4048770" y="925373"/>
                </a:lnTo>
                <a:lnTo>
                  <a:pt x="4050224" y="999789"/>
                </a:lnTo>
                <a:lnTo>
                  <a:pt x="4051678" y="869984"/>
                </a:lnTo>
                <a:lnTo>
                  <a:pt x="4053132" y="946899"/>
                </a:lnTo>
                <a:lnTo>
                  <a:pt x="4054586" y="936929"/>
                </a:lnTo>
                <a:lnTo>
                  <a:pt x="4056039" y="874409"/>
                </a:lnTo>
                <a:lnTo>
                  <a:pt x="4057493" y="951225"/>
                </a:lnTo>
                <a:lnTo>
                  <a:pt x="4058947" y="921847"/>
                </a:lnTo>
                <a:lnTo>
                  <a:pt x="4061854" y="900589"/>
                </a:lnTo>
                <a:lnTo>
                  <a:pt x="4063308" y="962856"/>
                </a:lnTo>
                <a:lnTo>
                  <a:pt x="4067669" y="856926"/>
                </a:lnTo>
                <a:lnTo>
                  <a:pt x="4069123" y="864595"/>
                </a:lnTo>
                <a:lnTo>
                  <a:pt x="4070577" y="876388"/>
                </a:lnTo>
                <a:lnTo>
                  <a:pt x="4072031" y="952982"/>
                </a:lnTo>
              </a:path>
            </a:pathLst>
          </a:custGeom>
          <a:noFill/>
          <a:ln w="392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82"/>
          <p:cNvSpPr/>
          <p:nvPr/>
        </p:nvSpPr>
        <p:spPr>
          <a:xfrm>
            <a:off x="1910482" y="6886825"/>
            <a:ext cx="4072031" cy="668790"/>
          </a:xfrm>
          <a:custGeom>
            <a:avLst/>
            <a:gdLst/>
            <a:ahLst/>
            <a:cxnLst/>
            <a:rect l="l" t="t" r="r" b="b"/>
            <a:pathLst>
              <a:path w="4072031" h="668790">
                <a:moveTo>
                  <a:pt x="0" y="331593"/>
                </a:moveTo>
                <a:lnTo>
                  <a:pt x="10176" y="331584"/>
                </a:lnTo>
                <a:lnTo>
                  <a:pt x="11630" y="325952"/>
                </a:lnTo>
                <a:lnTo>
                  <a:pt x="13083" y="335289"/>
                </a:lnTo>
                <a:lnTo>
                  <a:pt x="14537" y="330038"/>
                </a:lnTo>
                <a:lnTo>
                  <a:pt x="21806" y="332847"/>
                </a:lnTo>
                <a:lnTo>
                  <a:pt x="27621" y="332819"/>
                </a:lnTo>
                <a:lnTo>
                  <a:pt x="66873" y="345913"/>
                </a:lnTo>
                <a:lnTo>
                  <a:pt x="68327" y="341207"/>
                </a:lnTo>
                <a:lnTo>
                  <a:pt x="69781" y="348211"/>
                </a:lnTo>
                <a:lnTo>
                  <a:pt x="71235" y="346854"/>
                </a:lnTo>
                <a:lnTo>
                  <a:pt x="72688" y="358112"/>
                </a:lnTo>
                <a:lnTo>
                  <a:pt x="75596" y="344864"/>
                </a:lnTo>
                <a:lnTo>
                  <a:pt x="77050" y="345449"/>
                </a:lnTo>
                <a:lnTo>
                  <a:pt x="78504" y="353492"/>
                </a:lnTo>
                <a:lnTo>
                  <a:pt x="82865" y="348930"/>
                </a:lnTo>
                <a:lnTo>
                  <a:pt x="94495" y="350462"/>
                </a:lnTo>
                <a:lnTo>
                  <a:pt x="97402" y="347647"/>
                </a:lnTo>
                <a:lnTo>
                  <a:pt x="100310" y="354995"/>
                </a:lnTo>
                <a:lnTo>
                  <a:pt x="103218" y="350561"/>
                </a:lnTo>
                <a:lnTo>
                  <a:pt x="106125" y="355376"/>
                </a:lnTo>
                <a:lnTo>
                  <a:pt x="109033" y="354316"/>
                </a:lnTo>
                <a:lnTo>
                  <a:pt x="110487" y="362837"/>
                </a:lnTo>
                <a:lnTo>
                  <a:pt x="114848" y="356759"/>
                </a:lnTo>
                <a:lnTo>
                  <a:pt x="117756" y="350036"/>
                </a:lnTo>
                <a:lnTo>
                  <a:pt x="119209" y="355689"/>
                </a:lnTo>
                <a:lnTo>
                  <a:pt x="125024" y="359478"/>
                </a:lnTo>
                <a:lnTo>
                  <a:pt x="130839" y="353119"/>
                </a:lnTo>
                <a:lnTo>
                  <a:pt x="136654" y="363141"/>
                </a:lnTo>
                <a:lnTo>
                  <a:pt x="138108" y="358727"/>
                </a:lnTo>
                <a:lnTo>
                  <a:pt x="141016" y="360674"/>
                </a:lnTo>
                <a:lnTo>
                  <a:pt x="145377" y="365111"/>
                </a:lnTo>
                <a:lnTo>
                  <a:pt x="146831" y="354792"/>
                </a:lnTo>
                <a:lnTo>
                  <a:pt x="149739" y="363670"/>
                </a:lnTo>
                <a:lnTo>
                  <a:pt x="152646" y="359567"/>
                </a:lnTo>
                <a:lnTo>
                  <a:pt x="155554" y="367670"/>
                </a:lnTo>
                <a:lnTo>
                  <a:pt x="158461" y="360789"/>
                </a:lnTo>
                <a:lnTo>
                  <a:pt x="162823" y="360934"/>
                </a:lnTo>
                <a:lnTo>
                  <a:pt x="170092" y="374087"/>
                </a:lnTo>
                <a:lnTo>
                  <a:pt x="172999" y="356049"/>
                </a:lnTo>
                <a:lnTo>
                  <a:pt x="175907" y="367524"/>
                </a:lnTo>
                <a:lnTo>
                  <a:pt x="181722" y="364952"/>
                </a:lnTo>
                <a:lnTo>
                  <a:pt x="187537" y="370792"/>
                </a:lnTo>
                <a:lnTo>
                  <a:pt x="194806" y="358911"/>
                </a:lnTo>
                <a:lnTo>
                  <a:pt x="196259" y="370210"/>
                </a:lnTo>
                <a:lnTo>
                  <a:pt x="200621" y="363776"/>
                </a:lnTo>
                <a:lnTo>
                  <a:pt x="204982" y="370415"/>
                </a:lnTo>
                <a:lnTo>
                  <a:pt x="206436" y="364785"/>
                </a:lnTo>
                <a:lnTo>
                  <a:pt x="212251" y="367641"/>
                </a:lnTo>
                <a:lnTo>
                  <a:pt x="213705" y="361742"/>
                </a:lnTo>
                <a:lnTo>
                  <a:pt x="216612" y="366564"/>
                </a:lnTo>
                <a:lnTo>
                  <a:pt x="228243" y="368570"/>
                </a:lnTo>
                <a:lnTo>
                  <a:pt x="229696" y="363654"/>
                </a:lnTo>
                <a:lnTo>
                  <a:pt x="231150" y="373680"/>
                </a:lnTo>
                <a:lnTo>
                  <a:pt x="232604" y="365751"/>
                </a:lnTo>
                <a:lnTo>
                  <a:pt x="235511" y="378471"/>
                </a:lnTo>
                <a:lnTo>
                  <a:pt x="238419" y="365690"/>
                </a:lnTo>
                <a:lnTo>
                  <a:pt x="239873" y="365395"/>
                </a:lnTo>
                <a:lnTo>
                  <a:pt x="241327" y="374426"/>
                </a:lnTo>
                <a:lnTo>
                  <a:pt x="245688" y="368829"/>
                </a:lnTo>
                <a:lnTo>
                  <a:pt x="251503" y="373549"/>
                </a:lnTo>
                <a:lnTo>
                  <a:pt x="252957" y="372329"/>
                </a:lnTo>
                <a:lnTo>
                  <a:pt x="258772" y="371396"/>
                </a:lnTo>
                <a:lnTo>
                  <a:pt x="264587" y="372516"/>
                </a:lnTo>
                <a:lnTo>
                  <a:pt x="267495" y="379095"/>
                </a:lnTo>
                <a:lnTo>
                  <a:pt x="268948" y="368762"/>
                </a:lnTo>
                <a:lnTo>
                  <a:pt x="270402" y="375226"/>
                </a:lnTo>
                <a:lnTo>
                  <a:pt x="280579" y="385711"/>
                </a:lnTo>
                <a:lnTo>
                  <a:pt x="282032" y="379794"/>
                </a:lnTo>
                <a:lnTo>
                  <a:pt x="289301" y="371643"/>
                </a:lnTo>
                <a:lnTo>
                  <a:pt x="292209" y="379622"/>
                </a:lnTo>
                <a:lnTo>
                  <a:pt x="295116" y="377346"/>
                </a:lnTo>
                <a:lnTo>
                  <a:pt x="298024" y="379759"/>
                </a:lnTo>
                <a:lnTo>
                  <a:pt x="299478" y="381692"/>
                </a:lnTo>
                <a:lnTo>
                  <a:pt x="302385" y="376546"/>
                </a:lnTo>
                <a:lnTo>
                  <a:pt x="322738" y="387145"/>
                </a:lnTo>
                <a:lnTo>
                  <a:pt x="325646" y="375472"/>
                </a:lnTo>
                <a:lnTo>
                  <a:pt x="328553" y="378623"/>
                </a:lnTo>
                <a:lnTo>
                  <a:pt x="331461" y="376463"/>
                </a:lnTo>
                <a:lnTo>
                  <a:pt x="332915" y="379627"/>
                </a:lnTo>
                <a:lnTo>
                  <a:pt x="334368" y="383857"/>
                </a:lnTo>
                <a:lnTo>
                  <a:pt x="338730" y="382151"/>
                </a:lnTo>
                <a:lnTo>
                  <a:pt x="347452" y="386162"/>
                </a:lnTo>
                <a:lnTo>
                  <a:pt x="348906" y="382677"/>
                </a:lnTo>
                <a:lnTo>
                  <a:pt x="370713" y="384819"/>
                </a:lnTo>
                <a:lnTo>
                  <a:pt x="373620" y="387406"/>
                </a:lnTo>
                <a:lnTo>
                  <a:pt x="375074" y="383559"/>
                </a:lnTo>
                <a:lnTo>
                  <a:pt x="377982" y="385680"/>
                </a:lnTo>
                <a:lnTo>
                  <a:pt x="380889" y="379441"/>
                </a:lnTo>
                <a:lnTo>
                  <a:pt x="386704" y="387004"/>
                </a:lnTo>
                <a:lnTo>
                  <a:pt x="392519" y="386093"/>
                </a:lnTo>
                <a:lnTo>
                  <a:pt x="407057" y="389881"/>
                </a:lnTo>
                <a:lnTo>
                  <a:pt x="412872" y="388241"/>
                </a:lnTo>
                <a:lnTo>
                  <a:pt x="421595" y="399966"/>
                </a:lnTo>
                <a:lnTo>
                  <a:pt x="427410" y="384423"/>
                </a:lnTo>
                <a:lnTo>
                  <a:pt x="428864" y="387667"/>
                </a:lnTo>
                <a:lnTo>
                  <a:pt x="431771" y="394217"/>
                </a:lnTo>
                <a:lnTo>
                  <a:pt x="434679" y="391575"/>
                </a:lnTo>
                <a:lnTo>
                  <a:pt x="455032" y="384489"/>
                </a:lnTo>
                <a:lnTo>
                  <a:pt x="456486" y="394359"/>
                </a:lnTo>
                <a:lnTo>
                  <a:pt x="457939" y="381375"/>
                </a:lnTo>
                <a:lnTo>
                  <a:pt x="459393" y="375426"/>
                </a:lnTo>
                <a:lnTo>
                  <a:pt x="460847" y="381415"/>
                </a:lnTo>
                <a:lnTo>
                  <a:pt x="463755" y="397775"/>
                </a:lnTo>
                <a:lnTo>
                  <a:pt x="466662" y="388404"/>
                </a:lnTo>
                <a:lnTo>
                  <a:pt x="471023" y="397742"/>
                </a:lnTo>
                <a:lnTo>
                  <a:pt x="472477" y="380846"/>
                </a:lnTo>
                <a:lnTo>
                  <a:pt x="476839" y="385764"/>
                </a:lnTo>
                <a:lnTo>
                  <a:pt x="479746" y="380824"/>
                </a:lnTo>
                <a:lnTo>
                  <a:pt x="482654" y="384188"/>
                </a:lnTo>
                <a:lnTo>
                  <a:pt x="484107" y="392630"/>
                </a:lnTo>
                <a:lnTo>
                  <a:pt x="487015" y="385973"/>
                </a:lnTo>
                <a:lnTo>
                  <a:pt x="488469" y="382900"/>
                </a:lnTo>
                <a:lnTo>
                  <a:pt x="491376" y="389466"/>
                </a:lnTo>
                <a:lnTo>
                  <a:pt x="501553" y="389054"/>
                </a:lnTo>
                <a:lnTo>
                  <a:pt x="510275" y="391327"/>
                </a:lnTo>
                <a:lnTo>
                  <a:pt x="513183" y="386077"/>
                </a:lnTo>
                <a:lnTo>
                  <a:pt x="516091" y="390329"/>
                </a:lnTo>
                <a:lnTo>
                  <a:pt x="518998" y="386887"/>
                </a:lnTo>
                <a:lnTo>
                  <a:pt x="521906" y="389149"/>
                </a:lnTo>
                <a:lnTo>
                  <a:pt x="555343" y="389353"/>
                </a:lnTo>
                <a:lnTo>
                  <a:pt x="566973" y="391373"/>
                </a:lnTo>
                <a:lnTo>
                  <a:pt x="571334" y="392434"/>
                </a:lnTo>
                <a:lnTo>
                  <a:pt x="574242" y="394266"/>
                </a:lnTo>
                <a:lnTo>
                  <a:pt x="577149" y="391569"/>
                </a:lnTo>
                <a:lnTo>
                  <a:pt x="587326" y="398773"/>
                </a:lnTo>
                <a:lnTo>
                  <a:pt x="591687" y="391310"/>
                </a:lnTo>
                <a:lnTo>
                  <a:pt x="594595" y="392937"/>
                </a:lnTo>
                <a:lnTo>
                  <a:pt x="596048" y="395828"/>
                </a:lnTo>
                <a:lnTo>
                  <a:pt x="600410" y="393168"/>
                </a:lnTo>
                <a:lnTo>
                  <a:pt x="617855" y="389711"/>
                </a:lnTo>
                <a:lnTo>
                  <a:pt x="625124" y="398088"/>
                </a:lnTo>
                <a:lnTo>
                  <a:pt x="632393" y="392398"/>
                </a:lnTo>
                <a:lnTo>
                  <a:pt x="635300" y="398945"/>
                </a:lnTo>
                <a:lnTo>
                  <a:pt x="638208" y="393305"/>
                </a:lnTo>
                <a:lnTo>
                  <a:pt x="641115" y="388407"/>
                </a:lnTo>
                <a:lnTo>
                  <a:pt x="642569" y="389905"/>
                </a:lnTo>
                <a:lnTo>
                  <a:pt x="646931" y="399313"/>
                </a:lnTo>
                <a:lnTo>
                  <a:pt x="648384" y="398908"/>
                </a:lnTo>
                <a:lnTo>
                  <a:pt x="649838" y="399027"/>
                </a:lnTo>
                <a:lnTo>
                  <a:pt x="654200" y="384381"/>
                </a:lnTo>
                <a:lnTo>
                  <a:pt x="657107" y="388219"/>
                </a:lnTo>
                <a:lnTo>
                  <a:pt x="660015" y="390003"/>
                </a:lnTo>
                <a:lnTo>
                  <a:pt x="665830" y="398492"/>
                </a:lnTo>
                <a:lnTo>
                  <a:pt x="667283" y="395873"/>
                </a:lnTo>
                <a:lnTo>
                  <a:pt x="678914" y="394278"/>
                </a:lnTo>
                <a:lnTo>
                  <a:pt x="689090" y="397387"/>
                </a:lnTo>
                <a:lnTo>
                  <a:pt x="699267" y="393290"/>
                </a:lnTo>
                <a:lnTo>
                  <a:pt x="707989" y="393878"/>
                </a:lnTo>
                <a:lnTo>
                  <a:pt x="750149" y="397789"/>
                </a:lnTo>
                <a:lnTo>
                  <a:pt x="755964" y="397215"/>
                </a:lnTo>
                <a:lnTo>
                  <a:pt x="761779" y="400901"/>
                </a:lnTo>
                <a:lnTo>
                  <a:pt x="770502" y="395667"/>
                </a:lnTo>
                <a:lnTo>
                  <a:pt x="779224" y="399396"/>
                </a:lnTo>
                <a:lnTo>
                  <a:pt x="787947" y="398786"/>
                </a:lnTo>
                <a:lnTo>
                  <a:pt x="806846" y="397664"/>
                </a:lnTo>
                <a:lnTo>
                  <a:pt x="809754" y="401433"/>
                </a:lnTo>
                <a:lnTo>
                  <a:pt x="811207" y="398895"/>
                </a:lnTo>
                <a:lnTo>
                  <a:pt x="812661" y="396018"/>
                </a:lnTo>
                <a:lnTo>
                  <a:pt x="817023" y="398611"/>
                </a:lnTo>
                <a:lnTo>
                  <a:pt x="864997" y="400311"/>
                </a:lnTo>
                <a:lnTo>
                  <a:pt x="872266" y="398603"/>
                </a:lnTo>
                <a:lnTo>
                  <a:pt x="880989" y="400105"/>
                </a:lnTo>
                <a:lnTo>
                  <a:pt x="898434" y="400467"/>
                </a:lnTo>
                <a:lnTo>
                  <a:pt x="899888" y="402949"/>
                </a:lnTo>
                <a:lnTo>
                  <a:pt x="901342" y="398349"/>
                </a:lnTo>
                <a:lnTo>
                  <a:pt x="902795" y="398171"/>
                </a:lnTo>
                <a:lnTo>
                  <a:pt x="912972" y="404616"/>
                </a:lnTo>
                <a:lnTo>
                  <a:pt x="914426" y="400975"/>
                </a:lnTo>
                <a:lnTo>
                  <a:pt x="949316" y="402635"/>
                </a:lnTo>
                <a:lnTo>
                  <a:pt x="952224" y="400705"/>
                </a:lnTo>
                <a:lnTo>
                  <a:pt x="953678" y="403632"/>
                </a:lnTo>
                <a:lnTo>
                  <a:pt x="968215" y="402790"/>
                </a:lnTo>
                <a:lnTo>
                  <a:pt x="974031" y="401481"/>
                </a:lnTo>
                <a:lnTo>
                  <a:pt x="975484" y="402956"/>
                </a:lnTo>
                <a:lnTo>
                  <a:pt x="992930" y="401575"/>
                </a:lnTo>
                <a:lnTo>
                  <a:pt x="995837" y="405601"/>
                </a:lnTo>
                <a:lnTo>
                  <a:pt x="998745" y="401895"/>
                </a:lnTo>
                <a:lnTo>
                  <a:pt x="1006014" y="403243"/>
                </a:lnTo>
                <a:lnTo>
                  <a:pt x="1032182" y="401744"/>
                </a:lnTo>
                <a:lnTo>
                  <a:pt x="1037997" y="403009"/>
                </a:lnTo>
                <a:lnTo>
                  <a:pt x="1045266" y="400185"/>
                </a:lnTo>
                <a:lnTo>
                  <a:pt x="1046719" y="402420"/>
                </a:lnTo>
                <a:lnTo>
                  <a:pt x="1093240" y="397598"/>
                </a:lnTo>
                <a:lnTo>
                  <a:pt x="1099055" y="396878"/>
                </a:lnTo>
                <a:lnTo>
                  <a:pt x="1109232" y="394621"/>
                </a:lnTo>
                <a:lnTo>
                  <a:pt x="1122316" y="392597"/>
                </a:lnTo>
                <a:lnTo>
                  <a:pt x="1129585" y="388813"/>
                </a:lnTo>
                <a:lnTo>
                  <a:pt x="1131039" y="392880"/>
                </a:lnTo>
                <a:lnTo>
                  <a:pt x="1132492" y="387694"/>
                </a:lnTo>
                <a:lnTo>
                  <a:pt x="1133946" y="389624"/>
                </a:lnTo>
                <a:lnTo>
                  <a:pt x="1139761" y="388688"/>
                </a:lnTo>
                <a:lnTo>
                  <a:pt x="1141215" y="391405"/>
                </a:lnTo>
                <a:lnTo>
                  <a:pt x="1145576" y="388711"/>
                </a:lnTo>
                <a:lnTo>
                  <a:pt x="1157206" y="384994"/>
                </a:lnTo>
                <a:lnTo>
                  <a:pt x="1164475" y="386573"/>
                </a:lnTo>
                <a:lnTo>
                  <a:pt x="1213904" y="381978"/>
                </a:lnTo>
                <a:lnTo>
                  <a:pt x="1215358" y="385933"/>
                </a:lnTo>
                <a:lnTo>
                  <a:pt x="1218265" y="380650"/>
                </a:lnTo>
                <a:lnTo>
                  <a:pt x="1226988" y="385237"/>
                </a:lnTo>
                <a:lnTo>
                  <a:pt x="1235710" y="389566"/>
                </a:lnTo>
                <a:lnTo>
                  <a:pt x="1261879" y="399321"/>
                </a:lnTo>
                <a:lnTo>
                  <a:pt x="1273509" y="405805"/>
                </a:lnTo>
                <a:lnTo>
                  <a:pt x="1282231" y="406842"/>
                </a:lnTo>
                <a:lnTo>
                  <a:pt x="1290954" y="407501"/>
                </a:lnTo>
                <a:lnTo>
                  <a:pt x="1296769" y="407892"/>
                </a:lnTo>
                <a:lnTo>
                  <a:pt x="1304038" y="409662"/>
                </a:lnTo>
                <a:lnTo>
                  <a:pt x="1309853" y="410509"/>
                </a:lnTo>
                <a:lnTo>
                  <a:pt x="1311307" y="402394"/>
                </a:lnTo>
                <a:lnTo>
                  <a:pt x="1314214" y="410483"/>
                </a:lnTo>
                <a:lnTo>
                  <a:pt x="1324391" y="411804"/>
                </a:lnTo>
                <a:lnTo>
                  <a:pt x="1341836" y="410113"/>
                </a:lnTo>
                <a:lnTo>
                  <a:pt x="1349105" y="410403"/>
                </a:lnTo>
                <a:lnTo>
                  <a:pt x="1359282" y="410234"/>
                </a:lnTo>
                <a:lnTo>
                  <a:pt x="1366551" y="409677"/>
                </a:lnTo>
                <a:lnTo>
                  <a:pt x="1388357" y="413643"/>
                </a:lnTo>
                <a:lnTo>
                  <a:pt x="1405803" y="424555"/>
                </a:lnTo>
                <a:lnTo>
                  <a:pt x="1430517" y="412479"/>
                </a:lnTo>
                <a:lnTo>
                  <a:pt x="1436332" y="409911"/>
                </a:lnTo>
                <a:lnTo>
                  <a:pt x="1445055" y="407585"/>
                </a:lnTo>
                <a:lnTo>
                  <a:pt x="1453777" y="409378"/>
                </a:lnTo>
                <a:lnTo>
                  <a:pt x="1461046" y="407297"/>
                </a:lnTo>
                <a:lnTo>
                  <a:pt x="1468315" y="406275"/>
                </a:lnTo>
                <a:lnTo>
                  <a:pt x="1495937" y="396590"/>
                </a:lnTo>
                <a:lnTo>
                  <a:pt x="1500298" y="397953"/>
                </a:lnTo>
                <a:lnTo>
                  <a:pt x="1507567" y="391380"/>
                </a:lnTo>
                <a:lnTo>
                  <a:pt x="1513382" y="383701"/>
                </a:lnTo>
                <a:lnTo>
                  <a:pt x="1520651" y="380157"/>
                </a:lnTo>
                <a:lnTo>
                  <a:pt x="1522105" y="383309"/>
                </a:lnTo>
                <a:lnTo>
                  <a:pt x="1526466" y="380347"/>
                </a:lnTo>
                <a:lnTo>
                  <a:pt x="1530827" y="382098"/>
                </a:lnTo>
                <a:lnTo>
                  <a:pt x="1532281" y="379786"/>
                </a:lnTo>
                <a:lnTo>
                  <a:pt x="1539550" y="374146"/>
                </a:lnTo>
                <a:lnTo>
                  <a:pt x="1541004" y="377889"/>
                </a:lnTo>
                <a:lnTo>
                  <a:pt x="1551180" y="378154"/>
                </a:lnTo>
                <a:lnTo>
                  <a:pt x="1593340" y="361697"/>
                </a:lnTo>
                <a:lnTo>
                  <a:pt x="1594793" y="363233"/>
                </a:lnTo>
                <a:lnTo>
                  <a:pt x="1596248" y="358171"/>
                </a:lnTo>
                <a:lnTo>
                  <a:pt x="1597701" y="345771"/>
                </a:lnTo>
                <a:lnTo>
                  <a:pt x="1600609" y="355597"/>
                </a:lnTo>
                <a:lnTo>
                  <a:pt x="1602063" y="359305"/>
                </a:lnTo>
                <a:lnTo>
                  <a:pt x="1603516" y="355099"/>
                </a:lnTo>
                <a:lnTo>
                  <a:pt x="1607878" y="343638"/>
                </a:lnTo>
                <a:lnTo>
                  <a:pt x="1609331" y="348215"/>
                </a:lnTo>
                <a:lnTo>
                  <a:pt x="1610785" y="347808"/>
                </a:lnTo>
                <a:lnTo>
                  <a:pt x="1616600" y="335041"/>
                </a:lnTo>
                <a:lnTo>
                  <a:pt x="1618054" y="335920"/>
                </a:lnTo>
                <a:lnTo>
                  <a:pt x="1619508" y="343875"/>
                </a:lnTo>
                <a:lnTo>
                  <a:pt x="1622415" y="338705"/>
                </a:lnTo>
                <a:lnTo>
                  <a:pt x="1629684" y="321012"/>
                </a:lnTo>
                <a:lnTo>
                  <a:pt x="1631138" y="326116"/>
                </a:lnTo>
                <a:lnTo>
                  <a:pt x="1634045" y="321545"/>
                </a:lnTo>
                <a:lnTo>
                  <a:pt x="1641315" y="317395"/>
                </a:lnTo>
                <a:lnTo>
                  <a:pt x="1642768" y="312464"/>
                </a:lnTo>
                <a:lnTo>
                  <a:pt x="1644222" y="315839"/>
                </a:lnTo>
                <a:lnTo>
                  <a:pt x="1645676" y="321998"/>
                </a:lnTo>
                <a:lnTo>
                  <a:pt x="1647130" y="317582"/>
                </a:lnTo>
                <a:lnTo>
                  <a:pt x="1648583" y="306580"/>
                </a:lnTo>
                <a:lnTo>
                  <a:pt x="1652945" y="312870"/>
                </a:lnTo>
                <a:lnTo>
                  <a:pt x="1674752" y="309330"/>
                </a:lnTo>
                <a:lnTo>
                  <a:pt x="1686382" y="306281"/>
                </a:lnTo>
                <a:lnTo>
                  <a:pt x="1711096" y="297502"/>
                </a:lnTo>
                <a:lnTo>
                  <a:pt x="1719819" y="297732"/>
                </a:lnTo>
                <a:lnTo>
                  <a:pt x="1735810" y="291045"/>
                </a:lnTo>
                <a:lnTo>
                  <a:pt x="1741625" y="290618"/>
                </a:lnTo>
                <a:lnTo>
                  <a:pt x="1750348" y="287978"/>
                </a:lnTo>
                <a:lnTo>
                  <a:pt x="1756163" y="282799"/>
                </a:lnTo>
                <a:lnTo>
                  <a:pt x="1761978" y="288688"/>
                </a:lnTo>
                <a:lnTo>
                  <a:pt x="1766339" y="282749"/>
                </a:lnTo>
                <a:lnTo>
                  <a:pt x="1769247" y="284795"/>
                </a:lnTo>
                <a:lnTo>
                  <a:pt x="1775062" y="285904"/>
                </a:lnTo>
                <a:lnTo>
                  <a:pt x="1777970" y="283687"/>
                </a:lnTo>
                <a:lnTo>
                  <a:pt x="1780877" y="286019"/>
                </a:lnTo>
                <a:lnTo>
                  <a:pt x="1793961" y="284277"/>
                </a:lnTo>
                <a:lnTo>
                  <a:pt x="1837575" y="287577"/>
                </a:lnTo>
                <a:lnTo>
                  <a:pt x="1844843" y="292733"/>
                </a:lnTo>
                <a:lnTo>
                  <a:pt x="1852112" y="289231"/>
                </a:lnTo>
                <a:lnTo>
                  <a:pt x="1853566" y="290979"/>
                </a:lnTo>
                <a:lnTo>
                  <a:pt x="1869557" y="287101"/>
                </a:lnTo>
                <a:lnTo>
                  <a:pt x="1881188" y="284461"/>
                </a:lnTo>
                <a:lnTo>
                  <a:pt x="1885549" y="280003"/>
                </a:lnTo>
                <a:lnTo>
                  <a:pt x="1887003" y="281416"/>
                </a:lnTo>
                <a:lnTo>
                  <a:pt x="1932070" y="295829"/>
                </a:lnTo>
                <a:lnTo>
                  <a:pt x="1949515" y="309184"/>
                </a:lnTo>
                <a:lnTo>
                  <a:pt x="1964053" y="323031"/>
                </a:lnTo>
                <a:lnTo>
                  <a:pt x="1969868" y="326265"/>
                </a:lnTo>
                <a:lnTo>
                  <a:pt x="1982952" y="336221"/>
                </a:lnTo>
                <a:lnTo>
                  <a:pt x="2004759" y="356278"/>
                </a:lnTo>
                <a:lnTo>
                  <a:pt x="2026566" y="385585"/>
                </a:lnTo>
                <a:lnTo>
                  <a:pt x="2046918" y="412578"/>
                </a:lnTo>
                <a:lnTo>
                  <a:pt x="2054187" y="414879"/>
                </a:lnTo>
                <a:lnTo>
                  <a:pt x="2060002" y="408164"/>
                </a:lnTo>
                <a:lnTo>
                  <a:pt x="2062910" y="410047"/>
                </a:lnTo>
                <a:lnTo>
                  <a:pt x="2068725" y="409050"/>
                </a:lnTo>
                <a:lnTo>
                  <a:pt x="2077448" y="409987"/>
                </a:lnTo>
                <a:lnTo>
                  <a:pt x="2086170" y="410575"/>
                </a:lnTo>
                <a:lnTo>
                  <a:pt x="2089078" y="412580"/>
                </a:lnTo>
                <a:lnTo>
                  <a:pt x="2091986" y="408024"/>
                </a:lnTo>
                <a:lnTo>
                  <a:pt x="2100708" y="415016"/>
                </a:lnTo>
                <a:lnTo>
                  <a:pt x="2102162" y="409807"/>
                </a:lnTo>
                <a:lnTo>
                  <a:pt x="2109431" y="401595"/>
                </a:lnTo>
                <a:lnTo>
                  <a:pt x="2110885" y="403479"/>
                </a:lnTo>
                <a:lnTo>
                  <a:pt x="2118154" y="392437"/>
                </a:lnTo>
                <a:lnTo>
                  <a:pt x="2131238" y="373417"/>
                </a:lnTo>
                <a:lnTo>
                  <a:pt x="2134145" y="381063"/>
                </a:lnTo>
                <a:lnTo>
                  <a:pt x="2135599" y="377436"/>
                </a:lnTo>
                <a:lnTo>
                  <a:pt x="2141414" y="367548"/>
                </a:lnTo>
                <a:lnTo>
                  <a:pt x="2142868" y="370826"/>
                </a:lnTo>
                <a:lnTo>
                  <a:pt x="2145775" y="365988"/>
                </a:lnTo>
                <a:lnTo>
                  <a:pt x="2158859" y="349192"/>
                </a:lnTo>
                <a:lnTo>
                  <a:pt x="2170490" y="332443"/>
                </a:lnTo>
                <a:lnTo>
                  <a:pt x="2205380" y="293576"/>
                </a:lnTo>
                <a:lnTo>
                  <a:pt x="2209741" y="301238"/>
                </a:lnTo>
                <a:lnTo>
                  <a:pt x="2211196" y="297195"/>
                </a:lnTo>
                <a:lnTo>
                  <a:pt x="2215557" y="287291"/>
                </a:lnTo>
                <a:lnTo>
                  <a:pt x="2219918" y="291054"/>
                </a:lnTo>
                <a:lnTo>
                  <a:pt x="2221372" y="295463"/>
                </a:lnTo>
                <a:lnTo>
                  <a:pt x="2224279" y="291643"/>
                </a:lnTo>
                <a:lnTo>
                  <a:pt x="2230095" y="284524"/>
                </a:lnTo>
                <a:lnTo>
                  <a:pt x="2234456" y="290530"/>
                </a:lnTo>
                <a:lnTo>
                  <a:pt x="2233002" y="282340"/>
                </a:lnTo>
                <a:lnTo>
                  <a:pt x="2235910" y="284363"/>
                </a:lnTo>
                <a:lnTo>
                  <a:pt x="2237363" y="277387"/>
                </a:lnTo>
                <a:lnTo>
                  <a:pt x="2240271" y="281969"/>
                </a:lnTo>
                <a:lnTo>
                  <a:pt x="2243178" y="285519"/>
                </a:lnTo>
                <a:lnTo>
                  <a:pt x="2244632" y="282027"/>
                </a:lnTo>
                <a:lnTo>
                  <a:pt x="2253355" y="262944"/>
                </a:lnTo>
                <a:lnTo>
                  <a:pt x="2256263" y="273351"/>
                </a:lnTo>
                <a:lnTo>
                  <a:pt x="2259170" y="266259"/>
                </a:lnTo>
                <a:lnTo>
                  <a:pt x="2263531" y="257867"/>
                </a:lnTo>
                <a:lnTo>
                  <a:pt x="2264985" y="261706"/>
                </a:lnTo>
                <a:lnTo>
                  <a:pt x="2267893" y="266439"/>
                </a:lnTo>
                <a:lnTo>
                  <a:pt x="2270800" y="261593"/>
                </a:lnTo>
                <a:lnTo>
                  <a:pt x="2275162" y="236614"/>
                </a:lnTo>
                <a:lnTo>
                  <a:pt x="2279523" y="243239"/>
                </a:lnTo>
                <a:lnTo>
                  <a:pt x="2301330" y="251794"/>
                </a:lnTo>
                <a:lnTo>
                  <a:pt x="2304237" y="240341"/>
                </a:lnTo>
                <a:lnTo>
                  <a:pt x="2307145" y="250626"/>
                </a:lnTo>
                <a:lnTo>
                  <a:pt x="2314414" y="251848"/>
                </a:lnTo>
                <a:lnTo>
                  <a:pt x="2315867" y="246696"/>
                </a:lnTo>
                <a:lnTo>
                  <a:pt x="2318775" y="253321"/>
                </a:lnTo>
                <a:lnTo>
                  <a:pt x="2320229" y="260304"/>
                </a:lnTo>
                <a:lnTo>
                  <a:pt x="2323136" y="250177"/>
                </a:lnTo>
                <a:lnTo>
                  <a:pt x="2327497" y="261626"/>
                </a:lnTo>
                <a:lnTo>
                  <a:pt x="2328952" y="249873"/>
                </a:lnTo>
                <a:lnTo>
                  <a:pt x="2330405" y="242383"/>
                </a:lnTo>
                <a:lnTo>
                  <a:pt x="2331859" y="252091"/>
                </a:lnTo>
                <a:lnTo>
                  <a:pt x="2333313" y="256141"/>
                </a:lnTo>
                <a:lnTo>
                  <a:pt x="2336220" y="238388"/>
                </a:lnTo>
                <a:lnTo>
                  <a:pt x="2339128" y="251228"/>
                </a:lnTo>
                <a:lnTo>
                  <a:pt x="2340582" y="252570"/>
                </a:lnTo>
                <a:lnTo>
                  <a:pt x="2343489" y="236968"/>
                </a:lnTo>
                <a:lnTo>
                  <a:pt x="2346397" y="239381"/>
                </a:lnTo>
                <a:lnTo>
                  <a:pt x="2353666" y="250245"/>
                </a:lnTo>
                <a:lnTo>
                  <a:pt x="2356573" y="236362"/>
                </a:lnTo>
                <a:lnTo>
                  <a:pt x="2358027" y="237869"/>
                </a:lnTo>
                <a:lnTo>
                  <a:pt x="2359481" y="251335"/>
                </a:lnTo>
                <a:lnTo>
                  <a:pt x="2362388" y="236070"/>
                </a:lnTo>
                <a:lnTo>
                  <a:pt x="2368204" y="245174"/>
                </a:lnTo>
                <a:lnTo>
                  <a:pt x="2369657" y="242389"/>
                </a:lnTo>
                <a:lnTo>
                  <a:pt x="2375472" y="233252"/>
                </a:lnTo>
                <a:lnTo>
                  <a:pt x="2382741" y="239919"/>
                </a:lnTo>
                <a:lnTo>
                  <a:pt x="2390010" y="234527"/>
                </a:lnTo>
                <a:lnTo>
                  <a:pt x="2392918" y="244253"/>
                </a:lnTo>
                <a:lnTo>
                  <a:pt x="2395825" y="235943"/>
                </a:lnTo>
                <a:lnTo>
                  <a:pt x="2403094" y="215820"/>
                </a:lnTo>
                <a:lnTo>
                  <a:pt x="2407456" y="221347"/>
                </a:lnTo>
                <a:lnTo>
                  <a:pt x="2408909" y="218969"/>
                </a:lnTo>
                <a:lnTo>
                  <a:pt x="2416178" y="211943"/>
                </a:lnTo>
                <a:lnTo>
                  <a:pt x="2421993" y="208208"/>
                </a:lnTo>
                <a:lnTo>
                  <a:pt x="2429262" y="192455"/>
                </a:lnTo>
                <a:lnTo>
                  <a:pt x="2430716" y="188193"/>
                </a:lnTo>
                <a:lnTo>
                  <a:pt x="2433623" y="195532"/>
                </a:lnTo>
                <a:lnTo>
                  <a:pt x="2440892" y="180766"/>
                </a:lnTo>
                <a:lnTo>
                  <a:pt x="2442346" y="186773"/>
                </a:lnTo>
                <a:lnTo>
                  <a:pt x="2443800" y="199980"/>
                </a:lnTo>
                <a:lnTo>
                  <a:pt x="2446708" y="188240"/>
                </a:lnTo>
                <a:lnTo>
                  <a:pt x="2452523" y="187053"/>
                </a:lnTo>
                <a:lnTo>
                  <a:pt x="2467060" y="163347"/>
                </a:lnTo>
                <a:lnTo>
                  <a:pt x="2468514" y="170210"/>
                </a:lnTo>
                <a:lnTo>
                  <a:pt x="2469968" y="173547"/>
                </a:lnTo>
                <a:lnTo>
                  <a:pt x="2472875" y="166876"/>
                </a:lnTo>
                <a:lnTo>
                  <a:pt x="2475783" y="173591"/>
                </a:lnTo>
                <a:lnTo>
                  <a:pt x="2477237" y="168614"/>
                </a:lnTo>
                <a:lnTo>
                  <a:pt x="2487413" y="155454"/>
                </a:lnTo>
                <a:lnTo>
                  <a:pt x="2491775" y="158167"/>
                </a:lnTo>
                <a:lnTo>
                  <a:pt x="2500497" y="143792"/>
                </a:lnTo>
                <a:lnTo>
                  <a:pt x="2503405" y="147070"/>
                </a:lnTo>
                <a:lnTo>
                  <a:pt x="2506312" y="144992"/>
                </a:lnTo>
                <a:lnTo>
                  <a:pt x="2509220" y="141954"/>
                </a:lnTo>
                <a:lnTo>
                  <a:pt x="2519396" y="128592"/>
                </a:lnTo>
                <a:lnTo>
                  <a:pt x="2525211" y="129456"/>
                </a:lnTo>
                <a:lnTo>
                  <a:pt x="2552833" y="99126"/>
                </a:lnTo>
                <a:lnTo>
                  <a:pt x="2560102" y="94219"/>
                </a:lnTo>
                <a:lnTo>
                  <a:pt x="2567371" y="88450"/>
                </a:lnTo>
                <a:lnTo>
                  <a:pt x="2571732" y="87630"/>
                </a:lnTo>
                <a:lnTo>
                  <a:pt x="2574640" y="82926"/>
                </a:lnTo>
                <a:lnTo>
                  <a:pt x="2576094" y="91054"/>
                </a:lnTo>
                <a:lnTo>
                  <a:pt x="2579001" y="86942"/>
                </a:lnTo>
                <a:lnTo>
                  <a:pt x="2587724" y="45207"/>
                </a:lnTo>
                <a:lnTo>
                  <a:pt x="2589178" y="52219"/>
                </a:lnTo>
                <a:lnTo>
                  <a:pt x="2592085" y="55795"/>
                </a:lnTo>
                <a:lnTo>
                  <a:pt x="2594993" y="64621"/>
                </a:lnTo>
                <a:lnTo>
                  <a:pt x="2596446" y="60241"/>
                </a:lnTo>
                <a:lnTo>
                  <a:pt x="2599354" y="51902"/>
                </a:lnTo>
                <a:lnTo>
                  <a:pt x="2602261" y="57050"/>
                </a:lnTo>
                <a:lnTo>
                  <a:pt x="2605169" y="68531"/>
                </a:lnTo>
                <a:lnTo>
                  <a:pt x="2606623" y="59694"/>
                </a:lnTo>
                <a:lnTo>
                  <a:pt x="2613892" y="43320"/>
                </a:lnTo>
                <a:lnTo>
                  <a:pt x="2616799" y="44795"/>
                </a:lnTo>
                <a:lnTo>
                  <a:pt x="2619707" y="29761"/>
                </a:lnTo>
                <a:lnTo>
                  <a:pt x="2622614" y="34063"/>
                </a:lnTo>
                <a:lnTo>
                  <a:pt x="2625522" y="55763"/>
                </a:lnTo>
                <a:lnTo>
                  <a:pt x="2626976" y="72272"/>
                </a:lnTo>
                <a:lnTo>
                  <a:pt x="2631337" y="61363"/>
                </a:lnTo>
                <a:lnTo>
                  <a:pt x="2632791" y="70221"/>
                </a:lnTo>
                <a:lnTo>
                  <a:pt x="2635698" y="64758"/>
                </a:lnTo>
                <a:lnTo>
                  <a:pt x="2647329" y="44121"/>
                </a:lnTo>
                <a:lnTo>
                  <a:pt x="2651690" y="56685"/>
                </a:lnTo>
                <a:lnTo>
                  <a:pt x="2654598" y="52160"/>
                </a:lnTo>
                <a:lnTo>
                  <a:pt x="2667682" y="65499"/>
                </a:lnTo>
                <a:lnTo>
                  <a:pt x="2669135" y="71349"/>
                </a:lnTo>
                <a:lnTo>
                  <a:pt x="2672043" y="64524"/>
                </a:lnTo>
                <a:lnTo>
                  <a:pt x="2674950" y="58946"/>
                </a:lnTo>
                <a:lnTo>
                  <a:pt x="2676404" y="67602"/>
                </a:lnTo>
                <a:lnTo>
                  <a:pt x="2679312" y="73938"/>
                </a:lnTo>
                <a:lnTo>
                  <a:pt x="2682219" y="72576"/>
                </a:lnTo>
                <a:lnTo>
                  <a:pt x="2689488" y="62289"/>
                </a:lnTo>
                <a:lnTo>
                  <a:pt x="2690942" y="63885"/>
                </a:lnTo>
                <a:lnTo>
                  <a:pt x="2693850" y="67737"/>
                </a:lnTo>
                <a:lnTo>
                  <a:pt x="2695303" y="62302"/>
                </a:lnTo>
                <a:lnTo>
                  <a:pt x="2698211" y="49582"/>
                </a:lnTo>
                <a:lnTo>
                  <a:pt x="2702572" y="52141"/>
                </a:lnTo>
                <a:lnTo>
                  <a:pt x="2705480" y="45850"/>
                </a:lnTo>
                <a:lnTo>
                  <a:pt x="2706934" y="35746"/>
                </a:lnTo>
                <a:lnTo>
                  <a:pt x="2709841" y="42671"/>
                </a:lnTo>
                <a:lnTo>
                  <a:pt x="2714202" y="70488"/>
                </a:lnTo>
                <a:lnTo>
                  <a:pt x="2717110" y="66948"/>
                </a:lnTo>
                <a:lnTo>
                  <a:pt x="2721471" y="52617"/>
                </a:lnTo>
                <a:lnTo>
                  <a:pt x="2724379" y="56472"/>
                </a:lnTo>
                <a:lnTo>
                  <a:pt x="2725833" y="60248"/>
                </a:lnTo>
                <a:lnTo>
                  <a:pt x="2728740" y="54829"/>
                </a:lnTo>
                <a:lnTo>
                  <a:pt x="2734555" y="51819"/>
                </a:lnTo>
                <a:lnTo>
                  <a:pt x="2736009" y="58168"/>
                </a:lnTo>
                <a:lnTo>
                  <a:pt x="2738917" y="72223"/>
                </a:lnTo>
                <a:lnTo>
                  <a:pt x="2741824" y="59259"/>
                </a:lnTo>
                <a:lnTo>
                  <a:pt x="2747639" y="45570"/>
                </a:lnTo>
                <a:lnTo>
                  <a:pt x="2749093" y="57157"/>
                </a:lnTo>
                <a:lnTo>
                  <a:pt x="2752001" y="45700"/>
                </a:lnTo>
                <a:lnTo>
                  <a:pt x="2757816" y="30276"/>
                </a:lnTo>
                <a:lnTo>
                  <a:pt x="2760723" y="37498"/>
                </a:lnTo>
                <a:lnTo>
                  <a:pt x="2765085" y="44281"/>
                </a:lnTo>
                <a:lnTo>
                  <a:pt x="2769446" y="66987"/>
                </a:lnTo>
                <a:lnTo>
                  <a:pt x="2770900" y="47024"/>
                </a:lnTo>
                <a:lnTo>
                  <a:pt x="2772354" y="47999"/>
                </a:lnTo>
                <a:lnTo>
                  <a:pt x="2779622" y="62853"/>
                </a:lnTo>
                <a:lnTo>
                  <a:pt x="2781076" y="58927"/>
                </a:lnTo>
                <a:lnTo>
                  <a:pt x="2782530" y="66927"/>
                </a:lnTo>
                <a:lnTo>
                  <a:pt x="2783984" y="66592"/>
                </a:lnTo>
                <a:lnTo>
                  <a:pt x="2786891" y="70184"/>
                </a:lnTo>
                <a:lnTo>
                  <a:pt x="2792706" y="35896"/>
                </a:lnTo>
                <a:lnTo>
                  <a:pt x="2795614" y="37824"/>
                </a:lnTo>
                <a:lnTo>
                  <a:pt x="2799975" y="63941"/>
                </a:lnTo>
                <a:lnTo>
                  <a:pt x="2801429" y="57837"/>
                </a:lnTo>
                <a:lnTo>
                  <a:pt x="2807244" y="36252"/>
                </a:lnTo>
                <a:lnTo>
                  <a:pt x="2808698" y="43592"/>
                </a:lnTo>
                <a:lnTo>
                  <a:pt x="2817421" y="60094"/>
                </a:lnTo>
                <a:lnTo>
                  <a:pt x="2821782" y="39500"/>
                </a:lnTo>
                <a:lnTo>
                  <a:pt x="2826143" y="44579"/>
                </a:lnTo>
                <a:lnTo>
                  <a:pt x="2829051" y="48141"/>
                </a:lnTo>
                <a:lnTo>
                  <a:pt x="2831958" y="44463"/>
                </a:lnTo>
                <a:lnTo>
                  <a:pt x="2836320" y="41134"/>
                </a:lnTo>
                <a:lnTo>
                  <a:pt x="2839227" y="56733"/>
                </a:lnTo>
                <a:lnTo>
                  <a:pt x="2842135" y="53616"/>
                </a:lnTo>
                <a:lnTo>
                  <a:pt x="2849404" y="33507"/>
                </a:lnTo>
                <a:lnTo>
                  <a:pt x="2853765" y="37461"/>
                </a:lnTo>
                <a:lnTo>
                  <a:pt x="2862488" y="36702"/>
                </a:lnTo>
                <a:lnTo>
                  <a:pt x="2868303" y="11026"/>
                </a:lnTo>
                <a:lnTo>
                  <a:pt x="2869757" y="19483"/>
                </a:lnTo>
                <a:lnTo>
                  <a:pt x="2872664" y="43795"/>
                </a:lnTo>
                <a:lnTo>
                  <a:pt x="2877025" y="38207"/>
                </a:lnTo>
                <a:lnTo>
                  <a:pt x="2891563" y="0"/>
                </a:lnTo>
                <a:lnTo>
                  <a:pt x="2894471" y="14609"/>
                </a:lnTo>
                <a:lnTo>
                  <a:pt x="2897378" y="18504"/>
                </a:lnTo>
                <a:lnTo>
                  <a:pt x="2898832" y="16181"/>
                </a:lnTo>
                <a:lnTo>
                  <a:pt x="2900286" y="5126"/>
                </a:lnTo>
                <a:lnTo>
                  <a:pt x="2903193" y="21557"/>
                </a:lnTo>
                <a:lnTo>
                  <a:pt x="2906101" y="27930"/>
                </a:lnTo>
                <a:lnTo>
                  <a:pt x="2907555" y="31307"/>
                </a:lnTo>
                <a:lnTo>
                  <a:pt x="2910463" y="25896"/>
                </a:lnTo>
                <a:lnTo>
                  <a:pt x="2914824" y="25233"/>
                </a:lnTo>
                <a:lnTo>
                  <a:pt x="2917731" y="20097"/>
                </a:lnTo>
                <a:lnTo>
                  <a:pt x="2919185" y="22001"/>
                </a:lnTo>
                <a:lnTo>
                  <a:pt x="2925000" y="43911"/>
                </a:lnTo>
                <a:lnTo>
                  <a:pt x="2926454" y="41476"/>
                </a:lnTo>
                <a:lnTo>
                  <a:pt x="2930815" y="32640"/>
                </a:lnTo>
                <a:lnTo>
                  <a:pt x="2932269" y="35107"/>
                </a:lnTo>
                <a:lnTo>
                  <a:pt x="2935177" y="46423"/>
                </a:lnTo>
                <a:lnTo>
                  <a:pt x="2940992" y="42357"/>
                </a:lnTo>
                <a:lnTo>
                  <a:pt x="2948261" y="38330"/>
                </a:lnTo>
                <a:lnTo>
                  <a:pt x="2955530" y="31645"/>
                </a:lnTo>
                <a:lnTo>
                  <a:pt x="2961345" y="38711"/>
                </a:lnTo>
                <a:lnTo>
                  <a:pt x="2962799" y="36592"/>
                </a:lnTo>
                <a:lnTo>
                  <a:pt x="2965706" y="55428"/>
                </a:lnTo>
                <a:lnTo>
                  <a:pt x="2968614" y="43802"/>
                </a:lnTo>
                <a:lnTo>
                  <a:pt x="2970067" y="48913"/>
                </a:lnTo>
                <a:lnTo>
                  <a:pt x="2974429" y="44472"/>
                </a:lnTo>
                <a:lnTo>
                  <a:pt x="2977336" y="44880"/>
                </a:lnTo>
                <a:lnTo>
                  <a:pt x="2980244" y="35944"/>
                </a:lnTo>
                <a:lnTo>
                  <a:pt x="2983152" y="42602"/>
                </a:lnTo>
                <a:lnTo>
                  <a:pt x="2986059" y="49511"/>
                </a:lnTo>
                <a:lnTo>
                  <a:pt x="2987513" y="46431"/>
                </a:lnTo>
                <a:lnTo>
                  <a:pt x="2994782" y="34230"/>
                </a:lnTo>
                <a:lnTo>
                  <a:pt x="2999143" y="41329"/>
                </a:lnTo>
                <a:lnTo>
                  <a:pt x="3000597" y="39365"/>
                </a:lnTo>
                <a:lnTo>
                  <a:pt x="3012227" y="20268"/>
                </a:lnTo>
                <a:lnTo>
                  <a:pt x="3020949" y="16067"/>
                </a:lnTo>
                <a:lnTo>
                  <a:pt x="3023857" y="13051"/>
                </a:lnTo>
                <a:lnTo>
                  <a:pt x="3025311" y="15384"/>
                </a:lnTo>
                <a:lnTo>
                  <a:pt x="3028219" y="22258"/>
                </a:lnTo>
                <a:lnTo>
                  <a:pt x="3031126" y="18600"/>
                </a:lnTo>
                <a:lnTo>
                  <a:pt x="3051479" y="19653"/>
                </a:lnTo>
                <a:lnTo>
                  <a:pt x="3057294" y="20284"/>
                </a:lnTo>
                <a:lnTo>
                  <a:pt x="3061655" y="21109"/>
                </a:lnTo>
                <a:lnTo>
                  <a:pt x="3063109" y="19219"/>
                </a:lnTo>
                <a:lnTo>
                  <a:pt x="3074739" y="2677"/>
                </a:lnTo>
                <a:lnTo>
                  <a:pt x="3077647" y="13292"/>
                </a:lnTo>
                <a:lnTo>
                  <a:pt x="3079101" y="7708"/>
                </a:lnTo>
                <a:lnTo>
                  <a:pt x="3086370" y="424"/>
                </a:lnTo>
                <a:lnTo>
                  <a:pt x="3089277" y="3285"/>
                </a:lnTo>
                <a:lnTo>
                  <a:pt x="3095092" y="22435"/>
                </a:lnTo>
                <a:lnTo>
                  <a:pt x="3099453" y="19333"/>
                </a:lnTo>
                <a:lnTo>
                  <a:pt x="3108176" y="27555"/>
                </a:lnTo>
                <a:lnTo>
                  <a:pt x="3111084" y="21921"/>
                </a:lnTo>
                <a:lnTo>
                  <a:pt x="3118353" y="145059"/>
                </a:lnTo>
                <a:lnTo>
                  <a:pt x="3141613" y="649550"/>
                </a:lnTo>
                <a:lnTo>
                  <a:pt x="3144521" y="640970"/>
                </a:lnTo>
                <a:lnTo>
                  <a:pt x="3145975" y="643268"/>
                </a:lnTo>
                <a:lnTo>
                  <a:pt x="3148882" y="668790"/>
                </a:lnTo>
                <a:lnTo>
                  <a:pt x="3153243" y="667059"/>
                </a:lnTo>
                <a:lnTo>
                  <a:pt x="3160512" y="653847"/>
                </a:lnTo>
                <a:lnTo>
                  <a:pt x="3167781" y="645483"/>
                </a:lnTo>
                <a:lnTo>
                  <a:pt x="3172142" y="658476"/>
                </a:lnTo>
                <a:lnTo>
                  <a:pt x="3185227" y="585892"/>
                </a:lnTo>
                <a:lnTo>
                  <a:pt x="3191042" y="563996"/>
                </a:lnTo>
                <a:lnTo>
                  <a:pt x="3220117" y="440170"/>
                </a:lnTo>
                <a:lnTo>
                  <a:pt x="3221571" y="441135"/>
                </a:lnTo>
                <a:lnTo>
                  <a:pt x="3223025" y="445451"/>
                </a:lnTo>
                <a:lnTo>
                  <a:pt x="3224479" y="443183"/>
                </a:lnTo>
                <a:lnTo>
                  <a:pt x="3240470" y="377352"/>
                </a:lnTo>
                <a:lnTo>
                  <a:pt x="3247739" y="362698"/>
                </a:lnTo>
                <a:lnTo>
                  <a:pt x="3259369" y="333482"/>
                </a:lnTo>
                <a:lnTo>
                  <a:pt x="3260823" y="334778"/>
                </a:lnTo>
                <a:lnTo>
                  <a:pt x="3262277" y="331387"/>
                </a:lnTo>
                <a:lnTo>
                  <a:pt x="3284083" y="287984"/>
                </a:lnTo>
                <a:lnTo>
                  <a:pt x="3285537" y="283350"/>
                </a:lnTo>
                <a:lnTo>
                  <a:pt x="3286991" y="287827"/>
                </a:lnTo>
                <a:lnTo>
                  <a:pt x="3289898" y="292618"/>
                </a:lnTo>
                <a:lnTo>
                  <a:pt x="3291352" y="285119"/>
                </a:lnTo>
                <a:lnTo>
                  <a:pt x="3294260" y="282245"/>
                </a:lnTo>
                <a:lnTo>
                  <a:pt x="3295713" y="285147"/>
                </a:lnTo>
                <a:lnTo>
                  <a:pt x="3297167" y="286254"/>
                </a:lnTo>
                <a:lnTo>
                  <a:pt x="3300075" y="275077"/>
                </a:lnTo>
                <a:lnTo>
                  <a:pt x="3302983" y="281810"/>
                </a:lnTo>
                <a:lnTo>
                  <a:pt x="3307344" y="275818"/>
                </a:lnTo>
                <a:lnTo>
                  <a:pt x="3308798" y="267136"/>
                </a:lnTo>
                <a:lnTo>
                  <a:pt x="3311705" y="271605"/>
                </a:lnTo>
                <a:lnTo>
                  <a:pt x="3313159" y="277715"/>
                </a:lnTo>
                <a:lnTo>
                  <a:pt x="3316066" y="267630"/>
                </a:lnTo>
                <a:lnTo>
                  <a:pt x="3317520" y="261067"/>
                </a:lnTo>
                <a:lnTo>
                  <a:pt x="3318974" y="266120"/>
                </a:lnTo>
                <a:lnTo>
                  <a:pt x="3324789" y="282722"/>
                </a:lnTo>
                <a:lnTo>
                  <a:pt x="3326243" y="278811"/>
                </a:lnTo>
                <a:lnTo>
                  <a:pt x="3332058" y="273246"/>
                </a:lnTo>
                <a:lnTo>
                  <a:pt x="3337873" y="272187"/>
                </a:lnTo>
                <a:lnTo>
                  <a:pt x="3340781" y="276008"/>
                </a:lnTo>
                <a:lnTo>
                  <a:pt x="3343688" y="273004"/>
                </a:lnTo>
                <a:lnTo>
                  <a:pt x="3346596" y="268621"/>
                </a:lnTo>
                <a:lnTo>
                  <a:pt x="3348050" y="270614"/>
                </a:lnTo>
                <a:lnTo>
                  <a:pt x="3353865" y="274122"/>
                </a:lnTo>
                <a:lnTo>
                  <a:pt x="3362587" y="267377"/>
                </a:lnTo>
                <a:lnTo>
                  <a:pt x="3368402" y="277864"/>
                </a:lnTo>
                <a:lnTo>
                  <a:pt x="3374217" y="262038"/>
                </a:lnTo>
                <a:lnTo>
                  <a:pt x="3377125" y="270717"/>
                </a:lnTo>
                <a:lnTo>
                  <a:pt x="3380033" y="275985"/>
                </a:lnTo>
                <a:lnTo>
                  <a:pt x="3381487" y="270278"/>
                </a:lnTo>
                <a:lnTo>
                  <a:pt x="3385848" y="260118"/>
                </a:lnTo>
                <a:lnTo>
                  <a:pt x="3387302" y="264567"/>
                </a:lnTo>
                <a:lnTo>
                  <a:pt x="3391663" y="263454"/>
                </a:lnTo>
                <a:lnTo>
                  <a:pt x="3401839" y="249831"/>
                </a:lnTo>
                <a:lnTo>
                  <a:pt x="3403293" y="255060"/>
                </a:lnTo>
                <a:lnTo>
                  <a:pt x="3406201" y="251090"/>
                </a:lnTo>
                <a:lnTo>
                  <a:pt x="3410562" y="237960"/>
                </a:lnTo>
                <a:lnTo>
                  <a:pt x="3414923" y="240503"/>
                </a:lnTo>
                <a:lnTo>
                  <a:pt x="3426554" y="241113"/>
                </a:lnTo>
                <a:lnTo>
                  <a:pt x="3429461" y="233675"/>
                </a:lnTo>
                <a:lnTo>
                  <a:pt x="3432369" y="235134"/>
                </a:lnTo>
                <a:lnTo>
                  <a:pt x="3435276" y="241711"/>
                </a:lnTo>
                <a:lnTo>
                  <a:pt x="3436730" y="237693"/>
                </a:lnTo>
                <a:lnTo>
                  <a:pt x="3439638" y="228473"/>
                </a:lnTo>
                <a:lnTo>
                  <a:pt x="3442545" y="232349"/>
                </a:lnTo>
                <a:lnTo>
                  <a:pt x="3446906" y="223903"/>
                </a:lnTo>
                <a:lnTo>
                  <a:pt x="3451268" y="226880"/>
                </a:lnTo>
                <a:lnTo>
                  <a:pt x="3454175" y="226021"/>
                </a:lnTo>
                <a:lnTo>
                  <a:pt x="3458536" y="237629"/>
                </a:lnTo>
                <a:lnTo>
                  <a:pt x="3461444" y="236137"/>
                </a:lnTo>
                <a:lnTo>
                  <a:pt x="3468713" y="231067"/>
                </a:lnTo>
                <a:lnTo>
                  <a:pt x="3477436" y="224099"/>
                </a:lnTo>
                <a:lnTo>
                  <a:pt x="3478890" y="229379"/>
                </a:lnTo>
                <a:lnTo>
                  <a:pt x="3480343" y="235626"/>
                </a:lnTo>
                <a:lnTo>
                  <a:pt x="3483251" y="231230"/>
                </a:lnTo>
                <a:lnTo>
                  <a:pt x="3489066" y="229232"/>
                </a:lnTo>
                <a:lnTo>
                  <a:pt x="3490520" y="234913"/>
                </a:lnTo>
                <a:lnTo>
                  <a:pt x="3494881" y="231991"/>
                </a:lnTo>
                <a:lnTo>
                  <a:pt x="3500696" y="233380"/>
                </a:lnTo>
                <a:lnTo>
                  <a:pt x="3510873" y="225890"/>
                </a:lnTo>
                <a:lnTo>
                  <a:pt x="3513780" y="235586"/>
                </a:lnTo>
                <a:lnTo>
                  <a:pt x="3518142" y="229870"/>
                </a:lnTo>
                <a:lnTo>
                  <a:pt x="3528318" y="220821"/>
                </a:lnTo>
                <a:lnTo>
                  <a:pt x="3529772" y="223160"/>
                </a:lnTo>
                <a:lnTo>
                  <a:pt x="3534133" y="232151"/>
                </a:lnTo>
                <a:lnTo>
                  <a:pt x="3535587" y="229899"/>
                </a:lnTo>
                <a:lnTo>
                  <a:pt x="3539948" y="227004"/>
                </a:lnTo>
                <a:lnTo>
                  <a:pt x="3542856" y="236057"/>
                </a:lnTo>
                <a:lnTo>
                  <a:pt x="3544310" y="232623"/>
                </a:lnTo>
                <a:lnTo>
                  <a:pt x="3547217" y="218434"/>
                </a:lnTo>
                <a:lnTo>
                  <a:pt x="3550125" y="224816"/>
                </a:lnTo>
                <a:lnTo>
                  <a:pt x="3553032" y="239764"/>
                </a:lnTo>
                <a:lnTo>
                  <a:pt x="3555940" y="234806"/>
                </a:lnTo>
                <a:lnTo>
                  <a:pt x="3557393" y="234709"/>
                </a:lnTo>
                <a:lnTo>
                  <a:pt x="3564662" y="215911"/>
                </a:lnTo>
                <a:lnTo>
                  <a:pt x="3566116" y="218904"/>
                </a:lnTo>
                <a:lnTo>
                  <a:pt x="3574839" y="226954"/>
                </a:lnTo>
                <a:lnTo>
                  <a:pt x="3579200" y="216449"/>
                </a:lnTo>
                <a:lnTo>
                  <a:pt x="3580654" y="219147"/>
                </a:lnTo>
                <a:lnTo>
                  <a:pt x="3583562" y="244026"/>
                </a:lnTo>
                <a:lnTo>
                  <a:pt x="3587923" y="231820"/>
                </a:lnTo>
                <a:lnTo>
                  <a:pt x="3599553" y="223974"/>
                </a:lnTo>
                <a:lnTo>
                  <a:pt x="3602461" y="231889"/>
                </a:lnTo>
                <a:lnTo>
                  <a:pt x="3603914" y="229653"/>
                </a:lnTo>
                <a:lnTo>
                  <a:pt x="3609729" y="225296"/>
                </a:lnTo>
                <a:lnTo>
                  <a:pt x="3612637" y="228385"/>
                </a:lnTo>
                <a:lnTo>
                  <a:pt x="3616999" y="239710"/>
                </a:lnTo>
                <a:lnTo>
                  <a:pt x="3624267" y="219852"/>
                </a:lnTo>
                <a:lnTo>
                  <a:pt x="3625721" y="219449"/>
                </a:lnTo>
                <a:lnTo>
                  <a:pt x="3628629" y="234639"/>
                </a:lnTo>
                <a:lnTo>
                  <a:pt x="3631536" y="229130"/>
                </a:lnTo>
                <a:lnTo>
                  <a:pt x="3634444" y="217214"/>
                </a:lnTo>
                <a:lnTo>
                  <a:pt x="3635897" y="223674"/>
                </a:lnTo>
                <a:lnTo>
                  <a:pt x="3638805" y="242256"/>
                </a:lnTo>
                <a:lnTo>
                  <a:pt x="3641713" y="230394"/>
                </a:lnTo>
                <a:lnTo>
                  <a:pt x="3643166" y="218834"/>
                </a:lnTo>
                <a:lnTo>
                  <a:pt x="3646074" y="229033"/>
                </a:lnTo>
                <a:lnTo>
                  <a:pt x="3650435" y="236199"/>
                </a:lnTo>
                <a:lnTo>
                  <a:pt x="3651889" y="234864"/>
                </a:lnTo>
                <a:lnTo>
                  <a:pt x="3654796" y="226248"/>
                </a:lnTo>
                <a:lnTo>
                  <a:pt x="3657704" y="231308"/>
                </a:lnTo>
                <a:lnTo>
                  <a:pt x="3659158" y="229800"/>
                </a:lnTo>
                <a:lnTo>
                  <a:pt x="3662066" y="247639"/>
                </a:lnTo>
                <a:lnTo>
                  <a:pt x="3663519" y="232006"/>
                </a:lnTo>
                <a:lnTo>
                  <a:pt x="3666427" y="226391"/>
                </a:lnTo>
                <a:lnTo>
                  <a:pt x="3673696" y="243400"/>
                </a:lnTo>
                <a:lnTo>
                  <a:pt x="3678057" y="216671"/>
                </a:lnTo>
                <a:lnTo>
                  <a:pt x="3680965" y="223781"/>
                </a:lnTo>
                <a:lnTo>
                  <a:pt x="3683872" y="239628"/>
                </a:lnTo>
                <a:lnTo>
                  <a:pt x="3686780" y="237893"/>
                </a:lnTo>
                <a:lnTo>
                  <a:pt x="3691141" y="223241"/>
                </a:lnTo>
                <a:lnTo>
                  <a:pt x="3692595" y="230360"/>
                </a:lnTo>
                <a:lnTo>
                  <a:pt x="3695502" y="243690"/>
                </a:lnTo>
                <a:lnTo>
                  <a:pt x="3696956" y="231993"/>
                </a:lnTo>
                <a:lnTo>
                  <a:pt x="3698410" y="227431"/>
                </a:lnTo>
                <a:lnTo>
                  <a:pt x="3699864" y="235892"/>
                </a:lnTo>
                <a:lnTo>
                  <a:pt x="3701318" y="233854"/>
                </a:lnTo>
                <a:lnTo>
                  <a:pt x="3705679" y="239584"/>
                </a:lnTo>
                <a:lnTo>
                  <a:pt x="3708586" y="224029"/>
                </a:lnTo>
                <a:lnTo>
                  <a:pt x="3711494" y="236732"/>
                </a:lnTo>
                <a:lnTo>
                  <a:pt x="3712948" y="243886"/>
                </a:lnTo>
                <a:lnTo>
                  <a:pt x="3717309" y="239226"/>
                </a:lnTo>
                <a:lnTo>
                  <a:pt x="3723124" y="241261"/>
                </a:lnTo>
                <a:lnTo>
                  <a:pt x="3724578" y="248920"/>
                </a:lnTo>
                <a:lnTo>
                  <a:pt x="3726032" y="240430"/>
                </a:lnTo>
                <a:lnTo>
                  <a:pt x="3727486" y="242780"/>
                </a:lnTo>
                <a:lnTo>
                  <a:pt x="3734754" y="230605"/>
                </a:lnTo>
                <a:lnTo>
                  <a:pt x="3739116" y="256943"/>
                </a:lnTo>
                <a:lnTo>
                  <a:pt x="3740570" y="242057"/>
                </a:lnTo>
                <a:lnTo>
                  <a:pt x="3744931" y="245674"/>
                </a:lnTo>
                <a:lnTo>
                  <a:pt x="3747838" y="236447"/>
                </a:lnTo>
                <a:lnTo>
                  <a:pt x="3750746" y="240730"/>
                </a:lnTo>
                <a:lnTo>
                  <a:pt x="3752200" y="230847"/>
                </a:lnTo>
                <a:lnTo>
                  <a:pt x="3756561" y="235433"/>
                </a:lnTo>
                <a:lnTo>
                  <a:pt x="3763830" y="226702"/>
                </a:lnTo>
                <a:lnTo>
                  <a:pt x="3774006" y="216839"/>
                </a:lnTo>
                <a:lnTo>
                  <a:pt x="3776914" y="226918"/>
                </a:lnTo>
                <a:lnTo>
                  <a:pt x="3778368" y="222038"/>
                </a:lnTo>
                <a:lnTo>
                  <a:pt x="3785637" y="206565"/>
                </a:lnTo>
                <a:lnTo>
                  <a:pt x="3788544" y="217931"/>
                </a:lnTo>
                <a:lnTo>
                  <a:pt x="3791452" y="213383"/>
                </a:lnTo>
                <a:lnTo>
                  <a:pt x="3795813" y="200618"/>
                </a:lnTo>
                <a:lnTo>
                  <a:pt x="3797267" y="206076"/>
                </a:lnTo>
                <a:lnTo>
                  <a:pt x="3798721" y="208449"/>
                </a:lnTo>
                <a:lnTo>
                  <a:pt x="3800175" y="205925"/>
                </a:lnTo>
                <a:lnTo>
                  <a:pt x="3803082" y="201122"/>
                </a:lnTo>
                <a:lnTo>
                  <a:pt x="3804536" y="211469"/>
                </a:lnTo>
                <a:lnTo>
                  <a:pt x="3807443" y="197429"/>
                </a:lnTo>
                <a:lnTo>
                  <a:pt x="3814712" y="189312"/>
                </a:lnTo>
                <a:lnTo>
                  <a:pt x="3817620" y="185902"/>
                </a:lnTo>
                <a:lnTo>
                  <a:pt x="3819074" y="183429"/>
                </a:lnTo>
                <a:lnTo>
                  <a:pt x="3821981" y="199758"/>
                </a:lnTo>
                <a:lnTo>
                  <a:pt x="3824889" y="194170"/>
                </a:lnTo>
                <a:lnTo>
                  <a:pt x="3829250" y="186919"/>
                </a:lnTo>
                <a:lnTo>
                  <a:pt x="3830704" y="191083"/>
                </a:lnTo>
                <a:lnTo>
                  <a:pt x="3832157" y="197359"/>
                </a:lnTo>
                <a:lnTo>
                  <a:pt x="3835065" y="189438"/>
                </a:lnTo>
                <a:lnTo>
                  <a:pt x="3836519" y="183928"/>
                </a:lnTo>
                <a:lnTo>
                  <a:pt x="3840880" y="187608"/>
                </a:lnTo>
                <a:lnTo>
                  <a:pt x="3851057" y="175677"/>
                </a:lnTo>
                <a:lnTo>
                  <a:pt x="3852510" y="174706"/>
                </a:lnTo>
                <a:lnTo>
                  <a:pt x="3856872" y="185604"/>
                </a:lnTo>
                <a:lnTo>
                  <a:pt x="3858326" y="181744"/>
                </a:lnTo>
                <a:lnTo>
                  <a:pt x="3859779" y="178390"/>
                </a:lnTo>
                <a:lnTo>
                  <a:pt x="3861233" y="183961"/>
                </a:lnTo>
                <a:lnTo>
                  <a:pt x="3862687" y="187748"/>
                </a:lnTo>
                <a:lnTo>
                  <a:pt x="3864141" y="177222"/>
                </a:lnTo>
                <a:lnTo>
                  <a:pt x="3867048" y="172882"/>
                </a:lnTo>
                <a:lnTo>
                  <a:pt x="3868502" y="176407"/>
                </a:lnTo>
                <a:lnTo>
                  <a:pt x="3869956" y="182704"/>
                </a:lnTo>
                <a:lnTo>
                  <a:pt x="3871409" y="178117"/>
                </a:lnTo>
                <a:lnTo>
                  <a:pt x="3878679" y="165835"/>
                </a:lnTo>
                <a:lnTo>
                  <a:pt x="3883040" y="161612"/>
                </a:lnTo>
                <a:lnTo>
                  <a:pt x="3884494" y="163276"/>
                </a:lnTo>
                <a:lnTo>
                  <a:pt x="3885947" y="164881"/>
                </a:lnTo>
                <a:lnTo>
                  <a:pt x="3887401" y="161158"/>
                </a:lnTo>
                <a:lnTo>
                  <a:pt x="3888855" y="158208"/>
                </a:lnTo>
                <a:lnTo>
                  <a:pt x="3890309" y="163263"/>
                </a:lnTo>
                <a:lnTo>
                  <a:pt x="3894670" y="170286"/>
                </a:lnTo>
                <a:lnTo>
                  <a:pt x="3896124" y="167975"/>
                </a:lnTo>
                <a:lnTo>
                  <a:pt x="3901939" y="157328"/>
                </a:lnTo>
                <a:lnTo>
                  <a:pt x="3906300" y="166751"/>
                </a:lnTo>
                <a:lnTo>
                  <a:pt x="3907754" y="166070"/>
                </a:lnTo>
                <a:lnTo>
                  <a:pt x="3910661" y="159842"/>
                </a:lnTo>
                <a:lnTo>
                  <a:pt x="3912115" y="164646"/>
                </a:lnTo>
                <a:lnTo>
                  <a:pt x="3919384" y="167061"/>
                </a:lnTo>
                <a:lnTo>
                  <a:pt x="3986258" y="172481"/>
                </a:lnTo>
                <a:lnTo>
                  <a:pt x="3987712" y="174030"/>
                </a:lnTo>
                <a:lnTo>
                  <a:pt x="3989165" y="172195"/>
                </a:lnTo>
                <a:lnTo>
                  <a:pt x="3990619" y="164383"/>
                </a:lnTo>
                <a:lnTo>
                  <a:pt x="3993527" y="174858"/>
                </a:lnTo>
                <a:lnTo>
                  <a:pt x="4000796" y="166968"/>
                </a:lnTo>
                <a:lnTo>
                  <a:pt x="4009518" y="170919"/>
                </a:lnTo>
                <a:lnTo>
                  <a:pt x="4018241" y="162321"/>
                </a:lnTo>
                <a:lnTo>
                  <a:pt x="4019695" y="164305"/>
                </a:lnTo>
                <a:lnTo>
                  <a:pt x="4025510" y="175829"/>
                </a:lnTo>
                <a:lnTo>
                  <a:pt x="4026964" y="174700"/>
                </a:lnTo>
                <a:lnTo>
                  <a:pt x="4032779" y="170513"/>
                </a:lnTo>
                <a:lnTo>
                  <a:pt x="4035687" y="166083"/>
                </a:lnTo>
                <a:lnTo>
                  <a:pt x="4037140" y="168498"/>
                </a:lnTo>
                <a:lnTo>
                  <a:pt x="4040048" y="166191"/>
                </a:lnTo>
                <a:lnTo>
                  <a:pt x="4044409" y="174569"/>
                </a:lnTo>
                <a:lnTo>
                  <a:pt x="4047317" y="169535"/>
                </a:lnTo>
                <a:lnTo>
                  <a:pt x="4048770" y="170909"/>
                </a:lnTo>
                <a:lnTo>
                  <a:pt x="4054586" y="178420"/>
                </a:lnTo>
                <a:lnTo>
                  <a:pt x="4056039" y="173114"/>
                </a:lnTo>
                <a:lnTo>
                  <a:pt x="4060401" y="177192"/>
                </a:lnTo>
                <a:lnTo>
                  <a:pt x="4070577" y="171118"/>
                </a:lnTo>
                <a:lnTo>
                  <a:pt x="4072031" y="174259"/>
                </a:lnTo>
              </a:path>
            </a:pathLst>
          </a:custGeom>
          <a:noFill/>
          <a:ln w="392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83"/>
          <p:cNvSpPr/>
          <p:nvPr/>
        </p:nvSpPr>
        <p:spPr>
          <a:xfrm>
            <a:off x="1910482" y="6619147"/>
            <a:ext cx="4072031" cy="796575"/>
          </a:xfrm>
          <a:custGeom>
            <a:avLst/>
            <a:gdLst/>
            <a:ahLst/>
            <a:cxnLst/>
            <a:rect l="l" t="t" r="r" b="b"/>
            <a:pathLst>
              <a:path w="4072031" h="796575">
                <a:moveTo>
                  <a:pt x="0" y="560569"/>
                </a:moveTo>
                <a:lnTo>
                  <a:pt x="17445" y="564271"/>
                </a:lnTo>
                <a:lnTo>
                  <a:pt x="31983" y="563869"/>
                </a:lnTo>
                <a:lnTo>
                  <a:pt x="34890" y="566905"/>
                </a:lnTo>
                <a:lnTo>
                  <a:pt x="36344" y="564560"/>
                </a:lnTo>
                <a:lnTo>
                  <a:pt x="37798" y="561462"/>
                </a:lnTo>
                <a:lnTo>
                  <a:pt x="42159" y="564718"/>
                </a:lnTo>
                <a:lnTo>
                  <a:pt x="65419" y="562556"/>
                </a:lnTo>
                <a:lnTo>
                  <a:pt x="68327" y="565858"/>
                </a:lnTo>
                <a:lnTo>
                  <a:pt x="71235" y="569177"/>
                </a:lnTo>
                <a:lnTo>
                  <a:pt x="72688" y="566382"/>
                </a:lnTo>
                <a:lnTo>
                  <a:pt x="74142" y="565029"/>
                </a:lnTo>
                <a:lnTo>
                  <a:pt x="75596" y="567389"/>
                </a:lnTo>
                <a:lnTo>
                  <a:pt x="77050" y="572689"/>
                </a:lnTo>
                <a:lnTo>
                  <a:pt x="81411" y="569912"/>
                </a:lnTo>
                <a:lnTo>
                  <a:pt x="110487" y="567321"/>
                </a:lnTo>
                <a:lnTo>
                  <a:pt x="111940" y="565662"/>
                </a:lnTo>
                <a:lnTo>
                  <a:pt x="114848" y="569215"/>
                </a:lnTo>
                <a:lnTo>
                  <a:pt x="119209" y="580200"/>
                </a:lnTo>
                <a:lnTo>
                  <a:pt x="123571" y="575702"/>
                </a:lnTo>
                <a:lnTo>
                  <a:pt x="129386" y="573128"/>
                </a:lnTo>
                <a:lnTo>
                  <a:pt x="136654" y="581939"/>
                </a:lnTo>
                <a:lnTo>
                  <a:pt x="138108" y="580337"/>
                </a:lnTo>
                <a:lnTo>
                  <a:pt x="145377" y="577100"/>
                </a:lnTo>
                <a:lnTo>
                  <a:pt x="152646" y="580334"/>
                </a:lnTo>
                <a:lnTo>
                  <a:pt x="158461" y="573986"/>
                </a:lnTo>
                <a:lnTo>
                  <a:pt x="159915" y="577429"/>
                </a:lnTo>
                <a:lnTo>
                  <a:pt x="162823" y="586105"/>
                </a:lnTo>
                <a:lnTo>
                  <a:pt x="165730" y="579251"/>
                </a:lnTo>
                <a:lnTo>
                  <a:pt x="171545" y="572617"/>
                </a:lnTo>
                <a:lnTo>
                  <a:pt x="174453" y="584818"/>
                </a:lnTo>
                <a:lnTo>
                  <a:pt x="177360" y="578018"/>
                </a:lnTo>
                <a:lnTo>
                  <a:pt x="184629" y="570917"/>
                </a:lnTo>
                <a:lnTo>
                  <a:pt x="191898" y="584863"/>
                </a:lnTo>
                <a:lnTo>
                  <a:pt x="194806" y="580759"/>
                </a:lnTo>
                <a:lnTo>
                  <a:pt x="200621" y="578725"/>
                </a:lnTo>
                <a:lnTo>
                  <a:pt x="209344" y="574812"/>
                </a:lnTo>
                <a:lnTo>
                  <a:pt x="213705" y="580740"/>
                </a:lnTo>
                <a:lnTo>
                  <a:pt x="216612" y="589234"/>
                </a:lnTo>
                <a:lnTo>
                  <a:pt x="218066" y="585459"/>
                </a:lnTo>
                <a:lnTo>
                  <a:pt x="222427" y="573384"/>
                </a:lnTo>
                <a:lnTo>
                  <a:pt x="226789" y="577028"/>
                </a:lnTo>
                <a:lnTo>
                  <a:pt x="238419" y="576471"/>
                </a:lnTo>
                <a:lnTo>
                  <a:pt x="239873" y="585531"/>
                </a:lnTo>
                <a:lnTo>
                  <a:pt x="244234" y="578917"/>
                </a:lnTo>
                <a:lnTo>
                  <a:pt x="250049" y="579303"/>
                </a:lnTo>
                <a:lnTo>
                  <a:pt x="252957" y="577447"/>
                </a:lnTo>
                <a:lnTo>
                  <a:pt x="255864" y="580604"/>
                </a:lnTo>
                <a:lnTo>
                  <a:pt x="268948" y="580511"/>
                </a:lnTo>
                <a:lnTo>
                  <a:pt x="273310" y="580566"/>
                </a:lnTo>
                <a:lnTo>
                  <a:pt x="282032" y="570635"/>
                </a:lnTo>
                <a:lnTo>
                  <a:pt x="283486" y="571768"/>
                </a:lnTo>
                <a:lnTo>
                  <a:pt x="299478" y="577176"/>
                </a:lnTo>
                <a:lnTo>
                  <a:pt x="305293" y="578193"/>
                </a:lnTo>
                <a:lnTo>
                  <a:pt x="311108" y="579784"/>
                </a:lnTo>
                <a:lnTo>
                  <a:pt x="312562" y="575016"/>
                </a:lnTo>
                <a:lnTo>
                  <a:pt x="315469" y="573514"/>
                </a:lnTo>
                <a:lnTo>
                  <a:pt x="316923" y="575189"/>
                </a:lnTo>
                <a:lnTo>
                  <a:pt x="319831" y="579729"/>
                </a:lnTo>
                <a:lnTo>
                  <a:pt x="321284" y="575575"/>
                </a:lnTo>
                <a:lnTo>
                  <a:pt x="322738" y="571111"/>
                </a:lnTo>
                <a:lnTo>
                  <a:pt x="324192" y="574541"/>
                </a:lnTo>
                <a:lnTo>
                  <a:pt x="325646" y="584539"/>
                </a:lnTo>
                <a:lnTo>
                  <a:pt x="330007" y="582715"/>
                </a:lnTo>
                <a:lnTo>
                  <a:pt x="372167" y="579339"/>
                </a:lnTo>
                <a:lnTo>
                  <a:pt x="375074" y="575263"/>
                </a:lnTo>
                <a:lnTo>
                  <a:pt x="376528" y="581874"/>
                </a:lnTo>
                <a:lnTo>
                  <a:pt x="382343" y="597382"/>
                </a:lnTo>
                <a:lnTo>
                  <a:pt x="383797" y="593340"/>
                </a:lnTo>
                <a:lnTo>
                  <a:pt x="388158" y="583922"/>
                </a:lnTo>
                <a:lnTo>
                  <a:pt x="391066" y="586740"/>
                </a:lnTo>
                <a:lnTo>
                  <a:pt x="402696" y="587860"/>
                </a:lnTo>
                <a:lnTo>
                  <a:pt x="407057" y="582242"/>
                </a:lnTo>
                <a:lnTo>
                  <a:pt x="409965" y="585853"/>
                </a:lnTo>
                <a:lnTo>
                  <a:pt x="417234" y="585994"/>
                </a:lnTo>
                <a:lnTo>
                  <a:pt x="423049" y="576255"/>
                </a:lnTo>
                <a:lnTo>
                  <a:pt x="424502" y="579498"/>
                </a:lnTo>
                <a:lnTo>
                  <a:pt x="428864" y="600654"/>
                </a:lnTo>
                <a:lnTo>
                  <a:pt x="431771" y="590882"/>
                </a:lnTo>
                <a:lnTo>
                  <a:pt x="437587" y="591929"/>
                </a:lnTo>
                <a:lnTo>
                  <a:pt x="452124" y="594739"/>
                </a:lnTo>
                <a:lnTo>
                  <a:pt x="460847" y="627073"/>
                </a:lnTo>
                <a:lnTo>
                  <a:pt x="469570" y="601952"/>
                </a:lnTo>
                <a:lnTo>
                  <a:pt x="471023" y="594157"/>
                </a:lnTo>
                <a:lnTo>
                  <a:pt x="472477" y="605062"/>
                </a:lnTo>
                <a:lnTo>
                  <a:pt x="481200" y="625385"/>
                </a:lnTo>
                <a:lnTo>
                  <a:pt x="482654" y="624192"/>
                </a:lnTo>
                <a:lnTo>
                  <a:pt x="487015" y="610442"/>
                </a:lnTo>
                <a:lnTo>
                  <a:pt x="488469" y="613112"/>
                </a:lnTo>
                <a:lnTo>
                  <a:pt x="489923" y="615889"/>
                </a:lnTo>
                <a:lnTo>
                  <a:pt x="494284" y="613497"/>
                </a:lnTo>
                <a:lnTo>
                  <a:pt x="497192" y="613837"/>
                </a:lnTo>
                <a:lnTo>
                  <a:pt x="498645" y="610366"/>
                </a:lnTo>
                <a:lnTo>
                  <a:pt x="504460" y="609388"/>
                </a:lnTo>
                <a:lnTo>
                  <a:pt x="514637" y="619331"/>
                </a:lnTo>
                <a:lnTo>
                  <a:pt x="517544" y="616314"/>
                </a:lnTo>
                <a:lnTo>
                  <a:pt x="520452" y="620036"/>
                </a:lnTo>
                <a:lnTo>
                  <a:pt x="530628" y="626273"/>
                </a:lnTo>
                <a:lnTo>
                  <a:pt x="539351" y="635844"/>
                </a:lnTo>
                <a:lnTo>
                  <a:pt x="543712" y="633060"/>
                </a:lnTo>
                <a:lnTo>
                  <a:pt x="545166" y="635891"/>
                </a:lnTo>
                <a:lnTo>
                  <a:pt x="548074" y="640328"/>
                </a:lnTo>
                <a:lnTo>
                  <a:pt x="552435" y="636997"/>
                </a:lnTo>
                <a:lnTo>
                  <a:pt x="558250" y="631510"/>
                </a:lnTo>
                <a:lnTo>
                  <a:pt x="559704" y="633535"/>
                </a:lnTo>
                <a:lnTo>
                  <a:pt x="569880" y="635951"/>
                </a:lnTo>
                <a:lnTo>
                  <a:pt x="596048" y="624232"/>
                </a:lnTo>
                <a:lnTo>
                  <a:pt x="604771" y="625695"/>
                </a:lnTo>
                <a:lnTo>
                  <a:pt x="607679" y="620950"/>
                </a:lnTo>
                <a:lnTo>
                  <a:pt x="610586" y="623796"/>
                </a:lnTo>
                <a:lnTo>
                  <a:pt x="625124" y="622186"/>
                </a:lnTo>
                <a:lnTo>
                  <a:pt x="626578" y="619883"/>
                </a:lnTo>
                <a:lnTo>
                  <a:pt x="628031" y="622983"/>
                </a:lnTo>
                <a:lnTo>
                  <a:pt x="632393" y="627902"/>
                </a:lnTo>
                <a:lnTo>
                  <a:pt x="633847" y="625565"/>
                </a:lnTo>
                <a:lnTo>
                  <a:pt x="636754" y="618298"/>
                </a:lnTo>
                <a:lnTo>
                  <a:pt x="638208" y="620995"/>
                </a:lnTo>
                <a:lnTo>
                  <a:pt x="642569" y="634618"/>
                </a:lnTo>
                <a:lnTo>
                  <a:pt x="644023" y="625986"/>
                </a:lnTo>
                <a:lnTo>
                  <a:pt x="649838" y="614024"/>
                </a:lnTo>
                <a:lnTo>
                  <a:pt x="651292" y="620903"/>
                </a:lnTo>
                <a:lnTo>
                  <a:pt x="654200" y="641899"/>
                </a:lnTo>
                <a:lnTo>
                  <a:pt x="658561" y="636198"/>
                </a:lnTo>
                <a:lnTo>
                  <a:pt x="665830" y="623610"/>
                </a:lnTo>
                <a:lnTo>
                  <a:pt x="667283" y="625749"/>
                </a:lnTo>
                <a:lnTo>
                  <a:pt x="677460" y="635007"/>
                </a:lnTo>
                <a:lnTo>
                  <a:pt x="678914" y="632779"/>
                </a:lnTo>
                <a:lnTo>
                  <a:pt x="689090" y="626146"/>
                </a:lnTo>
                <a:lnTo>
                  <a:pt x="693452" y="628406"/>
                </a:lnTo>
                <a:lnTo>
                  <a:pt x="694905" y="626798"/>
                </a:lnTo>
                <a:lnTo>
                  <a:pt x="696359" y="624840"/>
                </a:lnTo>
                <a:lnTo>
                  <a:pt x="699267" y="628289"/>
                </a:lnTo>
                <a:lnTo>
                  <a:pt x="710897" y="626039"/>
                </a:lnTo>
                <a:lnTo>
                  <a:pt x="719619" y="621918"/>
                </a:lnTo>
                <a:lnTo>
                  <a:pt x="728342" y="620448"/>
                </a:lnTo>
                <a:lnTo>
                  <a:pt x="744334" y="618672"/>
                </a:lnTo>
                <a:lnTo>
                  <a:pt x="751602" y="620587"/>
                </a:lnTo>
                <a:lnTo>
                  <a:pt x="764687" y="606154"/>
                </a:lnTo>
                <a:lnTo>
                  <a:pt x="773409" y="607830"/>
                </a:lnTo>
                <a:lnTo>
                  <a:pt x="792308" y="606074"/>
                </a:lnTo>
                <a:lnTo>
                  <a:pt x="798123" y="605155"/>
                </a:lnTo>
                <a:lnTo>
                  <a:pt x="803939" y="601962"/>
                </a:lnTo>
                <a:lnTo>
                  <a:pt x="824291" y="604412"/>
                </a:lnTo>
                <a:lnTo>
                  <a:pt x="841737" y="589293"/>
                </a:lnTo>
                <a:lnTo>
                  <a:pt x="847552" y="585403"/>
                </a:lnTo>
                <a:lnTo>
                  <a:pt x="857728" y="587392"/>
                </a:lnTo>
                <a:lnTo>
                  <a:pt x="862090" y="582691"/>
                </a:lnTo>
                <a:lnTo>
                  <a:pt x="863543" y="580940"/>
                </a:lnTo>
                <a:lnTo>
                  <a:pt x="864997" y="583683"/>
                </a:lnTo>
                <a:lnTo>
                  <a:pt x="873720" y="590450"/>
                </a:lnTo>
                <a:lnTo>
                  <a:pt x="876627" y="585831"/>
                </a:lnTo>
                <a:lnTo>
                  <a:pt x="878081" y="591480"/>
                </a:lnTo>
                <a:lnTo>
                  <a:pt x="885350" y="591415"/>
                </a:lnTo>
                <a:lnTo>
                  <a:pt x="892619" y="582916"/>
                </a:lnTo>
                <a:lnTo>
                  <a:pt x="901342" y="581865"/>
                </a:lnTo>
                <a:lnTo>
                  <a:pt x="904249" y="586758"/>
                </a:lnTo>
                <a:lnTo>
                  <a:pt x="905703" y="582922"/>
                </a:lnTo>
                <a:lnTo>
                  <a:pt x="912972" y="569646"/>
                </a:lnTo>
                <a:lnTo>
                  <a:pt x="918787" y="577473"/>
                </a:lnTo>
                <a:lnTo>
                  <a:pt x="921695" y="582849"/>
                </a:lnTo>
                <a:lnTo>
                  <a:pt x="924602" y="580692"/>
                </a:lnTo>
                <a:lnTo>
                  <a:pt x="940594" y="578084"/>
                </a:lnTo>
                <a:lnTo>
                  <a:pt x="943501" y="579831"/>
                </a:lnTo>
                <a:lnTo>
                  <a:pt x="944955" y="575544"/>
                </a:lnTo>
                <a:lnTo>
                  <a:pt x="949316" y="578641"/>
                </a:lnTo>
                <a:lnTo>
                  <a:pt x="952224" y="586408"/>
                </a:lnTo>
                <a:lnTo>
                  <a:pt x="955131" y="583168"/>
                </a:lnTo>
                <a:lnTo>
                  <a:pt x="956585" y="578306"/>
                </a:lnTo>
                <a:lnTo>
                  <a:pt x="960947" y="581256"/>
                </a:lnTo>
                <a:lnTo>
                  <a:pt x="963854" y="581445"/>
                </a:lnTo>
                <a:lnTo>
                  <a:pt x="965308" y="578231"/>
                </a:lnTo>
                <a:lnTo>
                  <a:pt x="979846" y="581841"/>
                </a:lnTo>
                <a:lnTo>
                  <a:pt x="992930" y="592962"/>
                </a:lnTo>
                <a:lnTo>
                  <a:pt x="998745" y="583071"/>
                </a:lnTo>
                <a:lnTo>
                  <a:pt x="1000198" y="585807"/>
                </a:lnTo>
                <a:lnTo>
                  <a:pt x="1006014" y="584493"/>
                </a:lnTo>
                <a:lnTo>
                  <a:pt x="1010375" y="592654"/>
                </a:lnTo>
                <a:lnTo>
                  <a:pt x="1011829" y="595301"/>
                </a:lnTo>
                <a:lnTo>
                  <a:pt x="1013283" y="592941"/>
                </a:lnTo>
                <a:lnTo>
                  <a:pt x="1022005" y="577933"/>
                </a:lnTo>
                <a:lnTo>
                  <a:pt x="1023459" y="579152"/>
                </a:lnTo>
                <a:lnTo>
                  <a:pt x="1033635" y="580442"/>
                </a:lnTo>
                <a:lnTo>
                  <a:pt x="1035089" y="578343"/>
                </a:lnTo>
                <a:lnTo>
                  <a:pt x="1036543" y="580991"/>
                </a:lnTo>
                <a:lnTo>
                  <a:pt x="1049627" y="599614"/>
                </a:lnTo>
                <a:lnTo>
                  <a:pt x="1053988" y="588344"/>
                </a:lnTo>
                <a:lnTo>
                  <a:pt x="1055442" y="589776"/>
                </a:lnTo>
                <a:lnTo>
                  <a:pt x="1058350" y="596632"/>
                </a:lnTo>
                <a:lnTo>
                  <a:pt x="1061257" y="593725"/>
                </a:lnTo>
                <a:lnTo>
                  <a:pt x="1072887" y="587931"/>
                </a:lnTo>
                <a:lnTo>
                  <a:pt x="1085971" y="599225"/>
                </a:lnTo>
                <a:lnTo>
                  <a:pt x="1087425" y="602935"/>
                </a:lnTo>
                <a:lnTo>
                  <a:pt x="1091787" y="600166"/>
                </a:lnTo>
                <a:lnTo>
                  <a:pt x="1094694" y="596559"/>
                </a:lnTo>
                <a:lnTo>
                  <a:pt x="1097602" y="600624"/>
                </a:lnTo>
                <a:lnTo>
                  <a:pt x="1109232" y="605285"/>
                </a:lnTo>
                <a:lnTo>
                  <a:pt x="1115047" y="599303"/>
                </a:lnTo>
                <a:lnTo>
                  <a:pt x="1116501" y="600888"/>
                </a:lnTo>
                <a:lnTo>
                  <a:pt x="1125223" y="614690"/>
                </a:lnTo>
                <a:lnTo>
                  <a:pt x="1131039" y="609708"/>
                </a:lnTo>
                <a:lnTo>
                  <a:pt x="1138308" y="618604"/>
                </a:lnTo>
                <a:lnTo>
                  <a:pt x="1142669" y="607489"/>
                </a:lnTo>
                <a:lnTo>
                  <a:pt x="1145576" y="613688"/>
                </a:lnTo>
                <a:lnTo>
                  <a:pt x="1151391" y="619076"/>
                </a:lnTo>
                <a:lnTo>
                  <a:pt x="1152845" y="618228"/>
                </a:lnTo>
                <a:lnTo>
                  <a:pt x="1155753" y="614133"/>
                </a:lnTo>
                <a:lnTo>
                  <a:pt x="1157206" y="618720"/>
                </a:lnTo>
                <a:lnTo>
                  <a:pt x="1161568" y="623462"/>
                </a:lnTo>
                <a:lnTo>
                  <a:pt x="1163022" y="621925"/>
                </a:lnTo>
                <a:lnTo>
                  <a:pt x="1171744" y="619679"/>
                </a:lnTo>
                <a:lnTo>
                  <a:pt x="1174652" y="630706"/>
                </a:lnTo>
                <a:lnTo>
                  <a:pt x="1177559" y="625346"/>
                </a:lnTo>
                <a:lnTo>
                  <a:pt x="1186282" y="618346"/>
                </a:lnTo>
                <a:lnTo>
                  <a:pt x="1192097" y="622123"/>
                </a:lnTo>
                <a:lnTo>
                  <a:pt x="1199366" y="627039"/>
                </a:lnTo>
                <a:lnTo>
                  <a:pt x="1205181" y="632629"/>
                </a:lnTo>
                <a:lnTo>
                  <a:pt x="1206635" y="629399"/>
                </a:lnTo>
                <a:lnTo>
                  <a:pt x="1213904" y="634522"/>
                </a:lnTo>
                <a:lnTo>
                  <a:pt x="1216811" y="626711"/>
                </a:lnTo>
                <a:lnTo>
                  <a:pt x="1218265" y="632096"/>
                </a:lnTo>
                <a:lnTo>
                  <a:pt x="1221173" y="638486"/>
                </a:lnTo>
                <a:lnTo>
                  <a:pt x="1224080" y="634655"/>
                </a:lnTo>
                <a:lnTo>
                  <a:pt x="1225534" y="636376"/>
                </a:lnTo>
                <a:lnTo>
                  <a:pt x="1226988" y="633545"/>
                </a:lnTo>
                <a:lnTo>
                  <a:pt x="1238618" y="616017"/>
                </a:lnTo>
                <a:lnTo>
                  <a:pt x="1242979" y="619702"/>
                </a:lnTo>
                <a:lnTo>
                  <a:pt x="1247341" y="621640"/>
                </a:lnTo>
                <a:lnTo>
                  <a:pt x="1253156" y="614421"/>
                </a:lnTo>
                <a:lnTo>
                  <a:pt x="1254610" y="615821"/>
                </a:lnTo>
                <a:lnTo>
                  <a:pt x="1264786" y="620646"/>
                </a:lnTo>
                <a:lnTo>
                  <a:pt x="1285139" y="612884"/>
                </a:lnTo>
                <a:lnTo>
                  <a:pt x="1289500" y="607624"/>
                </a:lnTo>
                <a:lnTo>
                  <a:pt x="1290954" y="605407"/>
                </a:lnTo>
                <a:lnTo>
                  <a:pt x="1293862" y="609039"/>
                </a:lnTo>
                <a:lnTo>
                  <a:pt x="1327299" y="598756"/>
                </a:lnTo>
                <a:lnTo>
                  <a:pt x="1328752" y="593216"/>
                </a:lnTo>
                <a:lnTo>
                  <a:pt x="1333114" y="595460"/>
                </a:lnTo>
                <a:lnTo>
                  <a:pt x="1336021" y="598010"/>
                </a:lnTo>
                <a:lnTo>
                  <a:pt x="1338929" y="595392"/>
                </a:lnTo>
                <a:lnTo>
                  <a:pt x="1344744" y="595417"/>
                </a:lnTo>
                <a:lnTo>
                  <a:pt x="1382542" y="587139"/>
                </a:lnTo>
                <a:lnTo>
                  <a:pt x="1383996" y="583496"/>
                </a:lnTo>
                <a:lnTo>
                  <a:pt x="1385450" y="587925"/>
                </a:lnTo>
                <a:lnTo>
                  <a:pt x="1389811" y="595110"/>
                </a:lnTo>
                <a:lnTo>
                  <a:pt x="1391265" y="593158"/>
                </a:lnTo>
                <a:lnTo>
                  <a:pt x="1392718" y="590837"/>
                </a:lnTo>
                <a:lnTo>
                  <a:pt x="1394172" y="593318"/>
                </a:lnTo>
                <a:lnTo>
                  <a:pt x="1399988" y="608115"/>
                </a:lnTo>
                <a:lnTo>
                  <a:pt x="1401441" y="606685"/>
                </a:lnTo>
                <a:lnTo>
                  <a:pt x="1405803" y="595591"/>
                </a:lnTo>
                <a:lnTo>
                  <a:pt x="1408710" y="601213"/>
                </a:lnTo>
                <a:lnTo>
                  <a:pt x="1411618" y="611531"/>
                </a:lnTo>
                <a:lnTo>
                  <a:pt x="1414525" y="607135"/>
                </a:lnTo>
                <a:lnTo>
                  <a:pt x="1421794" y="590401"/>
                </a:lnTo>
                <a:lnTo>
                  <a:pt x="1424702" y="594358"/>
                </a:lnTo>
                <a:lnTo>
                  <a:pt x="1442147" y="592182"/>
                </a:lnTo>
                <a:lnTo>
                  <a:pt x="1445055" y="589212"/>
                </a:lnTo>
                <a:lnTo>
                  <a:pt x="1446508" y="591303"/>
                </a:lnTo>
                <a:lnTo>
                  <a:pt x="1455231" y="598332"/>
                </a:lnTo>
                <a:lnTo>
                  <a:pt x="1497391" y="593633"/>
                </a:lnTo>
                <a:lnTo>
                  <a:pt x="1501752" y="584714"/>
                </a:lnTo>
                <a:lnTo>
                  <a:pt x="1503206" y="588884"/>
                </a:lnTo>
                <a:lnTo>
                  <a:pt x="1546819" y="578517"/>
                </a:lnTo>
                <a:lnTo>
                  <a:pt x="1552634" y="581206"/>
                </a:lnTo>
                <a:lnTo>
                  <a:pt x="1561357" y="582483"/>
                </a:lnTo>
                <a:lnTo>
                  <a:pt x="1628230" y="569181"/>
                </a:lnTo>
                <a:lnTo>
                  <a:pt x="1645676" y="570465"/>
                </a:lnTo>
                <a:lnTo>
                  <a:pt x="1660214" y="550203"/>
                </a:lnTo>
                <a:lnTo>
                  <a:pt x="1661667" y="552729"/>
                </a:lnTo>
                <a:lnTo>
                  <a:pt x="1667482" y="548067"/>
                </a:lnTo>
                <a:lnTo>
                  <a:pt x="1674752" y="544686"/>
                </a:lnTo>
                <a:lnTo>
                  <a:pt x="1679113" y="548402"/>
                </a:lnTo>
                <a:lnTo>
                  <a:pt x="1680567" y="547571"/>
                </a:lnTo>
                <a:lnTo>
                  <a:pt x="1692197" y="550126"/>
                </a:lnTo>
                <a:lnTo>
                  <a:pt x="1698012" y="549514"/>
                </a:lnTo>
                <a:lnTo>
                  <a:pt x="1702373" y="553878"/>
                </a:lnTo>
                <a:lnTo>
                  <a:pt x="1747440" y="566043"/>
                </a:lnTo>
                <a:lnTo>
                  <a:pt x="1751801" y="564862"/>
                </a:lnTo>
                <a:lnTo>
                  <a:pt x="1753256" y="566230"/>
                </a:lnTo>
                <a:lnTo>
                  <a:pt x="1804138" y="594975"/>
                </a:lnTo>
                <a:lnTo>
                  <a:pt x="1811406" y="594665"/>
                </a:lnTo>
                <a:lnTo>
                  <a:pt x="1849205" y="593055"/>
                </a:lnTo>
                <a:lnTo>
                  <a:pt x="1860835" y="607364"/>
                </a:lnTo>
                <a:lnTo>
                  <a:pt x="1862289" y="605402"/>
                </a:lnTo>
                <a:lnTo>
                  <a:pt x="1863742" y="605796"/>
                </a:lnTo>
                <a:lnTo>
                  <a:pt x="1865196" y="616261"/>
                </a:lnTo>
                <a:lnTo>
                  <a:pt x="1869557" y="613979"/>
                </a:lnTo>
                <a:lnTo>
                  <a:pt x="1887003" y="638098"/>
                </a:lnTo>
                <a:lnTo>
                  <a:pt x="1913171" y="686212"/>
                </a:lnTo>
                <a:lnTo>
                  <a:pt x="1933524" y="714345"/>
                </a:lnTo>
                <a:lnTo>
                  <a:pt x="1950969" y="703461"/>
                </a:lnTo>
                <a:lnTo>
                  <a:pt x="1956784" y="699420"/>
                </a:lnTo>
                <a:lnTo>
                  <a:pt x="2007666" y="650828"/>
                </a:lnTo>
                <a:lnTo>
                  <a:pt x="2016389" y="641895"/>
                </a:lnTo>
                <a:lnTo>
                  <a:pt x="2032381" y="630788"/>
                </a:lnTo>
                <a:lnTo>
                  <a:pt x="2039650" y="629834"/>
                </a:lnTo>
                <a:lnTo>
                  <a:pt x="2048372" y="626165"/>
                </a:lnTo>
                <a:lnTo>
                  <a:pt x="2061456" y="636880"/>
                </a:lnTo>
                <a:lnTo>
                  <a:pt x="2080355" y="652343"/>
                </a:lnTo>
                <a:lnTo>
                  <a:pt x="2093439" y="664619"/>
                </a:lnTo>
                <a:lnTo>
                  <a:pt x="2103616" y="663485"/>
                </a:lnTo>
                <a:lnTo>
                  <a:pt x="2113792" y="667355"/>
                </a:lnTo>
                <a:lnTo>
                  <a:pt x="2128330" y="659056"/>
                </a:lnTo>
                <a:lnTo>
                  <a:pt x="2131238" y="655514"/>
                </a:lnTo>
                <a:lnTo>
                  <a:pt x="2132692" y="659249"/>
                </a:lnTo>
                <a:lnTo>
                  <a:pt x="2134145" y="660263"/>
                </a:lnTo>
                <a:lnTo>
                  <a:pt x="2135599" y="657396"/>
                </a:lnTo>
                <a:lnTo>
                  <a:pt x="2173397" y="601467"/>
                </a:lnTo>
                <a:lnTo>
                  <a:pt x="2186481" y="585128"/>
                </a:lnTo>
                <a:lnTo>
                  <a:pt x="2187935" y="590192"/>
                </a:lnTo>
                <a:lnTo>
                  <a:pt x="2190843" y="585494"/>
                </a:lnTo>
                <a:lnTo>
                  <a:pt x="2199565" y="573551"/>
                </a:lnTo>
                <a:lnTo>
                  <a:pt x="2203926" y="575541"/>
                </a:lnTo>
                <a:lnTo>
                  <a:pt x="2211196" y="567847"/>
                </a:lnTo>
                <a:lnTo>
                  <a:pt x="2218464" y="564215"/>
                </a:lnTo>
                <a:lnTo>
                  <a:pt x="2225733" y="560238"/>
                </a:lnTo>
                <a:lnTo>
                  <a:pt x="2228641" y="564991"/>
                </a:lnTo>
                <a:lnTo>
                  <a:pt x="2233002" y="553598"/>
                </a:lnTo>
                <a:lnTo>
                  <a:pt x="2234456" y="558162"/>
                </a:lnTo>
                <a:lnTo>
                  <a:pt x="2251901" y="544118"/>
                </a:lnTo>
                <a:lnTo>
                  <a:pt x="2257716" y="536849"/>
                </a:lnTo>
                <a:lnTo>
                  <a:pt x="2259170" y="540420"/>
                </a:lnTo>
                <a:lnTo>
                  <a:pt x="2263531" y="533431"/>
                </a:lnTo>
                <a:lnTo>
                  <a:pt x="2270800" y="547224"/>
                </a:lnTo>
                <a:lnTo>
                  <a:pt x="2278069" y="540186"/>
                </a:lnTo>
                <a:lnTo>
                  <a:pt x="2279523" y="540387"/>
                </a:lnTo>
                <a:lnTo>
                  <a:pt x="2280977" y="546115"/>
                </a:lnTo>
                <a:lnTo>
                  <a:pt x="2283884" y="541200"/>
                </a:lnTo>
                <a:lnTo>
                  <a:pt x="2285338" y="533611"/>
                </a:lnTo>
                <a:lnTo>
                  <a:pt x="2288245" y="539151"/>
                </a:lnTo>
                <a:lnTo>
                  <a:pt x="2291153" y="539879"/>
                </a:lnTo>
                <a:lnTo>
                  <a:pt x="2296968" y="534369"/>
                </a:lnTo>
                <a:lnTo>
                  <a:pt x="2302783" y="542727"/>
                </a:lnTo>
                <a:lnTo>
                  <a:pt x="2304237" y="531148"/>
                </a:lnTo>
                <a:lnTo>
                  <a:pt x="2307145" y="545472"/>
                </a:lnTo>
                <a:lnTo>
                  <a:pt x="2308599" y="538994"/>
                </a:lnTo>
                <a:lnTo>
                  <a:pt x="2317321" y="535243"/>
                </a:lnTo>
                <a:lnTo>
                  <a:pt x="2318775" y="537188"/>
                </a:lnTo>
                <a:lnTo>
                  <a:pt x="2320229" y="544767"/>
                </a:lnTo>
                <a:lnTo>
                  <a:pt x="2324590" y="541852"/>
                </a:lnTo>
                <a:lnTo>
                  <a:pt x="2326044" y="544667"/>
                </a:lnTo>
                <a:lnTo>
                  <a:pt x="2327497" y="540443"/>
                </a:lnTo>
                <a:lnTo>
                  <a:pt x="2330405" y="533410"/>
                </a:lnTo>
                <a:lnTo>
                  <a:pt x="2331859" y="534902"/>
                </a:lnTo>
                <a:lnTo>
                  <a:pt x="2333313" y="547226"/>
                </a:lnTo>
                <a:lnTo>
                  <a:pt x="2337674" y="540202"/>
                </a:lnTo>
                <a:lnTo>
                  <a:pt x="2340582" y="543270"/>
                </a:lnTo>
                <a:lnTo>
                  <a:pt x="2342035" y="538787"/>
                </a:lnTo>
                <a:lnTo>
                  <a:pt x="2352212" y="542165"/>
                </a:lnTo>
                <a:lnTo>
                  <a:pt x="2353666" y="546061"/>
                </a:lnTo>
                <a:lnTo>
                  <a:pt x="2356573" y="540455"/>
                </a:lnTo>
                <a:lnTo>
                  <a:pt x="2359481" y="536223"/>
                </a:lnTo>
                <a:lnTo>
                  <a:pt x="2360934" y="547205"/>
                </a:lnTo>
                <a:lnTo>
                  <a:pt x="2365296" y="542731"/>
                </a:lnTo>
                <a:lnTo>
                  <a:pt x="2368204" y="547823"/>
                </a:lnTo>
                <a:lnTo>
                  <a:pt x="2369657" y="545556"/>
                </a:lnTo>
                <a:lnTo>
                  <a:pt x="2375472" y="538646"/>
                </a:lnTo>
                <a:lnTo>
                  <a:pt x="2376926" y="540890"/>
                </a:lnTo>
                <a:lnTo>
                  <a:pt x="2388556" y="542667"/>
                </a:lnTo>
                <a:lnTo>
                  <a:pt x="2391464" y="538200"/>
                </a:lnTo>
                <a:lnTo>
                  <a:pt x="2394371" y="542648"/>
                </a:lnTo>
                <a:lnTo>
                  <a:pt x="2395825" y="544267"/>
                </a:lnTo>
                <a:lnTo>
                  <a:pt x="2397279" y="542340"/>
                </a:lnTo>
                <a:lnTo>
                  <a:pt x="2400186" y="536569"/>
                </a:lnTo>
                <a:lnTo>
                  <a:pt x="2403094" y="538524"/>
                </a:lnTo>
                <a:lnTo>
                  <a:pt x="2416178" y="535221"/>
                </a:lnTo>
                <a:lnTo>
                  <a:pt x="2421993" y="534820"/>
                </a:lnTo>
                <a:lnTo>
                  <a:pt x="2423447" y="539414"/>
                </a:lnTo>
                <a:lnTo>
                  <a:pt x="2424901" y="532308"/>
                </a:lnTo>
                <a:lnTo>
                  <a:pt x="2427808" y="530435"/>
                </a:lnTo>
                <a:lnTo>
                  <a:pt x="2429262" y="538751"/>
                </a:lnTo>
                <a:lnTo>
                  <a:pt x="2432170" y="529620"/>
                </a:lnTo>
                <a:lnTo>
                  <a:pt x="2433623" y="532060"/>
                </a:lnTo>
                <a:lnTo>
                  <a:pt x="2439438" y="528632"/>
                </a:lnTo>
                <a:lnTo>
                  <a:pt x="2443800" y="525259"/>
                </a:lnTo>
                <a:lnTo>
                  <a:pt x="2445253" y="536833"/>
                </a:lnTo>
                <a:lnTo>
                  <a:pt x="2449615" y="532029"/>
                </a:lnTo>
                <a:lnTo>
                  <a:pt x="2458338" y="523246"/>
                </a:lnTo>
                <a:lnTo>
                  <a:pt x="2462699" y="531789"/>
                </a:lnTo>
                <a:lnTo>
                  <a:pt x="2464153" y="530161"/>
                </a:lnTo>
                <a:lnTo>
                  <a:pt x="2467060" y="520152"/>
                </a:lnTo>
                <a:lnTo>
                  <a:pt x="2469968" y="526709"/>
                </a:lnTo>
                <a:lnTo>
                  <a:pt x="2471422" y="527496"/>
                </a:lnTo>
                <a:lnTo>
                  <a:pt x="2472875" y="523110"/>
                </a:lnTo>
                <a:lnTo>
                  <a:pt x="2474329" y="519128"/>
                </a:lnTo>
                <a:lnTo>
                  <a:pt x="2477237" y="524904"/>
                </a:lnTo>
                <a:lnTo>
                  <a:pt x="2484505" y="527273"/>
                </a:lnTo>
                <a:lnTo>
                  <a:pt x="2491775" y="524078"/>
                </a:lnTo>
                <a:lnTo>
                  <a:pt x="2500497" y="525650"/>
                </a:lnTo>
                <a:lnTo>
                  <a:pt x="2506312" y="521023"/>
                </a:lnTo>
                <a:lnTo>
                  <a:pt x="2507766" y="523854"/>
                </a:lnTo>
                <a:lnTo>
                  <a:pt x="2513581" y="524358"/>
                </a:lnTo>
                <a:lnTo>
                  <a:pt x="2517942" y="520810"/>
                </a:lnTo>
                <a:lnTo>
                  <a:pt x="2519396" y="523004"/>
                </a:lnTo>
                <a:lnTo>
                  <a:pt x="2528119" y="521443"/>
                </a:lnTo>
                <a:lnTo>
                  <a:pt x="2542657" y="518513"/>
                </a:lnTo>
                <a:lnTo>
                  <a:pt x="2568825" y="516531"/>
                </a:lnTo>
                <a:lnTo>
                  <a:pt x="2573186" y="517191"/>
                </a:lnTo>
                <a:lnTo>
                  <a:pt x="2576094" y="515566"/>
                </a:lnTo>
                <a:lnTo>
                  <a:pt x="2577547" y="517578"/>
                </a:lnTo>
                <a:lnTo>
                  <a:pt x="2581909" y="521526"/>
                </a:lnTo>
                <a:lnTo>
                  <a:pt x="2583362" y="516658"/>
                </a:lnTo>
                <a:lnTo>
                  <a:pt x="2586270" y="521460"/>
                </a:lnTo>
                <a:lnTo>
                  <a:pt x="2587724" y="521977"/>
                </a:lnTo>
                <a:lnTo>
                  <a:pt x="2593539" y="512077"/>
                </a:lnTo>
                <a:lnTo>
                  <a:pt x="2596446" y="514049"/>
                </a:lnTo>
                <a:lnTo>
                  <a:pt x="2597900" y="510449"/>
                </a:lnTo>
                <a:lnTo>
                  <a:pt x="2605169" y="505313"/>
                </a:lnTo>
                <a:lnTo>
                  <a:pt x="2608077" y="518097"/>
                </a:lnTo>
                <a:lnTo>
                  <a:pt x="2610984" y="510887"/>
                </a:lnTo>
                <a:lnTo>
                  <a:pt x="2612438" y="508663"/>
                </a:lnTo>
                <a:lnTo>
                  <a:pt x="2615346" y="513867"/>
                </a:lnTo>
                <a:lnTo>
                  <a:pt x="2621161" y="508474"/>
                </a:lnTo>
                <a:lnTo>
                  <a:pt x="2625522" y="504022"/>
                </a:lnTo>
                <a:lnTo>
                  <a:pt x="2626976" y="507511"/>
                </a:lnTo>
                <a:lnTo>
                  <a:pt x="2631337" y="514040"/>
                </a:lnTo>
                <a:lnTo>
                  <a:pt x="2632791" y="505566"/>
                </a:lnTo>
                <a:lnTo>
                  <a:pt x="2635698" y="511021"/>
                </a:lnTo>
                <a:lnTo>
                  <a:pt x="2638606" y="519275"/>
                </a:lnTo>
                <a:lnTo>
                  <a:pt x="2641513" y="515669"/>
                </a:lnTo>
                <a:lnTo>
                  <a:pt x="2648783" y="509709"/>
                </a:lnTo>
                <a:lnTo>
                  <a:pt x="2654598" y="512411"/>
                </a:lnTo>
                <a:lnTo>
                  <a:pt x="2656051" y="509652"/>
                </a:lnTo>
                <a:lnTo>
                  <a:pt x="2658959" y="511564"/>
                </a:lnTo>
                <a:lnTo>
                  <a:pt x="2661866" y="514953"/>
                </a:lnTo>
                <a:lnTo>
                  <a:pt x="2663320" y="513048"/>
                </a:lnTo>
                <a:lnTo>
                  <a:pt x="2669135" y="509086"/>
                </a:lnTo>
                <a:lnTo>
                  <a:pt x="2670589" y="516306"/>
                </a:lnTo>
                <a:lnTo>
                  <a:pt x="2674950" y="512260"/>
                </a:lnTo>
                <a:lnTo>
                  <a:pt x="2679312" y="509237"/>
                </a:lnTo>
                <a:lnTo>
                  <a:pt x="2686581" y="513541"/>
                </a:lnTo>
                <a:lnTo>
                  <a:pt x="2689488" y="515753"/>
                </a:lnTo>
                <a:lnTo>
                  <a:pt x="2690942" y="513328"/>
                </a:lnTo>
                <a:lnTo>
                  <a:pt x="2693850" y="509876"/>
                </a:lnTo>
                <a:lnTo>
                  <a:pt x="2695303" y="512705"/>
                </a:lnTo>
                <a:lnTo>
                  <a:pt x="2696757" y="518321"/>
                </a:lnTo>
                <a:lnTo>
                  <a:pt x="2701118" y="515839"/>
                </a:lnTo>
                <a:lnTo>
                  <a:pt x="2708387" y="514076"/>
                </a:lnTo>
                <a:lnTo>
                  <a:pt x="2711295" y="510373"/>
                </a:lnTo>
                <a:lnTo>
                  <a:pt x="2714202" y="513214"/>
                </a:lnTo>
                <a:lnTo>
                  <a:pt x="2720018" y="521045"/>
                </a:lnTo>
                <a:lnTo>
                  <a:pt x="2725833" y="519677"/>
                </a:lnTo>
                <a:lnTo>
                  <a:pt x="2727287" y="522381"/>
                </a:lnTo>
                <a:lnTo>
                  <a:pt x="2730194" y="520175"/>
                </a:lnTo>
                <a:lnTo>
                  <a:pt x="2733102" y="519001"/>
                </a:lnTo>
                <a:lnTo>
                  <a:pt x="2734555" y="523410"/>
                </a:lnTo>
                <a:lnTo>
                  <a:pt x="2736009" y="524111"/>
                </a:lnTo>
                <a:lnTo>
                  <a:pt x="2737463" y="520501"/>
                </a:lnTo>
                <a:lnTo>
                  <a:pt x="2738917" y="518810"/>
                </a:lnTo>
                <a:lnTo>
                  <a:pt x="2743278" y="525256"/>
                </a:lnTo>
                <a:lnTo>
                  <a:pt x="2744732" y="521573"/>
                </a:lnTo>
                <a:lnTo>
                  <a:pt x="2752001" y="529143"/>
                </a:lnTo>
                <a:lnTo>
                  <a:pt x="2759270" y="516394"/>
                </a:lnTo>
                <a:lnTo>
                  <a:pt x="2760723" y="517794"/>
                </a:lnTo>
                <a:lnTo>
                  <a:pt x="2763631" y="510631"/>
                </a:lnTo>
                <a:lnTo>
                  <a:pt x="2769446" y="466138"/>
                </a:lnTo>
                <a:lnTo>
                  <a:pt x="2773807" y="476528"/>
                </a:lnTo>
                <a:lnTo>
                  <a:pt x="2814513" y="383172"/>
                </a:lnTo>
                <a:lnTo>
                  <a:pt x="2820328" y="368856"/>
                </a:lnTo>
                <a:lnTo>
                  <a:pt x="2821782" y="375609"/>
                </a:lnTo>
                <a:lnTo>
                  <a:pt x="2823236" y="362598"/>
                </a:lnTo>
                <a:lnTo>
                  <a:pt x="2824690" y="362864"/>
                </a:lnTo>
                <a:lnTo>
                  <a:pt x="2831958" y="342872"/>
                </a:lnTo>
                <a:lnTo>
                  <a:pt x="2833412" y="343253"/>
                </a:lnTo>
                <a:lnTo>
                  <a:pt x="2836320" y="340554"/>
                </a:lnTo>
                <a:lnTo>
                  <a:pt x="2843589" y="313435"/>
                </a:lnTo>
                <a:lnTo>
                  <a:pt x="2852311" y="303300"/>
                </a:lnTo>
                <a:lnTo>
                  <a:pt x="2862488" y="278702"/>
                </a:lnTo>
                <a:lnTo>
                  <a:pt x="2863942" y="285115"/>
                </a:lnTo>
                <a:lnTo>
                  <a:pt x="2865395" y="275975"/>
                </a:lnTo>
                <a:lnTo>
                  <a:pt x="2871210" y="252233"/>
                </a:lnTo>
                <a:lnTo>
                  <a:pt x="2881387" y="225816"/>
                </a:lnTo>
                <a:lnTo>
                  <a:pt x="2884295" y="233691"/>
                </a:lnTo>
                <a:lnTo>
                  <a:pt x="2885748" y="231692"/>
                </a:lnTo>
                <a:lnTo>
                  <a:pt x="2895925" y="203789"/>
                </a:lnTo>
                <a:lnTo>
                  <a:pt x="2900286" y="200874"/>
                </a:lnTo>
                <a:lnTo>
                  <a:pt x="2906101" y="170433"/>
                </a:lnTo>
                <a:lnTo>
                  <a:pt x="2907555" y="170692"/>
                </a:lnTo>
                <a:lnTo>
                  <a:pt x="2910463" y="175986"/>
                </a:lnTo>
                <a:lnTo>
                  <a:pt x="2911916" y="170048"/>
                </a:lnTo>
                <a:lnTo>
                  <a:pt x="2925000" y="136009"/>
                </a:lnTo>
                <a:lnTo>
                  <a:pt x="2926454" y="139619"/>
                </a:lnTo>
                <a:lnTo>
                  <a:pt x="2932269" y="130198"/>
                </a:lnTo>
                <a:lnTo>
                  <a:pt x="2942445" y="106835"/>
                </a:lnTo>
                <a:lnTo>
                  <a:pt x="2949715" y="95150"/>
                </a:lnTo>
                <a:lnTo>
                  <a:pt x="2961345" y="73691"/>
                </a:lnTo>
                <a:lnTo>
                  <a:pt x="2962799" y="72270"/>
                </a:lnTo>
                <a:lnTo>
                  <a:pt x="2970067" y="52077"/>
                </a:lnTo>
                <a:lnTo>
                  <a:pt x="2971521" y="56850"/>
                </a:lnTo>
                <a:lnTo>
                  <a:pt x="2974429" y="52652"/>
                </a:lnTo>
                <a:lnTo>
                  <a:pt x="2981697" y="41012"/>
                </a:lnTo>
                <a:lnTo>
                  <a:pt x="2984605" y="33636"/>
                </a:lnTo>
                <a:lnTo>
                  <a:pt x="2988967" y="36454"/>
                </a:lnTo>
                <a:lnTo>
                  <a:pt x="3019496" y="13768"/>
                </a:lnTo>
                <a:lnTo>
                  <a:pt x="3022403" y="10112"/>
                </a:lnTo>
                <a:lnTo>
                  <a:pt x="3025311" y="5424"/>
                </a:lnTo>
                <a:lnTo>
                  <a:pt x="3029672" y="8324"/>
                </a:lnTo>
                <a:lnTo>
                  <a:pt x="3039849" y="2251"/>
                </a:lnTo>
                <a:lnTo>
                  <a:pt x="3041302" y="6056"/>
                </a:lnTo>
                <a:lnTo>
                  <a:pt x="3061655" y="0"/>
                </a:lnTo>
                <a:lnTo>
                  <a:pt x="3070378" y="6252"/>
                </a:lnTo>
                <a:lnTo>
                  <a:pt x="3071832" y="3369"/>
                </a:lnTo>
                <a:lnTo>
                  <a:pt x="3076193" y="5945"/>
                </a:lnTo>
                <a:lnTo>
                  <a:pt x="3083462" y="14605"/>
                </a:lnTo>
                <a:lnTo>
                  <a:pt x="3109630" y="62987"/>
                </a:lnTo>
                <a:lnTo>
                  <a:pt x="3118353" y="207272"/>
                </a:lnTo>
                <a:lnTo>
                  <a:pt x="3138705" y="667683"/>
                </a:lnTo>
                <a:lnTo>
                  <a:pt x="3140160" y="664825"/>
                </a:lnTo>
                <a:lnTo>
                  <a:pt x="3150336" y="716279"/>
                </a:lnTo>
                <a:lnTo>
                  <a:pt x="3151790" y="712016"/>
                </a:lnTo>
                <a:lnTo>
                  <a:pt x="3153243" y="704233"/>
                </a:lnTo>
                <a:lnTo>
                  <a:pt x="3154697" y="715620"/>
                </a:lnTo>
                <a:lnTo>
                  <a:pt x="3157605" y="708424"/>
                </a:lnTo>
                <a:lnTo>
                  <a:pt x="3161966" y="736424"/>
                </a:lnTo>
                <a:lnTo>
                  <a:pt x="3163420" y="724489"/>
                </a:lnTo>
                <a:lnTo>
                  <a:pt x="3164874" y="726481"/>
                </a:lnTo>
                <a:lnTo>
                  <a:pt x="3166327" y="738768"/>
                </a:lnTo>
                <a:lnTo>
                  <a:pt x="3169235" y="735748"/>
                </a:lnTo>
                <a:lnTo>
                  <a:pt x="3170689" y="721756"/>
                </a:lnTo>
                <a:lnTo>
                  <a:pt x="3173596" y="741193"/>
                </a:lnTo>
                <a:lnTo>
                  <a:pt x="3175050" y="751752"/>
                </a:lnTo>
                <a:lnTo>
                  <a:pt x="3179411" y="745694"/>
                </a:lnTo>
                <a:lnTo>
                  <a:pt x="3182319" y="744317"/>
                </a:lnTo>
                <a:lnTo>
                  <a:pt x="3185227" y="756071"/>
                </a:lnTo>
                <a:lnTo>
                  <a:pt x="3186680" y="743716"/>
                </a:lnTo>
                <a:lnTo>
                  <a:pt x="3189588" y="757342"/>
                </a:lnTo>
                <a:lnTo>
                  <a:pt x="3205579" y="763307"/>
                </a:lnTo>
                <a:lnTo>
                  <a:pt x="3221571" y="754671"/>
                </a:lnTo>
                <a:lnTo>
                  <a:pt x="3240470" y="727673"/>
                </a:lnTo>
                <a:lnTo>
                  <a:pt x="3241924" y="728539"/>
                </a:lnTo>
                <a:lnTo>
                  <a:pt x="3250646" y="720341"/>
                </a:lnTo>
                <a:lnTo>
                  <a:pt x="3252100" y="724689"/>
                </a:lnTo>
                <a:lnTo>
                  <a:pt x="3255008" y="723161"/>
                </a:lnTo>
                <a:lnTo>
                  <a:pt x="3263731" y="716855"/>
                </a:lnTo>
                <a:lnTo>
                  <a:pt x="3268092" y="723723"/>
                </a:lnTo>
                <a:lnTo>
                  <a:pt x="3269546" y="719298"/>
                </a:lnTo>
                <a:lnTo>
                  <a:pt x="3273907" y="713491"/>
                </a:lnTo>
                <a:lnTo>
                  <a:pt x="3275361" y="715173"/>
                </a:lnTo>
                <a:lnTo>
                  <a:pt x="3278268" y="728116"/>
                </a:lnTo>
                <a:lnTo>
                  <a:pt x="3282630" y="724542"/>
                </a:lnTo>
                <a:lnTo>
                  <a:pt x="3286991" y="713686"/>
                </a:lnTo>
                <a:lnTo>
                  <a:pt x="3288445" y="714716"/>
                </a:lnTo>
                <a:lnTo>
                  <a:pt x="3297167" y="726411"/>
                </a:lnTo>
                <a:lnTo>
                  <a:pt x="3301529" y="718407"/>
                </a:lnTo>
                <a:lnTo>
                  <a:pt x="3302983" y="721261"/>
                </a:lnTo>
                <a:lnTo>
                  <a:pt x="3307344" y="729938"/>
                </a:lnTo>
                <a:lnTo>
                  <a:pt x="3308798" y="723534"/>
                </a:lnTo>
                <a:lnTo>
                  <a:pt x="3311705" y="718350"/>
                </a:lnTo>
                <a:lnTo>
                  <a:pt x="3314613" y="721857"/>
                </a:lnTo>
                <a:lnTo>
                  <a:pt x="3320428" y="726388"/>
                </a:lnTo>
                <a:lnTo>
                  <a:pt x="3327697" y="735491"/>
                </a:lnTo>
                <a:lnTo>
                  <a:pt x="3330604" y="740565"/>
                </a:lnTo>
                <a:lnTo>
                  <a:pt x="3332058" y="735898"/>
                </a:lnTo>
                <a:lnTo>
                  <a:pt x="3334965" y="730320"/>
                </a:lnTo>
                <a:lnTo>
                  <a:pt x="3336419" y="735430"/>
                </a:lnTo>
                <a:lnTo>
                  <a:pt x="3345142" y="742344"/>
                </a:lnTo>
                <a:lnTo>
                  <a:pt x="3346596" y="739979"/>
                </a:lnTo>
                <a:lnTo>
                  <a:pt x="3348050" y="738217"/>
                </a:lnTo>
                <a:lnTo>
                  <a:pt x="3349503" y="742143"/>
                </a:lnTo>
                <a:lnTo>
                  <a:pt x="3353865" y="747589"/>
                </a:lnTo>
                <a:lnTo>
                  <a:pt x="3355318" y="744360"/>
                </a:lnTo>
                <a:lnTo>
                  <a:pt x="3364041" y="745122"/>
                </a:lnTo>
                <a:lnTo>
                  <a:pt x="3369856" y="758689"/>
                </a:lnTo>
                <a:lnTo>
                  <a:pt x="3374217" y="745143"/>
                </a:lnTo>
                <a:lnTo>
                  <a:pt x="3377125" y="747414"/>
                </a:lnTo>
                <a:lnTo>
                  <a:pt x="3381487" y="750647"/>
                </a:lnTo>
                <a:lnTo>
                  <a:pt x="3387302" y="740731"/>
                </a:lnTo>
                <a:lnTo>
                  <a:pt x="3400386" y="727787"/>
                </a:lnTo>
                <a:lnTo>
                  <a:pt x="3403293" y="724990"/>
                </a:lnTo>
                <a:lnTo>
                  <a:pt x="3404747" y="730973"/>
                </a:lnTo>
                <a:lnTo>
                  <a:pt x="3406201" y="732118"/>
                </a:lnTo>
                <a:lnTo>
                  <a:pt x="3407654" y="727050"/>
                </a:lnTo>
                <a:lnTo>
                  <a:pt x="3417831" y="710057"/>
                </a:lnTo>
                <a:lnTo>
                  <a:pt x="3419284" y="710920"/>
                </a:lnTo>
                <a:lnTo>
                  <a:pt x="3420739" y="705415"/>
                </a:lnTo>
                <a:lnTo>
                  <a:pt x="3423646" y="714394"/>
                </a:lnTo>
                <a:lnTo>
                  <a:pt x="3429461" y="711447"/>
                </a:lnTo>
                <a:lnTo>
                  <a:pt x="3436730" y="719140"/>
                </a:lnTo>
                <a:lnTo>
                  <a:pt x="3432369" y="707804"/>
                </a:lnTo>
                <a:lnTo>
                  <a:pt x="3438184" y="714994"/>
                </a:lnTo>
                <a:lnTo>
                  <a:pt x="3445453" y="713322"/>
                </a:lnTo>
                <a:lnTo>
                  <a:pt x="3451268" y="719760"/>
                </a:lnTo>
                <a:lnTo>
                  <a:pt x="3452721" y="715140"/>
                </a:lnTo>
                <a:lnTo>
                  <a:pt x="3457083" y="708810"/>
                </a:lnTo>
                <a:lnTo>
                  <a:pt x="3458536" y="713326"/>
                </a:lnTo>
                <a:lnTo>
                  <a:pt x="3465806" y="724843"/>
                </a:lnTo>
                <a:lnTo>
                  <a:pt x="3474528" y="728271"/>
                </a:lnTo>
                <a:lnTo>
                  <a:pt x="3475982" y="730351"/>
                </a:lnTo>
                <a:lnTo>
                  <a:pt x="3477436" y="725612"/>
                </a:lnTo>
                <a:lnTo>
                  <a:pt x="3478890" y="724026"/>
                </a:lnTo>
                <a:lnTo>
                  <a:pt x="3481797" y="728736"/>
                </a:lnTo>
                <a:lnTo>
                  <a:pt x="3487612" y="732911"/>
                </a:lnTo>
                <a:lnTo>
                  <a:pt x="3489066" y="728305"/>
                </a:lnTo>
                <a:lnTo>
                  <a:pt x="3490520" y="723421"/>
                </a:lnTo>
                <a:lnTo>
                  <a:pt x="3491973" y="733237"/>
                </a:lnTo>
                <a:lnTo>
                  <a:pt x="3493427" y="729239"/>
                </a:lnTo>
                <a:lnTo>
                  <a:pt x="3502150" y="736862"/>
                </a:lnTo>
                <a:lnTo>
                  <a:pt x="3506511" y="734996"/>
                </a:lnTo>
                <a:lnTo>
                  <a:pt x="3509419" y="738856"/>
                </a:lnTo>
                <a:lnTo>
                  <a:pt x="3510873" y="737349"/>
                </a:lnTo>
                <a:lnTo>
                  <a:pt x="3513780" y="733735"/>
                </a:lnTo>
                <a:lnTo>
                  <a:pt x="3516688" y="742067"/>
                </a:lnTo>
                <a:lnTo>
                  <a:pt x="3519595" y="739735"/>
                </a:lnTo>
                <a:lnTo>
                  <a:pt x="3539948" y="743845"/>
                </a:lnTo>
                <a:lnTo>
                  <a:pt x="3544310" y="744266"/>
                </a:lnTo>
                <a:lnTo>
                  <a:pt x="3545763" y="749079"/>
                </a:lnTo>
                <a:lnTo>
                  <a:pt x="3548671" y="742436"/>
                </a:lnTo>
                <a:lnTo>
                  <a:pt x="3550125" y="746434"/>
                </a:lnTo>
                <a:lnTo>
                  <a:pt x="3557393" y="743210"/>
                </a:lnTo>
                <a:lnTo>
                  <a:pt x="3558847" y="745888"/>
                </a:lnTo>
                <a:lnTo>
                  <a:pt x="3564662" y="750119"/>
                </a:lnTo>
                <a:lnTo>
                  <a:pt x="3569024" y="743865"/>
                </a:lnTo>
                <a:lnTo>
                  <a:pt x="3570478" y="748951"/>
                </a:lnTo>
                <a:lnTo>
                  <a:pt x="3571931" y="750156"/>
                </a:lnTo>
                <a:lnTo>
                  <a:pt x="3573385" y="745898"/>
                </a:lnTo>
                <a:lnTo>
                  <a:pt x="3574839" y="744111"/>
                </a:lnTo>
                <a:lnTo>
                  <a:pt x="3576293" y="749030"/>
                </a:lnTo>
                <a:lnTo>
                  <a:pt x="3577747" y="751826"/>
                </a:lnTo>
                <a:lnTo>
                  <a:pt x="3579200" y="749677"/>
                </a:lnTo>
                <a:lnTo>
                  <a:pt x="3582108" y="743679"/>
                </a:lnTo>
                <a:lnTo>
                  <a:pt x="3583562" y="746566"/>
                </a:lnTo>
                <a:lnTo>
                  <a:pt x="3586469" y="753586"/>
                </a:lnTo>
                <a:lnTo>
                  <a:pt x="3587923" y="747144"/>
                </a:lnTo>
                <a:lnTo>
                  <a:pt x="3596645" y="747431"/>
                </a:lnTo>
                <a:lnTo>
                  <a:pt x="3599553" y="751968"/>
                </a:lnTo>
                <a:lnTo>
                  <a:pt x="3601007" y="745293"/>
                </a:lnTo>
                <a:lnTo>
                  <a:pt x="3602461" y="749674"/>
                </a:lnTo>
                <a:lnTo>
                  <a:pt x="3609729" y="755201"/>
                </a:lnTo>
                <a:lnTo>
                  <a:pt x="3611183" y="751796"/>
                </a:lnTo>
                <a:lnTo>
                  <a:pt x="3614091" y="745218"/>
                </a:lnTo>
                <a:lnTo>
                  <a:pt x="3616999" y="752334"/>
                </a:lnTo>
                <a:lnTo>
                  <a:pt x="3619906" y="750586"/>
                </a:lnTo>
                <a:lnTo>
                  <a:pt x="3622814" y="753339"/>
                </a:lnTo>
                <a:lnTo>
                  <a:pt x="3627175" y="751738"/>
                </a:lnTo>
                <a:lnTo>
                  <a:pt x="3628629" y="748836"/>
                </a:lnTo>
                <a:lnTo>
                  <a:pt x="3630082" y="755216"/>
                </a:lnTo>
                <a:lnTo>
                  <a:pt x="3634444" y="755512"/>
                </a:lnTo>
                <a:lnTo>
                  <a:pt x="3640259" y="749561"/>
                </a:lnTo>
                <a:lnTo>
                  <a:pt x="3643166" y="755546"/>
                </a:lnTo>
                <a:lnTo>
                  <a:pt x="3644620" y="752629"/>
                </a:lnTo>
                <a:lnTo>
                  <a:pt x="3646074" y="748359"/>
                </a:lnTo>
                <a:lnTo>
                  <a:pt x="3647528" y="754313"/>
                </a:lnTo>
                <a:lnTo>
                  <a:pt x="3653343" y="763150"/>
                </a:lnTo>
                <a:lnTo>
                  <a:pt x="3660612" y="757159"/>
                </a:lnTo>
                <a:lnTo>
                  <a:pt x="3662066" y="758841"/>
                </a:lnTo>
                <a:lnTo>
                  <a:pt x="3663519" y="769941"/>
                </a:lnTo>
                <a:lnTo>
                  <a:pt x="3666427" y="767868"/>
                </a:lnTo>
                <a:lnTo>
                  <a:pt x="3667881" y="758504"/>
                </a:lnTo>
                <a:lnTo>
                  <a:pt x="3669334" y="768872"/>
                </a:lnTo>
                <a:lnTo>
                  <a:pt x="3672242" y="763891"/>
                </a:lnTo>
                <a:lnTo>
                  <a:pt x="3673696" y="759730"/>
                </a:lnTo>
                <a:lnTo>
                  <a:pt x="3675149" y="764422"/>
                </a:lnTo>
                <a:lnTo>
                  <a:pt x="3678057" y="768608"/>
                </a:lnTo>
                <a:lnTo>
                  <a:pt x="3679511" y="759925"/>
                </a:lnTo>
                <a:lnTo>
                  <a:pt x="3682418" y="760770"/>
                </a:lnTo>
                <a:lnTo>
                  <a:pt x="3689687" y="775530"/>
                </a:lnTo>
                <a:lnTo>
                  <a:pt x="3694049" y="766349"/>
                </a:lnTo>
                <a:lnTo>
                  <a:pt x="3695502" y="767130"/>
                </a:lnTo>
                <a:lnTo>
                  <a:pt x="3696956" y="775047"/>
                </a:lnTo>
                <a:lnTo>
                  <a:pt x="3701318" y="773007"/>
                </a:lnTo>
                <a:lnTo>
                  <a:pt x="3702771" y="767624"/>
                </a:lnTo>
                <a:lnTo>
                  <a:pt x="3705679" y="774233"/>
                </a:lnTo>
                <a:lnTo>
                  <a:pt x="3707133" y="775874"/>
                </a:lnTo>
                <a:lnTo>
                  <a:pt x="3708586" y="771579"/>
                </a:lnTo>
                <a:lnTo>
                  <a:pt x="3711494" y="766165"/>
                </a:lnTo>
                <a:lnTo>
                  <a:pt x="3712948" y="767358"/>
                </a:lnTo>
                <a:lnTo>
                  <a:pt x="3714401" y="775133"/>
                </a:lnTo>
                <a:lnTo>
                  <a:pt x="3718763" y="774153"/>
                </a:lnTo>
                <a:lnTo>
                  <a:pt x="3723124" y="763572"/>
                </a:lnTo>
                <a:lnTo>
                  <a:pt x="3724578" y="766505"/>
                </a:lnTo>
                <a:lnTo>
                  <a:pt x="3726032" y="774743"/>
                </a:lnTo>
                <a:lnTo>
                  <a:pt x="3730393" y="771295"/>
                </a:lnTo>
                <a:lnTo>
                  <a:pt x="3734754" y="778869"/>
                </a:lnTo>
                <a:lnTo>
                  <a:pt x="3737662" y="771528"/>
                </a:lnTo>
                <a:lnTo>
                  <a:pt x="3739116" y="770809"/>
                </a:lnTo>
                <a:lnTo>
                  <a:pt x="3740570" y="792316"/>
                </a:lnTo>
                <a:lnTo>
                  <a:pt x="3743477" y="770320"/>
                </a:lnTo>
                <a:lnTo>
                  <a:pt x="3746385" y="779959"/>
                </a:lnTo>
                <a:lnTo>
                  <a:pt x="3749292" y="772560"/>
                </a:lnTo>
                <a:lnTo>
                  <a:pt x="3760923" y="774816"/>
                </a:lnTo>
                <a:lnTo>
                  <a:pt x="3769645" y="773667"/>
                </a:lnTo>
                <a:lnTo>
                  <a:pt x="3774006" y="775388"/>
                </a:lnTo>
                <a:lnTo>
                  <a:pt x="3775460" y="768274"/>
                </a:lnTo>
                <a:lnTo>
                  <a:pt x="3778368" y="776174"/>
                </a:lnTo>
                <a:lnTo>
                  <a:pt x="3784183" y="778561"/>
                </a:lnTo>
                <a:lnTo>
                  <a:pt x="3785637" y="776133"/>
                </a:lnTo>
                <a:lnTo>
                  <a:pt x="3787090" y="770955"/>
                </a:lnTo>
                <a:lnTo>
                  <a:pt x="3791452" y="775145"/>
                </a:lnTo>
                <a:lnTo>
                  <a:pt x="3795813" y="780644"/>
                </a:lnTo>
                <a:lnTo>
                  <a:pt x="3797267" y="772678"/>
                </a:lnTo>
                <a:lnTo>
                  <a:pt x="3800175" y="777823"/>
                </a:lnTo>
                <a:lnTo>
                  <a:pt x="3807443" y="785384"/>
                </a:lnTo>
                <a:lnTo>
                  <a:pt x="3821981" y="779189"/>
                </a:lnTo>
                <a:lnTo>
                  <a:pt x="3826342" y="786675"/>
                </a:lnTo>
                <a:lnTo>
                  <a:pt x="3830704" y="779485"/>
                </a:lnTo>
                <a:lnTo>
                  <a:pt x="3832157" y="781267"/>
                </a:lnTo>
                <a:lnTo>
                  <a:pt x="3839426" y="787249"/>
                </a:lnTo>
                <a:lnTo>
                  <a:pt x="3842334" y="779463"/>
                </a:lnTo>
                <a:lnTo>
                  <a:pt x="3845242" y="783122"/>
                </a:lnTo>
                <a:lnTo>
                  <a:pt x="3855418" y="786690"/>
                </a:lnTo>
                <a:lnTo>
                  <a:pt x="3859779" y="787472"/>
                </a:lnTo>
                <a:lnTo>
                  <a:pt x="3861233" y="785532"/>
                </a:lnTo>
                <a:lnTo>
                  <a:pt x="3862687" y="789435"/>
                </a:lnTo>
                <a:lnTo>
                  <a:pt x="3864141" y="796575"/>
                </a:lnTo>
                <a:lnTo>
                  <a:pt x="3867048" y="784379"/>
                </a:lnTo>
                <a:lnTo>
                  <a:pt x="3869956" y="780232"/>
                </a:lnTo>
                <a:lnTo>
                  <a:pt x="3871409" y="786939"/>
                </a:lnTo>
                <a:lnTo>
                  <a:pt x="3874317" y="792721"/>
                </a:lnTo>
                <a:lnTo>
                  <a:pt x="3875771" y="781610"/>
                </a:lnTo>
                <a:lnTo>
                  <a:pt x="3880132" y="787279"/>
                </a:lnTo>
                <a:lnTo>
                  <a:pt x="3881586" y="790243"/>
                </a:lnTo>
                <a:lnTo>
                  <a:pt x="3884494" y="786708"/>
                </a:lnTo>
                <a:lnTo>
                  <a:pt x="3885947" y="785840"/>
                </a:lnTo>
                <a:lnTo>
                  <a:pt x="3887401" y="790580"/>
                </a:lnTo>
                <a:lnTo>
                  <a:pt x="3888855" y="792027"/>
                </a:lnTo>
                <a:lnTo>
                  <a:pt x="3890309" y="784734"/>
                </a:lnTo>
                <a:lnTo>
                  <a:pt x="3894670" y="788050"/>
                </a:lnTo>
                <a:lnTo>
                  <a:pt x="3896124" y="792591"/>
                </a:lnTo>
                <a:lnTo>
                  <a:pt x="3899031" y="785813"/>
                </a:lnTo>
                <a:lnTo>
                  <a:pt x="3900485" y="789387"/>
                </a:lnTo>
                <a:lnTo>
                  <a:pt x="3901939" y="791794"/>
                </a:lnTo>
                <a:lnTo>
                  <a:pt x="3903393" y="783949"/>
                </a:lnTo>
                <a:lnTo>
                  <a:pt x="3920838" y="792538"/>
                </a:lnTo>
                <a:lnTo>
                  <a:pt x="3928107" y="787552"/>
                </a:lnTo>
                <a:lnTo>
                  <a:pt x="3935376" y="788318"/>
                </a:lnTo>
                <a:lnTo>
                  <a:pt x="3941191" y="785417"/>
                </a:lnTo>
                <a:lnTo>
                  <a:pt x="3939737" y="791409"/>
                </a:lnTo>
                <a:lnTo>
                  <a:pt x="3942645" y="787081"/>
                </a:lnTo>
                <a:lnTo>
                  <a:pt x="3944098" y="791040"/>
                </a:lnTo>
                <a:lnTo>
                  <a:pt x="3945552" y="784613"/>
                </a:lnTo>
                <a:lnTo>
                  <a:pt x="3947006" y="782419"/>
                </a:lnTo>
                <a:lnTo>
                  <a:pt x="3948460" y="786352"/>
                </a:lnTo>
                <a:lnTo>
                  <a:pt x="3955729" y="790715"/>
                </a:lnTo>
                <a:lnTo>
                  <a:pt x="3960090" y="775209"/>
                </a:lnTo>
                <a:lnTo>
                  <a:pt x="3964451" y="782101"/>
                </a:lnTo>
                <a:lnTo>
                  <a:pt x="3965905" y="787510"/>
                </a:lnTo>
                <a:lnTo>
                  <a:pt x="3967359" y="779623"/>
                </a:lnTo>
                <a:lnTo>
                  <a:pt x="3970266" y="785330"/>
                </a:lnTo>
                <a:lnTo>
                  <a:pt x="3971720" y="786431"/>
                </a:lnTo>
                <a:lnTo>
                  <a:pt x="3977535" y="772223"/>
                </a:lnTo>
                <a:lnTo>
                  <a:pt x="3980443" y="781426"/>
                </a:lnTo>
                <a:lnTo>
                  <a:pt x="3984804" y="779613"/>
                </a:lnTo>
                <a:lnTo>
                  <a:pt x="3992073" y="771995"/>
                </a:lnTo>
                <a:lnTo>
                  <a:pt x="4000796" y="780179"/>
                </a:lnTo>
                <a:lnTo>
                  <a:pt x="4003703" y="771346"/>
                </a:lnTo>
                <a:lnTo>
                  <a:pt x="4006611" y="773669"/>
                </a:lnTo>
                <a:lnTo>
                  <a:pt x="4012426" y="774591"/>
                </a:lnTo>
                <a:lnTo>
                  <a:pt x="4024056" y="772998"/>
                </a:lnTo>
                <a:lnTo>
                  <a:pt x="4029871" y="776611"/>
                </a:lnTo>
                <a:lnTo>
                  <a:pt x="4031325" y="772910"/>
                </a:lnTo>
                <a:lnTo>
                  <a:pt x="4032779" y="778066"/>
                </a:lnTo>
                <a:lnTo>
                  <a:pt x="4035687" y="775759"/>
                </a:lnTo>
                <a:lnTo>
                  <a:pt x="4042955" y="770851"/>
                </a:lnTo>
                <a:lnTo>
                  <a:pt x="4044409" y="768884"/>
                </a:lnTo>
                <a:lnTo>
                  <a:pt x="4045863" y="774126"/>
                </a:lnTo>
                <a:lnTo>
                  <a:pt x="4047317" y="778992"/>
                </a:lnTo>
                <a:lnTo>
                  <a:pt x="4050224" y="769854"/>
                </a:lnTo>
                <a:lnTo>
                  <a:pt x="4051678" y="776047"/>
                </a:lnTo>
                <a:lnTo>
                  <a:pt x="4058947" y="772619"/>
                </a:lnTo>
                <a:lnTo>
                  <a:pt x="4072031" y="768866"/>
                </a:lnTo>
              </a:path>
            </a:pathLst>
          </a:custGeom>
          <a:noFill/>
          <a:ln w="392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84"/>
          <p:cNvSpPr/>
          <p:nvPr/>
        </p:nvSpPr>
        <p:spPr>
          <a:xfrm>
            <a:off x="1706880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5"/>
          <p:cNvSpPr/>
          <p:nvPr/>
        </p:nvSpPr>
        <p:spPr>
          <a:xfrm>
            <a:off x="6186115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86"/>
          <p:cNvSpPr/>
          <p:nvPr/>
        </p:nvSpPr>
        <p:spPr>
          <a:xfrm>
            <a:off x="1706880" y="7629224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path 87"/>
          <p:cNvSpPr/>
          <p:nvPr/>
        </p:nvSpPr>
        <p:spPr>
          <a:xfrm>
            <a:off x="1706880" y="6009829"/>
            <a:ext cx="4479235" cy="0"/>
          </a:xfrm>
          <a:custGeom>
            <a:avLst/>
            <a:gdLst/>
            <a:ahLst/>
            <a:cxnLst/>
            <a:rect l="l" t="t" r="r" b="b"/>
            <a:pathLst>
              <a:path w="4479235" h="0">
                <a:moveTo>
                  <a:pt x="0" y="0"/>
                </a:moveTo>
                <a:lnTo>
                  <a:pt x="4479235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613" y="5638424"/>
            <a:ext cx="1900754" cy="400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8" b="0" i="0">
                <a:solidFill>
                  <a:srgbClr val="3A9A94"/>
                </a:solidFill>
                <a:latin typeface="Times New Roman"/>
              </a:rPr>
              <a:t>Robot B · left</a:t>
            </a:r>
          </a:p>
        </p:txBody>
      </p:sp>
      <p:sp>
        <p:nvSpPr>
          <p:cNvPr id="122" name="Editable path 88"/>
          <p:cNvSpPr/>
          <p:nvPr/>
        </p:nvSpPr>
        <p:spPr>
          <a:xfrm>
            <a:off x="7529885" y="6009829"/>
            <a:ext cx="4479234" cy="1619395"/>
          </a:xfrm>
          <a:custGeom>
            <a:avLst/>
            <a:gdLst/>
            <a:ahLst/>
            <a:cxnLst/>
            <a:rect l="l" t="t" r="r" b="b"/>
            <a:pathLst>
              <a:path w="4479234" h="1619395">
                <a:moveTo>
                  <a:pt x="0" y="0"/>
                </a:moveTo>
                <a:lnTo>
                  <a:pt x="4479234" y="0"/>
                </a:lnTo>
                <a:lnTo>
                  <a:pt x="4479234" y="1619395"/>
                </a:lnTo>
                <a:lnTo>
                  <a:pt x="0" y="16193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path 89"/>
          <p:cNvSpPr/>
          <p:nvPr/>
        </p:nvSpPr>
        <p:spPr>
          <a:xfrm>
            <a:off x="7733486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90"/>
          <p:cNvSpPr/>
          <p:nvPr/>
        </p:nvSpPr>
        <p:spPr>
          <a:xfrm>
            <a:off x="7733486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659863" y="7809929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26" name="Editable path 91"/>
          <p:cNvSpPr/>
          <p:nvPr/>
        </p:nvSpPr>
        <p:spPr>
          <a:xfrm>
            <a:off x="9187264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92"/>
          <p:cNvSpPr/>
          <p:nvPr/>
        </p:nvSpPr>
        <p:spPr>
          <a:xfrm>
            <a:off x="9187264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40017" y="7809929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29" name="Editable path 93"/>
          <p:cNvSpPr/>
          <p:nvPr/>
        </p:nvSpPr>
        <p:spPr>
          <a:xfrm>
            <a:off x="10641042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94"/>
          <p:cNvSpPr/>
          <p:nvPr/>
        </p:nvSpPr>
        <p:spPr>
          <a:xfrm>
            <a:off x="10641042" y="7629224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93795" y="7809929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32" name="Editable path 95"/>
          <p:cNvSpPr/>
          <p:nvPr/>
        </p:nvSpPr>
        <p:spPr>
          <a:xfrm>
            <a:off x="7529885" y="7315520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path 96"/>
          <p:cNvSpPr/>
          <p:nvPr/>
        </p:nvSpPr>
        <p:spPr>
          <a:xfrm>
            <a:off x="7358097" y="7315520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665579" y="7174891"/>
            <a:ext cx="71708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−250</a:t>
            </a:r>
          </a:p>
        </p:txBody>
      </p:sp>
      <p:sp>
        <p:nvSpPr>
          <p:cNvPr id="135" name="Editable path 97"/>
          <p:cNvSpPr/>
          <p:nvPr/>
        </p:nvSpPr>
        <p:spPr>
          <a:xfrm>
            <a:off x="7529885" y="6429799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path 98"/>
          <p:cNvSpPr/>
          <p:nvPr/>
        </p:nvSpPr>
        <p:spPr>
          <a:xfrm>
            <a:off x="7358097" y="6429799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161768" y="6289169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8" name="Editable path 99"/>
          <p:cNvSpPr/>
          <p:nvPr/>
        </p:nvSpPr>
        <p:spPr>
          <a:xfrm>
            <a:off x="7733486" y="6251232"/>
            <a:ext cx="4072032" cy="1304383"/>
          </a:xfrm>
          <a:custGeom>
            <a:avLst/>
            <a:gdLst/>
            <a:ahLst/>
            <a:cxnLst/>
            <a:rect l="l" t="t" r="r" b="b"/>
            <a:pathLst>
              <a:path w="4072032" h="1304383">
                <a:moveTo>
                  <a:pt x="0" y="179031"/>
                </a:moveTo>
                <a:lnTo>
                  <a:pt x="5816" y="177112"/>
                </a:lnTo>
                <a:lnTo>
                  <a:pt x="42160" y="166212"/>
                </a:lnTo>
                <a:lnTo>
                  <a:pt x="50883" y="175896"/>
                </a:lnTo>
                <a:lnTo>
                  <a:pt x="56698" y="166652"/>
                </a:lnTo>
                <a:lnTo>
                  <a:pt x="58151" y="169985"/>
                </a:lnTo>
                <a:lnTo>
                  <a:pt x="62513" y="166112"/>
                </a:lnTo>
                <a:lnTo>
                  <a:pt x="66874" y="177190"/>
                </a:lnTo>
                <a:lnTo>
                  <a:pt x="68328" y="169373"/>
                </a:lnTo>
                <a:lnTo>
                  <a:pt x="69781" y="158811"/>
                </a:lnTo>
                <a:lnTo>
                  <a:pt x="72690" y="175690"/>
                </a:lnTo>
                <a:lnTo>
                  <a:pt x="74143" y="174155"/>
                </a:lnTo>
                <a:lnTo>
                  <a:pt x="77051" y="155583"/>
                </a:lnTo>
                <a:lnTo>
                  <a:pt x="79958" y="161035"/>
                </a:lnTo>
                <a:lnTo>
                  <a:pt x="81412" y="164866"/>
                </a:lnTo>
                <a:lnTo>
                  <a:pt x="84320" y="157754"/>
                </a:lnTo>
                <a:lnTo>
                  <a:pt x="91588" y="164091"/>
                </a:lnTo>
                <a:lnTo>
                  <a:pt x="93042" y="159361"/>
                </a:lnTo>
                <a:lnTo>
                  <a:pt x="97404" y="157673"/>
                </a:lnTo>
                <a:lnTo>
                  <a:pt x="101765" y="162387"/>
                </a:lnTo>
                <a:lnTo>
                  <a:pt x="100311" y="152495"/>
                </a:lnTo>
                <a:lnTo>
                  <a:pt x="103218" y="160838"/>
                </a:lnTo>
                <a:lnTo>
                  <a:pt x="104673" y="154941"/>
                </a:lnTo>
                <a:lnTo>
                  <a:pt x="109034" y="157042"/>
                </a:lnTo>
                <a:lnTo>
                  <a:pt x="110487" y="169527"/>
                </a:lnTo>
                <a:lnTo>
                  <a:pt x="113395" y="159959"/>
                </a:lnTo>
                <a:lnTo>
                  <a:pt x="116303" y="158680"/>
                </a:lnTo>
                <a:lnTo>
                  <a:pt x="119210" y="146476"/>
                </a:lnTo>
                <a:lnTo>
                  <a:pt x="122118" y="153702"/>
                </a:lnTo>
                <a:lnTo>
                  <a:pt x="125025" y="158056"/>
                </a:lnTo>
                <a:lnTo>
                  <a:pt x="126479" y="160372"/>
                </a:lnTo>
                <a:lnTo>
                  <a:pt x="127933" y="156948"/>
                </a:lnTo>
                <a:lnTo>
                  <a:pt x="135202" y="142432"/>
                </a:lnTo>
                <a:lnTo>
                  <a:pt x="138110" y="147778"/>
                </a:lnTo>
                <a:lnTo>
                  <a:pt x="141017" y="151244"/>
                </a:lnTo>
                <a:lnTo>
                  <a:pt x="142471" y="148783"/>
                </a:lnTo>
                <a:lnTo>
                  <a:pt x="148285" y="142762"/>
                </a:lnTo>
                <a:lnTo>
                  <a:pt x="151193" y="144547"/>
                </a:lnTo>
                <a:lnTo>
                  <a:pt x="152647" y="142670"/>
                </a:lnTo>
                <a:lnTo>
                  <a:pt x="157008" y="157793"/>
                </a:lnTo>
                <a:lnTo>
                  <a:pt x="158462" y="149059"/>
                </a:lnTo>
                <a:lnTo>
                  <a:pt x="159916" y="150065"/>
                </a:lnTo>
                <a:lnTo>
                  <a:pt x="162824" y="134884"/>
                </a:lnTo>
                <a:lnTo>
                  <a:pt x="164277" y="139691"/>
                </a:lnTo>
                <a:lnTo>
                  <a:pt x="170092" y="158973"/>
                </a:lnTo>
                <a:lnTo>
                  <a:pt x="171546" y="156215"/>
                </a:lnTo>
                <a:lnTo>
                  <a:pt x="174454" y="142514"/>
                </a:lnTo>
                <a:lnTo>
                  <a:pt x="175908" y="150149"/>
                </a:lnTo>
                <a:lnTo>
                  <a:pt x="187538" y="165452"/>
                </a:lnTo>
                <a:lnTo>
                  <a:pt x="190445" y="130427"/>
                </a:lnTo>
                <a:lnTo>
                  <a:pt x="194807" y="142332"/>
                </a:lnTo>
                <a:lnTo>
                  <a:pt x="204983" y="161420"/>
                </a:lnTo>
                <a:lnTo>
                  <a:pt x="206437" y="158058"/>
                </a:lnTo>
                <a:lnTo>
                  <a:pt x="213705" y="141378"/>
                </a:lnTo>
                <a:lnTo>
                  <a:pt x="216613" y="132390"/>
                </a:lnTo>
                <a:lnTo>
                  <a:pt x="218067" y="138704"/>
                </a:lnTo>
                <a:lnTo>
                  <a:pt x="222428" y="156272"/>
                </a:lnTo>
                <a:lnTo>
                  <a:pt x="223882" y="151241"/>
                </a:lnTo>
                <a:lnTo>
                  <a:pt x="226789" y="155224"/>
                </a:lnTo>
                <a:lnTo>
                  <a:pt x="229697" y="142255"/>
                </a:lnTo>
                <a:lnTo>
                  <a:pt x="235512" y="161202"/>
                </a:lnTo>
                <a:lnTo>
                  <a:pt x="236966" y="157143"/>
                </a:lnTo>
                <a:lnTo>
                  <a:pt x="239874" y="134056"/>
                </a:lnTo>
                <a:lnTo>
                  <a:pt x="242781" y="148554"/>
                </a:lnTo>
                <a:lnTo>
                  <a:pt x="250050" y="144286"/>
                </a:lnTo>
                <a:lnTo>
                  <a:pt x="252958" y="151364"/>
                </a:lnTo>
                <a:lnTo>
                  <a:pt x="255865" y="147725"/>
                </a:lnTo>
                <a:lnTo>
                  <a:pt x="263134" y="143614"/>
                </a:lnTo>
                <a:lnTo>
                  <a:pt x="266042" y="163392"/>
                </a:lnTo>
                <a:lnTo>
                  <a:pt x="268949" y="152733"/>
                </a:lnTo>
                <a:lnTo>
                  <a:pt x="270403" y="144805"/>
                </a:lnTo>
                <a:lnTo>
                  <a:pt x="273311" y="145604"/>
                </a:lnTo>
                <a:lnTo>
                  <a:pt x="280579" y="160210"/>
                </a:lnTo>
                <a:lnTo>
                  <a:pt x="282033" y="153486"/>
                </a:lnTo>
                <a:lnTo>
                  <a:pt x="284941" y="160925"/>
                </a:lnTo>
                <a:lnTo>
                  <a:pt x="286395" y="168303"/>
                </a:lnTo>
                <a:lnTo>
                  <a:pt x="289302" y="155669"/>
                </a:lnTo>
                <a:lnTo>
                  <a:pt x="296571" y="146602"/>
                </a:lnTo>
                <a:lnTo>
                  <a:pt x="299479" y="158095"/>
                </a:lnTo>
                <a:lnTo>
                  <a:pt x="302386" y="151967"/>
                </a:lnTo>
                <a:lnTo>
                  <a:pt x="308201" y="149593"/>
                </a:lnTo>
                <a:lnTo>
                  <a:pt x="309655" y="146927"/>
                </a:lnTo>
                <a:lnTo>
                  <a:pt x="311109" y="148749"/>
                </a:lnTo>
                <a:lnTo>
                  <a:pt x="316924" y="163760"/>
                </a:lnTo>
                <a:lnTo>
                  <a:pt x="324193" y="153233"/>
                </a:lnTo>
                <a:lnTo>
                  <a:pt x="325646" y="141432"/>
                </a:lnTo>
                <a:lnTo>
                  <a:pt x="328554" y="157823"/>
                </a:lnTo>
                <a:lnTo>
                  <a:pt x="330008" y="158429"/>
                </a:lnTo>
                <a:lnTo>
                  <a:pt x="331462" y="166777"/>
                </a:lnTo>
                <a:lnTo>
                  <a:pt x="332916" y="157252"/>
                </a:lnTo>
                <a:lnTo>
                  <a:pt x="334369" y="145357"/>
                </a:lnTo>
                <a:lnTo>
                  <a:pt x="338730" y="148483"/>
                </a:lnTo>
                <a:lnTo>
                  <a:pt x="347453" y="144838"/>
                </a:lnTo>
                <a:lnTo>
                  <a:pt x="353269" y="148248"/>
                </a:lnTo>
                <a:lnTo>
                  <a:pt x="354722" y="142100"/>
                </a:lnTo>
                <a:lnTo>
                  <a:pt x="357630" y="146102"/>
                </a:lnTo>
                <a:lnTo>
                  <a:pt x="361991" y="159723"/>
                </a:lnTo>
                <a:lnTo>
                  <a:pt x="363445" y="158773"/>
                </a:lnTo>
                <a:lnTo>
                  <a:pt x="370713" y="142421"/>
                </a:lnTo>
                <a:lnTo>
                  <a:pt x="375075" y="162127"/>
                </a:lnTo>
                <a:lnTo>
                  <a:pt x="377983" y="146734"/>
                </a:lnTo>
                <a:lnTo>
                  <a:pt x="382344" y="130826"/>
                </a:lnTo>
                <a:lnTo>
                  <a:pt x="383797" y="132706"/>
                </a:lnTo>
                <a:lnTo>
                  <a:pt x="388159" y="156310"/>
                </a:lnTo>
                <a:lnTo>
                  <a:pt x="391066" y="150787"/>
                </a:lnTo>
                <a:lnTo>
                  <a:pt x="395428" y="142522"/>
                </a:lnTo>
                <a:lnTo>
                  <a:pt x="396882" y="152683"/>
                </a:lnTo>
                <a:lnTo>
                  <a:pt x="399789" y="138479"/>
                </a:lnTo>
                <a:lnTo>
                  <a:pt x="408512" y="155748"/>
                </a:lnTo>
                <a:lnTo>
                  <a:pt x="409966" y="155105"/>
                </a:lnTo>
                <a:lnTo>
                  <a:pt x="414327" y="140935"/>
                </a:lnTo>
                <a:lnTo>
                  <a:pt x="418689" y="144926"/>
                </a:lnTo>
                <a:lnTo>
                  <a:pt x="421596" y="165364"/>
                </a:lnTo>
                <a:lnTo>
                  <a:pt x="424503" y="153259"/>
                </a:lnTo>
                <a:lnTo>
                  <a:pt x="428864" y="125536"/>
                </a:lnTo>
                <a:lnTo>
                  <a:pt x="430319" y="134293"/>
                </a:lnTo>
                <a:lnTo>
                  <a:pt x="433226" y="150229"/>
                </a:lnTo>
                <a:lnTo>
                  <a:pt x="436134" y="140216"/>
                </a:lnTo>
                <a:lnTo>
                  <a:pt x="437587" y="139634"/>
                </a:lnTo>
                <a:lnTo>
                  <a:pt x="439041" y="147044"/>
                </a:lnTo>
                <a:lnTo>
                  <a:pt x="441949" y="139271"/>
                </a:lnTo>
                <a:lnTo>
                  <a:pt x="450671" y="143436"/>
                </a:lnTo>
                <a:lnTo>
                  <a:pt x="460848" y="95286"/>
                </a:lnTo>
                <a:lnTo>
                  <a:pt x="462301" y="118238"/>
                </a:lnTo>
                <a:lnTo>
                  <a:pt x="469570" y="136875"/>
                </a:lnTo>
                <a:lnTo>
                  <a:pt x="482654" y="89801"/>
                </a:lnTo>
                <a:lnTo>
                  <a:pt x="485562" y="121352"/>
                </a:lnTo>
                <a:lnTo>
                  <a:pt x="488470" y="110026"/>
                </a:lnTo>
                <a:lnTo>
                  <a:pt x="489923" y="100561"/>
                </a:lnTo>
                <a:lnTo>
                  <a:pt x="491377" y="112900"/>
                </a:lnTo>
                <a:lnTo>
                  <a:pt x="492831" y="118826"/>
                </a:lnTo>
                <a:lnTo>
                  <a:pt x="494285" y="109753"/>
                </a:lnTo>
                <a:lnTo>
                  <a:pt x="495738" y="106307"/>
                </a:lnTo>
                <a:lnTo>
                  <a:pt x="497193" y="110752"/>
                </a:lnTo>
                <a:lnTo>
                  <a:pt x="500100" y="121552"/>
                </a:lnTo>
                <a:lnTo>
                  <a:pt x="503007" y="113750"/>
                </a:lnTo>
                <a:lnTo>
                  <a:pt x="507369" y="106859"/>
                </a:lnTo>
                <a:lnTo>
                  <a:pt x="508823" y="111577"/>
                </a:lnTo>
                <a:lnTo>
                  <a:pt x="510277" y="115957"/>
                </a:lnTo>
                <a:lnTo>
                  <a:pt x="511730" y="105556"/>
                </a:lnTo>
                <a:lnTo>
                  <a:pt x="513184" y="97457"/>
                </a:lnTo>
                <a:lnTo>
                  <a:pt x="516091" y="104599"/>
                </a:lnTo>
                <a:lnTo>
                  <a:pt x="517545" y="105370"/>
                </a:lnTo>
                <a:lnTo>
                  <a:pt x="526268" y="89135"/>
                </a:lnTo>
                <a:lnTo>
                  <a:pt x="529175" y="98246"/>
                </a:lnTo>
                <a:lnTo>
                  <a:pt x="530630" y="89568"/>
                </a:lnTo>
                <a:lnTo>
                  <a:pt x="534991" y="75951"/>
                </a:lnTo>
                <a:lnTo>
                  <a:pt x="539352" y="77893"/>
                </a:lnTo>
                <a:lnTo>
                  <a:pt x="540805" y="84370"/>
                </a:lnTo>
                <a:lnTo>
                  <a:pt x="543713" y="72594"/>
                </a:lnTo>
                <a:lnTo>
                  <a:pt x="545167" y="66725"/>
                </a:lnTo>
                <a:lnTo>
                  <a:pt x="548074" y="68328"/>
                </a:lnTo>
                <a:lnTo>
                  <a:pt x="553890" y="81583"/>
                </a:lnTo>
                <a:lnTo>
                  <a:pt x="555344" y="79611"/>
                </a:lnTo>
                <a:lnTo>
                  <a:pt x="559705" y="74788"/>
                </a:lnTo>
                <a:lnTo>
                  <a:pt x="561158" y="77096"/>
                </a:lnTo>
                <a:lnTo>
                  <a:pt x="562612" y="83202"/>
                </a:lnTo>
                <a:lnTo>
                  <a:pt x="566974" y="77997"/>
                </a:lnTo>
                <a:lnTo>
                  <a:pt x="568427" y="72959"/>
                </a:lnTo>
                <a:lnTo>
                  <a:pt x="572789" y="76554"/>
                </a:lnTo>
                <a:lnTo>
                  <a:pt x="581511" y="78338"/>
                </a:lnTo>
                <a:lnTo>
                  <a:pt x="588781" y="87418"/>
                </a:lnTo>
                <a:lnTo>
                  <a:pt x="591688" y="86556"/>
                </a:lnTo>
                <a:lnTo>
                  <a:pt x="593142" y="89368"/>
                </a:lnTo>
                <a:lnTo>
                  <a:pt x="596049" y="86208"/>
                </a:lnTo>
                <a:lnTo>
                  <a:pt x="597503" y="78158"/>
                </a:lnTo>
                <a:lnTo>
                  <a:pt x="600411" y="83899"/>
                </a:lnTo>
                <a:lnTo>
                  <a:pt x="606225" y="87022"/>
                </a:lnTo>
                <a:lnTo>
                  <a:pt x="607679" y="84271"/>
                </a:lnTo>
                <a:lnTo>
                  <a:pt x="610587" y="73434"/>
                </a:lnTo>
                <a:lnTo>
                  <a:pt x="613495" y="80536"/>
                </a:lnTo>
                <a:lnTo>
                  <a:pt x="614948" y="89288"/>
                </a:lnTo>
                <a:lnTo>
                  <a:pt x="617856" y="78164"/>
                </a:lnTo>
                <a:lnTo>
                  <a:pt x="619309" y="77445"/>
                </a:lnTo>
                <a:lnTo>
                  <a:pt x="620764" y="70443"/>
                </a:lnTo>
                <a:lnTo>
                  <a:pt x="623671" y="74426"/>
                </a:lnTo>
                <a:lnTo>
                  <a:pt x="626578" y="91167"/>
                </a:lnTo>
                <a:lnTo>
                  <a:pt x="629486" y="76759"/>
                </a:lnTo>
                <a:lnTo>
                  <a:pt x="636755" y="88122"/>
                </a:lnTo>
                <a:lnTo>
                  <a:pt x="632394" y="73536"/>
                </a:lnTo>
                <a:lnTo>
                  <a:pt x="638209" y="81559"/>
                </a:lnTo>
                <a:lnTo>
                  <a:pt x="642570" y="69745"/>
                </a:lnTo>
                <a:lnTo>
                  <a:pt x="645478" y="80948"/>
                </a:lnTo>
                <a:lnTo>
                  <a:pt x="646931" y="88403"/>
                </a:lnTo>
                <a:lnTo>
                  <a:pt x="649839" y="75808"/>
                </a:lnTo>
                <a:lnTo>
                  <a:pt x="652746" y="67616"/>
                </a:lnTo>
                <a:lnTo>
                  <a:pt x="654201" y="49939"/>
                </a:lnTo>
                <a:lnTo>
                  <a:pt x="658562" y="63270"/>
                </a:lnTo>
                <a:lnTo>
                  <a:pt x="664377" y="72505"/>
                </a:lnTo>
                <a:lnTo>
                  <a:pt x="665831" y="71900"/>
                </a:lnTo>
                <a:lnTo>
                  <a:pt x="668738" y="60253"/>
                </a:lnTo>
                <a:lnTo>
                  <a:pt x="671646" y="67670"/>
                </a:lnTo>
                <a:lnTo>
                  <a:pt x="673099" y="68238"/>
                </a:lnTo>
                <a:lnTo>
                  <a:pt x="676007" y="55560"/>
                </a:lnTo>
                <a:lnTo>
                  <a:pt x="678915" y="63454"/>
                </a:lnTo>
                <a:lnTo>
                  <a:pt x="689091" y="67432"/>
                </a:lnTo>
                <a:lnTo>
                  <a:pt x="693452" y="65716"/>
                </a:lnTo>
                <a:lnTo>
                  <a:pt x="694906" y="67370"/>
                </a:lnTo>
                <a:lnTo>
                  <a:pt x="696360" y="66713"/>
                </a:lnTo>
                <a:lnTo>
                  <a:pt x="697814" y="59715"/>
                </a:lnTo>
                <a:lnTo>
                  <a:pt x="700721" y="65272"/>
                </a:lnTo>
                <a:lnTo>
                  <a:pt x="712352" y="65161"/>
                </a:lnTo>
                <a:lnTo>
                  <a:pt x="713805" y="56697"/>
                </a:lnTo>
                <a:lnTo>
                  <a:pt x="715259" y="65485"/>
                </a:lnTo>
                <a:lnTo>
                  <a:pt x="722528" y="80939"/>
                </a:lnTo>
                <a:lnTo>
                  <a:pt x="723982" y="81520"/>
                </a:lnTo>
                <a:lnTo>
                  <a:pt x="725435" y="72215"/>
                </a:lnTo>
                <a:lnTo>
                  <a:pt x="729796" y="77283"/>
                </a:lnTo>
                <a:lnTo>
                  <a:pt x="731251" y="81460"/>
                </a:lnTo>
                <a:lnTo>
                  <a:pt x="732705" y="77957"/>
                </a:lnTo>
                <a:lnTo>
                  <a:pt x="734158" y="67287"/>
                </a:lnTo>
                <a:lnTo>
                  <a:pt x="737066" y="75094"/>
                </a:lnTo>
                <a:lnTo>
                  <a:pt x="738519" y="78491"/>
                </a:lnTo>
                <a:lnTo>
                  <a:pt x="739973" y="75946"/>
                </a:lnTo>
                <a:lnTo>
                  <a:pt x="744335" y="68189"/>
                </a:lnTo>
                <a:lnTo>
                  <a:pt x="745788" y="75444"/>
                </a:lnTo>
                <a:lnTo>
                  <a:pt x="748696" y="72407"/>
                </a:lnTo>
                <a:lnTo>
                  <a:pt x="750150" y="67928"/>
                </a:lnTo>
                <a:lnTo>
                  <a:pt x="753057" y="75733"/>
                </a:lnTo>
                <a:lnTo>
                  <a:pt x="758872" y="86227"/>
                </a:lnTo>
                <a:lnTo>
                  <a:pt x="761780" y="84104"/>
                </a:lnTo>
                <a:lnTo>
                  <a:pt x="766142" y="76397"/>
                </a:lnTo>
                <a:lnTo>
                  <a:pt x="767595" y="77366"/>
                </a:lnTo>
                <a:lnTo>
                  <a:pt x="769049" y="81773"/>
                </a:lnTo>
                <a:lnTo>
                  <a:pt x="771956" y="75747"/>
                </a:lnTo>
                <a:lnTo>
                  <a:pt x="773410" y="76928"/>
                </a:lnTo>
                <a:lnTo>
                  <a:pt x="774864" y="85600"/>
                </a:lnTo>
                <a:lnTo>
                  <a:pt x="777772" y="74388"/>
                </a:lnTo>
                <a:lnTo>
                  <a:pt x="785040" y="85733"/>
                </a:lnTo>
                <a:lnTo>
                  <a:pt x="786494" y="77994"/>
                </a:lnTo>
                <a:lnTo>
                  <a:pt x="789402" y="82403"/>
                </a:lnTo>
                <a:lnTo>
                  <a:pt x="790856" y="86117"/>
                </a:lnTo>
                <a:lnTo>
                  <a:pt x="792309" y="79187"/>
                </a:lnTo>
                <a:lnTo>
                  <a:pt x="793763" y="74872"/>
                </a:lnTo>
                <a:lnTo>
                  <a:pt x="796670" y="77085"/>
                </a:lnTo>
                <a:lnTo>
                  <a:pt x="803939" y="89559"/>
                </a:lnTo>
                <a:lnTo>
                  <a:pt x="805393" y="87499"/>
                </a:lnTo>
                <a:lnTo>
                  <a:pt x="818477" y="81984"/>
                </a:lnTo>
                <a:lnTo>
                  <a:pt x="821385" y="89622"/>
                </a:lnTo>
                <a:lnTo>
                  <a:pt x="824292" y="84418"/>
                </a:lnTo>
                <a:lnTo>
                  <a:pt x="825746" y="87191"/>
                </a:lnTo>
                <a:lnTo>
                  <a:pt x="827200" y="82098"/>
                </a:lnTo>
                <a:lnTo>
                  <a:pt x="828654" y="85620"/>
                </a:lnTo>
                <a:lnTo>
                  <a:pt x="830107" y="80971"/>
                </a:lnTo>
                <a:lnTo>
                  <a:pt x="833015" y="89325"/>
                </a:lnTo>
                <a:lnTo>
                  <a:pt x="834469" y="86006"/>
                </a:lnTo>
                <a:lnTo>
                  <a:pt x="835923" y="87758"/>
                </a:lnTo>
                <a:lnTo>
                  <a:pt x="843191" y="103127"/>
                </a:lnTo>
                <a:lnTo>
                  <a:pt x="844645" y="104731"/>
                </a:lnTo>
                <a:lnTo>
                  <a:pt x="846099" y="101302"/>
                </a:lnTo>
                <a:lnTo>
                  <a:pt x="850460" y="96640"/>
                </a:lnTo>
                <a:lnTo>
                  <a:pt x="851914" y="100039"/>
                </a:lnTo>
                <a:lnTo>
                  <a:pt x="854822" y="106678"/>
                </a:lnTo>
                <a:lnTo>
                  <a:pt x="857729" y="103013"/>
                </a:lnTo>
                <a:lnTo>
                  <a:pt x="864998" y="94616"/>
                </a:lnTo>
                <a:lnTo>
                  <a:pt x="866452" y="96233"/>
                </a:lnTo>
                <a:lnTo>
                  <a:pt x="869360" y="102201"/>
                </a:lnTo>
                <a:lnTo>
                  <a:pt x="872267" y="97943"/>
                </a:lnTo>
                <a:lnTo>
                  <a:pt x="876628" y="105146"/>
                </a:lnTo>
                <a:lnTo>
                  <a:pt x="878082" y="92838"/>
                </a:lnTo>
                <a:lnTo>
                  <a:pt x="882443" y="98861"/>
                </a:lnTo>
                <a:lnTo>
                  <a:pt x="883897" y="96365"/>
                </a:lnTo>
                <a:lnTo>
                  <a:pt x="885351" y="100775"/>
                </a:lnTo>
                <a:lnTo>
                  <a:pt x="891166" y="114639"/>
                </a:lnTo>
                <a:lnTo>
                  <a:pt x="888259" y="94141"/>
                </a:lnTo>
                <a:lnTo>
                  <a:pt x="892620" y="112048"/>
                </a:lnTo>
                <a:lnTo>
                  <a:pt x="895527" y="103794"/>
                </a:lnTo>
                <a:lnTo>
                  <a:pt x="896981" y="106378"/>
                </a:lnTo>
                <a:lnTo>
                  <a:pt x="899889" y="118544"/>
                </a:lnTo>
                <a:lnTo>
                  <a:pt x="901343" y="110735"/>
                </a:lnTo>
                <a:lnTo>
                  <a:pt x="905704" y="98640"/>
                </a:lnTo>
                <a:lnTo>
                  <a:pt x="912973" y="127985"/>
                </a:lnTo>
                <a:lnTo>
                  <a:pt x="918788" y="124182"/>
                </a:lnTo>
                <a:lnTo>
                  <a:pt x="923149" y="108986"/>
                </a:lnTo>
                <a:lnTo>
                  <a:pt x="924603" y="111495"/>
                </a:lnTo>
                <a:lnTo>
                  <a:pt x="933326" y="117957"/>
                </a:lnTo>
                <a:lnTo>
                  <a:pt x="934780" y="126345"/>
                </a:lnTo>
                <a:lnTo>
                  <a:pt x="937687" y="121814"/>
                </a:lnTo>
                <a:lnTo>
                  <a:pt x="942048" y="114089"/>
                </a:lnTo>
                <a:lnTo>
                  <a:pt x="943502" y="116522"/>
                </a:lnTo>
                <a:lnTo>
                  <a:pt x="944956" y="128300"/>
                </a:lnTo>
                <a:lnTo>
                  <a:pt x="947864" y="115674"/>
                </a:lnTo>
                <a:lnTo>
                  <a:pt x="953678" y="107440"/>
                </a:lnTo>
                <a:lnTo>
                  <a:pt x="955133" y="109489"/>
                </a:lnTo>
                <a:lnTo>
                  <a:pt x="956586" y="126138"/>
                </a:lnTo>
                <a:lnTo>
                  <a:pt x="960947" y="113486"/>
                </a:lnTo>
                <a:lnTo>
                  <a:pt x="962401" y="109510"/>
                </a:lnTo>
                <a:lnTo>
                  <a:pt x="963855" y="111804"/>
                </a:lnTo>
                <a:lnTo>
                  <a:pt x="968217" y="125692"/>
                </a:lnTo>
                <a:lnTo>
                  <a:pt x="969670" y="124792"/>
                </a:lnTo>
                <a:lnTo>
                  <a:pt x="971124" y="115384"/>
                </a:lnTo>
                <a:lnTo>
                  <a:pt x="975485" y="116188"/>
                </a:lnTo>
                <a:lnTo>
                  <a:pt x="976939" y="126760"/>
                </a:lnTo>
                <a:lnTo>
                  <a:pt x="978393" y="115174"/>
                </a:lnTo>
                <a:lnTo>
                  <a:pt x="979847" y="116288"/>
                </a:lnTo>
                <a:lnTo>
                  <a:pt x="988569" y="104310"/>
                </a:lnTo>
                <a:lnTo>
                  <a:pt x="992931" y="101050"/>
                </a:lnTo>
                <a:lnTo>
                  <a:pt x="995838" y="122864"/>
                </a:lnTo>
                <a:lnTo>
                  <a:pt x="998745" y="117969"/>
                </a:lnTo>
                <a:lnTo>
                  <a:pt x="1008922" y="100729"/>
                </a:lnTo>
                <a:lnTo>
                  <a:pt x="1010376" y="99711"/>
                </a:lnTo>
                <a:lnTo>
                  <a:pt x="1013284" y="104099"/>
                </a:lnTo>
                <a:lnTo>
                  <a:pt x="1022006" y="126197"/>
                </a:lnTo>
                <a:lnTo>
                  <a:pt x="1024914" y="124260"/>
                </a:lnTo>
                <a:lnTo>
                  <a:pt x="1026368" y="124777"/>
                </a:lnTo>
                <a:lnTo>
                  <a:pt x="1032182" y="117370"/>
                </a:lnTo>
                <a:lnTo>
                  <a:pt x="1033636" y="124805"/>
                </a:lnTo>
                <a:lnTo>
                  <a:pt x="1036544" y="118587"/>
                </a:lnTo>
                <a:lnTo>
                  <a:pt x="1051082" y="102052"/>
                </a:lnTo>
                <a:lnTo>
                  <a:pt x="1053989" y="119453"/>
                </a:lnTo>
                <a:lnTo>
                  <a:pt x="1059804" y="114475"/>
                </a:lnTo>
                <a:lnTo>
                  <a:pt x="1067073" y="107673"/>
                </a:lnTo>
                <a:lnTo>
                  <a:pt x="1068527" y="108894"/>
                </a:lnTo>
                <a:lnTo>
                  <a:pt x="1072888" y="118916"/>
                </a:lnTo>
                <a:lnTo>
                  <a:pt x="1074342" y="117956"/>
                </a:lnTo>
                <a:lnTo>
                  <a:pt x="1080157" y="111503"/>
                </a:lnTo>
                <a:lnTo>
                  <a:pt x="1088880" y="101070"/>
                </a:lnTo>
                <a:lnTo>
                  <a:pt x="1090334" y="102385"/>
                </a:lnTo>
                <a:lnTo>
                  <a:pt x="1094695" y="118075"/>
                </a:lnTo>
                <a:lnTo>
                  <a:pt x="1096149" y="113426"/>
                </a:lnTo>
                <a:lnTo>
                  <a:pt x="1099056" y="101459"/>
                </a:lnTo>
                <a:lnTo>
                  <a:pt x="1101964" y="106950"/>
                </a:lnTo>
                <a:lnTo>
                  <a:pt x="1104872" y="116666"/>
                </a:lnTo>
                <a:lnTo>
                  <a:pt x="1106325" y="112301"/>
                </a:lnTo>
                <a:lnTo>
                  <a:pt x="1107779" y="97144"/>
                </a:lnTo>
                <a:lnTo>
                  <a:pt x="1110686" y="104340"/>
                </a:lnTo>
                <a:lnTo>
                  <a:pt x="1116502" y="115043"/>
                </a:lnTo>
                <a:lnTo>
                  <a:pt x="1117955" y="110528"/>
                </a:lnTo>
                <a:lnTo>
                  <a:pt x="1129586" y="96903"/>
                </a:lnTo>
                <a:lnTo>
                  <a:pt x="1131039" y="106801"/>
                </a:lnTo>
                <a:lnTo>
                  <a:pt x="1133947" y="97858"/>
                </a:lnTo>
                <a:lnTo>
                  <a:pt x="1138308" y="94436"/>
                </a:lnTo>
                <a:lnTo>
                  <a:pt x="1139762" y="97120"/>
                </a:lnTo>
                <a:lnTo>
                  <a:pt x="1142669" y="111142"/>
                </a:lnTo>
                <a:lnTo>
                  <a:pt x="1145578" y="100227"/>
                </a:lnTo>
                <a:lnTo>
                  <a:pt x="1148485" y="95143"/>
                </a:lnTo>
                <a:lnTo>
                  <a:pt x="1151392" y="98875"/>
                </a:lnTo>
                <a:lnTo>
                  <a:pt x="1155753" y="109859"/>
                </a:lnTo>
                <a:lnTo>
                  <a:pt x="1157208" y="101514"/>
                </a:lnTo>
                <a:lnTo>
                  <a:pt x="1158661" y="96699"/>
                </a:lnTo>
                <a:lnTo>
                  <a:pt x="1161569" y="99244"/>
                </a:lnTo>
                <a:lnTo>
                  <a:pt x="1163022" y="102211"/>
                </a:lnTo>
                <a:lnTo>
                  <a:pt x="1165930" y="100609"/>
                </a:lnTo>
                <a:lnTo>
                  <a:pt x="1167384" y="91620"/>
                </a:lnTo>
                <a:lnTo>
                  <a:pt x="1168838" y="100714"/>
                </a:lnTo>
                <a:lnTo>
                  <a:pt x="1170292" y="107860"/>
                </a:lnTo>
                <a:lnTo>
                  <a:pt x="1171745" y="98066"/>
                </a:lnTo>
                <a:lnTo>
                  <a:pt x="1173199" y="100297"/>
                </a:lnTo>
                <a:lnTo>
                  <a:pt x="1184829" y="115121"/>
                </a:lnTo>
                <a:lnTo>
                  <a:pt x="1187737" y="110966"/>
                </a:lnTo>
                <a:lnTo>
                  <a:pt x="1193552" y="99013"/>
                </a:lnTo>
                <a:lnTo>
                  <a:pt x="1195006" y="100769"/>
                </a:lnTo>
                <a:lnTo>
                  <a:pt x="1202275" y="111105"/>
                </a:lnTo>
                <a:lnTo>
                  <a:pt x="1209543" y="103363"/>
                </a:lnTo>
                <a:lnTo>
                  <a:pt x="1213905" y="101945"/>
                </a:lnTo>
                <a:lnTo>
                  <a:pt x="1215359" y="116025"/>
                </a:lnTo>
                <a:lnTo>
                  <a:pt x="1218266" y="103810"/>
                </a:lnTo>
                <a:lnTo>
                  <a:pt x="1219720" y="95532"/>
                </a:lnTo>
                <a:lnTo>
                  <a:pt x="1222627" y="108657"/>
                </a:lnTo>
                <a:lnTo>
                  <a:pt x="1229896" y="114847"/>
                </a:lnTo>
                <a:lnTo>
                  <a:pt x="1232804" y="105271"/>
                </a:lnTo>
                <a:lnTo>
                  <a:pt x="1234257" y="109855"/>
                </a:lnTo>
                <a:lnTo>
                  <a:pt x="1241526" y="128063"/>
                </a:lnTo>
                <a:lnTo>
                  <a:pt x="1242980" y="125515"/>
                </a:lnTo>
                <a:lnTo>
                  <a:pt x="1247342" y="109163"/>
                </a:lnTo>
                <a:lnTo>
                  <a:pt x="1248796" y="118517"/>
                </a:lnTo>
                <a:lnTo>
                  <a:pt x="1257518" y="136023"/>
                </a:lnTo>
                <a:lnTo>
                  <a:pt x="1264787" y="116658"/>
                </a:lnTo>
                <a:lnTo>
                  <a:pt x="1267694" y="120264"/>
                </a:lnTo>
                <a:lnTo>
                  <a:pt x="1270602" y="121102"/>
                </a:lnTo>
                <a:lnTo>
                  <a:pt x="1273510" y="137203"/>
                </a:lnTo>
                <a:lnTo>
                  <a:pt x="1276417" y="133925"/>
                </a:lnTo>
                <a:lnTo>
                  <a:pt x="1283686" y="129535"/>
                </a:lnTo>
                <a:lnTo>
                  <a:pt x="1288047" y="145053"/>
                </a:lnTo>
                <a:lnTo>
                  <a:pt x="1289501" y="142147"/>
                </a:lnTo>
                <a:lnTo>
                  <a:pt x="1293863" y="134302"/>
                </a:lnTo>
                <a:lnTo>
                  <a:pt x="1298224" y="137823"/>
                </a:lnTo>
                <a:lnTo>
                  <a:pt x="1302586" y="146550"/>
                </a:lnTo>
                <a:lnTo>
                  <a:pt x="1304039" y="138975"/>
                </a:lnTo>
                <a:lnTo>
                  <a:pt x="1308400" y="142058"/>
                </a:lnTo>
                <a:lnTo>
                  <a:pt x="1311308" y="155538"/>
                </a:lnTo>
                <a:lnTo>
                  <a:pt x="1314216" y="145211"/>
                </a:lnTo>
                <a:lnTo>
                  <a:pt x="1328753" y="164199"/>
                </a:lnTo>
                <a:lnTo>
                  <a:pt x="1330207" y="157563"/>
                </a:lnTo>
                <a:lnTo>
                  <a:pt x="1334568" y="152917"/>
                </a:lnTo>
                <a:lnTo>
                  <a:pt x="1336022" y="155747"/>
                </a:lnTo>
                <a:lnTo>
                  <a:pt x="1350560" y="159604"/>
                </a:lnTo>
                <a:lnTo>
                  <a:pt x="1354921" y="168902"/>
                </a:lnTo>
                <a:lnTo>
                  <a:pt x="1356375" y="163544"/>
                </a:lnTo>
                <a:lnTo>
                  <a:pt x="1368005" y="158846"/>
                </a:lnTo>
                <a:lnTo>
                  <a:pt x="1372367" y="158533"/>
                </a:lnTo>
                <a:lnTo>
                  <a:pt x="1375274" y="163847"/>
                </a:lnTo>
                <a:lnTo>
                  <a:pt x="1376728" y="158925"/>
                </a:lnTo>
                <a:lnTo>
                  <a:pt x="1378181" y="156060"/>
                </a:lnTo>
                <a:lnTo>
                  <a:pt x="1381090" y="160724"/>
                </a:lnTo>
                <a:lnTo>
                  <a:pt x="1383997" y="169841"/>
                </a:lnTo>
                <a:lnTo>
                  <a:pt x="1385451" y="162488"/>
                </a:lnTo>
                <a:lnTo>
                  <a:pt x="1389812" y="157781"/>
                </a:lnTo>
                <a:lnTo>
                  <a:pt x="1391265" y="161047"/>
                </a:lnTo>
                <a:lnTo>
                  <a:pt x="1392720" y="168377"/>
                </a:lnTo>
                <a:lnTo>
                  <a:pt x="1395627" y="158456"/>
                </a:lnTo>
                <a:lnTo>
                  <a:pt x="1398534" y="149094"/>
                </a:lnTo>
                <a:lnTo>
                  <a:pt x="1401442" y="157776"/>
                </a:lnTo>
                <a:lnTo>
                  <a:pt x="1405804" y="170715"/>
                </a:lnTo>
                <a:lnTo>
                  <a:pt x="1407257" y="169107"/>
                </a:lnTo>
                <a:lnTo>
                  <a:pt x="1410165" y="152597"/>
                </a:lnTo>
                <a:lnTo>
                  <a:pt x="1414526" y="156925"/>
                </a:lnTo>
                <a:lnTo>
                  <a:pt x="1420341" y="180280"/>
                </a:lnTo>
                <a:lnTo>
                  <a:pt x="1423248" y="177135"/>
                </a:lnTo>
                <a:lnTo>
                  <a:pt x="1426157" y="172448"/>
                </a:lnTo>
                <a:lnTo>
                  <a:pt x="1429064" y="175769"/>
                </a:lnTo>
                <a:lnTo>
                  <a:pt x="1436332" y="175573"/>
                </a:lnTo>
                <a:lnTo>
                  <a:pt x="1437787" y="179560"/>
                </a:lnTo>
                <a:lnTo>
                  <a:pt x="1440694" y="177952"/>
                </a:lnTo>
                <a:lnTo>
                  <a:pt x="1442148" y="174770"/>
                </a:lnTo>
                <a:lnTo>
                  <a:pt x="1443602" y="177326"/>
                </a:lnTo>
                <a:lnTo>
                  <a:pt x="1445055" y="188695"/>
                </a:lnTo>
                <a:lnTo>
                  <a:pt x="1447963" y="172775"/>
                </a:lnTo>
                <a:lnTo>
                  <a:pt x="1455232" y="168513"/>
                </a:lnTo>
                <a:lnTo>
                  <a:pt x="1458139" y="185584"/>
                </a:lnTo>
                <a:lnTo>
                  <a:pt x="1461047" y="175542"/>
                </a:lnTo>
                <a:lnTo>
                  <a:pt x="1462501" y="179719"/>
                </a:lnTo>
                <a:lnTo>
                  <a:pt x="1465408" y="173493"/>
                </a:lnTo>
                <a:lnTo>
                  <a:pt x="1472677" y="173689"/>
                </a:lnTo>
                <a:lnTo>
                  <a:pt x="1482854" y="170808"/>
                </a:lnTo>
                <a:lnTo>
                  <a:pt x="1484308" y="170163"/>
                </a:lnTo>
                <a:lnTo>
                  <a:pt x="1491576" y="178113"/>
                </a:lnTo>
                <a:lnTo>
                  <a:pt x="1494484" y="168195"/>
                </a:lnTo>
                <a:lnTo>
                  <a:pt x="1497391" y="178429"/>
                </a:lnTo>
                <a:lnTo>
                  <a:pt x="1498845" y="191971"/>
                </a:lnTo>
                <a:lnTo>
                  <a:pt x="1503207" y="184769"/>
                </a:lnTo>
                <a:lnTo>
                  <a:pt x="1504661" y="181666"/>
                </a:lnTo>
                <a:lnTo>
                  <a:pt x="1506114" y="183676"/>
                </a:lnTo>
                <a:lnTo>
                  <a:pt x="1507568" y="188570"/>
                </a:lnTo>
                <a:lnTo>
                  <a:pt x="1510475" y="182215"/>
                </a:lnTo>
                <a:lnTo>
                  <a:pt x="1514837" y="186251"/>
                </a:lnTo>
                <a:lnTo>
                  <a:pt x="1516291" y="171426"/>
                </a:lnTo>
                <a:lnTo>
                  <a:pt x="1519198" y="188692"/>
                </a:lnTo>
                <a:lnTo>
                  <a:pt x="1523559" y="187582"/>
                </a:lnTo>
                <a:lnTo>
                  <a:pt x="1529375" y="184565"/>
                </a:lnTo>
                <a:lnTo>
                  <a:pt x="1533736" y="188881"/>
                </a:lnTo>
                <a:lnTo>
                  <a:pt x="1536643" y="167763"/>
                </a:lnTo>
                <a:lnTo>
                  <a:pt x="1538097" y="185749"/>
                </a:lnTo>
                <a:lnTo>
                  <a:pt x="1539551" y="192480"/>
                </a:lnTo>
                <a:lnTo>
                  <a:pt x="1541005" y="186303"/>
                </a:lnTo>
                <a:lnTo>
                  <a:pt x="1542459" y="171735"/>
                </a:lnTo>
                <a:lnTo>
                  <a:pt x="1545366" y="189335"/>
                </a:lnTo>
                <a:lnTo>
                  <a:pt x="1546820" y="189284"/>
                </a:lnTo>
                <a:lnTo>
                  <a:pt x="1548274" y="172627"/>
                </a:lnTo>
                <a:lnTo>
                  <a:pt x="1551181" y="178642"/>
                </a:lnTo>
                <a:lnTo>
                  <a:pt x="1554089" y="189534"/>
                </a:lnTo>
                <a:lnTo>
                  <a:pt x="1556996" y="185284"/>
                </a:lnTo>
                <a:lnTo>
                  <a:pt x="1558450" y="176561"/>
                </a:lnTo>
                <a:lnTo>
                  <a:pt x="1561358" y="186526"/>
                </a:lnTo>
                <a:lnTo>
                  <a:pt x="1562812" y="186746"/>
                </a:lnTo>
                <a:lnTo>
                  <a:pt x="1564265" y="178352"/>
                </a:lnTo>
                <a:lnTo>
                  <a:pt x="1567173" y="192214"/>
                </a:lnTo>
                <a:lnTo>
                  <a:pt x="1568626" y="193279"/>
                </a:lnTo>
                <a:lnTo>
                  <a:pt x="1570080" y="190587"/>
                </a:lnTo>
                <a:lnTo>
                  <a:pt x="1572988" y="179765"/>
                </a:lnTo>
                <a:lnTo>
                  <a:pt x="1577349" y="182642"/>
                </a:lnTo>
                <a:lnTo>
                  <a:pt x="1581710" y="188977"/>
                </a:lnTo>
                <a:lnTo>
                  <a:pt x="1583165" y="183383"/>
                </a:lnTo>
                <a:lnTo>
                  <a:pt x="1586072" y="181131"/>
                </a:lnTo>
                <a:lnTo>
                  <a:pt x="1587526" y="182695"/>
                </a:lnTo>
                <a:lnTo>
                  <a:pt x="1590433" y="187984"/>
                </a:lnTo>
                <a:lnTo>
                  <a:pt x="1591887" y="183954"/>
                </a:lnTo>
                <a:lnTo>
                  <a:pt x="1593341" y="175733"/>
                </a:lnTo>
                <a:lnTo>
                  <a:pt x="1596248" y="188602"/>
                </a:lnTo>
                <a:lnTo>
                  <a:pt x="1599156" y="195506"/>
                </a:lnTo>
                <a:lnTo>
                  <a:pt x="1600609" y="189426"/>
                </a:lnTo>
                <a:lnTo>
                  <a:pt x="1603517" y="184284"/>
                </a:lnTo>
                <a:lnTo>
                  <a:pt x="1606425" y="188099"/>
                </a:lnTo>
                <a:lnTo>
                  <a:pt x="1610786" y="181815"/>
                </a:lnTo>
                <a:lnTo>
                  <a:pt x="1612240" y="185752"/>
                </a:lnTo>
                <a:lnTo>
                  <a:pt x="1618055" y="200384"/>
                </a:lnTo>
                <a:lnTo>
                  <a:pt x="1622416" y="187829"/>
                </a:lnTo>
                <a:lnTo>
                  <a:pt x="1623870" y="189386"/>
                </a:lnTo>
                <a:lnTo>
                  <a:pt x="1628232" y="186335"/>
                </a:lnTo>
                <a:lnTo>
                  <a:pt x="1639862" y="170199"/>
                </a:lnTo>
                <a:lnTo>
                  <a:pt x="1642769" y="176977"/>
                </a:lnTo>
                <a:lnTo>
                  <a:pt x="1644223" y="171205"/>
                </a:lnTo>
                <a:lnTo>
                  <a:pt x="1645677" y="164621"/>
                </a:lnTo>
                <a:lnTo>
                  <a:pt x="1647130" y="175167"/>
                </a:lnTo>
                <a:lnTo>
                  <a:pt x="1648584" y="172237"/>
                </a:lnTo>
                <a:lnTo>
                  <a:pt x="1651492" y="196312"/>
                </a:lnTo>
                <a:lnTo>
                  <a:pt x="1655853" y="195808"/>
                </a:lnTo>
                <a:lnTo>
                  <a:pt x="1657307" y="184415"/>
                </a:lnTo>
                <a:lnTo>
                  <a:pt x="1660214" y="202571"/>
                </a:lnTo>
                <a:lnTo>
                  <a:pt x="1661669" y="186588"/>
                </a:lnTo>
                <a:lnTo>
                  <a:pt x="1667483" y="208033"/>
                </a:lnTo>
                <a:lnTo>
                  <a:pt x="1668937" y="204009"/>
                </a:lnTo>
                <a:lnTo>
                  <a:pt x="1674752" y="191304"/>
                </a:lnTo>
                <a:lnTo>
                  <a:pt x="1677660" y="210594"/>
                </a:lnTo>
                <a:lnTo>
                  <a:pt x="1680567" y="198941"/>
                </a:lnTo>
                <a:lnTo>
                  <a:pt x="1699466" y="193932"/>
                </a:lnTo>
                <a:lnTo>
                  <a:pt x="1702374" y="185545"/>
                </a:lnTo>
                <a:lnTo>
                  <a:pt x="1705282" y="189280"/>
                </a:lnTo>
                <a:lnTo>
                  <a:pt x="1706736" y="190612"/>
                </a:lnTo>
                <a:lnTo>
                  <a:pt x="1708189" y="187885"/>
                </a:lnTo>
                <a:lnTo>
                  <a:pt x="1715458" y="183375"/>
                </a:lnTo>
                <a:lnTo>
                  <a:pt x="1718366" y="190326"/>
                </a:lnTo>
                <a:lnTo>
                  <a:pt x="1721273" y="185366"/>
                </a:lnTo>
                <a:lnTo>
                  <a:pt x="1727088" y="180725"/>
                </a:lnTo>
                <a:lnTo>
                  <a:pt x="1728542" y="181352"/>
                </a:lnTo>
                <a:lnTo>
                  <a:pt x="1729996" y="187940"/>
                </a:lnTo>
                <a:lnTo>
                  <a:pt x="1732903" y="179244"/>
                </a:lnTo>
                <a:lnTo>
                  <a:pt x="1735811" y="175179"/>
                </a:lnTo>
                <a:lnTo>
                  <a:pt x="1737264" y="182948"/>
                </a:lnTo>
                <a:lnTo>
                  <a:pt x="1740173" y="169701"/>
                </a:lnTo>
                <a:lnTo>
                  <a:pt x="1741626" y="164951"/>
                </a:lnTo>
                <a:lnTo>
                  <a:pt x="1743080" y="173949"/>
                </a:lnTo>
                <a:lnTo>
                  <a:pt x="1744534" y="172234"/>
                </a:lnTo>
                <a:lnTo>
                  <a:pt x="1745987" y="171138"/>
                </a:lnTo>
                <a:lnTo>
                  <a:pt x="1748895" y="182757"/>
                </a:lnTo>
                <a:lnTo>
                  <a:pt x="1751803" y="177326"/>
                </a:lnTo>
                <a:lnTo>
                  <a:pt x="1761979" y="164129"/>
                </a:lnTo>
                <a:lnTo>
                  <a:pt x="1763433" y="173379"/>
                </a:lnTo>
                <a:lnTo>
                  <a:pt x="1767794" y="167099"/>
                </a:lnTo>
                <a:lnTo>
                  <a:pt x="1776517" y="152680"/>
                </a:lnTo>
                <a:lnTo>
                  <a:pt x="1780878" y="159275"/>
                </a:lnTo>
                <a:lnTo>
                  <a:pt x="1782332" y="149794"/>
                </a:lnTo>
                <a:lnTo>
                  <a:pt x="1786693" y="150896"/>
                </a:lnTo>
                <a:lnTo>
                  <a:pt x="1793962" y="138987"/>
                </a:lnTo>
                <a:lnTo>
                  <a:pt x="1795416" y="133968"/>
                </a:lnTo>
                <a:lnTo>
                  <a:pt x="1796870" y="144979"/>
                </a:lnTo>
                <a:lnTo>
                  <a:pt x="1798324" y="153783"/>
                </a:lnTo>
                <a:lnTo>
                  <a:pt x="1801231" y="140636"/>
                </a:lnTo>
                <a:lnTo>
                  <a:pt x="1808500" y="127651"/>
                </a:lnTo>
                <a:lnTo>
                  <a:pt x="1821584" y="124082"/>
                </a:lnTo>
                <a:lnTo>
                  <a:pt x="1823038" y="116453"/>
                </a:lnTo>
                <a:lnTo>
                  <a:pt x="1824491" y="126475"/>
                </a:lnTo>
                <a:lnTo>
                  <a:pt x="1827399" y="119220"/>
                </a:lnTo>
                <a:lnTo>
                  <a:pt x="1839029" y="126396"/>
                </a:lnTo>
                <a:lnTo>
                  <a:pt x="1841937" y="129893"/>
                </a:lnTo>
                <a:lnTo>
                  <a:pt x="1844844" y="121883"/>
                </a:lnTo>
                <a:lnTo>
                  <a:pt x="1847752" y="127395"/>
                </a:lnTo>
                <a:lnTo>
                  <a:pt x="1855021" y="103571"/>
                </a:lnTo>
                <a:lnTo>
                  <a:pt x="1857928" y="117097"/>
                </a:lnTo>
                <a:lnTo>
                  <a:pt x="1859382" y="109731"/>
                </a:lnTo>
                <a:lnTo>
                  <a:pt x="1865197" y="83486"/>
                </a:lnTo>
                <a:lnTo>
                  <a:pt x="1866651" y="97336"/>
                </a:lnTo>
                <a:lnTo>
                  <a:pt x="1868105" y="102837"/>
                </a:lnTo>
                <a:lnTo>
                  <a:pt x="1871012" y="94124"/>
                </a:lnTo>
                <a:lnTo>
                  <a:pt x="1879735" y="83173"/>
                </a:lnTo>
                <a:lnTo>
                  <a:pt x="1881189" y="92364"/>
                </a:lnTo>
                <a:lnTo>
                  <a:pt x="1882642" y="68650"/>
                </a:lnTo>
                <a:lnTo>
                  <a:pt x="1884097" y="80416"/>
                </a:lnTo>
                <a:lnTo>
                  <a:pt x="1900088" y="50851"/>
                </a:lnTo>
                <a:lnTo>
                  <a:pt x="1901542" y="64562"/>
                </a:lnTo>
                <a:lnTo>
                  <a:pt x="1902995" y="42404"/>
                </a:lnTo>
                <a:lnTo>
                  <a:pt x="1904449" y="63255"/>
                </a:lnTo>
                <a:lnTo>
                  <a:pt x="1911718" y="37643"/>
                </a:lnTo>
                <a:lnTo>
                  <a:pt x="1918987" y="18035"/>
                </a:lnTo>
                <a:lnTo>
                  <a:pt x="1920441" y="27464"/>
                </a:lnTo>
                <a:lnTo>
                  <a:pt x="1923348" y="18248"/>
                </a:lnTo>
                <a:lnTo>
                  <a:pt x="1929164" y="6684"/>
                </a:lnTo>
                <a:lnTo>
                  <a:pt x="1932071" y="0"/>
                </a:lnTo>
                <a:lnTo>
                  <a:pt x="1936432" y="21447"/>
                </a:lnTo>
                <a:lnTo>
                  <a:pt x="1937886" y="8266"/>
                </a:lnTo>
                <a:lnTo>
                  <a:pt x="1942248" y="12882"/>
                </a:lnTo>
                <a:lnTo>
                  <a:pt x="1946609" y="12508"/>
                </a:lnTo>
                <a:lnTo>
                  <a:pt x="1949516" y="18015"/>
                </a:lnTo>
                <a:lnTo>
                  <a:pt x="1950970" y="11281"/>
                </a:lnTo>
                <a:lnTo>
                  <a:pt x="1952424" y="8317"/>
                </a:lnTo>
                <a:lnTo>
                  <a:pt x="1953878" y="16224"/>
                </a:lnTo>
                <a:lnTo>
                  <a:pt x="1955331" y="12009"/>
                </a:lnTo>
                <a:lnTo>
                  <a:pt x="1961146" y="23741"/>
                </a:lnTo>
                <a:lnTo>
                  <a:pt x="1962601" y="20959"/>
                </a:lnTo>
                <a:lnTo>
                  <a:pt x="1964054" y="9568"/>
                </a:lnTo>
                <a:lnTo>
                  <a:pt x="1965508" y="26871"/>
                </a:lnTo>
                <a:lnTo>
                  <a:pt x="1966962" y="13135"/>
                </a:lnTo>
                <a:lnTo>
                  <a:pt x="1968415" y="28484"/>
                </a:lnTo>
                <a:lnTo>
                  <a:pt x="1972776" y="27973"/>
                </a:lnTo>
                <a:lnTo>
                  <a:pt x="1977138" y="30108"/>
                </a:lnTo>
                <a:lnTo>
                  <a:pt x="1978592" y="23857"/>
                </a:lnTo>
                <a:lnTo>
                  <a:pt x="1985861" y="42518"/>
                </a:lnTo>
                <a:lnTo>
                  <a:pt x="1988768" y="39415"/>
                </a:lnTo>
                <a:lnTo>
                  <a:pt x="1990222" y="38290"/>
                </a:lnTo>
                <a:lnTo>
                  <a:pt x="1991676" y="40229"/>
                </a:lnTo>
                <a:lnTo>
                  <a:pt x="1997491" y="68693"/>
                </a:lnTo>
                <a:lnTo>
                  <a:pt x="1998945" y="64681"/>
                </a:lnTo>
                <a:lnTo>
                  <a:pt x="2000399" y="54029"/>
                </a:lnTo>
                <a:lnTo>
                  <a:pt x="2001852" y="76287"/>
                </a:lnTo>
                <a:lnTo>
                  <a:pt x="2003306" y="58267"/>
                </a:lnTo>
                <a:lnTo>
                  <a:pt x="2006213" y="76834"/>
                </a:lnTo>
                <a:lnTo>
                  <a:pt x="2009121" y="64366"/>
                </a:lnTo>
                <a:lnTo>
                  <a:pt x="2010575" y="64002"/>
                </a:lnTo>
                <a:lnTo>
                  <a:pt x="2026566" y="136712"/>
                </a:lnTo>
                <a:lnTo>
                  <a:pt x="2029474" y="120926"/>
                </a:lnTo>
                <a:lnTo>
                  <a:pt x="2030928" y="133037"/>
                </a:lnTo>
                <a:lnTo>
                  <a:pt x="2032382" y="168642"/>
                </a:lnTo>
                <a:lnTo>
                  <a:pt x="2036743" y="151334"/>
                </a:lnTo>
                <a:lnTo>
                  <a:pt x="2045466" y="191454"/>
                </a:lnTo>
                <a:lnTo>
                  <a:pt x="2048373" y="202398"/>
                </a:lnTo>
                <a:lnTo>
                  <a:pt x="2049827" y="162631"/>
                </a:lnTo>
                <a:lnTo>
                  <a:pt x="2052735" y="200942"/>
                </a:lnTo>
                <a:lnTo>
                  <a:pt x="2054188" y="199239"/>
                </a:lnTo>
                <a:lnTo>
                  <a:pt x="2058550" y="199640"/>
                </a:lnTo>
                <a:lnTo>
                  <a:pt x="2060003" y="157769"/>
                </a:lnTo>
                <a:lnTo>
                  <a:pt x="2062911" y="193231"/>
                </a:lnTo>
                <a:lnTo>
                  <a:pt x="2065819" y="179608"/>
                </a:lnTo>
                <a:lnTo>
                  <a:pt x="2070180" y="188284"/>
                </a:lnTo>
                <a:lnTo>
                  <a:pt x="2071633" y="187377"/>
                </a:lnTo>
                <a:lnTo>
                  <a:pt x="2073087" y="178445"/>
                </a:lnTo>
                <a:lnTo>
                  <a:pt x="2074542" y="188673"/>
                </a:lnTo>
                <a:lnTo>
                  <a:pt x="2075995" y="186159"/>
                </a:lnTo>
                <a:lnTo>
                  <a:pt x="2078903" y="199369"/>
                </a:lnTo>
                <a:lnTo>
                  <a:pt x="2080356" y="190666"/>
                </a:lnTo>
                <a:lnTo>
                  <a:pt x="2081810" y="177604"/>
                </a:lnTo>
                <a:lnTo>
                  <a:pt x="2083264" y="192894"/>
                </a:lnTo>
                <a:lnTo>
                  <a:pt x="2086172" y="213052"/>
                </a:lnTo>
                <a:lnTo>
                  <a:pt x="2087625" y="146252"/>
                </a:lnTo>
                <a:lnTo>
                  <a:pt x="2091986" y="184387"/>
                </a:lnTo>
                <a:lnTo>
                  <a:pt x="2100709" y="262333"/>
                </a:lnTo>
                <a:lnTo>
                  <a:pt x="2103617" y="218911"/>
                </a:lnTo>
                <a:lnTo>
                  <a:pt x="2106524" y="242448"/>
                </a:lnTo>
                <a:lnTo>
                  <a:pt x="2107978" y="238688"/>
                </a:lnTo>
                <a:lnTo>
                  <a:pt x="2112339" y="191903"/>
                </a:lnTo>
                <a:lnTo>
                  <a:pt x="2115247" y="245824"/>
                </a:lnTo>
                <a:lnTo>
                  <a:pt x="2118154" y="228541"/>
                </a:lnTo>
                <a:lnTo>
                  <a:pt x="2119609" y="204743"/>
                </a:lnTo>
                <a:lnTo>
                  <a:pt x="2121062" y="250465"/>
                </a:lnTo>
                <a:lnTo>
                  <a:pt x="2122516" y="230605"/>
                </a:lnTo>
                <a:lnTo>
                  <a:pt x="2125423" y="219818"/>
                </a:lnTo>
                <a:lnTo>
                  <a:pt x="2128331" y="271931"/>
                </a:lnTo>
                <a:lnTo>
                  <a:pt x="2129784" y="245592"/>
                </a:lnTo>
                <a:lnTo>
                  <a:pt x="2131239" y="208748"/>
                </a:lnTo>
                <a:lnTo>
                  <a:pt x="2134146" y="217185"/>
                </a:lnTo>
                <a:lnTo>
                  <a:pt x="2138507" y="275306"/>
                </a:lnTo>
                <a:lnTo>
                  <a:pt x="2139961" y="251439"/>
                </a:lnTo>
                <a:lnTo>
                  <a:pt x="2144323" y="226008"/>
                </a:lnTo>
                <a:lnTo>
                  <a:pt x="2145776" y="226651"/>
                </a:lnTo>
                <a:lnTo>
                  <a:pt x="2148684" y="278387"/>
                </a:lnTo>
                <a:lnTo>
                  <a:pt x="2151591" y="260015"/>
                </a:lnTo>
                <a:lnTo>
                  <a:pt x="2155953" y="201156"/>
                </a:lnTo>
                <a:lnTo>
                  <a:pt x="2157407" y="227434"/>
                </a:lnTo>
                <a:lnTo>
                  <a:pt x="2160314" y="283026"/>
                </a:lnTo>
                <a:lnTo>
                  <a:pt x="2163221" y="255049"/>
                </a:lnTo>
                <a:lnTo>
                  <a:pt x="2171944" y="290276"/>
                </a:lnTo>
                <a:lnTo>
                  <a:pt x="2174851" y="325555"/>
                </a:lnTo>
                <a:lnTo>
                  <a:pt x="2176306" y="310308"/>
                </a:lnTo>
                <a:lnTo>
                  <a:pt x="2179213" y="269312"/>
                </a:lnTo>
                <a:lnTo>
                  <a:pt x="2182121" y="282316"/>
                </a:lnTo>
                <a:lnTo>
                  <a:pt x="2183574" y="302084"/>
                </a:lnTo>
                <a:lnTo>
                  <a:pt x="2185028" y="269550"/>
                </a:lnTo>
                <a:lnTo>
                  <a:pt x="2186482" y="246531"/>
                </a:lnTo>
                <a:lnTo>
                  <a:pt x="2187936" y="281251"/>
                </a:lnTo>
                <a:lnTo>
                  <a:pt x="2190843" y="316080"/>
                </a:lnTo>
                <a:lnTo>
                  <a:pt x="2193751" y="300975"/>
                </a:lnTo>
                <a:lnTo>
                  <a:pt x="2195204" y="305529"/>
                </a:lnTo>
                <a:lnTo>
                  <a:pt x="2199566" y="248258"/>
                </a:lnTo>
                <a:lnTo>
                  <a:pt x="2202474" y="270712"/>
                </a:lnTo>
                <a:lnTo>
                  <a:pt x="2203927" y="292957"/>
                </a:lnTo>
                <a:lnTo>
                  <a:pt x="2205381" y="242611"/>
                </a:lnTo>
                <a:lnTo>
                  <a:pt x="2206835" y="248509"/>
                </a:lnTo>
                <a:lnTo>
                  <a:pt x="2208288" y="189248"/>
                </a:lnTo>
                <a:lnTo>
                  <a:pt x="2212650" y="205065"/>
                </a:lnTo>
                <a:lnTo>
                  <a:pt x="2217011" y="288709"/>
                </a:lnTo>
                <a:lnTo>
                  <a:pt x="2218465" y="240457"/>
                </a:lnTo>
                <a:lnTo>
                  <a:pt x="2224280" y="170520"/>
                </a:lnTo>
                <a:lnTo>
                  <a:pt x="2227188" y="207764"/>
                </a:lnTo>
                <a:lnTo>
                  <a:pt x="2228641" y="286146"/>
                </a:lnTo>
                <a:lnTo>
                  <a:pt x="2233003" y="244844"/>
                </a:lnTo>
                <a:lnTo>
                  <a:pt x="2235911" y="306818"/>
                </a:lnTo>
                <a:lnTo>
                  <a:pt x="2237364" y="268319"/>
                </a:lnTo>
                <a:lnTo>
                  <a:pt x="2238818" y="230526"/>
                </a:lnTo>
                <a:lnTo>
                  <a:pt x="2240272" y="276129"/>
                </a:lnTo>
                <a:lnTo>
                  <a:pt x="2243180" y="244551"/>
                </a:lnTo>
                <a:lnTo>
                  <a:pt x="2244633" y="243018"/>
                </a:lnTo>
                <a:lnTo>
                  <a:pt x="2251902" y="301405"/>
                </a:lnTo>
                <a:lnTo>
                  <a:pt x="2256264" y="249204"/>
                </a:lnTo>
                <a:lnTo>
                  <a:pt x="2257717" y="276445"/>
                </a:lnTo>
                <a:lnTo>
                  <a:pt x="2259171" y="317123"/>
                </a:lnTo>
                <a:lnTo>
                  <a:pt x="2262078" y="274331"/>
                </a:lnTo>
                <a:lnTo>
                  <a:pt x="2263532" y="267905"/>
                </a:lnTo>
                <a:lnTo>
                  <a:pt x="2266440" y="265967"/>
                </a:lnTo>
                <a:lnTo>
                  <a:pt x="2270801" y="322220"/>
                </a:lnTo>
                <a:lnTo>
                  <a:pt x="2278070" y="240384"/>
                </a:lnTo>
                <a:lnTo>
                  <a:pt x="2280978" y="303166"/>
                </a:lnTo>
                <a:lnTo>
                  <a:pt x="2282431" y="251840"/>
                </a:lnTo>
                <a:lnTo>
                  <a:pt x="2283885" y="254309"/>
                </a:lnTo>
                <a:lnTo>
                  <a:pt x="2285339" y="209375"/>
                </a:lnTo>
                <a:lnTo>
                  <a:pt x="2286793" y="265375"/>
                </a:lnTo>
                <a:lnTo>
                  <a:pt x="2288247" y="244545"/>
                </a:lnTo>
                <a:lnTo>
                  <a:pt x="2291154" y="257642"/>
                </a:lnTo>
                <a:lnTo>
                  <a:pt x="2292608" y="212794"/>
                </a:lnTo>
                <a:lnTo>
                  <a:pt x="2296969" y="231951"/>
                </a:lnTo>
                <a:lnTo>
                  <a:pt x="2298423" y="237786"/>
                </a:lnTo>
                <a:lnTo>
                  <a:pt x="2299877" y="235837"/>
                </a:lnTo>
                <a:lnTo>
                  <a:pt x="2304238" y="215487"/>
                </a:lnTo>
                <a:lnTo>
                  <a:pt x="2307145" y="292649"/>
                </a:lnTo>
                <a:lnTo>
                  <a:pt x="2312961" y="204195"/>
                </a:lnTo>
                <a:lnTo>
                  <a:pt x="2315868" y="253138"/>
                </a:lnTo>
                <a:lnTo>
                  <a:pt x="2318776" y="218178"/>
                </a:lnTo>
                <a:lnTo>
                  <a:pt x="2321684" y="237662"/>
                </a:lnTo>
                <a:lnTo>
                  <a:pt x="2324591" y="221212"/>
                </a:lnTo>
                <a:lnTo>
                  <a:pt x="2327498" y="206394"/>
                </a:lnTo>
                <a:lnTo>
                  <a:pt x="2333314" y="323726"/>
                </a:lnTo>
                <a:lnTo>
                  <a:pt x="2331860" y="187265"/>
                </a:lnTo>
                <a:lnTo>
                  <a:pt x="2334768" y="282928"/>
                </a:lnTo>
                <a:lnTo>
                  <a:pt x="2336221" y="226961"/>
                </a:lnTo>
                <a:lnTo>
                  <a:pt x="2340582" y="236937"/>
                </a:lnTo>
                <a:lnTo>
                  <a:pt x="2346398" y="283399"/>
                </a:lnTo>
                <a:lnTo>
                  <a:pt x="2347851" y="218870"/>
                </a:lnTo>
                <a:lnTo>
                  <a:pt x="2352212" y="224767"/>
                </a:lnTo>
                <a:lnTo>
                  <a:pt x="2355121" y="230422"/>
                </a:lnTo>
                <a:lnTo>
                  <a:pt x="2356574" y="254303"/>
                </a:lnTo>
                <a:lnTo>
                  <a:pt x="2358028" y="217957"/>
                </a:lnTo>
                <a:lnTo>
                  <a:pt x="2359482" y="184020"/>
                </a:lnTo>
                <a:lnTo>
                  <a:pt x="2360935" y="294569"/>
                </a:lnTo>
                <a:lnTo>
                  <a:pt x="2365297" y="240953"/>
                </a:lnTo>
                <a:lnTo>
                  <a:pt x="2368204" y="226435"/>
                </a:lnTo>
                <a:lnTo>
                  <a:pt x="2369658" y="230681"/>
                </a:lnTo>
                <a:lnTo>
                  <a:pt x="2372565" y="250233"/>
                </a:lnTo>
                <a:lnTo>
                  <a:pt x="2375473" y="243062"/>
                </a:lnTo>
                <a:lnTo>
                  <a:pt x="2381288" y="209843"/>
                </a:lnTo>
                <a:lnTo>
                  <a:pt x="2387103" y="239575"/>
                </a:lnTo>
                <a:lnTo>
                  <a:pt x="2391465" y="209554"/>
                </a:lnTo>
                <a:lnTo>
                  <a:pt x="2392918" y="229668"/>
                </a:lnTo>
                <a:lnTo>
                  <a:pt x="2394372" y="228477"/>
                </a:lnTo>
                <a:lnTo>
                  <a:pt x="2397280" y="279977"/>
                </a:lnTo>
                <a:lnTo>
                  <a:pt x="2401641" y="272595"/>
                </a:lnTo>
                <a:lnTo>
                  <a:pt x="2404549" y="230407"/>
                </a:lnTo>
                <a:lnTo>
                  <a:pt x="2408910" y="235414"/>
                </a:lnTo>
                <a:lnTo>
                  <a:pt x="2410364" y="288932"/>
                </a:lnTo>
                <a:lnTo>
                  <a:pt x="2413272" y="243458"/>
                </a:lnTo>
                <a:lnTo>
                  <a:pt x="2414725" y="238938"/>
                </a:lnTo>
                <a:lnTo>
                  <a:pt x="2417633" y="240968"/>
                </a:lnTo>
                <a:lnTo>
                  <a:pt x="2420540" y="247847"/>
                </a:lnTo>
                <a:lnTo>
                  <a:pt x="2423448" y="301932"/>
                </a:lnTo>
                <a:lnTo>
                  <a:pt x="2424902" y="254105"/>
                </a:lnTo>
                <a:lnTo>
                  <a:pt x="2426355" y="236389"/>
                </a:lnTo>
                <a:lnTo>
                  <a:pt x="2427809" y="261655"/>
                </a:lnTo>
                <a:lnTo>
                  <a:pt x="2429263" y="330324"/>
                </a:lnTo>
                <a:lnTo>
                  <a:pt x="2432170" y="253327"/>
                </a:lnTo>
                <a:lnTo>
                  <a:pt x="2436532" y="317182"/>
                </a:lnTo>
                <a:lnTo>
                  <a:pt x="2440893" y="306218"/>
                </a:lnTo>
                <a:lnTo>
                  <a:pt x="2443801" y="263242"/>
                </a:lnTo>
                <a:lnTo>
                  <a:pt x="2445255" y="326760"/>
                </a:lnTo>
                <a:lnTo>
                  <a:pt x="2446708" y="292610"/>
                </a:lnTo>
                <a:lnTo>
                  <a:pt x="2452523" y="277011"/>
                </a:lnTo>
                <a:lnTo>
                  <a:pt x="2455431" y="301491"/>
                </a:lnTo>
                <a:lnTo>
                  <a:pt x="2456885" y="282122"/>
                </a:lnTo>
                <a:lnTo>
                  <a:pt x="2458339" y="276416"/>
                </a:lnTo>
                <a:lnTo>
                  <a:pt x="2459792" y="283483"/>
                </a:lnTo>
                <a:lnTo>
                  <a:pt x="2464153" y="365307"/>
                </a:lnTo>
                <a:lnTo>
                  <a:pt x="2467061" y="338096"/>
                </a:lnTo>
                <a:lnTo>
                  <a:pt x="2469969" y="339351"/>
                </a:lnTo>
                <a:lnTo>
                  <a:pt x="2474330" y="284728"/>
                </a:lnTo>
                <a:lnTo>
                  <a:pt x="2478692" y="324061"/>
                </a:lnTo>
                <a:lnTo>
                  <a:pt x="2480145" y="310774"/>
                </a:lnTo>
                <a:lnTo>
                  <a:pt x="2481599" y="302465"/>
                </a:lnTo>
                <a:lnTo>
                  <a:pt x="2488868" y="351997"/>
                </a:lnTo>
                <a:lnTo>
                  <a:pt x="2491776" y="329439"/>
                </a:lnTo>
                <a:lnTo>
                  <a:pt x="2493229" y="348425"/>
                </a:lnTo>
                <a:lnTo>
                  <a:pt x="2496137" y="331135"/>
                </a:lnTo>
                <a:lnTo>
                  <a:pt x="2499044" y="376221"/>
                </a:lnTo>
                <a:lnTo>
                  <a:pt x="2501952" y="350917"/>
                </a:lnTo>
                <a:lnTo>
                  <a:pt x="2506313" y="351602"/>
                </a:lnTo>
                <a:lnTo>
                  <a:pt x="2513582" y="383842"/>
                </a:lnTo>
                <a:lnTo>
                  <a:pt x="2515036" y="375806"/>
                </a:lnTo>
                <a:lnTo>
                  <a:pt x="2522305" y="392478"/>
                </a:lnTo>
                <a:lnTo>
                  <a:pt x="2523759" y="379848"/>
                </a:lnTo>
                <a:lnTo>
                  <a:pt x="2526666" y="391800"/>
                </a:lnTo>
                <a:lnTo>
                  <a:pt x="2533935" y="444489"/>
                </a:lnTo>
                <a:lnTo>
                  <a:pt x="2535389" y="418786"/>
                </a:lnTo>
                <a:lnTo>
                  <a:pt x="2539750" y="431939"/>
                </a:lnTo>
                <a:lnTo>
                  <a:pt x="2544111" y="447661"/>
                </a:lnTo>
                <a:lnTo>
                  <a:pt x="2545565" y="427319"/>
                </a:lnTo>
                <a:lnTo>
                  <a:pt x="2548473" y="454859"/>
                </a:lnTo>
                <a:lnTo>
                  <a:pt x="2554288" y="440046"/>
                </a:lnTo>
                <a:lnTo>
                  <a:pt x="2555742" y="442169"/>
                </a:lnTo>
                <a:lnTo>
                  <a:pt x="2561557" y="466912"/>
                </a:lnTo>
                <a:lnTo>
                  <a:pt x="2563010" y="446701"/>
                </a:lnTo>
                <a:lnTo>
                  <a:pt x="2564464" y="459683"/>
                </a:lnTo>
                <a:lnTo>
                  <a:pt x="2565918" y="482700"/>
                </a:lnTo>
                <a:lnTo>
                  <a:pt x="2567372" y="453328"/>
                </a:lnTo>
                <a:lnTo>
                  <a:pt x="2568826" y="470125"/>
                </a:lnTo>
                <a:lnTo>
                  <a:pt x="2573187" y="478586"/>
                </a:lnTo>
                <a:lnTo>
                  <a:pt x="2576094" y="448123"/>
                </a:lnTo>
                <a:lnTo>
                  <a:pt x="2579002" y="488008"/>
                </a:lnTo>
                <a:lnTo>
                  <a:pt x="2587724" y="586635"/>
                </a:lnTo>
                <a:lnTo>
                  <a:pt x="2594994" y="524005"/>
                </a:lnTo>
                <a:lnTo>
                  <a:pt x="2596447" y="555383"/>
                </a:lnTo>
                <a:lnTo>
                  <a:pt x="2599355" y="549075"/>
                </a:lnTo>
                <a:lnTo>
                  <a:pt x="2605170" y="504520"/>
                </a:lnTo>
                <a:lnTo>
                  <a:pt x="2608077" y="571175"/>
                </a:lnTo>
                <a:lnTo>
                  <a:pt x="2610985" y="545677"/>
                </a:lnTo>
                <a:lnTo>
                  <a:pt x="2618254" y="608682"/>
                </a:lnTo>
                <a:lnTo>
                  <a:pt x="2622615" y="581238"/>
                </a:lnTo>
                <a:lnTo>
                  <a:pt x="2629884" y="505695"/>
                </a:lnTo>
                <a:lnTo>
                  <a:pt x="2631338" y="525348"/>
                </a:lnTo>
                <a:lnTo>
                  <a:pt x="2632791" y="451629"/>
                </a:lnTo>
                <a:lnTo>
                  <a:pt x="2635700" y="502350"/>
                </a:lnTo>
                <a:lnTo>
                  <a:pt x="2638607" y="561194"/>
                </a:lnTo>
                <a:lnTo>
                  <a:pt x="2642968" y="540520"/>
                </a:lnTo>
                <a:lnTo>
                  <a:pt x="2645876" y="553084"/>
                </a:lnTo>
                <a:lnTo>
                  <a:pt x="2648783" y="515522"/>
                </a:lnTo>
                <a:lnTo>
                  <a:pt x="2653145" y="540975"/>
                </a:lnTo>
                <a:lnTo>
                  <a:pt x="2654598" y="528710"/>
                </a:lnTo>
                <a:lnTo>
                  <a:pt x="2656052" y="528220"/>
                </a:lnTo>
                <a:lnTo>
                  <a:pt x="2657506" y="545956"/>
                </a:lnTo>
                <a:lnTo>
                  <a:pt x="2658960" y="514725"/>
                </a:lnTo>
                <a:lnTo>
                  <a:pt x="2660414" y="512090"/>
                </a:lnTo>
                <a:lnTo>
                  <a:pt x="2661867" y="536835"/>
                </a:lnTo>
                <a:lnTo>
                  <a:pt x="2663321" y="523921"/>
                </a:lnTo>
                <a:lnTo>
                  <a:pt x="2666228" y="528472"/>
                </a:lnTo>
                <a:lnTo>
                  <a:pt x="2669136" y="469046"/>
                </a:lnTo>
                <a:lnTo>
                  <a:pt x="2673498" y="544409"/>
                </a:lnTo>
                <a:lnTo>
                  <a:pt x="2674951" y="525184"/>
                </a:lnTo>
                <a:lnTo>
                  <a:pt x="2676405" y="482043"/>
                </a:lnTo>
                <a:lnTo>
                  <a:pt x="2680767" y="511181"/>
                </a:lnTo>
                <a:lnTo>
                  <a:pt x="2682220" y="501630"/>
                </a:lnTo>
                <a:lnTo>
                  <a:pt x="2683674" y="515740"/>
                </a:lnTo>
                <a:lnTo>
                  <a:pt x="2685128" y="515569"/>
                </a:lnTo>
                <a:lnTo>
                  <a:pt x="2688035" y="535782"/>
                </a:lnTo>
                <a:lnTo>
                  <a:pt x="2690943" y="528039"/>
                </a:lnTo>
                <a:lnTo>
                  <a:pt x="2692397" y="516966"/>
                </a:lnTo>
                <a:lnTo>
                  <a:pt x="2693851" y="519617"/>
                </a:lnTo>
                <a:lnTo>
                  <a:pt x="2696758" y="604681"/>
                </a:lnTo>
                <a:lnTo>
                  <a:pt x="2702573" y="599631"/>
                </a:lnTo>
                <a:lnTo>
                  <a:pt x="2704027" y="568742"/>
                </a:lnTo>
                <a:lnTo>
                  <a:pt x="2705481" y="614064"/>
                </a:lnTo>
                <a:lnTo>
                  <a:pt x="2706934" y="644678"/>
                </a:lnTo>
                <a:lnTo>
                  <a:pt x="2708388" y="627260"/>
                </a:lnTo>
                <a:lnTo>
                  <a:pt x="2714204" y="532132"/>
                </a:lnTo>
                <a:lnTo>
                  <a:pt x="2715657" y="561019"/>
                </a:lnTo>
                <a:lnTo>
                  <a:pt x="2717111" y="562892"/>
                </a:lnTo>
                <a:lnTo>
                  <a:pt x="2720018" y="600138"/>
                </a:lnTo>
                <a:lnTo>
                  <a:pt x="2724380" y="582675"/>
                </a:lnTo>
                <a:lnTo>
                  <a:pt x="2725834" y="574994"/>
                </a:lnTo>
                <a:lnTo>
                  <a:pt x="2727287" y="620370"/>
                </a:lnTo>
                <a:lnTo>
                  <a:pt x="2731649" y="600010"/>
                </a:lnTo>
                <a:lnTo>
                  <a:pt x="2733102" y="619126"/>
                </a:lnTo>
                <a:lnTo>
                  <a:pt x="2736010" y="588371"/>
                </a:lnTo>
                <a:lnTo>
                  <a:pt x="2738918" y="543777"/>
                </a:lnTo>
                <a:lnTo>
                  <a:pt x="2743279" y="663728"/>
                </a:lnTo>
                <a:lnTo>
                  <a:pt x="2744732" y="631910"/>
                </a:lnTo>
                <a:lnTo>
                  <a:pt x="2746187" y="637994"/>
                </a:lnTo>
                <a:lnTo>
                  <a:pt x="2747640" y="632188"/>
                </a:lnTo>
                <a:lnTo>
                  <a:pt x="2749094" y="586693"/>
                </a:lnTo>
                <a:lnTo>
                  <a:pt x="2750548" y="634869"/>
                </a:lnTo>
                <a:lnTo>
                  <a:pt x="2754909" y="699285"/>
                </a:lnTo>
                <a:lnTo>
                  <a:pt x="2756363" y="694219"/>
                </a:lnTo>
                <a:lnTo>
                  <a:pt x="2757817" y="686829"/>
                </a:lnTo>
                <a:lnTo>
                  <a:pt x="2759271" y="632264"/>
                </a:lnTo>
                <a:lnTo>
                  <a:pt x="2760724" y="688034"/>
                </a:lnTo>
                <a:lnTo>
                  <a:pt x="2763632" y="645893"/>
                </a:lnTo>
                <a:lnTo>
                  <a:pt x="2769447" y="538149"/>
                </a:lnTo>
                <a:lnTo>
                  <a:pt x="2770901" y="664462"/>
                </a:lnTo>
                <a:lnTo>
                  <a:pt x="2775262" y="581048"/>
                </a:lnTo>
                <a:lnTo>
                  <a:pt x="2782531" y="496504"/>
                </a:lnTo>
                <a:lnTo>
                  <a:pt x="2789799" y="641392"/>
                </a:lnTo>
                <a:lnTo>
                  <a:pt x="2792708" y="612344"/>
                </a:lnTo>
                <a:lnTo>
                  <a:pt x="2798522" y="503804"/>
                </a:lnTo>
                <a:lnTo>
                  <a:pt x="2795615" y="625777"/>
                </a:lnTo>
                <a:lnTo>
                  <a:pt x="2799976" y="530540"/>
                </a:lnTo>
                <a:lnTo>
                  <a:pt x="2805791" y="596069"/>
                </a:lnTo>
                <a:lnTo>
                  <a:pt x="2807245" y="587806"/>
                </a:lnTo>
                <a:lnTo>
                  <a:pt x="2813060" y="513806"/>
                </a:lnTo>
                <a:lnTo>
                  <a:pt x="2814514" y="538790"/>
                </a:lnTo>
                <a:lnTo>
                  <a:pt x="2815968" y="469746"/>
                </a:lnTo>
                <a:lnTo>
                  <a:pt x="2820329" y="520477"/>
                </a:lnTo>
                <a:lnTo>
                  <a:pt x="2821783" y="595191"/>
                </a:lnTo>
                <a:lnTo>
                  <a:pt x="2823236" y="489232"/>
                </a:lnTo>
                <a:lnTo>
                  <a:pt x="2824691" y="546503"/>
                </a:lnTo>
                <a:lnTo>
                  <a:pt x="2827598" y="509433"/>
                </a:lnTo>
                <a:lnTo>
                  <a:pt x="2831959" y="516440"/>
                </a:lnTo>
                <a:lnTo>
                  <a:pt x="2836321" y="544203"/>
                </a:lnTo>
                <a:lnTo>
                  <a:pt x="2839228" y="461517"/>
                </a:lnTo>
                <a:lnTo>
                  <a:pt x="2842136" y="476092"/>
                </a:lnTo>
                <a:lnTo>
                  <a:pt x="2849405" y="525224"/>
                </a:lnTo>
                <a:lnTo>
                  <a:pt x="2852312" y="510460"/>
                </a:lnTo>
                <a:lnTo>
                  <a:pt x="2855220" y="502931"/>
                </a:lnTo>
                <a:lnTo>
                  <a:pt x="2858128" y="508222"/>
                </a:lnTo>
                <a:lnTo>
                  <a:pt x="2859581" y="510737"/>
                </a:lnTo>
                <a:lnTo>
                  <a:pt x="2861035" y="503277"/>
                </a:lnTo>
                <a:lnTo>
                  <a:pt x="2862489" y="505489"/>
                </a:lnTo>
                <a:lnTo>
                  <a:pt x="2863942" y="579416"/>
                </a:lnTo>
                <a:lnTo>
                  <a:pt x="2868303" y="565852"/>
                </a:lnTo>
                <a:lnTo>
                  <a:pt x="2872665" y="459971"/>
                </a:lnTo>
                <a:lnTo>
                  <a:pt x="2875573" y="481188"/>
                </a:lnTo>
                <a:lnTo>
                  <a:pt x="2879934" y="458900"/>
                </a:lnTo>
                <a:lnTo>
                  <a:pt x="2881388" y="468357"/>
                </a:lnTo>
                <a:lnTo>
                  <a:pt x="2891565" y="577179"/>
                </a:lnTo>
                <a:lnTo>
                  <a:pt x="2894472" y="512494"/>
                </a:lnTo>
                <a:lnTo>
                  <a:pt x="2897379" y="528569"/>
                </a:lnTo>
                <a:lnTo>
                  <a:pt x="2900287" y="583882"/>
                </a:lnTo>
                <a:lnTo>
                  <a:pt x="2901740" y="516004"/>
                </a:lnTo>
                <a:lnTo>
                  <a:pt x="2906102" y="459103"/>
                </a:lnTo>
                <a:lnTo>
                  <a:pt x="2909009" y="494077"/>
                </a:lnTo>
                <a:lnTo>
                  <a:pt x="2916279" y="538787"/>
                </a:lnTo>
                <a:lnTo>
                  <a:pt x="2917732" y="527604"/>
                </a:lnTo>
                <a:lnTo>
                  <a:pt x="2919186" y="521803"/>
                </a:lnTo>
                <a:lnTo>
                  <a:pt x="2925001" y="451754"/>
                </a:lnTo>
                <a:lnTo>
                  <a:pt x="2927909" y="511432"/>
                </a:lnTo>
                <a:lnTo>
                  <a:pt x="2932270" y="488436"/>
                </a:lnTo>
                <a:lnTo>
                  <a:pt x="2935177" y="454526"/>
                </a:lnTo>
                <a:lnTo>
                  <a:pt x="2936632" y="498842"/>
                </a:lnTo>
                <a:lnTo>
                  <a:pt x="2938085" y="492678"/>
                </a:lnTo>
                <a:lnTo>
                  <a:pt x="2939539" y="461080"/>
                </a:lnTo>
                <a:lnTo>
                  <a:pt x="2942446" y="494410"/>
                </a:lnTo>
                <a:lnTo>
                  <a:pt x="2943900" y="500440"/>
                </a:lnTo>
                <a:lnTo>
                  <a:pt x="2945354" y="475397"/>
                </a:lnTo>
                <a:lnTo>
                  <a:pt x="2948262" y="503722"/>
                </a:lnTo>
                <a:lnTo>
                  <a:pt x="2954077" y="532574"/>
                </a:lnTo>
                <a:lnTo>
                  <a:pt x="2955530" y="524584"/>
                </a:lnTo>
                <a:lnTo>
                  <a:pt x="2956984" y="509249"/>
                </a:lnTo>
                <a:lnTo>
                  <a:pt x="2959892" y="518334"/>
                </a:lnTo>
                <a:lnTo>
                  <a:pt x="2962799" y="535150"/>
                </a:lnTo>
                <a:lnTo>
                  <a:pt x="2964253" y="465899"/>
                </a:lnTo>
                <a:lnTo>
                  <a:pt x="2968614" y="506614"/>
                </a:lnTo>
                <a:lnTo>
                  <a:pt x="2970069" y="492042"/>
                </a:lnTo>
                <a:lnTo>
                  <a:pt x="2971522" y="532774"/>
                </a:lnTo>
                <a:lnTo>
                  <a:pt x="2975883" y="527844"/>
                </a:lnTo>
                <a:lnTo>
                  <a:pt x="2978791" y="573526"/>
                </a:lnTo>
                <a:lnTo>
                  <a:pt x="2981699" y="552852"/>
                </a:lnTo>
                <a:lnTo>
                  <a:pt x="2984606" y="530589"/>
                </a:lnTo>
                <a:lnTo>
                  <a:pt x="2986060" y="549551"/>
                </a:lnTo>
                <a:lnTo>
                  <a:pt x="2993329" y="608043"/>
                </a:lnTo>
                <a:lnTo>
                  <a:pt x="2994783" y="604238"/>
                </a:lnTo>
                <a:lnTo>
                  <a:pt x="2996236" y="583687"/>
                </a:lnTo>
                <a:lnTo>
                  <a:pt x="2997690" y="595860"/>
                </a:lnTo>
                <a:lnTo>
                  <a:pt x="3003505" y="676127"/>
                </a:lnTo>
                <a:lnTo>
                  <a:pt x="3006413" y="675275"/>
                </a:lnTo>
                <a:lnTo>
                  <a:pt x="3007867" y="677497"/>
                </a:lnTo>
                <a:lnTo>
                  <a:pt x="3018043" y="744807"/>
                </a:lnTo>
                <a:lnTo>
                  <a:pt x="3023858" y="774775"/>
                </a:lnTo>
                <a:lnTo>
                  <a:pt x="3025311" y="762661"/>
                </a:lnTo>
                <a:lnTo>
                  <a:pt x="3026766" y="752800"/>
                </a:lnTo>
                <a:lnTo>
                  <a:pt x="3028220" y="772159"/>
                </a:lnTo>
                <a:lnTo>
                  <a:pt x="3038396" y="812826"/>
                </a:lnTo>
                <a:lnTo>
                  <a:pt x="3039850" y="798705"/>
                </a:lnTo>
                <a:lnTo>
                  <a:pt x="3041303" y="820232"/>
                </a:lnTo>
                <a:lnTo>
                  <a:pt x="3067471" y="959802"/>
                </a:lnTo>
                <a:lnTo>
                  <a:pt x="3068925" y="941087"/>
                </a:lnTo>
                <a:lnTo>
                  <a:pt x="3074740" y="1011509"/>
                </a:lnTo>
                <a:lnTo>
                  <a:pt x="3077648" y="974668"/>
                </a:lnTo>
                <a:lnTo>
                  <a:pt x="3079101" y="1008845"/>
                </a:lnTo>
                <a:lnTo>
                  <a:pt x="3086370" y="1110165"/>
                </a:lnTo>
                <a:lnTo>
                  <a:pt x="3090732" y="1079425"/>
                </a:lnTo>
                <a:lnTo>
                  <a:pt x="3093640" y="1057234"/>
                </a:lnTo>
                <a:lnTo>
                  <a:pt x="3098001" y="1140999"/>
                </a:lnTo>
                <a:lnTo>
                  <a:pt x="3105270" y="1209678"/>
                </a:lnTo>
                <a:lnTo>
                  <a:pt x="3111085" y="1304383"/>
                </a:lnTo>
                <a:lnTo>
                  <a:pt x="3115446" y="1167734"/>
                </a:lnTo>
                <a:lnTo>
                  <a:pt x="3116900" y="1201006"/>
                </a:lnTo>
                <a:lnTo>
                  <a:pt x="3119807" y="1259711"/>
                </a:lnTo>
                <a:lnTo>
                  <a:pt x="3121261" y="1225932"/>
                </a:lnTo>
                <a:lnTo>
                  <a:pt x="3128530" y="989207"/>
                </a:lnTo>
                <a:lnTo>
                  <a:pt x="3129984" y="1034590"/>
                </a:lnTo>
                <a:lnTo>
                  <a:pt x="3134345" y="1139066"/>
                </a:lnTo>
                <a:lnTo>
                  <a:pt x="3137253" y="961856"/>
                </a:lnTo>
                <a:lnTo>
                  <a:pt x="3140160" y="994590"/>
                </a:lnTo>
                <a:lnTo>
                  <a:pt x="3143068" y="1048462"/>
                </a:lnTo>
                <a:lnTo>
                  <a:pt x="3144521" y="1022300"/>
                </a:lnTo>
                <a:lnTo>
                  <a:pt x="3148883" y="812130"/>
                </a:lnTo>
                <a:lnTo>
                  <a:pt x="3150337" y="1029260"/>
                </a:lnTo>
                <a:lnTo>
                  <a:pt x="3154698" y="983408"/>
                </a:lnTo>
                <a:lnTo>
                  <a:pt x="3157605" y="851011"/>
                </a:lnTo>
                <a:lnTo>
                  <a:pt x="3160513" y="959018"/>
                </a:lnTo>
                <a:lnTo>
                  <a:pt x="3161967" y="1021428"/>
                </a:lnTo>
                <a:lnTo>
                  <a:pt x="3163421" y="909502"/>
                </a:lnTo>
                <a:lnTo>
                  <a:pt x="3164874" y="876360"/>
                </a:lnTo>
                <a:lnTo>
                  <a:pt x="3166328" y="988035"/>
                </a:lnTo>
                <a:lnTo>
                  <a:pt x="3169236" y="859425"/>
                </a:lnTo>
                <a:lnTo>
                  <a:pt x="3172144" y="677875"/>
                </a:lnTo>
                <a:lnTo>
                  <a:pt x="3173597" y="791133"/>
                </a:lnTo>
                <a:lnTo>
                  <a:pt x="3175051" y="888533"/>
                </a:lnTo>
                <a:lnTo>
                  <a:pt x="3177958" y="825047"/>
                </a:lnTo>
                <a:lnTo>
                  <a:pt x="3188135" y="577193"/>
                </a:lnTo>
                <a:lnTo>
                  <a:pt x="3191042" y="636219"/>
                </a:lnTo>
                <a:lnTo>
                  <a:pt x="3192496" y="634673"/>
                </a:lnTo>
                <a:lnTo>
                  <a:pt x="3193950" y="672619"/>
                </a:lnTo>
                <a:lnTo>
                  <a:pt x="3196858" y="637378"/>
                </a:lnTo>
                <a:lnTo>
                  <a:pt x="3198311" y="638924"/>
                </a:lnTo>
                <a:lnTo>
                  <a:pt x="3199765" y="618314"/>
                </a:lnTo>
                <a:lnTo>
                  <a:pt x="3204126" y="622469"/>
                </a:lnTo>
                <a:lnTo>
                  <a:pt x="3208488" y="610089"/>
                </a:lnTo>
                <a:lnTo>
                  <a:pt x="3209942" y="620254"/>
                </a:lnTo>
                <a:lnTo>
                  <a:pt x="3211395" y="640696"/>
                </a:lnTo>
                <a:lnTo>
                  <a:pt x="3212849" y="634733"/>
                </a:lnTo>
                <a:lnTo>
                  <a:pt x="3215756" y="562755"/>
                </a:lnTo>
                <a:lnTo>
                  <a:pt x="3218664" y="598672"/>
                </a:lnTo>
                <a:lnTo>
                  <a:pt x="3220118" y="631382"/>
                </a:lnTo>
                <a:lnTo>
                  <a:pt x="3224479" y="435917"/>
                </a:lnTo>
                <a:lnTo>
                  <a:pt x="3227387" y="446406"/>
                </a:lnTo>
                <a:lnTo>
                  <a:pt x="3231748" y="551304"/>
                </a:lnTo>
                <a:lnTo>
                  <a:pt x="3234656" y="518101"/>
                </a:lnTo>
                <a:lnTo>
                  <a:pt x="3252101" y="614441"/>
                </a:lnTo>
                <a:lnTo>
                  <a:pt x="3253555" y="594449"/>
                </a:lnTo>
                <a:lnTo>
                  <a:pt x="3256462" y="627277"/>
                </a:lnTo>
                <a:lnTo>
                  <a:pt x="3260824" y="620159"/>
                </a:lnTo>
                <a:lnTo>
                  <a:pt x="3262278" y="644618"/>
                </a:lnTo>
                <a:lnTo>
                  <a:pt x="3266639" y="637713"/>
                </a:lnTo>
                <a:lnTo>
                  <a:pt x="3271000" y="675835"/>
                </a:lnTo>
                <a:lnTo>
                  <a:pt x="3272454" y="671181"/>
                </a:lnTo>
                <a:lnTo>
                  <a:pt x="3275362" y="623219"/>
                </a:lnTo>
                <a:lnTo>
                  <a:pt x="3278269" y="657818"/>
                </a:lnTo>
                <a:lnTo>
                  <a:pt x="3285538" y="730167"/>
                </a:lnTo>
                <a:lnTo>
                  <a:pt x="3286992" y="679528"/>
                </a:lnTo>
                <a:lnTo>
                  <a:pt x="3291353" y="700557"/>
                </a:lnTo>
                <a:lnTo>
                  <a:pt x="3292807" y="713710"/>
                </a:lnTo>
                <a:lnTo>
                  <a:pt x="3294261" y="694561"/>
                </a:lnTo>
                <a:lnTo>
                  <a:pt x="3295715" y="681434"/>
                </a:lnTo>
                <a:lnTo>
                  <a:pt x="3297168" y="691840"/>
                </a:lnTo>
                <a:lnTo>
                  <a:pt x="3300076" y="725144"/>
                </a:lnTo>
                <a:lnTo>
                  <a:pt x="3301529" y="704588"/>
                </a:lnTo>
                <a:lnTo>
                  <a:pt x="3302983" y="671647"/>
                </a:lnTo>
                <a:lnTo>
                  <a:pt x="3305891" y="696162"/>
                </a:lnTo>
                <a:lnTo>
                  <a:pt x="3308799" y="738123"/>
                </a:lnTo>
                <a:lnTo>
                  <a:pt x="3310252" y="710525"/>
                </a:lnTo>
                <a:lnTo>
                  <a:pt x="3313160" y="671711"/>
                </a:lnTo>
                <a:lnTo>
                  <a:pt x="3316067" y="756778"/>
                </a:lnTo>
                <a:lnTo>
                  <a:pt x="3318975" y="704047"/>
                </a:lnTo>
                <a:lnTo>
                  <a:pt x="3321882" y="675029"/>
                </a:lnTo>
                <a:lnTo>
                  <a:pt x="3324790" y="684220"/>
                </a:lnTo>
                <a:lnTo>
                  <a:pt x="3326243" y="700454"/>
                </a:lnTo>
                <a:lnTo>
                  <a:pt x="3329152" y="678570"/>
                </a:lnTo>
                <a:lnTo>
                  <a:pt x="3330605" y="686276"/>
                </a:lnTo>
                <a:lnTo>
                  <a:pt x="3333513" y="731705"/>
                </a:lnTo>
                <a:lnTo>
                  <a:pt x="3334966" y="700004"/>
                </a:lnTo>
                <a:lnTo>
                  <a:pt x="3339328" y="679155"/>
                </a:lnTo>
                <a:lnTo>
                  <a:pt x="3337874" y="701014"/>
                </a:lnTo>
                <a:lnTo>
                  <a:pt x="3340782" y="693737"/>
                </a:lnTo>
                <a:lnTo>
                  <a:pt x="3342235" y="691642"/>
                </a:lnTo>
                <a:lnTo>
                  <a:pt x="3345143" y="723933"/>
                </a:lnTo>
                <a:lnTo>
                  <a:pt x="3346597" y="723275"/>
                </a:lnTo>
                <a:lnTo>
                  <a:pt x="3349504" y="685641"/>
                </a:lnTo>
                <a:lnTo>
                  <a:pt x="3352412" y="691144"/>
                </a:lnTo>
                <a:lnTo>
                  <a:pt x="3353866" y="703792"/>
                </a:lnTo>
                <a:lnTo>
                  <a:pt x="3356773" y="681332"/>
                </a:lnTo>
                <a:lnTo>
                  <a:pt x="3359680" y="691557"/>
                </a:lnTo>
                <a:lnTo>
                  <a:pt x="3361134" y="729079"/>
                </a:lnTo>
                <a:lnTo>
                  <a:pt x="3362588" y="718608"/>
                </a:lnTo>
                <a:lnTo>
                  <a:pt x="3364042" y="655708"/>
                </a:lnTo>
                <a:lnTo>
                  <a:pt x="3368403" y="680045"/>
                </a:lnTo>
                <a:lnTo>
                  <a:pt x="3374219" y="736871"/>
                </a:lnTo>
                <a:lnTo>
                  <a:pt x="3378580" y="634010"/>
                </a:lnTo>
                <a:lnTo>
                  <a:pt x="3380033" y="649676"/>
                </a:lnTo>
                <a:lnTo>
                  <a:pt x="3382941" y="713430"/>
                </a:lnTo>
                <a:lnTo>
                  <a:pt x="3385849" y="701649"/>
                </a:lnTo>
                <a:lnTo>
                  <a:pt x="3391664" y="647140"/>
                </a:lnTo>
                <a:lnTo>
                  <a:pt x="3394571" y="701745"/>
                </a:lnTo>
                <a:lnTo>
                  <a:pt x="3397479" y="672625"/>
                </a:lnTo>
                <a:lnTo>
                  <a:pt x="3403294" y="624086"/>
                </a:lnTo>
                <a:lnTo>
                  <a:pt x="3406202" y="648933"/>
                </a:lnTo>
                <a:lnTo>
                  <a:pt x="3409109" y="701537"/>
                </a:lnTo>
                <a:lnTo>
                  <a:pt x="3412017" y="678886"/>
                </a:lnTo>
                <a:lnTo>
                  <a:pt x="3413470" y="653584"/>
                </a:lnTo>
                <a:lnTo>
                  <a:pt x="3417832" y="672477"/>
                </a:lnTo>
                <a:lnTo>
                  <a:pt x="3419286" y="669015"/>
                </a:lnTo>
                <a:lnTo>
                  <a:pt x="3425100" y="608392"/>
                </a:lnTo>
                <a:lnTo>
                  <a:pt x="3428008" y="666117"/>
                </a:lnTo>
                <a:lnTo>
                  <a:pt x="3430916" y="645214"/>
                </a:lnTo>
                <a:lnTo>
                  <a:pt x="3435277" y="585609"/>
                </a:lnTo>
                <a:lnTo>
                  <a:pt x="3436731" y="610338"/>
                </a:lnTo>
                <a:lnTo>
                  <a:pt x="3438184" y="663717"/>
                </a:lnTo>
                <a:lnTo>
                  <a:pt x="3441092" y="601433"/>
                </a:lnTo>
                <a:lnTo>
                  <a:pt x="3442546" y="603470"/>
                </a:lnTo>
                <a:lnTo>
                  <a:pt x="3446907" y="658504"/>
                </a:lnTo>
                <a:lnTo>
                  <a:pt x="3448361" y="631731"/>
                </a:lnTo>
                <a:lnTo>
                  <a:pt x="3449815" y="617529"/>
                </a:lnTo>
                <a:lnTo>
                  <a:pt x="3452723" y="631186"/>
                </a:lnTo>
                <a:lnTo>
                  <a:pt x="3454176" y="638490"/>
                </a:lnTo>
                <a:lnTo>
                  <a:pt x="3461445" y="561720"/>
                </a:lnTo>
                <a:lnTo>
                  <a:pt x="3462899" y="596818"/>
                </a:lnTo>
                <a:lnTo>
                  <a:pt x="3464353" y="551558"/>
                </a:lnTo>
                <a:lnTo>
                  <a:pt x="3467260" y="578015"/>
                </a:lnTo>
                <a:lnTo>
                  <a:pt x="3468714" y="587706"/>
                </a:lnTo>
                <a:lnTo>
                  <a:pt x="3471621" y="573640"/>
                </a:lnTo>
                <a:lnTo>
                  <a:pt x="3474529" y="585188"/>
                </a:lnTo>
                <a:lnTo>
                  <a:pt x="3475983" y="612014"/>
                </a:lnTo>
                <a:lnTo>
                  <a:pt x="3477437" y="590645"/>
                </a:lnTo>
                <a:lnTo>
                  <a:pt x="3481798" y="525957"/>
                </a:lnTo>
                <a:lnTo>
                  <a:pt x="3483251" y="568891"/>
                </a:lnTo>
                <a:lnTo>
                  <a:pt x="3490521" y="513580"/>
                </a:lnTo>
                <a:lnTo>
                  <a:pt x="3487613" y="571307"/>
                </a:lnTo>
                <a:lnTo>
                  <a:pt x="3493428" y="519945"/>
                </a:lnTo>
                <a:lnTo>
                  <a:pt x="3494882" y="546541"/>
                </a:lnTo>
                <a:lnTo>
                  <a:pt x="3496336" y="504020"/>
                </a:lnTo>
                <a:lnTo>
                  <a:pt x="3497790" y="525964"/>
                </a:lnTo>
                <a:lnTo>
                  <a:pt x="3499243" y="502644"/>
                </a:lnTo>
                <a:lnTo>
                  <a:pt x="3502151" y="528933"/>
                </a:lnTo>
                <a:lnTo>
                  <a:pt x="3503604" y="528787"/>
                </a:lnTo>
                <a:lnTo>
                  <a:pt x="3506513" y="516027"/>
                </a:lnTo>
                <a:lnTo>
                  <a:pt x="3509420" y="524929"/>
                </a:lnTo>
                <a:lnTo>
                  <a:pt x="3510874" y="526685"/>
                </a:lnTo>
                <a:lnTo>
                  <a:pt x="3513781" y="460886"/>
                </a:lnTo>
                <a:lnTo>
                  <a:pt x="3516688" y="513409"/>
                </a:lnTo>
                <a:lnTo>
                  <a:pt x="3523958" y="473233"/>
                </a:lnTo>
                <a:lnTo>
                  <a:pt x="3525411" y="479332"/>
                </a:lnTo>
                <a:lnTo>
                  <a:pt x="3526865" y="526645"/>
                </a:lnTo>
                <a:lnTo>
                  <a:pt x="3529773" y="488890"/>
                </a:lnTo>
                <a:lnTo>
                  <a:pt x="3534134" y="443475"/>
                </a:lnTo>
                <a:lnTo>
                  <a:pt x="3535588" y="488891"/>
                </a:lnTo>
                <a:lnTo>
                  <a:pt x="3539949" y="462699"/>
                </a:lnTo>
                <a:lnTo>
                  <a:pt x="3541403" y="425447"/>
                </a:lnTo>
                <a:lnTo>
                  <a:pt x="3544311" y="462275"/>
                </a:lnTo>
                <a:lnTo>
                  <a:pt x="3545764" y="511128"/>
                </a:lnTo>
                <a:lnTo>
                  <a:pt x="3547218" y="501327"/>
                </a:lnTo>
                <a:lnTo>
                  <a:pt x="3551580" y="406197"/>
                </a:lnTo>
                <a:lnTo>
                  <a:pt x="3553033" y="408977"/>
                </a:lnTo>
                <a:lnTo>
                  <a:pt x="3561755" y="504845"/>
                </a:lnTo>
                <a:lnTo>
                  <a:pt x="3566117" y="459948"/>
                </a:lnTo>
                <a:lnTo>
                  <a:pt x="3564664" y="520199"/>
                </a:lnTo>
                <a:lnTo>
                  <a:pt x="3569025" y="466088"/>
                </a:lnTo>
                <a:lnTo>
                  <a:pt x="3570478" y="504413"/>
                </a:lnTo>
                <a:lnTo>
                  <a:pt x="3573386" y="443685"/>
                </a:lnTo>
                <a:lnTo>
                  <a:pt x="3574840" y="440927"/>
                </a:lnTo>
                <a:lnTo>
                  <a:pt x="3577747" y="505271"/>
                </a:lnTo>
                <a:lnTo>
                  <a:pt x="3580655" y="471407"/>
                </a:lnTo>
                <a:lnTo>
                  <a:pt x="3583562" y="427365"/>
                </a:lnTo>
                <a:lnTo>
                  <a:pt x="3585016" y="436449"/>
                </a:lnTo>
                <a:lnTo>
                  <a:pt x="3590831" y="510871"/>
                </a:lnTo>
                <a:lnTo>
                  <a:pt x="3595192" y="448295"/>
                </a:lnTo>
                <a:lnTo>
                  <a:pt x="3596647" y="487096"/>
                </a:lnTo>
                <a:lnTo>
                  <a:pt x="3598100" y="508614"/>
                </a:lnTo>
                <a:lnTo>
                  <a:pt x="3599554" y="494580"/>
                </a:lnTo>
                <a:lnTo>
                  <a:pt x="3601008" y="450805"/>
                </a:lnTo>
                <a:lnTo>
                  <a:pt x="3603915" y="484307"/>
                </a:lnTo>
                <a:lnTo>
                  <a:pt x="3605369" y="509823"/>
                </a:lnTo>
                <a:lnTo>
                  <a:pt x="3606823" y="450950"/>
                </a:lnTo>
                <a:lnTo>
                  <a:pt x="3608277" y="456816"/>
                </a:lnTo>
                <a:lnTo>
                  <a:pt x="3611184" y="496952"/>
                </a:lnTo>
                <a:lnTo>
                  <a:pt x="3612638" y="462842"/>
                </a:lnTo>
                <a:lnTo>
                  <a:pt x="3614092" y="426810"/>
                </a:lnTo>
                <a:lnTo>
                  <a:pt x="3616999" y="449561"/>
                </a:lnTo>
                <a:lnTo>
                  <a:pt x="3624268" y="546738"/>
                </a:lnTo>
                <a:lnTo>
                  <a:pt x="3628629" y="425813"/>
                </a:lnTo>
                <a:lnTo>
                  <a:pt x="3631537" y="479238"/>
                </a:lnTo>
                <a:lnTo>
                  <a:pt x="3634445" y="516071"/>
                </a:lnTo>
                <a:lnTo>
                  <a:pt x="3635898" y="469894"/>
                </a:lnTo>
                <a:lnTo>
                  <a:pt x="3637352" y="415463"/>
                </a:lnTo>
                <a:lnTo>
                  <a:pt x="3640259" y="462951"/>
                </a:lnTo>
                <a:lnTo>
                  <a:pt x="3643168" y="558751"/>
                </a:lnTo>
                <a:lnTo>
                  <a:pt x="3644621" y="510063"/>
                </a:lnTo>
                <a:lnTo>
                  <a:pt x="3650436" y="429860"/>
                </a:lnTo>
                <a:lnTo>
                  <a:pt x="3653344" y="513868"/>
                </a:lnTo>
                <a:lnTo>
                  <a:pt x="3656251" y="450574"/>
                </a:lnTo>
                <a:lnTo>
                  <a:pt x="3659159" y="483618"/>
                </a:lnTo>
                <a:lnTo>
                  <a:pt x="3660612" y="409932"/>
                </a:lnTo>
                <a:lnTo>
                  <a:pt x="3663521" y="523576"/>
                </a:lnTo>
                <a:lnTo>
                  <a:pt x="3667882" y="403738"/>
                </a:lnTo>
                <a:lnTo>
                  <a:pt x="3669335" y="437444"/>
                </a:lnTo>
                <a:lnTo>
                  <a:pt x="3678058" y="562534"/>
                </a:lnTo>
                <a:lnTo>
                  <a:pt x="3683873" y="437024"/>
                </a:lnTo>
                <a:lnTo>
                  <a:pt x="3685327" y="453976"/>
                </a:lnTo>
                <a:lnTo>
                  <a:pt x="3688235" y="447512"/>
                </a:lnTo>
                <a:lnTo>
                  <a:pt x="3691142" y="519114"/>
                </a:lnTo>
                <a:lnTo>
                  <a:pt x="3692596" y="497163"/>
                </a:lnTo>
                <a:lnTo>
                  <a:pt x="3695503" y="448425"/>
                </a:lnTo>
                <a:lnTo>
                  <a:pt x="3696957" y="534827"/>
                </a:lnTo>
                <a:lnTo>
                  <a:pt x="3699865" y="444657"/>
                </a:lnTo>
                <a:lnTo>
                  <a:pt x="3701319" y="490816"/>
                </a:lnTo>
                <a:lnTo>
                  <a:pt x="3702772" y="437993"/>
                </a:lnTo>
                <a:lnTo>
                  <a:pt x="3705680" y="448565"/>
                </a:lnTo>
                <a:lnTo>
                  <a:pt x="3708588" y="525387"/>
                </a:lnTo>
                <a:lnTo>
                  <a:pt x="3710041" y="512076"/>
                </a:lnTo>
                <a:lnTo>
                  <a:pt x="3712949" y="411904"/>
                </a:lnTo>
                <a:lnTo>
                  <a:pt x="3715856" y="462008"/>
                </a:lnTo>
                <a:lnTo>
                  <a:pt x="3720218" y="415991"/>
                </a:lnTo>
                <a:lnTo>
                  <a:pt x="3721672" y="455456"/>
                </a:lnTo>
                <a:lnTo>
                  <a:pt x="3724579" y="376491"/>
                </a:lnTo>
                <a:lnTo>
                  <a:pt x="3727486" y="383100"/>
                </a:lnTo>
                <a:lnTo>
                  <a:pt x="3728940" y="451835"/>
                </a:lnTo>
                <a:lnTo>
                  <a:pt x="3731848" y="400955"/>
                </a:lnTo>
                <a:lnTo>
                  <a:pt x="3733302" y="381279"/>
                </a:lnTo>
                <a:lnTo>
                  <a:pt x="3734755" y="460927"/>
                </a:lnTo>
                <a:lnTo>
                  <a:pt x="3736209" y="338280"/>
                </a:lnTo>
                <a:lnTo>
                  <a:pt x="3739116" y="188571"/>
                </a:lnTo>
                <a:lnTo>
                  <a:pt x="3740570" y="403546"/>
                </a:lnTo>
                <a:lnTo>
                  <a:pt x="3744932" y="291190"/>
                </a:lnTo>
                <a:lnTo>
                  <a:pt x="3752200" y="405507"/>
                </a:lnTo>
                <a:lnTo>
                  <a:pt x="3756562" y="311862"/>
                </a:lnTo>
                <a:lnTo>
                  <a:pt x="3758016" y="353501"/>
                </a:lnTo>
                <a:lnTo>
                  <a:pt x="3759469" y="353772"/>
                </a:lnTo>
                <a:lnTo>
                  <a:pt x="3760923" y="344977"/>
                </a:lnTo>
                <a:lnTo>
                  <a:pt x="3762377" y="302595"/>
                </a:lnTo>
                <a:lnTo>
                  <a:pt x="3763831" y="350045"/>
                </a:lnTo>
                <a:lnTo>
                  <a:pt x="3765285" y="349111"/>
                </a:lnTo>
                <a:lnTo>
                  <a:pt x="3768192" y="388416"/>
                </a:lnTo>
                <a:lnTo>
                  <a:pt x="3769646" y="352742"/>
                </a:lnTo>
                <a:lnTo>
                  <a:pt x="3771100" y="348156"/>
                </a:lnTo>
                <a:lnTo>
                  <a:pt x="3772553" y="360015"/>
                </a:lnTo>
                <a:lnTo>
                  <a:pt x="3774007" y="373623"/>
                </a:lnTo>
                <a:lnTo>
                  <a:pt x="3775461" y="293901"/>
                </a:lnTo>
                <a:lnTo>
                  <a:pt x="3778369" y="323116"/>
                </a:lnTo>
                <a:lnTo>
                  <a:pt x="3781276" y="388812"/>
                </a:lnTo>
                <a:lnTo>
                  <a:pt x="3784184" y="386420"/>
                </a:lnTo>
                <a:lnTo>
                  <a:pt x="3785637" y="393016"/>
                </a:lnTo>
                <a:lnTo>
                  <a:pt x="3787092" y="308231"/>
                </a:lnTo>
                <a:lnTo>
                  <a:pt x="3791453" y="364118"/>
                </a:lnTo>
                <a:lnTo>
                  <a:pt x="3794360" y="431362"/>
                </a:lnTo>
                <a:lnTo>
                  <a:pt x="3795814" y="400985"/>
                </a:lnTo>
                <a:lnTo>
                  <a:pt x="3798722" y="344688"/>
                </a:lnTo>
                <a:lnTo>
                  <a:pt x="3800176" y="378566"/>
                </a:lnTo>
                <a:lnTo>
                  <a:pt x="3801629" y="420537"/>
                </a:lnTo>
                <a:lnTo>
                  <a:pt x="3803083" y="363724"/>
                </a:lnTo>
                <a:lnTo>
                  <a:pt x="3804537" y="306594"/>
                </a:lnTo>
                <a:lnTo>
                  <a:pt x="3805990" y="375798"/>
                </a:lnTo>
                <a:lnTo>
                  <a:pt x="3808898" y="436374"/>
                </a:lnTo>
                <a:lnTo>
                  <a:pt x="3810352" y="375260"/>
                </a:lnTo>
                <a:lnTo>
                  <a:pt x="3811806" y="417163"/>
                </a:lnTo>
                <a:lnTo>
                  <a:pt x="3817620" y="468005"/>
                </a:lnTo>
                <a:lnTo>
                  <a:pt x="3819074" y="466064"/>
                </a:lnTo>
                <a:lnTo>
                  <a:pt x="3821982" y="334731"/>
                </a:lnTo>
                <a:lnTo>
                  <a:pt x="3824890" y="411235"/>
                </a:lnTo>
                <a:lnTo>
                  <a:pt x="3826343" y="444126"/>
                </a:lnTo>
                <a:lnTo>
                  <a:pt x="3829251" y="443974"/>
                </a:lnTo>
                <a:lnTo>
                  <a:pt x="3832159" y="351857"/>
                </a:lnTo>
                <a:lnTo>
                  <a:pt x="3835066" y="421820"/>
                </a:lnTo>
                <a:lnTo>
                  <a:pt x="3836520" y="452892"/>
                </a:lnTo>
                <a:lnTo>
                  <a:pt x="3837973" y="386992"/>
                </a:lnTo>
                <a:lnTo>
                  <a:pt x="3839427" y="432150"/>
                </a:lnTo>
                <a:lnTo>
                  <a:pt x="3840881" y="397305"/>
                </a:lnTo>
                <a:lnTo>
                  <a:pt x="3843789" y="458094"/>
                </a:lnTo>
                <a:lnTo>
                  <a:pt x="3848150" y="419331"/>
                </a:lnTo>
                <a:lnTo>
                  <a:pt x="3849604" y="454688"/>
                </a:lnTo>
                <a:lnTo>
                  <a:pt x="3852511" y="481754"/>
                </a:lnTo>
                <a:lnTo>
                  <a:pt x="3856873" y="393513"/>
                </a:lnTo>
                <a:lnTo>
                  <a:pt x="3858326" y="439276"/>
                </a:lnTo>
                <a:lnTo>
                  <a:pt x="3859780" y="436722"/>
                </a:lnTo>
                <a:lnTo>
                  <a:pt x="3861234" y="378499"/>
                </a:lnTo>
                <a:lnTo>
                  <a:pt x="3864141" y="478902"/>
                </a:lnTo>
                <a:lnTo>
                  <a:pt x="3868503" y="423535"/>
                </a:lnTo>
                <a:lnTo>
                  <a:pt x="3869957" y="383303"/>
                </a:lnTo>
                <a:lnTo>
                  <a:pt x="3871410" y="449823"/>
                </a:lnTo>
                <a:lnTo>
                  <a:pt x="3874318" y="521619"/>
                </a:lnTo>
                <a:lnTo>
                  <a:pt x="3875771" y="442339"/>
                </a:lnTo>
                <a:lnTo>
                  <a:pt x="3877226" y="464668"/>
                </a:lnTo>
                <a:lnTo>
                  <a:pt x="3881587" y="518570"/>
                </a:lnTo>
                <a:lnTo>
                  <a:pt x="3883041" y="507555"/>
                </a:lnTo>
                <a:lnTo>
                  <a:pt x="3885948" y="479211"/>
                </a:lnTo>
                <a:lnTo>
                  <a:pt x="3888856" y="534198"/>
                </a:lnTo>
                <a:lnTo>
                  <a:pt x="3890310" y="474665"/>
                </a:lnTo>
                <a:lnTo>
                  <a:pt x="3894671" y="431866"/>
                </a:lnTo>
                <a:lnTo>
                  <a:pt x="3901940" y="545835"/>
                </a:lnTo>
                <a:lnTo>
                  <a:pt x="3904847" y="449412"/>
                </a:lnTo>
                <a:lnTo>
                  <a:pt x="3907755" y="483621"/>
                </a:lnTo>
                <a:lnTo>
                  <a:pt x="3910663" y="530690"/>
                </a:lnTo>
                <a:lnTo>
                  <a:pt x="3912116" y="475642"/>
                </a:lnTo>
                <a:lnTo>
                  <a:pt x="3913570" y="448240"/>
                </a:lnTo>
                <a:lnTo>
                  <a:pt x="3915024" y="477959"/>
                </a:lnTo>
                <a:lnTo>
                  <a:pt x="3916477" y="459587"/>
                </a:lnTo>
                <a:lnTo>
                  <a:pt x="3917931" y="478707"/>
                </a:lnTo>
                <a:lnTo>
                  <a:pt x="3919385" y="456911"/>
                </a:lnTo>
                <a:lnTo>
                  <a:pt x="3920839" y="461463"/>
                </a:lnTo>
                <a:lnTo>
                  <a:pt x="3922293" y="452518"/>
                </a:lnTo>
                <a:lnTo>
                  <a:pt x="3923747" y="477255"/>
                </a:lnTo>
                <a:lnTo>
                  <a:pt x="3928108" y="438934"/>
                </a:lnTo>
                <a:lnTo>
                  <a:pt x="3929561" y="445458"/>
                </a:lnTo>
                <a:lnTo>
                  <a:pt x="3931015" y="483958"/>
                </a:lnTo>
                <a:lnTo>
                  <a:pt x="3935377" y="481170"/>
                </a:lnTo>
                <a:lnTo>
                  <a:pt x="3938284" y="427324"/>
                </a:lnTo>
                <a:lnTo>
                  <a:pt x="3939738" y="488358"/>
                </a:lnTo>
                <a:lnTo>
                  <a:pt x="3942645" y="430432"/>
                </a:lnTo>
                <a:lnTo>
                  <a:pt x="3949914" y="506859"/>
                </a:lnTo>
                <a:lnTo>
                  <a:pt x="3960091" y="394367"/>
                </a:lnTo>
                <a:lnTo>
                  <a:pt x="3965906" y="500653"/>
                </a:lnTo>
                <a:lnTo>
                  <a:pt x="3967360" y="426835"/>
                </a:lnTo>
                <a:lnTo>
                  <a:pt x="3971721" y="469196"/>
                </a:lnTo>
                <a:lnTo>
                  <a:pt x="3974628" y="480796"/>
                </a:lnTo>
                <a:lnTo>
                  <a:pt x="3977537" y="423589"/>
                </a:lnTo>
                <a:lnTo>
                  <a:pt x="3980444" y="505539"/>
                </a:lnTo>
                <a:lnTo>
                  <a:pt x="3981898" y="475646"/>
                </a:lnTo>
                <a:lnTo>
                  <a:pt x="3986259" y="397125"/>
                </a:lnTo>
                <a:lnTo>
                  <a:pt x="3987712" y="416280"/>
                </a:lnTo>
                <a:lnTo>
                  <a:pt x="3990620" y="481525"/>
                </a:lnTo>
                <a:lnTo>
                  <a:pt x="3992074" y="422214"/>
                </a:lnTo>
                <a:lnTo>
                  <a:pt x="3996435" y="396093"/>
                </a:lnTo>
                <a:lnTo>
                  <a:pt x="3997889" y="398996"/>
                </a:lnTo>
                <a:lnTo>
                  <a:pt x="4000797" y="475139"/>
                </a:lnTo>
                <a:lnTo>
                  <a:pt x="4003704" y="449122"/>
                </a:lnTo>
                <a:lnTo>
                  <a:pt x="4005158" y="454034"/>
                </a:lnTo>
                <a:lnTo>
                  <a:pt x="4006612" y="412814"/>
                </a:lnTo>
                <a:lnTo>
                  <a:pt x="4010973" y="440365"/>
                </a:lnTo>
                <a:lnTo>
                  <a:pt x="4012427" y="465180"/>
                </a:lnTo>
                <a:lnTo>
                  <a:pt x="4013881" y="435904"/>
                </a:lnTo>
                <a:lnTo>
                  <a:pt x="4015334" y="413251"/>
                </a:lnTo>
                <a:lnTo>
                  <a:pt x="4016788" y="481527"/>
                </a:lnTo>
                <a:lnTo>
                  <a:pt x="4019695" y="450200"/>
                </a:lnTo>
                <a:lnTo>
                  <a:pt x="4025511" y="382450"/>
                </a:lnTo>
                <a:lnTo>
                  <a:pt x="4035687" y="449796"/>
                </a:lnTo>
                <a:lnTo>
                  <a:pt x="4037141" y="428842"/>
                </a:lnTo>
                <a:lnTo>
                  <a:pt x="4040049" y="456202"/>
                </a:lnTo>
                <a:lnTo>
                  <a:pt x="4044410" y="372320"/>
                </a:lnTo>
                <a:lnTo>
                  <a:pt x="4047318" y="422124"/>
                </a:lnTo>
                <a:lnTo>
                  <a:pt x="4048771" y="419287"/>
                </a:lnTo>
                <a:lnTo>
                  <a:pt x="4053132" y="354090"/>
                </a:lnTo>
                <a:lnTo>
                  <a:pt x="4051679" y="420033"/>
                </a:lnTo>
                <a:lnTo>
                  <a:pt x="4054586" y="368489"/>
                </a:lnTo>
                <a:lnTo>
                  <a:pt x="4056040" y="415337"/>
                </a:lnTo>
                <a:lnTo>
                  <a:pt x="4057494" y="362744"/>
                </a:lnTo>
                <a:lnTo>
                  <a:pt x="4060402" y="381504"/>
                </a:lnTo>
                <a:lnTo>
                  <a:pt x="4064763" y="398296"/>
                </a:lnTo>
                <a:lnTo>
                  <a:pt x="4063309" y="375647"/>
                </a:lnTo>
                <a:lnTo>
                  <a:pt x="4066216" y="381381"/>
                </a:lnTo>
                <a:lnTo>
                  <a:pt x="4070578" y="427479"/>
                </a:lnTo>
                <a:lnTo>
                  <a:pt x="4072032" y="387400"/>
                </a:lnTo>
              </a:path>
            </a:pathLst>
          </a:custGeom>
          <a:noFill/>
          <a:ln w="392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path 100"/>
          <p:cNvSpPr/>
          <p:nvPr/>
        </p:nvSpPr>
        <p:spPr>
          <a:xfrm>
            <a:off x="7733486" y="6083438"/>
            <a:ext cx="4072032" cy="739182"/>
          </a:xfrm>
          <a:custGeom>
            <a:avLst/>
            <a:gdLst/>
            <a:ahLst/>
            <a:cxnLst/>
            <a:rect l="l" t="t" r="r" b="b"/>
            <a:pathLst>
              <a:path w="4072032" h="739182">
                <a:moveTo>
                  <a:pt x="0" y="330451"/>
                </a:moveTo>
                <a:lnTo>
                  <a:pt x="43614" y="319583"/>
                </a:lnTo>
                <a:lnTo>
                  <a:pt x="47975" y="317053"/>
                </a:lnTo>
                <a:lnTo>
                  <a:pt x="49429" y="317844"/>
                </a:lnTo>
                <a:lnTo>
                  <a:pt x="52336" y="318240"/>
                </a:lnTo>
                <a:lnTo>
                  <a:pt x="53790" y="315651"/>
                </a:lnTo>
                <a:lnTo>
                  <a:pt x="68328" y="312690"/>
                </a:lnTo>
                <a:lnTo>
                  <a:pt x="72690" y="303863"/>
                </a:lnTo>
                <a:lnTo>
                  <a:pt x="74143" y="312930"/>
                </a:lnTo>
                <a:lnTo>
                  <a:pt x="78504" y="306847"/>
                </a:lnTo>
                <a:lnTo>
                  <a:pt x="94496" y="307128"/>
                </a:lnTo>
                <a:lnTo>
                  <a:pt x="100311" y="305335"/>
                </a:lnTo>
                <a:lnTo>
                  <a:pt x="107580" y="307305"/>
                </a:lnTo>
                <a:lnTo>
                  <a:pt x="117757" y="299140"/>
                </a:lnTo>
                <a:lnTo>
                  <a:pt x="120664" y="294203"/>
                </a:lnTo>
                <a:lnTo>
                  <a:pt x="122118" y="299873"/>
                </a:lnTo>
                <a:lnTo>
                  <a:pt x="135202" y="296894"/>
                </a:lnTo>
                <a:lnTo>
                  <a:pt x="136655" y="291915"/>
                </a:lnTo>
                <a:lnTo>
                  <a:pt x="139563" y="295573"/>
                </a:lnTo>
                <a:lnTo>
                  <a:pt x="141017" y="299200"/>
                </a:lnTo>
                <a:lnTo>
                  <a:pt x="145378" y="296580"/>
                </a:lnTo>
                <a:lnTo>
                  <a:pt x="155555" y="288742"/>
                </a:lnTo>
                <a:lnTo>
                  <a:pt x="157008" y="294623"/>
                </a:lnTo>
                <a:lnTo>
                  <a:pt x="161370" y="289852"/>
                </a:lnTo>
                <a:lnTo>
                  <a:pt x="178815" y="289859"/>
                </a:lnTo>
                <a:lnTo>
                  <a:pt x="180269" y="293537"/>
                </a:lnTo>
                <a:lnTo>
                  <a:pt x="183177" y="286233"/>
                </a:lnTo>
                <a:lnTo>
                  <a:pt x="184630" y="291158"/>
                </a:lnTo>
                <a:lnTo>
                  <a:pt x="187538" y="280361"/>
                </a:lnTo>
                <a:lnTo>
                  <a:pt x="191899" y="282426"/>
                </a:lnTo>
                <a:lnTo>
                  <a:pt x="193352" y="283450"/>
                </a:lnTo>
                <a:lnTo>
                  <a:pt x="199168" y="291539"/>
                </a:lnTo>
                <a:lnTo>
                  <a:pt x="204983" y="286738"/>
                </a:lnTo>
                <a:lnTo>
                  <a:pt x="210798" y="293077"/>
                </a:lnTo>
                <a:lnTo>
                  <a:pt x="216613" y="282605"/>
                </a:lnTo>
                <a:lnTo>
                  <a:pt x="218067" y="285117"/>
                </a:lnTo>
                <a:lnTo>
                  <a:pt x="239874" y="283858"/>
                </a:lnTo>
                <a:lnTo>
                  <a:pt x="247142" y="283263"/>
                </a:lnTo>
                <a:lnTo>
                  <a:pt x="250050" y="289441"/>
                </a:lnTo>
                <a:lnTo>
                  <a:pt x="251504" y="283961"/>
                </a:lnTo>
                <a:lnTo>
                  <a:pt x="270403" y="279031"/>
                </a:lnTo>
                <a:lnTo>
                  <a:pt x="286395" y="278181"/>
                </a:lnTo>
                <a:lnTo>
                  <a:pt x="287848" y="281845"/>
                </a:lnTo>
                <a:lnTo>
                  <a:pt x="289302" y="274610"/>
                </a:lnTo>
                <a:lnTo>
                  <a:pt x="299479" y="274309"/>
                </a:lnTo>
                <a:lnTo>
                  <a:pt x="308201" y="278479"/>
                </a:lnTo>
                <a:lnTo>
                  <a:pt x="314016" y="276112"/>
                </a:lnTo>
                <a:lnTo>
                  <a:pt x="321285" y="275252"/>
                </a:lnTo>
                <a:lnTo>
                  <a:pt x="330008" y="269158"/>
                </a:lnTo>
                <a:lnTo>
                  <a:pt x="331462" y="271071"/>
                </a:lnTo>
                <a:lnTo>
                  <a:pt x="337277" y="273133"/>
                </a:lnTo>
                <a:lnTo>
                  <a:pt x="350360" y="270579"/>
                </a:lnTo>
                <a:lnTo>
                  <a:pt x="360537" y="267794"/>
                </a:lnTo>
                <a:lnTo>
                  <a:pt x="375075" y="270452"/>
                </a:lnTo>
                <a:lnTo>
                  <a:pt x="380890" y="260757"/>
                </a:lnTo>
                <a:lnTo>
                  <a:pt x="382344" y="262493"/>
                </a:lnTo>
                <a:lnTo>
                  <a:pt x="393974" y="265339"/>
                </a:lnTo>
                <a:lnTo>
                  <a:pt x="404150" y="262935"/>
                </a:lnTo>
                <a:lnTo>
                  <a:pt x="412873" y="261857"/>
                </a:lnTo>
                <a:lnTo>
                  <a:pt x="424503" y="259917"/>
                </a:lnTo>
                <a:lnTo>
                  <a:pt x="427411" y="258567"/>
                </a:lnTo>
                <a:lnTo>
                  <a:pt x="428864" y="261428"/>
                </a:lnTo>
                <a:lnTo>
                  <a:pt x="436134" y="260542"/>
                </a:lnTo>
                <a:lnTo>
                  <a:pt x="441949" y="259421"/>
                </a:lnTo>
                <a:lnTo>
                  <a:pt x="449217" y="260864"/>
                </a:lnTo>
                <a:lnTo>
                  <a:pt x="450671" y="261431"/>
                </a:lnTo>
                <a:lnTo>
                  <a:pt x="452126" y="257598"/>
                </a:lnTo>
                <a:lnTo>
                  <a:pt x="460848" y="255504"/>
                </a:lnTo>
                <a:lnTo>
                  <a:pt x="463756" y="259830"/>
                </a:lnTo>
                <a:lnTo>
                  <a:pt x="466663" y="257338"/>
                </a:lnTo>
                <a:lnTo>
                  <a:pt x="475386" y="253932"/>
                </a:lnTo>
                <a:lnTo>
                  <a:pt x="481201" y="255425"/>
                </a:lnTo>
                <a:lnTo>
                  <a:pt x="510277" y="255622"/>
                </a:lnTo>
                <a:lnTo>
                  <a:pt x="513184" y="250266"/>
                </a:lnTo>
                <a:lnTo>
                  <a:pt x="514638" y="254264"/>
                </a:lnTo>
                <a:lnTo>
                  <a:pt x="517545" y="255375"/>
                </a:lnTo>
                <a:lnTo>
                  <a:pt x="518999" y="249993"/>
                </a:lnTo>
                <a:lnTo>
                  <a:pt x="523360" y="251615"/>
                </a:lnTo>
                <a:lnTo>
                  <a:pt x="529175" y="254873"/>
                </a:lnTo>
                <a:lnTo>
                  <a:pt x="533537" y="246091"/>
                </a:lnTo>
                <a:lnTo>
                  <a:pt x="536444" y="247680"/>
                </a:lnTo>
                <a:lnTo>
                  <a:pt x="543713" y="246158"/>
                </a:lnTo>
                <a:lnTo>
                  <a:pt x="559705" y="243193"/>
                </a:lnTo>
                <a:lnTo>
                  <a:pt x="565520" y="243720"/>
                </a:lnTo>
                <a:lnTo>
                  <a:pt x="580058" y="241314"/>
                </a:lnTo>
                <a:lnTo>
                  <a:pt x="588781" y="244488"/>
                </a:lnTo>
                <a:lnTo>
                  <a:pt x="596049" y="245416"/>
                </a:lnTo>
                <a:lnTo>
                  <a:pt x="604772" y="243350"/>
                </a:lnTo>
                <a:lnTo>
                  <a:pt x="612041" y="245157"/>
                </a:lnTo>
                <a:lnTo>
                  <a:pt x="616402" y="244441"/>
                </a:lnTo>
                <a:lnTo>
                  <a:pt x="622217" y="241299"/>
                </a:lnTo>
                <a:lnTo>
                  <a:pt x="626578" y="245578"/>
                </a:lnTo>
                <a:lnTo>
                  <a:pt x="629486" y="242656"/>
                </a:lnTo>
                <a:lnTo>
                  <a:pt x="632394" y="240105"/>
                </a:lnTo>
                <a:lnTo>
                  <a:pt x="635301" y="245571"/>
                </a:lnTo>
                <a:lnTo>
                  <a:pt x="639662" y="241591"/>
                </a:lnTo>
                <a:lnTo>
                  <a:pt x="642570" y="240273"/>
                </a:lnTo>
                <a:lnTo>
                  <a:pt x="644024" y="242193"/>
                </a:lnTo>
                <a:lnTo>
                  <a:pt x="649839" y="247930"/>
                </a:lnTo>
                <a:lnTo>
                  <a:pt x="651293" y="242355"/>
                </a:lnTo>
                <a:lnTo>
                  <a:pt x="658562" y="240746"/>
                </a:lnTo>
                <a:lnTo>
                  <a:pt x="665831" y="244765"/>
                </a:lnTo>
                <a:lnTo>
                  <a:pt x="667284" y="242385"/>
                </a:lnTo>
                <a:lnTo>
                  <a:pt x="670192" y="242212"/>
                </a:lnTo>
                <a:lnTo>
                  <a:pt x="671646" y="244563"/>
                </a:lnTo>
                <a:lnTo>
                  <a:pt x="681822" y="244924"/>
                </a:lnTo>
                <a:lnTo>
                  <a:pt x="693452" y="242910"/>
                </a:lnTo>
                <a:lnTo>
                  <a:pt x="700721" y="245532"/>
                </a:lnTo>
                <a:lnTo>
                  <a:pt x="709444" y="246782"/>
                </a:lnTo>
                <a:lnTo>
                  <a:pt x="713805" y="244625"/>
                </a:lnTo>
                <a:lnTo>
                  <a:pt x="715259" y="247985"/>
                </a:lnTo>
                <a:lnTo>
                  <a:pt x="725435" y="246166"/>
                </a:lnTo>
                <a:lnTo>
                  <a:pt x="737066" y="245702"/>
                </a:lnTo>
                <a:lnTo>
                  <a:pt x="760326" y="251677"/>
                </a:lnTo>
                <a:lnTo>
                  <a:pt x="767595" y="255350"/>
                </a:lnTo>
                <a:lnTo>
                  <a:pt x="769049" y="252708"/>
                </a:lnTo>
                <a:lnTo>
                  <a:pt x="771956" y="251548"/>
                </a:lnTo>
                <a:lnTo>
                  <a:pt x="773410" y="254520"/>
                </a:lnTo>
                <a:lnTo>
                  <a:pt x="808300" y="254457"/>
                </a:lnTo>
                <a:lnTo>
                  <a:pt x="811209" y="256599"/>
                </a:lnTo>
                <a:lnTo>
                  <a:pt x="812662" y="251899"/>
                </a:lnTo>
                <a:lnTo>
                  <a:pt x="814116" y="250804"/>
                </a:lnTo>
                <a:lnTo>
                  <a:pt x="817023" y="255059"/>
                </a:lnTo>
                <a:lnTo>
                  <a:pt x="821385" y="253597"/>
                </a:lnTo>
                <a:lnTo>
                  <a:pt x="824292" y="252361"/>
                </a:lnTo>
                <a:lnTo>
                  <a:pt x="825746" y="256347"/>
                </a:lnTo>
                <a:lnTo>
                  <a:pt x="882443" y="260458"/>
                </a:lnTo>
                <a:lnTo>
                  <a:pt x="883897" y="256774"/>
                </a:lnTo>
                <a:lnTo>
                  <a:pt x="888259" y="258772"/>
                </a:lnTo>
                <a:lnTo>
                  <a:pt x="895527" y="259913"/>
                </a:lnTo>
                <a:lnTo>
                  <a:pt x="904250" y="256199"/>
                </a:lnTo>
                <a:lnTo>
                  <a:pt x="911519" y="265870"/>
                </a:lnTo>
                <a:lnTo>
                  <a:pt x="915880" y="267622"/>
                </a:lnTo>
                <a:lnTo>
                  <a:pt x="917334" y="264964"/>
                </a:lnTo>
                <a:lnTo>
                  <a:pt x="921696" y="259641"/>
                </a:lnTo>
                <a:lnTo>
                  <a:pt x="924603" y="261768"/>
                </a:lnTo>
                <a:lnTo>
                  <a:pt x="936233" y="264189"/>
                </a:lnTo>
                <a:lnTo>
                  <a:pt x="953678" y="260578"/>
                </a:lnTo>
                <a:lnTo>
                  <a:pt x="959494" y="260431"/>
                </a:lnTo>
                <a:lnTo>
                  <a:pt x="963855" y="262047"/>
                </a:lnTo>
                <a:lnTo>
                  <a:pt x="972578" y="263091"/>
                </a:lnTo>
                <a:lnTo>
                  <a:pt x="979847" y="259275"/>
                </a:lnTo>
                <a:lnTo>
                  <a:pt x="1042359" y="257325"/>
                </a:lnTo>
                <a:lnTo>
                  <a:pt x="1052535" y="254552"/>
                </a:lnTo>
                <a:lnTo>
                  <a:pt x="1059804" y="257346"/>
                </a:lnTo>
                <a:lnTo>
                  <a:pt x="1065619" y="256413"/>
                </a:lnTo>
                <a:lnTo>
                  <a:pt x="1072888" y="260721"/>
                </a:lnTo>
                <a:lnTo>
                  <a:pt x="1083065" y="260400"/>
                </a:lnTo>
                <a:lnTo>
                  <a:pt x="1109233" y="265682"/>
                </a:lnTo>
                <a:lnTo>
                  <a:pt x="1117955" y="265267"/>
                </a:lnTo>
                <a:lnTo>
                  <a:pt x="1126678" y="270784"/>
                </a:lnTo>
                <a:lnTo>
                  <a:pt x="1132493" y="270804"/>
                </a:lnTo>
                <a:lnTo>
                  <a:pt x="1170292" y="275225"/>
                </a:lnTo>
                <a:lnTo>
                  <a:pt x="1174653" y="274089"/>
                </a:lnTo>
                <a:lnTo>
                  <a:pt x="1181922" y="278118"/>
                </a:lnTo>
                <a:lnTo>
                  <a:pt x="1193552" y="280251"/>
                </a:lnTo>
                <a:lnTo>
                  <a:pt x="1213905" y="279986"/>
                </a:lnTo>
                <a:lnTo>
                  <a:pt x="1215359" y="282572"/>
                </a:lnTo>
                <a:lnTo>
                  <a:pt x="1219720" y="279722"/>
                </a:lnTo>
                <a:lnTo>
                  <a:pt x="1228443" y="278682"/>
                </a:lnTo>
                <a:lnTo>
                  <a:pt x="1235712" y="276931"/>
                </a:lnTo>
                <a:lnTo>
                  <a:pt x="1238619" y="280045"/>
                </a:lnTo>
                <a:lnTo>
                  <a:pt x="1241526" y="277028"/>
                </a:lnTo>
                <a:lnTo>
                  <a:pt x="1247342" y="270456"/>
                </a:lnTo>
                <a:lnTo>
                  <a:pt x="1250249" y="272292"/>
                </a:lnTo>
                <a:lnTo>
                  <a:pt x="1286594" y="254546"/>
                </a:lnTo>
                <a:lnTo>
                  <a:pt x="1295316" y="253120"/>
                </a:lnTo>
                <a:lnTo>
                  <a:pt x="1385451" y="245639"/>
                </a:lnTo>
                <a:lnTo>
                  <a:pt x="1402895" y="236422"/>
                </a:lnTo>
                <a:lnTo>
                  <a:pt x="1429064" y="259840"/>
                </a:lnTo>
                <a:lnTo>
                  <a:pt x="1497391" y="281512"/>
                </a:lnTo>
                <a:lnTo>
                  <a:pt x="1500299" y="281163"/>
                </a:lnTo>
                <a:lnTo>
                  <a:pt x="1507568" y="286890"/>
                </a:lnTo>
                <a:lnTo>
                  <a:pt x="1514837" y="288980"/>
                </a:lnTo>
                <a:lnTo>
                  <a:pt x="1517744" y="293182"/>
                </a:lnTo>
                <a:lnTo>
                  <a:pt x="1520652" y="291496"/>
                </a:lnTo>
                <a:lnTo>
                  <a:pt x="1588979" y="307903"/>
                </a:lnTo>
                <a:lnTo>
                  <a:pt x="1596248" y="316950"/>
                </a:lnTo>
                <a:lnTo>
                  <a:pt x="1597702" y="322828"/>
                </a:lnTo>
                <a:lnTo>
                  <a:pt x="1599156" y="315036"/>
                </a:lnTo>
                <a:lnTo>
                  <a:pt x="1600609" y="316821"/>
                </a:lnTo>
                <a:lnTo>
                  <a:pt x="1602063" y="315089"/>
                </a:lnTo>
                <a:lnTo>
                  <a:pt x="1603517" y="317143"/>
                </a:lnTo>
                <a:lnTo>
                  <a:pt x="1612240" y="329871"/>
                </a:lnTo>
                <a:lnTo>
                  <a:pt x="1615147" y="326166"/>
                </a:lnTo>
                <a:lnTo>
                  <a:pt x="1618055" y="328770"/>
                </a:lnTo>
                <a:lnTo>
                  <a:pt x="1623870" y="331046"/>
                </a:lnTo>
                <a:lnTo>
                  <a:pt x="1639862" y="339065"/>
                </a:lnTo>
                <a:lnTo>
                  <a:pt x="1648584" y="343050"/>
                </a:lnTo>
                <a:lnTo>
                  <a:pt x="1674752" y="347656"/>
                </a:lnTo>
                <a:lnTo>
                  <a:pt x="1683475" y="351926"/>
                </a:lnTo>
                <a:lnTo>
                  <a:pt x="1754710" y="364248"/>
                </a:lnTo>
                <a:lnTo>
                  <a:pt x="1756164" y="367704"/>
                </a:lnTo>
                <a:lnTo>
                  <a:pt x="1760525" y="364047"/>
                </a:lnTo>
                <a:lnTo>
                  <a:pt x="1761979" y="361747"/>
                </a:lnTo>
                <a:lnTo>
                  <a:pt x="1764887" y="364226"/>
                </a:lnTo>
                <a:lnTo>
                  <a:pt x="1769248" y="365292"/>
                </a:lnTo>
                <a:lnTo>
                  <a:pt x="1775063" y="362347"/>
                </a:lnTo>
                <a:lnTo>
                  <a:pt x="1833214" y="358388"/>
                </a:lnTo>
                <a:lnTo>
                  <a:pt x="1844844" y="352732"/>
                </a:lnTo>
                <a:lnTo>
                  <a:pt x="1853567" y="351053"/>
                </a:lnTo>
                <a:lnTo>
                  <a:pt x="1901542" y="348790"/>
                </a:lnTo>
                <a:lnTo>
                  <a:pt x="1962601" y="303204"/>
                </a:lnTo>
                <a:lnTo>
                  <a:pt x="2025113" y="243482"/>
                </a:lnTo>
                <a:lnTo>
                  <a:pt x="2055642" y="216641"/>
                </a:lnTo>
                <a:lnTo>
                  <a:pt x="2060003" y="213907"/>
                </a:lnTo>
                <a:lnTo>
                  <a:pt x="2062911" y="218396"/>
                </a:lnTo>
                <a:lnTo>
                  <a:pt x="2075995" y="217538"/>
                </a:lnTo>
                <a:lnTo>
                  <a:pt x="2086172" y="214470"/>
                </a:lnTo>
                <a:lnTo>
                  <a:pt x="2087625" y="207899"/>
                </a:lnTo>
                <a:lnTo>
                  <a:pt x="2089079" y="216367"/>
                </a:lnTo>
                <a:lnTo>
                  <a:pt x="2090533" y="213712"/>
                </a:lnTo>
                <a:lnTo>
                  <a:pt x="2126877" y="246893"/>
                </a:lnTo>
                <a:lnTo>
                  <a:pt x="2167583" y="298024"/>
                </a:lnTo>
                <a:lnTo>
                  <a:pt x="2180667" y="326139"/>
                </a:lnTo>
                <a:lnTo>
                  <a:pt x="2186482" y="326075"/>
                </a:lnTo>
                <a:lnTo>
                  <a:pt x="2198113" y="341193"/>
                </a:lnTo>
                <a:lnTo>
                  <a:pt x="2199566" y="338997"/>
                </a:lnTo>
                <a:lnTo>
                  <a:pt x="2201020" y="345212"/>
                </a:lnTo>
                <a:lnTo>
                  <a:pt x="2202474" y="341245"/>
                </a:lnTo>
                <a:lnTo>
                  <a:pt x="2203927" y="345443"/>
                </a:lnTo>
                <a:lnTo>
                  <a:pt x="2206835" y="343646"/>
                </a:lnTo>
                <a:lnTo>
                  <a:pt x="2208288" y="337268"/>
                </a:lnTo>
                <a:lnTo>
                  <a:pt x="2209743" y="347169"/>
                </a:lnTo>
                <a:lnTo>
                  <a:pt x="2212650" y="339882"/>
                </a:lnTo>
                <a:lnTo>
                  <a:pt x="2217011" y="354334"/>
                </a:lnTo>
                <a:lnTo>
                  <a:pt x="2219919" y="350259"/>
                </a:lnTo>
                <a:lnTo>
                  <a:pt x="2221373" y="350442"/>
                </a:lnTo>
                <a:lnTo>
                  <a:pt x="2224280" y="343181"/>
                </a:lnTo>
                <a:lnTo>
                  <a:pt x="2227188" y="345740"/>
                </a:lnTo>
                <a:lnTo>
                  <a:pt x="2231549" y="358820"/>
                </a:lnTo>
                <a:lnTo>
                  <a:pt x="2233003" y="358042"/>
                </a:lnTo>
                <a:lnTo>
                  <a:pt x="2234457" y="358752"/>
                </a:lnTo>
                <a:lnTo>
                  <a:pt x="2238818" y="356516"/>
                </a:lnTo>
                <a:lnTo>
                  <a:pt x="2240272" y="367498"/>
                </a:lnTo>
                <a:lnTo>
                  <a:pt x="2241725" y="359317"/>
                </a:lnTo>
                <a:lnTo>
                  <a:pt x="2244633" y="365557"/>
                </a:lnTo>
                <a:lnTo>
                  <a:pt x="2253355" y="378054"/>
                </a:lnTo>
                <a:lnTo>
                  <a:pt x="2254810" y="372527"/>
                </a:lnTo>
                <a:lnTo>
                  <a:pt x="2256264" y="373142"/>
                </a:lnTo>
                <a:lnTo>
                  <a:pt x="2259171" y="388719"/>
                </a:lnTo>
                <a:lnTo>
                  <a:pt x="2262078" y="381724"/>
                </a:lnTo>
                <a:lnTo>
                  <a:pt x="2276617" y="401974"/>
                </a:lnTo>
                <a:lnTo>
                  <a:pt x="2278070" y="389990"/>
                </a:lnTo>
                <a:lnTo>
                  <a:pt x="2279524" y="404246"/>
                </a:lnTo>
                <a:lnTo>
                  <a:pt x="2282431" y="396634"/>
                </a:lnTo>
                <a:lnTo>
                  <a:pt x="2288247" y="391022"/>
                </a:lnTo>
                <a:lnTo>
                  <a:pt x="2289700" y="392323"/>
                </a:lnTo>
                <a:lnTo>
                  <a:pt x="2294061" y="395042"/>
                </a:lnTo>
                <a:lnTo>
                  <a:pt x="2292608" y="387379"/>
                </a:lnTo>
                <a:lnTo>
                  <a:pt x="2295515" y="392056"/>
                </a:lnTo>
                <a:lnTo>
                  <a:pt x="2307145" y="397981"/>
                </a:lnTo>
                <a:lnTo>
                  <a:pt x="2312961" y="383976"/>
                </a:lnTo>
                <a:lnTo>
                  <a:pt x="2315868" y="392732"/>
                </a:lnTo>
                <a:lnTo>
                  <a:pt x="2317322" y="387093"/>
                </a:lnTo>
                <a:lnTo>
                  <a:pt x="2320230" y="380323"/>
                </a:lnTo>
                <a:lnTo>
                  <a:pt x="2321684" y="389292"/>
                </a:lnTo>
                <a:lnTo>
                  <a:pt x="2323137" y="391845"/>
                </a:lnTo>
                <a:lnTo>
                  <a:pt x="2324591" y="387669"/>
                </a:lnTo>
                <a:lnTo>
                  <a:pt x="2327498" y="375158"/>
                </a:lnTo>
                <a:lnTo>
                  <a:pt x="2328952" y="388066"/>
                </a:lnTo>
                <a:lnTo>
                  <a:pt x="2330406" y="388822"/>
                </a:lnTo>
                <a:lnTo>
                  <a:pt x="2331860" y="375666"/>
                </a:lnTo>
                <a:lnTo>
                  <a:pt x="2333314" y="402366"/>
                </a:lnTo>
                <a:lnTo>
                  <a:pt x="2336221" y="397880"/>
                </a:lnTo>
                <a:lnTo>
                  <a:pt x="2337675" y="405200"/>
                </a:lnTo>
                <a:lnTo>
                  <a:pt x="2339129" y="389896"/>
                </a:lnTo>
                <a:lnTo>
                  <a:pt x="2343490" y="399240"/>
                </a:lnTo>
                <a:lnTo>
                  <a:pt x="2349305" y="401251"/>
                </a:lnTo>
                <a:lnTo>
                  <a:pt x="2353666" y="389653"/>
                </a:lnTo>
                <a:lnTo>
                  <a:pt x="2355121" y="392489"/>
                </a:lnTo>
                <a:lnTo>
                  <a:pt x="2356574" y="399738"/>
                </a:lnTo>
                <a:lnTo>
                  <a:pt x="2358028" y="393038"/>
                </a:lnTo>
                <a:lnTo>
                  <a:pt x="2359482" y="377054"/>
                </a:lnTo>
                <a:lnTo>
                  <a:pt x="2360935" y="401055"/>
                </a:lnTo>
                <a:lnTo>
                  <a:pt x="2362389" y="400765"/>
                </a:lnTo>
                <a:lnTo>
                  <a:pt x="2369658" y="393915"/>
                </a:lnTo>
                <a:lnTo>
                  <a:pt x="2365297" y="404274"/>
                </a:lnTo>
                <a:lnTo>
                  <a:pt x="2371112" y="397702"/>
                </a:lnTo>
                <a:lnTo>
                  <a:pt x="2378381" y="406301"/>
                </a:lnTo>
                <a:lnTo>
                  <a:pt x="2379835" y="406404"/>
                </a:lnTo>
                <a:lnTo>
                  <a:pt x="2381288" y="395477"/>
                </a:lnTo>
                <a:lnTo>
                  <a:pt x="2385649" y="399893"/>
                </a:lnTo>
                <a:lnTo>
                  <a:pt x="2390011" y="403274"/>
                </a:lnTo>
                <a:lnTo>
                  <a:pt x="2392918" y="394813"/>
                </a:lnTo>
                <a:lnTo>
                  <a:pt x="2394372" y="399383"/>
                </a:lnTo>
                <a:lnTo>
                  <a:pt x="2401641" y="425070"/>
                </a:lnTo>
                <a:lnTo>
                  <a:pt x="2403095" y="421479"/>
                </a:lnTo>
                <a:lnTo>
                  <a:pt x="2406002" y="424476"/>
                </a:lnTo>
                <a:lnTo>
                  <a:pt x="2408910" y="420513"/>
                </a:lnTo>
                <a:lnTo>
                  <a:pt x="2410364" y="436270"/>
                </a:lnTo>
                <a:lnTo>
                  <a:pt x="2414725" y="427684"/>
                </a:lnTo>
                <a:lnTo>
                  <a:pt x="2421994" y="439759"/>
                </a:lnTo>
                <a:lnTo>
                  <a:pt x="2423448" y="453774"/>
                </a:lnTo>
                <a:lnTo>
                  <a:pt x="2426355" y="434369"/>
                </a:lnTo>
                <a:lnTo>
                  <a:pt x="2437986" y="470056"/>
                </a:lnTo>
                <a:lnTo>
                  <a:pt x="2443801" y="443906"/>
                </a:lnTo>
                <a:lnTo>
                  <a:pt x="2445255" y="467728"/>
                </a:lnTo>
                <a:lnTo>
                  <a:pt x="2449616" y="462537"/>
                </a:lnTo>
                <a:lnTo>
                  <a:pt x="2453977" y="462066"/>
                </a:lnTo>
                <a:lnTo>
                  <a:pt x="2464153" y="496477"/>
                </a:lnTo>
                <a:lnTo>
                  <a:pt x="2468515" y="480417"/>
                </a:lnTo>
                <a:lnTo>
                  <a:pt x="2469969" y="487159"/>
                </a:lnTo>
                <a:lnTo>
                  <a:pt x="2471422" y="490439"/>
                </a:lnTo>
                <a:lnTo>
                  <a:pt x="2472876" y="487090"/>
                </a:lnTo>
                <a:lnTo>
                  <a:pt x="2474330" y="475526"/>
                </a:lnTo>
                <a:lnTo>
                  <a:pt x="2477238" y="482696"/>
                </a:lnTo>
                <a:lnTo>
                  <a:pt x="2484506" y="499177"/>
                </a:lnTo>
                <a:lnTo>
                  <a:pt x="2485960" y="494038"/>
                </a:lnTo>
                <a:lnTo>
                  <a:pt x="2488868" y="503428"/>
                </a:lnTo>
                <a:lnTo>
                  <a:pt x="2490322" y="498627"/>
                </a:lnTo>
                <a:lnTo>
                  <a:pt x="2491776" y="496525"/>
                </a:lnTo>
                <a:lnTo>
                  <a:pt x="2493229" y="502975"/>
                </a:lnTo>
                <a:lnTo>
                  <a:pt x="2496137" y="499793"/>
                </a:lnTo>
                <a:lnTo>
                  <a:pt x="2500498" y="515339"/>
                </a:lnTo>
                <a:lnTo>
                  <a:pt x="2503406" y="510022"/>
                </a:lnTo>
                <a:lnTo>
                  <a:pt x="2506313" y="511141"/>
                </a:lnTo>
                <a:lnTo>
                  <a:pt x="2519397" y="533700"/>
                </a:lnTo>
                <a:lnTo>
                  <a:pt x="2526666" y="533113"/>
                </a:lnTo>
                <a:lnTo>
                  <a:pt x="2533935" y="561655"/>
                </a:lnTo>
                <a:lnTo>
                  <a:pt x="2535389" y="554967"/>
                </a:lnTo>
                <a:lnTo>
                  <a:pt x="2544111" y="566975"/>
                </a:lnTo>
                <a:lnTo>
                  <a:pt x="2545565" y="562510"/>
                </a:lnTo>
                <a:lnTo>
                  <a:pt x="2547019" y="569755"/>
                </a:lnTo>
                <a:lnTo>
                  <a:pt x="2552834" y="571942"/>
                </a:lnTo>
                <a:lnTo>
                  <a:pt x="2555742" y="568634"/>
                </a:lnTo>
                <a:lnTo>
                  <a:pt x="2557196" y="570946"/>
                </a:lnTo>
                <a:lnTo>
                  <a:pt x="2561557" y="580938"/>
                </a:lnTo>
                <a:lnTo>
                  <a:pt x="2563010" y="575828"/>
                </a:lnTo>
                <a:lnTo>
                  <a:pt x="2564464" y="574502"/>
                </a:lnTo>
                <a:lnTo>
                  <a:pt x="2568826" y="586758"/>
                </a:lnTo>
                <a:lnTo>
                  <a:pt x="2570279" y="584933"/>
                </a:lnTo>
                <a:lnTo>
                  <a:pt x="2576094" y="578124"/>
                </a:lnTo>
                <a:lnTo>
                  <a:pt x="2573187" y="588136"/>
                </a:lnTo>
                <a:lnTo>
                  <a:pt x="2577548" y="582427"/>
                </a:lnTo>
                <a:lnTo>
                  <a:pt x="2587724" y="644502"/>
                </a:lnTo>
                <a:lnTo>
                  <a:pt x="2594994" y="623456"/>
                </a:lnTo>
                <a:lnTo>
                  <a:pt x="2596447" y="631641"/>
                </a:lnTo>
                <a:lnTo>
                  <a:pt x="2599355" y="626057"/>
                </a:lnTo>
                <a:lnTo>
                  <a:pt x="2605170" y="607601"/>
                </a:lnTo>
                <a:lnTo>
                  <a:pt x="2609531" y="641984"/>
                </a:lnTo>
                <a:lnTo>
                  <a:pt x="2612439" y="632464"/>
                </a:lnTo>
                <a:lnTo>
                  <a:pt x="2618254" y="662936"/>
                </a:lnTo>
                <a:lnTo>
                  <a:pt x="2619708" y="661019"/>
                </a:lnTo>
                <a:lnTo>
                  <a:pt x="2626977" y="608161"/>
                </a:lnTo>
                <a:lnTo>
                  <a:pt x="2629884" y="610867"/>
                </a:lnTo>
                <a:lnTo>
                  <a:pt x="2631338" y="620870"/>
                </a:lnTo>
                <a:lnTo>
                  <a:pt x="2632791" y="595326"/>
                </a:lnTo>
                <a:lnTo>
                  <a:pt x="2634246" y="610945"/>
                </a:lnTo>
                <a:lnTo>
                  <a:pt x="2635700" y="609329"/>
                </a:lnTo>
                <a:lnTo>
                  <a:pt x="2645876" y="637503"/>
                </a:lnTo>
                <a:lnTo>
                  <a:pt x="2656052" y="622241"/>
                </a:lnTo>
                <a:lnTo>
                  <a:pt x="2660414" y="617832"/>
                </a:lnTo>
                <a:lnTo>
                  <a:pt x="2661867" y="626427"/>
                </a:lnTo>
                <a:lnTo>
                  <a:pt x="2663321" y="624210"/>
                </a:lnTo>
                <a:lnTo>
                  <a:pt x="2669136" y="594005"/>
                </a:lnTo>
                <a:lnTo>
                  <a:pt x="2673498" y="621749"/>
                </a:lnTo>
                <a:lnTo>
                  <a:pt x="2674951" y="620079"/>
                </a:lnTo>
                <a:lnTo>
                  <a:pt x="2679313" y="598184"/>
                </a:lnTo>
                <a:lnTo>
                  <a:pt x="2680767" y="605941"/>
                </a:lnTo>
                <a:lnTo>
                  <a:pt x="2682220" y="603102"/>
                </a:lnTo>
                <a:lnTo>
                  <a:pt x="2683674" y="608449"/>
                </a:lnTo>
                <a:lnTo>
                  <a:pt x="2688035" y="617117"/>
                </a:lnTo>
                <a:lnTo>
                  <a:pt x="2689489" y="619390"/>
                </a:lnTo>
                <a:lnTo>
                  <a:pt x="2690943" y="617123"/>
                </a:lnTo>
                <a:lnTo>
                  <a:pt x="2693851" y="607529"/>
                </a:lnTo>
                <a:lnTo>
                  <a:pt x="2695304" y="619940"/>
                </a:lnTo>
                <a:lnTo>
                  <a:pt x="2696758" y="642547"/>
                </a:lnTo>
                <a:lnTo>
                  <a:pt x="2699665" y="618423"/>
                </a:lnTo>
                <a:lnTo>
                  <a:pt x="2701120" y="634690"/>
                </a:lnTo>
                <a:lnTo>
                  <a:pt x="2706934" y="658555"/>
                </a:lnTo>
                <a:lnTo>
                  <a:pt x="2708388" y="652556"/>
                </a:lnTo>
                <a:lnTo>
                  <a:pt x="2714204" y="607819"/>
                </a:lnTo>
                <a:lnTo>
                  <a:pt x="2715657" y="622666"/>
                </a:lnTo>
                <a:lnTo>
                  <a:pt x="2727287" y="642881"/>
                </a:lnTo>
                <a:lnTo>
                  <a:pt x="2730195" y="634711"/>
                </a:lnTo>
                <a:lnTo>
                  <a:pt x="2737464" y="623385"/>
                </a:lnTo>
                <a:lnTo>
                  <a:pt x="2738918" y="607885"/>
                </a:lnTo>
                <a:lnTo>
                  <a:pt x="2740371" y="639055"/>
                </a:lnTo>
                <a:lnTo>
                  <a:pt x="2741825" y="632158"/>
                </a:lnTo>
                <a:lnTo>
                  <a:pt x="2743279" y="653362"/>
                </a:lnTo>
                <a:lnTo>
                  <a:pt x="2747640" y="649688"/>
                </a:lnTo>
                <a:lnTo>
                  <a:pt x="2749094" y="631146"/>
                </a:lnTo>
                <a:lnTo>
                  <a:pt x="2750548" y="646261"/>
                </a:lnTo>
                <a:lnTo>
                  <a:pt x="2754909" y="667704"/>
                </a:lnTo>
                <a:lnTo>
                  <a:pt x="2756363" y="661904"/>
                </a:lnTo>
                <a:lnTo>
                  <a:pt x="2757817" y="663991"/>
                </a:lnTo>
                <a:lnTo>
                  <a:pt x="2759271" y="650640"/>
                </a:lnTo>
                <a:lnTo>
                  <a:pt x="2760724" y="670580"/>
                </a:lnTo>
                <a:lnTo>
                  <a:pt x="2762178" y="664493"/>
                </a:lnTo>
                <a:lnTo>
                  <a:pt x="2763632" y="662673"/>
                </a:lnTo>
                <a:lnTo>
                  <a:pt x="2769447" y="607403"/>
                </a:lnTo>
                <a:lnTo>
                  <a:pt x="2770901" y="655284"/>
                </a:lnTo>
                <a:lnTo>
                  <a:pt x="2775262" y="635245"/>
                </a:lnTo>
                <a:lnTo>
                  <a:pt x="2782531" y="606745"/>
                </a:lnTo>
                <a:lnTo>
                  <a:pt x="2783985" y="612994"/>
                </a:lnTo>
                <a:lnTo>
                  <a:pt x="2785438" y="609413"/>
                </a:lnTo>
                <a:lnTo>
                  <a:pt x="2786892" y="617276"/>
                </a:lnTo>
                <a:lnTo>
                  <a:pt x="2789799" y="662481"/>
                </a:lnTo>
                <a:lnTo>
                  <a:pt x="2795615" y="661869"/>
                </a:lnTo>
                <a:lnTo>
                  <a:pt x="2798522" y="615563"/>
                </a:lnTo>
                <a:lnTo>
                  <a:pt x="2801430" y="637477"/>
                </a:lnTo>
                <a:lnTo>
                  <a:pt x="2807245" y="648530"/>
                </a:lnTo>
                <a:lnTo>
                  <a:pt x="2815968" y="611327"/>
                </a:lnTo>
                <a:lnTo>
                  <a:pt x="2821783" y="662938"/>
                </a:lnTo>
                <a:lnTo>
                  <a:pt x="2824691" y="641643"/>
                </a:lnTo>
                <a:lnTo>
                  <a:pt x="2827598" y="627763"/>
                </a:lnTo>
                <a:lnTo>
                  <a:pt x="2831959" y="632458"/>
                </a:lnTo>
                <a:lnTo>
                  <a:pt x="2836321" y="653652"/>
                </a:lnTo>
                <a:lnTo>
                  <a:pt x="2839228" y="614334"/>
                </a:lnTo>
                <a:lnTo>
                  <a:pt x="2842136" y="623901"/>
                </a:lnTo>
                <a:lnTo>
                  <a:pt x="2849405" y="653103"/>
                </a:lnTo>
                <a:lnTo>
                  <a:pt x="2853766" y="648672"/>
                </a:lnTo>
                <a:lnTo>
                  <a:pt x="2856673" y="643593"/>
                </a:lnTo>
                <a:lnTo>
                  <a:pt x="2858128" y="648633"/>
                </a:lnTo>
                <a:lnTo>
                  <a:pt x="2862489" y="651863"/>
                </a:lnTo>
                <a:lnTo>
                  <a:pt x="2863942" y="682463"/>
                </a:lnTo>
                <a:lnTo>
                  <a:pt x="2868303" y="675457"/>
                </a:lnTo>
                <a:lnTo>
                  <a:pt x="2872665" y="634763"/>
                </a:lnTo>
                <a:lnTo>
                  <a:pt x="2875573" y="648432"/>
                </a:lnTo>
                <a:lnTo>
                  <a:pt x="2879934" y="635244"/>
                </a:lnTo>
                <a:lnTo>
                  <a:pt x="2881388" y="638576"/>
                </a:lnTo>
                <a:lnTo>
                  <a:pt x="2888656" y="685675"/>
                </a:lnTo>
                <a:lnTo>
                  <a:pt x="2890110" y="682615"/>
                </a:lnTo>
                <a:lnTo>
                  <a:pt x="2891565" y="687648"/>
                </a:lnTo>
                <a:lnTo>
                  <a:pt x="2894472" y="661553"/>
                </a:lnTo>
                <a:lnTo>
                  <a:pt x="2897379" y="674666"/>
                </a:lnTo>
                <a:lnTo>
                  <a:pt x="2900287" y="692879"/>
                </a:lnTo>
                <a:lnTo>
                  <a:pt x="2906102" y="637230"/>
                </a:lnTo>
                <a:lnTo>
                  <a:pt x="2907556" y="642517"/>
                </a:lnTo>
                <a:lnTo>
                  <a:pt x="2916279" y="667475"/>
                </a:lnTo>
                <a:lnTo>
                  <a:pt x="2919186" y="663615"/>
                </a:lnTo>
                <a:lnTo>
                  <a:pt x="2925001" y="625296"/>
                </a:lnTo>
                <a:lnTo>
                  <a:pt x="2927909" y="652860"/>
                </a:lnTo>
                <a:lnTo>
                  <a:pt x="2932270" y="646297"/>
                </a:lnTo>
                <a:lnTo>
                  <a:pt x="2935177" y="627819"/>
                </a:lnTo>
                <a:lnTo>
                  <a:pt x="2939539" y="629189"/>
                </a:lnTo>
                <a:lnTo>
                  <a:pt x="2943900" y="645130"/>
                </a:lnTo>
                <a:lnTo>
                  <a:pt x="2946807" y="642550"/>
                </a:lnTo>
                <a:lnTo>
                  <a:pt x="2952623" y="650127"/>
                </a:lnTo>
                <a:lnTo>
                  <a:pt x="2954077" y="652569"/>
                </a:lnTo>
                <a:lnTo>
                  <a:pt x="2955530" y="649475"/>
                </a:lnTo>
                <a:lnTo>
                  <a:pt x="2956984" y="643680"/>
                </a:lnTo>
                <a:lnTo>
                  <a:pt x="2961346" y="646404"/>
                </a:lnTo>
                <a:lnTo>
                  <a:pt x="2962799" y="649856"/>
                </a:lnTo>
                <a:lnTo>
                  <a:pt x="2965707" y="619873"/>
                </a:lnTo>
                <a:lnTo>
                  <a:pt x="2968614" y="632357"/>
                </a:lnTo>
                <a:lnTo>
                  <a:pt x="2970069" y="623873"/>
                </a:lnTo>
                <a:lnTo>
                  <a:pt x="2971522" y="641445"/>
                </a:lnTo>
                <a:lnTo>
                  <a:pt x="2972976" y="637742"/>
                </a:lnTo>
                <a:lnTo>
                  <a:pt x="2975883" y="637831"/>
                </a:lnTo>
                <a:lnTo>
                  <a:pt x="2978791" y="652209"/>
                </a:lnTo>
                <a:lnTo>
                  <a:pt x="2981699" y="642911"/>
                </a:lnTo>
                <a:lnTo>
                  <a:pt x="2984606" y="627117"/>
                </a:lnTo>
                <a:lnTo>
                  <a:pt x="2986060" y="636011"/>
                </a:lnTo>
                <a:lnTo>
                  <a:pt x="2991875" y="656247"/>
                </a:lnTo>
                <a:lnTo>
                  <a:pt x="2993329" y="654331"/>
                </a:lnTo>
                <a:lnTo>
                  <a:pt x="2996236" y="643407"/>
                </a:lnTo>
                <a:lnTo>
                  <a:pt x="2997690" y="643990"/>
                </a:lnTo>
                <a:lnTo>
                  <a:pt x="3003505" y="677527"/>
                </a:lnTo>
                <a:lnTo>
                  <a:pt x="3004959" y="674304"/>
                </a:lnTo>
                <a:lnTo>
                  <a:pt x="3007867" y="660950"/>
                </a:lnTo>
                <a:lnTo>
                  <a:pt x="3010774" y="672508"/>
                </a:lnTo>
                <a:lnTo>
                  <a:pt x="3018043" y="692683"/>
                </a:lnTo>
                <a:lnTo>
                  <a:pt x="3020950" y="699677"/>
                </a:lnTo>
                <a:lnTo>
                  <a:pt x="3022404" y="694007"/>
                </a:lnTo>
                <a:lnTo>
                  <a:pt x="3026766" y="685310"/>
                </a:lnTo>
                <a:lnTo>
                  <a:pt x="3028220" y="690334"/>
                </a:lnTo>
                <a:lnTo>
                  <a:pt x="3034034" y="699489"/>
                </a:lnTo>
                <a:lnTo>
                  <a:pt x="3036942" y="694715"/>
                </a:lnTo>
                <a:lnTo>
                  <a:pt x="3039850" y="687319"/>
                </a:lnTo>
                <a:lnTo>
                  <a:pt x="3041303" y="695063"/>
                </a:lnTo>
                <a:lnTo>
                  <a:pt x="3042757" y="698615"/>
                </a:lnTo>
                <a:lnTo>
                  <a:pt x="3044211" y="692353"/>
                </a:lnTo>
                <a:lnTo>
                  <a:pt x="3047118" y="684679"/>
                </a:lnTo>
                <a:lnTo>
                  <a:pt x="3048573" y="697482"/>
                </a:lnTo>
                <a:lnTo>
                  <a:pt x="3051480" y="695871"/>
                </a:lnTo>
                <a:lnTo>
                  <a:pt x="3054387" y="705269"/>
                </a:lnTo>
                <a:lnTo>
                  <a:pt x="3057295" y="699578"/>
                </a:lnTo>
                <a:lnTo>
                  <a:pt x="3061656" y="701644"/>
                </a:lnTo>
                <a:lnTo>
                  <a:pt x="3073287" y="725018"/>
                </a:lnTo>
                <a:lnTo>
                  <a:pt x="3074740" y="726242"/>
                </a:lnTo>
                <a:lnTo>
                  <a:pt x="3077648" y="711779"/>
                </a:lnTo>
                <a:lnTo>
                  <a:pt x="3079101" y="723588"/>
                </a:lnTo>
                <a:lnTo>
                  <a:pt x="3086370" y="739182"/>
                </a:lnTo>
                <a:lnTo>
                  <a:pt x="3082009" y="722117"/>
                </a:lnTo>
                <a:lnTo>
                  <a:pt x="3087824" y="735238"/>
                </a:lnTo>
                <a:lnTo>
                  <a:pt x="3093640" y="704797"/>
                </a:lnTo>
                <a:lnTo>
                  <a:pt x="3096547" y="717767"/>
                </a:lnTo>
                <a:lnTo>
                  <a:pt x="3098001" y="720454"/>
                </a:lnTo>
                <a:lnTo>
                  <a:pt x="3099454" y="717910"/>
                </a:lnTo>
                <a:lnTo>
                  <a:pt x="3103816" y="708686"/>
                </a:lnTo>
                <a:lnTo>
                  <a:pt x="3106724" y="731987"/>
                </a:lnTo>
                <a:lnTo>
                  <a:pt x="3111085" y="726809"/>
                </a:lnTo>
                <a:lnTo>
                  <a:pt x="3140160" y="52180"/>
                </a:lnTo>
                <a:lnTo>
                  <a:pt x="3143068" y="67883"/>
                </a:lnTo>
                <a:lnTo>
                  <a:pt x="3144521" y="64074"/>
                </a:lnTo>
                <a:lnTo>
                  <a:pt x="3148883" y="0"/>
                </a:lnTo>
                <a:lnTo>
                  <a:pt x="3150337" y="39325"/>
                </a:lnTo>
                <a:lnTo>
                  <a:pt x="3151791" y="38363"/>
                </a:lnTo>
                <a:lnTo>
                  <a:pt x="3154698" y="42232"/>
                </a:lnTo>
                <a:lnTo>
                  <a:pt x="3157605" y="12626"/>
                </a:lnTo>
                <a:lnTo>
                  <a:pt x="3161967" y="59329"/>
                </a:lnTo>
                <a:lnTo>
                  <a:pt x="3163421" y="42121"/>
                </a:lnTo>
                <a:lnTo>
                  <a:pt x="3164874" y="34625"/>
                </a:lnTo>
                <a:lnTo>
                  <a:pt x="3166328" y="57583"/>
                </a:lnTo>
                <a:lnTo>
                  <a:pt x="3169236" y="34751"/>
                </a:lnTo>
                <a:lnTo>
                  <a:pt x="3172144" y="3382"/>
                </a:lnTo>
                <a:lnTo>
                  <a:pt x="3173597" y="33258"/>
                </a:lnTo>
                <a:lnTo>
                  <a:pt x="3180866" y="80935"/>
                </a:lnTo>
                <a:lnTo>
                  <a:pt x="3182320" y="69948"/>
                </a:lnTo>
                <a:lnTo>
                  <a:pt x="3183774" y="82632"/>
                </a:lnTo>
                <a:lnTo>
                  <a:pt x="3185228" y="101925"/>
                </a:lnTo>
                <a:lnTo>
                  <a:pt x="3188135" y="72331"/>
                </a:lnTo>
                <a:lnTo>
                  <a:pt x="3189589" y="92664"/>
                </a:lnTo>
                <a:lnTo>
                  <a:pt x="3205581" y="170181"/>
                </a:lnTo>
                <a:lnTo>
                  <a:pt x="3220118" y="228785"/>
                </a:lnTo>
                <a:lnTo>
                  <a:pt x="3223025" y="204584"/>
                </a:lnTo>
                <a:lnTo>
                  <a:pt x="3225933" y="224398"/>
                </a:lnTo>
                <a:lnTo>
                  <a:pt x="3228841" y="237605"/>
                </a:lnTo>
                <a:lnTo>
                  <a:pt x="3237563" y="273094"/>
                </a:lnTo>
                <a:lnTo>
                  <a:pt x="3247740" y="305109"/>
                </a:lnTo>
                <a:lnTo>
                  <a:pt x="3262278" y="337883"/>
                </a:lnTo>
                <a:lnTo>
                  <a:pt x="3263731" y="337122"/>
                </a:lnTo>
                <a:lnTo>
                  <a:pt x="3265185" y="340306"/>
                </a:lnTo>
                <a:lnTo>
                  <a:pt x="3272454" y="361261"/>
                </a:lnTo>
                <a:lnTo>
                  <a:pt x="3273908" y="355541"/>
                </a:lnTo>
                <a:lnTo>
                  <a:pt x="3276815" y="349047"/>
                </a:lnTo>
                <a:lnTo>
                  <a:pt x="3278269" y="358315"/>
                </a:lnTo>
                <a:lnTo>
                  <a:pt x="3285538" y="388434"/>
                </a:lnTo>
                <a:lnTo>
                  <a:pt x="3286992" y="377112"/>
                </a:lnTo>
                <a:lnTo>
                  <a:pt x="3288446" y="371259"/>
                </a:lnTo>
                <a:lnTo>
                  <a:pt x="3289899" y="378750"/>
                </a:lnTo>
                <a:lnTo>
                  <a:pt x="3292807" y="396281"/>
                </a:lnTo>
                <a:lnTo>
                  <a:pt x="3295715" y="387204"/>
                </a:lnTo>
                <a:lnTo>
                  <a:pt x="3300076" y="398622"/>
                </a:lnTo>
                <a:lnTo>
                  <a:pt x="3301529" y="395236"/>
                </a:lnTo>
                <a:lnTo>
                  <a:pt x="3302983" y="386566"/>
                </a:lnTo>
                <a:lnTo>
                  <a:pt x="3305891" y="395516"/>
                </a:lnTo>
                <a:lnTo>
                  <a:pt x="3308799" y="407255"/>
                </a:lnTo>
                <a:lnTo>
                  <a:pt x="3310252" y="398939"/>
                </a:lnTo>
                <a:lnTo>
                  <a:pt x="3313160" y="387055"/>
                </a:lnTo>
                <a:lnTo>
                  <a:pt x="3314613" y="397146"/>
                </a:lnTo>
                <a:lnTo>
                  <a:pt x="3317521" y="416494"/>
                </a:lnTo>
                <a:lnTo>
                  <a:pt x="3318975" y="402238"/>
                </a:lnTo>
                <a:lnTo>
                  <a:pt x="3324790" y="385618"/>
                </a:lnTo>
                <a:lnTo>
                  <a:pt x="3332059" y="401472"/>
                </a:lnTo>
                <a:lnTo>
                  <a:pt x="3337874" y="402246"/>
                </a:lnTo>
                <a:lnTo>
                  <a:pt x="3339328" y="393808"/>
                </a:lnTo>
                <a:lnTo>
                  <a:pt x="3342235" y="397917"/>
                </a:lnTo>
                <a:lnTo>
                  <a:pt x="3345143" y="405636"/>
                </a:lnTo>
                <a:lnTo>
                  <a:pt x="3346597" y="404350"/>
                </a:lnTo>
                <a:lnTo>
                  <a:pt x="3349504" y="396007"/>
                </a:lnTo>
                <a:lnTo>
                  <a:pt x="3352412" y="396787"/>
                </a:lnTo>
                <a:lnTo>
                  <a:pt x="3361134" y="406447"/>
                </a:lnTo>
                <a:lnTo>
                  <a:pt x="3364042" y="389185"/>
                </a:lnTo>
                <a:lnTo>
                  <a:pt x="3368403" y="395883"/>
                </a:lnTo>
                <a:lnTo>
                  <a:pt x="3374219" y="410558"/>
                </a:lnTo>
                <a:lnTo>
                  <a:pt x="3378580" y="391115"/>
                </a:lnTo>
                <a:lnTo>
                  <a:pt x="3380033" y="395105"/>
                </a:lnTo>
                <a:lnTo>
                  <a:pt x="3382941" y="411650"/>
                </a:lnTo>
                <a:lnTo>
                  <a:pt x="3385849" y="410342"/>
                </a:lnTo>
                <a:lnTo>
                  <a:pt x="3387303" y="401782"/>
                </a:lnTo>
                <a:lnTo>
                  <a:pt x="3391664" y="406743"/>
                </a:lnTo>
                <a:lnTo>
                  <a:pt x="3394571" y="419022"/>
                </a:lnTo>
                <a:lnTo>
                  <a:pt x="3398933" y="417204"/>
                </a:lnTo>
                <a:lnTo>
                  <a:pt x="3401840" y="416720"/>
                </a:lnTo>
                <a:lnTo>
                  <a:pt x="3403294" y="409328"/>
                </a:lnTo>
                <a:lnTo>
                  <a:pt x="3404747" y="418544"/>
                </a:lnTo>
                <a:lnTo>
                  <a:pt x="3409109" y="433354"/>
                </a:lnTo>
                <a:lnTo>
                  <a:pt x="3412017" y="425959"/>
                </a:lnTo>
                <a:lnTo>
                  <a:pt x="3413470" y="423125"/>
                </a:lnTo>
                <a:lnTo>
                  <a:pt x="3416378" y="425076"/>
                </a:lnTo>
                <a:lnTo>
                  <a:pt x="3419286" y="428960"/>
                </a:lnTo>
                <a:lnTo>
                  <a:pt x="3422193" y="416834"/>
                </a:lnTo>
                <a:lnTo>
                  <a:pt x="3425100" y="419286"/>
                </a:lnTo>
                <a:lnTo>
                  <a:pt x="3429462" y="431552"/>
                </a:lnTo>
                <a:lnTo>
                  <a:pt x="3430916" y="428898"/>
                </a:lnTo>
                <a:lnTo>
                  <a:pt x="3435277" y="420352"/>
                </a:lnTo>
                <a:lnTo>
                  <a:pt x="3438184" y="439555"/>
                </a:lnTo>
                <a:lnTo>
                  <a:pt x="3441092" y="426600"/>
                </a:lnTo>
                <a:lnTo>
                  <a:pt x="3451269" y="437476"/>
                </a:lnTo>
                <a:lnTo>
                  <a:pt x="3452723" y="435632"/>
                </a:lnTo>
                <a:lnTo>
                  <a:pt x="3458537" y="417310"/>
                </a:lnTo>
                <a:lnTo>
                  <a:pt x="3461445" y="419594"/>
                </a:lnTo>
                <a:lnTo>
                  <a:pt x="3462899" y="430365"/>
                </a:lnTo>
                <a:lnTo>
                  <a:pt x="3467260" y="427589"/>
                </a:lnTo>
                <a:lnTo>
                  <a:pt x="3474529" y="433208"/>
                </a:lnTo>
                <a:lnTo>
                  <a:pt x="3475983" y="441084"/>
                </a:lnTo>
                <a:lnTo>
                  <a:pt x="3477437" y="433839"/>
                </a:lnTo>
                <a:lnTo>
                  <a:pt x="3480344" y="420878"/>
                </a:lnTo>
                <a:lnTo>
                  <a:pt x="3483251" y="430364"/>
                </a:lnTo>
                <a:lnTo>
                  <a:pt x="3484706" y="430903"/>
                </a:lnTo>
                <a:lnTo>
                  <a:pt x="3487613" y="432171"/>
                </a:lnTo>
                <a:lnTo>
                  <a:pt x="3490521" y="414623"/>
                </a:lnTo>
                <a:lnTo>
                  <a:pt x="3494882" y="427555"/>
                </a:lnTo>
                <a:lnTo>
                  <a:pt x="3496336" y="418745"/>
                </a:lnTo>
                <a:lnTo>
                  <a:pt x="3502151" y="428138"/>
                </a:lnTo>
                <a:lnTo>
                  <a:pt x="3506513" y="425721"/>
                </a:lnTo>
                <a:lnTo>
                  <a:pt x="3510874" y="431150"/>
                </a:lnTo>
                <a:lnTo>
                  <a:pt x="3513781" y="412937"/>
                </a:lnTo>
                <a:lnTo>
                  <a:pt x="3515235" y="423133"/>
                </a:lnTo>
                <a:lnTo>
                  <a:pt x="3516688" y="429461"/>
                </a:lnTo>
                <a:lnTo>
                  <a:pt x="3518143" y="421986"/>
                </a:lnTo>
                <a:lnTo>
                  <a:pt x="3521050" y="427957"/>
                </a:lnTo>
                <a:lnTo>
                  <a:pt x="3525411" y="428185"/>
                </a:lnTo>
                <a:lnTo>
                  <a:pt x="3526865" y="438801"/>
                </a:lnTo>
                <a:lnTo>
                  <a:pt x="3529773" y="428200"/>
                </a:lnTo>
                <a:lnTo>
                  <a:pt x="3534134" y="416778"/>
                </a:lnTo>
                <a:lnTo>
                  <a:pt x="3537041" y="428381"/>
                </a:lnTo>
                <a:lnTo>
                  <a:pt x="3539949" y="421140"/>
                </a:lnTo>
                <a:lnTo>
                  <a:pt x="3541403" y="412804"/>
                </a:lnTo>
                <a:lnTo>
                  <a:pt x="3544311" y="420035"/>
                </a:lnTo>
                <a:lnTo>
                  <a:pt x="3545764" y="439508"/>
                </a:lnTo>
                <a:lnTo>
                  <a:pt x="3548672" y="416900"/>
                </a:lnTo>
                <a:lnTo>
                  <a:pt x="3550125" y="425150"/>
                </a:lnTo>
                <a:lnTo>
                  <a:pt x="3551580" y="408772"/>
                </a:lnTo>
                <a:lnTo>
                  <a:pt x="3555941" y="416335"/>
                </a:lnTo>
                <a:lnTo>
                  <a:pt x="3560302" y="429673"/>
                </a:lnTo>
                <a:lnTo>
                  <a:pt x="3564664" y="442763"/>
                </a:lnTo>
                <a:lnTo>
                  <a:pt x="3569025" y="426015"/>
                </a:lnTo>
                <a:lnTo>
                  <a:pt x="3570478" y="436724"/>
                </a:lnTo>
                <a:lnTo>
                  <a:pt x="3571932" y="437274"/>
                </a:lnTo>
                <a:lnTo>
                  <a:pt x="3574840" y="421584"/>
                </a:lnTo>
                <a:lnTo>
                  <a:pt x="3576294" y="434131"/>
                </a:lnTo>
                <a:lnTo>
                  <a:pt x="3577747" y="440698"/>
                </a:lnTo>
                <a:lnTo>
                  <a:pt x="3580655" y="431243"/>
                </a:lnTo>
                <a:lnTo>
                  <a:pt x="3583562" y="405368"/>
                </a:lnTo>
                <a:lnTo>
                  <a:pt x="3586470" y="424251"/>
                </a:lnTo>
                <a:lnTo>
                  <a:pt x="3587924" y="417834"/>
                </a:lnTo>
                <a:lnTo>
                  <a:pt x="3590831" y="425309"/>
                </a:lnTo>
                <a:lnTo>
                  <a:pt x="3592285" y="419858"/>
                </a:lnTo>
                <a:lnTo>
                  <a:pt x="3595192" y="416931"/>
                </a:lnTo>
                <a:lnTo>
                  <a:pt x="3599554" y="431741"/>
                </a:lnTo>
                <a:lnTo>
                  <a:pt x="3601008" y="416500"/>
                </a:lnTo>
                <a:lnTo>
                  <a:pt x="3603915" y="423086"/>
                </a:lnTo>
                <a:lnTo>
                  <a:pt x="3605369" y="434115"/>
                </a:lnTo>
                <a:lnTo>
                  <a:pt x="3608277" y="420709"/>
                </a:lnTo>
                <a:lnTo>
                  <a:pt x="3609731" y="431173"/>
                </a:lnTo>
                <a:lnTo>
                  <a:pt x="3612638" y="419605"/>
                </a:lnTo>
                <a:lnTo>
                  <a:pt x="3614092" y="405773"/>
                </a:lnTo>
                <a:lnTo>
                  <a:pt x="3616999" y="412509"/>
                </a:lnTo>
                <a:lnTo>
                  <a:pt x="3624268" y="439273"/>
                </a:lnTo>
                <a:lnTo>
                  <a:pt x="3628629" y="412289"/>
                </a:lnTo>
                <a:lnTo>
                  <a:pt x="3631537" y="426814"/>
                </a:lnTo>
                <a:lnTo>
                  <a:pt x="3634445" y="439275"/>
                </a:lnTo>
                <a:lnTo>
                  <a:pt x="3635898" y="423526"/>
                </a:lnTo>
                <a:lnTo>
                  <a:pt x="3638806" y="405287"/>
                </a:lnTo>
                <a:lnTo>
                  <a:pt x="3640259" y="405685"/>
                </a:lnTo>
                <a:lnTo>
                  <a:pt x="3643168" y="439668"/>
                </a:lnTo>
                <a:lnTo>
                  <a:pt x="3646075" y="417343"/>
                </a:lnTo>
                <a:lnTo>
                  <a:pt x="3651890" y="421527"/>
                </a:lnTo>
                <a:lnTo>
                  <a:pt x="3653344" y="431770"/>
                </a:lnTo>
                <a:lnTo>
                  <a:pt x="3656251" y="418582"/>
                </a:lnTo>
                <a:lnTo>
                  <a:pt x="3657705" y="418442"/>
                </a:lnTo>
                <a:lnTo>
                  <a:pt x="3659159" y="424000"/>
                </a:lnTo>
                <a:lnTo>
                  <a:pt x="3662066" y="399387"/>
                </a:lnTo>
                <a:lnTo>
                  <a:pt x="3663521" y="430431"/>
                </a:lnTo>
                <a:lnTo>
                  <a:pt x="3667882" y="401287"/>
                </a:lnTo>
                <a:lnTo>
                  <a:pt x="3666428" y="432079"/>
                </a:lnTo>
                <a:lnTo>
                  <a:pt x="3670789" y="415241"/>
                </a:lnTo>
                <a:lnTo>
                  <a:pt x="3673696" y="401412"/>
                </a:lnTo>
                <a:lnTo>
                  <a:pt x="3675151" y="412854"/>
                </a:lnTo>
                <a:lnTo>
                  <a:pt x="3678058" y="443681"/>
                </a:lnTo>
                <a:lnTo>
                  <a:pt x="3680965" y="434279"/>
                </a:lnTo>
                <a:lnTo>
                  <a:pt x="3683873" y="411368"/>
                </a:lnTo>
                <a:lnTo>
                  <a:pt x="3686781" y="419218"/>
                </a:lnTo>
                <a:lnTo>
                  <a:pt x="3689688" y="436551"/>
                </a:lnTo>
                <a:lnTo>
                  <a:pt x="3691142" y="427854"/>
                </a:lnTo>
                <a:lnTo>
                  <a:pt x="3695503" y="404732"/>
                </a:lnTo>
                <a:lnTo>
                  <a:pt x="3696957" y="428961"/>
                </a:lnTo>
                <a:lnTo>
                  <a:pt x="3701319" y="422750"/>
                </a:lnTo>
                <a:lnTo>
                  <a:pt x="3702772" y="408880"/>
                </a:lnTo>
                <a:lnTo>
                  <a:pt x="3705680" y="414848"/>
                </a:lnTo>
                <a:lnTo>
                  <a:pt x="3708588" y="433121"/>
                </a:lnTo>
                <a:lnTo>
                  <a:pt x="3710041" y="424205"/>
                </a:lnTo>
                <a:lnTo>
                  <a:pt x="3712949" y="401303"/>
                </a:lnTo>
                <a:lnTo>
                  <a:pt x="3715856" y="409699"/>
                </a:lnTo>
                <a:lnTo>
                  <a:pt x="3718763" y="415141"/>
                </a:lnTo>
                <a:lnTo>
                  <a:pt x="3724579" y="390804"/>
                </a:lnTo>
                <a:lnTo>
                  <a:pt x="3730394" y="413413"/>
                </a:lnTo>
                <a:lnTo>
                  <a:pt x="3731848" y="415154"/>
                </a:lnTo>
                <a:lnTo>
                  <a:pt x="3733302" y="409325"/>
                </a:lnTo>
                <a:lnTo>
                  <a:pt x="3734755" y="428348"/>
                </a:lnTo>
                <a:lnTo>
                  <a:pt x="3736209" y="397237"/>
                </a:lnTo>
                <a:lnTo>
                  <a:pt x="3739116" y="366982"/>
                </a:lnTo>
                <a:lnTo>
                  <a:pt x="3740570" y="424930"/>
                </a:lnTo>
                <a:lnTo>
                  <a:pt x="3744932" y="389364"/>
                </a:lnTo>
                <a:lnTo>
                  <a:pt x="3752200" y="422886"/>
                </a:lnTo>
                <a:lnTo>
                  <a:pt x="3755108" y="405412"/>
                </a:lnTo>
                <a:lnTo>
                  <a:pt x="3758016" y="418102"/>
                </a:lnTo>
                <a:lnTo>
                  <a:pt x="3762377" y="409064"/>
                </a:lnTo>
                <a:lnTo>
                  <a:pt x="3763831" y="419118"/>
                </a:lnTo>
                <a:lnTo>
                  <a:pt x="3766739" y="426042"/>
                </a:lnTo>
                <a:lnTo>
                  <a:pt x="3769646" y="421890"/>
                </a:lnTo>
                <a:lnTo>
                  <a:pt x="3774007" y="430785"/>
                </a:lnTo>
                <a:lnTo>
                  <a:pt x="3775461" y="410249"/>
                </a:lnTo>
                <a:lnTo>
                  <a:pt x="3778369" y="423605"/>
                </a:lnTo>
                <a:lnTo>
                  <a:pt x="3784184" y="439410"/>
                </a:lnTo>
                <a:lnTo>
                  <a:pt x="3785637" y="438349"/>
                </a:lnTo>
                <a:lnTo>
                  <a:pt x="3787092" y="418403"/>
                </a:lnTo>
                <a:lnTo>
                  <a:pt x="3791453" y="431652"/>
                </a:lnTo>
                <a:lnTo>
                  <a:pt x="3794360" y="450820"/>
                </a:lnTo>
                <a:lnTo>
                  <a:pt x="3795814" y="448343"/>
                </a:lnTo>
                <a:lnTo>
                  <a:pt x="3797267" y="432585"/>
                </a:lnTo>
                <a:lnTo>
                  <a:pt x="3800176" y="442239"/>
                </a:lnTo>
                <a:lnTo>
                  <a:pt x="3801629" y="456228"/>
                </a:lnTo>
                <a:lnTo>
                  <a:pt x="3803083" y="441835"/>
                </a:lnTo>
                <a:lnTo>
                  <a:pt x="3804537" y="429548"/>
                </a:lnTo>
                <a:lnTo>
                  <a:pt x="3805990" y="445329"/>
                </a:lnTo>
                <a:lnTo>
                  <a:pt x="3813259" y="466061"/>
                </a:lnTo>
                <a:lnTo>
                  <a:pt x="3814713" y="464147"/>
                </a:lnTo>
                <a:lnTo>
                  <a:pt x="3816167" y="465387"/>
                </a:lnTo>
                <a:lnTo>
                  <a:pt x="3817620" y="471382"/>
                </a:lnTo>
                <a:lnTo>
                  <a:pt x="3819074" y="470556"/>
                </a:lnTo>
                <a:lnTo>
                  <a:pt x="3821982" y="440552"/>
                </a:lnTo>
                <a:lnTo>
                  <a:pt x="3824890" y="458374"/>
                </a:lnTo>
                <a:lnTo>
                  <a:pt x="3826343" y="467833"/>
                </a:lnTo>
                <a:lnTo>
                  <a:pt x="3827797" y="457451"/>
                </a:lnTo>
                <a:lnTo>
                  <a:pt x="3829251" y="462538"/>
                </a:lnTo>
                <a:lnTo>
                  <a:pt x="3832159" y="448617"/>
                </a:lnTo>
                <a:lnTo>
                  <a:pt x="3833612" y="460313"/>
                </a:lnTo>
                <a:lnTo>
                  <a:pt x="3836520" y="468221"/>
                </a:lnTo>
                <a:lnTo>
                  <a:pt x="3837973" y="457132"/>
                </a:lnTo>
                <a:lnTo>
                  <a:pt x="3839427" y="472512"/>
                </a:lnTo>
                <a:lnTo>
                  <a:pt x="3843789" y="468870"/>
                </a:lnTo>
                <a:lnTo>
                  <a:pt x="3852511" y="482875"/>
                </a:lnTo>
                <a:lnTo>
                  <a:pt x="3853965" y="462498"/>
                </a:lnTo>
                <a:lnTo>
                  <a:pt x="3858326" y="469848"/>
                </a:lnTo>
                <a:lnTo>
                  <a:pt x="3859780" y="468717"/>
                </a:lnTo>
                <a:lnTo>
                  <a:pt x="3861234" y="458964"/>
                </a:lnTo>
                <a:lnTo>
                  <a:pt x="3862688" y="461867"/>
                </a:lnTo>
                <a:lnTo>
                  <a:pt x="3864141" y="487945"/>
                </a:lnTo>
                <a:lnTo>
                  <a:pt x="3867049" y="472358"/>
                </a:lnTo>
                <a:lnTo>
                  <a:pt x="3869957" y="456346"/>
                </a:lnTo>
                <a:lnTo>
                  <a:pt x="3871410" y="470478"/>
                </a:lnTo>
                <a:lnTo>
                  <a:pt x="3874318" y="496724"/>
                </a:lnTo>
                <a:lnTo>
                  <a:pt x="3878679" y="493827"/>
                </a:lnTo>
                <a:lnTo>
                  <a:pt x="3885948" y="485035"/>
                </a:lnTo>
                <a:lnTo>
                  <a:pt x="3888856" y="502191"/>
                </a:lnTo>
                <a:lnTo>
                  <a:pt x="3890310" y="485548"/>
                </a:lnTo>
                <a:lnTo>
                  <a:pt x="3893217" y="489554"/>
                </a:lnTo>
                <a:lnTo>
                  <a:pt x="3894671" y="478240"/>
                </a:lnTo>
                <a:lnTo>
                  <a:pt x="3901940" y="504549"/>
                </a:lnTo>
                <a:lnTo>
                  <a:pt x="3904847" y="480218"/>
                </a:lnTo>
                <a:lnTo>
                  <a:pt x="3907755" y="488946"/>
                </a:lnTo>
                <a:lnTo>
                  <a:pt x="3910663" y="501420"/>
                </a:lnTo>
                <a:lnTo>
                  <a:pt x="3912116" y="485647"/>
                </a:lnTo>
                <a:lnTo>
                  <a:pt x="3913570" y="481892"/>
                </a:lnTo>
                <a:lnTo>
                  <a:pt x="3915024" y="492948"/>
                </a:lnTo>
                <a:lnTo>
                  <a:pt x="3916477" y="485204"/>
                </a:lnTo>
                <a:lnTo>
                  <a:pt x="3920839" y="489438"/>
                </a:lnTo>
                <a:lnTo>
                  <a:pt x="3922293" y="484675"/>
                </a:lnTo>
                <a:lnTo>
                  <a:pt x="3926654" y="484708"/>
                </a:lnTo>
                <a:lnTo>
                  <a:pt x="3928108" y="480182"/>
                </a:lnTo>
                <a:lnTo>
                  <a:pt x="3929561" y="481909"/>
                </a:lnTo>
                <a:lnTo>
                  <a:pt x="3931015" y="493038"/>
                </a:lnTo>
                <a:lnTo>
                  <a:pt x="3932469" y="480484"/>
                </a:lnTo>
                <a:lnTo>
                  <a:pt x="3935377" y="488228"/>
                </a:lnTo>
                <a:lnTo>
                  <a:pt x="3938284" y="476390"/>
                </a:lnTo>
                <a:lnTo>
                  <a:pt x="3939738" y="493343"/>
                </a:lnTo>
                <a:lnTo>
                  <a:pt x="3942645" y="478771"/>
                </a:lnTo>
                <a:lnTo>
                  <a:pt x="3944100" y="492347"/>
                </a:lnTo>
                <a:lnTo>
                  <a:pt x="3947007" y="475820"/>
                </a:lnTo>
                <a:lnTo>
                  <a:pt x="3957183" y="492886"/>
                </a:lnTo>
                <a:lnTo>
                  <a:pt x="3960091" y="462012"/>
                </a:lnTo>
                <a:lnTo>
                  <a:pt x="3962998" y="484271"/>
                </a:lnTo>
                <a:lnTo>
                  <a:pt x="3964452" y="482452"/>
                </a:lnTo>
                <a:lnTo>
                  <a:pt x="3965906" y="494278"/>
                </a:lnTo>
                <a:lnTo>
                  <a:pt x="3967360" y="475833"/>
                </a:lnTo>
                <a:lnTo>
                  <a:pt x="3970267" y="485217"/>
                </a:lnTo>
                <a:lnTo>
                  <a:pt x="3971721" y="490181"/>
                </a:lnTo>
                <a:lnTo>
                  <a:pt x="3973175" y="476763"/>
                </a:lnTo>
                <a:lnTo>
                  <a:pt x="3974628" y="483994"/>
                </a:lnTo>
                <a:lnTo>
                  <a:pt x="3977537" y="471090"/>
                </a:lnTo>
                <a:lnTo>
                  <a:pt x="3978990" y="478913"/>
                </a:lnTo>
                <a:lnTo>
                  <a:pt x="3980444" y="494560"/>
                </a:lnTo>
                <a:lnTo>
                  <a:pt x="3983351" y="472432"/>
                </a:lnTo>
                <a:lnTo>
                  <a:pt x="3984805" y="487752"/>
                </a:lnTo>
                <a:lnTo>
                  <a:pt x="3986259" y="471978"/>
                </a:lnTo>
                <a:lnTo>
                  <a:pt x="3989167" y="475154"/>
                </a:lnTo>
                <a:lnTo>
                  <a:pt x="3990620" y="485067"/>
                </a:lnTo>
                <a:lnTo>
                  <a:pt x="3993528" y="467866"/>
                </a:lnTo>
                <a:lnTo>
                  <a:pt x="3994981" y="482046"/>
                </a:lnTo>
                <a:lnTo>
                  <a:pt x="3997889" y="471217"/>
                </a:lnTo>
                <a:lnTo>
                  <a:pt x="3999343" y="478555"/>
                </a:lnTo>
                <a:lnTo>
                  <a:pt x="4000797" y="489304"/>
                </a:lnTo>
                <a:lnTo>
                  <a:pt x="4003704" y="475865"/>
                </a:lnTo>
                <a:lnTo>
                  <a:pt x="4006612" y="473989"/>
                </a:lnTo>
                <a:lnTo>
                  <a:pt x="4008065" y="481582"/>
                </a:lnTo>
                <a:lnTo>
                  <a:pt x="4009519" y="475083"/>
                </a:lnTo>
                <a:lnTo>
                  <a:pt x="4012427" y="484486"/>
                </a:lnTo>
                <a:lnTo>
                  <a:pt x="4013881" y="480346"/>
                </a:lnTo>
                <a:lnTo>
                  <a:pt x="4015334" y="476266"/>
                </a:lnTo>
                <a:lnTo>
                  <a:pt x="4016788" y="489801"/>
                </a:lnTo>
                <a:lnTo>
                  <a:pt x="4019695" y="486528"/>
                </a:lnTo>
                <a:lnTo>
                  <a:pt x="4021149" y="470021"/>
                </a:lnTo>
                <a:lnTo>
                  <a:pt x="4025511" y="471037"/>
                </a:lnTo>
                <a:lnTo>
                  <a:pt x="4028418" y="469007"/>
                </a:lnTo>
                <a:lnTo>
                  <a:pt x="4034234" y="482161"/>
                </a:lnTo>
                <a:lnTo>
                  <a:pt x="4035687" y="481166"/>
                </a:lnTo>
                <a:lnTo>
                  <a:pt x="4037141" y="481011"/>
                </a:lnTo>
                <a:lnTo>
                  <a:pt x="4040049" y="485778"/>
                </a:lnTo>
                <a:lnTo>
                  <a:pt x="4044410" y="464670"/>
                </a:lnTo>
                <a:lnTo>
                  <a:pt x="4047318" y="481624"/>
                </a:lnTo>
                <a:lnTo>
                  <a:pt x="4048771" y="475084"/>
                </a:lnTo>
                <a:lnTo>
                  <a:pt x="4050225" y="463105"/>
                </a:lnTo>
                <a:lnTo>
                  <a:pt x="4051679" y="478693"/>
                </a:lnTo>
                <a:lnTo>
                  <a:pt x="4054586" y="466530"/>
                </a:lnTo>
                <a:lnTo>
                  <a:pt x="4056040" y="476824"/>
                </a:lnTo>
                <a:lnTo>
                  <a:pt x="4057494" y="464625"/>
                </a:lnTo>
                <a:lnTo>
                  <a:pt x="4058948" y="467543"/>
                </a:lnTo>
                <a:lnTo>
                  <a:pt x="4063309" y="465664"/>
                </a:lnTo>
                <a:lnTo>
                  <a:pt x="4067671" y="477971"/>
                </a:lnTo>
                <a:lnTo>
                  <a:pt x="4070578" y="477330"/>
                </a:lnTo>
                <a:lnTo>
                  <a:pt x="4072032" y="467360"/>
                </a:lnTo>
              </a:path>
            </a:pathLst>
          </a:custGeom>
          <a:noFill/>
          <a:ln w="392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path 101"/>
          <p:cNvSpPr/>
          <p:nvPr/>
        </p:nvSpPr>
        <p:spPr>
          <a:xfrm>
            <a:off x="7733486" y="6184585"/>
            <a:ext cx="4072032" cy="793280"/>
          </a:xfrm>
          <a:custGeom>
            <a:avLst/>
            <a:gdLst/>
            <a:ahLst/>
            <a:cxnLst/>
            <a:rect l="l" t="t" r="r" b="b"/>
            <a:pathLst>
              <a:path w="4072032" h="793280">
                <a:moveTo>
                  <a:pt x="0" y="237541"/>
                </a:moveTo>
                <a:lnTo>
                  <a:pt x="15992" y="231215"/>
                </a:lnTo>
                <a:lnTo>
                  <a:pt x="18900" y="234507"/>
                </a:lnTo>
                <a:lnTo>
                  <a:pt x="21807" y="232883"/>
                </a:lnTo>
                <a:lnTo>
                  <a:pt x="30530" y="234492"/>
                </a:lnTo>
                <a:lnTo>
                  <a:pt x="31983" y="236011"/>
                </a:lnTo>
                <a:lnTo>
                  <a:pt x="33437" y="231596"/>
                </a:lnTo>
                <a:lnTo>
                  <a:pt x="34891" y="230876"/>
                </a:lnTo>
                <a:lnTo>
                  <a:pt x="36345" y="235377"/>
                </a:lnTo>
                <a:lnTo>
                  <a:pt x="37798" y="238821"/>
                </a:lnTo>
                <a:lnTo>
                  <a:pt x="40706" y="235611"/>
                </a:lnTo>
                <a:lnTo>
                  <a:pt x="49429" y="234727"/>
                </a:lnTo>
                <a:lnTo>
                  <a:pt x="50883" y="237257"/>
                </a:lnTo>
                <a:lnTo>
                  <a:pt x="53790" y="234096"/>
                </a:lnTo>
                <a:lnTo>
                  <a:pt x="61059" y="232742"/>
                </a:lnTo>
                <a:lnTo>
                  <a:pt x="68328" y="232160"/>
                </a:lnTo>
                <a:lnTo>
                  <a:pt x="69781" y="227190"/>
                </a:lnTo>
                <a:lnTo>
                  <a:pt x="72690" y="231646"/>
                </a:lnTo>
                <a:lnTo>
                  <a:pt x="74143" y="233346"/>
                </a:lnTo>
                <a:lnTo>
                  <a:pt x="75597" y="230241"/>
                </a:lnTo>
                <a:lnTo>
                  <a:pt x="77051" y="224351"/>
                </a:lnTo>
                <a:lnTo>
                  <a:pt x="81412" y="228729"/>
                </a:lnTo>
                <a:lnTo>
                  <a:pt x="109034" y="226292"/>
                </a:lnTo>
                <a:lnTo>
                  <a:pt x="111941" y="232847"/>
                </a:lnTo>
                <a:lnTo>
                  <a:pt x="114848" y="228413"/>
                </a:lnTo>
                <a:lnTo>
                  <a:pt x="119210" y="215493"/>
                </a:lnTo>
                <a:lnTo>
                  <a:pt x="123571" y="220921"/>
                </a:lnTo>
                <a:lnTo>
                  <a:pt x="129387" y="225397"/>
                </a:lnTo>
                <a:lnTo>
                  <a:pt x="136655" y="214597"/>
                </a:lnTo>
                <a:lnTo>
                  <a:pt x="141017" y="223138"/>
                </a:lnTo>
                <a:lnTo>
                  <a:pt x="142471" y="219408"/>
                </a:lnTo>
                <a:lnTo>
                  <a:pt x="145378" y="222000"/>
                </a:lnTo>
                <a:lnTo>
                  <a:pt x="148285" y="214973"/>
                </a:lnTo>
                <a:lnTo>
                  <a:pt x="157008" y="224249"/>
                </a:lnTo>
                <a:lnTo>
                  <a:pt x="162824" y="209871"/>
                </a:lnTo>
                <a:lnTo>
                  <a:pt x="165731" y="217809"/>
                </a:lnTo>
                <a:lnTo>
                  <a:pt x="171546" y="224456"/>
                </a:lnTo>
                <a:lnTo>
                  <a:pt x="174454" y="211555"/>
                </a:lnTo>
                <a:lnTo>
                  <a:pt x="177361" y="218414"/>
                </a:lnTo>
                <a:lnTo>
                  <a:pt x="184630" y="224864"/>
                </a:lnTo>
                <a:lnTo>
                  <a:pt x="191899" y="209040"/>
                </a:lnTo>
                <a:lnTo>
                  <a:pt x="196261" y="213303"/>
                </a:lnTo>
                <a:lnTo>
                  <a:pt x="203529" y="220651"/>
                </a:lnTo>
                <a:lnTo>
                  <a:pt x="212252" y="219244"/>
                </a:lnTo>
                <a:lnTo>
                  <a:pt x="216613" y="205557"/>
                </a:lnTo>
                <a:lnTo>
                  <a:pt x="219521" y="214491"/>
                </a:lnTo>
                <a:lnTo>
                  <a:pt x="222428" y="223502"/>
                </a:lnTo>
                <a:lnTo>
                  <a:pt x="225336" y="218605"/>
                </a:lnTo>
                <a:lnTo>
                  <a:pt x="238420" y="219131"/>
                </a:lnTo>
                <a:lnTo>
                  <a:pt x="239874" y="209632"/>
                </a:lnTo>
                <a:lnTo>
                  <a:pt x="244235" y="215625"/>
                </a:lnTo>
                <a:lnTo>
                  <a:pt x="250050" y="216947"/>
                </a:lnTo>
                <a:lnTo>
                  <a:pt x="260226" y="213505"/>
                </a:lnTo>
                <a:lnTo>
                  <a:pt x="263134" y="212587"/>
                </a:lnTo>
                <a:lnTo>
                  <a:pt x="264588" y="213869"/>
                </a:lnTo>
                <a:lnTo>
                  <a:pt x="267495" y="215944"/>
                </a:lnTo>
                <a:lnTo>
                  <a:pt x="268949" y="212716"/>
                </a:lnTo>
                <a:lnTo>
                  <a:pt x="273311" y="213555"/>
                </a:lnTo>
                <a:lnTo>
                  <a:pt x="280579" y="224246"/>
                </a:lnTo>
                <a:lnTo>
                  <a:pt x="283487" y="222331"/>
                </a:lnTo>
                <a:lnTo>
                  <a:pt x="289302" y="212586"/>
                </a:lnTo>
                <a:lnTo>
                  <a:pt x="290756" y="210372"/>
                </a:lnTo>
                <a:lnTo>
                  <a:pt x="295118" y="213440"/>
                </a:lnTo>
                <a:lnTo>
                  <a:pt x="311109" y="214187"/>
                </a:lnTo>
                <a:lnTo>
                  <a:pt x="315470" y="221063"/>
                </a:lnTo>
                <a:lnTo>
                  <a:pt x="316924" y="218337"/>
                </a:lnTo>
                <a:lnTo>
                  <a:pt x="319832" y="213770"/>
                </a:lnTo>
                <a:lnTo>
                  <a:pt x="321285" y="218184"/>
                </a:lnTo>
                <a:lnTo>
                  <a:pt x="322739" y="221721"/>
                </a:lnTo>
                <a:lnTo>
                  <a:pt x="324193" y="218098"/>
                </a:lnTo>
                <a:lnTo>
                  <a:pt x="325646" y="206994"/>
                </a:lnTo>
                <a:lnTo>
                  <a:pt x="330008" y="208627"/>
                </a:lnTo>
                <a:lnTo>
                  <a:pt x="338730" y="213051"/>
                </a:lnTo>
                <a:lnTo>
                  <a:pt x="350360" y="213211"/>
                </a:lnTo>
                <a:lnTo>
                  <a:pt x="360537" y="204441"/>
                </a:lnTo>
                <a:lnTo>
                  <a:pt x="361991" y="206679"/>
                </a:lnTo>
                <a:lnTo>
                  <a:pt x="375075" y="217564"/>
                </a:lnTo>
                <a:lnTo>
                  <a:pt x="382344" y="193078"/>
                </a:lnTo>
                <a:lnTo>
                  <a:pt x="383797" y="197908"/>
                </a:lnTo>
                <a:lnTo>
                  <a:pt x="388159" y="207861"/>
                </a:lnTo>
                <a:lnTo>
                  <a:pt x="389613" y="205193"/>
                </a:lnTo>
                <a:lnTo>
                  <a:pt x="399789" y="204105"/>
                </a:lnTo>
                <a:lnTo>
                  <a:pt x="411420" y="203825"/>
                </a:lnTo>
                <a:lnTo>
                  <a:pt x="412873" y="201065"/>
                </a:lnTo>
                <a:lnTo>
                  <a:pt x="415781" y="203421"/>
                </a:lnTo>
                <a:lnTo>
                  <a:pt x="421596" y="216363"/>
                </a:lnTo>
                <a:lnTo>
                  <a:pt x="424503" y="210797"/>
                </a:lnTo>
                <a:lnTo>
                  <a:pt x="428864" y="190821"/>
                </a:lnTo>
                <a:lnTo>
                  <a:pt x="431773" y="201429"/>
                </a:lnTo>
                <a:lnTo>
                  <a:pt x="453579" y="187677"/>
                </a:lnTo>
                <a:lnTo>
                  <a:pt x="460848" y="162805"/>
                </a:lnTo>
                <a:lnTo>
                  <a:pt x="456487" y="191007"/>
                </a:lnTo>
                <a:lnTo>
                  <a:pt x="462301" y="175208"/>
                </a:lnTo>
                <a:lnTo>
                  <a:pt x="463756" y="187910"/>
                </a:lnTo>
                <a:lnTo>
                  <a:pt x="468117" y="186306"/>
                </a:lnTo>
                <a:lnTo>
                  <a:pt x="471024" y="196223"/>
                </a:lnTo>
                <a:lnTo>
                  <a:pt x="472478" y="184471"/>
                </a:lnTo>
                <a:lnTo>
                  <a:pt x="481201" y="165191"/>
                </a:lnTo>
                <a:lnTo>
                  <a:pt x="482654" y="166966"/>
                </a:lnTo>
                <a:lnTo>
                  <a:pt x="485562" y="182502"/>
                </a:lnTo>
                <a:lnTo>
                  <a:pt x="488470" y="177182"/>
                </a:lnTo>
                <a:lnTo>
                  <a:pt x="489923" y="174531"/>
                </a:lnTo>
                <a:lnTo>
                  <a:pt x="492831" y="180384"/>
                </a:lnTo>
                <a:lnTo>
                  <a:pt x="494285" y="177102"/>
                </a:lnTo>
                <a:lnTo>
                  <a:pt x="497193" y="178325"/>
                </a:lnTo>
                <a:lnTo>
                  <a:pt x="503007" y="183146"/>
                </a:lnTo>
                <a:lnTo>
                  <a:pt x="511730" y="176929"/>
                </a:lnTo>
                <a:lnTo>
                  <a:pt x="513184" y="170555"/>
                </a:lnTo>
                <a:lnTo>
                  <a:pt x="517545" y="175852"/>
                </a:lnTo>
                <a:lnTo>
                  <a:pt x="526268" y="167594"/>
                </a:lnTo>
                <a:lnTo>
                  <a:pt x="529175" y="173371"/>
                </a:lnTo>
                <a:lnTo>
                  <a:pt x="530630" y="166476"/>
                </a:lnTo>
                <a:lnTo>
                  <a:pt x="534991" y="154753"/>
                </a:lnTo>
                <a:lnTo>
                  <a:pt x="537898" y="155833"/>
                </a:lnTo>
                <a:lnTo>
                  <a:pt x="548074" y="150930"/>
                </a:lnTo>
                <a:lnTo>
                  <a:pt x="549528" y="153713"/>
                </a:lnTo>
                <a:lnTo>
                  <a:pt x="558251" y="159019"/>
                </a:lnTo>
                <a:lnTo>
                  <a:pt x="565520" y="157819"/>
                </a:lnTo>
                <a:lnTo>
                  <a:pt x="571335" y="155634"/>
                </a:lnTo>
                <a:lnTo>
                  <a:pt x="572789" y="157891"/>
                </a:lnTo>
                <a:lnTo>
                  <a:pt x="597503" y="166352"/>
                </a:lnTo>
                <a:lnTo>
                  <a:pt x="606225" y="168449"/>
                </a:lnTo>
                <a:lnTo>
                  <a:pt x="612041" y="167853"/>
                </a:lnTo>
                <a:lnTo>
                  <a:pt x="617856" y="161875"/>
                </a:lnTo>
                <a:lnTo>
                  <a:pt x="622217" y="159906"/>
                </a:lnTo>
                <a:lnTo>
                  <a:pt x="623671" y="163264"/>
                </a:lnTo>
                <a:lnTo>
                  <a:pt x="626578" y="172509"/>
                </a:lnTo>
                <a:lnTo>
                  <a:pt x="629486" y="165051"/>
                </a:lnTo>
                <a:lnTo>
                  <a:pt x="633848" y="165690"/>
                </a:lnTo>
                <a:lnTo>
                  <a:pt x="636755" y="172723"/>
                </a:lnTo>
                <a:lnTo>
                  <a:pt x="638209" y="170100"/>
                </a:lnTo>
                <a:lnTo>
                  <a:pt x="642570" y="155764"/>
                </a:lnTo>
                <a:lnTo>
                  <a:pt x="644024" y="163744"/>
                </a:lnTo>
                <a:lnTo>
                  <a:pt x="649839" y="179244"/>
                </a:lnTo>
                <a:lnTo>
                  <a:pt x="651293" y="171235"/>
                </a:lnTo>
                <a:lnTo>
                  <a:pt x="654201" y="150083"/>
                </a:lnTo>
                <a:lnTo>
                  <a:pt x="660015" y="157418"/>
                </a:lnTo>
                <a:lnTo>
                  <a:pt x="661469" y="156585"/>
                </a:lnTo>
                <a:lnTo>
                  <a:pt x="662923" y="159832"/>
                </a:lnTo>
                <a:lnTo>
                  <a:pt x="665831" y="165831"/>
                </a:lnTo>
                <a:lnTo>
                  <a:pt x="670192" y="162322"/>
                </a:lnTo>
                <a:lnTo>
                  <a:pt x="673099" y="162762"/>
                </a:lnTo>
                <a:lnTo>
                  <a:pt x="674553" y="159964"/>
                </a:lnTo>
                <a:lnTo>
                  <a:pt x="677461" y="154849"/>
                </a:lnTo>
                <a:lnTo>
                  <a:pt x="680368" y="158808"/>
                </a:lnTo>
                <a:lnTo>
                  <a:pt x="697814" y="162380"/>
                </a:lnTo>
                <a:lnTo>
                  <a:pt x="707990" y="160660"/>
                </a:lnTo>
                <a:lnTo>
                  <a:pt x="722528" y="172876"/>
                </a:lnTo>
                <a:lnTo>
                  <a:pt x="723982" y="171113"/>
                </a:lnTo>
                <a:lnTo>
                  <a:pt x="729796" y="169862"/>
                </a:lnTo>
                <a:lnTo>
                  <a:pt x="731251" y="173559"/>
                </a:lnTo>
                <a:lnTo>
                  <a:pt x="734158" y="170206"/>
                </a:lnTo>
                <a:lnTo>
                  <a:pt x="735612" y="168526"/>
                </a:lnTo>
                <a:lnTo>
                  <a:pt x="738519" y="171509"/>
                </a:lnTo>
                <a:lnTo>
                  <a:pt x="745788" y="170370"/>
                </a:lnTo>
                <a:lnTo>
                  <a:pt x="751603" y="168854"/>
                </a:lnTo>
                <a:lnTo>
                  <a:pt x="764687" y="185394"/>
                </a:lnTo>
                <a:lnTo>
                  <a:pt x="774864" y="184823"/>
                </a:lnTo>
                <a:lnTo>
                  <a:pt x="786494" y="185518"/>
                </a:lnTo>
                <a:lnTo>
                  <a:pt x="792309" y="185616"/>
                </a:lnTo>
                <a:lnTo>
                  <a:pt x="796670" y="186788"/>
                </a:lnTo>
                <a:lnTo>
                  <a:pt x="811209" y="191987"/>
                </a:lnTo>
                <a:lnTo>
                  <a:pt x="814116" y="184683"/>
                </a:lnTo>
                <a:lnTo>
                  <a:pt x="817023" y="187919"/>
                </a:lnTo>
                <a:lnTo>
                  <a:pt x="840284" y="196892"/>
                </a:lnTo>
                <a:lnTo>
                  <a:pt x="847553" y="206290"/>
                </a:lnTo>
                <a:lnTo>
                  <a:pt x="856276" y="200811"/>
                </a:lnTo>
                <a:lnTo>
                  <a:pt x="857729" y="203127"/>
                </a:lnTo>
                <a:lnTo>
                  <a:pt x="862090" y="208290"/>
                </a:lnTo>
                <a:lnTo>
                  <a:pt x="863544" y="210944"/>
                </a:lnTo>
                <a:lnTo>
                  <a:pt x="866452" y="205626"/>
                </a:lnTo>
                <a:lnTo>
                  <a:pt x="889713" y="204188"/>
                </a:lnTo>
                <a:lnTo>
                  <a:pt x="895527" y="208168"/>
                </a:lnTo>
                <a:lnTo>
                  <a:pt x="904250" y="202455"/>
                </a:lnTo>
                <a:lnTo>
                  <a:pt x="912973" y="221953"/>
                </a:lnTo>
                <a:lnTo>
                  <a:pt x="918788" y="212517"/>
                </a:lnTo>
                <a:lnTo>
                  <a:pt x="921696" y="206066"/>
                </a:lnTo>
                <a:lnTo>
                  <a:pt x="924603" y="209093"/>
                </a:lnTo>
                <a:lnTo>
                  <a:pt x="937687" y="217195"/>
                </a:lnTo>
                <a:lnTo>
                  <a:pt x="939141" y="213092"/>
                </a:lnTo>
                <a:lnTo>
                  <a:pt x="943502" y="209537"/>
                </a:lnTo>
                <a:lnTo>
                  <a:pt x="944956" y="213919"/>
                </a:lnTo>
                <a:lnTo>
                  <a:pt x="949317" y="212278"/>
                </a:lnTo>
                <a:lnTo>
                  <a:pt x="952225" y="203427"/>
                </a:lnTo>
                <a:lnTo>
                  <a:pt x="955133" y="207998"/>
                </a:lnTo>
                <a:lnTo>
                  <a:pt x="956586" y="212360"/>
                </a:lnTo>
                <a:lnTo>
                  <a:pt x="959494" y="209015"/>
                </a:lnTo>
                <a:lnTo>
                  <a:pt x="963855" y="209509"/>
                </a:lnTo>
                <a:lnTo>
                  <a:pt x="971124" y="212144"/>
                </a:lnTo>
                <a:lnTo>
                  <a:pt x="976939" y="212000"/>
                </a:lnTo>
                <a:lnTo>
                  <a:pt x="992931" y="195323"/>
                </a:lnTo>
                <a:lnTo>
                  <a:pt x="998745" y="206497"/>
                </a:lnTo>
                <a:lnTo>
                  <a:pt x="1000200" y="203168"/>
                </a:lnTo>
                <a:lnTo>
                  <a:pt x="1001653" y="200534"/>
                </a:lnTo>
                <a:lnTo>
                  <a:pt x="1004561" y="204293"/>
                </a:lnTo>
                <a:lnTo>
                  <a:pt x="1007468" y="205333"/>
                </a:lnTo>
                <a:lnTo>
                  <a:pt x="1008922" y="201724"/>
                </a:lnTo>
                <a:lnTo>
                  <a:pt x="1011830" y="194602"/>
                </a:lnTo>
                <a:lnTo>
                  <a:pt x="1014737" y="200100"/>
                </a:lnTo>
                <a:lnTo>
                  <a:pt x="1026368" y="209409"/>
                </a:lnTo>
                <a:lnTo>
                  <a:pt x="1032182" y="206497"/>
                </a:lnTo>
                <a:lnTo>
                  <a:pt x="1035090" y="210249"/>
                </a:lnTo>
                <a:lnTo>
                  <a:pt x="1036544" y="207672"/>
                </a:lnTo>
                <a:lnTo>
                  <a:pt x="1049628" y="187701"/>
                </a:lnTo>
                <a:lnTo>
                  <a:pt x="1053989" y="199609"/>
                </a:lnTo>
                <a:lnTo>
                  <a:pt x="1056897" y="192721"/>
                </a:lnTo>
                <a:lnTo>
                  <a:pt x="1058351" y="190559"/>
                </a:lnTo>
                <a:lnTo>
                  <a:pt x="1061258" y="193995"/>
                </a:lnTo>
                <a:lnTo>
                  <a:pt x="1074342" y="199332"/>
                </a:lnTo>
                <a:lnTo>
                  <a:pt x="1087426" y="184225"/>
                </a:lnTo>
                <a:lnTo>
                  <a:pt x="1099056" y="184846"/>
                </a:lnTo>
                <a:lnTo>
                  <a:pt x="1109233" y="180413"/>
                </a:lnTo>
                <a:lnTo>
                  <a:pt x="1115048" y="186401"/>
                </a:lnTo>
                <a:lnTo>
                  <a:pt x="1116502" y="185318"/>
                </a:lnTo>
                <a:lnTo>
                  <a:pt x="1125225" y="170986"/>
                </a:lnTo>
                <a:lnTo>
                  <a:pt x="1131039" y="176016"/>
                </a:lnTo>
                <a:lnTo>
                  <a:pt x="1138308" y="166575"/>
                </a:lnTo>
                <a:lnTo>
                  <a:pt x="1142669" y="177177"/>
                </a:lnTo>
                <a:lnTo>
                  <a:pt x="1147031" y="168382"/>
                </a:lnTo>
                <a:lnTo>
                  <a:pt x="1158661" y="162028"/>
                </a:lnTo>
                <a:lnTo>
                  <a:pt x="1161569" y="160177"/>
                </a:lnTo>
                <a:lnTo>
                  <a:pt x="1164476" y="163024"/>
                </a:lnTo>
                <a:lnTo>
                  <a:pt x="1168838" y="162455"/>
                </a:lnTo>
                <a:lnTo>
                  <a:pt x="1170292" y="167474"/>
                </a:lnTo>
                <a:lnTo>
                  <a:pt x="1171745" y="164377"/>
                </a:lnTo>
                <a:lnTo>
                  <a:pt x="1174653" y="153839"/>
                </a:lnTo>
                <a:lnTo>
                  <a:pt x="1177560" y="158992"/>
                </a:lnTo>
                <a:lnTo>
                  <a:pt x="1184829" y="165839"/>
                </a:lnTo>
                <a:lnTo>
                  <a:pt x="1186283" y="164402"/>
                </a:lnTo>
                <a:lnTo>
                  <a:pt x="1192098" y="162077"/>
                </a:lnTo>
                <a:lnTo>
                  <a:pt x="1200820" y="153919"/>
                </a:lnTo>
                <a:lnTo>
                  <a:pt x="1213905" y="148466"/>
                </a:lnTo>
                <a:lnTo>
                  <a:pt x="1216812" y="155387"/>
                </a:lnTo>
                <a:lnTo>
                  <a:pt x="1218266" y="150142"/>
                </a:lnTo>
                <a:lnTo>
                  <a:pt x="1221173" y="144001"/>
                </a:lnTo>
                <a:lnTo>
                  <a:pt x="1224082" y="146920"/>
                </a:lnTo>
                <a:lnTo>
                  <a:pt x="1225535" y="145620"/>
                </a:lnTo>
                <a:lnTo>
                  <a:pt x="1226989" y="148902"/>
                </a:lnTo>
                <a:lnTo>
                  <a:pt x="1238619" y="167312"/>
                </a:lnTo>
                <a:lnTo>
                  <a:pt x="1242980" y="161483"/>
                </a:lnTo>
                <a:lnTo>
                  <a:pt x="1244434" y="157784"/>
                </a:lnTo>
                <a:lnTo>
                  <a:pt x="1247342" y="159107"/>
                </a:lnTo>
                <a:lnTo>
                  <a:pt x="1253157" y="168581"/>
                </a:lnTo>
                <a:lnTo>
                  <a:pt x="1254610" y="166000"/>
                </a:lnTo>
                <a:lnTo>
                  <a:pt x="1260426" y="157695"/>
                </a:lnTo>
                <a:lnTo>
                  <a:pt x="1261879" y="158812"/>
                </a:lnTo>
                <a:lnTo>
                  <a:pt x="1267694" y="162519"/>
                </a:lnTo>
                <a:lnTo>
                  <a:pt x="1269149" y="161498"/>
                </a:lnTo>
                <a:lnTo>
                  <a:pt x="1272056" y="160473"/>
                </a:lnTo>
                <a:lnTo>
                  <a:pt x="1279324" y="168629"/>
                </a:lnTo>
                <a:lnTo>
                  <a:pt x="1288047" y="167892"/>
                </a:lnTo>
                <a:lnTo>
                  <a:pt x="1290955" y="172682"/>
                </a:lnTo>
                <a:lnTo>
                  <a:pt x="1295316" y="169155"/>
                </a:lnTo>
                <a:lnTo>
                  <a:pt x="1306947" y="169132"/>
                </a:lnTo>
                <a:lnTo>
                  <a:pt x="1309854" y="175154"/>
                </a:lnTo>
                <a:lnTo>
                  <a:pt x="1311308" y="168807"/>
                </a:lnTo>
                <a:lnTo>
                  <a:pt x="1314216" y="168243"/>
                </a:lnTo>
                <a:lnTo>
                  <a:pt x="1315669" y="169798"/>
                </a:lnTo>
                <a:lnTo>
                  <a:pt x="1321484" y="177925"/>
                </a:lnTo>
                <a:lnTo>
                  <a:pt x="1322938" y="177453"/>
                </a:lnTo>
                <a:lnTo>
                  <a:pt x="1325846" y="175116"/>
                </a:lnTo>
                <a:lnTo>
                  <a:pt x="1327300" y="178599"/>
                </a:lnTo>
                <a:lnTo>
                  <a:pt x="1328753" y="182892"/>
                </a:lnTo>
                <a:lnTo>
                  <a:pt x="1333114" y="180733"/>
                </a:lnTo>
                <a:lnTo>
                  <a:pt x="1338930" y="177955"/>
                </a:lnTo>
                <a:lnTo>
                  <a:pt x="1346198" y="180126"/>
                </a:lnTo>
                <a:lnTo>
                  <a:pt x="1385451" y="184383"/>
                </a:lnTo>
                <a:lnTo>
                  <a:pt x="1389812" y="177063"/>
                </a:lnTo>
                <a:lnTo>
                  <a:pt x="1391265" y="179110"/>
                </a:lnTo>
                <a:lnTo>
                  <a:pt x="1392720" y="181115"/>
                </a:lnTo>
                <a:lnTo>
                  <a:pt x="1394173" y="178352"/>
                </a:lnTo>
                <a:lnTo>
                  <a:pt x="1399988" y="164260"/>
                </a:lnTo>
                <a:lnTo>
                  <a:pt x="1401442" y="166250"/>
                </a:lnTo>
                <a:lnTo>
                  <a:pt x="1405804" y="178848"/>
                </a:lnTo>
                <a:lnTo>
                  <a:pt x="1408711" y="174108"/>
                </a:lnTo>
                <a:lnTo>
                  <a:pt x="1411618" y="166145"/>
                </a:lnTo>
                <a:lnTo>
                  <a:pt x="1414526" y="170779"/>
                </a:lnTo>
                <a:lnTo>
                  <a:pt x="1421795" y="190465"/>
                </a:lnTo>
                <a:lnTo>
                  <a:pt x="1426157" y="188632"/>
                </a:lnTo>
                <a:lnTo>
                  <a:pt x="1446509" y="200085"/>
                </a:lnTo>
                <a:lnTo>
                  <a:pt x="1447963" y="196239"/>
                </a:lnTo>
                <a:lnTo>
                  <a:pt x="1452324" y="192930"/>
                </a:lnTo>
                <a:lnTo>
                  <a:pt x="1459594" y="202461"/>
                </a:lnTo>
                <a:lnTo>
                  <a:pt x="1466862" y="200415"/>
                </a:lnTo>
                <a:lnTo>
                  <a:pt x="1478492" y="206281"/>
                </a:lnTo>
                <a:lnTo>
                  <a:pt x="1491576" y="206596"/>
                </a:lnTo>
                <a:lnTo>
                  <a:pt x="1497391" y="208370"/>
                </a:lnTo>
                <a:lnTo>
                  <a:pt x="1501752" y="217194"/>
                </a:lnTo>
                <a:lnTo>
                  <a:pt x="1503207" y="210870"/>
                </a:lnTo>
                <a:lnTo>
                  <a:pt x="1541005" y="215652"/>
                </a:lnTo>
                <a:lnTo>
                  <a:pt x="1542459" y="213296"/>
                </a:lnTo>
                <a:lnTo>
                  <a:pt x="1543912" y="217553"/>
                </a:lnTo>
                <a:lnTo>
                  <a:pt x="1545366" y="221573"/>
                </a:lnTo>
                <a:lnTo>
                  <a:pt x="1548274" y="216923"/>
                </a:lnTo>
                <a:lnTo>
                  <a:pt x="1554089" y="214879"/>
                </a:lnTo>
                <a:lnTo>
                  <a:pt x="1556996" y="220001"/>
                </a:lnTo>
                <a:lnTo>
                  <a:pt x="1558450" y="216205"/>
                </a:lnTo>
                <a:lnTo>
                  <a:pt x="1565719" y="213446"/>
                </a:lnTo>
                <a:lnTo>
                  <a:pt x="1594795" y="221958"/>
                </a:lnTo>
                <a:lnTo>
                  <a:pt x="1596248" y="227935"/>
                </a:lnTo>
                <a:lnTo>
                  <a:pt x="1599156" y="222296"/>
                </a:lnTo>
                <a:lnTo>
                  <a:pt x="1607879" y="223764"/>
                </a:lnTo>
                <a:lnTo>
                  <a:pt x="1613693" y="227047"/>
                </a:lnTo>
                <a:lnTo>
                  <a:pt x="1618055" y="224238"/>
                </a:lnTo>
                <a:lnTo>
                  <a:pt x="1619509" y="225866"/>
                </a:lnTo>
                <a:lnTo>
                  <a:pt x="1625324" y="223567"/>
                </a:lnTo>
                <a:lnTo>
                  <a:pt x="1629685" y="214549"/>
                </a:lnTo>
                <a:lnTo>
                  <a:pt x="1632593" y="218643"/>
                </a:lnTo>
                <a:lnTo>
                  <a:pt x="1647130" y="226616"/>
                </a:lnTo>
                <a:lnTo>
                  <a:pt x="1648584" y="218663"/>
                </a:lnTo>
                <a:lnTo>
                  <a:pt x="1651492" y="225561"/>
                </a:lnTo>
                <a:lnTo>
                  <a:pt x="1654399" y="229701"/>
                </a:lnTo>
                <a:lnTo>
                  <a:pt x="1670391" y="244403"/>
                </a:lnTo>
                <a:lnTo>
                  <a:pt x="1676206" y="243924"/>
                </a:lnTo>
                <a:lnTo>
                  <a:pt x="1682021" y="244268"/>
                </a:lnTo>
                <a:lnTo>
                  <a:pt x="1716912" y="240784"/>
                </a:lnTo>
                <a:lnTo>
                  <a:pt x="1722727" y="236193"/>
                </a:lnTo>
                <a:lnTo>
                  <a:pt x="1741626" y="222720"/>
                </a:lnTo>
                <a:lnTo>
                  <a:pt x="1748895" y="224592"/>
                </a:lnTo>
                <a:lnTo>
                  <a:pt x="1824491" y="182783"/>
                </a:lnTo>
                <a:lnTo>
                  <a:pt x="1846298" y="187072"/>
                </a:lnTo>
                <a:lnTo>
                  <a:pt x="1865197" y="160051"/>
                </a:lnTo>
                <a:lnTo>
                  <a:pt x="1866651" y="163067"/>
                </a:lnTo>
                <a:lnTo>
                  <a:pt x="1868105" y="164370"/>
                </a:lnTo>
                <a:lnTo>
                  <a:pt x="1871012" y="160111"/>
                </a:lnTo>
                <a:lnTo>
                  <a:pt x="1932071" y="70207"/>
                </a:lnTo>
                <a:lnTo>
                  <a:pt x="1933525" y="71283"/>
                </a:lnTo>
                <a:lnTo>
                  <a:pt x="1950970" y="86825"/>
                </a:lnTo>
                <a:lnTo>
                  <a:pt x="1959693" y="93456"/>
                </a:lnTo>
                <a:lnTo>
                  <a:pt x="1972776" y="105541"/>
                </a:lnTo>
                <a:lnTo>
                  <a:pt x="2036743" y="150737"/>
                </a:lnTo>
                <a:lnTo>
                  <a:pt x="2054188" y="149423"/>
                </a:lnTo>
                <a:lnTo>
                  <a:pt x="2078903" y="124809"/>
                </a:lnTo>
                <a:lnTo>
                  <a:pt x="2106524" y="108449"/>
                </a:lnTo>
                <a:lnTo>
                  <a:pt x="2112339" y="108206"/>
                </a:lnTo>
                <a:lnTo>
                  <a:pt x="2115247" y="106755"/>
                </a:lnTo>
                <a:lnTo>
                  <a:pt x="2116700" y="109060"/>
                </a:lnTo>
                <a:lnTo>
                  <a:pt x="2128331" y="115121"/>
                </a:lnTo>
                <a:lnTo>
                  <a:pt x="2129784" y="120317"/>
                </a:lnTo>
                <a:lnTo>
                  <a:pt x="2132692" y="114755"/>
                </a:lnTo>
                <a:lnTo>
                  <a:pt x="2134146" y="112499"/>
                </a:lnTo>
                <a:lnTo>
                  <a:pt x="2135600" y="115489"/>
                </a:lnTo>
                <a:lnTo>
                  <a:pt x="2145776" y="125687"/>
                </a:lnTo>
                <a:lnTo>
                  <a:pt x="2158860" y="142544"/>
                </a:lnTo>
                <a:lnTo>
                  <a:pt x="2166129" y="160716"/>
                </a:lnTo>
                <a:lnTo>
                  <a:pt x="2173398" y="177369"/>
                </a:lnTo>
                <a:lnTo>
                  <a:pt x="2177760" y="185944"/>
                </a:lnTo>
                <a:lnTo>
                  <a:pt x="2180667" y="182808"/>
                </a:lnTo>
                <a:lnTo>
                  <a:pt x="2208288" y="212135"/>
                </a:lnTo>
                <a:lnTo>
                  <a:pt x="2209743" y="208250"/>
                </a:lnTo>
                <a:lnTo>
                  <a:pt x="2212650" y="210836"/>
                </a:lnTo>
                <a:lnTo>
                  <a:pt x="2227188" y="220332"/>
                </a:lnTo>
                <a:lnTo>
                  <a:pt x="2228641" y="218339"/>
                </a:lnTo>
                <a:lnTo>
                  <a:pt x="2233003" y="228241"/>
                </a:lnTo>
                <a:lnTo>
                  <a:pt x="2234457" y="223926"/>
                </a:lnTo>
                <a:lnTo>
                  <a:pt x="2235911" y="224428"/>
                </a:lnTo>
                <a:lnTo>
                  <a:pt x="2237364" y="231409"/>
                </a:lnTo>
                <a:lnTo>
                  <a:pt x="2241725" y="229371"/>
                </a:lnTo>
                <a:lnTo>
                  <a:pt x="2243180" y="228626"/>
                </a:lnTo>
                <a:lnTo>
                  <a:pt x="2244633" y="231607"/>
                </a:lnTo>
                <a:lnTo>
                  <a:pt x="2253355" y="243528"/>
                </a:lnTo>
                <a:lnTo>
                  <a:pt x="2259171" y="240814"/>
                </a:lnTo>
                <a:lnTo>
                  <a:pt x="2263532" y="246490"/>
                </a:lnTo>
                <a:lnTo>
                  <a:pt x="2270801" y="230301"/>
                </a:lnTo>
                <a:lnTo>
                  <a:pt x="2278070" y="243798"/>
                </a:lnTo>
                <a:lnTo>
                  <a:pt x="2279524" y="242252"/>
                </a:lnTo>
                <a:lnTo>
                  <a:pt x="2283885" y="235836"/>
                </a:lnTo>
                <a:lnTo>
                  <a:pt x="2285339" y="244265"/>
                </a:lnTo>
                <a:lnTo>
                  <a:pt x="2289700" y="239724"/>
                </a:lnTo>
                <a:lnTo>
                  <a:pt x="2295515" y="242887"/>
                </a:lnTo>
                <a:lnTo>
                  <a:pt x="2296969" y="243976"/>
                </a:lnTo>
                <a:lnTo>
                  <a:pt x="2302784" y="234072"/>
                </a:lnTo>
                <a:lnTo>
                  <a:pt x="2304238" y="244045"/>
                </a:lnTo>
                <a:lnTo>
                  <a:pt x="2308599" y="238458"/>
                </a:lnTo>
                <a:lnTo>
                  <a:pt x="2317322" y="241046"/>
                </a:lnTo>
                <a:lnTo>
                  <a:pt x="2326045" y="227855"/>
                </a:lnTo>
                <a:lnTo>
                  <a:pt x="2330406" y="244301"/>
                </a:lnTo>
                <a:lnTo>
                  <a:pt x="2331860" y="242480"/>
                </a:lnTo>
                <a:lnTo>
                  <a:pt x="2333314" y="229959"/>
                </a:lnTo>
                <a:lnTo>
                  <a:pt x="2337675" y="232042"/>
                </a:lnTo>
                <a:lnTo>
                  <a:pt x="2339129" y="229672"/>
                </a:lnTo>
                <a:lnTo>
                  <a:pt x="2342036" y="233604"/>
                </a:lnTo>
                <a:lnTo>
                  <a:pt x="2343490" y="236103"/>
                </a:lnTo>
                <a:lnTo>
                  <a:pt x="2344944" y="233953"/>
                </a:lnTo>
                <a:lnTo>
                  <a:pt x="2352212" y="228043"/>
                </a:lnTo>
                <a:lnTo>
                  <a:pt x="2353666" y="224940"/>
                </a:lnTo>
                <a:lnTo>
                  <a:pt x="2355121" y="229444"/>
                </a:lnTo>
                <a:lnTo>
                  <a:pt x="2359482" y="236542"/>
                </a:lnTo>
                <a:lnTo>
                  <a:pt x="2366751" y="221723"/>
                </a:lnTo>
                <a:lnTo>
                  <a:pt x="2368204" y="219619"/>
                </a:lnTo>
                <a:lnTo>
                  <a:pt x="2369658" y="222793"/>
                </a:lnTo>
                <a:lnTo>
                  <a:pt x="2374019" y="234409"/>
                </a:lnTo>
                <a:lnTo>
                  <a:pt x="2375473" y="232408"/>
                </a:lnTo>
                <a:lnTo>
                  <a:pt x="2378381" y="226761"/>
                </a:lnTo>
                <a:lnTo>
                  <a:pt x="2379835" y="228918"/>
                </a:lnTo>
                <a:lnTo>
                  <a:pt x="2381288" y="234987"/>
                </a:lnTo>
                <a:lnTo>
                  <a:pt x="2382742" y="227545"/>
                </a:lnTo>
                <a:lnTo>
                  <a:pt x="2385649" y="230866"/>
                </a:lnTo>
                <a:lnTo>
                  <a:pt x="2394372" y="225392"/>
                </a:lnTo>
                <a:lnTo>
                  <a:pt x="2397280" y="226706"/>
                </a:lnTo>
                <a:lnTo>
                  <a:pt x="2401641" y="233022"/>
                </a:lnTo>
                <a:lnTo>
                  <a:pt x="2403095" y="231919"/>
                </a:lnTo>
                <a:lnTo>
                  <a:pt x="2410364" y="226494"/>
                </a:lnTo>
                <a:lnTo>
                  <a:pt x="2417633" y="234989"/>
                </a:lnTo>
                <a:lnTo>
                  <a:pt x="2423448" y="228099"/>
                </a:lnTo>
                <a:lnTo>
                  <a:pt x="2427809" y="237691"/>
                </a:lnTo>
                <a:lnTo>
                  <a:pt x="2429263" y="231730"/>
                </a:lnTo>
                <a:lnTo>
                  <a:pt x="2430716" y="231596"/>
                </a:lnTo>
                <a:lnTo>
                  <a:pt x="2435078" y="237461"/>
                </a:lnTo>
                <a:lnTo>
                  <a:pt x="2436532" y="233464"/>
                </a:lnTo>
                <a:lnTo>
                  <a:pt x="2437986" y="231520"/>
                </a:lnTo>
                <a:lnTo>
                  <a:pt x="2439439" y="237983"/>
                </a:lnTo>
                <a:lnTo>
                  <a:pt x="2443801" y="242868"/>
                </a:lnTo>
                <a:lnTo>
                  <a:pt x="2445255" y="232187"/>
                </a:lnTo>
                <a:lnTo>
                  <a:pt x="2449616" y="234283"/>
                </a:lnTo>
                <a:lnTo>
                  <a:pt x="2455431" y="238645"/>
                </a:lnTo>
                <a:lnTo>
                  <a:pt x="2458339" y="243499"/>
                </a:lnTo>
                <a:lnTo>
                  <a:pt x="2459792" y="238101"/>
                </a:lnTo>
                <a:lnTo>
                  <a:pt x="2462700" y="235500"/>
                </a:lnTo>
                <a:lnTo>
                  <a:pt x="2464153" y="238521"/>
                </a:lnTo>
                <a:lnTo>
                  <a:pt x="2467061" y="248795"/>
                </a:lnTo>
                <a:lnTo>
                  <a:pt x="2469969" y="241497"/>
                </a:lnTo>
                <a:lnTo>
                  <a:pt x="2471422" y="238603"/>
                </a:lnTo>
                <a:lnTo>
                  <a:pt x="2472876" y="242241"/>
                </a:lnTo>
                <a:lnTo>
                  <a:pt x="2474330" y="247513"/>
                </a:lnTo>
                <a:lnTo>
                  <a:pt x="2477238" y="242203"/>
                </a:lnTo>
                <a:lnTo>
                  <a:pt x="2484506" y="239538"/>
                </a:lnTo>
                <a:lnTo>
                  <a:pt x="2491776" y="241899"/>
                </a:lnTo>
                <a:lnTo>
                  <a:pt x="2494683" y="237628"/>
                </a:lnTo>
                <a:lnTo>
                  <a:pt x="2496137" y="244927"/>
                </a:lnTo>
                <a:lnTo>
                  <a:pt x="2501952" y="241613"/>
                </a:lnTo>
                <a:lnTo>
                  <a:pt x="2503406" y="243087"/>
                </a:lnTo>
                <a:lnTo>
                  <a:pt x="2506313" y="245312"/>
                </a:lnTo>
                <a:lnTo>
                  <a:pt x="2507767" y="241761"/>
                </a:lnTo>
                <a:lnTo>
                  <a:pt x="2510675" y="244005"/>
                </a:lnTo>
                <a:lnTo>
                  <a:pt x="2513582" y="240976"/>
                </a:lnTo>
                <a:lnTo>
                  <a:pt x="2517943" y="246777"/>
                </a:lnTo>
                <a:lnTo>
                  <a:pt x="2519397" y="243641"/>
                </a:lnTo>
                <a:lnTo>
                  <a:pt x="2525212" y="244589"/>
                </a:lnTo>
                <a:lnTo>
                  <a:pt x="2529573" y="245782"/>
                </a:lnTo>
                <a:lnTo>
                  <a:pt x="2531027" y="243389"/>
                </a:lnTo>
                <a:lnTo>
                  <a:pt x="2542657" y="249360"/>
                </a:lnTo>
                <a:lnTo>
                  <a:pt x="2557196" y="248990"/>
                </a:lnTo>
                <a:lnTo>
                  <a:pt x="2560103" y="248260"/>
                </a:lnTo>
                <a:lnTo>
                  <a:pt x="2561557" y="250236"/>
                </a:lnTo>
                <a:lnTo>
                  <a:pt x="2568826" y="247622"/>
                </a:lnTo>
                <a:lnTo>
                  <a:pt x="2570279" y="245667"/>
                </a:lnTo>
                <a:lnTo>
                  <a:pt x="2573187" y="249470"/>
                </a:lnTo>
                <a:lnTo>
                  <a:pt x="2576094" y="251504"/>
                </a:lnTo>
                <a:lnTo>
                  <a:pt x="2577548" y="246867"/>
                </a:lnTo>
                <a:lnTo>
                  <a:pt x="2581910" y="243087"/>
                </a:lnTo>
                <a:lnTo>
                  <a:pt x="2589179" y="252713"/>
                </a:lnTo>
                <a:lnTo>
                  <a:pt x="2605170" y="262951"/>
                </a:lnTo>
                <a:lnTo>
                  <a:pt x="2608077" y="250103"/>
                </a:lnTo>
                <a:lnTo>
                  <a:pt x="2610985" y="258861"/>
                </a:lnTo>
                <a:lnTo>
                  <a:pt x="2612439" y="261444"/>
                </a:lnTo>
                <a:lnTo>
                  <a:pt x="2613893" y="256413"/>
                </a:lnTo>
                <a:lnTo>
                  <a:pt x="2618254" y="250525"/>
                </a:lnTo>
                <a:lnTo>
                  <a:pt x="2619708" y="254770"/>
                </a:lnTo>
                <a:lnTo>
                  <a:pt x="2624069" y="265616"/>
                </a:lnTo>
                <a:lnTo>
                  <a:pt x="2626977" y="262368"/>
                </a:lnTo>
                <a:lnTo>
                  <a:pt x="2631338" y="251617"/>
                </a:lnTo>
                <a:lnTo>
                  <a:pt x="2632791" y="261748"/>
                </a:lnTo>
                <a:lnTo>
                  <a:pt x="2635700" y="257053"/>
                </a:lnTo>
                <a:lnTo>
                  <a:pt x="2641514" y="250218"/>
                </a:lnTo>
                <a:lnTo>
                  <a:pt x="2642968" y="252057"/>
                </a:lnTo>
                <a:lnTo>
                  <a:pt x="2648783" y="257711"/>
                </a:lnTo>
                <a:lnTo>
                  <a:pt x="2653145" y="253161"/>
                </a:lnTo>
                <a:lnTo>
                  <a:pt x="2654598" y="254288"/>
                </a:lnTo>
                <a:lnTo>
                  <a:pt x="2656052" y="258182"/>
                </a:lnTo>
                <a:lnTo>
                  <a:pt x="2658960" y="252255"/>
                </a:lnTo>
                <a:lnTo>
                  <a:pt x="2666228" y="253446"/>
                </a:lnTo>
                <a:lnTo>
                  <a:pt x="2669136" y="256778"/>
                </a:lnTo>
                <a:lnTo>
                  <a:pt x="2670590" y="250462"/>
                </a:lnTo>
                <a:lnTo>
                  <a:pt x="2672044" y="254207"/>
                </a:lnTo>
                <a:lnTo>
                  <a:pt x="2692397" y="254272"/>
                </a:lnTo>
                <a:lnTo>
                  <a:pt x="2693851" y="257721"/>
                </a:lnTo>
                <a:lnTo>
                  <a:pt x="2695304" y="255058"/>
                </a:lnTo>
                <a:lnTo>
                  <a:pt x="2696758" y="249308"/>
                </a:lnTo>
                <a:lnTo>
                  <a:pt x="2701120" y="250850"/>
                </a:lnTo>
                <a:lnTo>
                  <a:pt x="2705481" y="247839"/>
                </a:lnTo>
                <a:lnTo>
                  <a:pt x="2706934" y="250284"/>
                </a:lnTo>
                <a:lnTo>
                  <a:pt x="2712750" y="257637"/>
                </a:lnTo>
                <a:lnTo>
                  <a:pt x="2717111" y="244128"/>
                </a:lnTo>
                <a:lnTo>
                  <a:pt x="2721472" y="249251"/>
                </a:lnTo>
                <a:lnTo>
                  <a:pt x="2727287" y="242255"/>
                </a:lnTo>
                <a:lnTo>
                  <a:pt x="2730195" y="247153"/>
                </a:lnTo>
                <a:lnTo>
                  <a:pt x="2733102" y="249545"/>
                </a:lnTo>
                <a:lnTo>
                  <a:pt x="2734557" y="244235"/>
                </a:lnTo>
                <a:lnTo>
                  <a:pt x="2740371" y="240429"/>
                </a:lnTo>
                <a:lnTo>
                  <a:pt x="2744732" y="247214"/>
                </a:lnTo>
                <a:lnTo>
                  <a:pt x="2746187" y="243060"/>
                </a:lnTo>
                <a:lnTo>
                  <a:pt x="2752002" y="237252"/>
                </a:lnTo>
                <a:lnTo>
                  <a:pt x="2753455" y="242016"/>
                </a:lnTo>
                <a:lnTo>
                  <a:pt x="2759271" y="251112"/>
                </a:lnTo>
                <a:lnTo>
                  <a:pt x="2760724" y="250164"/>
                </a:lnTo>
                <a:lnTo>
                  <a:pt x="2763632" y="252859"/>
                </a:lnTo>
                <a:lnTo>
                  <a:pt x="2769447" y="292008"/>
                </a:lnTo>
                <a:lnTo>
                  <a:pt x="2772355" y="281748"/>
                </a:lnTo>
                <a:lnTo>
                  <a:pt x="2778169" y="294383"/>
                </a:lnTo>
                <a:lnTo>
                  <a:pt x="2786892" y="311892"/>
                </a:lnTo>
                <a:lnTo>
                  <a:pt x="2789799" y="308440"/>
                </a:lnTo>
                <a:lnTo>
                  <a:pt x="2826144" y="396528"/>
                </a:lnTo>
                <a:lnTo>
                  <a:pt x="2831959" y="409476"/>
                </a:lnTo>
                <a:lnTo>
                  <a:pt x="2833413" y="407693"/>
                </a:lnTo>
                <a:lnTo>
                  <a:pt x="2836321" y="409362"/>
                </a:lnTo>
                <a:lnTo>
                  <a:pt x="2845043" y="438888"/>
                </a:lnTo>
                <a:lnTo>
                  <a:pt x="2849405" y="443260"/>
                </a:lnTo>
                <a:lnTo>
                  <a:pt x="2869758" y="491219"/>
                </a:lnTo>
                <a:lnTo>
                  <a:pt x="2881388" y="529264"/>
                </a:lnTo>
                <a:lnTo>
                  <a:pt x="2884295" y="522413"/>
                </a:lnTo>
                <a:lnTo>
                  <a:pt x="2885749" y="525465"/>
                </a:lnTo>
                <a:lnTo>
                  <a:pt x="2898833" y="557292"/>
                </a:lnTo>
                <a:lnTo>
                  <a:pt x="2904648" y="580976"/>
                </a:lnTo>
                <a:lnTo>
                  <a:pt x="2907556" y="589880"/>
                </a:lnTo>
                <a:lnTo>
                  <a:pt x="2909009" y="584668"/>
                </a:lnTo>
                <a:lnTo>
                  <a:pt x="2910463" y="581703"/>
                </a:lnTo>
                <a:lnTo>
                  <a:pt x="2911917" y="588191"/>
                </a:lnTo>
                <a:lnTo>
                  <a:pt x="2925001" y="623874"/>
                </a:lnTo>
                <a:lnTo>
                  <a:pt x="2927909" y="620128"/>
                </a:lnTo>
                <a:lnTo>
                  <a:pt x="2929363" y="626270"/>
                </a:lnTo>
                <a:lnTo>
                  <a:pt x="2938085" y="644609"/>
                </a:lnTo>
                <a:lnTo>
                  <a:pt x="2946807" y="663610"/>
                </a:lnTo>
                <a:lnTo>
                  <a:pt x="2974430" y="715426"/>
                </a:lnTo>
                <a:lnTo>
                  <a:pt x="2981699" y="730025"/>
                </a:lnTo>
                <a:lnTo>
                  <a:pt x="2984606" y="737108"/>
                </a:lnTo>
                <a:lnTo>
                  <a:pt x="2988967" y="735380"/>
                </a:lnTo>
                <a:lnTo>
                  <a:pt x="3006413" y="762707"/>
                </a:lnTo>
                <a:lnTo>
                  <a:pt x="3007867" y="769708"/>
                </a:lnTo>
                <a:lnTo>
                  <a:pt x="3012228" y="767788"/>
                </a:lnTo>
                <a:lnTo>
                  <a:pt x="3013681" y="769798"/>
                </a:lnTo>
                <a:lnTo>
                  <a:pt x="3015136" y="766023"/>
                </a:lnTo>
                <a:lnTo>
                  <a:pt x="3016589" y="764121"/>
                </a:lnTo>
                <a:lnTo>
                  <a:pt x="3019497" y="766911"/>
                </a:lnTo>
                <a:lnTo>
                  <a:pt x="3039850" y="782212"/>
                </a:lnTo>
                <a:lnTo>
                  <a:pt x="3041303" y="779452"/>
                </a:lnTo>
                <a:lnTo>
                  <a:pt x="3044211" y="782801"/>
                </a:lnTo>
                <a:lnTo>
                  <a:pt x="3051480" y="787167"/>
                </a:lnTo>
                <a:lnTo>
                  <a:pt x="3054387" y="784931"/>
                </a:lnTo>
                <a:lnTo>
                  <a:pt x="3055841" y="785885"/>
                </a:lnTo>
                <a:lnTo>
                  <a:pt x="3060203" y="793280"/>
                </a:lnTo>
                <a:lnTo>
                  <a:pt x="3063110" y="790637"/>
                </a:lnTo>
                <a:lnTo>
                  <a:pt x="3076194" y="791783"/>
                </a:lnTo>
                <a:lnTo>
                  <a:pt x="3079101" y="784323"/>
                </a:lnTo>
                <a:lnTo>
                  <a:pt x="3082009" y="785851"/>
                </a:lnTo>
                <a:lnTo>
                  <a:pt x="3109631" y="743716"/>
                </a:lnTo>
                <a:lnTo>
                  <a:pt x="3118354" y="597558"/>
                </a:lnTo>
                <a:lnTo>
                  <a:pt x="3138707" y="153382"/>
                </a:lnTo>
                <a:lnTo>
                  <a:pt x="3140160" y="152469"/>
                </a:lnTo>
                <a:lnTo>
                  <a:pt x="3154698" y="103147"/>
                </a:lnTo>
                <a:lnTo>
                  <a:pt x="3156152" y="104943"/>
                </a:lnTo>
                <a:lnTo>
                  <a:pt x="3157605" y="103425"/>
                </a:lnTo>
                <a:lnTo>
                  <a:pt x="3166328" y="85052"/>
                </a:lnTo>
                <a:lnTo>
                  <a:pt x="3173597" y="76879"/>
                </a:lnTo>
                <a:lnTo>
                  <a:pt x="3183774" y="63919"/>
                </a:lnTo>
                <a:lnTo>
                  <a:pt x="3191042" y="52225"/>
                </a:lnTo>
                <a:lnTo>
                  <a:pt x="3192496" y="52879"/>
                </a:lnTo>
                <a:lnTo>
                  <a:pt x="3193950" y="54624"/>
                </a:lnTo>
                <a:lnTo>
                  <a:pt x="3196858" y="49900"/>
                </a:lnTo>
                <a:lnTo>
                  <a:pt x="3199765" y="44261"/>
                </a:lnTo>
                <a:lnTo>
                  <a:pt x="3202672" y="47670"/>
                </a:lnTo>
                <a:lnTo>
                  <a:pt x="3209942" y="49134"/>
                </a:lnTo>
                <a:lnTo>
                  <a:pt x="3215756" y="50211"/>
                </a:lnTo>
                <a:lnTo>
                  <a:pt x="3217211" y="48126"/>
                </a:lnTo>
                <a:lnTo>
                  <a:pt x="3218664" y="50351"/>
                </a:lnTo>
                <a:lnTo>
                  <a:pt x="3228841" y="62115"/>
                </a:lnTo>
                <a:lnTo>
                  <a:pt x="3244832" y="84486"/>
                </a:lnTo>
                <a:lnTo>
                  <a:pt x="3246286" y="83208"/>
                </a:lnTo>
                <a:lnTo>
                  <a:pt x="3273908" y="101086"/>
                </a:lnTo>
                <a:lnTo>
                  <a:pt x="3275362" y="97258"/>
                </a:lnTo>
                <a:lnTo>
                  <a:pt x="3278269" y="88071"/>
                </a:lnTo>
                <a:lnTo>
                  <a:pt x="3281176" y="91195"/>
                </a:lnTo>
                <a:lnTo>
                  <a:pt x="3292807" y="104049"/>
                </a:lnTo>
                <a:lnTo>
                  <a:pt x="3294261" y="97846"/>
                </a:lnTo>
                <a:lnTo>
                  <a:pt x="3297168" y="92556"/>
                </a:lnTo>
                <a:lnTo>
                  <a:pt x="3298622" y="95511"/>
                </a:lnTo>
                <a:lnTo>
                  <a:pt x="3301529" y="99793"/>
                </a:lnTo>
                <a:lnTo>
                  <a:pt x="3302983" y="96789"/>
                </a:lnTo>
                <a:lnTo>
                  <a:pt x="3305891" y="92925"/>
                </a:lnTo>
                <a:lnTo>
                  <a:pt x="3307345" y="93869"/>
                </a:lnTo>
                <a:lnTo>
                  <a:pt x="3317521" y="103618"/>
                </a:lnTo>
                <a:lnTo>
                  <a:pt x="3330605" y="83606"/>
                </a:lnTo>
                <a:lnTo>
                  <a:pt x="3332059" y="87946"/>
                </a:lnTo>
                <a:lnTo>
                  <a:pt x="3334966" y="92758"/>
                </a:lnTo>
                <a:lnTo>
                  <a:pt x="3336420" y="88404"/>
                </a:lnTo>
                <a:lnTo>
                  <a:pt x="3353866" y="81306"/>
                </a:lnTo>
                <a:lnTo>
                  <a:pt x="3362588" y="83910"/>
                </a:lnTo>
                <a:lnTo>
                  <a:pt x="3369857" y="73020"/>
                </a:lnTo>
                <a:lnTo>
                  <a:pt x="3374219" y="86254"/>
                </a:lnTo>
                <a:lnTo>
                  <a:pt x="3377126" y="79870"/>
                </a:lnTo>
                <a:lnTo>
                  <a:pt x="3394571" y="91929"/>
                </a:lnTo>
                <a:lnTo>
                  <a:pt x="3401840" y="100475"/>
                </a:lnTo>
                <a:lnTo>
                  <a:pt x="3406202" y="97497"/>
                </a:lnTo>
                <a:lnTo>
                  <a:pt x="3407656" y="99708"/>
                </a:lnTo>
                <a:lnTo>
                  <a:pt x="3416378" y="113846"/>
                </a:lnTo>
                <a:lnTo>
                  <a:pt x="3422193" y="112291"/>
                </a:lnTo>
                <a:lnTo>
                  <a:pt x="3426554" y="108544"/>
                </a:lnTo>
                <a:lnTo>
                  <a:pt x="3428008" y="112420"/>
                </a:lnTo>
                <a:lnTo>
                  <a:pt x="3451269" y="100665"/>
                </a:lnTo>
                <a:lnTo>
                  <a:pt x="3452723" y="104077"/>
                </a:lnTo>
                <a:lnTo>
                  <a:pt x="3454176" y="109302"/>
                </a:lnTo>
                <a:lnTo>
                  <a:pt x="3457084" y="106108"/>
                </a:lnTo>
                <a:lnTo>
                  <a:pt x="3467260" y="92926"/>
                </a:lnTo>
                <a:lnTo>
                  <a:pt x="3468714" y="95146"/>
                </a:lnTo>
                <a:lnTo>
                  <a:pt x="3471621" y="90398"/>
                </a:lnTo>
                <a:lnTo>
                  <a:pt x="3478890" y="88237"/>
                </a:lnTo>
                <a:lnTo>
                  <a:pt x="3484706" y="83668"/>
                </a:lnTo>
                <a:lnTo>
                  <a:pt x="3486160" y="85974"/>
                </a:lnTo>
                <a:lnTo>
                  <a:pt x="3497790" y="77415"/>
                </a:lnTo>
                <a:lnTo>
                  <a:pt x="3505058" y="73912"/>
                </a:lnTo>
                <a:lnTo>
                  <a:pt x="3521050" y="66901"/>
                </a:lnTo>
                <a:lnTo>
                  <a:pt x="3525411" y="59068"/>
                </a:lnTo>
                <a:lnTo>
                  <a:pt x="3528319" y="64896"/>
                </a:lnTo>
                <a:lnTo>
                  <a:pt x="3541403" y="56760"/>
                </a:lnTo>
                <a:lnTo>
                  <a:pt x="3550125" y="55434"/>
                </a:lnTo>
                <a:lnTo>
                  <a:pt x="3554487" y="53233"/>
                </a:lnTo>
                <a:lnTo>
                  <a:pt x="3555941" y="55279"/>
                </a:lnTo>
                <a:lnTo>
                  <a:pt x="3558848" y="57889"/>
                </a:lnTo>
                <a:lnTo>
                  <a:pt x="3561755" y="54719"/>
                </a:lnTo>
                <a:lnTo>
                  <a:pt x="3570478" y="55521"/>
                </a:lnTo>
                <a:lnTo>
                  <a:pt x="3577747" y="53218"/>
                </a:lnTo>
                <a:lnTo>
                  <a:pt x="3586470" y="47158"/>
                </a:lnTo>
                <a:lnTo>
                  <a:pt x="3587924" y="51632"/>
                </a:lnTo>
                <a:lnTo>
                  <a:pt x="3590831" y="54607"/>
                </a:lnTo>
                <a:lnTo>
                  <a:pt x="3592285" y="52440"/>
                </a:lnTo>
                <a:lnTo>
                  <a:pt x="3601008" y="49677"/>
                </a:lnTo>
                <a:lnTo>
                  <a:pt x="3605369" y="50122"/>
                </a:lnTo>
                <a:lnTo>
                  <a:pt x="3606823" y="46634"/>
                </a:lnTo>
                <a:lnTo>
                  <a:pt x="3614092" y="46425"/>
                </a:lnTo>
                <a:lnTo>
                  <a:pt x="3621361" y="49269"/>
                </a:lnTo>
                <a:lnTo>
                  <a:pt x="3630083" y="44555"/>
                </a:lnTo>
                <a:lnTo>
                  <a:pt x="3637352" y="42773"/>
                </a:lnTo>
                <a:lnTo>
                  <a:pt x="3641714" y="48036"/>
                </a:lnTo>
                <a:lnTo>
                  <a:pt x="3646075" y="44591"/>
                </a:lnTo>
                <a:lnTo>
                  <a:pt x="3662066" y="33561"/>
                </a:lnTo>
                <a:lnTo>
                  <a:pt x="3667882" y="33549"/>
                </a:lnTo>
                <a:lnTo>
                  <a:pt x="3672243" y="30089"/>
                </a:lnTo>
                <a:lnTo>
                  <a:pt x="3673696" y="31505"/>
                </a:lnTo>
                <a:lnTo>
                  <a:pt x="3679512" y="37080"/>
                </a:lnTo>
                <a:lnTo>
                  <a:pt x="3680965" y="34212"/>
                </a:lnTo>
                <a:lnTo>
                  <a:pt x="3688235" y="23684"/>
                </a:lnTo>
                <a:lnTo>
                  <a:pt x="3689688" y="24935"/>
                </a:lnTo>
                <a:lnTo>
                  <a:pt x="3692596" y="30124"/>
                </a:lnTo>
                <a:lnTo>
                  <a:pt x="3695503" y="27340"/>
                </a:lnTo>
                <a:lnTo>
                  <a:pt x="3702772" y="28318"/>
                </a:lnTo>
                <a:lnTo>
                  <a:pt x="3707133" y="24096"/>
                </a:lnTo>
                <a:lnTo>
                  <a:pt x="3708588" y="27573"/>
                </a:lnTo>
                <a:lnTo>
                  <a:pt x="3715856" y="27431"/>
                </a:lnTo>
                <a:lnTo>
                  <a:pt x="3727486" y="22583"/>
                </a:lnTo>
                <a:lnTo>
                  <a:pt x="3730394" y="25639"/>
                </a:lnTo>
                <a:lnTo>
                  <a:pt x="3731848" y="23798"/>
                </a:lnTo>
                <a:lnTo>
                  <a:pt x="3740570" y="7809"/>
                </a:lnTo>
                <a:lnTo>
                  <a:pt x="3749293" y="17212"/>
                </a:lnTo>
                <a:lnTo>
                  <a:pt x="3765285" y="14751"/>
                </a:lnTo>
                <a:lnTo>
                  <a:pt x="3771100" y="17004"/>
                </a:lnTo>
                <a:lnTo>
                  <a:pt x="3779822" y="15602"/>
                </a:lnTo>
                <a:lnTo>
                  <a:pt x="3794360" y="15754"/>
                </a:lnTo>
                <a:lnTo>
                  <a:pt x="3801629" y="12351"/>
                </a:lnTo>
                <a:lnTo>
                  <a:pt x="3816167" y="8508"/>
                </a:lnTo>
                <a:lnTo>
                  <a:pt x="3819074" y="11752"/>
                </a:lnTo>
                <a:lnTo>
                  <a:pt x="3821982" y="9105"/>
                </a:lnTo>
                <a:lnTo>
                  <a:pt x="3830704" y="10291"/>
                </a:lnTo>
                <a:lnTo>
                  <a:pt x="3832159" y="7312"/>
                </a:lnTo>
                <a:lnTo>
                  <a:pt x="3835066" y="9940"/>
                </a:lnTo>
                <a:lnTo>
                  <a:pt x="3843789" y="11626"/>
                </a:lnTo>
                <a:lnTo>
                  <a:pt x="3852511" y="7720"/>
                </a:lnTo>
                <a:lnTo>
                  <a:pt x="3853965" y="9285"/>
                </a:lnTo>
                <a:lnTo>
                  <a:pt x="3855419" y="5306"/>
                </a:lnTo>
                <a:lnTo>
                  <a:pt x="3856873" y="1579"/>
                </a:lnTo>
                <a:lnTo>
                  <a:pt x="3861234" y="4686"/>
                </a:lnTo>
                <a:lnTo>
                  <a:pt x="3864141" y="0"/>
                </a:lnTo>
                <a:lnTo>
                  <a:pt x="3865596" y="5778"/>
                </a:lnTo>
                <a:lnTo>
                  <a:pt x="3872864" y="9159"/>
                </a:lnTo>
                <a:lnTo>
                  <a:pt x="3880133" y="6110"/>
                </a:lnTo>
                <a:lnTo>
                  <a:pt x="3897578" y="5790"/>
                </a:lnTo>
                <a:lnTo>
                  <a:pt x="3899033" y="10314"/>
                </a:lnTo>
                <a:lnTo>
                  <a:pt x="3903394" y="8175"/>
                </a:lnTo>
                <a:lnTo>
                  <a:pt x="3913570" y="5895"/>
                </a:lnTo>
                <a:lnTo>
                  <a:pt x="3915024" y="1500"/>
                </a:lnTo>
                <a:lnTo>
                  <a:pt x="3919385" y="3573"/>
                </a:lnTo>
                <a:lnTo>
                  <a:pt x="3926654" y="817"/>
                </a:lnTo>
                <a:lnTo>
                  <a:pt x="3933923" y="7471"/>
                </a:lnTo>
                <a:lnTo>
                  <a:pt x="3935377" y="4080"/>
                </a:lnTo>
                <a:lnTo>
                  <a:pt x="3952822" y="6398"/>
                </a:lnTo>
                <a:lnTo>
                  <a:pt x="3955730" y="1023"/>
                </a:lnTo>
                <a:lnTo>
                  <a:pt x="3957183" y="4510"/>
                </a:lnTo>
                <a:lnTo>
                  <a:pt x="3961545" y="11604"/>
                </a:lnTo>
                <a:lnTo>
                  <a:pt x="3962998" y="8212"/>
                </a:lnTo>
                <a:lnTo>
                  <a:pt x="3983351" y="16472"/>
                </a:lnTo>
                <a:lnTo>
                  <a:pt x="3987712" y="10482"/>
                </a:lnTo>
                <a:lnTo>
                  <a:pt x="3989167" y="13614"/>
                </a:lnTo>
                <a:lnTo>
                  <a:pt x="3992074" y="17950"/>
                </a:lnTo>
                <a:lnTo>
                  <a:pt x="3993528" y="16378"/>
                </a:lnTo>
                <a:lnTo>
                  <a:pt x="3996435" y="11123"/>
                </a:lnTo>
                <a:lnTo>
                  <a:pt x="3999343" y="14269"/>
                </a:lnTo>
                <a:lnTo>
                  <a:pt x="4000797" y="12479"/>
                </a:lnTo>
                <a:lnTo>
                  <a:pt x="4002251" y="16439"/>
                </a:lnTo>
                <a:lnTo>
                  <a:pt x="4005158" y="19859"/>
                </a:lnTo>
                <a:lnTo>
                  <a:pt x="4006612" y="16307"/>
                </a:lnTo>
                <a:lnTo>
                  <a:pt x="4008065" y="12766"/>
                </a:lnTo>
                <a:lnTo>
                  <a:pt x="4010973" y="17048"/>
                </a:lnTo>
                <a:lnTo>
                  <a:pt x="4018242" y="16233"/>
                </a:lnTo>
                <a:lnTo>
                  <a:pt x="4025511" y="12493"/>
                </a:lnTo>
                <a:lnTo>
                  <a:pt x="4028418" y="15966"/>
                </a:lnTo>
                <a:lnTo>
                  <a:pt x="4031326" y="14121"/>
                </a:lnTo>
                <a:lnTo>
                  <a:pt x="4037141" y="13121"/>
                </a:lnTo>
                <a:lnTo>
                  <a:pt x="4045864" y="17956"/>
                </a:lnTo>
                <a:lnTo>
                  <a:pt x="4051679" y="11860"/>
                </a:lnTo>
                <a:lnTo>
                  <a:pt x="4072032" y="15745"/>
                </a:lnTo>
              </a:path>
            </a:pathLst>
          </a:custGeom>
          <a:noFill/>
          <a:ln w="392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path 102"/>
          <p:cNvSpPr/>
          <p:nvPr/>
        </p:nvSpPr>
        <p:spPr>
          <a:xfrm>
            <a:off x="7529885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path 103"/>
          <p:cNvSpPr/>
          <p:nvPr/>
        </p:nvSpPr>
        <p:spPr>
          <a:xfrm>
            <a:off x="12009119" y="6009829"/>
            <a:ext cx="0" cy="1619395"/>
          </a:xfrm>
          <a:custGeom>
            <a:avLst/>
            <a:gdLst/>
            <a:ahLst/>
            <a:cxnLst/>
            <a:rect l="l" t="t" r="r" b="b"/>
            <a:pathLst>
              <a:path w="0" h="1619395">
                <a:moveTo>
                  <a:pt x="0" y="1619395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path 104"/>
          <p:cNvSpPr/>
          <p:nvPr/>
        </p:nvSpPr>
        <p:spPr>
          <a:xfrm>
            <a:off x="7529885" y="7629224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path 105"/>
          <p:cNvSpPr/>
          <p:nvPr/>
        </p:nvSpPr>
        <p:spPr>
          <a:xfrm>
            <a:off x="7529885" y="6009829"/>
            <a:ext cx="4479234" cy="0"/>
          </a:xfrm>
          <a:custGeom>
            <a:avLst/>
            <a:gdLst/>
            <a:ahLst/>
            <a:cxnLst/>
            <a:rect l="l" t="t" r="r" b="b"/>
            <a:pathLst>
              <a:path w="4479234" h="0">
                <a:moveTo>
                  <a:pt x="0" y="0"/>
                </a:moveTo>
                <a:lnTo>
                  <a:pt x="4479234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75589" y="5638424"/>
            <a:ext cx="2086324" cy="400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28" b="0" i="0">
                <a:solidFill>
                  <a:srgbClr val="3A9A94"/>
                </a:solidFill>
                <a:latin typeface="Times New Roman"/>
              </a:rPr>
              <a:t>Robot B · right</a:t>
            </a:r>
          </a:p>
        </p:txBody>
      </p:sp>
      <p:sp>
        <p:nvSpPr>
          <p:cNvPr id="146" name="Editable path 106"/>
          <p:cNvSpPr/>
          <p:nvPr/>
        </p:nvSpPr>
        <p:spPr>
          <a:xfrm>
            <a:off x="1706880" y="9162887"/>
            <a:ext cx="10302239" cy="1809912"/>
          </a:xfrm>
          <a:custGeom>
            <a:avLst/>
            <a:gdLst/>
            <a:ahLst/>
            <a:cxnLst/>
            <a:rect l="l" t="t" r="r" b="b"/>
            <a:pathLst>
              <a:path w="10302239" h="1809912">
                <a:moveTo>
                  <a:pt x="0" y="0"/>
                </a:moveTo>
                <a:lnTo>
                  <a:pt x="10302239" y="0"/>
                </a:lnTo>
                <a:lnTo>
                  <a:pt x="10302239" y="1809912"/>
                </a:lnTo>
                <a:lnTo>
                  <a:pt x="0" y="18099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path 107"/>
          <p:cNvSpPr/>
          <p:nvPr/>
        </p:nvSpPr>
        <p:spPr>
          <a:xfrm>
            <a:off x="2175164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08"/>
          <p:cNvSpPr/>
          <p:nvPr/>
        </p:nvSpPr>
        <p:spPr>
          <a:xfrm>
            <a:off x="2175164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101540" y="11153505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0" name="Editable path 109"/>
          <p:cNvSpPr/>
          <p:nvPr/>
        </p:nvSpPr>
        <p:spPr>
          <a:xfrm>
            <a:off x="3847008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10"/>
          <p:cNvSpPr/>
          <p:nvPr/>
        </p:nvSpPr>
        <p:spPr>
          <a:xfrm>
            <a:off x="3847008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699761" y="11153505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53" name="Editable path 111"/>
          <p:cNvSpPr/>
          <p:nvPr/>
        </p:nvSpPr>
        <p:spPr>
          <a:xfrm>
            <a:off x="5518852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12"/>
          <p:cNvSpPr/>
          <p:nvPr/>
        </p:nvSpPr>
        <p:spPr>
          <a:xfrm>
            <a:off x="5518852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71606" y="11153505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56" name="Editable path 113"/>
          <p:cNvSpPr/>
          <p:nvPr/>
        </p:nvSpPr>
        <p:spPr>
          <a:xfrm>
            <a:off x="7190697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14"/>
          <p:cNvSpPr/>
          <p:nvPr/>
        </p:nvSpPr>
        <p:spPr>
          <a:xfrm>
            <a:off x="7190697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043450" y="11153505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59" name="Editable path 115"/>
          <p:cNvSpPr/>
          <p:nvPr/>
        </p:nvSpPr>
        <p:spPr>
          <a:xfrm>
            <a:off x="8862541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16"/>
          <p:cNvSpPr/>
          <p:nvPr/>
        </p:nvSpPr>
        <p:spPr>
          <a:xfrm>
            <a:off x="8862541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715294" y="11153505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62" name="Editable path 117"/>
          <p:cNvSpPr/>
          <p:nvPr/>
        </p:nvSpPr>
        <p:spPr>
          <a:xfrm>
            <a:off x="10534385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8"/>
          <p:cNvSpPr/>
          <p:nvPr/>
        </p:nvSpPr>
        <p:spPr>
          <a:xfrm>
            <a:off x="10534385" y="10972799"/>
            <a:ext cx="0" cy="171788"/>
          </a:xfrm>
          <a:custGeom>
            <a:avLst/>
            <a:gdLst/>
            <a:ahLst/>
            <a:cxnLst/>
            <a:rect l="l" t="t" r="r" b="b"/>
            <a:pathLst>
              <a:path w="0" h="171788">
                <a:moveTo>
                  <a:pt x="0" y="0"/>
                </a:moveTo>
                <a:lnTo>
                  <a:pt x="0" y="171788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387139" y="11153505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675378" y="11628069"/>
            <a:ext cx="4438079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Time after reference activation (s)</a:t>
            </a:r>
          </a:p>
        </p:txBody>
      </p:sp>
      <p:sp>
        <p:nvSpPr>
          <p:cNvPr id="166" name="Editable path 119"/>
          <p:cNvSpPr/>
          <p:nvPr/>
        </p:nvSpPr>
        <p:spPr>
          <a:xfrm>
            <a:off x="1706880" y="10942508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20"/>
          <p:cNvSpPr/>
          <p:nvPr/>
        </p:nvSpPr>
        <p:spPr>
          <a:xfrm>
            <a:off x="1535092" y="10942508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38763" y="10801879"/>
            <a:ext cx="220869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9" name="Editable path 121"/>
          <p:cNvSpPr/>
          <p:nvPr/>
        </p:nvSpPr>
        <p:spPr>
          <a:xfrm>
            <a:off x="1706880" y="10152561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22"/>
          <p:cNvSpPr/>
          <p:nvPr/>
        </p:nvSpPr>
        <p:spPr>
          <a:xfrm>
            <a:off x="1535092" y="10152561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191517" y="10011932"/>
            <a:ext cx="368115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72" name="Editable path 123"/>
          <p:cNvSpPr/>
          <p:nvPr/>
        </p:nvSpPr>
        <p:spPr>
          <a:xfrm>
            <a:off x="1706880" y="9362614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39265">
            <a:solidFill>
              <a:srgbClr val="B0B0B0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24"/>
          <p:cNvSpPr/>
          <p:nvPr/>
        </p:nvSpPr>
        <p:spPr>
          <a:xfrm>
            <a:off x="1535092" y="9362614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44271" y="9221985"/>
            <a:ext cx="515362" cy="353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75" name="TextBox 174"/>
          <p:cNvSpPr txBox="1"/>
          <p:nvPr/>
        </p:nvSpPr>
        <p:spPr>
          <a:xfrm rot="16200000">
            <a:off x="583237" y="10476672"/>
            <a:ext cx="265583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‖</a:t>
            </a:r>
          </a:p>
        </p:txBody>
      </p:sp>
      <p:sp>
        <p:nvSpPr>
          <p:cNvPr id="176" name="TextBox 175"/>
          <p:cNvSpPr txBox="1"/>
          <p:nvPr/>
        </p:nvSpPr>
        <p:spPr>
          <a:xfrm rot="16200000">
            <a:off x="602649" y="10316395"/>
            <a:ext cx="226759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1">
                <a:solidFill>
                  <a:srgbClr val="2B2B2B"/>
                </a:solidFill>
                <a:latin typeface="Times New Roman"/>
              </a:rPr>
              <a:t>τ</a:t>
            </a:r>
          </a:p>
        </p:txBody>
      </p:sp>
      <p:sp>
        <p:nvSpPr>
          <p:cNvPr id="177" name="TextBox 176"/>
          <p:cNvSpPr txBox="1"/>
          <p:nvPr/>
        </p:nvSpPr>
        <p:spPr>
          <a:xfrm rot="16200000">
            <a:off x="125253" y="9698133"/>
            <a:ext cx="1181552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‖ (N m)</a:t>
            </a:r>
          </a:p>
        </p:txBody>
      </p:sp>
      <p:sp>
        <p:nvSpPr>
          <p:cNvPr id="178" name="Editable path 125"/>
          <p:cNvSpPr/>
          <p:nvPr/>
        </p:nvSpPr>
        <p:spPr>
          <a:xfrm>
            <a:off x="2175164" y="10334672"/>
            <a:ext cx="9365672" cy="481275"/>
          </a:xfrm>
          <a:custGeom>
            <a:avLst/>
            <a:gdLst/>
            <a:ahLst/>
            <a:cxnLst/>
            <a:rect l="l" t="t" r="r" b="b"/>
            <a:pathLst>
              <a:path w="9365672" h="481275">
                <a:moveTo>
                  <a:pt x="0" y="436859"/>
                </a:moveTo>
                <a:lnTo>
                  <a:pt x="6687" y="431553"/>
                </a:lnTo>
                <a:lnTo>
                  <a:pt x="13374" y="436258"/>
                </a:lnTo>
                <a:lnTo>
                  <a:pt x="16718" y="424688"/>
                </a:lnTo>
                <a:lnTo>
                  <a:pt x="20062" y="426597"/>
                </a:lnTo>
                <a:lnTo>
                  <a:pt x="26749" y="428802"/>
                </a:lnTo>
                <a:lnTo>
                  <a:pt x="36780" y="412372"/>
                </a:lnTo>
                <a:lnTo>
                  <a:pt x="43467" y="423794"/>
                </a:lnTo>
                <a:lnTo>
                  <a:pt x="46811" y="411463"/>
                </a:lnTo>
                <a:lnTo>
                  <a:pt x="50155" y="415564"/>
                </a:lnTo>
                <a:lnTo>
                  <a:pt x="53498" y="420162"/>
                </a:lnTo>
                <a:lnTo>
                  <a:pt x="56842" y="417500"/>
                </a:lnTo>
                <a:lnTo>
                  <a:pt x="60186" y="414020"/>
                </a:lnTo>
                <a:lnTo>
                  <a:pt x="66873" y="425005"/>
                </a:lnTo>
                <a:lnTo>
                  <a:pt x="70217" y="422370"/>
                </a:lnTo>
                <a:lnTo>
                  <a:pt x="73561" y="420557"/>
                </a:lnTo>
                <a:lnTo>
                  <a:pt x="76904" y="410054"/>
                </a:lnTo>
                <a:lnTo>
                  <a:pt x="86935" y="428926"/>
                </a:lnTo>
                <a:lnTo>
                  <a:pt x="106998" y="389615"/>
                </a:lnTo>
                <a:lnTo>
                  <a:pt x="117029" y="421297"/>
                </a:lnTo>
                <a:lnTo>
                  <a:pt x="127060" y="402908"/>
                </a:lnTo>
                <a:lnTo>
                  <a:pt x="130403" y="409851"/>
                </a:lnTo>
                <a:lnTo>
                  <a:pt x="133747" y="405887"/>
                </a:lnTo>
                <a:lnTo>
                  <a:pt x="147122" y="410216"/>
                </a:lnTo>
                <a:lnTo>
                  <a:pt x="150466" y="410547"/>
                </a:lnTo>
                <a:lnTo>
                  <a:pt x="160497" y="392496"/>
                </a:lnTo>
                <a:lnTo>
                  <a:pt x="163840" y="402253"/>
                </a:lnTo>
                <a:lnTo>
                  <a:pt x="167184" y="399054"/>
                </a:lnTo>
                <a:lnTo>
                  <a:pt x="187246" y="406145"/>
                </a:lnTo>
                <a:lnTo>
                  <a:pt x="190590" y="406340"/>
                </a:lnTo>
                <a:lnTo>
                  <a:pt x="193933" y="412538"/>
                </a:lnTo>
                <a:lnTo>
                  <a:pt x="197277" y="409460"/>
                </a:lnTo>
                <a:lnTo>
                  <a:pt x="200621" y="404455"/>
                </a:lnTo>
                <a:lnTo>
                  <a:pt x="203965" y="412193"/>
                </a:lnTo>
                <a:lnTo>
                  <a:pt x="207308" y="410111"/>
                </a:lnTo>
                <a:lnTo>
                  <a:pt x="234058" y="396708"/>
                </a:lnTo>
                <a:lnTo>
                  <a:pt x="237401" y="397070"/>
                </a:lnTo>
                <a:lnTo>
                  <a:pt x="244089" y="408881"/>
                </a:lnTo>
                <a:lnTo>
                  <a:pt x="254120" y="397973"/>
                </a:lnTo>
                <a:lnTo>
                  <a:pt x="264151" y="387401"/>
                </a:lnTo>
                <a:lnTo>
                  <a:pt x="267495" y="384054"/>
                </a:lnTo>
                <a:lnTo>
                  <a:pt x="270838" y="388840"/>
                </a:lnTo>
                <a:lnTo>
                  <a:pt x="277526" y="376043"/>
                </a:lnTo>
                <a:lnTo>
                  <a:pt x="300932" y="383187"/>
                </a:lnTo>
                <a:lnTo>
                  <a:pt x="307619" y="381021"/>
                </a:lnTo>
                <a:lnTo>
                  <a:pt x="314306" y="384639"/>
                </a:lnTo>
                <a:lnTo>
                  <a:pt x="327681" y="383968"/>
                </a:lnTo>
                <a:lnTo>
                  <a:pt x="334368" y="391935"/>
                </a:lnTo>
                <a:lnTo>
                  <a:pt x="337712" y="385142"/>
                </a:lnTo>
                <a:lnTo>
                  <a:pt x="341056" y="380449"/>
                </a:lnTo>
                <a:lnTo>
                  <a:pt x="347743" y="391551"/>
                </a:lnTo>
                <a:lnTo>
                  <a:pt x="357774" y="368785"/>
                </a:lnTo>
                <a:lnTo>
                  <a:pt x="361118" y="375084"/>
                </a:lnTo>
                <a:lnTo>
                  <a:pt x="377836" y="377313"/>
                </a:lnTo>
                <a:lnTo>
                  <a:pt x="381180" y="373852"/>
                </a:lnTo>
                <a:lnTo>
                  <a:pt x="384524" y="377700"/>
                </a:lnTo>
                <a:lnTo>
                  <a:pt x="391211" y="380417"/>
                </a:lnTo>
                <a:lnTo>
                  <a:pt x="404586" y="371677"/>
                </a:lnTo>
                <a:lnTo>
                  <a:pt x="414617" y="377767"/>
                </a:lnTo>
                <a:lnTo>
                  <a:pt x="417961" y="386023"/>
                </a:lnTo>
                <a:lnTo>
                  <a:pt x="421304" y="369378"/>
                </a:lnTo>
                <a:lnTo>
                  <a:pt x="424648" y="376278"/>
                </a:lnTo>
                <a:lnTo>
                  <a:pt x="427992" y="372504"/>
                </a:lnTo>
                <a:lnTo>
                  <a:pt x="431335" y="360146"/>
                </a:lnTo>
                <a:lnTo>
                  <a:pt x="438023" y="372504"/>
                </a:lnTo>
                <a:lnTo>
                  <a:pt x="441366" y="360175"/>
                </a:lnTo>
                <a:lnTo>
                  <a:pt x="444710" y="365525"/>
                </a:lnTo>
                <a:lnTo>
                  <a:pt x="448054" y="372895"/>
                </a:lnTo>
                <a:lnTo>
                  <a:pt x="451397" y="366274"/>
                </a:lnTo>
                <a:lnTo>
                  <a:pt x="454741" y="376203"/>
                </a:lnTo>
                <a:lnTo>
                  <a:pt x="458085" y="371719"/>
                </a:lnTo>
                <a:lnTo>
                  <a:pt x="494865" y="384827"/>
                </a:lnTo>
                <a:lnTo>
                  <a:pt x="508240" y="380688"/>
                </a:lnTo>
                <a:lnTo>
                  <a:pt x="518271" y="388159"/>
                </a:lnTo>
                <a:lnTo>
                  <a:pt x="524959" y="379315"/>
                </a:lnTo>
                <a:lnTo>
                  <a:pt x="531646" y="380952"/>
                </a:lnTo>
                <a:lnTo>
                  <a:pt x="538333" y="378922"/>
                </a:lnTo>
                <a:lnTo>
                  <a:pt x="541677" y="374089"/>
                </a:lnTo>
                <a:lnTo>
                  <a:pt x="545021" y="377708"/>
                </a:lnTo>
                <a:lnTo>
                  <a:pt x="551708" y="396123"/>
                </a:lnTo>
                <a:lnTo>
                  <a:pt x="555052" y="391773"/>
                </a:lnTo>
                <a:lnTo>
                  <a:pt x="558396" y="386044"/>
                </a:lnTo>
                <a:lnTo>
                  <a:pt x="561739" y="366935"/>
                </a:lnTo>
                <a:lnTo>
                  <a:pt x="565083" y="373231"/>
                </a:lnTo>
                <a:lnTo>
                  <a:pt x="575114" y="387839"/>
                </a:lnTo>
                <a:lnTo>
                  <a:pt x="578458" y="369695"/>
                </a:lnTo>
                <a:lnTo>
                  <a:pt x="581801" y="374467"/>
                </a:lnTo>
                <a:lnTo>
                  <a:pt x="595176" y="378363"/>
                </a:lnTo>
                <a:lnTo>
                  <a:pt x="601863" y="357852"/>
                </a:lnTo>
                <a:lnTo>
                  <a:pt x="605207" y="365768"/>
                </a:lnTo>
                <a:lnTo>
                  <a:pt x="608551" y="363862"/>
                </a:lnTo>
                <a:lnTo>
                  <a:pt x="611894" y="357285"/>
                </a:lnTo>
                <a:lnTo>
                  <a:pt x="615238" y="361642"/>
                </a:lnTo>
                <a:lnTo>
                  <a:pt x="621926" y="379666"/>
                </a:lnTo>
                <a:lnTo>
                  <a:pt x="625269" y="377392"/>
                </a:lnTo>
                <a:lnTo>
                  <a:pt x="631957" y="376708"/>
                </a:lnTo>
                <a:lnTo>
                  <a:pt x="638644" y="362568"/>
                </a:lnTo>
                <a:lnTo>
                  <a:pt x="645331" y="368428"/>
                </a:lnTo>
                <a:lnTo>
                  <a:pt x="648675" y="364465"/>
                </a:lnTo>
                <a:lnTo>
                  <a:pt x="655362" y="372291"/>
                </a:lnTo>
                <a:lnTo>
                  <a:pt x="665394" y="369567"/>
                </a:lnTo>
                <a:lnTo>
                  <a:pt x="668737" y="379383"/>
                </a:lnTo>
                <a:lnTo>
                  <a:pt x="672081" y="373939"/>
                </a:lnTo>
                <a:lnTo>
                  <a:pt x="682112" y="368537"/>
                </a:lnTo>
                <a:lnTo>
                  <a:pt x="692143" y="369263"/>
                </a:lnTo>
                <a:lnTo>
                  <a:pt x="715549" y="379593"/>
                </a:lnTo>
                <a:lnTo>
                  <a:pt x="722236" y="377541"/>
                </a:lnTo>
                <a:lnTo>
                  <a:pt x="725580" y="382032"/>
                </a:lnTo>
                <a:lnTo>
                  <a:pt x="728924" y="377496"/>
                </a:lnTo>
                <a:lnTo>
                  <a:pt x="738955" y="366706"/>
                </a:lnTo>
                <a:lnTo>
                  <a:pt x="748986" y="372755"/>
                </a:lnTo>
                <a:lnTo>
                  <a:pt x="759017" y="351788"/>
                </a:lnTo>
                <a:lnTo>
                  <a:pt x="765704" y="379684"/>
                </a:lnTo>
                <a:lnTo>
                  <a:pt x="772392" y="375779"/>
                </a:lnTo>
                <a:lnTo>
                  <a:pt x="789110" y="375466"/>
                </a:lnTo>
                <a:lnTo>
                  <a:pt x="799141" y="381689"/>
                </a:lnTo>
                <a:lnTo>
                  <a:pt x="809172" y="355278"/>
                </a:lnTo>
                <a:lnTo>
                  <a:pt x="812516" y="347061"/>
                </a:lnTo>
                <a:lnTo>
                  <a:pt x="815859" y="368081"/>
                </a:lnTo>
                <a:lnTo>
                  <a:pt x="819203" y="364285"/>
                </a:lnTo>
                <a:lnTo>
                  <a:pt x="822547" y="367921"/>
                </a:lnTo>
                <a:lnTo>
                  <a:pt x="832578" y="354836"/>
                </a:lnTo>
                <a:lnTo>
                  <a:pt x="842609" y="361555"/>
                </a:lnTo>
                <a:lnTo>
                  <a:pt x="845953" y="355417"/>
                </a:lnTo>
                <a:lnTo>
                  <a:pt x="849296" y="358539"/>
                </a:lnTo>
                <a:lnTo>
                  <a:pt x="872702" y="360186"/>
                </a:lnTo>
                <a:lnTo>
                  <a:pt x="876046" y="368693"/>
                </a:lnTo>
                <a:lnTo>
                  <a:pt x="882733" y="359140"/>
                </a:lnTo>
                <a:lnTo>
                  <a:pt x="896108" y="357843"/>
                </a:lnTo>
                <a:lnTo>
                  <a:pt x="906139" y="368798"/>
                </a:lnTo>
                <a:lnTo>
                  <a:pt x="922858" y="369102"/>
                </a:lnTo>
                <a:lnTo>
                  <a:pt x="936232" y="368150"/>
                </a:lnTo>
                <a:lnTo>
                  <a:pt x="942920" y="360872"/>
                </a:lnTo>
                <a:lnTo>
                  <a:pt x="949607" y="380024"/>
                </a:lnTo>
                <a:lnTo>
                  <a:pt x="952951" y="376614"/>
                </a:lnTo>
                <a:lnTo>
                  <a:pt x="956294" y="367865"/>
                </a:lnTo>
                <a:lnTo>
                  <a:pt x="959638" y="371627"/>
                </a:lnTo>
                <a:lnTo>
                  <a:pt x="966326" y="366642"/>
                </a:lnTo>
                <a:lnTo>
                  <a:pt x="969669" y="356413"/>
                </a:lnTo>
                <a:lnTo>
                  <a:pt x="973013" y="362588"/>
                </a:lnTo>
                <a:lnTo>
                  <a:pt x="979700" y="368322"/>
                </a:lnTo>
                <a:lnTo>
                  <a:pt x="983044" y="382064"/>
                </a:lnTo>
                <a:lnTo>
                  <a:pt x="986388" y="378786"/>
                </a:lnTo>
                <a:lnTo>
                  <a:pt x="993075" y="370523"/>
                </a:lnTo>
                <a:lnTo>
                  <a:pt x="996419" y="356253"/>
                </a:lnTo>
                <a:lnTo>
                  <a:pt x="1003106" y="373222"/>
                </a:lnTo>
                <a:lnTo>
                  <a:pt x="1009794" y="354739"/>
                </a:lnTo>
                <a:lnTo>
                  <a:pt x="1029856" y="364874"/>
                </a:lnTo>
                <a:lnTo>
                  <a:pt x="1033199" y="360503"/>
                </a:lnTo>
                <a:lnTo>
                  <a:pt x="1036543" y="365351"/>
                </a:lnTo>
                <a:lnTo>
                  <a:pt x="1039887" y="357717"/>
                </a:lnTo>
                <a:lnTo>
                  <a:pt x="1046574" y="372732"/>
                </a:lnTo>
                <a:lnTo>
                  <a:pt x="1049918" y="365804"/>
                </a:lnTo>
                <a:lnTo>
                  <a:pt x="1053261" y="375078"/>
                </a:lnTo>
                <a:lnTo>
                  <a:pt x="1056605" y="370555"/>
                </a:lnTo>
                <a:lnTo>
                  <a:pt x="1063293" y="358365"/>
                </a:lnTo>
                <a:lnTo>
                  <a:pt x="1066636" y="357679"/>
                </a:lnTo>
                <a:lnTo>
                  <a:pt x="1069980" y="365268"/>
                </a:lnTo>
                <a:lnTo>
                  <a:pt x="1076667" y="354992"/>
                </a:lnTo>
                <a:lnTo>
                  <a:pt x="1086698" y="375368"/>
                </a:lnTo>
                <a:lnTo>
                  <a:pt x="1090042" y="370197"/>
                </a:lnTo>
                <a:lnTo>
                  <a:pt x="1096729" y="354287"/>
                </a:lnTo>
                <a:lnTo>
                  <a:pt x="1103417" y="369101"/>
                </a:lnTo>
                <a:lnTo>
                  <a:pt x="1110104" y="361777"/>
                </a:lnTo>
                <a:lnTo>
                  <a:pt x="1120135" y="367991"/>
                </a:lnTo>
                <a:lnTo>
                  <a:pt x="1123479" y="354150"/>
                </a:lnTo>
                <a:lnTo>
                  <a:pt x="1126823" y="369064"/>
                </a:lnTo>
                <a:lnTo>
                  <a:pt x="1130166" y="367981"/>
                </a:lnTo>
                <a:lnTo>
                  <a:pt x="1136854" y="355920"/>
                </a:lnTo>
                <a:lnTo>
                  <a:pt x="1143541" y="370602"/>
                </a:lnTo>
                <a:lnTo>
                  <a:pt x="1153572" y="370971"/>
                </a:lnTo>
                <a:lnTo>
                  <a:pt x="1156916" y="366409"/>
                </a:lnTo>
                <a:lnTo>
                  <a:pt x="1160260" y="374771"/>
                </a:lnTo>
                <a:lnTo>
                  <a:pt x="1163603" y="372116"/>
                </a:lnTo>
                <a:lnTo>
                  <a:pt x="1170291" y="372411"/>
                </a:lnTo>
                <a:lnTo>
                  <a:pt x="1176978" y="358504"/>
                </a:lnTo>
                <a:lnTo>
                  <a:pt x="1187009" y="372677"/>
                </a:lnTo>
                <a:lnTo>
                  <a:pt x="1193697" y="363483"/>
                </a:lnTo>
                <a:lnTo>
                  <a:pt x="1197040" y="373890"/>
                </a:lnTo>
                <a:lnTo>
                  <a:pt x="1200384" y="371855"/>
                </a:lnTo>
                <a:lnTo>
                  <a:pt x="1213759" y="373289"/>
                </a:lnTo>
                <a:lnTo>
                  <a:pt x="1220446" y="376173"/>
                </a:lnTo>
                <a:lnTo>
                  <a:pt x="1230477" y="361127"/>
                </a:lnTo>
                <a:lnTo>
                  <a:pt x="1233821" y="364491"/>
                </a:lnTo>
                <a:lnTo>
                  <a:pt x="1237164" y="359876"/>
                </a:lnTo>
                <a:lnTo>
                  <a:pt x="1240508" y="362410"/>
                </a:lnTo>
                <a:lnTo>
                  <a:pt x="1260570" y="365002"/>
                </a:lnTo>
                <a:lnTo>
                  <a:pt x="1270601" y="344501"/>
                </a:lnTo>
                <a:lnTo>
                  <a:pt x="1280632" y="359436"/>
                </a:lnTo>
                <a:lnTo>
                  <a:pt x="1287320" y="343458"/>
                </a:lnTo>
                <a:lnTo>
                  <a:pt x="1290663" y="356066"/>
                </a:lnTo>
                <a:lnTo>
                  <a:pt x="1294007" y="352077"/>
                </a:lnTo>
                <a:lnTo>
                  <a:pt x="1300694" y="343954"/>
                </a:lnTo>
                <a:lnTo>
                  <a:pt x="1304038" y="355143"/>
                </a:lnTo>
                <a:lnTo>
                  <a:pt x="1307382" y="352906"/>
                </a:lnTo>
                <a:lnTo>
                  <a:pt x="1310725" y="347248"/>
                </a:lnTo>
                <a:lnTo>
                  <a:pt x="1317413" y="359645"/>
                </a:lnTo>
                <a:lnTo>
                  <a:pt x="1320757" y="356429"/>
                </a:lnTo>
                <a:lnTo>
                  <a:pt x="1327444" y="336565"/>
                </a:lnTo>
                <a:lnTo>
                  <a:pt x="1340819" y="358925"/>
                </a:lnTo>
                <a:lnTo>
                  <a:pt x="1350850" y="346289"/>
                </a:lnTo>
                <a:lnTo>
                  <a:pt x="1357537" y="349339"/>
                </a:lnTo>
                <a:lnTo>
                  <a:pt x="1364225" y="345633"/>
                </a:lnTo>
                <a:lnTo>
                  <a:pt x="1374256" y="359245"/>
                </a:lnTo>
                <a:lnTo>
                  <a:pt x="1380943" y="346328"/>
                </a:lnTo>
                <a:lnTo>
                  <a:pt x="1411036" y="350170"/>
                </a:lnTo>
                <a:lnTo>
                  <a:pt x="1417724" y="343897"/>
                </a:lnTo>
                <a:lnTo>
                  <a:pt x="1427754" y="350374"/>
                </a:lnTo>
                <a:lnTo>
                  <a:pt x="1434442" y="344600"/>
                </a:lnTo>
                <a:lnTo>
                  <a:pt x="1444473" y="355826"/>
                </a:lnTo>
                <a:lnTo>
                  <a:pt x="1447817" y="351783"/>
                </a:lnTo>
                <a:lnTo>
                  <a:pt x="1451161" y="345228"/>
                </a:lnTo>
                <a:lnTo>
                  <a:pt x="1454504" y="349541"/>
                </a:lnTo>
                <a:lnTo>
                  <a:pt x="1461191" y="348030"/>
                </a:lnTo>
                <a:lnTo>
                  <a:pt x="1477910" y="362037"/>
                </a:lnTo>
                <a:lnTo>
                  <a:pt x="1481254" y="356038"/>
                </a:lnTo>
                <a:lnTo>
                  <a:pt x="1484597" y="359799"/>
                </a:lnTo>
                <a:lnTo>
                  <a:pt x="1491285" y="376737"/>
                </a:lnTo>
                <a:lnTo>
                  <a:pt x="1494628" y="391597"/>
                </a:lnTo>
                <a:lnTo>
                  <a:pt x="1497972" y="376176"/>
                </a:lnTo>
                <a:lnTo>
                  <a:pt x="1501316" y="378779"/>
                </a:lnTo>
                <a:lnTo>
                  <a:pt x="1518034" y="349722"/>
                </a:lnTo>
                <a:lnTo>
                  <a:pt x="1531409" y="372585"/>
                </a:lnTo>
                <a:lnTo>
                  <a:pt x="1538096" y="353234"/>
                </a:lnTo>
                <a:lnTo>
                  <a:pt x="1548127" y="369138"/>
                </a:lnTo>
                <a:lnTo>
                  <a:pt x="1551471" y="365684"/>
                </a:lnTo>
                <a:lnTo>
                  <a:pt x="1558158" y="370616"/>
                </a:lnTo>
                <a:lnTo>
                  <a:pt x="1571533" y="360752"/>
                </a:lnTo>
                <a:lnTo>
                  <a:pt x="1578221" y="363737"/>
                </a:lnTo>
                <a:lnTo>
                  <a:pt x="1584908" y="374007"/>
                </a:lnTo>
                <a:lnTo>
                  <a:pt x="1588252" y="371439"/>
                </a:lnTo>
                <a:lnTo>
                  <a:pt x="1591595" y="357527"/>
                </a:lnTo>
                <a:lnTo>
                  <a:pt x="1594939" y="360661"/>
                </a:lnTo>
                <a:lnTo>
                  <a:pt x="1604970" y="373869"/>
                </a:lnTo>
                <a:lnTo>
                  <a:pt x="1615001" y="374911"/>
                </a:lnTo>
                <a:lnTo>
                  <a:pt x="1628376" y="380991"/>
                </a:lnTo>
                <a:lnTo>
                  <a:pt x="1635063" y="357768"/>
                </a:lnTo>
                <a:lnTo>
                  <a:pt x="1638407" y="363009"/>
                </a:lnTo>
                <a:lnTo>
                  <a:pt x="1645094" y="382571"/>
                </a:lnTo>
                <a:lnTo>
                  <a:pt x="1655126" y="361286"/>
                </a:lnTo>
                <a:lnTo>
                  <a:pt x="1658469" y="383126"/>
                </a:lnTo>
                <a:lnTo>
                  <a:pt x="1661813" y="373240"/>
                </a:lnTo>
                <a:lnTo>
                  <a:pt x="1668500" y="373620"/>
                </a:lnTo>
                <a:lnTo>
                  <a:pt x="1675188" y="362570"/>
                </a:lnTo>
                <a:lnTo>
                  <a:pt x="1678531" y="373339"/>
                </a:lnTo>
                <a:lnTo>
                  <a:pt x="1681875" y="369578"/>
                </a:lnTo>
                <a:lnTo>
                  <a:pt x="1685219" y="366274"/>
                </a:lnTo>
                <a:lnTo>
                  <a:pt x="1691906" y="371824"/>
                </a:lnTo>
                <a:lnTo>
                  <a:pt x="1701937" y="367506"/>
                </a:lnTo>
                <a:lnTo>
                  <a:pt x="1705281" y="381766"/>
                </a:lnTo>
                <a:lnTo>
                  <a:pt x="1708624" y="377677"/>
                </a:lnTo>
                <a:lnTo>
                  <a:pt x="1711968" y="384400"/>
                </a:lnTo>
                <a:lnTo>
                  <a:pt x="1715312" y="382439"/>
                </a:lnTo>
                <a:lnTo>
                  <a:pt x="1718656" y="380754"/>
                </a:lnTo>
                <a:lnTo>
                  <a:pt x="1721999" y="371619"/>
                </a:lnTo>
                <a:lnTo>
                  <a:pt x="1725343" y="383327"/>
                </a:lnTo>
                <a:lnTo>
                  <a:pt x="1728687" y="372825"/>
                </a:lnTo>
                <a:lnTo>
                  <a:pt x="1738718" y="386128"/>
                </a:lnTo>
                <a:lnTo>
                  <a:pt x="1742061" y="389642"/>
                </a:lnTo>
                <a:lnTo>
                  <a:pt x="1745405" y="384669"/>
                </a:lnTo>
                <a:lnTo>
                  <a:pt x="1752093" y="391924"/>
                </a:lnTo>
                <a:lnTo>
                  <a:pt x="1785529" y="391133"/>
                </a:lnTo>
                <a:lnTo>
                  <a:pt x="1788873" y="395180"/>
                </a:lnTo>
                <a:lnTo>
                  <a:pt x="1792217" y="391134"/>
                </a:lnTo>
                <a:lnTo>
                  <a:pt x="1842372" y="381671"/>
                </a:lnTo>
                <a:lnTo>
                  <a:pt x="1849059" y="370523"/>
                </a:lnTo>
                <a:lnTo>
                  <a:pt x="1855747" y="377618"/>
                </a:lnTo>
                <a:lnTo>
                  <a:pt x="1859091" y="377444"/>
                </a:lnTo>
                <a:lnTo>
                  <a:pt x="1869121" y="385803"/>
                </a:lnTo>
                <a:lnTo>
                  <a:pt x="1872465" y="374882"/>
                </a:lnTo>
                <a:lnTo>
                  <a:pt x="1875809" y="376309"/>
                </a:lnTo>
                <a:lnTo>
                  <a:pt x="1882496" y="382643"/>
                </a:lnTo>
                <a:lnTo>
                  <a:pt x="1889184" y="383560"/>
                </a:lnTo>
                <a:lnTo>
                  <a:pt x="1895871" y="374932"/>
                </a:lnTo>
                <a:lnTo>
                  <a:pt x="1905902" y="382351"/>
                </a:lnTo>
                <a:lnTo>
                  <a:pt x="1922621" y="384497"/>
                </a:lnTo>
                <a:lnTo>
                  <a:pt x="1929308" y="377912"/>
                </a:lnTo>
                <a:lnTo>
                  <a:pt x="1959401" y="380275"/>
                </a:lnTo>
                <a:lnTo>
                  <a:pt x="1976120" y="376725"/>
                </a:lnTo>
                <a:lnTo>
                  <a:pt x="1989494" y="372809"/>
                </a:lnTo>
                <a:lnTo>
                  <a:pt x="1996182" y="377879"/>
                </a:lnTo>
                <a:lnTo>
                  <a:pt x="1999525" y="373535"/>
                </a:lnTo>
                <a:lnTo>
                  <a:pt x="2002869" y="378106"/>
                </a:lnTo>
                <a:lnTo>
                  <a:pt x="2009557" y="376020"/>
                </a:lnTo>
                <a:lnTo>
                  <a:pt x="2016244" y="369930"/>
                </a:lnTo>
                <a:lnTo>
                  <a:pt x="2019587" y="376167"/>
                </a:lnTo>
                <a:lnTo>
                  <a:pt x="2022931" y="371909"/>
                </a:lnTo>
                <a:lnTo>
                  <a:pt x="2036306" y="368307"/>
                </a:lnTo>
                <a:lnTo>
                  <a:pt x="2039650" y="359683"/>
                </a:lnTo>
                <a:lnTo>
                  <a:pt x="2042993" y="371699"/>
                </a:lnTo>
                <a:lnTo>
                  <a:pt x="2046337" y="363976"/>
                </a:lnTo>
                <a:lnTo>
                  <a:pt x="2059712" y="357787"/>
                </a:lnTo>
                <a:lnTo>
                  <a:pt x="2063056" y="364437"/>
                </a:lnTo>
                <a:lnTo>
                  <a:pt x="2066399" y="362001"/>
                </a:lnTo>
                <a:lnTo>
                  <a:pt x="2069743" y="354114"/>
                </a:lnTo>
                <a:lnTo>
                  <a:pt x="2073086" y="357734"/>
                </a:lnTo>
                <a:lnTo>
                  <a:pt x="2076430" y="353821"/>
                </a:lnTo>
                <a:lnTo>
                  <a:pt x="2079774" y="359097"/>
                </a:lnTo>
                <a:lnTo>
                  <a:pt x="2083118" y="354390"/>
                </a:lnTo>
                <a:lnTo>
                  <a:pt x="2096492" y="353556"/>
                </a:lnTo>
                <a:lnTo>
                  <a:pt x="2099836" y="350135"/>
                </a:lnTo>
                <a:lnTo>
                  <a:pt x="2103180" y="354127"/>
                </a:lnTo>
                <a:lnTo>
                  <a:pt x="2109867" y="349821"/>
                </a:lnTo>
                <a:lnTo>
                  <a:pt x="2119898" y="357699"/>
                </a:lnTo>
                <a:lnTo>
                  <a:pt x="2126586" y="355971"/>
                </a:lnTo>
                <a:lnTo>
                  <a:pt x="2136617" y="352030"/>
                </a:lnTo>
                <a:lnTo>
                  <a:pt x="2146648" y="348437"/>
                </a:lnTo>
                <a:lnTo>
                  <a:pt x="2170053" y="352494"/>
                </a:lnTo>
                <a:lnTo>
                  <a:pt x="2176741" y="352792"/>
                </a:lnTo>
                <a:lnTo>
                  <a:pt x="2233584" y="347047"/>
                </a:lnTo>
                <a:lnTo>
                  <a:pt x="2236927" y="345877"/>
                </a:lnTo>
                <a:lnTo>
                  <a:pt x="2240271" y="351942"/>
                </a:lnTo>
                <a:lnTo>
                  <a:pt x="2243615" y="349541"/>
                </a:lnTo>
                <a:lnTo>
                  <a:pt x="2250302" y="348879"/>
                </a:lnTo>
                <a:lnTo>
                  <a:pt x="2260333" y="353647"/>
                </a:lnTo>
                <a:lnTo>
                  <a:pt x="2267021" y="352963"/>
                </a:lnTo>
                <a:lnTo>
                  <a:pt x="2287083" y="347902"/>
                </a:lnTo>
                <a:lnTo>
                  <a:pt x="2293770" y="346979"/>
                </a:lnTo>
                <a:lnTo>
                  <a:pt x="2327207" y="351730"/>
                </a:lnTo>
                <a:lnTo>
                  <a:pt x="2333894" y="343593"/>
                </a:lnTo>
                <a:lnTo>
                  <a:pt x="2343925" y="345809"/>
                </a:lnTo>
                <a:lnTo>
                  <a:pt x="2350613" y="344191"/>
                </a:lnTo>
                <a:lnTo>
                  <a:pt x="2367331" y="345099"/>
                </a:lnTo>
                <a:lnTo>
                  <a:pt x="2377362" y="341606"/>
                </a:lnTo>
                <a:lnTo>
                  <a:pt x="2400768" y="344575"/>
                </a:lnTo>
                <a:lnTo>
                  <a:pt x="2407455" y="345562"/>
                </a:lnTo>
                <a:lnTo>
                  <a:pt x="2417487" y="341566"/>
                </a:lnTo>
                <a:lnTo>
                  <a:pt x="2427517" y="339455"/>
                </a:lnTo>
                <a:lnTo>
                  <a:pt x="2434205" y="340776"/>
                </a:lnTo>
                <a:lnTo>
                  <a:pt x="2440892" y="336189"/>
                </a:lnTo>
                <a:lnTo>
                  <a:pt x="2450923" y="338515"/>
                </a:lnTo>
                <a:lnTo>
                  <a:pt x="2460954" y="335605"/>
                </a:lnTo>
                <a:lnTo>
                  <a:pt x="2494391" y="330494"/>
                </a:lnTo>
                <a:lnTo>
                  <a:pt x="2504422" y="333776"/>
                </a:lnTo>
                <a:lnTo>
                  <a:pt x="2514454" y="330592"/>
                </a:lnTo>
                <a:lnTo>
                  <a:pt x="2517797" y="336057"/>
                </a:lnTo>
                <a:lnTo>
                  <a:pt x="2521141" y="333762"/>
                </a:lnTo>
                <a:lnTo>
                  <a:pt x="2524484" y="322049"/>
                </a:lnTo>
                <a:lnTo>
                  <a:pt x="2527828" y="325074"/>
                </a:lnTo>
                <a:lnTo>
                  <a:pt x="2534516" y="328895"/>
                </a:lnTo>
                <a:lnTo>
                  <a:pt x="2544547" y="321381"/>
                </a:lnTo>
                <a:lnTo>
                  <a:pt x="2561265" y="322133"/>
                </a:lnTo>
                <a:lnTo>
                  <a:pt x="2567953" y="314195"/>
                </a:lnTo>
                <a:lnTo>
                  <a:pt x="2571296" y="322365"/>
                </a:lnTo>
                <a:lnTo>
                  <a:pt x="2574640" y="317400"/>
                </a:lnTo>
                <a:lnTo>
                  <a:pt x="2584671" y="316746"/>
                </a:lnTo>
                <a:lnTo>
                  <a:pt x="2588015" y="322840"/>
                </a:lnTo>
                <a:lnTo>
                  <a:pt x="2594702" y="310514"/>
                </a:lnTo>
                <a:lnTo>
                  <a:pt x="2598046" y="313933"/>
                </a:lnTo>
                <a:lnTo>
                  <a:pt x="2601389" y="307218"/>
                </a:lnTo>
                <a:lnTo>
                  <a:pt x="2604733" y="312135"/>
                </a:lnTo>
                <a:lnTo>
                  <a:pt x="2618108" y="310755"/>
                </a:lnTo>
                <a:lnTo>
                  <a:pt x="2621452" y="311278"/>
                </a:lnTo>
                <a:lnTo>
                  <a:pt x="2631482" y="300141"/>
                </a:lnTo>
                <a:lnTo>
                  <a:pt x="2638170" y="304124"/>
                </a:lnTo>
                <a:lnTo>
                  <a:pt x="2644857" y="285041"/>
                </a:lnTo>
                <a:lnTo>
                  <a:pt x="2648201" y="294664"/>
                </a:lnTo>
                <a:lnTo>
                  <a:pt x="2651545" y="292972"/>
                </a:lnTo>
                <a:lnTo>
                  <a:pt x="2658232" y="307206"/>
                </a:lnTo>
                <a:lnTo>
                  <a:pt x="2664919" y="289839"/>
                </a:lnTo>
                <a:lnTo>
                  <a:pt x="2668263" y="296196"/>
                </a:lnTo>
                <a:lnTo>
                  <a:pt x="2671607" y="292312"/>
                </a:lnTo>
                <a:lnTo>
                  <a:pt x="2678294" y="287369"/>
                </a:lnTo>
                <a:lnTo>
                  <a:pt x="2688325" y="286708"/>
                </a:lnTo>
                <a:lnTo>
                  <a:pt x="2698356" y="286778"/>
                </a:lnTo>
                <a:lnTo>
                  <a:pt x="2701700" y="286280"/>
                </a:lnTo>
                <a:lnTo>
                  <a:pt x="2711731" y="269753"/>
                </a:lnTo>
                <a:lnTo>
                  <a:pt x="2715075" y="271162"/>
                </a:lnTo>
                <a:lnTo>
                  <a:pt x="2721762" y="265155"/>
                </a:lnTo>
                <a:lnTo>
                  <a:pt x="2731793" y="267995"/>
                </a:lnTo>
                <a:lnTo>
                  <a:pt x="2745168" y="253854"/>
                </a:lnTo>
                <a:lnTo>
                  <a:pt x="2768574" y="257357"/>
                </a:lnTo>
                <a:lnTo>
                  <a:pt x="2781948" y="249049"/>
                </a:lnTo>
                <a:lnTo>
                  <a:pt x="2808698" y="246797"/>
                </a:lnTo>
                <a:lnTo>
                  <a:pt x="2825417" y="235623"/>
                </a:lnTo>
                <a:lnTo>
                  <a:pt x="2835448" y="238583"/>
                </a:lnTo>
                <a:lnTo>
                  <a:pt x="2845479" y="230420"/>
                </a:lnTo>
                <a:lnTo>
                  <a:pt x="2848822" y="227149"/>
                </a:lnTo>
                <a:lnTo>
                  <a:pt x="2862197" y="241778"/>
                </a:lnTo>
                <a:lnTo>
                  <a:pt x="2865541" y="243092"/>
                </a:lnTo>
                <a:lnTo>
                  <a:pt x="2868885" y="238191"/>
                </a:lnTo>
                <a:lnTo>
                  <a:pt x="2872228" y="223579"/>
                </a:lnTo>
                <a:lnTo>
                  <a:pt x="2875572" y="225281"/>
                </a:lnTo>
                <a:lnTo>
                  <a:pt x="2878915" y="229126"/>
                </a:lnTo>
                <a:lnTo>
                  <a:pt x="2882259" y="216780"/>
                </a:lnTo>
                <a:lnTo>
                  <a:pt x="2888947" y="235720"/>
                </a:lnTo>
                <a:lnTo>
                  <a:pt x="2895634" y="235141"/>
                </a:lnTo>
                <a:lnTo>
                  <a:pt x="2909009" y="225045"/>
                </a:lnTo>
                <a:lnTo>
                  <a:pt x="2952477" y="211174"/>
                </a:lnTo>
                <a:lnTo>
                  <a:pt x="2959164" y="217496"/>
                </a:lnTo>
                <a:lnTo>
                  <a:pt x="2962508" y="217388"/>
                </a:lnTo>
                <a:lnTo>
                  <a:pt x="2969195" y="207503"/>
                </a:lnTo>
                <a:lnTo>
                  <a:pt x="2972539" y="213885"/>
                </a:lnTo>
                <a:lnTo>
                  <a:pt x="2982570" y="205972"/>
                </a:lnTo>
                <a:lnTo>
                  <a:pt x="2985913" y="199880"/>
                </a:lnTo>
                <a:lnTo>
                  <a:pt x="2995945" y="211561"/>
                </a:lnTo>
                <a:lnTo>
                  <a:pt x="3009319" y="198809"/>
                </a:lnTo>
                <a:lnTo>
                  <a:pt x="3012663" y="200820"/>
                </a:lnTo>
                <a:lnTo>
                  <a:pt x="3016007" y="228789"/>
                </a:lnTo>
                <a:lnTo>
                  <a:pt x="3026038" y="197757"/>
                </a:lnTo>
                <a:lnTo>
                  <a:pt x="3049444" y="194134"/>
                </a:lnTo>
                <a:lnTo>
                  <a:pt x="3056131" y="194946"/>
                </a:lnTo>
                <a:lnTo>
                  <a:pt x="3069506" y="186137"/>
                </a:lnTo>
                <a:lnTo>
                  <a:pt x="3082880" y="190937"/>
                </a:lnTo>
                <a:lnTo>
                  <a:pt x="3092912" y="177093"/>
                </a:lnTo>
                <a:lnTo>
                  <a:pt x="3099599" y="179363"/>
                </a:lnTo>
                <a:lnTo>
                  <a:pt x="3106287" y="169476"/>
                </a:lnTo>
                <a:lnTo>
                  <a:pt x="3109630" y="174199"/>
                </a:lnTo>
                <a:lnTo>
                  <a:pt x="3116317" y="177650"/>
                </a:lnTo>
                <a:lnTo>
                  <a:pt x="3119661" y="162661"/>
                </a:lnTo>
                <a:lnTo>
                  <a:pt x="3123005" y="163817"/>
                </a:lnTo>
                <a:lnTo>
                  <a:pt x="3133036" y="160992"/>
                </a:lnTo>
                <a:lnTo>
                  <a:pt x="3143067" y="145994"/>
                </a:lnTo>
                <a:lnTo>
                  <a:pt x="3179848" y="132477"/>
                </a:lnTo>
                <a:lnTo>
                  <a:pt x="3183191" y="142240"/>
                </a:lnTo>
                <a:lnTo>
                  <a:pt x="3186535" y="128849"/>
                </a:lnTo>
                <a:lnTo>
                  <a:pt x="3189878" y="130032"/>
                </a:lnTo>
                <a:lnTo>
                  <a:pt x="3209941" y="114927"/>
                </a:lnTo>
                <a:lnTo>
                  <a:pt x="3243378" y="70901"/>
                </a:lnTo>
                <a:lnTo>
                  <a:pt x="3270127" y="35397"/>
                </a:lnTo>
                <a:lnTo>
                  <a:pt x="3290189" y="13756"/>
                </a:lnTo>
                <a:lnTo>
                  <a:pt x="3293533" y="0"/>
                </a:lnTo>
                <a:lnTo>
                  <a:pt x="3296877" y="7192"/>
                </a:lnTo>
                <a:lnTo>
                  <a:pt x="3306908" y="3008"/>
                </a:lnTo>
                <a:lnTo>
                  <a:pt x="3323626" y="8341"/>
                </a:lnTo>
                <a:lnTo>
                  <a:pt x="3326970" y="5132"/>
                </a:lnTo>
                <a:lnTo>
                  <a:pt x="3340344" y="44257"/>
                </a:lnTo>
                <a:lnTo>
                  <a:pt x="3343688" y="24631"/>
                </a:lnTo>
                <a:lnTo>
                  <a:pt x="3347032" y="36328"/>
                </a:lnTo>
                <a:lnTo>
                  <a:pt x="3350376" y="47896"/>
                </a:lnTo>
                <a:lnTo>
                  <a:pt x="3353719" y="41177"/>
                </a:lnTo>
                <a:lnTo>
                  <a:pt x="3360407" y="57347"/>
                </a:lnTo>
                <a:lnTo>
                  <a:pt x="3370438" y="72434"/>
                </a:lnTo>
                <a:lnTo>
                  <a:pt x="3377125" y="78797"/>
                </a:lnTo>
                <a:lnTo>
                  <a:pt x="3383813" y="107695"/>
                </a:lnTo>
                <a:lnTo>
                  <a:pt x="3387156" y="104963"/>
                </a:lnTo>
                <a:lnTo>
                  <a:pt x="3393844" y="121024"/>
                </a:lnTo>
                <a:lnTo>
                  <a:pt x="3397187" y="117954"/>
                </a:lnTo>
                <a:lnTo>
                  <a:pt x="3400531" y="99952"/>
                </a:lnTo>
                <a:lnTo>
                  <a:pt x="3410562" y="127316"/>
                </a:lnTo>
                <a:lnTo>
                  <a:pt x="3413906" y="115546"/>
                </a:lnTo>
                <a:lnTo>
                  <a:pt x="3417249" y="126688"/>
                </a:lnTo>
                <a:lnTo>
                  <a:pt x="3420593" y="118065"/>
                </a:lnTo>
                <a:lnTo>
                  <a:pt x="3430624" y="131469"/>
                </a:lnTo>
                <a:lnTo>
                  <a:pt x="3433968" y="125806"/>
                </a:lnTo>
                <a:lnTo>
                  <a:pt x="3447343" y="145706"/>
                </a:lnTo>
                <a:lnTo>
                  <a:pt x="3454030" y="138376"/>
                </a:lnTo>
                <a:lnTo>
                  <a:pt x="3457374" y="159356"/>
                </a:lnTo>
                <a:lnTo>
                  <a:pt x="3460717" y="155832"/>
                </a:lnTo>
                <a:lnTo>
                  <a:pt x="3464061" y="151200"/>
                </a:lnTo>
                <a:lnTo>
                  <a:pt x="3467405" y="153927"/>
                </a:lnTo>
                <a:lnTo>
                  <a:pt x="3477436" y="152647"/>
                </a:lnTo>
                <a:lnTo>
                  <a:pt x="3480780" y="160691"/>
                </a:lnTo>
                <a:lnTo>
                  <a:pt x="3484123" y="136452"/>
                </a:lnTo>
                <a:lnTo>
                  <a:pt x="3487467" y="144951"/>
                </a:lnTo>
                <a:lnTo>
                  <a:pt x="3490810" y="152913"/>
                </a:lnTo>
                <a:lnTo>
                  <a:pt x="3494154" y="148942"/>
                </a:lnTo>
                <a:lnTo>
                  <a:pt x="3497498" y="143021"/>
                </a:lnTo>
                <a:lnTo>
                  <a:pt x="3500842" y="151222"/>
                </a:lnTo>
                <a:lnTo>
                  <a:pt x="3504185" y="149678"/>
                </a:lnTo>
                <a:lnTo>
                  <a:pt x="3514217" y="146687"/>
                </a:lnTo>
                <a:lnTo>
                  <a:pt x="3520904" y="149030"/>
                </a:lnTo>
                <a:lnTo>
                  <a:pt x="3530935" y="143085"/>
                </a:lnTo>
                <a:lnTo>
                  <a:pt x="3534279" y="136948"/>
                </a:lnTo>
                <a:lnTo>
                  <a:pt x="3537622" y="151872"/>
                </a:lnTo>
                <a:lnTo>
                  <a:pt x="3540966" y="140078"/>
                </a:lnTo>
                <a:lnTo>
                  <a:pt x="3544309" y="142420"/>
                </a:lnTo>
                <a:lnTo>
                  <a:pt x="3547653" y="149733"/>
                </a:lnTo>
                <a:lnTo>
                  <a:pt x="3550997" y="144550"/>
                </a:lnTo>
                <a:lnTo>
                  <a:pt x="3561028" y="139665"/>
                </a:lnTo>
                <a:lnTo>
                  <a:pt x="3564372" y="148755"/>
                </a:lnTo>
                <a:lnTo>
                  <a:pt x="3567715" y="144742"/>
                </a:lnTo>
                <a:lnTo>
                  <a:pt x="3571059" y="149760"/>
                </a:lnTo>
                <a:lnTo>
                  <a:pt x="3577746" y="139805"/>
                </a:lnTo>
                <a:lnTo>
                  <a:pt x="3581090" y="153580"/>
                </a:lnTo>
                <a:lnTo>
                  <a:pt x="3584434" y="148095"/>
                </a:lnTo>
                <a:lnTo>
                  <a:pt x="3591121" y="147126"/>
                </a:lnTo>
                <a:lnTo>
                  <a:pt x="3597809" y="139644"/>
                </a:lnTo>
                <a:lnTo>
                  <a:pt x="3601152" y="148465"/>
                </a:lnTo>
                <a:lnTo>
                  <a:pt x="3604496" y="144239"/>
                </a:lnTo>
                <a:lnTo>
                  <a:pt x="3607840" y="138942"/>
                </a:lnTo>
                <a:lnTo>
                  <a:pt x="3611183" y="145427"/>
                </a:lnTo>
                <a:lnTo>
                  <a:pt x="3614527" y="141464"/>
                </a:lnTo>
                <a:lnTo>
                  <a:pt x="3624558" y="141145"/>
                </a:lnTo>
                <a:lnTo>
                  <a:pt x="3637933" y="141201"/>
                </a:lnTo>
                <a:lnTo>
                  <a:pt x="3647964" y="145248"/>
                </a:lnTo>
                <a:lnTo>
                  <a:pt x="3668026" y="144892"/>
                </a:lnTo>
                <a:lnTo>
                  <a:pt x="3674713" y="142389"/>
                </a:lnTo>
                <a:lnTo>
                  <a:pt x="3681401" y="137449"/>
                </a:lnTo>
                <a:lnTo>
                  <a:pt x="3688088" y="147231"/>
                </a:lnTo>
                <a:lnTo>
                  <a:pt x="3694775" y="145240"/>
                </a:lnTo>
                <a:lnTo>
                  <a:pt x="3704807" y="155229"/>
                </a:lnTo>
                <a:lnTo>
                  <a:pt x="3711494" y="149752"/>
                </a:lnTo>
                <a:lnTo>
                  <a:pt x="3714838" y="156046"/>
                </a:lnTo>
                <a:lnTo>
                  <a:pt x="3718182" y="150841"/>
                </a:lnTo>
                <a:lnTo>
                  <a:pt x="3724869" y="143767"/>
                </a:lnTo>
                <a:lnTo>
                  <a:pt x="3731556" y="156731"/>
                </a:lnTo>
                <a:lnTo>
                  <a:pt x="3741587" y="164675"/>
                </a:lnTo>
                <a:lnTo>
                  <a:pt x="3781711" y="196176"/>
                </a:lnTo>
                <a:lnTo>
                  <a:pt x="3791743" y="211030"/>
                </a:lnTo>
                <a:lnTo>
                  <a:pt x="3798430" y="192007"/>
                </a:lnTo>
                <a:lnTo>
                  <a:pt x="3801774" y="199244"/>
                </a:lnTo>
                <a:lnTo>
                  <a:pt x="3811805" y="211159"/>
                </a:lnTo>
                <a:lnTo>
                  <a:pt x="3815148" y="218939"/>
                </a:lnTo>
                <a:lnTo>
                  <a:pt x="3818492" y="210700"/>
                </a:lnTo>
                <a:lnTo>
                  <a:pt x="3821836" y="229434"/>
                </a:lnTo>
                <a:lnTo>
                  <a:pt x="3825179" y="227989"/>
                </a:lnTo>
                <a:lnTo>
                  <a:pt x="3831867" y="227533"/>
                </a:lnTo>
                <a:lnTo>
                  <a:pt x="3835211" y="217510"/>
                </a:lnTo>
                <a:lnTo>
                  <a:pt x="3855273" y="251452"/>
                </a:lnTo>
                <a:lnTo>
                  <a:pt x="3861960" y="244824"/>
                </a:lnTo>
                <a:lnTo>
                  <a:pt x="3871991" y="263532"/>
                </a:lnTo>
                <a:lnTo>
                  <a:pt x="3895397" y="283933"/>
                </a:lnTo>
                <a:lnTo>
                  <a:pt x="3902084" y="281196"/>
                </a:lnTo>
                <a:lnTo>
                  <a:pt x="3912115" y="298722"/>
                </a:lnTo>
                <a:lnTo>
                  <a:pt x="3918803" y="307245"/>
                </a:lnTo>
                <a:lnTo>
                  <a:pt x="3925490" y="307212"/>
                </a:lnTo>
                <a:lnTo>
                  <a:pt x="3935521" y="317752"/>
                </a:lnTo>
                <a:lnTo>
                  <a:pt x="3948896" y="326682"/>
                </a:lnTo>
                <a:lnTo>
                  <a:pt x="3968958" y="357692"/>
                </a:lnTo>
                <a:lnTo>
                  <a:pt x="4005739" y="378261"/>
                </a:lnTo>
                <a:lnTo>
                  <a:pt x="4015770" y="380801"/>
                </a:lnTo>
                <a:lnTo>
                  <a:pt x="4025801" y="390394"/>
                </a:lnTo>
                <a:lnTo>
                  <a:pt x="4032488" y="389642"/>
                </a:lnTo>
                <a:lnTo>
                  <a:pt x="4045863" y="394916"/>
                </a:lnTo>
                <a:lnTo>
                  <a:pt x="4065925" y="400345"/>
                </a:lnTo>
                <a:lnTo>
                  <a:pt x="4072613" y="401899"/>
                </a:lnTo>
                <a:lnTo>
                  <a:pt x="4085987" y="413085"/>
                </a:lnTo>
                <a:lnTo>
                  <a:pt x="4102705" y="408232"/>
                </a:lnTo>
                <a:lnTo>
                  <a:pt x="4109393" y="414708"/>
                </a:lnTo>
                <a:lnTo>
                  <a:pt x="4119424" y="412197"/>
                </a:lnTo>
                <a:lnTo>
                  <a:pt x="4156204" y="423628"/>
                </a:lnTo>
                <a:lnTo>
                  <a:pt x="4246484" y="429190"/>
                </a:lnTo>
                <a:lnTo>
                  <a:pt x="4256515" y="435624"/>
                </a:lnTo>
                <a:lnTo>
                  <a:pt x="4289952" y="447997"/>
                </a:lnTo>
                <a:lnTo>
                  <a:pt x="4400294" y="481275"/>
                </a:lnTo>
                <a:lnTo>
                  <a:pt x="4437075" y="471938"/>
                </a:lnTo>
                <a:lnTo>
                  <a:pt x="4477199" y="453293"/>
                </a:lnTo>
                <a:lnTo>
                  <a:pt x="4513979" y="446133"/>
                </a:lnTo>
                <a:lnTo>
                  <a:pt x="4527354" y="444464"/>
                </a:lnTo>
                <a:lnTo>
                  <a:pt x="4537385" y="445515"/>
                </a:lnTo>
                <a:lnTo>
                  <a:pt x="4587541" y="438196"/>
                </a:lnTo>
                <a:lnTo>
                  <a:pt x="4600915" y="431810"/>
                </a:lnTo>
                <a:lnTo>
                  <a:pt x="4610947" y="429900"/>
                </a:lnTo>
                <a:lnTo>
                  <a:pt x="4687852" y="387868"/>
                </a:lnTo>
                <a:lnTo>
                  <a:pt x="4697882" y="383129"/>
                </a:lnTo>
                <a:lnTo>
                  <a:pt x="4727976" y="369037"/>
                </a:lnTo>
                <a:lnTo>
                  <a:pt x="4738006" y="358846"/>
                </a:lnTo>
                <a:lnTo>
                  <a:pt x="4748037" y="360705"/>
                </a:lnTo>
                <a:lnTo>
                  <a:pt x="4764756" y="353773"/>
                </a:lnTo>
                <a:lnTo>
                  <a:pt x="4821598" y="348100"/>
                </a:lnTo>
                <a:lnTo>
                  <a:pt x="4824942" y="351559"/>
                </a:lnTo>
                <a:lnTo>
                  <a:pt x="4828286" y="346885"/>
                </a:lnTo>
                <a:lnTo>
                  <a:pt x="4834974" y="351384"/>
                </a:lnTo>
                <a:lnTo>
                  <a:pt x="4841661" y="348363"/>
                </a:lnTo>
                <a:lnTo>
                  <a:pt x="4848348" y="348526"/>
                </a:lnTo>
                <a:lnTo>
                  <a:pt x="4891816" y="355689"/>
                </a:lnTo>
                <a:lnTo>
                  <a:pt x="4895160" y="358510"/>
                </a:lnTo>
                <a:lnTo>
                  <a:pt x="4901847" y="346019"/>
                </a:lnTo>
                <a:lnTo>
                  <a:pt x="4908535" y="359945"/>
                </a:lnTo>
                <a:lnTo>
                  <a:pt x="4911879" y="357679"/>
                </a:lnTo>
                <a:lnTo>
                  <a:pt x="4935284" y="367583"/>
                </a:lnTo>
                <a:lnTo>
                  <a:pt x="5002158" y="400398"/>
                </a:lnTo>
                <a:lnTo>
                  <a:pt x="5008845" y="396699"/>
                </a:lnTo>
                <a:lnTo>
                  <a:pt x="5018876" y="399202"/>
                </a:lnTo>
                <a:lnTo>
                  <a:pt x="5025564" y="397839"/>
                </a:lnTo>
                <a:lnTo>
                  <a:pt x="5038938" y="399946"/>
                </a:lnTo>
                <a:lnTo>
                  <a:pt x="5055657" y="398425"/>
                </a:lnTo>
                <a:lnTo>
                  <a:pt x="5072375" y="398254"/>
                </a:lnTo>
                <a:lnTo>
                  <a:pt x="5079063" y="398579"/>
                </a:lnTo>
                <a:lnTo>
                  <a:pt x="5085750" y="397305"/>
                </a:lnTo>
                <a:lnTo>
                  <a:pt x="5095782" y="404345"/>
                </a:lnTo>
                <a:lnTo>
                  <a:pt x="5099125" y="401458"/>
                </a:lnTo>
                <a:lnTo>
                  <a:pt x="5105812" y="390149"/>
                </a:lnTo>
                <a:lnTo>
                  <a:pt x="5119187" y="388469"/>
                </a:lnTo>
                <a:lnTo>
                  <a:pt x="5125874" y="387585"/>
                </a:lnTo>
                <a:lnTo>
                  <a:pt x="5145937" y="383932"/>
                </a:lnTo>
                <a:lnTo>
                  <a:pt x="5149280" y="392502"/>
                </a:lnTo>
                <a:lnTo>
                  <a:pt x="5152624" y="390901"/>
                </a:lnTo>
                <a:lnTo>
                  <a:pt x="5159311" y="383328"/>
                </a:lnTo>
                <a:lnTo>
                  <a:pt x="5165999" y="383554"/>
                </a:lnTo>
                <a:lnTo>
                  <a:pt x="5176030" y="397215"/>
                </a:lnTo>
                <a:lnTo>
                  <a:pt x="5179374" y="392341"/>
                </a:lnTo>
                <a:lnTo>
                  <a:pt x="5182717" y="397186"/>
                </a:lnTo>
                <a:lnTo>
                  <a:pt x="5189404" y="381953"/>
                </a:lnTo>
                <a:lnTo>
                  <a:pt x="5196092" y="384989"/>
                </a:lnTo>
                <a:lnTo>
                  <a:pt x="5206123" y="398256"/>
                </a:lnTo>
                <a:lnTo>
                  <a:pt x="5219498" y="380870"/>
                </a:lnTo>
                <a:lnTo>
                  <a:pt x="5222841" y="391162"/>
                </a:lnTo>
                <a:lnTo>
                  <a:pt x="5226185" y="383736"/>
                </a:lnTo>
                <a:lnTo>
                  <a:pt x="5229529" y="386095"/>
                </a:lnTo>
                <a:lnTo>
                  <a:pt x="5239560" y="394831"/>
                </a:lnTo>
                <a:lnTo>
                  <a:pt x="5252935" y="381357"/>
                </a:lnTo>
                <a:lnTo>
                  <a:pt x="5256278" y="388925"/>
                </a:lnTo>
                <a:lnTo>
                  <a:pt x="5259622" y="384362"/>
                </a:lnTo>
                <a:lnTo>
                  <a:pt x="5269653" y="378393"/>
                </a:lnTo>
                <a:lnTo>
                  <a:pt x="5283028" y="394651"/>
                </a:lnTo>
                <a:lnTo>
                  <a:pt x="5289715" y="385929"/>
                </a:lnTo>
                <a:lnTo>
                  <a:pt x="5293059" y="390974"/>
                </a:lnTo>
                <a:lnTo>
                  <a:pt x="5296402" y="386933"/>
                </a:lnTo>
                <a:lnTo>
                  <a:pt x="5299746" y="390335"/>
                </a:lnTo>
                <a:lnTo>
                  <a:pt x="5303090" y="386223"/>
                </a:lnTo>
                <a:lnTo>
                  <a:pt x="5306433" y="382381"/>
                </a:lnTo>
                <a:lnTo>
                  <a:pt x="5309777" y="389087"/>
                </a:lnTo>
                <a:lnTo>
                  <a:pt x="5316465" y="379284"/>
                </a:lnTo>
                <a:lnTo>
                  <a:pt x="5326496" y="386750"/>
                </a:lnTo>
                <a:lnTo>
                  <a:pt x="5329839" y="387400"/>
                </a:lnTo>
                <a:lnTo>
                  <a:pt x="5339870" y="373809"/>
                </a:lnTo>
                <a:lnTo>
                  <a:pt x="5346557" y="378294"/>
                </a:lnTo>
                <a:lnTo>
                  <a:pt x="5353245" y="369015"/>
                </a:lnTo>
                <a:lnTo>
                  <a:pt x="5356589" y="378968"/>
                </a:lnTo>
                <a:lnTo>
                  <a:pt x="5359933" y="376779"/>
                </a:lnTo>
                <a:lnTo>
                  <a:pt x="5373307" y="376338"/>
                </a:lnTo>
                <a:lnTo>
                  <a:pt x="5379994" y="371729"/>
                </a:lnTo>
                <a:lnTo>
                  <a:pt x="5383338" y="357729"/>
                </a:lnTo>
                <a:lnTo>
                  <a:pt x="5386682" y="374389"/>
                </a:lnTo>
                <a:lnTo>
                  <a:pt x="5390026" y="368904"/>
                </a:lnTo>
                <a:lnTo>
                  <a:pt x="5396713" y="368700"/>
                </a:lnTo>
                <a:lnTo>
                  <a:pt x="5406744" y="360635"/>
                </a:lnTo>
                <a:lnTo>
                  <a:pt x="5413431" y="361817"/>
                </a:lnTo>
                <a:lnTo>
                  <a:pt x="5430150" y="355269"/>
                </a:lnTo>
                <a:lnTo>
                  <a:pt x="5463587" y="348485"/>
                </a:lnTo>
                <a:lnTo>
                  <a:pt x="5466931" y="350310"/>
                </a:lnTo>
                <a:lnTo>
                  <a:pt x="5473618" y="340449"/>
                </a:lnTo>
                <a:lnTo>
                  <a:pt x="5483649" y="342783"/>
                </a:lnTo>
                <a:lnTo>
                  <a:pt x="5486993" y="335155"/>
                </a:lnTo>
                <a:lnTo>
                  <a:pt x="5490336" y="338728"/>
                </a:lnTo>
                <a:lnTo>
                  <a:pt x="5497024" y="334563"/>
                </a:lnTo>
                <a:lnTo>
                  <a:pt x="5503711" y="328523"/>
                </a:lnTo>
                <a:lnTo>
                  <a:pt x="5513742" y="335121"/>
                </a:lnTo>
                <a:lnTo>
                  <a:pt x="5523773" y="324821"/>
                </a:lnTo>
                <a:lnTo>
                  <a:pt x="5527117" y="329036"/>
                </a:lnTo>
                <a:lnTo>
                  <a:pt x="5533804" y="323425"/>
                </a:lnTo>
                <a:lnTo>
                  <a:pt x="5537148" y="314925"/>
                </a:lnTo>
                <a:lnTo>
                  <a:pt x="5540492" y="327819"/>
                </a:lnTo>
                <a:lnTo>
                  <a:pt x="5543836" y="325582"/>
                </a:lnTo>
                <a:lnTo>
                  <a:pt x="5577273" y="314043"/>
                </a:lnTo>
                <a:lnTo>
                  <a:pt x="5583960" y="314942"/>
                </a:lnTo>
                <a:lnTo>
                  <a:pt x="5600678" y="296562"/>
                </a:lnTo>
                <a:lnTo>
                  <a:pt x="5604022" y="310880"/>
                </a:lnTo>
                <a:lnTo>
                  <a:pt x="5607365" y="308229"/>
                </a:lnTo>
                <a:lnTo>
                  <a:pt x="5614053" y="303544"/>
                </a:lnTo>
                <a:lnTo>
                  <a:pt x="5620741" y="293234"/>
                </a:lnTo>
                <a:lnTo>
                  <a:pt x="5624084" y="298188"/>
                </a:lnTo>
                <a:lnTo>
                  <a:pt x="5627428" y="295542"/>
                </a:lnTo>
                <a:lnTo>
                  <a:pt x="5634115" y="291743"/>
                </a:lnTo>
                <a:lnTo>
                  <a:pt x="5640802" y="293090"/>
                </a:lnTo>
                <a:lnTo>
                  <a:pt x="5660865" y="287234"/>
                </a:lnTo>
                <a:lnTo>
                  <a:pt x="5667552" y="281232"/>
                </a:lnTo>
                <a:lnTo>
                  <a:pt x="5670896" y="289961"/>
                </a:lnTo>
                <a:lnTo>
                  <a:pt x="5677583" y="274655"/>
                </a:lnTo>
                <a:lnTo>
                  <a:pt x="5680926" y="276729"/>
                </a:lnTo>
                <a:lnTo>
                  <a:pt x="5684270" y="285080"/>
                </a:lnTo>
                <a:lnTo>
                  <a:pt x="5687614" y="281794"/>
                </a:lnTo>
                <a:lnTo>
                  <a:pt x="5724395" y="268498"/>
                </a:lnTo>
                <a:lnTo>
                  <a:pt x="5741113" y="255753"/>
                </a:lnTo>
                <a:lnTo>
                  <a:pt x="5751144" y="260913"/>
                </a:lnTo>
                <a:lnTo>
                  <a:pt x="5764519" y="254681"/>
                </a:lnTo>
                <a:lnTo>
                  <a:pt x="5777894" y="247010"/>
                </a:lnTo>
                <a:lnTo>
                  <a:pt x="5787925" y="241571"/>
                </a:lnTo>
                <a:lnTo>
                  <a:pt x="5794612" y="243111"/>
                </a:lnTo>
                <a:lnTo>
                  <a:pt x="5801300" y="237544"/>
                </a:lnTo>
                <a:lnTo>
                  <a:pt x="5807987" y="233415"/>
                </a:lnTo>
                <a:lnTo>
                  <a:pt x="5884892" y="213759"/>
                </a:lnTo>
                <a:lnTo>
                  <a:pt x="5901610" y="206160"/>
                </a:lnTo>
                <a:lnTo>
                  <a:pt x="5908297" y="203021"/>
                </a:lnTo>
                <a:lnTo>
                  <a:pt x="5914985" y="195082"/>
                </a:lnTo>
                <a:lnTo>
                  <a:pt x="5928360" y="195936"/>
                </a:lnTo>
                <a:lnTo>
                  <a:pt x="5935047" y="197087"/>
                </a:lnTo>
                <a:lnTo>
                  <a:pt x="5938390" y="200515"/>
                </a:lnTo>
                <a:lnTo>
                  <a:pt x="5948422" y="193741"/>
                </a:lnTo>
                <a:lnTo>
                  <a:pt x="5988546" y="188664"/>
                </a:lnTo>
                <a:lnTo>
                  <a:pt x="5998577" y="189892"/>
                </a:lnTo>
                <a:lnTo>
                  <a:pt x="6018639" y="186791"/>
                </a:lnTo>
                <a:lnTo>
                  <a:pt x="6021983" y="188920"/>
                </a:lnTo>
                <a:lnTo>
                  <a:pt x="6032014" y="173290"/>
                </a:lnTo>
                <a:lnTo>
                  <a:pt x="6035358" y="176652"/>
                </a:lnTo>
                <a:lnTo>
                  <a:pt x="6038701" y="168600"/>
                </a:lnTo>
                <a:lnTo>
                  <a:pt x="6042045" y="170710"/>
                </a:lnTo>
                <a:lnTo>
                  <a:pt x="6045389" y="174566"/>
                </a:lnTo>
                <a:lnTo>
                  <a:pt x="6048732" y="170318"/>
                </a:lnTo>
                <a:lnTo>
                  <a:pt x="6052076" y="170847"/>
                </a:lnTo>
                <a:lnTo>
                  <a:pt x="6055420" y="162831"/>
                </a:lnTo>
                <a:lnTo>
                  <a:pt x="6062108" y="168652"/>
                </a:lnTo>
                <a:lnTo>
                  <a:pt x="6072138" y="162258"/>
                </a:lnTo>
                <a:lnTo>
                  <a:pt x="6078826" y="167029"/>
                </a:lnTo>
                <a:lnTo>
                  <a:pt x="6092200" y="151001"/>
                </a:lnTo>
                <a:lnTo>
                  <a:pt x="6102232" y="151442"/>
                </a:lnTo>
                <a:lnTo>
                  <a:pt x="6108919" y="149779"/>
                </a:lnTo>
                <a:lnTo>
                  <a:pt x="6112263" y="151359"/>
                </a:lnTo>
                <a:lnTo>
                  <a:pt x="6118950" y="135945"/>
                </a:lnTo>
                <a:lnTo>
                  <a:pt x="6125637" y="140826"/>
                </a:lnTo>
                <a:lnTo>
                  <a:pt x="6128981" y="136062"/>
                </a:lnTo>
                <a:lnTo>
                  <a:pt x="6135669" y="143023"/>
                </a:lnTo>
                <a:lnTo>
                  <a:pt x="6145700" y="136857"/>
                </a:lnTo>
                <a:lnTo>
                  <a:pt x="6152387" y="143345"/>
                </a:lnTo>
                <a:lnTo>
                  <a:pt x="6162418" y="136283"/>
                </a:lnTo>
                <a:lnTo>
                  <a:pt x="6175793" y="138517"/>
                </a:lnTo>
                <a:lnTo>
                  <a:pt x="6185824" y="135984"/>
                </a:lnTo>
                <a:lnTo>
                  <a:pt x="6199198" y="139182"/>
                </a:lnTo>
                <a:lnTo>
                  <a:pt x="6202542" y="142372"/>
                </a:lnTo>
                <a:lnTo>
                  <a:pt x="6209230" y="134669"/>
                </a:lnTo>
                <a:lnTo>
                  <a:pt x="6215917" y="139615"/>
                </a:lnTo>
                <a:lnTo>
                  <a:pt x="6222604" y="133409"/>
                </a:lnTo>
                <a:lnTo>
                  <a:pt x="6225948" y="136707"/>
                </a:lnTo>
                <a:lnTo>
                  <a:pt x="6229292" y="133216"/>
                </a:lnTo>
                <a:lnTo>
                  <a:pt x="6235979" y="125950"/>
                </a:lnTo>
                <a:lnTo>
                  <a:pt x="6239322" y="126493"/>
                </a:lnTo>
                <a:lnTo>
                  <a:pt x="6246010" y="139586"/>
                </a:lnTo>
                <a:lnTo>
                  <a:pt x="6249354" y="136779"/>
                </a:lnTo>
                <a:lnTo>
                  <a:pt x="6256041" y="125343"/>
                </a:lnTo>
                <a:lnTo>
                  <a:pt x="6276103" y="127507"/>
                </a:lnTo>
                <a:lnTo>
                  <a:pt x="6282791" y="128557"/>
                </a:lnTo>
                <a:lnTo>
                  <a:pt x="6289478" y="128923"/>
                </a:lnTo>
                <a:lnTo>
                  <a:pt x="6299509" y="119711"/>
                </a:lnTo>
                <a:lnTo>
                  <a:pt x="6302853" y="130166"/>
                </a:lnTo>
                <a:lnTo>
                  <a:pt x="6306196" y="128653"/>
                </a:lnTo>
                <a:lnTo>
                  <a:pt x="6322915" y="126143"/>
                </a:lnTo>
                <a:lnTo>
                  <a:pt x="6329603" y="130239"/>
                </a:lnTo>
                <a:lnTo>
                  <a:pt x="6346321" y="122225"/>
                </a:lnTo>
                <a:lnTo>
                  <a:pt x="6353008" y="132539"/>
                </a:lnTo>
                <a:lnTo>
                  <a:pt x="6363040" y="122523"/>
                </a:lnTo>
                <a:lnTo>
                  <a:pt x="6366383" y="125047"/>
                </a:lnTo>
                <a:lnTo>
                  <a:pt x="6376414" y="106828"/>
                </a:lnTo>
                <a:lnTo>
                  <a:pt x="6379757" y="114387"/>
                </a:lnTo>
                <a:lnTo>
                  <a:pt x="6383101" y="118226"/>
                </a:lnTo>
                <a:lnTo>
                  <a:pt x="6389789" y="108406"/>
                </a:lnTo>
                <a:lnTo>
                  <a:pt x="6396476" y="116614"/>
                </a:lnTo>
                <a:lnTo>
                  <a:pt x="6403164" y="100849"/>
                </a:lnTo>
                <a:lnTo>
                  <a:pt x="6416538" y="118170"/>
                </a:lnTo>
                <a:lnTo>
                  <a:pt x="6423225" y="111941"/>
                </a:lnTo>
                <a:lnTo>
                  <a:pt x="6429913" y="112303"/>
                </a:lnTo>
                <a:lnTo>
                  <a:pt x="6436601" y="108725"/>
                </a:lnTo>
                <a:lnTo>
                  <a:pt x="6439944" y="117563"/>
                </a:lnTo>
                <a:lnTo>
                  <a:pt x="6443288" y="114712"/>
                </a:lnTo>
                <a:lnTo>
                  <a:pt x="6463350" y="101532"/>
                </a:lnTo>
                <a:lnTo>
                  <a:pt x="6466694" y="106748"/>
                </a:lnTo>
                <a:lnTo>
                  <a:pt x="6470038" y="104077"/>
                </a:lnTo>
                <a:lnTo>
                  <a:pt x="6493443" y="109451"/>
                </a:lnTo>
                <a:lnTo>
                  <a:pt x="6496786" y="108284"/>
                </a:lnTo>
                <a:lnTo>
                  <a:pt x="6506818" y="113603"/>
                </a:lnTo>
                <a:lnTo>
                  <a:pt x="6513505" y="118125"/>
                </a:lnTo>
                <a:lnTo>
                  <a:pt x="6523536" y="124463"/>
                </a:lnTo>
                <a:lnTo>
                  <a:pt x="6526880" y="115336"/>
                </a:lnTo>
                <a:lnTo>
                  <a:pt x="6530223" y="116666"/>
                </a:lnTo>
                <a:lnTo>
                  <a:pt x="6553630" y="129257"/>
                </a:lnTo>
                <a:lnTo>
                  <a:pt x="6573691" y="129162"/>
                </a:lnTo>
                <a:lnTo>
                  <a:pt x="6580379" y="127793"/>
                </a:lnTo>
                <a:lnTo>
                  <a:pt x="6590410" y="128169"/>
                </a:lnTo>
                <a:lnTo>
                  <a:pt x="6597097" y="122878"/>
                </a:lnTo>
                <a:lnTo>
                  <a:pt x="6603785" y="123264"/>
                </a:lnTo>
                <a:lnTo>
                  <a:pt x="6617160" y="122477"/>
                </a:lnTo>
                <a:lnTo>
                  <a:pt x="6627191" y="118419"/>
                </a:lnTo>
                <a:lnTo>
                  <a:pt x="6643909" y="120266"/>
                </a:lnTo>
                <a:lnTo>
                  <a:pt x="6653940" y="114012"/>
                </a:lnTo>
                <a:lnTo>
                  <a:pt x="6657284" y="113216"/>
                </a:lnTo>
                <a:lnTo>
                  <a:pt x="6663971" y="128010"/>
                </a:lnTo>
                <a:lnTo>
                  <a:pt x="6677346" y="118175"/>
                </a:lnTo>
                <a:lnTo>
                  <a:pt x="6690721" y="125187"/>
                </a:lnTo>
                <a:lnTo>
                  <a:pt x="6714126" y="128096"/>
                </a:lnTo>
                <a:lnTo>
                  <a:pt x="6717470" y="121194"/>
                </a:lnTo>
                <a:lnTo>
                  <a:pt x="6720814" y="123560"/>
                </a:lnTo>
                <a:lnTo>
                  <a:pt x="6817781" y="136872"/>
                </a:lnTo>
                <a:lnTo>
                  <a:pt x="6821125" y="134815"/>
                </a:lnTo>
                <a:lnTo>
                  <a:pt x="6834499" y="151001"/>
                </a:lnTo>
                <a:lnTo>
                  <a:pt x="6841187" y="146695"/>
                </a:lnTo>
                <a:lnTo>
                  <a:pt x="6881311" y="152648"/>
                </a:lnTo>
                <a:lnTo>
                  <a:pt x="6887999" y="144501"/>
                </a:lnTo>
                <a:lnTo>
                  <a:pt x="6891342" y="148831"/>
                </a:lnTo>
                <a:lnTo>
                  <a:pt x="6894686" y="143200"/>
                </a:lnTo>
                <a:lnTo>
                  <a:pt x="6898029" y="153667"/>
                </a:lnTo>
                <a:lnTo>
                  <a:pt x="6901373" y="151979"/>
                </a:lnTo>
                <a:lnTo>
                  <a:pt x="6908060" y="164670"/>
                </a:lnTo>
                <a:lnTo>
                  <a:pt x="6911404" y="170154"/>
                </a:lnTo>
                <a:lnTo>
                  <a:pt x="6914748" y="163444"/>
                </a:lnTo>
                <a:lnTo>
                  <a:pt x="6918092" y="167741"/>
                </a:lnTo>
                <a:lnTo>
                  <a:pt x="6928123" y="183345"/>
                </a:lnTo>
                <a:lnTo>
                  <a:pt x="6934810" y="183342"/>
                </a:lnTo>
                <a:lnTo>
                  <a:pt x="6944841" y="190800"/>
                </a:lnTo>
                <a:lnTo>
                  <a:pt x="6951529" y="180878"/>
                </a:lnTo>
                <a:lnTo>
                  <a:pt x="6961560" y="188214"/>
                </a:lnTo>
                <a:lnTo>
                  <a:pt x="6968247" y="179235"/>
                </a:lnTo>
                <a:lnTo>
                  <a:pt x="6981621" y="183722"/>
                </a:lnTo>
                <a:lnTo>
                  <a:pt x="6988309" y="182090"/>
                </a:lnTo>
                <a:lnTo>
                  <a:pt x="7005027" y="189141"/>
                </a:lnTo>
                <a:lnTo>
                  <a:pt x="7021746" y="198147"/>
                </a:lnTo>
                <a:lnTo>
                  <a:pt x="7031777" y="196458"/>
                </a:lnTo>
                <a:lnTo>
                  <a:pt x="7035121" y="201064"/>
                </a:lnTo>
                <a:lnTo>
                  <a:pt x="7038464" y="197001"/>
                </a:lnTo>
                <a:lnTo>
                  <a:pt x="7081932" y="194177"/>
                </a:lnTo>
                <a:lnTo>
                  <a:pt x="7095307" y="192514"/>
                </a:lnTo>
                <a:lnTo>
                  <a:pt x="7101995" y="194490"/>
                </a:lnTo>
                <a:lnTo>
                  <a:pt x="7135431" y="197336"/>
                </a:lnTo>
                <a:lnTo>
                  <a:pt x="7138775" y="195689"/>
                </a:lnTo>
                <a:lnTo>
                  <a:pt x="7145463" y="201413"/>
                </a:lnTo>
                <a:lnTo>
                  <a:pt x="7152150" y="197659"/>
                </a:lnTo>
                <a:lnTo>
                  <a:pt x="7162181" y="211738"/>
                </a:lnTo>
                <a:lnTo>
                  <a:pt x="7168868" y="213533"/>
                </a:lnTo>
                <a:lnTo>
                  <a:pt x="7175556" y="226507"/>
                </a:lnTo>
                <a:lnTo>
                  <a:pt x="7185587" y="209717"/>
                </a:lnTo>
                <a:lnTo>
                  <a:pt x="7188930" y="214658"/>
                </a:lnTo>
                <a:lnTo>
                  <a:pt x="7192274" y="212273"/>
                </a:lnTo>
                <a:lnTo>
                  <a:pt x="7198961" y="204741"/>
                </a:lnTo>
                <a:lnTo>
                  <a:pt x="7205648" y="198534"/>
                </a:lnTo>
                <a:lnTo>
                  <a:pt x="7222367" y="174544"/>
                </a:lnTo>
                <a:lnTo>
                  <a:pt x="7229055" y="198243"/>
                </a:lnTo>
                <a:lnTo>
                  <a:pt x="7242429" y="169819"/>
                </a:lnTo>
                <a:lnTo>
                  <a:pt x="7249117" y="192238"/>
                </a:lnTo>
                <a:lnTo>
                  <a:pt x="7252461" y="180530"/>
                </a:lnTo>
                <a:lnTo>
                  <a:pt x="7255804" y="181736"/>
                </a:lnTo>
                <a:lnTo>
                  <a:pt x="7292585" y="173808"/>
                </a:lnTo>
                <a:lnTo>
                  <a:pt x="7299272" y="186767"/>
                </a:lnTo>
                <a:lnTo>
                  <a:pt x="7305959" y="189672"/>
                </a:lnTo>
                <a:lnTo>
                  <a:pt x="7312647" y="187339"/>
                </a:lnTo>
                <a:lnTo>
                  <a:pt x="7329366" y="195770"/>
                </a:lnTo>
                <a:lnTo>
                  <a:pt x="7332709" y="194588"/>
                </a:lnTo>
                <a:lnTo>
                  <a:pt x="7346084" y="206930"/>
                </a:lnTo>
                <a:lnTo>
                  <a:pt x="7359459" y="207436"/>
                </a:lnTo>
                <a:lnTo>
                  <a:pt x="7362802" y="207093"/>
                </a:lnTo>
                <a:lnTo>
                  <a:pt x="7366146" y="213453"/>
                </a:lnTo>
                <a:lnTo>
                  <a:pt x="7369490" y="209405"/>
                </a:lnTo>
                <a:lnTo>
                  <a:pt x="7379521" y="208880"/>
                </a:lnTo>
                <a:lnTo>
                  <a:pt x="7419645" y="216802"/>
                </a:lnTo>
                <a:lnTo>
                  <a:pt x="7433020" y="218377"/>
                </a:lnTo>
                <a:lnTo>
                  <a:pt x="7436364" y="222070"/>
                </a:lnTo>
                <a:lnTo>
                  <a:pt x="7446395" y="216395"/>
                </a:lnTo>
                <a:lnTo>
                  <a:pt x="7453082" y="219186"/>
                </a:lnTo>
                <a:lnTo>
                  <a:pt x="7459769" y="213202"/>
                </a:lnTo>
                <a:lnTo>
                  <a:pt x="7469800" y="219572"/>
                </a:lnTo>
                <a:lnTo>
                  <a:pt x="7483175" y="213709"/>
                </a:lnTo>
                <a:lnTo>
                  <a:pt x="7489862" y="212562"/>
                </a:lnTo>
                <a:lnTo>
                  <a:pt x="7496549" y="216534"/>
                </a:lnTo>
                <a:lnTo>
                  <a:pt x="7506581" y="209746"/>
                </a:lnTo>
                <a:lnTo>
                  <a:pt x="7519956" y="214503"/>
                </a:lnTo>
                <a:lnTo>
                  <a:pt x="7543361" y="201938"/>
                </a:lnTo>
                <a:lnTo>
                  <a:pt x="7550049" y="206329"/>
                </a:lnTo>
                <a:lnTo>
                  <a:pt x="7556736" y="204670"/>
                </a:lnTo>
                <a:lnTo>
                  <a:pt x="7560080" y="206094"/>
                </a:lnTo>
                <a:lnTo>
                  <a:pt x="7563423" y="195353"/>
                </a:lnTo>
                <a:lnTo>
                  <a:pt x="7566767" y="197190"/>
                </a:lnTo>
                <a:lnTo>
                  <a:pt x="7573454" y="205503"/>
                </a:lnTo>
                <a:lnTo>
                  <a:pt x="7583486" y="196313"/>
                </a:lnTo>
                <a:lnTo>
                  <a:pt x="7600204" y="193478"/>
                </a:lnTo>
                <a:lnTo>
                  <a:pt x="7606891" y="193688"/>
                </a:lnTo>
                <a:lnTo>
                  <a:pt x="7613578" y="197849"/>
                </a:lnTo>
                <a:lnTo>
                  <a:pt x="7620266" y="196918"/>
                </a:lnTo>
                <a:lnTo>
                  <a:pt x="7626954" y="202018"/>
                </a:lnTo>
                <a:lnTo>
                  <a:pt x="7643672" y="194126"/>
                </a:lnTo>
                <a:lnTo>
                  <a:pt x="7673765" y="195747"/>
                </a:lnTo>
                <a:lnTo>
                  <a:pt x="7680452" y="189935"/>
                </a:lnTo>
                <a:lnTo>
                  <a:pt x="7683796" y="193731"/>
                </a:lnTo>
                <a:lnTo>
                  <a:pt x="7740639" y="189896"/>
                </a:lnTo>
                <a:lnTo>
                  <a:pt x="7743983" y="184716"/>
                </a:lnTo>
                <a:lnTo>
                  <a:pt x="7754014" y="192902"/>
                </a:lnTo>
                <a:lnTo>
                  <a:pt x="7770732" y="186184"/>
                </a:lnTo>
                <a:lnTo>
                  <a:pt x="7780763" y="190022"/>
                </a:lnTo>
                <a:lnTo>
                  <a:pt x="7790794" y="186287"/>
                </a:lnTo>
                <a:lnTo>
                  <a:pt x="7800825" y="189287"/>
                </a:lnTo>
                <a:lnTo>
                  <a:pt x="7837606" y="180950"/>
                </a:lnTo>
                <a:lnTo>
                  <a:pt x="7847637" y="193646"/>
                </a:lnTo>
                <a:lnTo>
                  <a:pt x="7901136" y="182352"/>
                </a:lnTo>
                <a:lnTo>
                  <a:pt x="7911167" y="189123"/>
                </a:lnTo>
                <a:lnTo>
                  <a:pt x="7924542" y="179024"/>
                </a:lnTo>
                <a:lnTo>
                  <a:pt x="7934573" y="188428"/>
                </a:lnTo>
                <a:lnTo>
                  <a:pt x="7941260" y="185524"/>
                </a:lnTo>
                <a:lnTo>
                  <a:pt x="7947947" y="197210"/>
                </a:lnTo>
                <a:lnTo>
                  <a:pt x="7951291" y="180744"/>
                </a:lnTo>
                <a:lnTo>
                  <a:pt x="7954635" y="188154"/>
                </a:lnTo>
                <a:lnTo>
                  <a:pt x="7957979" y="190711"/>
                </a:lnTo>
                <a:lnTo>
                  <a:pt x="7968010" y="182006"/>
                </a:lnTo>
                <a:lnTo>
                  <a:pt x="7981384" y="182003"/>
                </a:lnTo>
                <a:lnTo>
                  <a:pt x="7998103" y="181720"/>
                </a:lnTo>
                <a:lnTo>
                  <a:pt x="8011478" y="187458"/>
                </a:lnTo>
                <a:lnTo>
                  <a:pt x="8028196" y="193777"/>
                </a:lnTo>
                <a:lnTo>
                  <a:pt x="8034884" y="193510"/>
                </a:lnTo>
                <a:lnTo>
                  <a:pt x="8048258" y="190982"/>
                </a:lnTo>
                <a:lnTo>
                  <a:pt x="8054945" y="193375"/>
                </a:lnTo>
                <a:lnTo>
                  <a:pt x="8064977" y="192681"/>
                </a:lnTo>
                <a:lnTo>
                  <a:pt x="8081695" y="195736"/>
                </a:lnTo>
                <a:lnTo>
                  <a:pt x="8108445" y="195027"/>
                </a:lnTo>
                <a:lnTo>
                  <a:pt x="8115132" y="195066"/>
                </a:lnTo>
                <a:lnTo>
                  <a:pt x="8118476" y="201248"/>
                </a:lnTo>
                <a:lnTo>
                  <a:pt x="8121819" y="197914"/>
                </a:lnTo>
                <a:lnTo>
                  <a:pt x="8125163" y="199122"/>
                </a:lnTo>
                <a:lnTo>
                  <a:pt x="8128507" y="193111"/>
                </a:lnTo>
                <a:lnTo>
                  <a:pt x="8131850" y="199819"/>
                </a:lnTo>
                <a:lnTo>
                  <a:pt x="8135194" y="195416"/>
                </a:lnTo>
                <a:lnTo>
                  <a:pt x="8145226" y="201435"/>
                </a:lnTo>
                <a:lnTo>
                  <a:pt x="8151913" y="192184"/>
                </a:lnTo>
                <a:lnTo>
                  <a:pt x="8158600" y="199188"/>
                </a:lnTo>
                <a:lnTo>
                  <a:pt x="8171974" y="190951"/>
                </a:lnTo>
                <a:lnTo>
                  <a:pt x="8175318" y="194920"/>
                </a:lnTo>
                <a:lnTo>
                  <a:pt x="8178662" y="191609"/>
                </a:lnTo>
                <a:lnTo>
                  <a:pt x="8185350" y="203175"/>
                </a:lnTo>
                <a:lnTo>
                  <a:pt x="8188693" y="210503"/>
                </a:lnTo>
                <a:lnTo>
                  <a:pt x="8195381" y="202866"/>
                </a:lnTo>
                <a:lnTo>
                  <a:pt x="8202068" y="206944"/>
                </a:lnTo>
                <a:lnTo>
                  <a:pt x="8208755" y="195889"/>
                </a:lnTo>
                <a:lnTo>
                  <a:pt x="8215443" y="202477"/>
                </a:lnTo>
                <a:lnTo>
                  <a:pt x="8222130" y="193389"/>
                </a:lnTo>
                <a:lnTo>
                  <a:pt x="8228818" y="204625"/>
                </a:lnTo>
                <a:lnTo>
                  <a:pt x="8232161" y="201169"/>
                </a:lnTo>
                <a:lnTo>
                  <a:pt x="8238848" y="196951"/>
                </a:lnTo>
                <a:lnTo>
                  <a:pt x="8245536" y="201864"/>
                </a:lnTo>
                <a:lnTo>
                  <a:pt x="8248880" y="203031"/>
                </a:lnTo>
                <a:lnTo>
                  <a:pt x="8252223" y="196810"/>
                </a:lnTo>
                <a:lnTo>
                  <a:pt x="8258911" y="212568"/>
                </a:lnTo>
                <a:lnTo>
                  <a:pt x="8268942" y="195276"/>
                </a:lnTo>
                <a:lnTo>
                  <a:pt x="8275629" y="205035"/>
                </a:lnTo>
                <a:lnTo>
                  <a:pt x="8292348" y="200696"/>
                </a:lnTo>
                <a:lnTo>
                  <a:pt x="8302379" y="201939"/>
                </a:lnTo>
                <a:lnTo>
                  <a:pt x="8325785" y="208773"/>
                </a:lnTo>
                <a:lnTo>
                  <a:pt x="8335816" y="212332"/>
                </a:lnTo>
                <a:lnTo>
                  <a:pt x="8352534" y="201467"/>
                </a:lnTo>
                <a:lnTo>
                  <a:pt x="8372596" y="204176"/>
                </a:lnTo>
                <a:lnTo>
                  <a:pt x="8375940" y="217657"/>
                </a:lnTo>
                <a:lnTo>
                  <a:pt x="8379284" y="216570"/>
                </a:lnTo>
                <a:lnTo>
                  <a:pt x="8396002" y="196596"/>
                </a:lnTo>
                <a:lnTo>
                  <a:pt x="8402690" y="197606"/>
                </a:lnTo>
                <a:lnTo>
                  <a:pt x="8422751" y="201136"/>
                </a:lnTo>
                <a:lnTo>
                  <a:pt x="8429439" y="198607"/>
                </a:lnTo>
                <a:lnTo>
                  <a:pt x="8442814" y="196432"/>
                </a:lnTo>
                <a:lnTo>
                  <a:pt x="8456188" y="203435"/>
                </a:lnTo>
                <a:lnTo>
                  <a:pt x="8462876" y="195194"/>
                </a:lnTo>
                <a:lnTo>
                  <a:pt x="8469563" y="198621"/>
                </a:lnTo>
                <a:lnTo>
                  <a:pt x="8499656" y="199701"/>
                </a:lnTo>
                <a:lnTo>
                  <a:pt x="8503000" y="205694"/>
                </a:lnTo>
                <a:lnTo>
                  <a:pt x="8506343" y="202237"/>
                </a:lnTo>
                <a:lnTo>
                  <a:pt x="8516375" y="198650"/>
                </a:lnTo>
                <a:lnTo>
                  <a:pt x="8519719" y="205261"/>
                </a:lnTo>
                <a:lnTo>
                  <a:pt x="8523062" y="199394"/>
                </a:lnTo>
                <a:lnTo>
                  <a:pt x="8533093" y="211630"/>
                </a:lnTo>
                <a:lnTo>
                  <a:pt x="8536437" y="203750"/>
                </a:lnTo>
                <a:lnTo>
                  <a:pt x="8539780" y="205362"/>
                </a:lnTo>
                <a:lnTo>
                  <a:pt x="8543124" y="211551"/>
                </a:lnTo>
                <a:lnTo>
                  <a:pt x="8546468" y="207554"/>
                </a:lnTo>
                <a:lnTo>
                  <a:pt x="8553156" y="211175"/>
                </a:lnTo>
                <a:lnTo>
                  <a:pt x="8556499" y="203175"/>
                </a:lnTo>
                <a:lnTo>
                  <a:pt x="8559843" y="212853"/>
                </a:lnTo>
                <a:lnTo>
                  <a:pt x="8563187" y="208174"/>
                </a:lnTo>
                <a:lnTo>
                  <a:pt x="8573217" y="212320"/>
                </a:lnTo>
                <a:lnTo>
                  <a:pt x="8583248" y="204578"/>
                </a:lnTo>
                <a:lnTo>
                  <a:pt x="8586592" y="217653"/>
                </a:lnTo>
                <a:lnTo>
                  <a:pt x="8589936" y="214252"/>
                </a:lnTo>
                <a:lnTo>
                  <a:pt x="8593280" y="203712"/>
                </a:lnTo>
                <a:lnTo>
                  <a:pt x="8596623" y="206377"/>
                </a:lnTo>
                <a:lnTo>
                  <a:pt x="8603311" y="215883"/>
                </a:lnTo>
                <a:lnTo>
                  <a:pt x="8606654" y="209094"/>
                </a:lnTo>
                <a:lnTo>
                  <a:pt x="8626717" y="212944"/>
                </a:lnTo>
                <a:lnTo>
                  <a:pt x="8636748" y="219226"/>
                </a:lnTo>
                <a:lnTo>
                  <a:pt x="8663497" y="217117"/>
                </a:lnTo>
                <a:lnTo>
                  <a:pt x="8670185" y="223427"/>
                </a:lnTo>
                <a:lnTo>
                  <a:pt x="8683559" y="210631"/>
                </a:lnTo>
                <a:lnTo>
                  <a:pt x="8690246" y="219618"/>
                </a:lnTo>
                <a:lnTo>
                  <a:pt x="8700278" y="216770"/>
                </a:lnTo>
                <a:lnTo>
                  <a:pt x="8713652" y="214416"/>
                </a:lnTo>
                <a:lnTo>
                  <a:pt x="8730371" y="219873"/>
                </a:lnTo>
                <a:lnTo>
                  <a:pt x="8733715" y="214435"/>
                </a:lnTo>
                <a:lnTo>
                  <a:pt x="8747089" y="226182"/>
                </a:lnTo>
                <a:lnTo>
                  <a:pt x="8750433" y="218262"/>
                </a:lnTo>
                <a:lnTo>
                  <a:pt x="8753777" y="220412"/>
                </a:lnTo>
                <a:lnTo>
                  <a:pt x="8760464" y="229389"/>
                </a:lnTo>
                <a:lnTo>
                  <a:pt x="8763807" y="224234"/>
                </a:lnTo>
                <a:lnTo>
                  <a:pt x="8777183" y="238336"/>
                </a:lnTo>
                <a:lnTo>
                  <a:pt x="8787214" y="237378"/>
                </a:lnTo>
                <a:lnTo>
                  <a:pt x="8793901" y="235922"/>
                </a:lnTo>
                <a:lnTo>
                  <a:pt x="8810620" y="245885"/>
                </a:lnTo>
                <a:lnTo>
                  <a:pt x="8820651" y="235524"/>
                </a:lnTo>
                <a:lnTo>
                  <a:pt x="8830681" y="243072"/>
                </a:lnTo>
                <a:lnTo>
                  <a:pt x="8837369" y="239088"/>
                </a:lnTo>
                <a:lnTo>
                  <a:pt x="8844056" y="245181"/>
                </a:lnTo>
                <a:lnTo>
                  <a:pt x="8850744" y="241958"/>
                </a:lnTo>
                <a:lnTo>
                  <a:pt x="8854088" y="248789"/>
                </a:lnTo>
                <a:lnTo>
                  <a:pt x="8857431" y="245891"/>
                </a:lnTo>
                <a:lnTo>
                  <a:pt x="8860775" y="241873"/>
                </a:lnTo>
                <a:lnTo>
                  <a:pt x="8864118" y="228898"/>
                </a:lnTo>
                <a:lnTo>
                  <a:pt x="8867462" y="235763"/>
                </a:lnTo>
                <a:lnTo>
                  <a:pt x="8884181" y="232463"/>
                </a:lnTo>
                <a:lnTo>
                  <a:pt x="8887525" y="239928"/>
                </a:lnTo>
                <a:lnTo>
                  <a:pt x="8890868" y="230992"/>
                </a:lnTo>
                <a:lnTo>
                  <a:pt x="8894212" y="240956"/>
                </a:lnTo>
                <a:lnTo>
                  <a:pt x="8897555" y="237993"/>
                </a:lnTo>
                <a:lnTo>
                  <a:pt x="8900899" y="235090"/>
                </a:lnTo>
                <a:lnTo>
                  <a:pt x="8907586" y="242815"/>
                </a:lnTo>
                <a:lnTo>
                  <a:pt x="8910930" y="241857"/>
                </a:lnTo>
                <a:lnTo>
                  <a:pt x="8914273" y="228374"/>
                </a:lnTo>
                <a:lnTo>
                  <a:pt x="8917617" y="230653"/>
                </a:lnTo>
                <a:lnTo>
                  <a:pt x="8924305" y="243894"/>
                </a:lnTo>
                <a:lnTo>
                  <a:pt x="8930992" y="240590"/>
                </a:lnTo>
                <a:lnTo>
                  <a:pt x="8937680" y="230974"/>
                </a:lnTo>
                <a:lnTo>
                  <a:pt x="8944367" y="243420"/>
                </a:lnTo>
                <a:lnTo>
                  <a:pt x="8951054" y="233549"/>
                </a:lnTo>
                <a:lnTo>
                  <a:pt x="8954398" y="238582"/>
                </a:lnTo>
                <a:lnTo>
                  <a:pt x="8961086" y="233516"/>
                </a:lnTo>
                <a:lnTo>
                  <a:pt x="8967773" y="240952"/>
                </a:lnTo>
                <a:lnTo>
                  <a:pt x="8974460" y="249346"/>
                </a:lnTo>
                <a:lnTo>
                  <a:pt x="8981147" y="240666"/>
                </a:lnTo>
                <a:lnTo>
                  <a:pt x="8987835" y="247006"/>
                </a:lnTo>
                <a:lnTo>
                  <a:pt x="8997866" y="233221"/>
                </a:lnTo>
                <a:lnTo>
                  <a:pt x="9004554" y="246589"/>
                </a:lnTo>
                <a:lnTo>
                  <a:pt x="9007897" y="238949"/>
                </a:lnTo>
                <a:lnTo>
                  <a:pt x="9024615" y="239393"/>
                </a:lnTo>
                <a:lnTo>
                  <a:pt x="9031303" y="247951"/>
                </a:lnTo>
                <a:lnTo>
                  <a:pt x="9037990" y="241207"/>
                </a:lnTo>
                <a:lnTo>
                  <a:pt x="9041334" y="250823"/>
                </a:lnTo>
                <a:lnTo>
                  <a:pt x="9044678" y="237645"/>
                </a:lnTo>
                <a:lnTo>
                  <a:pt x="9048021" y="243188"/>
                </a:lnTo>
                <a:lnTo>
                  <a:pt x="9054708" y="248858"/>
                </a:lnTo>
                <a:lnTo>
                  <a:pt x="9058052" y="247886"/>
                </a:lnTo>
                <a:lnTo>
                  <a:pt x="9061396" y="254772"/>
                </a:lnTo>
                <a:lnTo>
                  <a:pt x="9064739" y="243704"/>
                </a:lnTo>
                <a:lnTo>
                  <a:pt x="9068083" y="247311"/>
                </a:lnTo>
                <a:lnTo>
                  <a:pt x="9071427" y="247573"/>
                </a:lnTo>
                <a:lnTo>
                  <a:pt x="9078115" y="240270"/>
                </a:lnTo>
                <a:lnTo>
                  <a:pt x="9084802" y="248138"/>
                </a:lnTo>
                <a:lnTo>
                  <a:pt x="9091489" y="232804"/>
                </a:lnTo>
                <a:lnTo>
                  <a:pt x="9094833" y="242328"/>
                </a:lnTo>
                <a:lnTo>
                  <a:pt x="9098176" y="239930"/>
                </a:lnTo>
                <a:lnTo>
                  <a:pt x="9101520" y="237079"/>
                </a:lnTo>
                <a:lnTo>
                  <a:pt x="9104864" y="226731"/>
                </a:lnTo>
                <a:lnTo>
                  <a:pt x="9108208" y="228556"/>
                </a:lnTo>
                <a:lnTo>
                  <a:pt x="9121583" y="242507"/>
                </a:lnTo>
                <a:lnTo>
                  <a:pt x="9124926" y="236380"/>
                </a:lnTo>
                <a:lnTo>
                  <a:pt x="9131613" y="247671"/>
                </a:lnTo>
                <a:lnTo>
                  <a:pt x="9138301" y="229744"/>
                </a:lnTo>
                <a:lnTo>
                  <a:pt x="9144988" y="241845"/>
                </a:lnTo>
                <a:lnTo>
                  <a:pt x="9151676" y="237055"/>
                </a:lnTo>
                <a:lnTo>
                  <a:pt x="9155019" y="256205"/>
                </a:lnTo>
                <a:lnTo>
                  <a:pt x="9158363" y="251499"/>
                </a:lnTo>
                <a:lnTo>
                  <a:pt x="9175081" y="246403"/>
                </a:lnTo>
                <a:lnTo>
                  <a:pt x="9198487" y="245796"/>
                </a:lnTo>
                <a:lnTo>
                  <a:pt x="9201831" y="252934"/>
                </a:lnTo>
                <a:lnTo>
                  <a:pt x="9205174" y="242533"/>
                </a:lnTo>
                <a:lnTo>
                  <a:pt x="9208518" y="246857"/>
                </a:lnTo>
                <a:lnTo>
                  <a:pt x="9218550" y="254168"/>
                </a:lnTo>
                <a:lnTo>
                  <a:pt x="9225237" y="246038"/>
                </a:lnTo>
                <a:lnTo>
                  <a:pt x="9241955" y="257867"/>
                </a:lnTo>
                <a:lnTo>
                  <a:pt x="9245299" y="257455"/>
                </a:lnTo>
                <a:lnTo>
                  <a:pt x="9248642" y="241579"/>
                </a:lnTo>
                <a:lnTo>
                  <a:pt x="9251986" y="245825"/>
                </a:lnTo>
                <a:lnTo>
                  <a:pt x="9255330" y="255135"/>
                </a:lnTo>
                <a:lnTo>
                  <a:pt x="9262018" y="240664"/>
                </a:lnTo>
                <a:lnTo>
                  <a:pt x="9265361" y="242576"/>
                </a:lnTo>
                <a:lnTo>
                  <a:pt x="9268705" y="252183"/>
                </a:lnTo>
                <a:lnTo>
                  <a:pt x="9272048" y="243892"/>
                </a:lnTo>
                <a:lnTo>
                  <a:pt x="9282079" y="258869"/>
                </a:lnTo>
                <a:lnTo>
                  <a:pt x="9288767" y="254654"/>
                </a:lnTo>
                <a:lnTo>
                  <a:pt x="9292111" y="257695"/>
                </a:lnTo>
                <a:lnTo>
                  <a:pt x="9295455" y="253292"/>
                </a:lnTo>
                <a:lnTo>
                  <a:pt x="9302142" y="239771"/>
                </a:lnTo>
                <a:lnTo>
                  <a:pt x="9308829" y="250809"/>
                </a:lnTo>
                <a:lnTo>
                  <a:pt x="9315516" y="243441"/>
                </a:lnTo>
                <a:lnTo>
                  <a:pt x="9318860" y="256137"/>
                </a:lnTo>
                <a:lnTo>
                  <a:pt x="9322203" y="245787"/>
                </a:lnTo>
                <a:lnTo>
                  <a:pt x="9325547" y="247960"/>
                </a:lnTo>
                <a:lnTo>
                  <a:pt x="9345610" y="249252"/>
                </a:lnTo>
                <a:lnTo>
                  <a:pt x="9358984" y="259912"/>
                </a:lnTo>
                <a:lnTo>
                  <a:pt x="9362328" y="251935"/>
                </a:lnTo>
                <a:lnTo>
                  <a:pt x="9365672" y="248253"/>
                </a:lnTo>
              </a:path>
            </a:pathLst>
          </a:custGeom>
          <a:noFill/>
          <a:ln w="44173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6"/>
          <p:cNvSpPr/>
          <p:nvPr/>
        </p:nvSpPr>
        <p:spPr>
          <a:xfrm>
            <a:off x="2175164" y="10076748"/>
            <a:ext cx="9365672" cy="690244"/>
          </a:xfrm>
          <a:custGeom>
            <a:avLst/>
            <a:gdLst/>
            <a:ahLst/>
            <a:cxnLst/>
            <a:rect l="l" t="t" r="r" b="b"/>
            <a:pathLst>
              <a:path w="9365672" h="690244">
                <a:moveTo>
                  <a:pt x="0" y="681756"/>
                </a:moveTo>
                <a:lnTo>
                  <a:pt x="3343" y="668448"/>
                </a:lnTo>
                <a:lnTo>
                  <a:pt x="6687" y="672215"/>
                </a:lnTo>
                <a:lnTo>
                  <a:pt x="13374" y="677485"/>
                </a:lnTo>
                <a:lnTo>
                  <a:pt x="20062" y="659521"/>
                </a:lnTo>
                <a:lnTo>
                  <a:pt x="23405" y="668189"/>
                </a:lnTo>
                <a:lnTo>
                  <a:pt x="26749" y="665164"/>
                </a:lnTo>
                <a:lnTo>
                  <a:pt x="30093" y="662457"/>
                </a:lnTo>
                <a:lnTo>
                  <a:pt x="33436" y="667469"/>
                </a:lnTo>
                <a:lnTo>
                  <a:pt x="36780" y="663956"/>
                </a:lnTo>
                <a:lnTo>
                  <a:pt x="40124" y="648222"/>
                </a:lnTo>
                <a:lnTo>
                  <a:pt x="43467" y="664738"/>
                </a:lnTo>
                <a:lnTo>
                  <a:pt x="46811" y="660789"/>
                </a:lnTo>
                <a:lnTo>
                  <a:pt x="50155" y="643112"/>
                </a:lnTo>
                <a:lnTo>
                  <a:pt x="53498" y="654769"/>
                </a:lnTo>
                <a:lnTo>
                  <a:pt x="83592" y="651494"/>
                </a:lnTo>
                <a:lnTo>
                  <a:pt x="90279" y="652073"/>
                </a:lnTo>
                <a:lnTo>
                  <a:pt x="100310" y="646632"/>
                </a:lnTo>
                <a:lnTo>
                  <a:pt x="113685" y="644543"/>
                </a:lnTo>
                <a:lnTo>
                  <a:pt x="117029" y="655083"/>
                </a:lnTo>
                <a:lnTo>
                  <a:pt x="120372" y="648249"/>
                </a:lnTo>
                <a:lnTo>
                  <a:pt x="130403" y="637393"/>
                </a:lnTo>
                <a:lnTo>
                  <a:pt x="133747" y="644439"/>
                </a:lnTo>
                <a:lnTo>
                  <a:pt x="137091" y="635886"/>
                </a:lnTo>
                <a:lnTo>
                  <a:pt x="140435" y="644341"/>
                </a:lnTo>
                <a:lnTo>
                  <a:pt x="143778" y="642366"/>
                </a:lnTo>
                <a:lnTo>
                  <a:pt x="147122" y="633495"/>
                </a:lnTo>
                <a:lnTo>
                  <a:pt x="150466" y="646776"/>
                </a:lnTo>
                <a:lnTo>
                  <a:pt x="153809" y="643661"/>
                </a:lnTo>
                <a:lnTo>
                  <a:pt x="163840" y="631457"/>
                </a:lnTo>
                <a:lnTo>
                  <a:pt x="170528" y="641637"/>
                </a:lnTo>
                <a:lnTo>
                  <a:pt x="183902" y="629473"/>
                </a:lnTo>
                <a:lnTo>
                  <a:pt x="187246" y="636583"/>
                </a:lnTo>
                <a:lnTo>
                  <a:pt x="190590" y="633536"/>
                </a:lnTo>
                <a:lnTo>
                  <a:pt x="193933" y="628889"/>
                </a:lnTo>
                <a:lnTo>
                  <a:pt x="200621" y="638141"/>
                </a:lnTo>
                <a:lnTo>
                  <a:pt x="207308" y="634285"/>
                </a:lnTo>
                <a:lnTo>
                  <a:pt x="217339" y="635010"/>
                </a:lnTo>
                <a:lnTo>
                  <a:pt x="240745" y="631395"/>
                </a:lnTo>
                <a:lnTo>
                  <a:pt x="267495" y="632316"/>
                </a:lnTo>
                <a:lnTo>
                  <a:pt x="274182" y="623455"/>
                </a:lnTo>
                <a:lnTo>
                  <a:pt x="290900" y="628346"/>
                </a:lnTo>
                <a:lnTo>
                  <a:pt x="297588" y="628345"/>
                </a:lnTo>
                <a:lnTo>
                  <a:pt x="317650" y="623216"/>
                </a:lnTo>
                <a:lnTo>
                  <a:pt x="320994" y="626340"/>
                </a:lnTo>
                <a:lnTo>
                  <a:pt x="324337" y="616565"/>
                </a:lnTo>
                <a:lnTo>
                  <a:pt x="327681" y="627321"/>
                </a:lnTo>
                <a:lnTo>
                  <a:pt x="331025" y="625837"/>
                </a:lnTo>
                <a:lnTo>
                  <a:pt x="334368" y="619769"/>
                </a:lnTo>
                <a:lnTo>
                  <a:pt x="337712" y="624465"/>
                </a:lnTo>
                <a:lnTo>
                  <a:pt x="341056" y="624734"/>
                </a:lnTo>
                <a:lnTo>
                  <a:pt x="344400" y="616280"/>
                </a:lnTo>
                <a:lnTo>
                  <a:pt x="347743" y="620878"/>
                </a:lnTo>
                <a:lnTo>
                  <a:pt x="364462" y="626778"/>
                </a:lnTo>
                <a:lnTo>
                  <a:pt x="374493" y="618096"/>
                </a:lnTo>
                <a:lnTo>
                  <a:pt x="384524" y="624928"/>
                </a:lnTo>
                <a:lnTo>
                  <a:pt x="387867" y="622571"/>
                </a:lnTo>
                <a:lnTo>
                  <a:pt x="394555" y="630084"/>
                </a:lnTo>
                <a:lnTo>
                  <a:pt x="407930" y="618509"/>
                </a:lnTo>
                <a:lnTo>
                  <a:pt x="411273" y="621033"/>
                </a:lnTo>
                <a:lnTo>
                  <a:pt x="414617" y="615829"/>
                </a:lnTo>
                <a:lnTo>
                  <a:pt x="421304" y="627316"/>
                </a:lnTo>
                <a:lnTo>
                  <a:pt x="427992" y="624732"/>
                </a:lnTo>
                <a:lnTo>
                  <a:pt x="431335" y="623797"/>
                </a:lnTo>
                <a:lnTo>
                  <a:pt x="434679" y="614544"/>
                </a:lnTo>
                <a:lnTo>
                  <a:pt x="438023" y="617033"/>
                </a:lnTo>
                <a:lnTo>
                  <a:pt x="448054" y="613535"/>
                </a:lnTo>
                <a:lnTo>
                  <a:pt x="451397" y="621338"/>
                </a:lnTo>
                <a:lnTo>
                  <a:pt x="454741" y="609247"/>
                </a:lnTo>
                <a:lnTo>
                  <a:pt x="458085" y="620239"/>
                </a:lnTo>
                <a:lnTo>
                  <a:pt x="461428" y="600435"/>
                </a:lnTo>
                <a:lnTo>
                  <a:pt x="464772" y="604611"/>
                </a:lnTo>
                <a:lnTo>
                  <a:pt x="474803" y="605856"/>
                </a:lnTo>
                <a:lnTo>
                  <a:pt x="488178" y="605078"/>
                </a:lnTo>
                <a:lnTo>
                  <a:pt x="494865" y="610599"/>
                </a:lnTo>
                <a:lnTo>
                  <a:pt x="518271" y="611066"/>
                </a:lnTo>
                <a:lnTo>
                  <a:pt x="521615" y="621396"/>
                </a:lnTo>
                <a:lnTo>
                  <a:pt x="524959" y="619146"/>
                </a:lnTo>
                <a:lnTo>
                  <a:pt x="528302" y="614833"/>
                </a:lnTo>
                <a:lnTo>
                  <a:pt x="534990" y="619244"/>
                </a:lnTo>
                <a:lnTo>
                  <a:pt x="538333" y="615401"/>
                </a:lnTo>
                <a:lnTo>
                  <a:pt x="541677" y="618782"/>
                </a:lnTo>
                <a:lnTo>
                  <a:pt x="551708" y="620225"/>
                </a:lnTo>
                <a:lnTo>
                  <a:pt x="555052" y="609595"/>
                </a:lnTo>
                <a:lnTo>
                  <a:pt x="558396" y="612825"/>
                </a:lnTo>
                <a:lnTo>
                  <a:pt x="561739" y="619697"/>
                </a:lnTo>
                <a:lnTo>
                  <a:pt x="571770" y="604632"/>
                </a:lnTo>
                <a:lnTo>
                  <a:pt x="575114" y="608118"/>
                </a:lnTo>
                <a:lnTo>
                  <a:pt x="578458" y="623799"/>
                </a:lnTo>
                <a:lnTo>
                  <a:pt x="581801" y="620453"/>
                </a:lnTo>
                <a:lnTo>
                  <a:pt x="588489" y="621560"/>
                </a:lnTo>
                <a:lnTo>
                  <a:pt x="591832" y="608807"/>
                </a:lnTo>
                <a:lnTo>
                  <a:pt x="595176" y="615889"/>
                </a:lnTo>
                <a:lnTo>
                  <a:pt x="605207" y="616023"/>
                </a:lnTo>
                <a:lnTo>
                  <a:pt x="615238" y="617017"/>
                </a:lnTo>
                <a:lnTo>
                  <a:pt x="621926" y="603157"/>
                </a:lnTo>
                <a:lnTo>
                  <a:pt x="631957" y="610582"/>
                </a:lnTo>
                <a:lnTo>
                  <a:pt x="635300" y="620978"/>
                </a:lnTo>
                <a:lnTo>
                  <a:pt x="638644" y="617315"/>
                </a:lnTo>
                <a:lnTo>
                  <a:pt x="641988" y="608722"/>
                </a:lnTo>
                <a:lnTo>
                  <a:pt x="645331" y="614016"/>
                </a:lnTo>
                <a:lnTo>
                  <a:pt x="648675" y="619885"/>
                </a:lnTo>
                <a:lnTo>
                  <a:pt x="652019" y="608225"/>
                </a:lnTo>
                <a:lnTo>
                  <a:pt x="655362" y="617889"/>
                </a:lnTo>
                <a:lnTo>
                  <a:pt x="658706" y="609547"/>
                </a:lnTo>
                <a:lnTo>
                  <a:pt x="662050" y="613850"/>
                </a:lnTo>
                <a:lnTo>
                  <a:pt x="665394" y="619104"/>
                </a:lnTo>
                <a:lnTo>
                  <a:pt x="668737" y="613598"/>
                </a:lnTo>
                <a:lnTo>
                  <a:pt x="672081" y="617745"/>
                </a:lnTo>
                <a:lnTo>
                  <a:pt x="678768" y="617508"/>
                </a:lnTo>
                <a:lnTo>
                  <a:pt x="705518" y="617635"/>
                </a:lnTo>
                <a:lnTo>
                  <a:pt x="712205" y="614949"/>
                </a:lnTo>
                <a:lnTo>
                  <a:pt x="745642" y="621372"/>
                </a:lnTo>
                <a:lnTo>
                  <a:pt x="748986" y="612378"/>
                </a:lnTo>
                <a:lnTo>
                  <a:pt x="752329" y="616351"/>
                </a:lnTo>
                <a:lnTo>
                  <a:pt x="769048" y="597698"/>
                </a:lnTo>
                <a:lnTo>
                  <a:pt x="775735" y="602080"/>
                </a:lnTo>
                <a:lnTo>
                  <a:pt x="795797" y="598169"/>
                </a:lnTo>
                <a:lnTo>
                  <a:pt x="802485" y="621577"/>
                </a:lnTo>
                <a:lnTo>
                  <a:pt x="805828" y="613242"/>
                </a:lnTo>
                <a:lnTo>
                  <a:pt x="812516" y="609672"/>
                </a:lnTo>
                <a:lnTo>
                  <a:pt x="815859" y="594674"/>
                </a:lnTo>
                <a:lnTo>
                  <a:pt x="819203" y="612342"/>
                </a:lnTo>
                <a:lnTo>
                  <a:pt x="822547" y="605488"/>
                </a:lnTo>
                <a:lnTo>
                  <a:pt x="829234" y="612198"/>
                </a:lnTo>
                <a:lnTo>
                  <a:pt x="842609" y="602795"/>
                </a:lnTo>
                <a:lnTo>
                  <a:pt x="845953" y="612370"/>
                </a:lnTo>
                <a:lnTo>
                  <a:pt x="849296" y="610776"/>
                </a:lnTo>
                <a:lnTo>
                  <a:pt x="896108" y="612973"/>
                </a:lnTo>
                <a:lnTo>
                  <a:pt x="899452" y="600109"/>
                </a:lnTo>
                <a:lnTo>
                  <a:pt x="902796" y="602809"/>
                </a:lnTo>
                <a:lnTo>
                  <a:pt x="906139" y="597090"/>
                </a:lnTo>
                <a:lnTo>
                  <a:pt x="909483" y="599582"/>
                </a:lnTo>
                <a:lnTo>
                  <a:pt x="916170" y="606495"/>
                </a:lnTo>
                <a:lnTo>
                  <a:pt x="922858" y="600088"/>
                </a:lnTo>
                <a:lnTo>
                  <a:pt x="929545" y="604958"/>
                </a:lnTo>
                <a:lnTo>
                  <a:pt x="932889" y="597254"/>
                </a:lnTo>
                <a:lnTo>
                  <a:pt x="936232" y="599909"/>
                </a:lnTo>
                <a:lnTo>
                  <a:pt x="939576" y="614406"/>
                </a:lnTo>
                <a:lnTo>
                  <a:pt x="942920" y="611516"/>
                </a:lnTo>
                <a:lnTo>
                  <a:pt x="952951" y="594211"/>
                </a:lnTo>
                <a:lnTo>
                  <a:pt x="956294" y="603286"/>
                </a:lnTo>
                <a:lnTo>
                  <a:pt x="959638" y="597487"/>
                </a:lnTo>
                <a:lnTo>
                  <a:pt x="976357" y="611432"/>
                </a:lnTo>
                <a:lnTo>
                  <a:pt x="983044" y="602605"/>
                </a:lnTo>
                <a:lnTo>
                  <a:pt x="993075" y="599141"/>
                </a:lnTo>
                <a:lnTo>
                  <a:pt x="996419" y="613205"/>
                </a:lnTo>
                <a:lnTo>
                  <a:pt x="1003106" y="595610"/>
                </a:lnTo>
                <a:lnTo>
                  <a:pt x="1009794" y="609616"/>
                </a:lnTo>
                <a:lnTo>
                  <a:pt x="1016481" y="607816"/>
                </a:lnTo>
                <a:lnTo>
                  <a:pt x="1023168" y="598542"/>
                </a:lnTo>
                <a:lnTo>
                  <a:pt x="1033199" y="604652"/>
                </a:lnTo>
                <a:lnTo>
                  <a:pt x="1036543" y="597275"/>
                </a:lnTo>
                <a:lnTo>
                  <a:pt x="1039887" y="605108"/>
                </a:lnTo>
                <a:lnTo>
                  <a:pt x="1043231" y="599548"/>
                </a:lnTo>
                <a:lnTo>
                  <a:pt x="1049918" y="591780"/>
                </a:lnTo>
                <a:lnTo>
                  <a:pt x="1053261" y="596182"/>
                </a:lnTo>
                <a:lnTo>
                  <a:pt x="1063293" y="584320"/>
                </a:lnTo>
                <a:lnTo>
                  <a:pt x="1066636" y="584702"/>
                </a:lnTo>
                <a:lnTo>
                  <a:pt x="1073323" y="598179"/>
                </a:lnTo>
                <a:lnTo>
                  <a:pt x="1076667" y="596359"/>
                </a:lnTo>
                <a:lnTo>
                  <a:pt x="1080011" y="589800"/>
                </a:lnTo>
                <a:lnTo>
                  <a:pt x="1083355" y="591986"/>
                </a:lnTo>
                <a:lnTo>
                  <a:pt x="1093386" y="590178"/>
                </a:lnTo>
                <a:lnTo>
                  <a:pt x="1096729" y="590903"/>
                </a:lnTo>
                <a:lnTo>
                  <a:pt x="1103417" y="583604"/>
                </a:lnTo>
                <a:lnTo>
                  <a:pt x="1116792" y="585465"/>
                </a:lnTo>
                <a:lnTo>
                  <a:pt x="1120135" y="582377"/>
                </a:lnTo>
                <a:lnTo>
                  <a:pt x="1123479" y="593513"/>
                </a:lnTo>
                <a:lnTo>
                  <a:pt x="1126823" y="578777"/>
                </a:lnTo>
                <a:lnTo>
                  <a:pt x="1130166" y="581017"/>
                </a:lnTo>
                <a:lnTo>
                  <a:pt x="1136854" y="594992"/>
                </a:lnTo>
                <a:lnTo>
                  <a:pt x="1143541" y="578389"/>
                </a:lnTo>
                <a:lnTo>
                  <a:pt x="1146885" y="582649"/>
                </a:lnTo>
                <a:lnTo>
                  <a:pt x="1170291" y="588393"/>
                </a:lnTo>
                <a:lnTo>
                  <a:pt x="1176978" y="599138"/>
                </a:lnTo>
                <a:lnTo>
                  <a:pt x="1187009" y="582084"/>
                </a:lnTo>
                <a:lnTo>
                  <a:pt x="1193697" y="589803"/>
                </a:lnTo>
                <a:lnTo>
                  <a:pt x="1200384" y="578458"/>
                </a:lnTo>
                <a:lnTo>
                  <a:pt x="1207071" y="593030"/>
                </a:lnTo>
                <a:lnTo>
                  <a:pt x="1210415" y="584705"/>
                </a:lnTo>
                <a:lnTo>
                  <a:pt x="1217102" y="584570"/>
                </a:lnTo>
                <a:lnTo>
                  <a:pt x="1223789" y="585445"/>
                </a:lnTo>
                <a:lnTo>
                  <a:pt x="1233821" y="579965"/>
                </a:lnTo>
                <a:lnTo>
                  <a:pt x="1237164" y="584135"/>
                </a:lnTo>
                <a:lnTo>
                  <a:pt x="1240508" y="580903"/>
                </a:lnTo>
                <a:lnTo>
                  <a:pt x="1260570" y="580585"/>
                </a:lnTo>
                <a:lnTo>
                  <a:pt x="1267258" y="587179"/>
                </a:lnTo>
                <a:lnTo>
                  <a:pt x="1294007" y="583100"/>
                </a:lnTo>
                <a:lnTo>
                  <a:pt x="1300694" y="586068"/>
                </a:lnTo>
                <a:lnTo>
                  <a:pt x="1304038" y="579277"/>
                </a:lnTo>
                <a:lnTo>
                  <a:pt x="1307382" y="581110"/>
                </a:lnTo>
                <a:lnTo>
                  <a:pt x="1310725" y="582706"/>
                </a:lnTo>
                <a:lnTo>
                  <a:pt x="1317413" y="572881"/>
                </a:lnTo>
                <a:lnTo>
                  <a:pt x="1324100" y="587867"/>
                </a:lnTo>
                <a:lnTo>
                  <a:pt x="1327444" y="585023"/>
                </a:lnTo>
                <a:lnTo>
                  <a:pt x="1360881" y="580750"/>
                </a:lnTo>
                <a:lnTo>
                  <a:pt x="1364225" y="584878"/>
                </a:lnTo>
                <a:lnTo>
                  <a:pt x="1374256" y="572943"/>
                </a:lnTo>
                <a:lnTo>
                  <a:pt x="1377599" y="587795"/>
                </a:lnTo>
                <a:lnTo>
                  <a:pt x="1380943" y="586515"/>
                </a:lnTo>
                <a:lnTo>
                  <a:pt x="1407692" y="575687"/>
                </a:lnTo>
                <a:lnTo>
                  <a:pt x="1417724" y="586520"/>
                </a:lnTo>
                <a:lnTo>
                  <a:pt x="1421067" y="581294"/>
                </a:lnTo>
                <a:lnTo>
                  <a:pt x="1427754" y="577045"/>
                </a:lnTo>
                <a:lnTo>
                  <a:pt x="1434442" y="583602"/>
                </a:lnTo>
                <a:lnTo>
                  <a:pt x="1441129" y="580508"/>
                </a:lnTo>
                <a:lnTo>
                  <a:pt x="1447817" y="577272"/>
                </a:lnTo>
                <a:lnTo>
                  <a:pt x="1451161" y="586419"/>
                </a:lnTo>
                <a:lnTo>
                  <a:pt x="1454504" y="580229"/>
                </a:lnTo>
                <a:lnTo>
                  <a:pt x="1484597" y="579315"/>
                </a:lnTo>
                <a:lnTo>
                  <a:pt x="1497972" y="597689"/>
                </a:lnTo>
                <a:lnTo>
                  <a:pt x="1501316" y="592480"/>
                </a:lnTo>
                <a:lnTo>
                  <a:pt x="1508003" y="583601"/>
                </a:lnTo>
                <a:lnTo>
                  <a:pt x="1521378" y="593482"/>
                </a:lnTo>
                <a:lnTo>
                  <a:pt x="1524722" y="575446"/>
                </a:lnTo>
                <a:lnTo>
                  <a:pt x="1528065" y="578045"/>
                </a:lnTo>
                <a:lnTo>
                  <a:pt x="1538096" y="589791"/>
                </a:lnTo>
                <a:lnTo>
                  <a:pt x="1541440" y="590067"/>
                </a:lnTo>
                <a:lnTo>
                  <a:pt x="1548127" y="581559"/>
                </a:lnTo>
                <a:lnTo>
                  <a:pt x="1558158" y="585381"/>
                </a:lnTo>
                <a:lnTo>
                  <a:pt x="1561502" y="578030"/>
                </a:lnTo>
                <a:lnTo>
                  <a:pt x="1564846" y="583383"/>
                </a:lnTo>
                <a:lnTo>
                  <a:pt x="1568190" y="581170"/>
                </a:lnTo>
                <a:lnTo>
                  <a:pt x="1574877" y="589870"/>
                </a:lnTo>
                <a:lnTo>
                  <a:pt x="1578221" y="590486"/>
                </a:lnTo>
                <a:lnTo>
                  <a:pt x="1581564" y="577728"/>
                </a:lnTo>
                <a:lnTo>
                  <a:pt x="1584908" y="579828"/>
                </a:lnTo>
                <a:lnTo>
                  <a:pt x="1588252" y="581202"/>
                </a:lnTo>
                <a:lnTo>
                  <a:pt x="1594939" y="592839"/>
                </a:lnTo>
                <a:lnTo>
                  <a:pt x="1604970" y="579012"/>
                </a:lnTo>
                <a:lnTo>
                  <a:pt x="1608314" y="582533"/>
                </a:lnTo>
                <a:lnTo>
                  <a:pt x="1611657" y="579212"/>
                </a:lnTo>
                <a:lnTo>
                  <a:pt x="1628376" y="580584"/>
                </a:lnTo>
                <a:lnTo>
                  <a:pt x="1635063" y="597974"/>
                </a:lnTo>
                <a:lnTo>
                  <a:pt x="1638407" y="593904"/>
                </a:lnTo>
                <a:lnTo>
                  <a:pt x="1645094" y="579749"/>
                </a:lnTo>
                <a:lnTo>
                  <a:pt x="1655126" y="598638"/>
                </a:lnTo>
                <a:lnTo>
                  <a:pt x="1658469" y="582731"/>
                </a:lnTo>
                <a:lnTo>
                  <a:pt x="1661813" y="592299"/>
                </a:lnTo>
                <a:lnTo>
                  <a:pt x="1665156" y="588579"/>
                </a:lnTo>
                <a:lnTo>
                  <a:pt x="1675188" y="599719"/>
                </a:lnTo>
                <a:lnTo>
                  <a:pt x="1678531" y="587869"/>
                </a:lnTo>
                <a:lnTo>
                  <a:pt x="1681875" y="591313"/>
                </a:lnTo>
                <a:lnTo>
                  <a:pt x="1691906" y="597281"/>
                </a:lnTo>
                <a:lnTo>
                  <a:pt x="1701937" y="599262"/>
                </a:lnTo>
                <a:lnTo>
                  <a:pt x="1705281" y="583000"/>
                </a:lnTo>
                <a:lnTo>
                  <a:pt x="1708624" y="591601"/>
                </a:lnTo>
                <a:lnTo>
                  <a:pt x="1711968" y="585107"/>
                </a:lnTo>
                <a:lnTo>
                  <a:pt x="1715312" y="588065"/>
                </a:lnTo>
                <a:lnTo>
                  <a:pt x="1721999" y="596872"/>
                </a:lnTo>
                <a:lnTo>
                  <a:pt x="1725343" y="588673"/>
                </a:lnTo>
                <a:lnTo>
                  <a:pt x="1728687" y="597257"/>
                </a:lnTo>
                <a:lnTo>
                  <a:pt x="1738718" y="586960"/>
                </a:lnTo>
                <a:lnTo>
                  <a:pt x="1775498" y="602526"/>
                </a:lnTo>
                <a:lnTo>
                  <a:pt x="1778842" y="592750"/>
                </a:lnTo>
                <a:lnTo>
                  <a:pt x="1782186" y="599075"/>
                </a:lnTo>
                <a:lnTo>
                  <a:pt x="1785529" y="609785"/>
                </a:lnTo>
                <a:lnTo>
                  <a:pt x="1788873" y="591834"/>
                </a:lnTo>
                <a:lnTo>
                  <a:pt x="1792217" y="601350"/>
                </a:lnTo>
                <a:lnTo>
                  <a:pt x="1798904" y="593491"/>
                </a:lnTo>
                <a:lnTo>
                  <a:pt x="1805592" y="610604"/>
                </a:lnTo>
                <a:lnTo>
                  <a:pt x="1808935" y="598921"/>
                </a:lnTo>
                <a:lnTo>
                  <a:pt x="1812279" y="611719"/>
                </a:lnTo>
                <a:lnTo>
                  <a:pt x="1815622" y="603704"/>
                </a:lnTo>
                <a:lnTo>
                  <a:pt x="1818966" y="607608"/>
                </a:lnTo>
                <a:lnTo>
                  <a:pt x="1832341" y="590241"/>
                </a:lnTo>
                <a:lnTo>
                  <a:pt x="1835684" y="594668"/>
                </a:lnTo>
                <a:lnTo>
                  <a:pt x="1839028" y="614001"/>
                </a:lnTo>
                <a:lnTo>
                  <a:pt x="1842372" y="609078"/>
                </a:lnTo>
                <a:lnTo>
                  <a:pt x="1855747" y="608270"/>
                </a:lnTo>
                <a:lnTo>
                  <a:pt x="1859091" y="610413"/>
                </a:lnTo>
                <a:lnTo>
                  <a:pt x="1862434" y="593902"/>
                </a:lnTo>
                <a:lnTo>
                  <a:pt x="1865778" y="595271"/>
                </a:lnTo>
                <a:lnTo>
                  <a:pt x="1869121" y="606779"/>
                </a:lnTo>
                <a:lnTo>
                  <a:pt x="1872465" y="602345"/>
                </a:lnTo>
                <a:lnTo>
                  <a:pt x="1875809" y="600640"/>
                </a:lnTo>
                <a:lnTo>
                  <a:pt x="1882496" y="591103"/>
                </a:lnTo>
                <a:lnTo>
                  <a:pt x="1892527" y="606835"/>
                </a:lnTo>
                <a:lnTo>
                  <a:pt x="1912589" y="600052"/>
                </a:lnTo>
                <a:lnTo>
                  <a:pt x="1915933" y="609493"/>
                </a:lnTo>
                <a:lnTo>
                  <a:pt x="1919277" y="605061"/>
                </a:lnTo>
                <a:lnTo>
                  <a:pt x="1935995" y="604198"/>
                </a:lnTo>
                <a:lnTo>
                  <a:pt x="1946026" y="599310"/>
                </a:lnTo>
                <a:lnTo>
                  <a:pt x="1959401" y="607546"/>
                </a:lnTo>
                <a:lnTo>
                  <a:pt x="1972776" y="611096"/>
                </a:lnTo>
                <a:lnTo>
                  <a:pt x="1976120" y="611313"/>
                </a:lnTo>
                <a:lnTo>
                  <a:pt x="1979463" y="602997"/>
                </a:lnTo>
                <a:lnTo>
                  <a:pt x="1982807" y="609073"/>
                </a:lnTo>
                <a:lnTo>
                  <a:pt x="1986150" y="601196"/>
                </a:lnTo>
                <a:lnTo>
                  <a:pt x="1989494" y="606498"/>
                </a:lnTo>
                <a:lnTo>
                  <a:pt x="1992838" y="617524"/>
                </a:lnTo>
                <a:lnTo>
                  <a:pt x="1996182" y="614363"/>
                </a:lnTo>
                <a:lnTo>
                  <a:pt x="1999525" y="606581"/>
                </a:lnTo>
                <a:lnTo>
                  <a:pt x="2002869" y="611999"/>
                </a:lnTo>
                <a:lnTo>
                  <a:pt x="2006213" y="613261"/>
                </a:lnTo>
                <a:lnTo>
                  <a:pt x="2009557" y="607082"/>
                </a:lnTo>
                <a:lnTo>
                  <a:pt x="2012900" y="615880"/>
                </a:lnTo>
                <a:lnTo>
                  <a:pt x="2016244" y="614518"/>
                </a:lnTo>
                <a:lnTo>
                  <a:pt x="2022931" y="611647"/>
                </a:lnTo>
                <a:lnTo>
                  <a:pt x="2029619" y="611857"/>
                </a:lnTo>
                <a:lnTo>
                  <a:pt x="2032962" y="609475"/>
                </a:lnTo>
                <a:lnTo>
                  <a:pt x="2036306" y="600321"/>
                </a:lnTo>
                <a:lnTo>
                  <a:pt x="2039650" y="614084"/>
                </a:lnTo>
                <a:lnTo>
                  <a:pt x="2046337" y="597851"/>
                </a:lnTo>
                <a:lnTo>
                  <a:pt x="2053024" y="616420"/>
                </a:lnTo>
                <a:lnTo>
                  <a:pt x="2059712" y="613664"/>
                </a:lnTo>
                <a:lnTo>
                  <a:pt x="2066399" y="603883"/>
                </a:lnTo>
                <a:lnTo>
                  <a:pt x="2069743" y="614732"/>
                </a:lnTo>
                <a:lnTo>
                  <a:pt x="2073086" y="612608"/>
                </a:lnTo>
                <a:lnTo>
                  <a:pt x="2083118" y="598082"/>
                </a:lnTo>
                <a:lnTo>
                  <a:pt x="2089805" y="607384"/>
                </a:lnTo>
                <a:lnTo>
                  <a:pt x="2096492" y="604320"/>
                </a:lnTo>
                <a:lnTo>
                  <a:pt x="2109867" y="622169"/>
                </a:lnTo>
                <a:lnTo>
                  <a:pt x="2119898" y="608177"/>
                </a:lnTo>
                <a:lnTo>
                  <a:pt x="2123242" y="604918"/>
                </a:lnTo>
                <a:lnTo>
                  <a:pt x="2129929" y="607838"/>
                </a:lnTo>
                <a:lnTo>
                  <a:pt x="2133273" y="608188"/>
                </a:lnTo>
                <a:lnTo>
                  <a:pt x="2136617" y="596300"/>
                </a:lnTo>
                <a:lnTo>
                  <a:pt x="2139960" y="599121"/>
                </a:lnTo>
                <a:lnTo>
                  <a:pt x="2146648" y="607025"/>
                </a:lnTo>
                <a:lnTo>
                  <a:pt x="2149991" y="615301"/>
                </a:lnTo>
                <a:lnTo>
                  <a:pt x="2153335" y="613658"/>
                </a:lnTo>
                <a:lnTo>
                  <a:pt x="2166710" y="607375"/>
                </a:lnTo>
                <a:lnTo>
                  <a:pt x="2176741" y="605924"/>
                </a:lnTo>
                <a:lnTo>
                  <a:pt x="2180085" y="591877"/>
                </a:lnTo>
                <a:lnTo>
                  <a:pt x="2183428" y="594092"/>
                </a:lnTo>
                <a:lnTo>
                  <a:pt x="2186772" y="603073"/>
                </a:lnTo>
                <a:lnTo>
                  <a:pt x="2190115" y="599751"/>
                </a:lnTo>
                <a:lnTo>
                  <a:pt x="2193459" y="596770"/>
                </a:lnTo>
                <a:lnTo>
                  <a:pt x="2200147" y="609742"/>
                </a:lnTo>
                <a:lnTo>
                  <a:pt x="2203490" y="604055"/>
                </a:lnTo>
                <a:lnTo>
                  <a:pt x="2210178" y="602641"/>
                </a:lnTo>
                <a:lnTo>
                  <a:pt x="2213522" y="593572"/>
                </a:lnTo>
                <a:lnTo>
                  <a:pt x="2216865" y="596867"/>
                </a:lnTo>
                <a:lnTo>
                  <a:pt x="2230240" y="604339"/>
                </a:lnTo>
                <a:lnTo>
                  <a:pt x="2233584" y="593235"/>
                </a:lnTo>
                <a:lnTo>
                  <a:pt x="2240271" y="600804"/>
                </a:lnTo>
                <a:lnTo>
                  <a:pt x="2246958" y="601950"/>
                </a:lnTo>
                <a:lnTo>
                  <a:pt x="2250302" y="590743"/>
                </a:lnTo>
                <a:lnTo>
                  <a:pt x="2253646" y="600294"/>
                </a:lnTo>
                <a:lnTo>
                  <a:pt x="2256989" y="592311"/>
                </a:lnTo>
                <a:lnTo>
                  <a:pt x="2260333" y="596396"/>
                </a:lnTo>
                <a:lnTo>
                  <a:pt x="2273708" y="592093"/>
                </a:lnTo>
                <a:lnTo>
                  <a:pt x="2287083" y="582518"/>
                </a:lnTo>
                <a:lnTo>
                  <a:pt x="2290426" y="590336"/>
                </a:lnTo>
                <a:lnTo>
                  <a:pt x="2293770" y="580686"/>
                </a:lnTo>
                <a:lnTo>
                  <a:pt x="2297114" y="583830"/>
                </a:lnTo>
                <a:lnTo>
                  <a:pt x="2303801" y="588717"/>
                </a:lnTo>
                <a:lnTo>
                  <a:pt x="2307145" y="587762"/>
                </a:lnTo>
                <a:lnTo>
                  <a:pt x="2310489" y="574971"/>
                </a:lnTo>
                <a:lnTo>
                  <a:pt x="2313832" y="576000"/>
                </a:lnTo>
                <a:lnTo>
                  <a:pt x="2320519" y="585582"/>
                </a:lnTo>
                <a:lnTo>
                  <a:pt x="2323863" y="583652"/>
                </a:lnTo>
                <a:lnTo>
                  <a:pt x="2337238" y="588613"/>
                </a:lnTo>
                <a:lnTo>
                  <a:pt x="2350613" y="592900"/>
                </a:lnTo>
                <a:lnTo>
                  <a:pt x="2357300" y="589084"/>
                </a:lnTo>
                <a:lnTo>
                  <a:pt x="2374018" y="593979"/>
                </a:lnTo>
                <a:lnTo>
                  <a:pt x="2377362" y="583436"/>
                </a:lnTo>
                <a:lnTo>
                  <a:pt x="2380706" y="595685"/>
                </a:lnTo>
                <a:lnTo>
                  <a:pt x="2384050" y="587772"/>
                </a:lnTo>
                <a:lnTo>
                  <a:pt x="2387393" y="585713"/>
                </a:lnTo>
                <a:lnTo>
                  <a:pt x="2390737" y="592488"/>
                </a:lnTo>
                <a:lnTo>
                  <a:pt x="2397424" y="578812"/>
                </a:lnTo>
                <a:lnTo>
                  <a:pt x="2400768" y="590237"/>
                </a:lnTo>
                <a:lnTo>
                  <a:pt x="2407455" y="576390"/>
                </a:lnTo>
                <a:lnTo>
                  <a:pt x="2414143" y="578450"/>
                </a:lnTo>
                <a:lnTo>
                  <a:pt x="2420830" y="583401"/>
                </a:lnTo>
                <a:lnTo>
                  <a:pt x="2437549" y="569873"/>
                </a:lnTo>
                <a:lnTo>
                  <a:pt x="2447580" y="584609"/>
                </a:lnTo>
                <a:lnTo>
                  <a:pt x="2464298" y="574864"/>
                </a:lnTo>
                <a:lnTo>
                  <a:pt x="2477673" y="575297"/>
                </a:lnTo>
                <a:lnTo>
                  <a:pt x="2491048" y="561634"/>
                </a:lnTo>
                <a:lnTo>
                  <a:pt x="2494391" y="564122"/>
                </a:lnTo>
                <a:lnTo>
                  <a:pt x="2501079" y="554490"/>
                </a:lnTo>
                <a:lnTo>
                  <a:pt x="2504422" y="560286"/>
                </a:lnTo>
                <a:lnTo>
                  <a:pt x="2507766" y="557674"/>
                </a:lnTo>
                <a:lnTo>
                  <a:pt x="2511110" y="555086"/>
                </a:lnTo>
                <a:lnTo>
                  <a:pt x="2517797" y="571552"/>
                </a:lnTo>
                <a:lnTo>
                  <a:pt x="2524484" y="534992"/>
                </a:lnTo>
                <a:lnTo>
                  <a:pt x="2527828" y="542823"/>
                </a:lnTo>
                <a:lnTo>
                  <a:pt x="2534516" y="544247"/>
                </a:lnTo>
                <a:lnTo>
                  <a:pt x="2541203" y="541506"/>
                </a:lnTo>
                <a:lnTo>
                  <a:pt x="2547891" y="533283"/>
                </a:lnTo>
                <a:lnTo>
                  <a:pt x="2551234" y="533854"/>
                </a:lnTo>
                <a:lnTo>
                  <a:pt x="2554578" y="546952"/>
                </a:lnTo>
                <a:lnTo>
                  <a:pt x="2557921" y="544106"/>
                </a:lnTo>
                <a:lnTo>
                  <a:pt x="2564609" y="532748"/>
                </a:lnTo>
                <a:lnTo>
                  <a:pt x="2588015" y="505840"/>
                </a:lnTo>
                <a:lnTo>
                  <a:pt x="2594702" y="506705"/>
                </a:lnTo>
                <a:lnTo>
                  <a:pt x="2604733" y="486200"/>
                </a:lnTo>
                <a:lnTo>
                  <a:pt x="2611420" y="485358"/>
                </a:lnTo>
                <a:lnTo>
                  <a:pt x="2618108" y="477836"/>
                </a:lnTo>
                <a:lnTo>
                  <a:pt x="2624795" y="497773"/>
                </a:lnTo>
                <a:lnTo>
                  <a:pt x="2628139" y="490258"/>
                </a:lnTo>
                <a:lnTo>
                  <a:pt x="2634826" y="464987"/>
                </a:lnTo>
                <a:lnTo>
                  <a:pt x="2638170" y="462956"/>
                </a:lnTo>
                <a:lnTo>
                  <a:pt x="2644857" y="433646"/>
                </a:lnTo>
                <a:lnTo>
                  <a:pt x="2658232" y="483111"/>
                </a:lnTo>
                <a:lnTo>
                  <a:pt x="2664919" y="430568"/>
                </a:lnTo>
                <a:lnTo>
                  <a:pt x="2668263" y="446804"/>
                </a:lnTo>
                <a:lnTo>
                  <a:pt x="2674950" y="429027"/>
                </a:lnTo>
                <a:lnTo>
                  <a:pt x="2678294" y="436198"/>
                </a:lnTo>
                <a:lnTo>
                  <a:pt x="2684982" y="418038"/>
                </a:lnTo>
                <a:lnTo>
                  <a:pt x="2691669" y="430802"/>
                </a:lnTo>
                <a:lnTo>
                  <a:pt x="2708387" y="380169"/>
                </a:lnTo>
                <a:lnTo>
                  <a:pt x="2715075" y="386537"/>
                </a:lnTo>
                <a:lnTo>
                  <a:pt x="2718419" y="379617"/>
                </a:lnTo>
                <a:lnTo>
                  <a:pt x="2721762" y="383867"/>
                </a:lnTo>
                <a:lnTo>
                  <a:pt x="2728449" y="397340"/>
                </a:lnTo>
                <a:lnTo>
                  <a:pt x="2738481" y="367382"/>
                </a:lnTo>
                <a:lnTo>
                  <a:pt x="2748512" y="348764"/>
                </a:lnTo>
                <a:lnTo>
                  <a:pt x="2751856" y="339902"/>
                </a:lnTo>
                <a:lnTo>
                  <a:pt x="2755199" y="344402"/>
                </a:lnTo>
                <a:lnTo>
                  <a:pt x="2765230" y="333635"/>
                </a:lnTo>
                <a:lnTo>
                  <a:pt x="2775261" y="311043"/>
                </a:lnTo>
                <a:lnTo>
                  <a:pt x="2778605" y="307413"/>
                </a:lnTo>
                <a:lnTo>
                  <a:pt x="2788636" y="314512"/>
                </a:lnTo>
                <a:lnTo>
                  <a:pt x="2791980" y="298366"/>
                </a:lnTo>
                <a:lnTo>
                  <a:pt x="2795323" y="306031"/>
                </a:lnTo>
                <a:lnTo>
                  <a:pt x="2798667" y="304765"/>
                </a:lnTo>
                <a:lnTo>
                  <a:pt x="2805354" y="286898"/>
                </a:lnTo>
                <a:lnTo>
                  <a:pt x="2808698" y="286835"/>
                </a:lnTo>
                <a:lnTo>
                  <a:pt x="2815385" y="298257"/>
                </a:lnTo>
                <a:lnTo>
                  <a:pt x="2818729" y="281472"/>
                </a:lnTo>
                <a:lnTo>
                  <a:pt x="2822073" y="285681"/>
                </a:lnTo>
                <a:lnTo>
                  <a:pt x="2825417" y="284342"/>
                </a:lnTo>
                <a:lnTo>
                  <a:pt x="2828760" y="292971"/>
                </a:lnTo>
                <a:lnTo>
                  <a:pt x="2838791" y="273457"/>
                </a:lnTo>
                <a:lnTo>
                  <a:pt x="2845479" y="272379"/>
                </a:lnTo>
                <a:lnTo>
                  <a:pt x="2848822" y="268146"/>
                </a:lnTo>
                <a:lnTo>
                  <a:pt x="2858853" y="285099"/>
                </a:lnTo>
                <a:lnTo>
                  <a:pt x="2868885" y="280770"/>
                </a:lnTo>
                <a:lnTo>
                  <a:pt x="2872228" y="261834"/>
                </a:lnTo>
                <a:lnTo>
                  <a:pt x="2875572" y="264302"/>
                </a:lnTo>
                <a:lnTo>
                  <a:pt x="2878915" y="286746"/>
                </a:lnTo>
                <a:lnTo>
                  <a:pt x="2882259" y="222910"/>
                </a:lnTo>
                <a:lnTo>
                  <a:pt x="2888947" y="282451"/>
                </a:lnTo>
                <a:lnTo>
                  <a:pt x="2892290" y="290887"/>
                </a:lnTo>
                <a:lnTo>
                  <a:pt x="2915696" y="211885"/>
                </a:lnTo>
                <a:lnTo>
                  <a:pt x="2919040" y="213546"/>
                </a:lnTo>
                <a:lnTo>
                  <a:pt x="2922384" y="205895"/>
                </a:lnTo>
                <a:lnTo>
                  <a:pt x="2925727" y="220094"/>
                </a:lnTo>
                <a:lnTo>
                  <a:pt x="2935758" y="207016"/>
                </a:lnTo>
                <a:lnTo>
                  <a:pt x="2942446" y="192671"/>
                </a:lnTo>
                <a:lnTo>
                  <a:pt x="2949133" y="227301"/>
                </a:lnTo>
                <a:lnTo>
                  <a:pt x="2952477" y="197295"/>
                </a:lnTo>
                <a:lnTo>
                  <a:pt x="2955820" y="231002"/>
                </a:lnTo>
                <a:lnTo>
                  <a:pt x="2959164" y="220612"/>
                </a:lnTo>
                <a:lnTo>
                  <a:pt x="2962508" y="232941"/>
                </a:lnTo>
                <a:lnTo>
                  <a:pt x="2969195" y="218998"/>
                </a:lnTo>
                <a:lnTo>
                  <a:pt x="2972539" y="236571"/>
                </a:lnTo>
                <a:lnTo>
                  <a:pt x="2975883" y="205560"/>
                </a:lnTo>
                <a:lnTo>
                  <a:pt x="2979226" y="223741"/>
                </a:lnTo>
                <a:lnTo>
                  <a:pt x="2985913" y="185878"/>
                </a:lnTo>
                <a:lnTo>
                  <a:pt x="2989257" y="220771"/>
                </a:lnTo>
                <a:lnTo>
                  <a:pt x="2992601" y="202831"/>
                </a:lnTo>
                <a:lnTo>
                  <a:pt x="2995945" y="220286"/>
                </a:lnTo>
                <a:lnTo>
                  <a:pt x="3005976" y="184334"/>
                </a:lnTo>
                <a:lnTo>
                  <a:pt x="3016007" y="234241"/>
                </a:lnTo>
                <a:lnTo>
                  <a:pt x="3022694" y="165363"/>
                </a:lnTo>
                <a:lnTo>
                  <a:pt x="3026038" y="157480"/>
                </a:lnTo>
                <a:lnTo>
                  <a:pt x="3036069" y="181822"/>
                </a:lnTo>
                <a:lnTo>
                  <a:pt x="3039413" y="177857"/>
                </a:lnTo>
                <a:lnTo>
                  <a:pt x="3046100" y="160349"/>
                </a:lnTo>
                <a:lnTo>
                  <a:pt x="3059475" y="192552"/>
                </a:lnTo>
                <a:lnTo>
                  <a:pt x="3069506" y="169143"/>
                </a:lnTo>
                <a:lnTo>
                  <a:pt x="3072850" y="175084"/>
                </a:lnTo>
                <a:lnTo>
                  <a:pt x="3082880" y="214395"/>
                </a:lnTo>
                <a:lnTo>
                  <a:pt x="3089568" y="159739"/>
                </a:lnTo>
                <a:lnTo>
                  <a:pt x="3092912" y="164917"/>
                </a:lnTo>
                <a:lnTo>
                  <a:pt x="3096255" y="182045"/>
                </a:lnTo>
                <a:lnTo>
                  <a:pt x="3099599" y="179582"/>
                </a:lnTo>
                <a:lnTo>
                  <a:pt x="3106287" y="161424"/>
                </a:lnTo>
                <a:lnTo>
                  <a:pt x="3116317" y="205312"/>
                </a:lnTo>
                <a:lnTo>
                  <a:pt x="3119661" y="153343"/>
                </a:lnTo>
                <a:lnTo>
                  <a:pt x="3123005" y="158565"/>
                </a:lnTo>
                <a:lnTo>
                  <a:pt x="3129692" y="177329"/>
                </a:lnTo>
                <a:lnTo>
                  <a:pt x="3133036" y="171348"/>
                </a:lnTo>
                <a:lnTo>
                  <a:pt x="3136379" y="147175"/>
                </a:lnTo>
                <a:lnTo>
                  <a:pt x="3139723" y="149310"/>
                </a:lnTo>
                <a:lnTo>
                  <a:pt x="3149754" y="154479"/>
                </a:lnTo>
                <a:lnTo>
                  <a:pt x="3159785" y="146623"/>
                </a:lnTo>
                <a:lnTo>
                  <a:pt x="3163129" y="156096"/>
                </a:lnTo>
                <a:lnTo>
                  <a:pt x="3166473" y="148880"/>
                </a:lnTo>
                <a:lnTo>
                  <a:pt x="3169816" y="153104"/>
                </a:lnTo>
                <a:lnTo>
                  <a:pt x="3173160" y="153904"/>
                </a:lnTo>
                <a:lnTo>
                  <a:pt x="3176504" y="147472"/>
                </a:lnTo>
                <a:lnTo>
                  <a:pt x="3183191" y="185780"/>
                </a:lnTo>
                <a:lnTo>
                  <a:pt x="3189878" y="136919"/>
                </a:lnTo>
                <a:lnTo>
                  <a:pt x="3209941" y="87663"/>
                </a:lnTo>
                <a:lnTo>
                  <a:pt x="3230003" y="42402"/>
                </a:lnTo>
                <a:lnTo>
                  <a:pt x="3233347" y="39036"/>
                </a:lnTo>
                <a:lnTo>
                  <a:pt x="3246721" y="10738"/>
                </a:lnTo>
                <a:lnTo>
                  <a:pt x="3250065" y="23352"/>
                </a:lnTo>
                <a:lnTo>
                  <a:pt x="3253409" y="7377"/>
                </a:lnTo>
                <a:lnTo>
                  <a:pt x="3256752" y="19008"/>
                </a:lnTo>
                <a:lnTo>
                  <a:pt x="3260096" y="14099"/>
                </a:lnTo>
                <a:lnTo>
                  <a:pt x="3270127" y="11692"/>
                </a:lnTo>
                <a:lnTo>
                  <a:pt x="3273471" y="14790"/>
                </a:lnTo>
                <a:lnTo>
                  <a:pt x="3276815" y="11176"/>
                </a:lnTo>
                <a:lnTo>
                  <a:pt x="3290189" y="11584"/>
                </a:lnTo>
                <a:lnTo>
                  <a:pt x="3293533" y="0"/>
                </a:lnTo>
                <a:lnTo>
                  <a:pt x="3303564" y="23681"/>
                </a:lnTo>
                <a:lnTo>
                  <a:pt x="3323626" y="41104"/>
                </a:lnTo>
                <a:lnTo>
                  <a:pt x="3326970" y="34886"/>
                </a:lnTo>
                <a:lnTo>
                  <a:pt x="3330314" y="37176"/>
                </a:lnTo>
                <a:lnTo>
                  <a:pt x="3337001" y="47039"/>
                </a:lnTo>
                <a:lnTo>
                  <a:pt x="3340344" y="66573"/>
                </a:lnTo>
                <a:lnTo>
                  <a:pt x="3343688" y="59355"/>
                </a:lnTo>
                <a:lnTo>
                  <a:pt x="3347032" y="61664"/>
                </a:lnTo>
                <a:lnTo>
                  <a:pt x="3367094" y="103443"/>
                </a:lnTo>
                <a:lnTo>
                  <a:pt x="3380469" y="129589"/>
                </a:lnTo>
                <a:lnTo>
                  <a:pt x="3390500" y="148297"/>
                </a:lnTo>
                <a:lnTo>
                  <a:pt x="3393844" y="160532"/>
                </a:lnTo>
                <a:lnTo>
                  <a:pt x="3397187" y="159347"/>
                </a:lnTo>
                <a:lnTo>
                  <a:pt x="3400531" y="154863"/>
                </a:lnTo>
                <a:lnTo>
                  <a:pt x="3410562" y="175495"/>
                </a:lnTo>
                <a:lnTo>
                  <a:pt x="3413906" y="164732"/>
                </a:lnTo>
                <a:lnTo>
                  <a:pt x="3417249" y="174248"/>
                </a:lnTo>
                <a:lnTo>
                  <a:pt x="3420593" y="171120"/>
                </a:lnTo>
                <a:lnTo>
                  <a:pt x="3443999" y="186058"/>
                </a:lnTo>
                <a:lnTo>
                  <a:pt x="3457374" y="206781"/>
                </a:lnTo>
                <a:lnTo>
                  <a:pt x="3464061" y="213491"/>
                </a:lnTo>
                <a:lnTo>
                  <a:pt x="3467405" y="212132"/>
                </a:lnTo>
                <a:lnTo>
                  <a:pt x="3474092" y="231614"/>
                </a:lnTo>
                <a:lnTo>
                  <a:pt x="3477436" y="224735"/>
                </a:lnTo>
                <a:lnTo>
                  <a:pt x="3480780" y="232354"/>
                </a:lnTo>
                <a:lnTo>
                  <a:pt x="3487467" y="225407"/>
                </a:lnTo>
                <a:lnTo>
                  <a:pt x="3490810" y="224294"/>
                </a:lnTo>
                <a:lnTo>
                  <a:pt x="3497498" y="239548"/>
                </a:lnTo>
                <a:lnTo>
                  <a:pt x="3500842" y="232853"/>
                </a:lnTo>
                <a:lnTo>
                  <a:pt x="3504185" y="235883"/>
                </a:lnTo>
                <a:lnTo>
                  <a:pt x="3514217" y="232035"/>
                </a:lnTo>
                <a:lnTo>
                  <a:pt x="3530935" y="246158"/>
                </a:lnTo>
                <a:lnTo>
                  <a:pt x="3534279" y="232571"/>
                </a:lnTo>
                <a:lnTo>
                  <a:pt x="3537622" y="238985"/>
                </a:lnTo>
                <a:lnTo>
                  <a:pt x="3540966" y="245789"/>
                </a:lnTo>
                <a:lnTo>
                  <a:pt x="3544309" y="234093"/>
                </a:lnTo>
                <a:lnTo>
                  <a:pt x="3547653" y="250089"/>
                </a:lnTo>
                <a:lnTo>
                  <a:pt x="3550997" y="241588"/>
                </a:lnTo>
                <a:lnTo>
                  <a:pt x="3557684" y="232193"/>
                </a:lnTo>
                <a:lnTo>
                  <a:pt x="3561028" y="234678"/>
                </a:lnTo>
                <a:lnTo>
                  <a:pt x="3564372" y="257350"/>
                </a:lnTo>
                <a:lnTo>
                  <a:pt x="3571059" y="236552"/>
                </a:lnTo>
                <a:lnTo>
                  <a:pt x="3584434" y="247575"/>
                </a:lnTo>
                <a:lnTo>
                  <a:pt x="3587778" y="239500"/>
                </a:lnTo>
                <a:lnTo>
                  <a:pt x="3591121" y="240993"/>
                </a:lnTo>
                <a:lnTo>
                  <a:pt x="3594465" y="239451"/>
                </a:lnTo>
                <a:lnTo>
                  <a:pt x="3597809" y="226010"/>
                </a:lnTo>
                <a:lnTo>
                  <a:pt x="3607840" y="251244"/>
                </a:lnTo>
                <a:lnTo>
                  <a:pt x="3617871" y="242607"/>
                </a:lnTo>
                <a:lnTo>
                  <a:pt x="3631246" y="251968"/>
                </a:lnTo>
                <a:lnTo>
                  <a:pt x="3634589" y="247078"/>
                </a:lnTo>
                <a:lnTo>
                  <a:pt x="3637933" y="250923"/>
                </a:lnTo>
                <a:lnTo>
                  <a:pt x="3641277" y="251860"/>
                </a:lnTo>
                <a:lnTo>
                  <a:pt x="3651308" y="243209"/>
                </a:lnTo>
                <a:lnTo>
                  <a:pt x="3661339" y="255852"/>
                </a:lnTo>
                <a:lnTo>
                  <a:pt x="3664683" y="245928"/>
                </a:lnTo>
                <a:lnTo>
                  <a:pt x="3668026" y="252353"/>
                </a:lnTo>
                <a:lnTo>
                  <a:pt x="3671370" y="258229"/>
                </a:lnTo>
                <a:lnTo>
                  <a:pt x="3674713" y="249497"/>
                </a:lnTo>
                <a:lnTo>
                  <a:pt x="3678057" y="251794"/>
                </a:lnTo>
                <a:lnTo>
                  <a:pt x="3684745" y="271917"/>
                </a:lnTo>
                <a:lnTo>
                  <a:pt x="3688088" y="262813"/>
                </a:lnTo>
                <a:lnTo>
                  <a:pt x="3694775" y="259938"/>
                </a:lnTo>
                <a:lnTo>
                  <a:pt x="3701463" y="275402"/>
                </a:lnTo>
                <a:lnTo>
                  <a:pt x="3708150" y="271429"/>
                </a:lnTo>
                <a:lnTo>
                  <a:pt x="3714838" y="281490"/>
                </a:lnTo>
                <a:lnTo>
                  <a:pt x="3718182" y="294512"/>
                </a:lnTo>
                <a:lnTo>
                  <a:pt x="3721525" y="286199"/>
                </a:lnTo>
                <a:lnTo>
                  <a:pt x="3724869" y="273215"/>
                </a:lnTo>
                <a:lnTo>
                  <a:pt x="3728212" y="278623"/>
                </a:lnTo>
                <a:lnTo>
                  <a:pt x="3748274" y="342180"/>
                </a:lnTo>
                <a:lnTo>
                  <a:pt x="3758306" y="324836"/>
                </a:lnTo>
                <a:lnTo>
                  <a:pt x="3761649" y="324904"/>
                </a:lnTo>
                <a:lnTo>
                  <a:pt x="3781711" y="358076"/>
                </a:lnTo>
                <a:lnTo>
                  <a:pt x="3785055" y="356438"/>
                </a:lnTo>
                <a:lnTo>
                  <a:pt x="3811805" y="415293"/>
                </a:lnTo>
                <a:lnTo>
                  <a:pt x="3815148" y="413666"/>
                </a:lnTo>
                <a:lnTo>
                  <a:pt x="3818492" y="420131"/>
                </a:lnTo>
                <a:lnTo>
                  <a:pt x="3821836" y="415447"/>
                </a:lnTo>
                <a:lnTo>
                  <a:pt x="3828523" y="418624"/>
                </a:lnTo>
                <a:lnTo>
                  <a:pt x="3838554" y="442515"/>
                </a:lnTo>
                <a:lnTo>
                  <a:pt x="3841898" y="438731"/>
                </a:lnTo>
                <a:lnTo>
                  <a:pt x="3868648" y="469315"/>
                </a:lnTo>
                <a:lnTo>
                  <a:pt x="3875335" y="473040"/>
                </a:lnTo>
                <a:lnTo>
                  <a:pt x="3882022" y="491295"/>
                </a:lnTo>
                <a:lnTo>
                  <a:pt x="3885366" y="487743"/>
                </a:lnTo>
                <a:lnTo>
                  <a:pt x="3892053" y="492054"/>
                </a:lnTo>
                <a:lnTo>
                  <a:pt x="3898740" y="513212"/>
                </a:lnTo>
                <a:lnTo>
                  <a:pt x="3908772" y="529325"/>
                </a:lnTo>
                <a:lnTo>
                  <a:pt x="3912115" y="539753"/>
                </a:lnTo>
                <a:lnTo>
                  <a:pt x="3915459" y="538668"/>
                </a:lnTo>
                <a:lnTo>
                  <a:pt x="3922147" y="536328"/>
                </a:lnTo>
                <a:lnTo>
                  <a:pt x="3932177" y="555037"/>
                </a:lnTo>
                <a:lnTo>
                  <a:pt x="3958927" y="585017"/>
                </a:lnTo>
                <a:lnTo>
                  <a:pt x="3965614" y="594597"/>
                </a:lnTo>
                <a:lnTo>
                  <a:pt x="3975645" y="599758"/>
                </a:lnTo>
                <a:lnTo>
                  <a:pt x="4005739" y="643616"/>
                </a:lnTo>
                <a:lnTo>
                  <a:pt x="4015770" y="653660"/>
                </a:lnTo>
                <a:lnTo>
                  <a:pt x="4022457" y="670770"/>
                </a:lnTo>
                <a:lnTo>
                  <a:pt x="4025801" y="667692"/>
                </a:lnTo>
                <a:lnTo>
                  <a:pt x="4029144" y="675453"/>
                </a:lnTo>
                <a:lnTo>
                  <a:pt x="4032488" y="672957"/>
                </a:lnTo>
                <a:lnTo>
                  <a:pt x="4059238" y="679096"/>
                </a:lnTo>
                <a:lnTo>
                  <a:pt x="4065925" y="680555"/>
                </a:lnTo>
                <a:lnTo>
                  <a:pt x="4072613" y="680540"/>
                </a:lnTo>
                <a:lnTo>
                  <a:pt x="4082643" y="679582"/>
                </a:lnTo>
                <a:lnTo>
                  <a:pt x="4089331" y="685267"/>
                </a:lnTo>
                <a:lnTo>
                  <a:pt x="4092675" y="674182"/>
                </a:lnTo>
                <a:lnTo>
                  <a:pt x="4096018" y="684823"/>
                </a:lnTo>
                <a:lnTo>
                  <a:pt x="4099362" y="683460"/>
                </a:lnTo>
                <a:lnTo>
                  <a:pt x="4102705" y="681513"/>
                </a:lnTo>
                <a:lnTo>
                  <a:pt x="4106049" y="690244"/>
                </a:lnTo>
                <a:lnTo>
                  <a:pt x="4109393" y="686989"/>
                </a:lnTo>
                <a:lnTo>
                  <a:pt x="4112737" y="683134"/>
                </a:lnTo>
                <a:lnTo>
                  <a:pt x="4116080" y="687423"/>
                </a:lnTo>
                <a:lnTo>
                  <a:pt x="4129455" y="680442"/>
                </a:lnTo>
                <a:lnTo>
                  <a:pt x="4132799" y="671823"/>
                </a:lnTo>
                <a:lnTo>
                  <a:pt x="4139486" y="682208"/>
                </a:lnTo>
                <a:lnTo>
                  <a:pt x="4172923" y="679287"/>
                </a:lnTo>
                <a:lnTo>
                  <a:pt x="4179610" y="681694"/>
                </a:lnTo>
                <a:lnTo>
                  <a:pt x="4192985" y="680113"/>
                </a:lnTo>
                <a:lnTo>
                  <a:pt x="4199673" y="682104"/>
                </a:lnTo>
                <a:lnTo>
                  <a:pt x="4213047" y="672990"/>
                </a:lnTo>
                <a:lnTo>
                  <a:pt x="4236453" y="668705"/>
                </a:lnTo>
                <a:lnTo>
                  <a:pt x="4243141" y="669572"/>
                </a:lnTo>
                <a:lnTo>
                  <a:pt x="4259859" y="645950"/>
                </a:lnTo>
                <a:lnTo>
                  <a:pt x="4266546" y="644860"/>
                </a:lnTo>
                <a:lnTo>
                  <a:pt x="4310014" y="586377"/>
                </a:lnTo>
                <a:lnTo>
                  <a:pt x="4330076" y="536395"/>
                </a:lnTo>
                <a:lnTo>
                  <a:pt x="4333420" y="537678"/>
                </a:lnTo>
                <a:lnTo>
                  <a:pt x="4346795" y="501938"/>
                </a:lnTo>
                <a:lnTo>
                  <a:pt x="4370201" y="447064"/>
                </a:lnTo>
                <a:lnTo>
                  <a:pt x="4373544" y="446157"/>
                </a:lnTo>
                <a:lnTo>
                  <a:pt x="4393607" y="386465"/>
                </a:lnTo>
                <a:lnTo>
                  <a:pt x="4437075" y="265973"/>
                </a:lnTo>
                <a:lnTo>
                  <a:pt x="4443762" y="265194"/>
                </a:lnTo>
                <a:lnTo>
                  <a:pt x="4447105" y="253945"/>
                </a:lnTo>
                <a:lnTo>
                  <a:pt x="4450449" y="257754"/>
                </a:lnTo>
                <a:lnTo>
                  <a:pt x="4457136" y="252069"/>
                </a:lnTo>
                <a:lnTo>
                  <a:pt x="4460480" y="242933"/>
                </a:lnTo>
                <a:lnTo>
                  <a:pt x="4463824" y="247071"/>
                </a:lnTo>
                <a:lnTo>
                  <a:pt x="4490573" y="226015"/>
                </a:lnTo>
                <a:lnTo>
                  <a:pt x="4507292" y="225684"/>
                </a:lnTo>
                <a:lnTo>
                  <a:pt x="4524010" y="222984"/>
                </a:lnTo>
                <a:lnTo>
                  <a:pt x="4537385" y="224562"/>
                </a:lnTo>
                <a:lnTo>
                  <a:pt x="4550760" y="246974"/>
                </a:lnTo>
                <a:lnTo>
                  <a:pt x="4560791" y="243354"/>
                </a:lnTo>
                <a:lnTo>
                  <a:pt x="4567478" y="245816"/>
                </a:lnTo>
                <a:lnTo>
                  <a:pt x="4577510" y="240596"/>
                </a:lnTo>
                <a:lnTo>
                  <a:pt x="4580853" y="241019"/>
                </a:lnTo>
                <a:lnTo>
                  <a:pt x="4590884" y="232322"/>
                </a:lnTo>
                <a:lnTo>
                  <a:pt x="4604259" y="218391"/>
                </a:lnTo>
                <a:lnTo>
                  <a:pt x="4624321" y="194607"/>
                </a:lnTo>
                <a:lnTo>
                  <a:pt x="4671133" y="135769"/>
                </a:lnTo>
                <a:lnTo>
                  <a:pt x="4684508" y="113571"/>
                </a:lnTo>
                <a:lnTo>
                  <a:pt x="4744694" y="57581"/>
                </a:lnTo>
                <a:lnTo>
                  <a:pt x="4751381" y="57415"/>
                </a:lnTo>
                <a:lnTo>
                  <a:pt x="4788161" y="40919"/>
                </a:lnTo>
                <a:lnTo>
                  <a:pt x="4828286" y="36795"/>
                </a:lnTo>
                <a:lnTo>
                  <a:pt x="4838317" y="38207"/>
                </a:lnTo>
                <a:lnTo>
                  <a:pt x="4848348" y="34214"/>
                </a:lnTo>
                <a:lnTo>
                  <a:pt x="4861723" y="47997"/>
                </a:lnTo>
                <a:lnTo>
                  <a:pt x="4865066" y="47349"/>
                </a:lnTo>
                <a:lnTo>
                  <a:pt x="4878442" y="68008"/>
                </a:lnTo>
                <a:lnTo>
                  <a:pt x="4881785" y="62109"/>
                </a:lnTo>
                <a:lnTo>
                  <a:pt x="4891816" y="83097"/>
                </a:lnTo>
                <a:lnTo>
                  <a:pt x="4895160" y="74011"/>
                </a:lnTo>
                <a:lnTo>
                  <a:pt x="4901847" y="68596"/>
                </a:lnTo>
                <a:lnTo>
                  <a:pt x="4908535" y="77500"/>
                </a:lnTo>
                <a:lnTo>
                  <a:pt x="4911879" y="95783"/>
                </a:lnTo>
                <a:lnTo>
                  <a:pt x="4915222" y="91293"/>
                </a:lnTo>
                <a:lnTo>
                  <a:pt x="4921909" y="93152"/>
                </a:lnTo>
                <a:lnTo>
                  <a:pt x="4931940" y="113065"/>
                </a:lnTo>
                <a:lnTo>
                  <a:pt x="4938627" y="126432"/>
                </a:lnTo>
                <a:lnTo>
                  <a:pt x="4941971" y="119414"/>
                </a:lnTo>
                <a:lnTo>
                  <a:pt x="4952003" y="141032"/>
                </a:lnTo>
                <a:lnTo>
                  <a:pt x="4962034" y="176101"/>
                </a:lnTo>
                <a:lnTo>
                  <a:pt x="4965377" y="168783"/>
                </a:lnTo>
                <a:lnTo>
                  <a:pt x="4968721" y="171606"/>
                </a:lnTo>
                <a:lnTo>
                  <a:pt x="4975408" y="191883"/>
                </a:lnTo>
                <a:lnTo>
                  <a:pt x="4985440" y="212612"/>
                </a:lnTo>
                <a:lnTo>
                  <a:pt x="4988783" y="218470"/>
                </a:lnTo>
                <a:lnTo>
                  <a:pt x="4995471" y="240366"/>
                </a:lnTo>
                <a:lnTo>
                  <a:pt x="5005501" y="232030"/>
                </a:lnTo>
                <a:lnTo>
                  <a:pt x="5018876" y="266573"/>
                </a:lnTo>
                <a:lnTo>
                  <a:pt x="5025564" y="275005"/>
                </a:lnTo>
                <a:lnTo>
                  <a:pt x="5038938" y="298661"/>
                </a:lnTo>
                <a:lnTo>
                  <a:pt x="5042282" y="294227"/>
                </a:lnTo>
                <a:lnTo>
                  <a:pt x="5045626" y="311478"/>
                </a:lnTo>
                <a:lnTo>
                  <a:pt x="5048969" y="307314"/>
                </a:lnTo>
                <a:lnTo>
                  <a:pt x="5065688" y="342878"/>
                </a:lnTo>
                <a:lnTo>
                  <a:pt x="5069032" y="343249"/>
                </a:lnTo>
                <a:lnTo>
                  <a:pt x="5082406" y="380710"/>
                </a:lnTo>
                <a:lnTo>
                  <a:pt x="5089094" y="372100"/>
                </a:lnTo>
                <a:lnTo>
                  <a:pt x="5092438" y="376621"/>
                </a:lnTo>
                <a:lnTo>
                  <a:pt x="5095782" y="374550"/>
                </a:lnTo>
                <a:lnTo>
                  <a:pt x="5112500" y="397073"/>
                </a:lnTo>
                <a:lnTo>
                  <a:pt x="5125874" y="408419"/>
                </a:lnTo>
                <a:lnTo>
                  <a:pt x="5129218" y="417169"/>
                </a:lnTo>
                <a:lnTo>
                  <a:pt x="5132562" y="415398"/>
                </a:lnTo>
                <a:lnTo>
                  <a:pt x="5135906" y="410708"/>
                </a:lnTo>
                <a:lnTo>
                  <a:pt x="5142593" y="425914"/>
                </a:lnTo>
                <a:lnTo>
                  <a:pt x="5149280" y="418967"/>
                </a:lnTo>
                <a:lnTo>
                  <a:pt x="5159311" y="443983"/>
                </a:lnTo>
                <a:lnTo>
                  <a:pt x="5165999" y="452015"/>
                </a:lnTo>
                <a:lnTo>
                  <a:pt x="5169343" y="442020"/>
                </a:lnTo>
                <a:lnTo>
                  <a:pt x="5172686" y="444754"/>
                </a:lnTo>
                <a:lnTo>
                  <a:pt x="5179374" y="461730"/>
                </a:lnTo>
                <a:lnTo>
                  <a:pt x="5182717" y="451212"/>
                </a:lnTo>
                <a:lnTo>
                  <a:pt x="5186061" y="455476"/>
                </a:lnTo>
                <a:lnTo>
                  <a:pt x="5192748" y="471041"/>
                </a:lnTo>
                <a:lnTo>
                  <a:pt x="5206123" y="459672"/>
                </a:lnTo>
                <a:lnTo>
                  <a:pt x="5209467" y="466261"/>
                </a:lnTo>
                <a:lnTo>
                  <a:pt x="5216154" y="461502"/>
                </a:lnTo>
                <a:lnTo>
                  <a:pt x="5222841" y="465951"/>
                </a:lnTo>
                <a:lnTo>
                  <a:pt x="5236216" y="448557"/>
                </a:lnTo>
                <a:lnTo>
                  <a:pt x="5242904" y="448637"/>
                </a:lnTo>
                <a:lnTo>
                  <a:pt x="5249591" y="440849"/>
                </a:lnTo>
                <a:lnTo>
                  <a:pt x="5256278" y="460141"/>
                </a:lnTo>
                <a:lnTo>
                  <a:pt x="5266309" y="450096"/>
                </a:lnTo>
                <a:lnTo>
                  <a:pt x="5272996" y="463049"/>
                </a:lnTo>
                <a:lnTo>
                  <a:pt x="5279684" y="452324"/>
                </a:lnTo>
                <a:lnTo>
                  <a:pt x="5283028" y="457121"/>
                </a:lnTo>
                <a:lnTo>
                  <a:pt x="5313121" y="447074"/>
                </a:lnTo>
                <a:lnTo>
                  <a:pt x="5319809" y="450252"/>
                </a:lnTo>
                <a:lnTo>
                  <a:pt x="5329839" y="421140"/>
                </a:lnTo>
                <a:lnTo>
                  <a:pt x="5336527" y="418549"/>
                </a:lnTo>
                <a:lnTo>
                  <a:pt x="5346557" y="417505"/>
                </a:lnTo>
                <a:lnTo>
                  <a:pt x="5359933" y="402314"/>
                </a:lnTo>
                <a:lnTo>
                  <a:pt x="5366620" y="408850"/>
                </a:lnTo>
                <a:lnTo>
                  <a:pt x="5373307" y="388679"/>
                </a:lnTo>
                <a:lnTo>
                  <a:pt x="5376651" y="397769"/>
                </a:lnTo>
                <a:lnTo>
                  <a:pt x="5383338" y="405948"/>
                </a:lnTo>
                <a:lnTo>
                  <a:pt x="5390026" y="379361"/>
                </a:lnTo>
                <a:lnTo>
                  <a:pt x="5396713" y="383463"/>
                </a:lnTo>
                <a:lnTo>
                  <a:pt x="5423462" y="359183"/>
                </a:lnTo>
                <a:lnTo>
                  <a:pt x="5426806" y="366980"/>
                </a:lnTo>
                <a:lnTo>
                  <a:pt x="5430150" y="361876"/>
                </a:lnTo>
                <a:lnTo>
                  <a:pt x="5436838" y="348522"/>
                </a:lnTo>
                <a:lnTo>
                  <a:pt x="5443525" y="352634"/>
                </a:lnTo>
                <a:lnTo>
                  <a:pt x="5446868" y="351300"/>
                </a:lnTo>
                <a:lnTo>
                  <a:pt x="5453556" y="333708"/>
                </a:lnTo>
                <a:lnTo>
                  <a:pt x="5456899" y="340466"/>
                </a:lnTo>
                <a:lnTo>
                  <a:pt x="5460243" y="344965"/>
                </a:lnTo>
                <a:lnTo>
                  <a:pt x="5463587" y="340660"/>
                </a:lnTo>
                <a:lnTo>
                  <a:pt x="5470275" y="339325"/>
                </a:lnTo>
                <a:lnTo>
                  <a:pt x="5476962" y="346705"/>
                </a:lnTo>
                <a:lnTo>
                  <a:pt x="5486993" y="324442"/>
                </a:lnTo>
                <a:lnTo>
                  <a:pt x="5493680" y="328298"/>
                </a:lnTo>
                <a:lnTo>
                  <a:pt x="5507055" y="314901"/>
                </a:lnTo>
                <a:lnTo>
                  <a:pt x="5513742" y="323655"/>
                </a:lnTo>
                <a:lnTo>
                  <a:pt x="5527117" y="306225"/>
                </a:lnTo>
                <a:lnTo>
                  <a:pt x="5537148" y="323402"/>
                </a:lnTo>
                <a:lnTo>
                  <a:pt x="5543836" y="310968"/>
                </a:lnTo>
                <a:lnTo>
                  <a:pt x="5553867" y="312212"/>
                </a:lnTo>
                <a:lnTo>
                  <a:pt x="5577273" y="305247"/>
                </a:lnTo>
                <a:lnTo>
                  <a:pt x="5580616" y="309835"/>
                </a:lnTo>
                <a:lnTo>
                  <a:pt x="5587304" y="299970"/>
                </a:lnTo>
                <a:lnTo>
                  <a:pt x="5590647" y="303333"/>
                </a:lnTo>
                <a:lnTo>
                  <a:pt x="5607365" y="301138"/>
                </a:lnTo>
                <a:lnTo>
                  <a:pt x="5614053" y="289785"/>
                </a:lnTo>
                <a:lnTo>
                  <a:pt x="5617397" y="296439"/>
                </a:lnTo>
                <a:lnTo>
                  <a:pt x="5620741" y="308585"/>
                </a:lnTo>
                <a:lnTo>
                  <a:pt x="5624084" y="303848"/>
                </a:lnTo>
                <a:lnTo>
                  <a:pt x="5627428" y="292393"/>
                </a:lnTo>
                <a:lnTo>
                  <a:pt x="5630771" y="296247"/>
                </a:lnTo>
                <a:lnTo>
                  <a:pt x="5647490" y="296216"/>
                </a:lnTo>
                <a:lnTo>
                  <a:pt x="5654178" y="295559"/>
                </a:lnTo>
                <a:lnTo>
                  <a:pt x="5664208" y="293970"/>
                </a:lnTo>
                <a:lnTo>
                  <a:pt x="5667552" y="295905"/>
                </a:lnTo>
                <a:lnTo>
                  <a:pt x="5674239" y="287238"/>
                </a:lnTo>
                <a:lnTo>
                  <a:pt x="5677583" y="301544"/>
                </a:lnTo>
                <a:lnTo>
                  <a:pt x="5680926" y="299975"/>
                </a:lnTo>
                <a:lnTo>
                  <a:pt x="5697645" y="290582"/>
                </a:lnTo>
                <a:lnTo>
                  <a:pt x="5707676" y="284993"/>
                </a:lnTo>
                <a:lnTo>
                  <a:pt x="5714363" y="291336"/>
                </a:lnTo>
                <a:lnTo>
                  <a:pt x="5727739" y="273032"/>
                </a:lnTo>
                <a:lnTo>
                  <a:pt x="5734426" y="274238"/>
                </a:lnTo>
                <a:lnTo>
                  <a:pt x="5744457" y="261811"/>
                </a:lnTo>
                <a:lnTo>
                  <a:pt x="5757831" y="263362"/>
                </a:lnTo>
                <a:lnTo>
                  <a:pt x="5774550" y="259404"/>
                </a:lnTo>
                <a:lnTo>
                  <a:pt x="5781237" y="242006"/>
                </a:lnTo>
                <a:lnTo>
                  <a:pt x="5784581" y="245939"/>
                </a:lnTo>
                <a:lnTo>
                  <a:pt x="5787925" y="241747"/>
                </a:lnTo>
                <a:lnTo>
                  <a:pt x="5797956" y="245052"/>
                </a:lnTo>
                <a:lnTo>
                  <a:pt x="5807987" y="226597"/>
                </a:lnTo>
                <a:lnTo>
                  <a:pt x="5814674" y="232360"/>
                </a:lnTo>
                <a:lnTo>
                  <a:pt x="5824705" y="224848"/>
                </a:lnTo>
                <a:lnTo>
                  <a:pt x="5838080" y="225631"/>
                </a:lnTo>
                <a:lnTo>
                  <a:pt x="5844768" y="216364"/>
                </a:lnTo>
                <a:lnTo>
                  <a:pt x="5851455" y="220529"/>
                </a:lnTo>
                <a:lnTo>
                  <a:pt x="5854798" y="215679"/>
                </a:lnTo>
                <a:lnTo>
                  <a:pt x="5861486" y="222844"/>
                </a:lnTo>
                <a:lnTo>
                  <a:pt x="5868173" y="216904"/>
                </a:lnTo>
                <a:lnTo>
                  <a:pt x="5881548" y="192354"/>
                </a:lnTo>
                <a:lnTo>
                  <a:pt x="5884892" y="200002"/>
                </a:lnTo>
                <a:lnTo>
                  <a:pt x="5888235" y="198079"/>
                </a:lnTo>
                <a:lnTo>
                  <a:pt x="5891579" y="197253"/>
                </a:lnTo>
                <a:lnTo>
                  <a:pt x="5901610" y="180174"/>
                </a:lnTo>
                <a:lnTo>
                  <a:pt x="5904954" y="181851"/>
                </a:lnTo>
                <a:lnTo>
                  <a:pt x="5914985" y="171056"/>
                </a:lnTo>
                <a:lnTo>
                  <a:pt x="5941734" y="164061"/>
                </a:lnTo>
                <a:lnTo>
                  <a:pt x="5948422" y="150450"/>
                </a:lnTo>
                <a:lnTo>
                  <a:pt x="5951766" y="160669"/>
                </a:lnTo>
                <a:lnTo>
                  <a:pt x="5955109" y="155341"/>
                </a:lnTo>
                <a:lnTo>
                  <a:pt x="5961797" y="149593"/>
                </a:lnTo>
                <a:lnTo>
                  <a:pt x="5971827" y="167947"/>
                </a:lnTo>
                <a:lnTo>
                  <a:pt x="5978515" y="148747"/>
                </a:lnTo>
                <a:lnTo>
                  <a:pt x="5981859" y="171163"/>
                </a:lnTo>
                <a:lnTo>
                  <a:pt x="5985203" y="160113"/>
                </a:lnTo>
                <a:lnTo>
                  <a:pt x="5991890" y="161048"/>
                </a:lnTo>
                <a:lnTo>
                  <a:pt x="5995234" y="152257"/>
                </a:lnTo>
                <a:lnTo>
                  <a:pt x="5998577" y="154348"/>
                </a:lnTo>
                <a:lnTo>
                  <a:pt x="6001921" y="159333"/>
                </a:lnTo>
                <a:lnTo>
                  <a:pt x="6005264" y="156183"/>
                </a:lnTo>
                <a:lnTo>
                  <a:pt x="6015295" y="135543"/>
                </a:lnTo>
                <a:lnTo>
                  <a:pt x="6018639" y="152929"/>
                </a:lnTo>
                <a:lnTo>
                  <a:pt x="6021983" y="144772"/>
                </a:lnTo>
                <a:lnTo>
                  <a:pt x="6028671" y="129254"/>
                </a:lnTo>
                <a:lnTo>
                  <a:pt x="6035358" y="139053"/>
                </a:lnTo>
                <a:lnTo>
                  <a:pt x="6038701" y="122228"/>
                </a:lnTo>
                <a:lnTo>
                  <a:pt x="6042045" y="148564"/>
                </a:lnTo>
                <a:lnTo>
                  <a:pt x="6045389" y="139961"/>
                </a:lnTo>
                <a:lnTo>
                  <a:pt x="6052076" y="123892"/>
                </a:lnTo>
                <a:lnTo>
                  <a:pt x="6055420" y="131369"/>
                </a:lnTo>
                <a:lnTo>
                  <a:pt x="6065451" y="113346"/>
                </a:lnTo>
                <a:lnTo>
                  <a:pt x="6068795" y="115477"/>
                </a:lnTo>
                <a:lnTo>
                  <a:pt x="6072138" y="122998"/>
                </a:lnTo>
                <a:lnTo>
                  <a:pt x="6078826" y="108089"/>
                </a:lnTo>
                <a:lnTo>
                  <a:pt x="6085513" y="94736"/>
                </a:lnTo>
                <a:lnTo>
                  <a:pt x="6095544" y="84025"/>
                </a:lnTo>
                <a:lnTo>
                  <a:pt x="6102232" y="88870"/>
                </a:lnTo>
                <a:lnTo>
                  <a:pt x="6112263" y="77718"/>
                </a:lnTo>
                <a:lnTo>
                  <a:pt x="6118950" y="70882"/>
                </a:lnTo>
                <a:lnTo>
                  <a:pt x="6139012" y="75019"/>
                </a:lnTo>
                <a:lnTo>
                  <a:pt x="6142356" y="71402"/>
                </a:lnTo>
                <a:lnTo>
                  <a:pt x="6145700" y="75600"/>
                </a:lnTo>
                <a:lnTo>
                  <a:pt x="6165761" y="64297"/>
                </a:lnTo>
                <a:lnTo>
                  <a:pt x="6175793" y="63983"/>
                </a:lnTo>
                <a:lnTo>
                  <a:pt x="6179137" y="52725"/>
                </a:lnTo>
                <a:lnTo>
                  <a:pt x="6182480" y="61484"/>
                </a:lnTo>
                <a:lnTo>
                  <a:pt x="6185824" y="57997"/>
                </a:lnTo>
                <a:lnTo>
                  <a:pt x="6189167" y="52305"/>
                </a:lnTo>
                <a:lnTo>
                  <a:pt x="6192511" y="59891"/>
                </a:lnTo>
                <a:lnTo>
                  <a:pt x="6195855" y="58371"/>
                </a:lnTo>
                <a:lnTo>
                  <a:pt x="6205886" y="57457"/>
                </a:lnTo>
                <a:lnTo>
                  <a:pt x="6209230" y="60207"/>
                </a:lnTo>
                <a:lnTo>
                  <a:pt x="6219261" y="40451"/>
                </a:lnTo>
                <a:lnTo>
                  <a:pt x="6225948" y="45486"/>
                </a:lnTo>
                <a:lnTo>
                  <a:pt x="6232635" y="40071"/>
                </a:lnTo>
                <a:lnTo>
                  <a:pt x="6239322" y="53678"/>
                </a:lnTo>
                <a:lnTo>
                  <a:pt x="6242666" y="51172"/>
                </a:lnTo>
                <a:lnTo>
                  <a:pt x="6246010" y="48896"/>
                </a:lnTo>
                <a:lnTo>
                  <a:pt x="6256041" y="27941"/>
                </a:lnTo>
                <a:lnTo>
                  <a:pt x="6266072" y="39425"/>
                </a:lnTo>
                <a:lnTo>
                  <a:pt x="6276103" y="30592"/>
                </a:lnTo>
                <a:lnTo>
                  <a:pt x="6279447" y="35598"/>
                </a:lnTo>
                <a:lnTo>
                  <a:pt x="6282791" y="32871"/>
                </a:lnTo>
                <a:lnTo>
                  <a:pt x="6296166" y="18591"/>
                </a:lnTo>
                <a:lnTo>
                  <a:pt x="6306196" y="29226"/>
                </a:lnTo>
                <a:lnTo>
                  <a:pt x="6326259" y="14563"/>
                </a:lnTo>
                <a:lnTo>
                  <a:pt x="6346321" y="26762"/>
                </a:lnTo>
                <a:lnTo>
                  <a:pt x="6353008" y="24078"/>
                </a:lnTo>
                <a:lnTo>
                  <a:pt x="6359696" y="31400"/>
                </a:lnTo>
                <a:lnTo>
                  <a:pt x="6366383" y="42790"/>
                </a:lnTo>
                <a:lnTo>
                  <a:pt x="6373070" y="17067"/>
                </a:lnTo>
                <a:lnTo>
                  <a:pt x="6376414" y="18857"/>
                </a:lnTo>
                <a:lnTo>
                  <a:pt x="6386445" y="15445"/>
                </a:lnTo>
                <a:lnTo>
                  <a:pt x="6393132" y="33869"/>
                </a:lnTo>
                <a:lnTo>
                  <a:pt x="6396476" y="30903"/>
                </a:lnTo>
                <a:lnTo>
                  <a:pt x="6403164" y="10713"/>
                </a:lnTo>
                <a:lnTo>
                  <a:pt x="6413194" y="28531"/>
                </a:lnTo>
                <a:lnTo>
                  <a:pt x="6416538" y="17875"/>
                </a:lnTo>
                <a:lnTo>
                  <a:pt x="6419882" y="20339"/>
                </a:lnTo>
                <a:lnTo>
                  <a:pt x="6426569" y="21490"/>
                </a:lnTo>
                <a:lnTo>
                  <a:pt x="6433257" y="30365"/>
                </a:lnTo>
                <a:lnTo>
                  <a:pt x="6436601" y="26016"/>
                </a:lnTo>
                <a:lnTo>
                  <a:pt x="6439944" y="29370"/>
                </a:lnTo>
                <a:lnTo>
                  <a:pt x="6443288" y="31609"/>
                </a:lnTo>
                <a:lnTo>
                  <a:pt x="6446631" y="27048"/>
                </a:lnTo>
                <a:lnTo>
                  <a:pt x="6449975" y="30870"/>
                </a:lnTo>
                <a:lnTo>
                  <a:pt x="6453319" y="29764"/>
                </a:lnTo>
                <a:lnTo>
                  <a:pt x="6456662" y="15594"/>
                </a:lnTo>
                <a:lnTo>
                  <a:pt x="6460006" y="24120"/>
                </a:lnTo>
                <a:lnTo>
                  <a:pt x="6463350" y="24781"/>
                </a:lnTo>
                <a:lnTo>
                  <a:pt x="6466694" y="19274"/>
                </a:lnTo>
                <a:lnTo>
                  <a:pt x="6470038" y="21771"/>
                </a:lnTo>
                <a:lnTo>
                  <a:pt x="6490099" y="40838"/>
                </a:lnTo>
                <a:lnTo>
                  <a:pt x="6493443" y="34762"/>
                </a:lnTo>
                <a:lnTo>
                  <a:pt x="6520193" y="75380"/>
                </a:lnTo>
                <a:lnTo>
                  <a:pt x="6526880" y="67438"/>
                </a:lnTo>
                <a:lnTo>
                  <a:pt x="6540255" y="94287"/>
                </a:lnTo>
                <a:lnTo>
                  <a:pt x="6553630" y="101743"/>
                </a:lnTo>
                <a:lnTo>
                  <a:pt x="6556973" y="106528"/>
                </a:lnTo>
                <a:lnTo>
                  <a:pt x="6560317" y="104059"/>
                </a:lnTo>
                <a:lnTo>
                  <a:pt x="6567004" y="100839"/>
                </a:lnTo>
                <a:lnTo>
                  <a:pt x="6573691" y="110490"/>
                </a:lnTo>
                <a:lnTo>
                  <a:pt x="6577035" y="99767"/>
                </a:lnTo>
                <a:lnTo>
                  <a:pt x="6580379" y="105039"/>
                </a:lnTo>
                <a:lnTo>
                  <a:pt x="6587067" y="109081"/>
                </a:lnTo>
                <a:lnTo>
                  <a:pt x="6600441" y="117425"/>
                </a:lnTo>
                <a:lnTo>
                  <a:pt x="6607128" y="139004"/>
                </a:lnTo>
                <a:lnTo>
                  <a:pt x="6610472" y="134115"/>
                </a:lnTo>
                <a:lnTo>
                  <a:pt x="6617160" y="127624"/>
                </a:lnTo>
                <a:lnTo>
                  <a:pt x="6627191" y="144357"/>
                </a:lnTo>
                <a:lnTo>
                  <a:pt x="6630534" y="127197"/>
                </a:lnTo>
                <a:lnTo>
                  <a:pt x="6633878" y="136418"/>
                </a:lnTo>
                <a:lnTo>
                  <a:pt x="6643909" y="144604"/>
                </a:lnTo>
                <a:lnTo>
                  <a:pt x="6674002" y="181883"/>
                </a:lnTo>
                <a:lnTo>
                  <a:pt x="6680689" y="180638"/>
                </a:lnTo>
                <a:lnTo>
                  <a:pt x="6687377" y="203261"/>
                </a:lnTo>
                <a:lnTo>
                  <a:pt x="6690721" y="196000"/>
                </a:lnTo>
                <a:lnTo>
                  <a:pt x="6694065" y="188710"/>
                </a:lnTo>
                <a:lnTo>
                  <a:pt x="6704096" y="205420"/>
                </a:lnTo>
                <a:lnTo>
                  <a:pt x="6707439" y="199259"/>
                </a:lnTo>
                <a:lnTo>
                  <a:pt x="6710783" y="202370"/>
                </a:lnTo>
                <a:lnTo>
                  <a:pt x="6717470" y="203457"/>
                </a:lnTo>
                <a:lnTo>
                  <a:pt x="6720814" y="217953"/>
                </a:lnTo>
                <a:lnTo>
                  <a:pt x="6724157" y="211774"/>
                </a:lnTo>
                <a:lnTo>
                  <a:pt x="6730845" y="217302"/>
                </a:lnTo>
                <a:lnTo>
                  <a:pt x="6734189" y="213387"/>
                </a:lnTo>
                <a:lnTo>
                  <a:pt x="6737533" y="216481"/>
                </a:lnTo>
                <a:lnTo>
                  <a:pt x="6740876" y="219518"/>
                </a:lnTo>
                <a:lnTo>
                  <a:pt x="6744220" y="215124"/>
                </a:lnTo>
                <a:lnTo>
                  <a:pt x="6747563" y="219700"/>
                </a:lnTo>
                <a:lnTo>
                  <a:pt x="6754251" y="236978"/>
                </a:lnTo>
                <a:lnTo>
                  <a:pt x="6757594" y="232344"/>
                </a:lnTo>
                <a:lnTo>
                  <a:pt x="6764282" y="241136"/>
                </a:lnTo>
                <a:lnTo>
                  <a:pt x="6770970" y="240380"/>
                </a:lnTo>
                <a:lnTo>
                  <a:pt x="6784344" y="256919"/>
                </a:lnTo>
                <a:lnTo>
                  <a:pt x="6787688" y="252880"/>
                </a:lnTo>
                <a:lnTo>
                  <a:pt x="6794375" y="272302"/>
                </a:lnTo>
                <a:lnTo>
                  <a:pt x="6801062" y="257523"/>
                </a:lnTo>
                <a:lnTo>
                  <a:pt x="6817781" y="282357"/>
                </a:lnTo>
                <a:lnTo>
                  <a:pt x="6821125" y="283325"/>
                </a:lnTo>
                <a:lnTo>
                  <a:pt x="6831155" y="298516"/>
                </a:lnTo>
                <a:lnTo>
                  <a:pt x="6834499" y="292669"/>
                </a:lnTo>
                <a:lnTo>
                  <a:pt x="6844531" y="301581"/>
                </a:lnTo>
                <a:lnTo>
                  <a:pt x="6851218" y="308425"/>
                </a:lnTo>
                <a:lnTo>
                  <a:pt x="6857905" y="312508"/>
                </a:lnTo>
                <a:lnTo>
                  <a:pt x="6881311" y="325356"/>
                </a:lnTo>
                <a:lnTo>
                  <a:pt x="6887999" y="330978"/>
                </a:lnTo>
                <a:lnTo>
                  <a:pt x="6891342" y="321418"/>
                </a:lnTo>
                <a:lnTo>
                  <a:pt x="6894686" y="342305"/>
                </a:lnTo>
                <a:lnTo>
                  <a:pt x="6898029" y="339686"/>
                </a:lnTo>
                <a:lnTo>
                  <a:pt x="6901373" y="333756"/>
                </a:lnTo>
                <a:lnTo>
                  <a:pt x="6904717" y="336945"/>
                </a:lnTo>
                <a:lnTo>
                  <a:pt x="6911404" y="347480"/>
                </a:lnTo>
                <a:lnTo>
                  <a:pt x="6928123" y="389267"/>
                </a:lnTo>
                <a:lnTo>
                  <a:pt x="6938153" y="371876"/>
                </a:lnTo>
                <a:lnTo>
                  <a:pt x="6948185" y="386767"/>
                </a:lnTo>
                <a:lnTo>
                  <a:pt x="6954872" y="393995"/>
                </a:lnTo>
                <a:lnTo>
                  <a:pt x="6964903" y="389276"/>
                </a:lnTo>
                <a:lnTo>
                  <a:pt x="6978278" y="399156"/>
                </a:lnTo>
                <a:lnTo>
                  <a:pt x="6981621" y="392467"/>
                </a:lnTo>
                <a:lnTo>
                  <a:pt x="6988309" y="403907"/>
                </a:lnTo>
                <a:lnTo>
                  <a:pt x="6994997" y="398920"/>
                </a:lnTo>
                <a:lnTo>
                  <a:pt x="7005027" y="412656"/>
                </a:lnTo>
                <a:lnTo>
                  <a:pt x="7008371" y="409842"/>
                </a:lnTo>
                <a:lnTo>
                  <a:pt x="7021746" y="414383"/>
                </a:lnTo>
                <a:lnTo>
                  <a:pt x="7025090" y="411717"/>
                </a:lnTo>
                <a:lnTo>
                  <a:pt x="7031777" y="425044"/>
                </a:lnTo>
                <a:lnTo>
                  <a:pt x="7035121" y="422622"/>
                </a:lnTo>
                <a:lnTo>
                  <a:pt x="7041808" y="411358"/>
                </a:lnTo>
                <a:lnTo>
                  <a:pt x="7045152" y="419520"/>
                </a:lnTo>
                <a:lnTo>
                  <a:pt x="7051839" y="426443"/>
                </a:lnTo>
                <a:lnTo>
                  <a:pt x="7058526" y="422627"/>
                </a:lnTo>
                <a:lnTo>
                  <a:pt x="7061870" y="428408"/>
                </a:lnTo>
                <a:lnTo>
                  <a:pt x="7071901" y="412415"/>
                </a:lnTo>
                <a:lnTo>
                  <a:pt x="7075245" y="431425"/>
                </a:lnTo>
                <a:lnTo>
                  <a:pt x="7078589" y="422614"/>
                </a:lnTo>
                <a:lnTo>
                  <a:pt x="7085276" y="407420"/>
                </a:lnTo>
                <a:lnTo>
                  <a:pt x="7095307" y="416312"/>
                </a:lnTo>
                <a:lnTo>
                  <a:pt x="7105338" y="407017"/>
                </a:lnTo>
                <a:lnTo>
                  <a:pt x="7112026" y="412537"/>
                </a:lnTo>
                <a:lnTo>
                  <a:pt x="7115369" y="411565"/>
                </a:lnTo>
                <a:lnTo>
                  <a:pt x="7118713" y="416521"/>
                </a:lnTo>
                <a:lnTo>
                  <a:pt x="7128744" y="401831"/>
                </a:lnTo>
                <a:lnTo>
                  <a:pt x="7135431" y="403941"/>
                </a:lnTo>
                <a:lnTo>
                  <a:pt x="7148806" y="384246"/>
                </a:lnTo>
                <a:lnTo>
                  <a:pt x="7152150" y="392467"/>
                </a:lnTo>
                <a:lnTo>
                  <a:pt x="7158837" y="381248"/>
                </a:lnTo>
                <a:lnTo>
                  <a:pt x="7162181" y="392027"/>
                </a:lnTo>
                <a:lnTo>
                  <a:pt x="7185587" y="301655"/>
                </a:lnTo>
                <a:lnTo>
                  <a:pt x="7188930" y="301256"/>
                </a:lnTo>
                <a:lnTo>
                  <a:pt x="7198961" y="274353"/>
                </a:lnTo>
                <a:lnTo>
                  <a:pt x="7208992" y="252906"/>
                </a:lnTo>
                <a:lnTo>
                  <a:pt x="7215680" y="252332"/>
                </a:lnTo>
                <a:lnTo>
                  <a:pt x="7219024" y="271378"/>
                </a:lnTo>
                <a:lnTo>
                  <a:pt x="7222367" y="261317"/>
                </a:lnTo>
                <a:lnTo>
                  <a:pt x="7229055" y="259558"/>
                </a:lnTo>
                <a:lnTo>
                  <a:pt x="7232398" y="246350"/>
                </a:lnTo>
                <a:lnTo>
                  <a:pt x="7242429" y="277666"/>
                </a:lnTo>
                <a:lnTo>
                  <a:pt x="7249117" y="269196"/>
                </a:lnTo>
                <a:lnTo>
                  <a:pt x="7255804" y="270693"/>
                </a:lnTo>
                <a:lnTo>
                  <a:pt x="7259148" y="282077"/>
                </a:lnTo>
                <a:lnTo>
                  <a:pt x="7262492" y="280696"/>
                </a:lnTo>
                <a:lnTo>
                  <a:pt x="7275866" y="267892"/>
                </a:lnTo>
                <a:lnTo>
                  <a:pt x="7282553" y="278451"/>
                </a:lnTo>
                <a:lnTo>
                  <a:pt x="7285897" y="276858"/>
                </a:lnTo>
                <a:lnTo>
                  <a:pt x="7299272" y="335196"/>
                </a:lnTo>
                <a:lnTo>
                  <a:pt x="7309303" y="310053"/>
                </a:lnTo>
                <a:lnTo>
                  <a:pt x="7319334" y="338743"/>
                </a:lnTo>
                <a:lnTo>
                  <a:pt x="7322678" y="356820"/>
                </a:lnTo>
                <a:lnTo>
                  <a:pt x="7326022" y="352451"/>
                </a:lnTo>
                <a:lnTo>
                  <a:pt x="7329366" y="347198"/>
                </a:lnTo>
                <a:lnTo>
                  <a:pt x="7346084" y="389684"/>
                </a:lnTo>
                <a:lnTo>
                  <a:pt x="7352771" y="383211"/>
                </a:lnTo>
                <a:lnTo>
                  <a:pt x="7366146" y="403464"/>
                </a:lnTo>
                <a:lnTo>
                  <a:pt x="7376177" y="402259"/>
                </a:lnTo>
                <a:lnTo>
                  <a:pt x="7382864" y="411872"/>
                </a:lnTo>
                <a:lnTo>
                  <a:pt x="7389551" y="404055"/>
                </a:lnTo>
                <a:lnTo>
                  <a:pt x="7399583" y="418703"/>
                </a:lnTo>
                <a:lnTo>
                  <a:pt x="7402927" y="421781"/>
                </a:lnTo>
                <a:lnTo>
                  <a:pt x="7406270" y="417848"/>
                </a:lnTo>
                <a:lnTo>
                  <a:pt x="7409614" y="419786"/>
                </a:lnTo>
                <a:lnTo>
                  <a:pt x="7416301" y="440703"/>
                </a:lnTo>
                <a:lnTo>
                  <a:pt x="7426332" y="442385"/>
                </a:lnTo>
                <a:lnTo>
                  <a:pt x="7436364" y="421236"/>
                </a:lnTo>
                <a:lnTo>
                  <a:pt x="7473144" y="406359"/>
                </a:lnTo>
                <a:lnTo>
                  <a:pt x="7483175" y="404838"/>
                </a:lnTo>
                <a:lnTo>
                  <a:pt x="7486519" y="413169"/>
                </a:lnTo>
                <a:lnTo>
                  <a:pt x="7493206" y="400599"/>
                </a:lnTo>
                <a:lnTo>
                  <a:pt x="7496549" y="402125"/>
                </a:lnTo>
                <a:lnTo>
                  <a:pt x="7509925" y="406921"/>
                </a:lnTo>
                <a:lnTo>
                  <a:pt x="7526643" y="394583"/>
                </a:lnTo>
                <a:lnTo>
                  <a:pt x="7536674" y="407325"/>
                </a:lnTo>
                <a:lnTo>
                  <a:pt x="7560080" y="390953"/>
                </a:lnTo>
                <a:lnTo>
                  <a:pt x="7566767" y="409235"/>
                </a:lnTo>
                <a:lnTo>
                  <a:pt x="7573454" y="396485"/>
                </a:lnTo>
                <a:lnTo>
                  <a:pt x="7583486" y="406863"/>
                </a:lnTo>
                <a:lnTo>
                  <a:pt x="7593517" y="395489"/>
                </a:lnTo>
                <a:lnTo>
                  <a:pt x="7600204" y="410989"/>
                </a:lnTo>
                <a:lnTo>
                  <a:pt x="7613578" y="397658"/>
                </a:lnTo>
                <a:lnTo>
                  <a:pt x="7620266" y="423684"/>
                </a:lnTo>
                <a:lnTo>
                  <a:pt x="7623610" y="419735"/>
                </a:lnTo>
                <a:lnTo>
                  <a:pt x="7630297" y="402790"/>
                </a:lnTo>
                <a:lnTo>
                  <a:pt x="7633641" y="406573"/>
                </a:lnTo>
                <a:lnTo>
                  <a:pt x="7643672" y="438802"/>
                </a:lnTo>
                <a:lnTo>
                  <a:pt x="7653703" y="431276"/>
                </a:lnTo>
                <a:lnTo>
                  <a:pt x="7660391" y="439500"/>
                </a:lnTo>
                <a:lnTo>
                  <a:pt x="7667078" y="431803"/>
                </a:lnTo>
                <a:lnTo>
                  <a:pt x="7683796" y="449293"/>
                </a:lnTo>
                <a:lnTo>
                  <a:pt x="7687140" y="445117"/>
                </a:lnTo>
                <a:lnTo>
                  <a:pt x="7700515" y="444203"/>
                </a:lnTo>
                <a:lnTo>
                  <a:pt x="7707202" y="456347"/>
                </a:lnTo>
                <a:lnTo>
                  <a:pt x="7710546" y="451723"/>
                </a:lnTo>
                <a:lnTo>
                  <a:pt x="7723920" y="461862"/>
                </a:lnTo>
                <a:lnTo>
                  <a:pt x="7733952" y="450886"/>
                </a:lnTo>
                <a:lnTo>
                  <a:pt x="7743983" y="471894"/>
                </a:lnTo>
                <a:lnTo>
                  <a:pt x="7747326" y="477573"/>
                </a:lnTo>
                <a:lnTo>
                  <a:pt x="7750670" y="472743"/>
                </a:lnTo>
                <a:lnTo>
                  <a:pt x="7757357" y="452117"/>
                </a:lnTo>
                <a:lnTo>
                  <a:pt x="7774076" y="482946"/>
                </a:lnTo>
                <a:lnTo>
                  <a:pt x="7784107" y="462617"/>
                </a:lnTo>
                <a:lnTo>
                  <a:pt x="7787451" y="465305"/>
                </a:lnTo>
                <a:lnTo>
                  <a:pt x="7794138" y="483816"/>
                </a:lnTo>
                <a:lnTo>
                  <a:pt x="7800825" y="482893"/>
                </a:lnTo>
                <a:lnTo>
                  <a:pt x="7810857" y="465365"/>
                </a:lnTo>
                <a:lnTo>
                  <a:pt x="7820888" y="475027"/>
                </a:lnTo>
                <a:lnTo>
                  <a:pt x="7824231" y="470040"/>
                </a:lnTo>
                <a:lnTo>
                  <a:pt x="7834262" y="483601"/>
                </a:lnTo>
                <a:lnTo>
                  <a:pt x="7840950" y="465805"/>
                </a:lnTo>
                <a:lnTo>
                  <a:pt x="7844294" y="469546"/>
                </a:lnTo>
                <a:lnTo>
                  <a:pt x="7854325" y="478251"/>
                </a:lnTo>
                <a:lnTo>
                  <a:pt x="7864355" y="475661"/>
                </a:lnTo>
                <a:lnTo>
                  <a:pt x="7871043" y="482422"/>
                </a:lnTo>
                <a:lnTo>
                  <a:pt x="7887762" y="467778"/>
                </a:lnTo>
                <a:lnTo>
                  <a:pt x="7901136" y="486015"/>
                </a:lnTo>
                <a:lnTo>
                  <a:pt x="7904480" y="482225"/>
                </a:lnTo>
                <a:lnTo>
                  <a:pt x="7911167" y="468836"/>
                </a:lnTo>
                <a:lnTo>
                  <a:pt x="7921198" y="480371"/>
                </a:lnTo>
                <a:lnTo>
                  <a:pt x="7931229" y="469728"/>
                </a:lnTo>
                <a:lnTo>
                  <a:pt x="7934573" y="476594"/>
                </a:lnTo>
                <a:lnTo>
                  <a:pt x="7937916" y="474364"/>
                </a:lnTo>
                <a:lnTo>
                  <a:pt x="7944604" y="476288"/>
                </a:lnTo>
                <a:lnTo>
                  <a:pt x="7951291" y="489419"/>
                </a:lnTo>
                <a:lnTo>
                  <a:pt x="7957979" y="486364"/>
                </a:lnTo>
                <a:lnTo>
                  <a:pt x="7964666" y="483585"/>
                </a:lnTo>
                <a:lnTo>
                  <a:pt x="7968010" y="481607"/>
                </a:lnTo>
                <a:lnTo>
                  <a:pt x="7971354" y="490005"/>
                </a:lnTo>
                <a:lnTo>
                  <a:pt x="7981384" y="477658"/>
                </a:lnTo>
                <a:lnTo>
                  <a:pt x="7991416" y="481024"/>
                </a:lnTo>
                <a:lnTo>
                  <a:pt x="7998103" y="467614"/>
                </a:lnTo>
                <a:lnTo>
                  <a:pt x="8001447" y="481521"/>
                </a:lnTo>
                <a:lnTo>
                  <a:pt x="8004791" y="480451"/>
                </a:lnTo>
                <a:lnTo>
                  <a:pt x="8024852" y="467722"/>
                </a:lnTo>
                <a:lnTo>
                  <a:pt x="8031540" y="477374"/>
                </a:lnTo>
                <a:lnTo>
                  <a:pt x="8038227" y="466115"/>
                </a:lnTo>
                <a:lnTo>
                  <a:pt x="8044915" y="467110"/>
                </a:lnTo>
                <a:lnTo>
                  <a:pt x="8078352" y="449693"/>
                </a:lnTo>
                <a:lnTo>
                  <a:pt x="8081695" y="456626"/>
                </a:lnTo>
                <a:lnTo>
                  <a:pt x="8085039" y="453448"/>
                </a:lnTo>
                <a:lnTo>
                  <a:pt x="8095070" y="447094"/>
                </a:lnTo>
                <a:lnTo>
                  <a:pt x="8115132" y="430266"/>
                </a:lnTo>
                <a:lnTo>
                  <a:pt x="8128507" y="440216"/>
                </a:lnTo>
                <a:lnTo>
                  <a:pt x="8141882" y="426320"/>
                </a:lnTo>
                <a:lnTo>
                  <a:pt x="8145226" y="426070"/>
                </a:lnTo>
                <a:lnTo>
                  <a:pt x="8148569" y="435539"/>
                </a:lnTo>
                <a:lnTo>
                  <a:pt x="8151913" y="431338"/>
                </a:lnTo>
                <a:lnTo>
                  <a:pt x="8158600" y="416191"/>
                </a:lnTo>
                <a:lnTo>
                  <a:pt x="8168631" y="418831"/>
                </a:lnTo>
                <a:lnTo>
                  <a:pt x="8171974" y="429945"/>
                </a:lnTo>
                <a:lnTo>
                  <a:pt x="8175318" y="428099"/>
                </a:lnTo>
                <a:lnTo>
                  <a:pt x="8182006" y="423249"/>
                </a:lnTo>
                <a:lnTo>
                  <a:pt x="8188693" y="407036"/>
                </a:lnTo>
                <a:lnTo>
                  <a:pt x="8198724" y="399943"/>
                </a:lnTo>
                <a:lnTo>
                  <a:pt x="8205411" y="402633"/>
                </a:lnTo>
                <a:lnTo>
                  <a:pt x="8212099" y="395021"/>
                </a:lnTo>
                <a:lnTo>
                  <a:pt x="8228818" y="387522"/>
                </a:lnTo>
                <a:lnTo>
                  <a:pt x="8235505" y="379080"/>
                </a:lnTo>
                <a:lnTo>
                  <a:pt x="8245536" y="394493"/>
                </a:lnTo>
                <a:lnTo>
                  <a:pt x="8255567" y="371641"/>
                </a:lnTo>
                <a:lnTo>
                  <a:pt x="8258911" y="370354"/>
                </a:lnTo>
                <a:lnTo>
                  <a:pt x="8265598" y="380879"/>
                </a:lnTo>
                <a:lnTo>
                  <a:pt x="8278973" y="360400"/>
                </a:lnTo>
                <a:lnTo>
                  <a:pt x="8292348" y="356874"/>
                </a:lnTo>
                <a:lnTo>
                  <a:pt x="8309066" y="346734"/>
                </a:lnTo>
                <a:lnTo>
                  <a:pt x="8319097" y="367078"/>
                </a:lnTo>
                <a:lnTo>
                  <a:pt x="8329129" y="327779"/>
                </a:lnTo>
                <a:lnTo>
                  <a:pt x="8339159" y="328847"/>
                </a:lnTo>
                <a:lnTo>
                  <a:pt x="8345847" y="343868"/>
                </a:lnTo>
                <a:lnTo>
                  <a:pt x="8359221" y="312850"/>
                </a:lnTo>
                <a:lnTo>
                  <a:pt x="8369253" y="337350"/>
                </a:lnTo>
                <a:lnTo>
                  <a:pt x="8372596" y="334047"/>
                </a:lnTo>
                <a:lnTo>
                  <a:pt x="8379284" y="313637"/>
                </a:lnTo>
                <a:lnTo>
                  <a:pt x="8382627" y="317454"/>
                </a:lnTo>
                <a:lnTo>
                  <a:pt x="8385971" y="327032"/>
                </a:lnTo>
                <a:lnTo>
                  <a:pt x="8389314" y="323076"/>
                </a:lnTo>
                <a:lnTo>
                  <a:pt x="8392658" y="318087"/>
                </a:lnTo>
                <a:lnTo>
                  <a:pt x="8396002" y="326314"/>
                </a:lnTo>
                <a:lnTo>
                  <a:pt x="8399346" y="323326"/>
                </a:lnTo>
                <a:lnTo>
                  <a:pt x="8406033" y="306642"/>
                </a:lnTo>
                <a:lnTo>
                  <a:pt x="8409377" y="316374"/>
                </a:lnTo>
                <a:lnTo>
                  <a:pt x="8416064" y="309513"/>
                </a:lnTo>
                <a:lnTo>
                  <a:pt x="8422751" y="329713"/>
                </a:lnTo>
                <a:lnTo>
                  <a:pt x="8429439" y="304671"/>
                </a:lnTo>
                <a:lnTo>
                  <a:pt x="8432782" y="304638"/>
                </a:lnTo>
                <a:lnTo>
                  <a:pt x="8439470" y="325454"/>
                </a:lnTo>
                <a:lnTo>
                  <a:pt x="8446158" y="316486"/>
                </a:lnTo>
                <a:lnTo>
                  <a:pt x="8449501" y="322599"/>
                </a:lnTo>
                <a:lnTo>
                  <a:pt x="8452845" y="318626"/>
                </a:lnTo>
                <a:lnTo>
                  <a:pt x="8459532" y="294105"/>
                </a:lnTo>
                <a:lnTo>
                  <a:pt x="8472907" y="314531"/>
                </a:lnTo>
                <a:lnTo>
                  <a:pt x="8476251" y="308698"/>
                </a:lnTo>
                <a:lnTo>
                  <a:pt x="8479594" y="311146"/>
                </a:lnTo>
                <a:lnTo>
                  <a:pt x="8482938" y="310947"/>
                </a:lnTo>
                <a:lnTo>
                  <a:pt x="8486282" y="290719"/>
                </a:lnTo>
                <a:lnTo>
                  <a:pt x="8489625" y="292135"/>
                </a:lnTo>
                <a:lnTo>
                  <a:pt x="8499656" y="309305"/>
                </a:lnTo>
                <a:lnTo>
                  <a:pt x="8506343" y="294760"/>
                </a:lnTo>
                <a:lnTo>
                  <a:pt x="8509687" y="306124"/>
                </a:lnTo>
                <a:lnTo>
                  <a:pt x="8513031" y="303589"/>
                </a:lnTo>
                <a:lnTo>
                  <a:pt x="8516375" y="306351"/>
                </a:lnTo>
                <a:lnTo>
                  <a:pt x="8529750" y="291241"/>
                </a:lnTo>
                <a:lnTo>
                  <a:pt x="8539780" y="309483"/>
                </a:lnTo>
                <a:lnTo>
                  <a:pt x="8543124" y="304648"/>
                </a:lnTo>
                <a:lnTo>
                  <a:pt x="8549812" y="306185"/>
                </a:lnTo>
                <a:lnTo>
                  <a:pt x="8559843" y="304903"/>
                </a:lnTo>
                <a:lnTo>
                  <a:pt x="8563187" y="303135"/>
                </a:lnTo>
                <a:lnTo>
                  <a:pt x="8569874" y="315276"/>
                </a:lnTo>
                <a:lnTo>
                  <a:pt x="8573217" y="310563"/>
                </a:lnTo>
                <a:lnTo>
                  <a:pt x="8576561" y="299305"/>
                </a:lnTo>
                <a:lnTo>
                  <a:pt x="8579905" y="301429"/>
                </a:lnTo>
                <a:lnTo>
                  <a:pt x="8583248" y="308925"/>
                </a:lnTo>
                <a:lnTo>
                  <a:pt x="8589936" y="293858"/>
                </a:lnTo>
                <a:lnTo>
                  <a:pt x="8599967" y="337858"/>
                </a:lnTo>
                <a:lnTo>
                  <a:pt x="8606654" y="301879"/>
                </a:lnTo>
                <a:lnTo>
                  <a:pt x="8613341" y="319634"/>
                </a:lnTo>
                <a:lnTo>
                  <a:pt x="8616685" y="302174"/>
                </a:lnTo>
                <a:lnTo>
                  <a:pt x="8620029" y="303059"/>
                </a:lnTo>
                <a:lnTo>
                  <a:pt x="8623373" y="303527"/>
                </a:lnTo>
                <a:lnTo>
                  <a:pt x="8626717" y="310555"/>
                </a:lnTo>
                <a:lnTo>
                  <a:pt x="8633404" y="300063"/>
                </a:lnTo>
                <a:lnTo>
                  <a:pt x="8640091" y="309205"/>
                </a:lnTo>
                <a:lnTo>
                  <a:pt x="8653466" y="301503"/>
                </a:lnTo>
                <a:lnTo>
                  <a:pt x="8656809" y="306598"/>
                </a:lnTo>
                <a:lnTo>
                  <a:pt x="8666841" y="296683"/>
                </a:lnTo>
                <a:lnTo>
                  <a:pt x="8670185" y="298227"/>
                </a:lnTo>
                <a:lnTo>
                  <a:pt x="8673528" y="307671"/>
                </a:lnTo>
                <a:lnTo>
                  <a:pt x="8676872" y="298123"/>
                </a:lnTo>
                <a:lnTo>
                  <a:pt x="8680215" y="299829"/>
                </a:lnTo>
                <a:lnTo>
                  <a:pt x="8683559" y="307180"/>
                </a:lnTo>
                <a:lnTo>
                  <a:pt x="8686903" y="302776"/>
                </a:lnTo>
                <a:lnTo>
                  <a:pt x="8706965" y="285630"/>
                </a:lnTo>
                <a:lnTo>
                  <a:pt x="8713652" y="304448"/>
                </a:lnTo>
                <a:lnTo>
                  <a:pt x="8720340" y="288431"/>
                </a:lnTo>
                <a:lnTo>
                  <a:pt x="8730371" y="281757"/>
                </a:lnTo>
                <a:lnTo>
                  <a:pt x="8737058" y="297267"/>
                </a:lnTo>
                <a:lnTo>
                  <a:pt x="8747089" y="279706"/>
                </a:lnTo>
                <a:lnTo>
                  <a:pt x="8750433" y="297755"/>
                </a:lnTo>
                <a:lnTo>
                  <a:pt x="8753777" y="287567"/>
                </a:lnTo>
                <a:lnTo>
                  <a:pt x="8760464" y="274385"/>
                </a:lnTo>
                <a:lnTo>
                  <a:pt x="8763807" y="280614"/>
                </a:lnTo>
                <a:lnTo>
                  <a:pt x="8767151" y="277553"/>
                </a:lnTo>
                <a:lnTo>
                  <a:pt x="8770495" y="272739"/>
                </a:lnTo>
                <a:lnTo>
                  <a:pt x="8773839" y="275373"/>
                </a:lnTo>
                <a:lnTo>
                  <a:pt x="8780526" y="274010"/>
                </a:lnTo>
                <a:lnTo>
                  <a:pt x="8783870" y="269599"/>
                </a:lnTo>
                <a:lnTo>
                  <a:pt x="8790557" y="286289"/>
                </a:lnTo>
                <a:lnTo>
                  <a:pt x="8797244" y="282403"/>
                </a:lnTo>
                <a:lnTo>
                  <a:pt x="8807276" y="274614"/>
                </a:lnTo>
                <a:lnTo>
                  <a:pt x="8813963" y="285482"/>
                </a:lnTo>
                <a:lnTo>
                  <a:pt x="8823994" y="268168"/>
                </a:lnTo>
                <a:lnTo>
                  <a:pt x="8830681" y="278714"/>
                </a:lnTo>
                <a:lnTo>
                  <a:pt x="8840712" y="264902"/>
                </a:lnTo>
                <a:lnTo>
                  <a:pt x="8844056" y="272025"/>
                </a:lnTo>
                <a:lnTo>
                  <a:pt x="8850744" y="271824"/>
                </a:lnTo>
                <a:lnTo>
                  <a:pt x="8857431" y="259900"/>
                </a:lnTo>
                <a:lnTo>
                  <a:pt x="8860775" y="259408"/>
                </a:lnTo>
                <a:lnTo>
                  <a:pt x="8864118" y="267521"/>
                </a:lnTo>
                <a:lnTo>
                  <a:pt x="8867462" y="263186"/>
                </a:lnTo>
                <a:lnTo>
                  <a:pt x="8877493" y="253584"/>
                </a:lnTo>
                <a:lnTo>
                  <a:pt x="8884181" y="263949"/>
                </a:lnTo>
                <a:lnTo>
                  <a:pt x="8894212" y="248981"/>
                </a:lnTo>
                <a:lnTo>
                  <a:pt x="8897555" y="250187"/>
                </a:lnTo>
                <a:lnTo>
                  <a:pt x="8900899" y="259986"/>
                </a:lnTo>
                <a:lnTo>
                  <a:pt x="8904243" y="253367"/>
                </a:lnTo>
                <a:lnTo>
                  <a:pt x="8910930" y="245539"/>
                </a:lnTo>
                <a:lnTo>
                  <a:pt x="8917617" y="249640"/>
                </a:lnTo>
                <a:lnTo>
                  <a:pt x="8924305" y="241965"/>
                </a:lnTo>
                <a:lnTo>
                  <a:pt x="8934336" y="246712"/>
                </a:lnTo>
                <a:lnTo>
                  <a:pt x="8944367" y="241509"/>
                </a:lnTo>
                <a:lnTo>
                  <a:pt x="8961086" y="249527"/>
                </a:lnTo>
                <a:lnTo>
                  <a:pt x="8964429" y="239643"/>
                </a:lnTo>
                <a:lnTo>
                  <a:pt x="8967773" y="242711"/>
                </a:lnTo>
                <a:lnTo>
                  <a:pt x="8974460" y="238742"/>
                </a:lnTo>
                <a:lnTo>
                  <a:pt x="8981147" y="250196"/>
                </a:lnTo>
                <a:lnTo>
                  <a:pt x="8991178" y="241248"/>
                </a:lnTo>
                <a:lnTo>
                  <a:pt x="9004554" y="240612"/>
                </a:lnTo>
                <a:lnTo>
                  <a:pt x="9007897" y="247198"/>
                </a:lnTo>
                <a:lnTo>
                  <a:pt x="9011241" y="243202"/>
                </a:lnTo>
                <a:lnTo>
                  <a:pt x="9021272" y="243871"/>
                </a:lnTo>
                <a:lnTo>
                  <a:pt x="9027959" y="244300"/>
                </a:lnTo>
                <a:lnTo>
                  <a:pt x="9037990" y="248685"/>
                </a:lnTo>
                <a:lnTo>
                  <a:pt x="9041334" y="242623"/>
                </a:lnTo>
                <a:lnTo>
                  <a:pt x="9044678" y="244870"/>
                </a:lnTo>
                <a:lnTo>
                  <a:pt x="9058052" y="246548"/>
                </a:lnTo>
                <a:lnTo>
                  <a:pt x="9061396" y="242010"/>
                </a:lnTo>
                <a:lnTo>
                  <a:pt x="9068083" y="250537"/>
                </a:lnTo>
                <a:lnTo>
                  <a:pt x="9074771" y="247069"/>
                </a:lnTo>
                <a:lnTo>
                  <a:pt x="9094833" y="245924"/>
                </a:lnTo>
                <a:lnTo>
                  <a:pt x="9101520" y="247487"/>
                </a:lnTo>
                <a:lnTo>
                  <a:pt x="9104864" y="243764"/>
                </a:lnTo>
                <a:lnTo>
                  <a:pt x="9118239" y="259312"/>
                </a:lnTo>
                <a:lnTo>
                  <a:pt x="9121583" y="245592"/>
                </a:lnTo>
                <a:lnTo>
                  <a:pt x="9124926" y="249179"/>
                </a:lnTo>
                <a:lnTo>
                  <a:pt x="9128270" y="245341"/>
                </a:lnTo>
                <a:lnTo>
                  <a:pt x="9131613" y="249201"/>
                </a:lnTo>
                <a:lnTo>
                  <a:pt x="9138301" y="259393"/>
                </a:lnTo>
                <a:lnTo>
                  <a:pt x="9141644" y="253266"/>
                </a:lnTo>
                <a:lnTo>
                  <a:pt x="9144988" y="256248"/>
                </a:lnTo>
                <a:lnTo>
                  <a:pt x="9148332" y="261961"/>
                </a:lnTo>
                <a:lnTo>
                  <a:pt x="9158363" y="250747"/>
                </a:lnTo>
                <a:lnTo>
                  <a:pt x="9161707" y="261086"/>
                </a:lnTo>
                <a:lnTo>
                  <a:pt x="9165050" y="254911"/>
                </a:lnTo>
                <a:lnTo>
                  <a:pt x="9175081" y="258885"/>
                </a:lnTo>
                <a:lnTo>
                  <a:pt x="9178425" y="251179"/>
                </a:lnTo>
                <a:lnTo>
                  <a:pt x="9181769" y="259292"/>
                </a:lnTo>
                <a:lnTo>
                  <a:pt x="9185113" y="257101"/>
                </a:lnTo>
                <a:lnTo>
                  <a:pt x="9198487" y="256355"/>
                </a:lnTo>
                <a:lnTo>
                  <a:pt x="9201831" y="246013"/>
                </a:lnTo>
                <a:lnTo>
                  <a:pt x="9208518" y="256160"/>
                </a:lnTo>
                <a:lnTo>
                  <a:pt x="9218550" y="258407"/>
                </a:lnTo>
                <a:lnTo>
                  <a:pt x="9221893" y="250139"/>
                </a:lnTo>
                <a:lnTo>
                  <a:pt x="9225237" y="254644"/>
                </a:lnTo>
                <a:lnTo>
                  <a:pt x="9255330" y="251144"/>
                </a:lnTo>
                <a:lnTo>
                  <a:pt x="9258674" y="260701"/>
                </a:lnTo>
                <a:lnTo>
                  <a:pt x="9262018" y="258107"/>
                </a:lnTo>
                <a:lnTo>
                  <a:pt x="9272048" y="258220"/>
                </a:lnTo>
                <a:lnTo>
                  <a:pt x="9275392" y="250832"/>
                </a:lnTo>
                <a:lnTo>
                  <a:pt x="9278736" y="252588"/>
                </a:lnTo>
                <a:lnTo>
                  <a:pt x="9282079" y="251830"/>
                </a:lnTo>
                <a:lnTo>
                  <a:pt x="9288767" y="257612"/>
                </a:lnTo>
                <a:lnTo>
                  <a:pt x="9292111" y="251328"/>
                </a:lnTo>
                <a:lnTo>
                  <a:pt x="9295455" y="254099"/>
                </a:lnTo>
                <a:lnTo>
                  <a:pt x="9298798" y="261137"/>
                </a:lnTo>
                <a:lnTo>
                  <a:pt x="9302142" y="255986"/>
                </a:lnTo>
                <a:lnTo>
                  <a:pt x="9308829" y="257656"/>
                </a:lnTo>
                <a:lnTo>
                  <a:pt x="9312173" y="251256"/>
                </a:lnTo>
                <a:lnTo>
                  <a:pt x="9315516" y="261631"/>
                </a:lnTo>
                <a:lnTo>
                  <a:pt x="9318860" y="255354"/>
                </a:lnTo>
                <a:lnTo>
                  <a:pt x="9328891" y="259046"/>
                </a:lnTo>
                <a:lnTo>
                  <a:pt x="9365672" y="255929"/>
                </a:lnTo>
              </a:path>
            </a:pathLst>
          </a:custGeom>
          <a:noFill/>
          <a:ln w="44173">
            <a:solidFill>
              <a:srgbClr val="3B6C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path 127"/>
          <p:cNvSpPr/>
          <p:nvPr/>
        </p:nvSpPr>
        <p:spPr>
          <a:xfrm>
            <a:off x="2175164" y="9729930"/>
            <a:ext cx="9365672" cy="1160600"/>
          </a:xfrm>
          <a:custGeom>
            <a:avLst/>
            <a:gdLst/>
            <a:ahLst/>
            <a:cxnLst/>
            <a:rect l="l" t="t" r="r" b="b"/>
            <a:pathLst>
              <a:path w="9365672" h="1160600">
                <a:moveTo>
                  <a:pt x="0" y="1047753"/>
                </a:moveTo>
                <a:lnTo>
                  <a:pt x="10031" y="1045415"/>
                </a:lnTo>
                <a:lnTo>
                  <a:pt x="23405" y="1040056"/>
                </a:lnTo>
                <a:lnTo>
                  <a:pt x="30093" y="1032662"/>
                </a:lnTo>
                <a:lnTo>
                  <a:pt x="40124" y="1030474"/>
                </a:lnTo>
                <a:lnTo>
                  <a:pt x="56842" y="1022916"/>
                </a:lnTo>
                <a:lnTo>
                  <a:pt x="73561" y="1020737"/>
                </a:lnTo>
                <a:lnTo>
                  <a:pt x="113685" y="1012770"/>
                </a:lnTo>
                <a:lnTo>
                  <a:pt x="127060" y="1011238"/>
                </a:lnTo>
                <a:lnTo>
                  <a:pt x="167184" y="1009364"/>
                </a:lnTo>
                <a:lnTo>
                  <a:pt x="170528" y="1014215"/>
                </a:lnTo>
                <a:lnTo>
                  <a:pt x="177215" y="1004812"/>
                </a:lnTo>
                <a:lnTo>
                  <a:pt x="183902" y="1004377"/>
                </a:lnTo>
                <a:lnTo>
                  <a:pt x="193933" y="1002340"/>
                </a:lnTo>
                <a:lnTo>
                  <a:pt x="200621" y="1001668"/>
                </a:lnTo>
                <a:lnTo>
                  <a:pt x="213996" y="1000942"/>
                </a:lnTo>
                <a:lnTo>
                  <a:pt x="247432" y="997552"/>
                </a:lnTo>
                <a:lnTo>
                  <a:pt x="250776" y="997384"/>
                </a:lnTo>
                <a:lnTo>
                  <a:pt x="257463" y="1007277"/>
                </a:lnTo>
                <a:lnTo>
                  <a:pt x="264151" y="998643"/>
                </a:lnTo>
                <a:lnTo>
                  <a:pt x="287557" y="998685"/>
                </a:lnTo>
                <a:lnTo>
                  <a:pt x="290900" y="1005638"/>
                </a:lnTo>
                <a:lnTo>
                  <a:pt x="297588" y="994533"/>
                </a:lnTo>
                <a:lnTo>
                  <a:pt x="304275" y="994412"/>
                </a:lnTo>
                <a:lnTo>
                  <a:pt x="314306" y="986778"/>
                </a:lnTo>
                <a:lnTo>
                  <a:pt x="317650" y="985324"/>
                </a:lnTo>
                <a:lnTo>
                  <a:pt x="324337" y="992653"/>
                </a:lnTo>
                <a:lnTo>
                  <a:pt x="344400" y="985650"/>
                </a:lnTo>
                <a:lnTo>
                  <a:pt x="351087" y="989465"/>
                </a:lnTo>
                <a:lnTo>
                  <a:pt x="354431" y="987532"/>
                </a:lnTo>
                <a:lnTo>
                  <a:pt x="361118" y="1002846"/>
                </a:lnTo>
                <a:lnTo>
                  <a:pt x="374493" y="983255"/>
                </a:lnTo>
                <a:lnTo>
                  <a:pt x="394555" y="995762"/>
                </a:lnTo>
                <a:lnTo>
                  <a:pt x="401242" y="981777"/>
                </a:lnTo>
                <a:lnTo>
                  <a:pt x="404586" y="985226"/>
                </a:lnTo>
                <a:lnTo>
                  <a:pt x="411273" y="993897"/>
                </a:lnTo>
                <a:lnTo>
                  <a:pt x="417961" y="987272"/>
                </a:lnTo>
                <a:lnTo>
                  <a:pt x="424648" y="1005412"/>
                </a:lnTo>
                <a:lnTo>
                  <a:pt x="427992" y="998390"/>
                </a:lnTo>
                <a:lnTo>
                  <a:pt x="431335" y="1000454"/>
                </a:lnTo>
                <a:lnTo>
                  <a:pt x="438023" y="981804"/>
                </a:lnTo>
                <a:lnTo>
                  <a:pt x="441366" y="988983"/>
                </a:lnTo>
                <a:lnTo>
                  <a:pt x="444710" y="991945"/>
                </a:lnTo>
                <a:lnTo>
                  <a:pt x="448054" y="987111"/>
                </a:lnTo>
                <a:lnTo>
                  <a:pt x="451397" y="994381"/>
                </a:lnTo>
                <a:lnTo>
                  <a:pt x="454741" y="989367"/>
                </a:lnTo>
                <a:lnTo>
                  <a:pt x="491522" y="984695"/>
                </a:lnTo>
                <a:lnTo>
                  <a:pt x="501553" y="982858"/>
                </a:lnTo>
                <a:lnTo>
                  <a:pt x="521615" y="987246"/>
                </a:lnTo>
                <a:lnTo>
                  <a:pt x="548365" y="987339"/>
                </a:lnTo>
                <a:lnTo>
                  <a:pt x="555052" y="978782"/>
                </a:lnTo>
                <a:lnTo>
                  <a:pt x="561739" y="986944"/>
                </a:lnTo>
                <a:lnTo>
                  <a:pt x="571770" y="980924"/>
                </a:lnTo>
                <a:lnTo>
                  <a:pt x="578458" y="989617"/>
                </a:lnTo>
                <a:lnTo>
                  <a:pt x="581801" y="986620"/>
                </a:lnTo>
                <a:lnTo>
                  <a:pt x="588489" y="982483"/>
                </a:lnTo>
                <a:lnTo>
                  <a:pt x="608551" y="983183"/>
                </a:lnTo>
                <a:lnTo>
                  <a:pt x="615238" y="997355"/>
                </a:lnTo>
                <a:lnTo>
                  <a:pt x="621926" y="978231"/>
                </a:lnTo>
                <a:lnTo>
                  <a:pt x="648675" y="989933"/>
                </a:lnTo>
                <a:lnTo>
                  <a:pt x="658706" y="979544"/>
                </a:lnTo>
                <a:lnTo>
                  <a:pt x="685456" y="981282"/>
                </a:lnTo>
                <a:lnTo>
                  <a:pt x="688799" y="985563"/>
                </a:lnTo>
                <a:lnTo>
                  <a:pt x="692143" y="982291"/>
                </a:lnTo>
                <a:lnTo>
                  <a:pt x="705518" y="978099"/>
                </a:lnTo>
                <a:lnTo>
                  <a:pt x="745642" y="979983"/>
                </a:lnTo>
                <a:lnTo>
                  <a:pt x="748986" y="974672"/>
                </a:lnTo>
                <a:lnTo>
                  <a:pt x="755673" y="979547"/>
                </a:lnTo>
                <a:lnTo>
                  <a:pt x="762361" y="976871"/>
                </a:lnTo>
                <a:lnTo>
                  <a:pt x="765704" y="969418"/>
                </a:lnTo>
                <a:lnTo>
                  <a:pt x="769048" y="974245"/>
                </a:lnTo>
                <a:lnTo>
                  <a:pt x="785766" y="975713"/>
                </a:lnTo>
                <a:lnTo>
                  <a:pt x="799141" y="971954"/>
                </a:lnTo>
                <a:lnTo>
                  <a:pt x="809172" y="976780"/>
                </a:lnTo>
                <a:lnTo>
                  <a:pt x="812516" y="979647"/>
                </a:lnTo>
                <a:lnTo>
                  <a:pt x="815859" y="972438"/>
                </a:lnTo>
                <a:lnTo>
                  <a:pt x="819203" y="974858"/>
                </a:lnTo>
                <a:lnTo>
                  <a:pt x="829234" y="973774"/>
                </a:lnTo>
                <a:lnTo>
                  <a:pt x="832578" y="979859"/>
                </a:lnTo>
                <a:lnTo>
                  <a:pt x="835922" y="976735"/>
                </a:lnTo>
                <a:lnTo>
                  <a:pt x="852640" y="977508"/>
                </a:lnTo>
                <a:lnTo>
                  <a:pt x="869359" y="972852"/>
                </a:lnTo>
                <a:lnTo>
                  <a:pt x="876046" y="961459"/>
                </a:lnTo>
                <a:lnTo>
                  <a:pt x="879390" y="969457"/>
                </a:lnTo>
                <a:lnTo>
                  <a:pt x="882733" y="965392"/>
                </a:lnTo>
                <a:lnTo>
                  <a:pt x="892764" y="970123"/>
                </a:lnTo>
                <a:lnTo>
                  <a:pt x="956294" y="964576"/>
                </a:lnTo>
                <a:lnTo>
                  <a:pt x="966326" y="973548"/>
                </a:lnTo>
                <a:lnTo>
                  <a:pt x="969669" y="984006"/>
                </a:lnTo>
                <a:lnTo>
                  <a:pt x="983044" y="953100"/>
                </a:lnTo>
                <a:lnTo>
                  <a:pt x="996419" y="972796"/>
                </a:lnTo>
                <a:lnTo>
                  <a:pt x="1006450" y="963098"/>
                </a:lnTo>
                <a:lnTo>
                  <a:pt x="1016481" y="963342"/>
                </a:lnTo>
                <a:lnTo>
                  <a:pt x="1033199" y="964458"/>
                </a:lnTo>
                <a:lnTo>
                  <a:pt x="1046574" y="956456"/>
                </a:lnTo>
                <a:lnTo>
                  <a:pt x="1049918" y="965437"/>
                </a:lnTo>
                <a:lnTo>
                  <a:pt x="1056605" y="937324"/>
                </a:lnTo>
                <a:lnTo>
                  <a:pt x="1066636" y="967589"/>
                </a:lnTo>
                <a:lnTo>
                  <a:pt x="1069980" y="961096"/>
                </a:lnTo>
                <a:lnTo>
                  <a:pt x="1073323" y="965123"/>
                </a:lnTo>
                <a:lnTo>
                  <a:pt x="1083355" y="974946"/>
                </a:lnTo>
                <a:lnTo>
                  <a:pt x="1086698" y="949683"/>
                </a:lnTo>
                <a:lnTo>
                  <a:pt x="1090042" y="952902"/>
                </a:lnTo>
                <a:lnTo>
                  <a:pt x="1103417" y="938088"/>
                </a:lnTo>
                <a:lnTo>
                  <a:pt x="1116792" y="967043"/>
                </a:lnTo>
                <a:lnTo>
                  <a:pt x="1126823" y="947156"/>
                </a:lnTo>
                <a:lnTo>
                  <a:pt x="1133510" y="959324"/>
                </a:lnTo>
                <a:lnTo>
                  <a:pt x="1136854" y="955918"/>
                </a:lnTo>
                <a:lnTo>
                  <a:pt x="1143541" y="949851"/>
                </a:lnTo>
                <a:lnTo>
                  <a:pt x="1150228" y="954434"/>
                </a:lnTo>
                <a:lnTo>
                  <a:pt x="1153572" y="950554"/>
                </a:lnTo>
                <a:lnTo>
                  <a:pt x="1156916" y="954229"/>
                </a:lnTo>
                <a:lnTo>
                  <a:pt x="1170291" y="949560"/>
                </a:lnTo>
                <a:lnTo>
                  <a:pt x="1173634" y="955690"/>
                </a:lnTo>
                <a:lnTo>
                  <a:pt x="1180322" y="941477"/>
                </a:lnTo>
                <a:lnTo>
                  <a:pt x="1183665" y="944938"/>
                </a:lnTo>
                <a:lnTo>
                  <a:pt x="1190353" y="949326"/>
                </a:lnTo>
                <a:lnTo>
                  <a:pt x="1193697" y="939563"/>
                </a:lnTo>
                <a:lnTo>
                  <a:pt x="1197040" y="941362"/>
                </a:lnTo>
                <a:lnTo>
                  <a:pt x="1203727" y="940082"/>
                </a:lnTo>
                <a:lnTo>
                  <a:pt x="1207071" y="944866"/>
                </a:lnTo>
                <a:lnTo>
                  <a:pt x="1210415" y="937160"/>
                </a:lnTo>
                <a:lnTo>
                  <a:pt x="1213759" y="938894"/>
                </a:lnTo>
                <a:lnTo>
                  <a:pt x="1217102" y="940728"/>
                </a:lnTo>
                <a:lnTo>
                  <a:pt x="1227133" y="925204"/>
                </a:lnTo>
                <a:lnTo>
                  <a:pt x="1230477" y="932126"/>
                </a:lnTo>
                <a:lnTo>
                  <a:pt x="1233821" y="928110"/>
                </a:lnTo>
                <a:lnTo>
                  <a:pt x="1250539" y="929730"/>
                </a:lnTo>
                <a:lnTo>
                  <a:pt x="1253883" y="924034"/>
                </a:lnTo>
                <a:lnTo>
                  <a:pt x="1257226" y="928391"/>
                </a:lnTo>
                <a:lnTo>
                  <a:pt x="1263914" y="930183"/>
                </a:lnTo>
                <a:lnTo>
                  <a:pt x="1273945" y="937524"/>
                </a:lnTo>
                <a:lnTo>
                  <a:pt x="1280632" y="936435"/>
                </a:lnTo>
                <a:lnTo>
                  <a:pt x="1283976" y="943664"/>
                </a:lnTo>
                <a:lnTo>
                  <a:pt x="1287320" y="939565"/>
                </a:lnTo>
                <a:lnTo>
                  <a:pt x="1290663" y="934439"/>
                </a:lnTo>
                <a:lnTo>
                  <a:pt x="1294007" y="942279"/>
                </a:lnTo>
                <a:lnTo>
                  <a:pt x="1297351" y="940105"/>
                </a:lnTo>
                <a:lnTo>
                  <a:pt x="1304038" y="938466"/>
                </a:lnTo>
                <a:lnTo>
                  <a:pt x="1307382" y="933143"/>
                </a:lnTo>
                <a:lnTo>
                  <a:pt x="1317413" y="938725"/>
                </a:lnTo>
                <a:lnTo>
                  <a:pt x="1344162" y="946327"/>
                </a:lnTo>
                <a:lnTo>
                  <a:pt x="1347506" y="944855"/>
                </a:lnTo>
                <a:lnTo>
                  <a:pt x="1350850" y="953654"/>
                </a:lnTo>
                <a:lnTo>
                  <a:pt x="1354193" y="947674"/>
                </a:lnTo>
                <a:lnTo>
                  <a:pt x="1367568" y="950172"/>
                </a:lnTo>
                <a:lnTo>
                  <a:pt x="1370912" y="951892"/>
                </a:lnTo>
                <a:lnTo>
                  <a:pt x="1374256" y="945862"/>
                </a:lnTo>
                <a:lnTo>
                  <a:pt x="1377599" y="950666"/>
                </a:lnTo>
                <a:lnTo>
                  <a:pt x="1394318" y="953835"/>
                </a:lnTo>
                <a:lnTo>
                  <a:pt x="1421067" y="945325"/>
                </a:lnTo>
                <a:lnTo>
                  <a:pt x="1431098" y="947711"/>
                </a:lnTo>
                <a:lnTo>
                  <a:pt x="1441129" y="953827"/>
                </a:lnTo>
                <a:lnTo>
                  <a:pt x="1447817" y="945663"/>
                </a:lnTo>
                <a:lnTo>
                  <a:pt x="1451161" y="952556"/>
                </a:lnTo>
                <a:lnTo>
                  <a:pt x="1454504" y="943645"/>
                </a:lnTo>
                <a:lnTo>
                  <a:pt x="1461191" y="956209"/>
                </a:lnTo>
                <a:lnTo>
                  <a:pt x="1467879" y="948573"/>
                </a:lnTo>
                <a:lnTo>
                  <a:pt x="1474566" y="927962"/>
                </a:lnTo>
                <a:lnTo>
                  <a:pt x="1477910" y="930252"/>
                </a:lnTo>
                <a:lnTo>
                  <a:pt x="1481254" y="950921"/>
                </a:lnTo>
                <a:lnTo>
                  <a:pt x="1484597" y="948394"/>
                </a:lnTo>
                <a:lnTo>
                  <a:pt x="1491285" y="952604"/>
                </a:lnTo>
                <a:lnTo>
                  <a:pt x="1504659" y="914638"/>
                </a:lnTo>
                <a:lnTo>
                  <a:pt x="1508003" y="932936"/>
                </a:lnTo>
                <a:lnTo>
                  <a:pt x="1511347" y="926977"/>
                </a:lnTo>
                <a:lnTo>
                  <a:pt x="1531409" y="954292"/>
                </a:lnTo>
                <a:lnTo>
                  <a:pt x="1534753" y="951655"/>
                </a:lnTo>
                <a:lnTo>
                  <a:pt x="1548127" y="948714"/>
                </a:lnTo>
                <a:lnTo>
                  <a:pt x="1554815" y="931537"/>
                </a:lnTo>
                <a:lnTo>
                  <a:pt x="1558158" y="937993"/>
                </a:lnTo>
                <a:lnTo>
                  <a:pt x="1571533" y="951891"/>
                </a:lnTo>
                <a:lnTo>
                  <a:pt x="1578221" y="953977"/>
                </a:lnTo>
                <a:lnTo>
                  <a:pt x="1588252" y="947717"/>
                </a:lnTo>
                <a:lnTo>
                  <a:pt x="1601627" y="956541"/>
                </a:lnTo>
                <a:lnTo>
                  <a:pt x="1604970" y="939723"/>
                </a:lnTo>
                <a:lnTo>
                  <a:pt x="1608314" y="941537"/>
                </a:lnTo>
                <a:lnTo>
                  <a:pt x="1621689" y="950033"/>
                </a:lnTo>
                <a:lnTo>
                  <a:pt x="1628376" y="939984"/>
                </a:lnTo>
                <a:lnTo>
                  <a:pt x="1638407" y="961899"/>
                </a:lnTo>
                <a:lnTo>
                  <a:pt x="1645094" y="950843"/>
                </a:lnTo>
                <a:lnTo>
                  <a:pt x="1661813" y="964891"/>
                </a:lnTo>
                <a:lnTo>
                  <a:pt x="1668500" y="956004"/>
                </a:lnTo>
                <a:lnTo>
                  <a:pt x="1675188" y="963945"/>
                </a:lnTo>
                <a:lnTo>
                  <a:pt x="1678531" y="961564"/>
                </a:lnTo>
                <a:lnTo>
                  <a:pt x="1681875" y="966636"/>
                </a:lnTo>
                <a:lnTo>
                  <a:pt x="1685219" y="963205"/>
                </a:lnTo>
                <a:lnTo>
                  <a:pt x="1688562" y="957120"/>
                </a:lnTo>
                <a:lnTo>
                  <a:pt x="1691906" y="959711"/>
                </a:lnTo>
                <a:lnTo>
                  <a:pt x="1701937" y="964574"/>
                </a:lnTo>
                <a:lnTo>
                  <a:pt x="1708624" y="958092"/>
                </a:lnTo>
                <a:lnTo>
                  <a:pt x="1721999" y="958565"/>
                </a:lnTo>
                <a:lnTo>
                  <a:pt x="1725343" y="953884"/>
                </a:lnTo>
                <a:lnTo>
                  <a:pt x="1735374" y="966468"/>
                </a:lnTo>
                <a:lnTo>
                  <a:pt x="1742061" y="960956"/>
                </a:lnTo>
                <a:lnTo>
                  <a:pt x="1745405" y="966994"/>
                </a:lnTo>
                <a:lnTo>
                  <a:pt x="1755436" y="954450"/>
                </a:lnTo>
                <a:lnTo>
                  <a:pt x="1762123" y="953039"/>
                </a:lnTo>
                <a:lnTo>
                  <a:pt x="1768811" y="955350"/>
                </a:lnTo>
                <a:lnTo>
                  <a:pt x="1805592" y="956649"/>
                </a:lnTo>
                <a:lnTo>
                  <a:pt x="1815622" y="957680"/>
                </a:lnTo>
                <a:lnTo>
                  <a:pt x="1845716" y="958160"/>
                </a:lnTo>
                <a:lnTo>
                  <a:pt x="1852403" y="961539"/>
                </a:lnTo>
                <a:lnTo>
                  <a:pt x="1862434" y="966197"/>
                </a:lnTo>
                <a:lnTo>
                  <a:pt x="1865778" y="955532"/>
                </a:lnTo>
                <a:lnTo>
                  <a:pt x="1869121" y="958310"/>
                </a:lnTo>
                <a:lnTo>
                  <a:pt x="1875809" y="960377"/>
                </a:lnTo>
                <a:lnTo>
                  <a:pt x="1882496" y="956741"/>
                </a:lnTo>
                <a:lnTo>
                  <a:pt x="1889184" y="958230"/>
                </a:lnTo>
                <a:lnTo>
                  <a:pt x="1925964" y="963189"/>
                </a:lnTo>
                <a:lnTo>
                  <a:pt x="1935995" y="975664"/>
                </a:lnTo>
                <a:lnTo>
                  <a:pt x="1956058" y="961375"/>
                </a:lnTo>
                <a:lnTo>
                  <a:pt x="1982807" y="974127"/>
                </a:lnTo>
                <a:lnTo>
                  <a:pt x="1989494" y="961366"/>
                </a:lnTo>
                <a:lnTo>
                  <a:pt x="1992838" y="965234"/>
                </a:lnTo>
                <a:lnTo>
                  <a:pt x="2006213" y="963032"/>
                </a:lnTo>
                <a:lnTo>
                  <a:pt x="2022931" y="962195"/>
                </a:lnTo>
                <a:lnTo>
                  <a:pt x="2029619" y="965223"/>
                </a:lnTo>
                <a:lnTo>
                  <a:pt x="2036306" y="956842"/>
                </a:lnTo>
                <a:lnTo>
                  <a:pt x="2039650" y="967610"/>
                </a:lnTo>
                <a:lnTo>
                  <a:pt x="2042993" y="962574"/>
                </a:lnTo>
                <a:lnTo>
                  <a:pt x="2046337" y="957129"/>
                </a:lnTo>
                <a:lnTo>
                  <a:pt x="2053024" y="968241"/>
                </a:lnTo>
                <a:lnTo>
                  <a:pt x="2056368" y="971919"/>
                </a:lnTo>
                <a:lnTo>
                  <a:pt x="2059712" y="967879"/>
                </a:lnTo>
                <a:lnTo>
                  <a:pt x="2063056" y="962865"/>
                </a:lnTo>
                <a:lnTo>
                  <a:pt x="2066399" y="966606"/>
                </a:lnTo>
                <a:lnTo>
                  <a:pt x="2069743" y="972846"/>
                </a:lnTo>
                <a:lnTo>
                  <a:pt x="2083118" y="953209"/>
                </a:lnTo>
                <a:lnTo>
                  <a:pt x="2089805" y="964897"/>
                </a:lnTo>
                <a:lnTo>
                  <a:pt x="2096492" y="954062"/>
                </a:lnTo>
                <a:lnTo>
                  <a:pt x="2099836" y="957522"/>
                </a:lnTo>
                <a:lnTo>
                  <a:pt x="2109867" y="963074"/>
                </a:lnTo>
                <a:lnTo>
                  <a:pt x="2133273" y="961571"/>
                </a:lnTo>
                <a:lnTo>
                  <a:pt x="2143304" y="955181"/>
                </a:lnTo>
                <a:lnTo>
                  <a:pt x="2166710" y="958132"/>
                </a:lnTo>
                <a:lnTo>
                  <a:pt x="2170053" y="958441"/>
                </a:lnTo>
                <a:lnTo>
                  <a:pt x="2176741" y="965441"/>
                </a:lnTo>
                <a:lnTo>
                  <a:pt x="2183428" y="956675"/>
                </a:lnTo>
                <a:lnTo>
                  <a:pt x="2190115" y="960632"/>
                </a:lnTo>
                <a:lnTo>
                  <a:pt x="2196803" y="955003"/>
                </a:lnTo>
                <a:lnTo>
                  <a:pt x="2200147" y="962752"/>
                </a:lnTo>
                <a:lnTo>
                  <a:pt x="2206834" y="957300"/>
                </a:lnTo>
                <a:lnTo>
                  <a:pt x="2223552" y="956512"/>
                </a:lnTo>
                <a:lnTo>
                  <a:pt x="2230240" y="954721"/>
                </a:lnTo>
                <a:lnTo>
                  <a:pt x="2267021" y="960968"/>
                </a:lnTo>
                <a:lnTo>
                  <a:pt x="2283739" y="958027"/>
                </a:lnTo>
                <a:lnTo>
                  <a:pt x="2287083" y="959675"/>
                </a:lnTo>
                <a:lnTo>
                  <a:pt x="2290426" y="967434"/>
                </a:lnTo>
                <a:lnTo>
                  <a:pt x="2293770" y="963414"/>
                </a:lnTo>
                <a:lnTo>
                  <a:pt x="2297114" y="957561"/>
                </a:lnTo>
                <a:lnTo>
                  <a:pt x="2300457" y="960746"/>
                </a:lnTo>
                <a:lnTo>
                  <a:pt x="2307145" y="959936"/>
                </a:lnTo>
                <a:lnTo>
                  <a:pt x="2317176" y="955604"/>
                </a:lnTo>
                <a:lnTo>
                  <a:pt x="2323863" y="965321"/>
                </a:lnTo>
                <a:lnTo>
                  <a:pt x="2327207" y="962340"/>
                </a:lnTo>
                <a:lnTo>
                  <a:pt x="2337238" y="956395"/>
                </a:lnTo>
                <a:lnTo>
                  <a:pt x="2360644" y="961570"/>
                </a:lnTo>
                <a:lnTo>
                  <a:pt x="2377362" y="960093"/>
                </a:lnTo>
                <a:lnTo>
                  <a:pt x="2384050" y="961278"/>
                </a:lnTo>
                <a:lnTo>
                  <a:pt x="2414143" y="959771"/>
                </a:lnTo>
                <a:lnTo>
                  <a:pt x="2420830" y="960394"/>
                </a:lnTo>
                <a:lnTo>
                  <a:pt x="2424174" y="968610"/>
                </a:lnTo>
                <a:lnTo>
                  <a:pt x="2430861" y="960265"/>
                </a:lnTo>
                <a:lnTo>
                  <a:pt x="2437549" y="961582"/>
                </a:lnTo>
                <a:lnTo>
                  <a:pt x="2444236" y="958578"/>
                </a:lnTo>
                <a:lnTo>
                  <a:pt x="2591358" y="970787"/>
                </a:lnTo>
                <a:lnTo>
                  <a:pt x="2598046" y="967019"/>
                </a:lnTo>
                <a:lnTo>
                  <a:pt x="2608077" y="971510"/>
                </a:lnTo>
                <a:lnTo>
                  <a:pt x="2618108" y="970223"/>
                </a:lnTo>
                <a:lnTo>
                  <a:pt x="2648201" y="969714"/>
                </a:lnTo>
                <a:lnTo>
                  <a:pt x="2658232" y="974151"/>
                </a:lnTo>
                <a:lnTo>
                  <a:pt x="2661576" y="965451"/>
                </a:lnTo>
                <a:lnTo>
                  <a:pt x="2664919" y="970513"/>
                </a:lnTo>
                <a:lnTo>
                  <a:pt x="2681638" y="969631"/>
                </a:lnTo>
                <a:lnTo>
                  <a:pt x="2688325" y="969261"/>
                </a:lnTo>
                <a:lnTo>
                  <a:pt x="2691669" y="982224"/>
                </a:lnTo>
                <a:lnTo>
                  <a:pt x="2695013" y="966773"/>
                </a:lnTo>
                <a:lnTo>
                  <a:pt x="2698356" y="969244"/>
                </a:lnTo>
                <a:lnTo>
                  <a:pt x="2721762" y="969889"/>
                </a:lnTo>
                <a:lnTo>
                  <a:pt x="2725106" y="976075"/>
                </a:lnTo>
                <a:lnTo>
                  <a:pt x="2728449" y="972614"/>
                </a:lnTo>
                <a:lnTo>
                  <a:pt x="2735137" y="972544"/>
                </a:lnTo>
                <a:lnTo>
                  <a:pt x="2745168" y="969798"/>
                </a:lnTo>
                <a:lnTo>
                  <a:pt x="2755199" y="969061"/>
                </a:lnTo>
                <a:lnTo>
                  <a:pt x="2771918" y="970667"/>
                </a:lnTo>
                <a:lnTo>
                  <a:pt x="2775261" y="978809"/>
                </a:lnTo>
                <a:lnTo>
                  <a:pt x="2778605" y="965779"/>
                </a:lnTo>
                <a:lnTo>
                  <a:pt x="2781948" y="968097"/>
                </a:lnTo>
                <a:lnTo>
                  <a:pt x="2791980" y="965168"/>
                </a:lnTo>
                <a:lnTo>
                  <a:pt x="2795323" y="980160"/>
                </a:lnTo>
                <a:lnTo>
                  <a:pt x="2798667" y="976787"/>
                </a:lnTo>
                <a:lnTo>
                  <a:pt x="2805354" y="965217"/>
                </a:lnTo>
                <a:lnTo>
                  <a:pt x="2815385" y="970607"/>
                </a:lnTo>
                <a:lnTo>
                  <a:pt x="2825417" y="965615"/>
                </a:lnTo>
                <a:lnTo>
                  <a:pt x="2848822" y="970158"/>
                </a:lnTo>
                <a:lnTo>
                  <a:pt x="2855510" y="969944"/>
                </a:lnTo>
                <a:lnTo>
                  <a:pt x="2865541" y="962814"/>
                </a:lnTo>
                <a:lnTo>
                  <a:pt x="2872228" y="961051"/>
                </a:lnTo>
                <a:lnTo>
                  <a:pt x="2882259" y="961841"/>
                </a:lnTo>
                <a:lnTo>
                  <a:pt x="2922384" y="929688"/>
                </a:lnTo>
                <a:lnTo>
                  <a:pt x="2929071" y="941057"/>
                </a:lnTo>
                <a:lnTo>
                  <a:pt x="2932414" y="934367"/>
                </a:lnTo>
                <a:lnTo>
                  <a:pt x="2945789" y="922091"/>
                </a:lnTo>
                <a:lnTo>
                  <a:pt x="2965851" y="934791"/>
                </a:lnTo>
                <a:lnTo>
                  <a:pt x="2979226" y="926451"/>
                </a:lnTo>
                <a:lnTo>
                  <a:pt x="2992601" y="922353"/>
                </a:lnTo>
                <a:lnTo>
                  <a:pt x="2995945" y="925928"/>
                </a:lnTo>
                <a:lnTo>
                  <a:pt x="3005976" y="917143"/>
                </a:lnTo>
                <a:lnTo>
                  <a:pt x="3016007" y="928358"/>
                </a:lnTo>
                <a:lnTo>
                  <a:pt x="3022694" y="917012"/>
                </a:lnTo>
                <a:lnTo>
                  <a:pt x="3026038" y="915456"/>
                </a:lnTo>
                <a:lnTo>
                  <a:pt x="3032725" y="921488"/>
                </a:lnTo>
                <a:lnTo>
                  <a:pt x="3036069" y="911390"/>
                </a:lnTo>
                <a:lnTo>
                  <a:pt x="3039413" y="913377"/>
                </a:lnTo>
                <a:lnTo>
                  <a:pt x="3046100" y="908744"/>
                </a:lnTo>
                <a:lnTo>
                  <a:pt x="3056131" y="924083"/>
                </a:lnTo>
                <a:lnTo>
                  <a:pt x="3059475" y="915637"/>
                </a:lnTo>
                <a:lnTo>
                  <a:pt x="3072850" y="912828"/>
                </a:lnTo>
                <a:lnTo>
                  <a:pt x="3082880" y="924715"/>
                </a:lnTo>
                <a:lnTo>
                  <a:pt x="3086224" y="917786"/>
                </a:lnTo>
                <a:lnTo>
                  <a:pt x="3092912" y="911131"/>
                </a:lnTo>
                <a:lnTo>
                  <a:pt x="3102943" y="918005"/>
                </a:lnTo>
                <a:lnTo>
                  <a:pt x="3106287" y="912506"/>
                </a:lnTo>
                <a:lnTo>
                  <a:pt x="3109630" y="915860"/>
                </a:lnTo>
                <a:lnTo>
                  <a:pt x="3116317" y="923830"/>
                </a:lnTo>
                <a:lnTo>
                  <a:pt x="3123005" y="914195"/>
                </a:lnTo>
                <a:lnTo>
                  <a:pt x="3129692" y="918269"/>
                </a:lnTo>
                <a:lnTo>
                  <a:pt x="3136379" y="915963"/>
                </a:lnTo>
                <a:lnTo>
                  <a:pt x="3149754" y="917820"/>
                </a:lnTo>
                <a:lnTo>
                  <a:pt x="3179848" y="921253"/>
                </a:lnTo>
                <a:lnTo>
                  <a:pt x="3183191" y="937268"/>
                </a:lnTo>
                <a:lnTo>
                  <a:pt x="3186535" y="927126"/>
                </a:lnTo>
                <a:lnTo>
                  <a:pt x="3213284" y="913855"/>
                </a:lnTo>
                <a:lnTo>
                  <a:pt x="3226659" y="907827"/>
                </a:lnTo>
                <a:lnTo>
                  <a:pt x="3240034" y="905791"/>
                </a:lnTo>
                <a:lnTo>
                  <a:pt x="3270127" y="918901"/>
                </a:lnTo>
                <a:lnTo>
                  <a:pt x="3280158" y="927522"/>
                </a:lnTo>
                <a:lnTo>
                  <a:pt x="3323626" y="940019"/>
                </a:lnTo>
                <a:lnTo>
                  <a:pt x="3337001" y="929273"/>
                </a:lnTo>
                <a:lnTo>
                  <a:pt x="3347032" y="936597"/>
                </a:lnTo>
                <a:lnTo>
                  <a:pt x="3380469" y="941956"/>
                </a:lnTo>
                <a:lnTo>
                  <a:pt x="3393844" y="949136"/>
                </a:lnTo>
                <a:lnTo>
                  <a:pt x="3477436" y="974845"/>
                </a:lnTo>
                <a:lnTo>
                  <a:pt x="3484123" y="983825"/>
                </a:lnTo>
                <a:lnTo>
                  <a:pt x="3487467" y="976563"/>
                </a:lnTo>
                <a:lnTo>
                  <a:pt x="3490810" y="982174"/>
                </a:lnTo>
                <a:lnTo>
                  <a:pt x="3494154" y="986484"/>
                </a:lnTo>
                <a:lnTo>
                  <a:pt x="3500842" y="979170"/>
                </a:lnTo>
                <a:lnTo>
                  <a:pt x="3510873" y="984220"/>
                </a:lnTo>
                <a:lnTo>
                  <a:pt x="3520904" y="981404"/>
                </a:lnTo>
                <a:lnTo>
                  <a:pt x="3530935" y="988635"/>
                </a:lnTo>
                <a:lnTo>
                  <a:pt x="3534279" y="980758"/>
                </a:lnTo>
                <a:lnTo>
                  <a:pt x="3540966" y="993444"/>
                </a:lnTo>
                <a:lnTo>
                  <a:pt x="3547653" y="986110"/>
                </a:lnTo>
                <a:lnTo>
                  <a:pt x="3557684" y="988907"/>
                </a:lnTo>
                <a:lnTo>
                  <a:pt x="3561028" y="981697"/>
                </a:lnTo>
                <a:lnTo>
                  <a:pt x="3564372" y="990287"/>
                </a:lnTo>
                <a:lnTo>
                  <a:pt x="3567715" y="986668"/>
                </a:lnTo>
                <a:lnTo>
                  <a:pt x="3581090" y="990847"/>
                </a:lnTo>
                <a:lnTo>
                  <a:pt x="3587778" y="990739"/>
                </a:lnTo>
                <a:lnTo>
                  <a:pt x="3594465" y="994775"/>
                </a:lnTo>
                <a:lnTo>
                  <a:pt x="3597809" y="989641"/>
                </a:lnTo>
                <a:lnTo>
                  <a:pt x="3607840" y="1000329"/>
                </a:lnTo>
                <a:lnTo>
                  <a:pt x="3617871" y="999699"/>
                </a:lnTo>
                <a:lnTo>
                  <a:pt x="3631246" y="1011431"/>
                </a:lnTo>
                <a:lnTo>
                  <a:pt x="3644620" y="1009331"/>
                </a:lnTo>
                <a:lnTo>
                  <a:pt x="3654651" y="1018617"/>
                </a:lnTo>
                <a:lnTo>
                  <a:pt x="3657995" y="1026946"/>
                </a:lnTo>
                <a:lnTo>
                  <a:pt x="3664683" y="1012177"/>
                </a:lnTo>
                <a:lnTo>
                  <a:pt x="3671370" y="1044354"/>
                </a:lnTo>
                <a:lnTo>
                  <a:pt x="3674713" y="1057706"/>
                </a:lnTo>
                <a:lnTo>
                  <a:pt x="3678057" y="1038532"/>
                </a:lnTo>
                <a:lnTo>
                  <a:pt x="3681401" y="1042419"/>
                </a:lnTo>
                <a:lnTo>
                  <a:pt x="3684745" y="1045449"/>
                </a:lnTo>
                <a:lnTo>
                  <a:pt x="3688088" y="1039009"/>
                </a:lnTo>
                <a:lnTo>
                  <a:pt x="3701463" y="1072287"/>
                </a:lnTo>
                <a:lnTo>
                  <a:pt x="3704807" y="1061567"/>
                </a:lnTo>
                <a:lnTo>
                  <a:pt x="3711494" y="1081780"/>
                </a:lnTo>
                <a:lnTo>
                  <a:pt x="3714838" y="1079507"/>
                </a:lnTo>
                <a:lnTo>
                  <a:pt x="3718182" y="1088595"/>
                </a:lnTo>
                <a:lnTo>
                  <a:pt x="3721525" y="1086138"/>
                </a:lnTo>
                <a:lnTo>
                  <a:pt x="3724869" y="1079576"/>
                </a:lnTo>
                <a:lnTo>
                  <a:pt x="3728212" y="1081386"/>
                </a:lnTo>
                <a:lnTo>
                  <a:pt x="3748274" y="1099773"/>
                </a:lnTo>
                <a:lnTo>
                  <a:pt x="3751618" y="1094280"/>
                </a:lnTo>
                <a:lnTo>
                  <a:pt x="3761649" y="1090839"/>
                </a:lnTo>
                <a:lnTo>
                  <a:pt x="3764993" y="1099333"/>
                </a:lnTo>
                <a:lnTo>
                  <a:pt x="3768337" y="1096385"/>
                </a:lnTo>
                <a:lnTo>
                  <a:pt x="3778368" y="1100155"/>
                </a:lnTo>
                <a:lnTo>
                  <a:pt x="3795086" y="1097823"/>
                </a:lnTo>
                <a:lnTo>
                  <a:pt x="3798430" y="1077944"/>
                </a:lnTo>
                <a:lnTo>
                  <a:pt x="3801774" y="1085064"/>
                </a:lnTo>
                <a:lnTo>
                  <a:pt x="3805117" y="1084867"/>
                </a:lnTo>
                <a:lnTo>
                  <a:pt x="3815148" y="1076665"/>
                </a:lnTo>
                <a:lnTo>
                  <a:pt x="3821836" y="1080894"/>
                </a:lnTo>
                <a:lnTo>
                  <a:pt x="3828523" y="1078490"/>
                </a:lnTo>
                <a:lnTo>
                  <a:pt x="3831867" y="1074563"/>
                </a:lnTo>
                <a:lnTo>
                  <a:pt x="3838554" y="1055869"/>
                </a:lnTo>
                <a:lnTo>
                  <a:pt x="3841898" y="1069322"/>
                </a:lnTo>
                <a:lnTo>
                  <a:pt x="3845241" y="1068239"/>
                </a:lnTo>
                <a:lnTo>
                  <a:pt x="3851929" y="1062205"/>
                </a:lnTo>
                <a:lnTo>
                  <a:pt x="3855273" y="1064073"/>
                </a:lnTo>
                <a:lnTo>
                  <a:pt x="3865304" y="1045241"/>
                </a:lnTo>
                <a:lnTo>
                  <a:pt x="3868648" y="1041148"/>
                </a:lnTo>
                <a:lnTo>
                  <a:pt x="3871991" y="1047947"/>
                </a:lnTo>
                <a:lnTo>
                  <a:pt x="3875335" y="1046273"/>
                </a:lnTo>
                <a:lnTo>
                  <a:pt x="3882022" y="1040705"/>
                </a:lnTo>
                <a:lnTo>
                  <a:pt x="3885366" y="1045670"/>
                </a:lnTo>
                <a:lnTo>
                  <a:pt x="3888710" y="1041637"/>
                </a:lnTo>
                <a:lnTo>
                  <a:pt x="3902084" y="1019421"/>
                </a:lnTo>
                <a:lnTo>
                  <a:pt x="3915459" y="1028724"/>
                </a:lnTo>
                <a:lnTo>
                  <a:pt x="3925490" y="1014130"/>
                </a:lnTo>
                <a:lnTo>
                  <a:pt x="3938865" y="1003925"/>
                </a:lnTo>
                <a:lnTo>
                  <a:pt x="3942209" y="1008275"/>
                </a:lnTo>
                <a:lnTo>
                  <a:pt x="3945552" y="1004135"/>
                </a:lnTo>
                <a:lnTo>
                  <a:pt x="3948896" y="993292"/>
                </a:lnTo>
                <a:lnTo>
                  <a:pt x="3952240" y="996674"/>
                </a:lnTo>
                <a:lnTo>
                  <a:pt x="3962271" y="1003765"/>
                </a:lnTo>
                <a:lnTo>
                  <a:pt x="3968958" y="1000881"/>
                </a:lnTo>
                <a:lnTo>
                  <a:pt x="3975645" y="995789"/>
                </a:lnTo>
                <a:lnTo>
                  <a:pt x="3982333" y="979439"/>
                </a:lnTo>
                <a:lnTo>
                  <a:pt x="3989020" y="986848"/>
                </a:lnTo>
                <a:lnTo>
                  <a:pt x="3992364" y="981437"/>
                </a:lnTo>
                <a:lnTo>
                  <a:pt x="3995708" y="972563"/>
                </a:lnTo>
                <a:lnTo>
                  <a:pt x="3999051" y="977580"/>
                </a:lnTo>
                <a:lnTo>
                  <a:pt x="4005739" y="971590"/>
                </a:lnTo>
                <a:lnTo>
                  <a:pt x="4009082" y="962643"/>
                </a:lnTo>
                <a:lnTo>
                  <a:pt x="4012426" y="968229"/>
                </a:lnTo>
                <a:lnTo>
                  <a:pt x="4029144" y="936266"/>
                </a:lnTo>
                <a:lnTo>
                  <a:pt x="4035832" y="939626"/>
                </a:lnTo>
                <a:lnTo>
                  <a:pt x="4039176" y="924584"/>
                </a:lnTo>
                <a:lnTo>
                  <a:pt x="4042519" y="944907"/>
                </a:lnTo>
                <a:lnTo>
                  <a:pt x="4045863" y="925856"/>
                </a:lnTo>
                <a:lnTo>
                  <a:pt x="4049206" y="935309"/>
                </a:lnTo>
                <a:lnTo>
                  <a:pt x="4052550" y="938262"/>
                </a:lnTo>
                <a:lnTo>
                  <a:pt x="4055894" y="922105"/>
                </a:lnTo>
                <a:lnTo>
                  <a:pt x="4059238" y="926815"/>
                </a:lnTo>
                <a:lnTo>
                  <a:pt x="4069269" y="920744"/>
                </a:lnTo>
                <a:lnTo>
                  <a:pt x="4072613" y="938038"/>
                </a:lnTo>
                <a:lnTo>
                  <a:pt x="4075956" y="932561"/>
                </a:lnTo>
                <a:lnTo>
                  <a:pt x="4082643" y="943344"/>
                </a:lnTo>
                <a:lnTo>
                  <a:pt x="4085987" y="938491"/>
                </a:lnTo>
                <a:lnTo>
                  <a:pt x="4092675" y="932128"/>
                </a:lnTo>
                <a:lnTo>
                  <a:pt x="4102705" y="933455"/>
                </a:lnTo>
                <a:lnTo>
                  <a:pt x="4109393" y="927158"/>
                </a:lnTo>
                <a:lnTo>
                  <a:pt x="4116080" y="929883"/>
                </a:lnTo>
                <a:lnTo>
                  <a:pt x="4122768" y="920644"/>
                </a:lnTo>
                <a:lnTo>
                  <a:pt x="4132799" y="934831"/>
                </a:lnTo>
                <a:lnTo>
                  <a:pt x="4139486" y="923476"/>
                </a:lnTo>
                <a:lnTo>
                  <a:pt x="4149517" y="932104"/>
                </a:lnTo>
                <a:lnTo>
                  <a:pt x="4162892" y="920978"/>
                </a:lnTo>
                <a:lnTo>
                  <a:pt x="4172923" y="930917"/>
                </a:lnTo>
                <a:lnTo>
                  <a:pt x="4176267" y="926651"/>
                </a:lnTo>
                <a:lnTo>
                  <a:pt x="4182954" y="933697"/>
                </a:lnTo>
                <a:lnTo>
                  <a:pt x="4203017" y="938115"/>
                </a:lnTo>
                <a:lnTo>
                  <a:pt x="4219735" y="952811"/>
                </a:lnTo>
                <a:lnTo>
                  <a:pt x="4226422" y="950784"/>
                </a:lnTo>
                <a:lnTo>
                  <a:pt x="4243141" y="966444"/>
                </a:lnTo>
                <a:lnTo>
                  <a:pt x="4286609" y="1008770"/>
                </a:lnTo>
                <a:lnTo>
                  <a:pt x="4289952" y="1001060"/>
                </a:lnTo>
                <a:lnTo>
                  <a:pt x="4293296" y="1006002"/>
                </a:lnTo>
                <a:lnTo>
                  <a:pt x="4303327" y="1016400"/>
                </a:lnTo>
                <a:lnTo>
                  <a:pt x="4326733" y="1036167"/>
                </a:lnTo>
                <a:lnTo>
                  <a:pt x="4330076" y="1043771"/>
                </a:lnTo>
                <a:lnTo>
                  <a:pt x="4333420" y="1041336"/>
                </a:lnTo>
                <a:lnTo>
                  <a:pt x="4336764" y="1042655"/>
                </a:lnTo>
                <a:lnTo>
                  <a:pt x="4350139" y="1062071"/>
                </a:lnTo>
                <a:lnTo>
                  <a:pt x="4420356" y="1134040"/>
                </a:lnTo>
                <a:lnTo>
                  <a:pt x="4433731" y="1134219"/>
                </a:lnTo>
                <a:lnTo>
                  <a:pt x="4450449" y="1137419"/>
                </a:lnTo>
                <a:lnTo>
                  <a:pt x="4473855" y="1143227"/>
                </a:lnTo>
                <a:lnTo>
                  <a:pt x="4557447" y="1160600"/>
                </a:lnTo>
                <a:lnTo>
                  <a:pt x="4587541" y="1153126"/>
                </a:lnTo>
                <a:lnTo>
                  <a:pt x="4594228" y="1144575"/>
                </a:lnTo>
                <a:lnTo>
                  <a:pt x="4600915" y="1144663"/>
                </a:lnTo>
                <a:lnTo>
                  <a:pt x="4614290" y="1136905"/>
                </a:lnTo>
                <a:lnTo>
                  <a:pt x="4620978" y="1126213"/>
                </a:lnTo>
                <a:lnTo>
                  <a:pt x="4624321" y="1136308"/>
                </a:lnTo>
                <a:lnTo>
                  <a:pt x="4627665" y="1132529"/>
                </a:lnTo>
                <a:lnTo>
                  <a:pt x="4631008" y="1131814"/>
                </a:lnTo>
                <a:lnTo>
                  <a:pt x="4651071" y="1093073"/>
                </a:lnTo>
                <a:lnTo>
                  <a:pt x="4657758" y="1095844"/>
                </a:lnTo>
                <a:lnTo>
                  <a:pt x="4661102" y="1093998"/>
                </a:lnTo>
                <a:lnTo>
                  <a:pt x="4674476" y="1071625"/>
                </a:lnTo>
                <a:lnTo>
                  <a:pt x="4714600" y="1026063"/>
                </a:lnTo>
                <a:lnTo>
                  <a:pt x="4717944" y="1036924"/>
                </a:lnTo>
                <a:lnTo>
                  <a:pt x="4721288" y="1031200"/>
                </a:lnTo>
                <a:lnTo>
                  <a:pt x="4724632" y="1035319"/>
                </a:lnTo>
                <a:lnTo>
                  <a:pt x="4738006" y="1005053"/>
                </a:lnTo>
                <a:lnTo>
                  <a:pt x="4741350" y="1011756"/>
                </a:lnTo>
                <a:lnTo>
                  <a:pt x="4748037" y="1010669"/>
                </a:lnTo>
                <a:lnTo>
                  <a:pt x="4754725" y="1000972"/>
                </a:lnTo>
                <a:lnTo>
                  <a:pt x="4758069" y="1001877"/>
                </a:lnTo>
                <a:lnTo>
                  <a:pt x="4768100" y="991409"/>
                </a:lnTo>
                <a:lnTo>
                  <a:pt x="4771443" y="994415"/>
                </a:lnTo>
                <a:lnTo>
                  <a:pt x="4778131" y="987108"/>
                </a:lnTo>
                <a:lnTo>
                  <a:pt x="4781474" y="991282"/>
                </a:lnTo>
                <a:lnTo>
                  <a:pt x="4788161" y="976827"/>
                </a:lnTo>
                <a:lnTo>
                  <a:pt x="4791505" y="980372"/>
                </a:lnTo>
                <a:lnTo>
                  <a:pt x="4798193" y="974134"/>
                </a:lnTo>
                <a:lnTo>
                  <a:pt x="4801537" y="961415"/>
                </a:lnTo>
                <a:lnTo>
                  <a:pt x="4804880" y="973547"/>
                </a:lnTo>
                <a:lnTo>
                  <a:pt x="4808224" y="968956"/>
                </a:lnTo>
                <a:lnTo>
                  <a:pt x="4811568" y="961973"/>
                </a:lnTo>
                <a:lnTo>
                  <a:pt x="4814911" y="964567"/>
                </a:lnTo>
                <a:lnTo>
                  <a:pt x="4831630" y="1000877"/>
                </a:lnTo>
                <a:lnTo>
                  <a:pt x="4834974" y="992236"/>
                </a:lnTo>
                <a:lnTo>
                  <a:pt x="4841661" y="976599"/>
                </a:lnTo>
                <a:lnTo>
                  <a:pt x="4848348" y="995287"/>
                </a:lnTo>
                <a:lnTo>
                  <a:pt x="4858379" y="981005"/>
                </a:lnTo>
                <a:lnTo>
                  <a:pt x="4865066" y="1013417"/>
                </a:lnTo>
                <a:lnTo>
                  <a:pt x="4868410" y="1009430"/>
                </a:lnTo>
                <a:lnTo>
                  <a:pt x="4871754" y="1010966"/>
                </a:lnTo>
                <a:lnTo>
                  <a:pt x="4875098" y="1006447"/>
                </a:lnTo>
                <a:lnTo>
                  <a:pt x="4878442" y="1021937"/>
                </a:lnTo>
                <a:lnTo>
                  <a:pt x="4881785" y="1020099"/>
                </a:lnTo>
                <a:lnTo>
                  <a:pt x="4895160" y="1022807"/>
                </a:lnTo>
                <a:lnTo>
                  <a:pt x="4901847" y="996739"/>
                </a:lnTo>
                <a:lnTo>
                  <a:pt x="4908535" y="1036993"/>
                </a:lnTo>
                <a:lnTo>
                  <a:pt x="4911879" y="1033762"/>
                </a:lnTo>
                <a:lnTo>
                  <a:pt x="4915222" y="1026969"/>
                </a:lnTo>
                <a:lnTo>
                  <a:pt x="4918566" y="1032319"/>
                </a:lnTo>
                <a:lnTo>
                  <a:pt x="4921909" y="1030855"/>
                </a:lnTo>
                <a:lnTo>
                  <a:pt x="4925253" y="1021138"/>
                </a:lnTo>
                <a:lnTo>
                  <a:pt x="4931940" y="1050699"/>
                </a:lnTo>
                <a:lnTo>
                  <a:pt x="4935284" y="1042437"/>
                </a:lnTo>
                <a:lnTo>
                  <a:pt x="4938627" y="1046722"/>
                </a:lnTo>
                <a:lnTo>
                  <a:pt x="4945315" y="1069032"/>
                </a:lnTo>
                <a:lnTo>
                  <a:pt x="4948659" y="1065120"/>
                </a:lnTo>
                <a:lnTo>
                  <a:pt x="4955346" y="1074260"/>
                </a:lnTo>
                <a:lnTo>
                  <a:pt x="4958690" y="1059323"/>
                </a:lnTo>
                <a:lnTo>
                  <a:pt x="4962034" y="1062301"/>
                </a:lnTo>
                <a:lnTo>
                  <a:pt x="4968721" y="1085905"/>
                </a:lnTo>
                <a:lnTo>
                  <a:pt x="4972064" y="1083847"/>
                </a:lnTo>
                <a:lnTo>
                  <a:pt x="4982096" y="1087796"/>
                </a:lnTo>
                <a:lnTo>
                  <a:pt x="4988783" y="1087604"/>
                </a:lnTo>
                <a:lnTo>
                  <a:pt x="4998814" y="1082929"/>
                </a:lnTo>
                <a:lnTo>
                  <a:pt x="5008845" y="1074405"/>
                </a:lnTo>
                <a:lnTo>
                  <a:pt x="5022220" y="1072419"/>
                </a:lnTo>
                <a:lnTo>
                  <a:pt x="5025564" y="1075327"/>
                </a:lnTo>
                <a:lnTo>
                  <a:pt x="5028908" y="1071224"/>
                </a:lnTo>
                <a:lnTo>
                  <a:pt x="5032251" y="1063861"/>
                </a:lnTo>
                <a:lnTo>
                  <a:pt x="5035595" y="1065513"/>
                </a:lnTo>
                <a:lnTo>
                  <a:pt x="5038938" y="1066530"/>
                </a:lnTo>
                <a:lnTo>
                  <a:pt x="5042282" y="1059903"/>
                </a:lnTo>
                <a:lnTo>
                  <a:pt x="5045626" y="1062505"/>
                </a:lnTo>
                <a:lnTo>
                  <a:pt x="5052313" y="1058586"/>
                </a:lnTo>
                <a:lnTo>
                  <a:pt x="5055657" y="1047871"/>
                </a:lnTo>
                <a:lnTo>
                  <a:pt x="5059001" y="1049160"/>
                </a:lnTo>
                <a:lnTo>
                  <a:pt x="5062345" y="1045635"/>
                </a:lnTo>
                <a:lnTo>
                  <a:pt x="5075719" y="1059676"/>
                </a:lnTo>
                <a:lnTo>
                  <a:pt x="5085750" y="1040772"/>
                </a:lnTo>
                <a:lnTo>
                  <a:pt x="5092438" y="1047970"/>
                </a:lnTo>
                <a:lnTo>
                  <a:pt x="5095782" y="1046816"/>
                </a:lnTo>
                <a:lnTo>
                  <a:pt x="5099125" y="1038340"/>
                </a:lnTo>
                <a:lnTo>
                  <a:pt x="5102469" y="1053267"/>
                </a:lnTo>
                <a:lnTo>
                  <a:pt x="5105812" y="1033969"/>
                </a:lnTo>
                <a:lnTo>
                  <a:pt x="5109156" y="1042494"/>
                </a:lnTo>
                <a:lnTo>
                  <a:pt x="5122530" y="1044255"/>
                </a:lnTo>
                <a:lnTo>
                  <a:pt x="5129218" y="1046864"/>
                </a:lnTo>
                <a:lnTo>
                  <a:pt x="5135906" y="1023027"/>
                </a:lnTo>
                <a:lnTo>
                  <a:pt x="5139249" y="1037903"/>
                </a:lnTo>
                <a:lnTo>
                  <a:pt x="5142593" y="1027954"/>
                </a:lnTo>
                <a:lnTo>
                  <a:pt x="5145937" y="1025538"/>
                </a:lnTo>
                <a:lnTo>
                  <a:pt x="5159311" y="1042676"/>
                </a:lnTo>
                <a:lnTo>
                  <a:pt x="5176030" y="1013213"/>
                </a:lnTo>
                <a:lnTo>
                  <a:pt x="5179374" y="1021339"/>
                </a:lnTo>
                <a:lnTo>
                  <a:pt x="5182717" y="1004439"/>
                </a:lnTo>
                <a:lnTo>
                  <a:pt x="5186061" y="1015517"/>
                </a:lnTo>
                <a:lnTo>
                  <a:pt x="5189404" y="1020205"/>
                </a:lnTo>
                <a:lnTo>
                  <a:pt x="5196092" y="997438"/>
                </a:lnTo>
                <a:lnTo>
                  <a:pt x="5199435" y="1001029"/>
                </a:lnTo>
                <a:lnTo>
                  <a:pt x="5202779" y="1009331"/>
                </a:lnTo>
                <a:lnTo>
                  <a:pt x="5206123" y="996152"/>
                </a:lnTo>
                <a:lnTo>
                  <a:pt x="5209467" y="1002148"/>
                </a:lnTo>
                <a:lnTo>
                  <a:pt x="5216154" y="1010945"/>
                </a:lnTo>
                <a:lnTo>
                  <a:pt x="5219498" y="991190"/>
                </a:lnTo>
                <a:lnTo>
                  <a:pt x="5222841" y="1000687"/>
                </a:lnTo>
                <a:lnTo>
                  <a:pt x="5226185" y="1000683"/>
                </a:lnTo>
                <a:lnTo>
                  <a:pt x="5232872" y="983153"/>
                </a:lnTo>
                <a:lnTo>
                  <a:pt x="5236216" y="993473"/>
                </a:lnTo>
                <a:lnTo>
                  <a:pt x="5239560" y="991530"/>
                </a:lnTo>
                <a:lnTo>
                  <a:pt x="5242904" y="985667"/>
                </a:lnTo>
                <a:lnTo>
                  <a:pt x="5252935" y="1001603"/>
                </a:lnTo>
                <a:lnTo>
                  <a:pt x="5256278" y="988403"/>
                </a:lnTo>
                <a:lnTo>
                  <a:pt x="5259622" y="996779"/>
                </a:lnTo>
                <a:lnTo>
                  <a:pt x="5266309" y="995263"/>
                </a:lnTo>
                <a:lnTo>
                  <a:pt x="5269653" y="997635"/>
                </a:lnTo>
                <a:lnTo>
                  <a:pt x="5283028" y="986470"/>
                </a:lnTo>
                <a:lnTo>
                  <a:pt x="5289715" y="999261"/>
                </a:lnTo>
                <a:lnTo>
                  <a:pt x="5296402" y="999659"/>
                </a:lnTo>
                <a:lnTo>
                  <a:pt x="5299746" y="979695"/>
                </a:lnTo>
                <a:lnTo>
                  <a:pt x="5306433" y="1002518"/>
                </a:lnTo>
                <a:lnTo>
                  <a:pt x="5313121" y="991867"/>
                </a:lnTo>
                <a:lnTo>
                  <a:pt x="5316465" y="996495"/>
                </a:lnTo>
                <a:lnTo>
                  <a:pt x="5329839" y="988069"/>
                </a:lnTo>
                <a:lnTo>
                  <a:pt x="5336527" y="1011061"/>
                </a:lnTo>
                <a:lnTo>
                  <a:pt x="5339870" y="1006172"/>
                </a:lnTo>
                <a:lnTo>
                  <a:pt x="5343214" y="994828"/>
                </a:lnTo>
                <a:lnTo>
                  <a:pt x="5346557" y="999810"/>
                </a:lnTo>
                <a:lnTo>
                  <a:pt x="5349901" y="1009426"/>
                </a:lnTo>
                <a:lnTo>
                  <a:pt x="5353245" y="1006853"/>
                </a:lnTo>
                <a:lnTo>
                  <a:pt x="5359933" y="981560"/>
                </a:lnTo>
                <a:lnTo>
                  <a:pt x="5366620" y="995410"/>
                </a:lnTo>
                <a:lnTo>
                  <a:pt x="5369964" y="974190"/>
                </a:lnTo>
                <a:lnTo>
                  <a:pt x="5373307" y="979370"/>
                </a:lnTo>
                <a:lnTo>
                  <a:pt x="5383338" y="1002977"/>
                </a:lnTo>
                <a:lnTo>
                  <a:pt x="5390026" y="980927"/>
                </a:lnTo>
                <a:lnTo>
                  <a:pt x="5396713" y="989871"/>
                </a:lnTo>
                <a:lnTo>
                  <a:pt x="5400057" y="987774"/>
                </a:lnTo>
                <a:lnTo>
                  <a:pt x="5413431" y="999258"/>
                </a:lnTo>
                <a:lnTo>
                  <a:pt x="5423462" y="981527"/>
                </a:lnTo>
                <a:lnTo>
                  <a:pt x="5430150" y="1001013"/>
                </a:lnTo>
                <a:lnTo>
                  <a:pt x="5436838" y="988076"/>
                </a:lnTo>
                <a:lnTo>
                  <a:pt x="5450212" y="992373"/>
                </a:lnTo>
                <a:lnTo>
                  <a:pt x="5453556" y="980890"/>
                </a:lnTo>
                <a:lnTo>
                  <a:pt x="5456899" y="982245"/>
                </a:lnTo>
                <a:lnTo>
                  <a:pt x="5460243" y="983989"/>
                </a:lnTo>
                <a:lnTo>
                  <a:pt x="5466931" y="980660"/>
                </a:lnTo>
                <a:lnTo>
                  <a:pt x="5473618" y="983663"/>
                </a:lnTo>
                <a:lnTo>
                  <a:pt x="5483649" y="979996"/>
                </a:lnTo>
                <a:lnTo>
                  <a:pt x="5486993" y="979791"/>
                </a:lnTo>
                <a:lnTo>
                  <a:pt x="5490336" y="987131"/>
                </a:lnTo>
                <a:lnTo>
                  <a:pt x="5493680" y="984525"/>
                </a:lnTo>
                <a:lnTo>
                  <a:pt x="5500368" y="977717"/>
                </a:lnTo>
                <a:lnTo>
                  <a:pt x="5503711" y="990552"/>
                </a:lnTo>
                <a:lnTo>
                  <a:pt x="5507055" y="986412"/>
                </a:lnTo>
                <a:lnTo>
                  <a:pt x="5510399" y="987490"/>
                </a:lnTo>
                <a:lnTo>
                  <a:pt x="5520430" y="964873"/>
                </a:lnTo>
                <a:lnTo>
                  <a:pt x="5523773" y="965377"/>
                </a:lnTo>
                <a:lnTo>
                  <a:pt x="5527117" y="960079"/>
                </a:lnTo>
                <a:lnTo>
                  <a:pt x="5530460" y="963986"/>
                </a:lnTo>
                <a:lnTo>
                  <a:pt x="5543836" y="961898"/>
                </a:lnTo>
                <a:lnTo>
                  <a:pt x="5563897" y="955695"/>
                </a:lnTo>
                <a:lnTo>
                  <a:pt x="5567241" y="957062"/>
                </a:lnTo>
                <a:lnTo>
                  <a:pt x="5577273" y="947707"/>
                </a:lnTo>
                <a:lnTo>
                  <a:pt x="5614053" y="917625"/>
                </a:lnTo>
                <a:lnTo>
                  <a:pt x="5620741" y="935005"/>
                </a:lnTo>
                <a:lnTo>
                  <a:pt x="5624084" y="929346"/>
                </a:lnTo>
                <a:lnTo>
                  <a:pt x="5647490" y="922427"/>
                </a:lnTo>
                <a:lnTo>
                  <a:pt x="5654178" y="918027"/>
                </a:lnTo>
                <a:lnTo>
                  <a:pt x="5660865" y="922266"/>
                </a:lnTo>
                <a:lnTo>
                  <a:pt x="5667552" y="912796"/>
                </a:lnTo>
                <a:lnTo>
                  <a:pt x="5670896" y="898961"/>
                </a:lnTo>
                <a:lnTo>
                  <a:pt x="5674239" y="899791"/>
                </a:lnTo>
                <a:lnTo>
                  <a:pt x="5680926" y="912956"/>
                </a:lnTo>
                <a:lnTo>
                  <a:pt x="5690958" y="902525"/>
                </a:lnTo>
                <a:lnTo>
                  <a:pt x="5700989" y="905305"/>
                </a:lnTo>
                <a:lnTo>
                  <a:pt x="5707676" y="898848"/>
                </a:lnTo>
                <a:lnTo>
                  <a:pt x="5711020" y="905608"/>
                </a:lnTo>
                <a:lnTo>
                  <a:pt x="5714363" y="903197"/>
                </a:lnTo>
                <a:lnTo>
                  <a:pt x="5727739" y="894621"/>
                </a:lnTo>
                <a:lnTo>
                  <a:pt x="5734426" y="897182"/>
                </a:lnTo>
                <a:lnTo>
                  <a:pt x="5764519" y="884739"/>
                </a:lnTo>
                <a:lnTo>
                  <a:pt x="5771207" y="886567"/>
                </a:lnTo>
                <a:lnTo>
                  <a:pt x="5787925" y="873999"/>
                </a:lnTo>
                <a:lnTo>
                  <a:pt x="5794612" y="872252"/>
                </a:lnTo>
                <a:lnTo>
                  <a:pt x="5804644" y="872388"/>
                </a:lnTo>
                <a:lnTo>
                  <a:pt x="5874861" y="843855"/>
                </a:lnTo>
                <a:lnTo>
                  <a:pt x="5881548" y="846149"/>
                </a:lnTo>
                <a:lnTo>
                  <a:pt x="5921672" y="832935"/>
                </a:lnTo>
                <a:lnTo>
                  <a:pt x="5931703" y="842271"/>
                </a:lnTo>
                <a:lnTo>
                  <a:pt x="5958453" y="807603"/>
                </a:lnTo>
                <a:lnTo>
                  <a:pt x="5965140" y="815671"/>
                </a:lnTo>
                <a:lnTo>
                  <a:pt x="5968484" y="821294"/>
                </a:lnTo>
                <a:lnTo>
                  <a:pt x="5971827" y="817432"/>
                </a:lnTo>
                <a:lnTo>
                  <a:pt x="5978515" y="805926"/>
                </a:lnTo>
                <a:lnTo>
                  <a:pt x="5988546" y="815245"/>
                </a:lnTo>
                <a:lnTo>
                  <a:pt x="6021983" y="805345"/>
                </a:lnTo>
                <a:lnTo>
                  <a:pt x="6028671" y="794812"/>
                </a:lnTo>
                <a:lnTo>
                  <a:pt x="6035358" y="796902"/>
                </a:lnTo>
                <a:lnTo>
                  <a:pt x="6045389" y="825721"/>
                </a:lnTo>
                <a:lnTo>
                  <a:pt x="6062108" y="823568"/>
                </a:lnTo>
                <a:lnTo>
                  <a:pt x="6068795" y="822813"/>
                </a:lnTo>
                <a:lnTo>
                  <a:pt x="6082169" y="815582"/>
                </a:lnTo>
                <a:lnTo>
                  <a:pt x="6092200" y="814422"/>
                </a:lnTo>
                <a:lnTo>
                  <a:pt x="6105575" y="820435"/>
                </a:lnTo>
                <a:lnTo>
                  <a:pt x="6115606" y="818961"/>
                </a:lnTo>
                <a:lnTo>
                  <a:pt x="6122293" y="829256"/>
                </a:lnTo>
                <a:lnTo>
                  <a:pt x="6128981" y="828157"/>
                </a:lnTo>
                <a:lnTo>
                  <a:pt x="6145700" y="835048"/>
                </a:lnTo>
                <a:lnTo>
                  <a:pt x="6152387" y="829305"/>
                </a:lnTo>
                <a:lnTo>
                  <a:pt x="6169105" y="839401"/>
                </a:lnTo>
                <a:lnTo>
                  <a:pt x="6222604" y="832610"/>
                </a:lnTo>
                <a:lnTo>
                  <a:pt x="6229292" y="820366"/>
                </a:lnTo>
                <a:lnTo>
                  <a:pt x="6232635" y="822240"/>
                </a:lnTo>
                <a:lnTo>
                  <a:pt x="6246010" y="850570"/>
                </a:lnTo>
                <a:lnTo>
                  <a:pt x="6266072" y="845245"/>
                </a:lnTo>
                <a:lnTo>
                  <a:pt x="6279447" y="845237"/>
                </a:lnTo>
                <a:lnTo>
                  <a:pt x="6286135" y="842167"/>
                </a:lnTo>
                <a:lnTo>
                  <a:pt x="6302853" y="857783"/>
                </a:lnTo>
                <a:lnTo>
                  <a:pt x="6312884" y="843935"/>
                </a:lnTo>
                <a:lnTo>
                  <a:pt x="6329603" y="852288"/>
                </a:lnTo>
                <a:lnTo>
                  <a:pt x="6342977" y="836287"/>
                </a:lnTo>
                <a:lnTo>
                  <a:pt x="6349664" y="835612"/>
                </a:lnTo>
                <a:lnTo>
                  <a:pt x="6359696" y="823783"/>
                </a:lnTo>
                <a:lnTo>
                  <a:pt x="6369727" y="797776"/>
                </a:lnTo>
                <a:lnTo>
                  <a:pt x="6373070" y="803617"/>
                </a:lnTo>
                <a:lnTo>
                  <a:pt x="6379757" y="798280"/>
                </a:lnTo>
                <a:lnTo>
                  <a:pt x="6383101" y="800826"/>
                </a:lnTo>
                <a:lnTo>
                  <a:pt x="6399820" y="773097"/>
                </a:lnTo>
                <a:lnTo>
                  <a:pt x="6416538" y="755345"/>
                </a:lnTo>
                <a:lnTo>
                  <a:pt x="6436601" y="721584"/>
                </a:lnTo>
                <a:lnTo>
                  <a:pt x="6439944" y="722251"/>
                </a:lnTo>
                <a:lnTo>
                  <a:pt x="6456662" y="691495"/>
                </a:lnTo>
                <a:lnTo>
                  <a:pt x="6460006" y="691641"/>
                </a:lnTo>
                <a:lnTo>
                  <a:pt x="6483412" y="652790"/>
                </a:lnTo>
                <a:lnTo>
                  <a:pt x="6493443" y="648205"/>
                </a:lnTo>
                <a:lnTo>
                  <a:pt x="6503474" y="615676"/>
                </a:lnTo>
                <a:lnTo>
                  <a:pt x="6506818" y="620202"/>
                </a:lnTo>
                <a:lnTo>
                  <a:pt x="6516849" y="607819"/>
                </a:lnTo>
                <a:lnTo>
                  <a:pt x="6523536" y="602789"/>
                </a:lnTo>
                <a:lnTo>
                  <a:pt x="6543599" y="562632"/>
                </a:lnTo>
                <a:lnTo>
                  <a:pt x="6590410" y="493552"/>
                </a:lnTo>
                <a:lnTo>
                  <a:pt x="6610472" y="458627"/>
                </a:lnTo>
                <a:lnTo>
                  <a:pt x="6650596" y="386980"/>
                </a:lnTo>
                <a:lnTo>
                  <a:pt x="6660628" y="376606"/>
                </a:lnTo>
                <a:lnTo>
                  <a:pt x="6667315" y="369717"/>
                </a:lnTo>
                <a:lnTo>
                  <a:pt x="6670659" y="366662"/>
                </a:lnTo>
                <a:lnTo>
                  <a:pt x="6680689" y="344549"/>
                </a:lnTo>
                <a:lnTo>
                  <a:pt x="6690721" y="338638"/>
                </a:lnTo>
                <a:lnTo>
                  <a:pt x="6694065" y="340991"/>
                </a:lnTo>
                <a:lnTo>
                  <a:pt x="6710783" y="320309"/>
                </a:lnTo>
                <a:lnTo>
                  <a:pt x="6724157" y="297850"/>
                </a:lnTo>
                <a:lnTo>
                  <a:pt x="6727501" y="288293"/>
                </a:lnTo>
                <a:lnTo>
                  <a:pt x="6730845" y="295141"/>
                </a:lnTo>
                <a:lnTo>
                  <a:pt x="6747563" y="267253"/>
                </a:lnTo>
                <a:lnTo>
                  <a:pt x="6837843" y="147160"/>
                </a:lnTo>
                <a:lnTo>
                  <a:pt x="6847874" y="140870"/>
                </a:lnTo>
                <a:lnTo>
                  <a:pt x="6864592" y="114344"/>
                </a:lnTo>
                <a:lnTo>
                  <a:pt x="6871280" y="116953"/>
                </a:lnTo>
                <a:lnTo>
                  <a:pt x="6884655" y="100681"/>
                </a:lnTo>
                <a:lnTo>
                  <a:pt x="6894686" y="92612"/>
                </a:lnTo>
                <a:lnTo>
                  <a:pt x="6911404" y="77653"/>
                </a:lnTo>
                <a:lnTo>
                  <a:pt x="6921435" y="56257"/>
                </a:lnTo>
                <a:lnTo>
                  <a:pt x="6924779" y="58101"/>
                </a:lnTo>
                <a:lnTo>
                  <a:pt x="6928123" y="58166"/>
                </a:lnTo>
                <a:lnTo>
                  <a:pt x="6934810" y="47316"/>
                </a:lnTo>
                <a:lnTo>
                  <a:pt x="6944841" y="52918"/>
                </a:lnTo>
                <a:lnTo>
                  <a:pt x="6981621" y="33454"/>
                </a:lnTo>
                <a:lnTo>
                  <a:pt x="6988309" y="31360"/>
                </a:lnTo>
                <a:lnTo>
                  <a:pt x="7001684" y="26456"/>
                </a:lnTo>
                <a:lnTo>
                  <a:pt x="7035121" y="16691"/>
                </a:lnTo>
                <a:lnTo>
                  <a:pt x="7038464" y="7695"/>
                </a:lnTo>
                <a:lnTo>
                  <a:pt x="7041808" y="13216"/>
                </a:lnTo>
                <a:lnTo>
                  <a:pt x="7048495" y="7114"/>
                </a:lnTo>
                <a:lnTo>
                  <a:pt x="7051839" y="8886"/>
                </a:lnTo>
                <a:lnTo>
                  <a:pt x="7055182" y="3181"/>
                </a:lnTo>
                <a:lnTo>
                  <a:pt x="7061870" y="13003"/>
                </a:lnTo>
                <a:lnTo>
                  <a:pt x="7071901" y="5414"/>
                </a:lnTo>
                <a:lnTo>
                  <a:pt x="7075245" y="9282"/>
                </a:lnTo>
                <a:lnTo>
                  <a:pt x="7078589" y="0"/>
                </a:lnTo>
                <a:lnTo>
                  <a:pt x="7081932" y="5683"/>
                </a:lnTo>
                <a:lnTo>
                  <a:pt x="7088619" y="9992"/>
                </a:lnTo>
                <a:lnTo>
                  <a:pt x="7095307" y="7057"/>
                </a:lnTo>
                <a:lnTo>
                  <a:pt x="7108682" y="26128"/>
                </a:lnTo>
                <a:lnTo>
                  <a:pt x="7122056" y="53989"/>
                </a:lnTo>
                <a:lnTo>
                  <a:pt x="7125400" y="51491"/>
                </a:lnTo>
                <a:lnTo>
                  <a:pt x="7132087" y="52599"/>
                </a:lnTo>
                <a:lnTo>
                  <a:pt x="7135431" y="55080"/>
                </a:lnTo>
                <a:lnTo>
                  <a:pt x="7142119" y="65933"/>
                </a:lnTo>
                <a:lnTo>
                  <a:pt x="7145463" y="65774"/>
                </a:lnTo>
                <a:lnTo>
                  <a:pt x="7152150" y="89065"/>
                </a:lnTo>
                <a:lnTo>
                  <a:pt x="7158837" y="116149"/>
                </a:lnTo>
                <a:lnTo>
                  <a:pt x="7175556" y="437178"/>
                </a:lnTo>
                <a:lnTo>
                  <a:pt x="7198961" y="1004899"/>
                </a:lnTo>
                <a:lnTo>
                  <a:pt x="7205648" y="1017154"/>
                </a:lnTo>
                <a:lnTo>
                  <a:pt x="7208992" y="1014095"/>
                </a:lnTo>
                <a:lnTo>
                  <a:pt x="7212336" y="1020217"/>
                </a:lnTo>
                <a:lnTo>
                  <a:pt x="7215680" y="1011765"/>
                </a:lnTo>
                <a:lnTo>
                  <a:pt x="7219024" y="971730"/>
                </a:lnTo>
                <a:lnTo>
                  <a:pt x="7222367" y="989471"/>
                </a:lnTo>
                <a:lnTo>
                  <a:pt x="7225711" y="974440"/>
                </a:lnTo>
                <a:lnTo>
                  <a:pt x="7229055" y="979580"/>
                </a:lnTo>
                <a:lnTo>
                  <a:pt x="7235742" y="986573"/>
                </a:lnTo>
                <a:lnTo>
                  <a:pt x="7242429" y="964273"/>
                </a:lnTo>
                <a:lnTo>
                  <a:pt x="7245773" y="945736"/>
                </a:lnTo>
                <a:lnTo>
                  <a:pt x="7249117" y="948206"/>
                </a:lnTo>
                <a:lnTo>
                  <a:pt x="7259148" y="952520"/>
                </a:lnTo>
                <a:lnTo>
                  <a:pt x="7262492" y="951172"/>
                </a:lnTo>
                <a:lnTo>
                  <a:pt x="7272522" y="940045"/>
                </a:lnTo>
                <a:lnTo>
                  <a:pt x="7275866" y="955882"/>
                </a:lnTo>
                <a:lnTo>
                  <a:pt x="7279210" y="945807"/>
                </a:lnTo>
                <a:lnTo>
                  <a:pt x="7282553" y="942550"/>
                </a:lnTo>
                <a:lnTo>
                  <a:pt x="7285897" y="958613"/>
                </a:lnTo>
                <a:lnTo>
                  <a:pt x="7289241" y="937090"/>
                </a:lnTo>
                <a:lnTo>
                  <a:pt x="7292585" y="954428"/>
                </a:lnTo>
                <a:lnTo>
                  <a:pt x="7295929" y="945152"/>
                </a:lnTo>
                <a:lnTo>
                  <a:pt x="7302616" y="941993"/>
                </a:lnTo>
                <a:lnTo>
                  <a:pt x="7305959" y="941722"/>
                </a:lnTo>
                <a:lnTo>
                  <a:pt x="7319334" y="958488"/>
                </a:lnTo>
                <a:lnTo>
                  <a:pt x="7326022" y="952073"/>
                </a:lnTo>
                <a:lnTo>
                  <a:pt x="7329366" y="976742"/>
                </a:lnTo>
                <a:lnTo>
                  <a:pt x="7332709" y="967199"/>
                </a:lnTo>
                <a:lnTo>
                  <a:pt x="7342740" y="962048"/>
                </a:lnTo>
                <a:lnTo>
                  <a:pt x="7379521" y="987222"/>
                </a:lnTo>
                <a:lnTo>
                  <a:pt x="7392895" y="996672"/>
                </a:lnTo>
                <a:lnTo>
                  <a:pt x="7396239" y="1005102"/>
                </a:lnTo>
                <a:lnTo>
                  <a:pt x="7399583" y="1001011"/>
                </a:lnTo>
                <a:lnTo>
                  <a:pt x="7406270" y="1005086"/>
                </a:lnTo>
                <a:lnTo>
                  <a:pt x="7412958" y="1027726"/>
                </a:lnTo>
                <a:lnTo>
                  <a:pt x="7419645" y="1023938"/>
                </a:lnTo>
                <a:lnTo>
                  <a:pt x="7422988" y="1035175"/>
                </a:lnTo>
                <a:lnTo>
                  <a:pt x="7426332" y="1032118"/>
                </a:lnTo>
                <a:lnTo>
                  <a:pt x="7453082" y="1069337"/>
                </a:lnTo>
                <a:lnTo>
                  <a:pt x="7476488" y="1073806"/>
                </a:lnTo>
                <a:lnTo>
                  <a:pt x="7483175" y="1075593"/>
                </a:lnTo>
                <a:lnTo>
                  <a:pt x="7493206" y="1063649"/>
                </a:lnTo>
                <a:lnTo>
                  <a:pt x="7499893" y="1072702"/>
                </a:lnTo>
                <a:lnTo>
                  <a:pt x="7506581" y="1061642"/>
                </a:lnTo>
                <a:lnTo>
                  <a:pt x="7509925" y="1060642"/>
                </a:lnTo>
                <a:lnTo>
                  <a:pt x="7516612" y="1079412"/>
                </a:lnTo>
                <a:lnTo>
                  <a:pt x="7526643" y="1063155"/>
                </a:lnTo>
                <a:lnTo>
                  <a:pt x="7533330" y="1076639"/>
                </a:lnTo>
                <a:lnTo>
                  <a:pt x="7540017" y="1062525"/>
                </a:lnTo>
                <a:lnTo>
                  <a:pt x="7546705" y="1076240"/>
                </a:lnTo>
                <a:lnTo>
                  <a:pt x="7550049" y="1065131"/>
                </a:lnTo>
                <a:lnTo>
                  <a:pt x="7556736" y="1054168"/>
                </a:lnTo>
                <a:lnTo>
                  <a:pt x="7560080" y="1064950"/>
                </a:lnTo>
                <a:lnTo>
                  <a:pt x="7563423" y="1055488"/>
                </a:lnTo>
                <a:lnTo>
                  <a:pt x="7566767" y="1058356"/>
                </a:lnTo>
                <a:lnTo>
                  <a:pt x="7573454" y="1079338"/>
                </a:lnTo>
                <a:lnTo>
                  <a:pt x="7580142" y="1058634"/>
                </a:lnTo>
                <a:lnTo>
                  <a:pt x="7590173" y="1050189"/>
                </a:lnTo>
                <a:lnTo>
                  <a:pt x="7596860" y="1060358"/>
                </a:lnTo>
                <a:lnTo>
                  <a:pt x="7610235" y="1047062"/>
                </a:lnTo>
                <a:lnTo>
                  <a:pt x="7616922" y="1048329"/>
                </a:lnTo>
                <a:lnTo>
                  <a:pt x="7623610" y="1040092"/>
                </a:lnTo>
                <a:lnTo>
                  <a:pt x="7630297" y="1057798"/>
                </a:lnTo>
                <a:lnTo>
                  <a:pt x="7633641" y="1052089"/>
                </a:lnTo>
                <a:lnTo>
                  <a:pt x="7636985" y="1036465"/>
                </a:lnTo>
                <a:lnTo>
                  <a:pt x="7640328" y="1037883"/>
                </a:lnTo>
                <a:lnTo>
                  <a:pt x="7643672" y="1036372"/>
                </a:lnTo>
                <a:lnTo>
                  <a:pt x="7647015" y="1023107"/>
                </a:lnTo>
                <a:lnTo>
                  <a:pt x="7650359" y="1024903"/>
                </a:lnTo>
                <a:lnTo>
                  <a:pt x="7660391" y="1030841"/>
                </a:lnTo>
                <a:lnTo>
                  <a:pt x="7667078" y="1017659"/>
                </a:lnTo>
                <a:lnTo>
                  <a:pt x="7673765" y="1031413"/>
                </a:lnTo>
                <a:lnTo>
                  <a:pt x="7697171" y="1014011"/>
                </a:lnTo>
                <a:lnTo>
                  <a:pt x="7700515" y="1019521"/>
                </a:lnTo>
                <a:lnTo>
                  <a:pt x="7713889" y="1006066"/>
                </a:lnTo>
                <a:lnTo>
                  <a:pt x="7723920" y="1007097"/>
                </a:lnTo>
                <a:lnTo>
                  <a:pt x="7727264" y="1007533"/>
                </a:lnTo>
                <a:lnTo>
                  <a:pt x="7730608" y="996610"/>
                </a:lnTo>
                <a:lnTo>
                  <a:pt x="7733952" y="1000451"/>
                </a:lnTo>
                <a:lnTo>
                  <a:pt x="7743983" y="996982"/>
                </a:lnTo>
                <a:lnTo>
                  <a:pt x="7757357" y="989980"/>
                </a:lnTo>
                <a:lnTo>
                  <a:pt x="7760701" y="992519"/>
                </a:lnTo>
                <a:lnTo>
                  <a:pt x="7767388" y="1008726"/>
                </a:lnTo>
                <a:lnTo>
                  <a:pt x="7777420" y="984586"/>
                </a:lnTo>
                <a:lnTo>
                  <a:pt x="7784107" y="985516"/>
                </a:lnTo>
                <a:lnTo>
                  <a:pt x="7790794" y="997179"/>
                </a:lnTo>
                <a:lnTo>
                  <a:pt x="7794138" y="993878"/>
                </a:lnTo>
                <a:lnTo>
                  <a:pt x="7800825" y="995428"/>
                </a:lnTo>
                <a:lnTo>
                  <a:pt x="7807513" y="988230"/>
                </a:lnTo>
                <a:lnTo>
                  <a:pt x="7810857" y="991890"/>
                </a:lnTo>
                <a:lnTo>
                  <a:pt x="7817544" y="1005562"/>
                </a:lnTo>
                <a:lnTo>
                  <a:pt x="7827575" y="995639"/>
                </a:lnTo>
                <a:lnTo>
                  <a:pt x="7834262" y="1003688"/>
                </a:lnTo>
                <a:lnTo>
                  <a:pt x="7840950" y="995914"/>
                </a:lnTo>
                <a:lnTo>
                  <a:pt x="7857668" y="1001384"/>
                </a:lnTo>
                <a:lnTo>
                  <a:pt x="7864355" y="999115"/>
                </a:lnTo>
                <a:lnTo>
                  <a:pt x="7874386" y="1005471"/>
                </a:lnTo>
                <a:lnTo>
                  <a:pt x="7887762" y="983574"/>
                </a:lnTo>
                <a:lnTo>
                  <a:pt x="7891105" y="994309"/>
                </a:lnTo>
                <a:lnTo>
                  <a:pt x="7894449" y="992061"/>
                </a:lnTo>
                <a:lnTo>
                  <a:pt x="7904480" y="997626"/>
                </a:lnTo>
                <a:lnTo>
                  <a:pt x="7911167" y="975826"/>
                </a:lnTo>
                <a:lnTo>
                  <a:pt x="7917855" y="985266"/>
                </a:lnTo>
                <a:lnTo>
                  <a:pt x="7924542" y="968354"/>
                </a:lnTo>
                <a:lnTo>
                  <a:pt x="7931229" y="976235"/>
                </a:lnTo>
                <a:lnTo>
                  <a:pt x="7934573" y="971703"/>
                </a:lnTo>
                <a:lnTo>
                  <a:pt x="7937916" y="974122"/>
                </a:lnTo>
                <a:lnTo>
                  <a:pt x="7944604" y="961753"/>
                </a:lnTo>
                <a:lnTo>
                  <a:pt x="7947947" y="963722"/>
                </a:lnTo>
                <a:lnTo>
                  <a:pt x="7951291" y="955879"/>
                </a:lnTo>
                <a:lnTo>
                  <a:pt x="7954635" y="959229"/>
                </a:lnTo>
                <a:lnTo>
                  <a:pt x="7957979" y="964764"/>
                </a:lnTo>
                <a:lnTo>
                  <a:pt x="7964666" y="951053"/>
                </a:lnTo>
                <a:lnTo>
                  <a:pt x="7968010" y="949847"/>
                </a:lnTo>
                <a:lnTo>
                  <a:pt x="7978041" y="933429"/>
                </a:lnTo>
                <a:lnTo>
                  <a:pt x="7981384" y="937850"/>
                </a:lnTo>
                <a:lnTo>
                  <a:pt x="7984728" y="934646"/>
                </a:lnTo>
                <a:lnTo>
                  <a:pt x="7988072" y="928343"/>
                </a:lnTo>
                <a:lnTo>
                  <a:pt x="7991416" y="931203"/>
                </a:lnTo>
                <a:lnTo>
                  <a:pt x="7998103" y="930568"/>
                </a:lnTo>
                <a:lnTo>
                  <a:pt x="8024852" y="915453"/>
                </a:lnTo>
                <a:lnTo>
                  <a:pt x="8031540" y="904559"/>
                </a:lnTo>
                <a:lnTo>
                  <a:pt x="8034884" y="915094"/>
                </a:lnTo>
                <a:lnTo>
                  <a:pt x="8038227" y="908461"/>
                </a:lnTo>
                <a:lnTo>
                  <a:pt x="8048258" y="903471"/>
                </a:lnTo>
                <a:lnTo>
                  <a:pt x="8058289" y="884361"/>
                </a:lnTo>
                <a:lnTo>
                  <a:pt x="8061633" y="893867"/>
                </a:lnTo>
                <a:lnTo>
                  <a:pt x="8064977" y="883296"/>
                </a:lnTo>
                <a:lnTo>
                  <a:pt x="8068321" y="890149"/>
                </a:lnTo>
                <a:lnTo>
                  <a:pt x="8085039" y="866682"/>
                </a:lnTo>
                <a:lnTo>
                  <a:pt x="8088382" y="875537"/>
                </a:lnTo>
                <a:lnTo>
                  <a:pt x="8095070" y="868173"/>
                </a:lnTo>
                <a:lnTo>
                  <a:pt x="8101757" y="869747"/>
                </a:lnTo>
                <a:lnTo>
                  <a:pt x="8131850" y="850200"/>
                </a:lnTo>
                <a:lnTo>
                  <a:pt x="8135194" y="853368"/>
                </a:lnTo>
                <a:lnTo>
                  <a:pt x="8145226" y="847967"/>
                </a:lnTo>
                <a:lnTo>
                  <a:pt x="8151913" y="848990"/>
                </a:lnTo>
                <a:lnTo>
                  <a:pt x="8155256" y="858605"/>
                </a:lnTo>
                <a:lnTo>
                  <a:pt x="8158600" y="854023"/>
                </a:lnTo>
                <a:lnTo>
                  <a:pt x="8168631" y="840824"/>
                </a:lnTo>
                <a:lnTo>
                  <a:pt x="8171974" y="844351"/>
                </a:lnTo>
                <a:lnTo>
                  <a:pt x="8175318" y="839270"/>
                </a:lnTo>
                <a:lnTo>
                  <a:pt x="8178662" y="844068"/>
                </a:lnTo>
                <a:lnTo>
                  <a:pt x="8182006" y="847784"/>
                </a:lnTo>
                <a:lnTo>
                  <a:pt x="8185350" y="837832"/>
                </a:lnTo>
                <a:lnTo>
                  <a:pt x="8188693" y="840974"/>
                </a:lnTo>
                <a:lnTo>
                  <a:pt x="8192037" y="845010"/>
                </a:lnTo>
                <a:lnTo>
                  <a:pt x="8198724" y="841483"/>
                </a:lnTo>
                <a:lnTo>
                  <a:pt x="8202068" y="847286"/>
                </a:lnTo>
                <a:lnTo>
                  <a:pt x="8212099" y="836943"/>
                </a:lnTo>
                <a:lnTo>
                  <a:pt x="8215443" y="846570"/>
                </a:lnTo>
                <a:lnTo>
                  <a:pt x="8218787" y="841267"/>
                </a:lnTo>
                <a:lnTo>
                  <a:pt x="8225474" y="833424"/>
                </a:lnTo>
                <a:lnTo>
                  <a:pt x="8228818" y="840030"/>
                </a:lnTo>
                <a:lnTo>
                  <a:pt x="8232161" y="836580"/>
                </a:lnTo>
                <a:lnTo>
                  <a:pt x="8242192" y="829950"/>
                </a:lnTo>
                <a:lnTo>
                  <a:pt x="8245536" y="836894"/>
                </a:lnTo>
                <a:lnTo>
                  <a:pt x="8252223" y="826000"/>
                </a:lnTo>
                <a:lnTo>
                  <a:pt x="8262255" y="841011"/>
                </a:lnTo>
                <a:lnTo>
                  <a:pt x="8265598" y="834968"/>
                </a:lnTo>
                <a:lnTo>
                  <a:pt x="8275629" y="821762"/>
                </a:lnTo>
                <a:lnTo>
                  <a:pt x="8278973" y="832817"/>
                </a:lnTo>
                <a:lnTo>
                  <a:pt x="8285660" y="820885"/>
                </a:lnTo>
                <a:lnTo>
                  <a:pt x="8292348" y="831848"/>
                </a:lnTo>
                <a:lnTo>
                  <a:pt x="8295692" y="825279"/>
                </a:lnTo>
                <a:lnTo>
                  <a:pt x="8305722" y="811403"/>
                </a:lnTo>
                <a:lnTo>
                  <a:pt x="8309066" y="820529"/>
                </a:lnTo>
                <a:lnTo>
                  <a:pt x="8312410" y="804268"/>
                </a:lnTo>
                <a:lnTo>
                  <a:pt x="8315753" y="807812"/>
                </a:lnTo>
                <a:lnTo>
                  <a:pt x="8322441" y="820129"/>
                </a:lnTo>
                <a:lnTo>
                  <a:pt x="8329129" y="796059"/>
                </a:lnTo>
                <a:lnTo>
                  <a:pt x="8339159" y="820340"/>
                </a:lnTo>
                <a:lnTo>
                  <a:pt x="8342503" y="821141"/>
                </a:lnTo>
                <a:lnTo>
                  <a:pt x="8349190" y="808994"/>
                </a:lnTo>
                <a:lnTo>
                  <a:pt x="8362565" y="806397"/>
                </a:lnTo>
                <a:lnTo>
                  <a:pt x="8369253" y="787654"/>
                </a:lnTo>
                <a:lnTo>
                  <a:pt x="8372596" y="790335"/>
                </a:lnTo>
                <a:lnTo>
                  <a:pt x="8382627" y="817162"/>
                </a:lnTo>
                <a:lnTo>
                  <a:pt x="8385971" y="810517"/>
                </a:lnTo>
                <a:lnTo>
                  <a:pt x="8406033" y="800346"/>
                </a:lnTo>
                <a:lnTo>
                  <a:pt x="8412721" y="801788"/>
                </a:lnTo>
                <a:lnTo>
                  <a:pt x="8422751" y="781963"/>
                </a:lnTo>
                <a:lnTo>
                  <a:pt x="8429439" y="797831"/>
                </a:lnTo>
                <a:lnTo>
                  <a:pt x="8446158" y="782606"/>
                </a:lnTo>
                <a:lnTo>
                  <a:pt x="8449501" y="771225"/>
                </a:lnTo>
                <a:lnTo>
                  <a:pt x="8452845" y="774443"/>
                </a:lnTo>
                <a:lnTo>
                  <a:pt x="8462876" y="803226"/>
                </a:lnTo>
                <a:lnTo>
                  <a:pt x="8472907" y="789166"/>
                </a:lnTo>
                <a:lnTo>
                  <a:pt x="8482938" y="783457"/>
                </a:lnTo>
                <a:lnTo>
                  <a:pt x="8489625" y="775087"/>
                </a:lnTo>
                <a:lnTo>
                  <a:pt x="8492969" y="778264"/>
                </a:lnTo>
                <a:lnTo>
                  <a:pt x="8509687" y="787482"/>
                </a:lnTo>
                <a:lnTo>
                  <a:pt x="8519719" y="780379"/>
                </a:lnTo>
                <a:lnTo>
                  <a:pt x="8526406" y="783612"/>
                </a:lnTo>
                <a:lnTo>
                  <a:pt x="8533093" y="778527"/>
                </a:lnTo>
                <a:lnTo>
                  <a:pt x="8549812" y="787630"/>
                </a:lnTo>
                <a:lnTo>
                  <a:pt x="8553156" y="784609"/>
                </a:lnTo>
                <a:lnTo>
                  <a:pt x="8556499" y="790352"/>
                </a:lnTo>
                <a:lnTo>
                  <a:pt x="8559843" y="781646"/>
                </a:lnTo>
                <a:lnTo>
                  <a:pt x="8566530" y="794131"/>
                </a:lnTo>
                <a:lnTo>
                  <a:pt x="8569874" y="784404"/>
                </a:lnTo>
                <a:lnTo>
                  <a:pt x="8573217" y="790115"/>
                </a:lnTo>
                <a:lnTo>
                  <a:pt x="8576561" y="784004"/>
                </a:lnTo>
                <a:lnTo>
                  <a:pt x="8579905" y="792529"/>
                </a:lnTo>
                <a:lnTo>
                  <a:pt x="8583248" y="789725"/>
                </a:lnTo>
                <a:lnTo>
                  <a:pt x="8586592" y="788742"/>
                </a:lnTo>
                <a:lnTo>
                  <a:pt x="8589936" y="774355"/>
                </a:lnTo>
                <a:lnTo>
                  <a:pt x="8593280" y="789446"/>
                </a:lnTo>
                <a:lnTo>
                  <a:pt x="8596623" y="787019"/>
                </a:lnTo>
                <a:lnTo>
                  <a:pt x="8599967" y="786017"/>
                </a:lnTo>
                <a:lnTo>
                  <a:pt x="8603311" y="758104"/>
                </a:lnTo>
                <a:lnTo>
                  <a:pt x="8606654" y="770887"/>
                </a:lnTo>
                <a:lnTo>
                  <a:pt x="8613341" y="782221"/>
                </a:lnTo>
                <a:lnTo>
                  <a:pt x="8616685" y="775631"/>
                </a:lnTo>
                <a:lnTo>
                  <a:pt x="8623373" y="787085"/>
                </a:lnTo>
                <a:lnTo>
                  <a:pt x="8626717" y="783999"/>
                </a:lnTo>
                <a:lnTo>
                  <a:pt x="8630060" y="780136"/>
                </a:lnTo>
                <a:lnTo>
                  <a:pt x="8633404" y="790801"/>
                </a:lnTo>
                <a:lnTo>
                  <a:pt x="8636748" y="785934"/>
                </a:lnTo>
                <a:lnTo>
                  <a:pt x="8670185" y="787756"/>
                </a:lnTo>
                <a:lnTo>
                  <a:pt x="8673528" y="790700"/>
                </a:lnTo>
                <a:lnTo>
                  <a:pt x="8680215" y="784105"/>
                </a:lnTo>
                <a:lnTo>
                  <a:pt x="8683559" y="792008"/>
                </a:lnTo>
                <a:lnTo>
                  <a:pt x="8686903" y="787440"/>
                </a:lnTo>
                <a:lnTo>
                  <a:pt x="8696934" y="779082"/>
                </a:lnTo>
                <a:lnTo>
                  <a:pt x="8700278" y="783409"/>
                </a:lnTo>
                <a:lnTo>
                  <a:pt x="8706965" y="773342"/>
                </a:lnTo>
                <a:lnTo>
                  <a:pt x="8710309" y="783857"/>
                </a:lnTo>
                <a:lnTo>
                  <a:pt x="8713652" y="781658"/>
                </a:lnTo>
                <a:lnTo>
                  <a:pt x="8723683" y="772095"/>
                </a:lnTo>
                <a:lnTo>
                  <a:pt x="8727027" y="778193"/>
                </a:lnTo>
                <a:lnTo>
                  <a:pt x="8750433" y="777740"/>
                </a:lnTo>
                <a:lnTo>
                  <a:pt x="8757120" y="760574"/>
                </a:lnTo>
                <a:lnTo>
                  <a:pt x="8760464" y="761771"/>
                </a:lnTo>
                <a:lnTo>
                  <a:pt x="8763807" y="773122"/>
                </a:lnTo>
                <a:lnTo>
                  <a:pt x="8770495" y="758277"/>
                </a:lnTo>
                <a:lnTo>
                  <a:pt x="8777183" y="761092"/>
                </a:lnTo>
                <a:lnTo>
                  <a:pt x="8780526" y="755388"/>
                </a:lnTo>
                <a:lnTo>
                  <a:pt x="8783870" y="758656"/>
                </a:lnTo>
                <a:lnTo>
                  <a:pt x="8793901" y="770673"/>
                </a:lnTo>
                <a:lnTo>
                  <a:pt x="8803932" y="762350"/>
                </a:lnTo>
                <a:lnTo>
                  <a:pt x="8807276" y="762202"/>
                </a:lnTo>
                <a:lnTo>
                  <a:pt x="8813963" y="772610"/>
                </a:lnTo>
                <a:lnTo>
                  <a:pt x="8823994" y="758148"/>
                </a:lnTo>
                <a:lnTo>
                  <a:pt x="8827338" y="769254"/>
                </a:lnTo>
                <a:lnTo>
                  <a:pt x="8830681" y="766092"/>
                </a:lnTo>
                <a:lnTo>
                  <a:pt x="8840712" y="756673"/>
                </a:lnTo>
                <a:lnTo>
                  <a:pt x="8847400" y="771955"/>
                </a:lnTo>
                <a:lnTo>
                  <a:pt x="8854088" y="756556"/>
                </a:lnTo>
                <a:lnTo>
                  <a:pt x="8857431" y="761252"/>
                </a:lnTo>
                <a:lnTo>
                  <a:pt x="8860775" y="759295"/>
                </a:lnTo>
                <a:lnTo>
                  <a:pt x="8867462" y="762389"/>
                </a:lnTo>
                <a:lnTo>
                  <a:pt x="8874149" y="745171"/>
                </a:lnTo>
                <a:lnTo>
                  <a:pt x="8877493" y="749454"/>
                </a:lnTo>
                <a:lnTo>
                  <a:pt x="8880837" y="759205"/>
                </a:lnTo>
                <a:lnTo>
                  <a:pt x="8884181" y="757108"/>
                </a:lnTo>
                <a:lnTo>
                  <a:pt x="8890868" y="747658"/>
                </a:lnTo>
                <a:lnTo>
                  <a:pt x="8897555" y="755126"/>
                </a:lnTo>
                <a:lnTo>
                  <a:pt x="8900899" y="762408"/>
                </a:lnTo>
                <a:lnTo>
                  <a:pt x="8910930" y="754906"/>
                </a:lnTo>
                <a:lnTo>
                  <a:pt x="8917617" y="755617"/>
                </a:lnTo>
                <a:lnTo>
                  <a:pt x="8930992" y="747493"/>
                </a:lnTo>
                <a:lnTo>
                  <a:pt x="8937680" y="751786"/>
                </a:lnTo>
                <a:lnTo>
                  <a:pt x="8947710" y="749911"/>
                </a:lnTo>
                <a:lnTo>
                  <a:pt x="8957742" y="751877"/>
                </a:lnTo>
                <a:lnTo>
                  <a:pt x="8964429" y="743778"/>
                </a:lnTo>
                <a:lnTo>
                  <a:pt x="8967773" y="748871"/>
                </a:lnTo>
                <a:lnTo>
                  <a:pt x="8984491" y="756516"/>
                </a:lnTo>
                <a:lnTo>
                  <a:pt x="8991178" y="751532"/>
                </a:lnTo>
                <a:lnTo>
                  <a:pt x="8997866" y="752436"/>
                </a:lnTo>
                <a:lnTo>
                  <a:pt x="9001210" y="756085"/>
                </a:lnTo>
                <a:lnTo>
                  <a:pt x="9011241" y="742132"/>
                </a:lnTo>
                <a:lnTo>
                  <a:pt x="9017928" y="751940"/>
                </a:lnTo>
                <a:lnTo>
                  <a:pt x="9021272" y="749421"/>
                </a:lnTo>
                <a:lnTo>
                  <a:pt x="9024615" y="743325"/>
                </a:lnTo>
                <a:lnTo>
                  <a:pt x="9027959" y="745764"/>
                </a:lnTo>
                <a:lnTo>
                  <a:pt x="9034647" y="752391"/>
                </a:lnTo>
                <a:lnTo>
                  <a:pt x="9048021" y="747434"/>
                </a:lnTo>
                <a:lnTo>
                  <a:pt x="9064739" y="755285"/>
                </a:lnTo>
                <a:lnTo>
                  <a:pt x="9068083" y="759240"/>
                </a:lnTo>
                <a:lnTo>
                  <a:pt x="9074771" y="750868"/>
                </a:lnTo>
                <a:lnTo>
                  <a:pt x="9091489" y="761710"/>
                </a:lnTo>
                <a:lnTo>
                  <a:pt x="9101520" y="742559"/>
                </a:lnTo>
                <a:lnTo>
                  <a:pt x="9104864" y="749865"/>
                </a:lnTo>
                <a:lnTo>
                  <a:pt x="9111552" y="765021"/>
                </a:lnTo>
                <a:lnTo>
                  <a:pt x="9121583" y="757460"/>
                </a:lnTo>
                <a:lnTo>
                  <a:pt x="9131613" y="761882"/>
                </a:lnTo>
                <a:lnTo>
                  <a:pt x="9141644" y="762621"/>
                </a:lnTo>
                <a:lnTo>
                  <a:pt x="9144988" y="771312"/>
                </a:lnTo>
                <a:lnTo>
                  <a:pt x="9148332" y="769723"/>
                </a:lnTo>
                <a:lnTo>
                  <a:pt x="9151676" y="773496"/>
                </a:lnTo>
                <a:lnTo>
                  <a:pt x="9155019" y="769334"/>
                </a:lnTo>
                <a:lnTo>
                  <a:pt x="9158363" y="768006"/>
                </a:lnTo>
                <a:lnTo>
                  <a:pt x="9168394" y="778956"/>
                </a:lnTo>
                <a:lnTo>
                  <a:pt x="9175081" y="763049"/>
                </a:lnTo>
                <a:lnTo>
                  <a:pt x="9178425" y="764482"/>
                </a:lnTo>
                <a:lnTo>
                  <a:pt x="9185113" y="773454"/>
                </a:lnTo>
                <a:lnTo>
                  <a:pt x="9191800" y="772028"/>
                </a:lnTo>
                <a:lnTo>
                  <a:pt x="9198487" y="761142"/>
                </a:lnTo>
                <a:lnTo>
                  <a:pt x="9215206" y="782213"/>
                </a:lnTo>
                <a:lnTo>
                  <a:pt x="9225237" y="766976"/>
                </a:lnTo>
                <a:lnTo>
                  <a:pt x="9238611" y="768078"/>
                </a:lnTo>
                <a:lnTo>
                  <a:pt x="9245299" y="772550"/>
                </a:lnTo>
                <a:lnTo>
                  <a:pt x="9248642" y="777718"/>
                </a:lnTo>
                <a:lnTo>
                  <a:pt x="9255330" y="767057"/>
                </a:lnTo>
                <a:lnTo>
                  <a:pt x="9258674" y="775797"/>
                </a:lnTo>
                <a:lnTo>
                  <a:pt x="9262018" y="771001"/>
                </a:lnTo>
                <a:lnTo>
                  <a:pt x="9278736" y="762520"/>
                </a:lnTo>
                <a:lnTo>
                  <a:pt x="9295455" y="767584"/>
                </a:lnTo>
                <a:lnTo>
                  <a:pt x="9302142" y="773017"/>
                </a:lnTo>
                <a:lnTo>
                  <a:pt x="9312173" y="766795"/>
                </a:lnTo>
                <a:lnTo>
                  <a:pt x="9322203" y="777522"/>
                </a:lnTo>
                <a:lnTo>
                  <a:pt x="9328891" y="767897"/>
                </a:lnTo>
                <a:lnTo>
                  <a:pt x="9332235" y="774475"/>
                </a:lnTo>
                <a:lnTo>
                  <a:pt x="9338922" y="766845"/>
                </a:lnTo>
                <a:lnTo>
                  <a:pt x="9348953" y="771696"/>
                </a:lnTo>
                <a:lnTo>
                  <a:pt x="9365672" y="773981"/>
                </a:lnTo>
              </a:path>
            </a:pathLst>
          </a:custGeom>
          <a:noFill/>
          <a:ln w="44173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path 128"/>
          <p:cNvSpPr/>
          <p:nvPr/>
        </p:nvSpPr>
        <p:spPr>
          <a:xfrm>
            <a:off x="2175164" y="9245155"/>
            <a:ext cx="9365672" cy="1577970"/>
          </a:xfrm>
          <a:custGeom>
            <a:avLst/>
            <a:gdLst/>
            <a:ahLst/>
            <a:cxnLst/>
            <a:rect l="l" t="t" r="r" b="b"/>
            <a:pathLst>
              <a:path w="9365672" h="1577970">
                <a:moveTo>
                  <a:pt x="0" y="1562380"/>
                </a:moveTo>
                <a:lnTo>
                  <a:pt x="23405" y="1564850"/>
                </a:lnTo>
                <a:lnTo>
                  <a:pt x="26749" y="1577601"/>
                </a:lnTo>
                <a:lnTo>
                  <a:pt x="36780" y="1557654"/>
                </a:lnTo>
                <a:lnTo>
                  <a:pt x="40124" y="1568843"/>
                </a:lnTo>
                <a:lnTo>
                  <a:pt x="43467" y="1565530"/>
                </a:lnTo>
                <a:lnTo>
                  <a:pt x="46811" y="1558900"/>
                </a:lnTo>
                <a:lnTo>
                  <a:pt x="50155" y="1561433"/>
                </a:lnTo>
                <a:lnTo>
                  <a:pt x="53498" y="1562838"/>
                </a:lnTo>
                <a:lnTo>
                  <a:pt x="60186" y="1558700"/>
                </a:lnTo>
                <a:lnTo>
                  <a:pt x="70217" y="1563056"/>
                </a:lnTo>
                <a:lnTo>
                  <a:pt x="73561" y="1573099"/>
                </a:lnTo>
                <a:lnTo>
                  <a:pt x="76904" y="1570198"/>
                </a:lnTo>
                <a:lnTo>
                  <a:pt x="80248" y="1558179"/>
                </a:lnTo>
                <a:lnTo>
                  <a:pt x="86935" y="1577970"/>
                </a:lnTo>
                <a:lnTo>
                  <a:pt x="103654" y="1551306"/>
                </a:lnTo>
                <a:lnTo>
                  <a:pt x="117029" y="1555258"/>
                </a:lnTo>
                <a:lnTo>
                  <a:pt x="130403" y="1550589"/>
                </a:lnTo>
                <a:lnTo>
                  <a:pt x="133747" y="1555042"/>
                </a:lnTo>
                <a:lnTo>
                  <a:pt x="137091" y="1548767"/>
                </a:lnTo>
                <a:lnTo>
                  <a:pt x="140435" y="1552699"/>
                </a:lnTo>
                <a:lnTo>
                  <a:pt x="147122" y="1549605"/>
                </a:lnTo>
                <a:lnTo>
                  <a:pt x="153809" y="1548694"/>
                </a:lnTo>
                <a:lnTo>
                  <a:pt x="157153" y="1561335"/>
                </a:lnTo>
                <a:lnTo>
                  <a:pt x="160497" y="1556162"/>
                </a:lnTo>
                <a:lnTo>
                  <a:pt x="163840" y="1561860"/>
                </a:lnTo>
                <a:lnTo>
                  <a:pt x="167184" y="1532811"/>
                </a:lnTo>
                <a:lnTo>
                  <a:pt x="170528" y="1549504"/>
                </a:lnTo>
                <a:lnTo>
                  <a:pt x="177215" y="1559410"/>
                </a:lnTo>
                <a:lnTo>
                  <a:pt x="183902" y="1542325"/>
                </a:lnTo>
                <a:lnTo>
                  <a:pt x="190590" y="1547671"/>
                </a:lnTo>
                <a:lnTo>
                  <a:pt x="197277" y="1558162"/>
                </a:lnTo>
                <a:lnTo>
                  <a:pt x="200621" y="1542557"/>
                </a:lnTo>
                <a:lnTo>
                  <a:pt x="203965" y="1546373"/>
                </a:lnTo>
                <a:lnTo>
                  <a:pt x="210652" y="1549686"/>
                </a:lnTo>
                <a:lnTo>
                  <a:pt x="213996" y="1559902"/>
                </a:lnTo>
                <a:lnTo>
                  <a:pt x="220683" y="1536316"/>
                </a:lnTo>
                <a:lnTo>
                  <a:pt x="224027" y="1544515"/>
                </a:lnTo>
                <a:lnTo>
                  <a:pt x="230714" y="1537798"/>
                </a:lnTo>
                <a:lnTo>
                  <a:pt x="237401" y="1542336"/>
                </a:lnTo>
                <a:lnTo>
                  <a:pt x="240745" y="1543965"/>
                </a:lnTo>
                <a:lnTo>
                  <a:pt x="254120" y="1525081"/>
                </a:lnTo>
                <a:lnTo>
                  <a:pt x="257463" y="1537704"/>
                </a:lnTo>
                <a:lnTo>
                  <a:pt x="260807" y="1535770"/>
                </a:lnTo>
                <a:lnTo>
                  <a:pt x="264151" y="1528990"/>
                </a:lnTo>
                <a:lnTo>
                  <a:pt x="270838" y="1545265"/>
                </a:lnTo>
                <a:lnTo>
                  <a:pt x="277526" y="1520554"/>
                </a:lnTo>
                <a:lnTo>
                  <a:pt x="280869" y="1527749"/>
                </a:lnTo>
                <a:lnTo>
                  <a:pt x="284213" y="1528144"/>
                </a:lnTo>
                <a:lnTo>
                  <a:pt x="287557" y="1522782"/>
                </a:lnTo>
                <a:lnTo>
                  <a:pt x="290900" y="1534026"/>
                </a:lnTo>
                <a:lnTo>
                  <a:pt x="294244" y="1518227"/>
                </a:lnTo>
                <a:lnTo>
                  <a:pt x="300932" y="1539174"/>
                </a:lnTo>
                <a:lnTo>
                  <a:pt x="307619" y="1522508"/>
                </a:lnTo>
                <a:lnTo>
                  <a:pt x="310963" y="1537254"/>
                </a:lnTo>
                <a:lnTo>
                  <a:pt x="314306" y="1511799"/>
                </a:lnTo>
                <a:lnTo>
                  <a:pt x="317650" y="1523391"/>
                </a:lnTo>
                <a:lnTo>
                  <a:pt x="320994" y="1517787"/>
                </a:lnTo>
                <a:lnTo>
                  <a:pt x="327681" y="1526825"/>
                </a:lnTo>
                <a:lnTo>
                  <a:pt x="331025" y="1516560"/>
                </a:lnTo>
                <a:lnTo>
                  <a:pt x="334368" y="1520151"/>
                </a:lnTo>
                <a:lnTo>
                  <a:pt x="337712" y="1527830"/>
                </a:lnTo>
                <a:lnTo>
                  <a:pt x="341056" y="1516720"/>
                </a:lnTo>
                <a:lnTo>
                  <a:pt x="344400" y="1518328"/>
                </a:lnTo>
                <a:lnTo>
                  <a:pt x="347743" y="1526611"/>
                </a:lnTo>
                <a:lnTo>
                  <a:pt x="351087" y="1522479"/>
                </a:lnTo>
                <a:lnTo>
                  <a:pt x="357774" y="1504648"/>
                </a:lnTo>
                <a:lnTo>
                  <a:pt x="364462" y="1516859"/>
                </a:lnTo>
                <a:lnTo>
                  <a:pt x="367805" y="1514093"/>
                </a:lnTo>
                <a:lnTo>
                  <a:pt x="374493" y="1525357"/>
                </a:lnTo>
                <a:lnTo>
                  <a:pt x="381180" y="1499808"/>
                </a:lnTo>
                <a:lnTo>
                  <a:pt x="384524" y="1513960"/>
                </a:lnTo>
                <a:lnTo>
                  <a:pt x="391211" y="1497146"/>
                </a:lnTo>
                <a:lnTo>
                  <a:pt x="397898" y="1530037"/>
                </a:lnTo>
                <a:lnTo>
                  <a:pt x="404586" y="1496746"/>
                </a:lnTo>
                <a:lnTo>
                  <a:pt x="414617" y="1517485"/>
                </a:lnTo>
                <a:lnTo>
                  <a:pt x="421304" y="1494611"/>
                </a:lnTo>
                <a:lnTo>
                  <a:pt x="424648" y="1512640"/>
                </a:lnTo>
                <a:lnTo>
                  <a:pt x="427992" y="1504871"/>
                </a:lnTo>
                <a:lnTo>
                  <a:pt x="431335" y="1491188"/>
                </a:lnTo>
                <a:lnTo>
                  <a:pt x="438023" y="1529920"/>
                </a:lnTo>
                <a:lnTo>
                  <a:pt x="441366" y="1500901"/>
                </a:lnTo>
                <a:lnTo>
                  <a:pt x="444710" y="1510504"/>
                </a:lnTo>
                <a:lnTo>
                  <a:pt x="448054" y="1526068"/>
                </a:lnTo>
                <a:lnTo>
                  <a:pt x="451397" y="1499917"/>
                </a:lnTo>
                <a:lnTo>
                  <a:pt x="454741" y="1513553"/>
                </a:lnTo>
                <a:lnTo>
                  <a:pt x="461428" y="1520733"/>
                </a:lnTo>
                <a:lnTo>
                  <a:pt x="464772" y="1502875"/>
                </a:lnTo>
                <a:lnTo>
                  <a:pt x="468116" y="1517902"/>
                </a:lnTo>
                <a:lnTo>
                  <a:pt x="471460" y="1502984"/>
                </a:lnTo>
                <a:lnTo>
                  <a:pt x="478147" y="1520491"/>
                </a:lnTo>
                <a:lnTo>
                  <a:pt x="481491" y="1515712"/>
                </a:lnTo>
                <a:lnTo>
                  <a:pt x="484834" y="1528687"/>
                </a:lnTo>
                <a:lnTo>
                  <a:pt x="488178" y="1524950"/>
                </a:lnTo>
                <a:lnTo>
                  <a:pt x="494865" y="1526911"/>
                </a:lnTo>
                <a:lnTo>
                  <a:pt x="504897" y="1505093"/>
                </a:lnTo>
                <a:lnTo>
                  <a:pt x="518271" y="1519459"/>
                </a:lnTo>
                <a:lnTo>
                  <a:pt x="524959" y="1506355"/>
                </a:lnTo>
                <a:lnTo>
                  <a:pt x="528302" y="1529063"/>
                </a:lnTo>
                <a:lnTo>
                  <a:pt x="531646" y="1494989"/>
                </a:lnTo>
                <a:lnTo>
                  <a:pt x="534990" y="1526512"/>
                </a:lnTo>
                <a:lnTo>
                  <a:pt x="541677" y="1491576"/>
                </a:lnTo>
                <a:lnTo>
                  <a:pt x="548365" y="1526621"/>
                </a:lnTo>
                <a:lnTo>
                  <a:pt x="551708" y="1525204"/>
                </a:lnTo>
                <a:lnTo>
                  <a:pt x="558396" y="1502482"/>
                </a:lnTo>
                <a:lnTo>
                  <a:pt x="568427" y="1507864"/>
                </a:lnTo>
                <a:lnTo>
                  <a:pt x="571770" y="1505969"/>
                </a:lnTo>
                <a:lnTo>
                  <a:pt x="575114" y="1519790"/>
                </a:lnTo>
                <a:lnTo>
                  <a:pt x="578458" y="1495252"/>
                </a:lnTo>
                <a:lnTo>
                  <a:pt x="581801" y="1501575"/>
                </a:lnTo>
                <a:lnTo>
                  <a:pt x="585145" y="1503997"/>
                </a:lnTo>
                <a:lnTo>
                  <a:pt x="588489" y="1492406"/>
                </a:lnTo>
                <a:lnTo>
                  <a:pt x="591832" y="1499559"/>
                </a:lnTo>
                <a:lnTo>
                  <a:pt x="595176" y="1502851"/>
                </a:lnTo>
                <a:lnTo>
                  <a:pt x="601863" y="1498341"/>
                </a:lnTo>
                <a:lnTo>
                  <a:pt x="608551" y="1492346"/>
                </a:lnTo>
                <a:lnTo>
                  <a:pt x="611894" y="1485700"/>
                </a:lnTo>
                <a:lnTo>
                  <a:pt x="615238" y="1489874"/>
                </a:lnTo>
                <a:lnTo>
                  <a:pt x="618582" y="1513757"/>
                </a:lnTo>
                <a:lnTo>
                  <a:pt x="621926" y="1500373"/>
                </a:lnTo>
                <a:lnTo>
                  <a:pt x="628613" y="1500998"/>
                </a:lnTo>
                <a:lnTo>
                  <a:pt x="631957" y="1491070"/>
                </a:lnTo>
                <a:lnTo>
                  <a:pt x="635300" y="1492582"/>
                </a:lnTo>
                <a:lnTo>
                  <a:pt x="638644" y="1493694"/>
                </a:lnTo>
                <a:lnTo>
                  <a:pt x="645331" y="1483117"/>
                </a:lnTo>
                <a:lnTo>
                  <a:pt x="652019" y="1498200"/>
                </a:lnTo>
                <a:lnTo>
                  <a:pt x="655362" y="1487508"/>
                </a:lnTo>
                <a:lnTo>
                  <a:pt x="658706" y="1490076"/>
                </a:lnTo>
                <a:lnTo>
                  <a:pt x="665394" y="1510072"/>
                </a:lnTo>
                <a:lnTo>
                  <a:pt x="672081" y="1488579"/>
                </a:lnTo>
                <a:lnTo>
                  <a:pt x="675425" y="1492435"/>
                </a:lnTo>
                <a:lnTo>
                  <a:pt x="682112" y="1500364"/>
                </a:lnTo>
                <a:lnTo>
                  <a:pt x="685456" y="1483049"/>
                </a:lnTo>
                <a:lnTo>
                  <a:pt x="688799" y="1485435"/>
                </a:lnTo>
                <a:lnTo>
                  <a:pt x="695487" y="1498787"/>
                </a:lnTo>
                <a:lnTo>
                  <a:pt x="698831" y="1493607"/>
                </a:lnTo>
                <a:lnTo>
                  <a:pt x="705518" y="1493217"/>
                </a:lnTo>
                <a:lnTo>
                  <a:pt x="708862" y="1507281"/>
                </a:lnTo>
                <a:lnTo>
                  <a:pt x="712205" y="1504150"/>
                </a:lnTo>
                <a:lnTo>
                  <a:pt x="718893" y="1481305"/>
                </a:lnTo>
                <a:lnTo>
                  <a:pt x="722236" y="1487112"/>
                </a:lnTo>
                <a:lnTo>
                  <a:pt x="735611" y="1493593"/>
                </a:lnTo>
                <a:lnTo>
                  <a:pt x="738955" y="1474921"/>
                </a:lnTo>
                <a:lnTo>
                  <a:pt x="742298" y="1483654"/>
                </a:lnTo>
                <a:lnTo>
                  <a:pt x="745642" y="1506923"/>
                </a:lnTo>
                <a:lnTo>
                  <a:pt x="748986" y="1505054"/>
                </a:lnTo>
                <a:lnTo>
                  <a:pt x="752329" y="1480309"/>
                </a:lnTo>
                <a:lnTo>
                  <a:pt x="755673" y="1489730"/>
                </a:lnTo>
                <a:lnTo>
                  <a:pt x="759017" y="1486233"/>
                </a:lnTo>
                <a:lnTo>
                  <a:pt x="762361" y="1489504"/>
                </a:lnTo>
                <a:lnTo>
                  <a:pt x="769048" y="1495328"/>
                </a:lnTo>
                <a:lnTo>
                  <a:pt x="775735" y="1484739"/>
                </a:lnTo>
                <a:lnTo>
                  <a:pt x="789110" y="1494483"/>
                </a:lnTo>
                <a:lnTo>
                  <a:pt x="792454" y="1497930"/>
                </a:lnTo>
                <a:lnTo>
                  <a:pt x="795797" y="1493838"/>
                </a:lnTo>
                <a:lnTo>
                  <a:pt x="809172" y="1481366"/>
                </a:lnTo>
                <a:lnTo>
                  <a:pt x="812516" y="1483111"/>
                </a:lnTo>
                <a:lnTo>
                  <a:pt x="815859" y="1491734"/>
                </a:lnTo>
                <a:lnTo>
                  <a:pt x="819203" y="1490249"/>
                </a:lnTo>
                <a:lnTo>
                  <a:pt x="832578" y="1470430"/>
                </a:lnTo>
                <a:lnTo>
                  <a:pt x="835922" y="1475001"/>
                </a:lnTo>
                <a:lnTo>
                  <a:pt x="866015" y="1494042"/>
                </a:lnTo>
                <a:lnTo>
                  <a:pt x="869359" y="1473431"/>
                </a:lnTo>
                <a:lnTo>
                  <a:pt x="876046" y="1490786"/>
                </a:lnTo>
                <a:lnTo>
                  <a:pt x="879390" y="1474076"/>
                </a:lnTo>
                <a:lnTo>
                  <a:pt x="882733" y="1478851"/>
                </a:lnTo>
                <a:lnTo>
                  <a:pt x="886077" y="1470056"/>
                </a:lnTo>
                <a:lnTo>
                  <a:pt x="889421" y="1471971"/>
                </a:lnTo>
                <a:lnTo>
                  <a:pt x="899452" y="1477748"/>
                </a:lnTo>
                <a:lnTo>
                  <a:pt x="906139" y="1478980"/>
                </a:lnTo>
                <a:lnTo>
                  <a:pt x="932889" y="1464599"/>
                </a:lnTo>
                <a:lnTo>
                  <a:pt x="939576" y="1469185"/>
                </a:lnTo>
                <a:lnTo>
                  <a:pt x="942920" y="1466475"/>
                </a:lnTo>
                <a:lnTo>
                  <a:pt x="949607" y="1479450"/>
                </a:lnTo>
                <a:lnTo>
                  <a:pt x="969669" y="1450402"/>
                </a:lnTo>
                <a:lnTo>
                  <a:pt x="979700" y="1480190"/>
                </a:lnTo>
                <a:lnTo>
                  <a:pt x="983044" y="1489132"/>
                </a:lnTo>
                <a:lnTo>
                  <a:pt x="993075" y="1458311"/>
                </a:lnTo>
                <a:lnTo>
                  <a:pt x="1006450" y="1473938"/>
                </a:lnTo>
                <a:lnTo>
                  <a:pt x="1009794" y="1464225"/>
                </a:lnTo>
                <a:lnTo>
                  <a:pt x="1013137" y="1467673"/>
                </a:lnTo>
                <a:lnTo>
                  <a:pt x="1029856" y="1468306"/>
                </a:lnTo>
                <a:lnTo>
                  <a:pt x="1036543" y="1469745"/>
                </a:lnTo>
                <a:lnTo>
                  <a:pt x="1046574" y="1477563"/>
                </a:lnTo>
                <a:lnTo>
                  <a:pt x="1049918" y="1457369"/>
                </a:lnTo>
                <a:lnTo>
                  <a:pt x="1056605" y="1485697"/>
                </a:lnTo>
                <a:lnTo>
                  <a:pt x="1066636" y="1450772"/>
                </a:lnTo>
                <a:lnTo>
                  <a:pt x="1069980" y="1466505"/>
                </a:lnTo>
                <a:lnTo>
                  <a:pt x="1076667" y="1448646"/>
                </a:lnTo>
                <a:lnTo>
                  <a:pt x="1083355" y="1448806"/>
                </a:lnTo>
                <a:lnTo>
                  <a:pt x="1086698" y="1477112"/>
                </a:lnTo>
                <a:lnTo>
                  <a:pt x="1090042" y="1469900"/>
                </a:lnTo>
                <a:lnTo>
                  <a:pt x="1093386" y="1470749"/>
                </a:lnTo>
                <a:lnTo>
                  <a:pt x="1096729" y="1462216"/>
                </a:lnTo>
                <a:lnTo>
                  <a:pt x="1103417" y="1478003"/>
                </a:lnTo>
                <a:lnTo>
                  <a:pt x="1113448" y="1445323"/>
                </a:lnTo>
                <a:lnTo>
                  <a:pt x="1116792" y="1446327"/>
                </a:lnTo>
                <a:lnTo>
                  <a:pt x="1126823" y="1470189"/>
                </a:lnTo>
                <a:lnTo>
                  <a:pt x="1133510" y="1446205"/>
                </a:lnTo>
                <a:lnTo>
                  <a:pt x="1140197" y="1463437"/>
                </a:lnTo>
                <a:lnTo>
                  <a:pt x="1146885" y="1442948"/>
                </a:lnTo>
                <a:lnTo>
                  <a:pt x="1150228" y="1443522"/>
                </a:lnTo>
                <a:lnTo>
                  <a:pt x="1153572" y="1454610"/>
                </a:lnTo>
                <a:lnTo>
                  <a:pt x="1156916" y="1443004"/>
                </a:lnTo>
                <a:lnTo>
                  <a:pt x="1163603" y="1456399"/>
                </a:lnTo>
                <a:lnTo>
                  <a:pt x="1166947" y="1452746"/>
                </a:lnTo>
                <a:lnTo>
                  <a:pt x="1173634" y="1432911"/>
                </a:lnTo>
                <a:lnTo>
                  <a:pt x="1180322" y="1453696"/>
                </a:lnTo>
                <a:lnTo>
                  <a:pt x="1190353" y="1434527"/>
                </a:lnTo>
                <a:lnTo>
                  <a:pt x="1193697" y="1452813"/>
                </a:lnTo>
                <a:lnTo>
                  <a:pt x="1197040" y="1447646"/>
                </a:lnTo>
                <a:lnTo>
                  <a:pt x="1203727" y="1446578"/>
                </a:lnTo>
                <a:lnTo>
                  <a:pt x="1207071" y="1432635"/>
                </a:lnTo>
                <a:lnTo>
                  <a:pt x="1210415" y="1448768"/>
                </a:lnTo>
                <a:lnTo>
                  <a:pt x="1217102" y="1430333"/>
                </a:lnTo>
                <a:lnTo>
                  <a:pt x="1220446" y="1448215"/>
                </a:lnTo>
                <a:lnTo>
                  <a:pt x="1223789" y="1445173"/>
                </a:lnTo>
                <a:lnTo>
                  <a:pt x="1227133" y="1446424"/>
                </a:lnTo>
                <a:lnTo>
                  <a:pt x="1233821" y="1426584"/>
                </a:lnTo>
                <a:lnTo>
                  <a:pt x="1240508" y="1430189"/>
                </a:lnTo>
                <a:lnTo>
                  <a:pt x="1247196" y="1423943"/>
                </a:lnTo>
                <a:lnTo>
                  <a:pt x="1253883" y="1442062"/>
                </a:lnTo>
                <a:lnTo>
                  <a:pt x="1260570" y="1439511"/>
                </a:lnTo>
                <a:lnTo>
                  <a:pt x="1267258" y="1413459"/>
                </a:lnTo>
                <a:lnTo>
                  <a:pt x="1280632" y="1413589"/>
                </a:lnTo>
                <a:lnTo>
                  <a:pt x="1283976" y="1410853"/>
                </a:lnTo>
                <a:lnTo>
                  <a:pt x="1287320" y="1415400"/>
                </a:lnTo>
                <a:lnTo>
                  <a:pt x="1290663" y="1412244"/>
                </a:lnTo>
                <a:lnTo>
                  <a:pt x="1294007" y="1404795"/>
                </a:lnTo>
                <a:lnTo>
                  <a:pt x="1297351" y="1415730"/>
                </a:lnTo>
                <a:lnTo>
                  <a:pt x="1300694" y="1404735"/>
                </a:lnTo>
                <a:lnTo>
                  <a:pt x="1307382" y="1419078"/>
                </a:lnTo>
                <a:lnTo>
                  <a:pt x="1314069" y="1403642"/>
                </a:lnTo>
                <a:lnTo>
                  <a:pt x="1347506" y="1402219"/>
                </a:lnTo>
                <a:lnTo>
                  <a:pt x="1350850" y="1397692"/>
                </a:lnTo>
                <a:lnTo>
                  <a:pt x="1354193" y="1412180"/>
                </a:lnTo>
                <a:lnTo>
                  <a:pt x="1357537" y="1410054"/>
                </a:lnTo>
                <a:lnTo>
                  <a:pt x="1367568" y="1407158"/>
                </a:lnTo>
                <a:lnTo>
                  <a:pt x="1370912" y="1402060"/>
                </a:lnTo>
                <a:lnTo>
                  <a:pt x="1374256" y="1414854"/>
                </a:lnTo>
                <a:lnTo>
                  <a:pt x="1377599" y="1406269"/>
                </a:lnTo>
                <a:lnTo>
                  <a:pt x="1384287" y="1409596"/>
                </a:lnTo>
                <a:lnTo>
                  <a:pt x="1390974" y="1410463"/>
                </a:lnTo>
                <a:lnTo>
                  <a:pt x="1394318" y="1404362"/>
                </a:lnTo>
                <a:lnTo>
                  <a:pt x="1397662" y="1406665"/>
                </a:lnTo>
                <a:lnTo>
                  <a:pt x="1404349" y="1414646"/>
                </a:lnTo>
                <a:lnTo>
                  <a:pt x="1414380" y="1410753"/>
                </a:lnTo>
                <a:lnTo>
                  <a:pt x="1424411" y="1403849"/>
                </a:lnTo>
                <a:lnTo>
                  <a:pt x="1427754" y="1411826"/>
                </a:lnTo>
                <a:lnTo>
                  <a:pt x="1431098" y="1408598"/>
                </a:lnTo>
                <a:lnTo>
                  <a:pt x="1437786" y="1400017"/>
                </a:lnTo>
                <a:lnTo>
                  <a:pt x="1444473" y="1406423"/>
                </a:lnTo>
                <a:lnTo>
                  <a:pt x="1451161" y="1401678"/>
                </a:lnTo>
                <a:lnTo>
                  <a:pt x="1454504" y="1412096"/>
                </a:lnTo>
                <a:lnTo>
                  <a:pt x="1461191" y="1400667"/>
                </a:lnTo>
                <a:lnTo>
                  <a:pt x="1474566" y="1418329"/>
                </a:lnTo>
                <a:lnTo>
                  <a:pt x="1477910" y="1412121"/>
                </a:lnTo>
                <a:lnTo>
                  <a:pt x="1481254" y="1391264"/>
                </a:lnTo>
                <a:lnTo>
                  <a:pt x="1484597" y="1399246"/>
                </a:lnTo>
                <a:lnTo>
                  <a:pt x="1501316" y="1420784"/>
                </a:lnTo>
                <a:lnTo>
                  <a:pt x="1504659" y="1433451"/>
                </a:lnTo>
                <a:lnTo>
                  <a:pt x="1508003" y="1408906"/>
                </a:lnTo>
                <a:lnTo>
                  <a:pt x="1511347" y="1415088"/>
                </a:lnTo>
                <a:lnTo>
                  <a:pt x="1514690" y="1413877"/>
                </a:lnTo>
                <a:lnTo>
                  <a:pt x="1518034" y="1399149"/>
                </a:lnTo>
                <a:lnTo>
                  <a:pt x="1521378" y="1409120"/>
                </a:lnTo>
                <a:lnTo>
                  <a:pt x="1528065" y="1398940"/>
                </a:lnTo>
                <a:lnTo>
                  <a:pt x="1541440" y="1410167"/>
                </a:lnTo>
                <a:lnTo>
                  <a:pt x="1548127" y="1411303"/>
                </a:lnTo>
                <a:lnTo>
                  <a:pt x="1554815" y="1429778"/>
                </a:lnTo>
                <a:lnTo>
                  <a:pt x="1564846" y="1404154"/>
                </a:lnTo>
                <a:lnTo>
                  <a:pt x="1584908" y="1402060"/>
                </a:lnTo>
                <a:lnTo>
                  <a:pt x="1588252" y="1418694"/>
                </a:lnTo>
                <a:lnTo>
                  <a:pt x="1598283" y="1400610"/>
                </a:lnTo>
                <a:lnTo>
                  <a:pt x="1601627" y="1403536"/>
                </a:lnTo>
                <a:lnTo>
                  <a:pt x="1608314" y="1425639"/>
                </a:lnTo>
                <a:lnTo>
                  <a:pt x="1621689" y="1405684"/>
                </a:lnTo>
                <a:lnTo>
                  <a:pt x="1628376" y="1422848"/>
                </a:lnTo>
                <a:lnTo>
                  <a:pt x="1635063" y="1403702"/>
                </a:lnTo>
                <a:lnTo>
                  <a:pt x="1638407" y="1406454"/>
                </a:lnTo>
                <a:lnTo>
                  <a:pt x="1641751" y="1418276"/>
                </a:lnTo>
                <a:lnTo>
                  <a:pt x="1648438" y="1405779"/>
                </a:lnTo>
                <a:lnTo>
                  <a:pt x="1651782" y="1414588"/>
                </a:lnTo>
                <a:lnTo>
                  <a:pt x="1658469" y="1402997"/>
                </a:lnTo>
                <a:lnTo>
                  <a:pt x="1668500" y="1408831"/>
                </a:lnTo>
                <a:lnTo>
                  <a:pt x="1681875" y="1403837"/>
                </a:lnTo>
                <a:lnTo>
                  <a:pt x="1688562" y="1418098"/>
                </a:lnTo>
                <a:lnTo>
                  <a:pt x="1691906" y="1412771"/>
                </a:lnTo>
                <a:lnTo>
                  <a:pt x="1698593" y="1404885"/>
                </a:lnTo>
                <a:lnTo>
                  <a:pt x="1701937" y="1406298"/>
                </a:lnTo>
                <a:lnTo>
                  <a:pt x="1705281" y="1421480"/>
                </a:lnTo>
                <a:lnTo>
                  <a:pt x="1708624" y="1410463"/>
                </a:lnTo>
                <a:lnTo>
                  <a:pt x="1715312" y="1420146"/>
                </a:lnTo>
                <a:lnTo>
                  <a:pt x="1718656" y="1418945"/>
                </a:lnTo>
                <a:lnTo>
                  <a:pt x="1721999" y="1404601"/>
                </a:lnTo>
                <a:lnTo>
                  <a:pt x="1725343" y="1417708"/>
                </a:lnTo>
                <a:lnTo>
                  <a:pt x="1728687" y="1410784"/>
                </a:lnTo>
                <a:lnTo>
                  <a:pt x="1735374" y="1408784"/>
                </a:lnTo>
                <a:lnTo>
                  <a:pt x="1738718" y="1419999"/>
                </a:lnTo>
                <a:lnTo>
                  <a:pt x="1742061" y="1410698"/>
                </a:lnTo>
                <a:lnTo>
                  <a:pt x="1745405" y="1412632"/>
                </a:lnTo>
                <a:lnTo>
                  <a:pt x="1762123" y="1428723"/>
                </a:lnTo>
                <a:lnTo>
                  <a:pt x="1765467" y="1420509"/>
                </a:lnTo>
                <a:lnTo>
                  <a:pt x="1768811" y="1424304"/>
                </a:lnTo>
                <a:lnTo>
                  <a:pt x="1772155" y="1430375"/>
                </a:lnTo>
                <a:lnTo>
                  <a:pt x="1775498" y="1428054"/>
                </a:lnTo>
                <a:lnTo>
                  <a:pt x="1785529" y="1417522"/>
                </a:lnTo>
                <a:lnTo>
                  <a:pt x="1788873" y="1427573"/>
                </a:lnTo>
                <a:lnTo>
                  <a:pt x="1792217" y="1423225"/>
                </a:lnTo>
                <a:lnTo>
                  <a:pt x="1812279" y="1413756"/>
                </a:lnTo>
                <a:lnTo>
                  <a:pt x="1815622" y="1422777"/>
                </a:lnTo>
                <a:lnTo>
                  <a:pt x="1818966" y="1417354"/>
                </a:lnTo>
                <a:lnTo>
                  <a:pt x="1822310" y="1417652"/>
                </a:lnTo>
                <a:lnTo>
                  <a:pt x="1825654" y="1429784"/>
                </a:lnTo>
                <a:lnTo>
                  <a:pt x="1828997" y="1419809"/>
                </a:lnTo>
                <a:lnTo>
                  <a:pt x="1832341" y="1422580"/>
                </a:lnTo>
                <a:lnTo>
                  <a:pt x="1835684" y="1424594"/>
                </a:lnTo>
                <a:lnTo>
                  <a:pt x="1839028" y="1417592"/>
                </a:lnTo>
                <a:lnTo>
                  <a:pt x="1842372" y="1421395"/>
                </a:lnTo>
                <a:lnTo>
                  <a:pt x="1845716" y="1428109"/>
                </a:lnTo>
                <a:lnTo>
                  <a:pt x="1849059" y="1412516"/>
                </a:lnTo>
                <a:lnTo>
                  <a:pt x="1852403" y="1426715"/>
                </a:lnTo>
                <a:lnTo>
                  <a:pt x="1855747" y="1421258"/>
                </a:lnTo>
                <a:lnTo>
                  <a:pt x="1859091" y="1414456"/>
                </a:lnTo>
                <a:lnTo>
                  <a:pt x="1869121" y="1430164"/>
                </a:lnTo>
                <a:lnTo>
                  <a:pt x="1875809" y="1417502"/>
                </a:lnTo>
                <a:lnTo>
                  <a:pt x="1879153" y="1427890"/>
                </a:lnTo>
                <a:lnTo>
                  <a:pt x="1882496" y="1424995"/>
                </a:lnTo>
                <a:lnTo>
                  <a:pt x="1892527" y="1429386"/>
                </a:lnTo>
                <a:lnTo>
                  <a:pt x="1895871" y="1427513"/>
                </a:lnTo>
                <a:lnTo>
                  <a:pt x="1899215" y="1416471"/>
                </a:lnTo>
                <a:lnTo>
                  <a:pt x="1902558" y="1421783"/>
                </a:lnTo>
                <a:lnTo>
                  <a:pt x="1905902" y="1418937"/>
                </a:lnTo>
                <a:lnTo>
                  <a:pt x="1909246" y="1424695"/>
                </a:lnTo>
                <a:lnTo>
                  <a:pt x="1912589" y="1419926"/>
                </a:lnTo>
                <a:lnTo>
                  <a:pt x="1929308" y="1420511"/>
                </a:lnTo>
                <a:lnTo>
                  <a:pt x="1935995" y="1419661"/>
                </a:lnTo>
                <a:lnTo>
                  <a:pt x="1959401" y="1438482"/>
                </a:lnTo>
                <a:lnTo>
                  <a:pt x="1969432" y="1421549"/>
                </a:lnTo>
                <a:lnTo>
                  <a:pt x="1982807" y="1424152"/>
                </a:lnTo>
                <a:lnTo>
                  <a:pt x="1989494" y="1437274"/>
                </a:lnTo>
                <a:lnTo>
                  <a:pt x="2006213" y="1440732"/>
                </a:lnTo>
                <a:lnTo>
                  <a:pt x="2012900" y="1425942"/>
                </a:lnTo>
                <a:lnTo>
                  <a:pt x="2016244" y="1433302"/>
                </a:lnTo>
                <a:lnTo>
                  <a:pt x="2019587" y="1440174"/>
                </a:lnTo>
                <a:lnTo>
                  <a:pt x="2026275" y="1423185"/>
                </a:lnTo>
                <a:lnTo>
                  <a:pt x="2029619" y="1427131"/>
                </a:lnTo>
                <a:lnTo>
                  <a:pt x="2032962" y="1438116"/>
                </a:lnTo>
                <a:lnTo>
                  <a:pt x="2036306" y="1419937"/>
                </a:lnTo>
                <a:lnTo>
                  <a:pt x="2039650" y="1440281"/>
                </a:lnTo>
                <a:lnTo>
                  <a:pt x="2042993" y="1423901"/>
                </a:lnTo>
                <a:lnTo>
                  <a:pt x="2046337" y="1425993"/>
                </a:lnTo>
                <a:lnTo>
                  <a:pt x="2056368" y="1425580"/>
                </a:lnTo>
                <a:lnTo>
                  <a:pt x="2063056" y="1439008"/>
                </a:lnTo>
                <a:lnTo>
                  <a:pt x="2066399" y="1424529"/>
                </a:lnTo>
                <a:lnTo>
                  <a:pt x="2069743" y="1426221"/>
                </a:lnTo>
                <a:lnTo>
                  <a:pt x="2073086" y="1438220"/>
                </a:lnTo>
                <a:lnTo>
                  <a:pt x="2076430" y="1435055"/>
                </a:lnTo>
                <a:lnTo>
                  <a:pt x="2079774" y="1436988"/>
                </a:lnTo>
                <a:lnTo>
                  <a:pt x="2083118" y="1430937"/>
                </a:lnTo>
                <a:lnTo>
                  <a:pt x="2086461" y="1433894"/>
                </a:lnTo>
                <a:lnTo>
                  <a:pt x="2089805" y="1430286"/>
                </a:lnTo>
                <a:lnTo>
                  <a:pt x="2093149" y="1445667"/>
                </a:lnTo>
                <a:lnTo>
                  <a:pt x="2096492" y="1433306"/>
                </a:lnTo>
                <a:lnTo>
                  <a:pt x="2099836" y="1437324"/>
                </a:lnTo>
                <a:lnTo>
                  <a:pt x="2109867" y="1436818"/>
                </a:lnTo>
                <a:lnTo>
                  <a:pt x="2113211" y="1444607"/>
                </a:lnTo>
                <a:lnTo>
                  <a:pt x="2116554" y="1441796"/>
                </a:lnTo>
                <a:lnTo>
                  <a:pt x="2146648" y="1440296"/>
                </a:lnTo>
                <a:lnTo>
                  <a:pt x="2149991" y="1432307"/>
                </a:lnTo>
                <a:lnTo>
                  <a:pt x="2153335" y="1435036"/>
                </a:lnTo>
                <a:lnTo>
                  <a:pt x="2160023" y="1444688"/>
                </a:lnTo>
                <a:lnTo>
                  <a:pt x="2166710" y="1441315"/>
                </a:lnTo>
                <a:lnTo>
                  <a:pt x="2170053" y="1440203"/>
                </a:lnTo>
                <a:lnTo>
                  <a:pt x="2173397" y="1426246"/>
                </a:lnTo>
                <a:lnTo>
                  <a:pt x="2176741" y="1432203"/>
                </a:lnTo>
                <a:lnTo>
                  <a:pt x="2180085" y="1445005"/>
                </a:lnTo>
                <a:lnTo>
                  <a:pt x="2183428" y="1440950"/>
                </a:lnTo>
                <a:lnTo>
                  <a:pt x="2190115" y="1439743"/>
                </a:lnTo>
                <a:lnTo>
                  <a:pt x="2196803" y="1435499"/>
                </a:lnTo>
                <a:lnTo>
                  <a:pt x="2200147" y="1427925"/>
                </a:lnTo>
                <a:lnTo>
                  <a:pt x="2203490" y="1442687"/>
                </a:lnTo>
                <a:lnTo>
                  <a:pt x="2206834" y="1438070"/>
                </a:lnTo>
                <a:lnTo>
                  <a:pt x="2213522" y="1440060"/>
                </a:lnTo>
                <a:lnTo>
                  <a:pt x="2216865" y="1441561"/>
                </a:lnTo>
                <a:lnTo>
                  <a:pt x="2220209" y="1432898"/>
                </a:lnTo>
                <a:lnTo>
                  <a:pt x="2223552" y="1438847"/>
                </a:lnTo>
                <a:lnTo>
                  <a:pt x="2226896" y="1431710"/>
                </a:lnTo>
                <a:lnTo>
                  <a:pt x="2230240" y="1435913"/>
                </a:lnTo>
                <a:lnTo>
                  <a:pt x="2233584" y="1441269"/>
                </a:lnTo>
                <a:lnTo>
                  <a:pt x="2236927" y="1434898"/>
                </a:lnTo>
                <a:lnTo>
                  <a:pt x="2240271" y="1442805"/>
                </a:lnTo>
                <a:lnTo>
                  <a:pt x="2243615" y="1438154"/>
                </a:lnTo>
                <a:lnTo>
                  <a:pt x="2246958" y="1430783"/>
                </a:lnTo>
                <a:lnTo>
                  <a:pt x="2253646" y="1444253"/>
                </a:lnTo>
                <a:lnTo>
                  <a:pt x="2263677" y="1434585"/>
                </a:lnTo>
                <a:lnTo>
                  <a:pt x="2283739" y="1432349"/>
                </a:lnTo>
                <a:lnTo>
                  <a:pt x="2287083" y="1421270"/>
                </a:lnTo>
                <a:lnTo>
                  <a:pt x="2290426" y="1422722"/>
                </a:lnTo>
                <a:lnTo>
                  <a:pt x="2300457" y="1438505"/>
                </a:lnTo>
                <a:lnTo>
                  <a:pt x="2303801" y="1433572"/>
                </a:lnTo>
                <a:lnTo>
                  <a:pt x="2307145" y="1432701"/>
                </a:lnTo>
                <a:lnTo>
                  <a:pt x="2313832" y="1439538"/>
                </a:lnTo>
                <a:lnTo>
                  <a:pt x="2317176" y="1431227"/>
                </a:lnTo>
                <a:lnTo>
                  <a:pt x="2320519" y="1439851"/>
                </a:lnTo>
                <a:lnTo>
                  <a:pt x="2323863" y="1434201"/>
                </a:lnTo>
                <a:lnTo>
                  <a:pt x="2327207" y="1432477"/>
                </a:lnTo>
                <a:lnTo>
                  <a:pt x="2330551" y="1419495"/>
                </a:lnTo>
                <a:lnTo>
                  <a:pt x="2333894" y="1422551"/>
                </a:lnTo>
                <a:lnTo>
                  <a:pt x="2337238" y="1428137"/>
                </a:lnTo>
                <a:lnTo>
                  <a:pt x="2340582" y="1425792"/>
                </a:lnTo>
                <a:lnTo>
                  <a:pt x="2360644" y="1425749"/>
                </a:lnTo>
                <a:lnTo>
                  <a:pt x="2367331" y="1435008"/>
                </a:lnTo>
                <a:lnTo>
                  <a:pt x="2377362" y="1425882"/>
                </a:lnTo>
                <a:lnTo>
                  <a:pt x="2380706" y="1429324"/>
                </a:lnTo>
                <a:lnTo>
                  <a:pt x="2384050" y="1441049"/>
                </a:lnTo>
                <a:lnTo>
                  <a:pt x="2387393" y="1439171"/>
                </a:lnTo>
                <a:lnTo>
                  <a:pt x="2390737" y="1430899"/>
                </a:lnTo>
                <a:lnTo>
                  <a:pt x="2394080" y="1435804"/>
                </a:lnTo>
                <a:lnTo>
                  <a:pt x="2397424" y="1435869"/>
                </a:lnTo>
                <a:lnTo>
                  <a:pt x="2400768" y="1426893"/>
                </a:lnTo>
                <a:lnTo>
                  <a:pt x="2404112" y="1431294"/>
                </a:lnTo>
                <a:lnTo>
                  <a:pt x="2417487" y="1415501"/>
                </a:lnTo>
                <a:lnTo>
                  <a:pt x="2430861" y="1436077"/>
                </a:lnTo>
                <a:lnTo>
                  <a:pt x="2437549" y="1421666"/>
                </a:lnTo>
                <a:lnTo>
                  <a:pt x="2450923" y="1433202"/>
                </a:lnTo>
                <a:lnTo>
                  <a:pt x="2454267" y="1431135"/>
                </a:lnTo>
                <a:lnTo>
                  <a:pt x="2457611" y="1444994"/>
                </a:lnTo>
                <a:lnTo>
                  <a:pt x="2460954" y="1432712"/>
                </a:lnTo>
                <a:lnTo>
                  <a:pt x="2464298" y="1434122"/>
                </a:lnTo>
                <a:lnTo>
                  <a:pt x="2467642" y="1434061"/>
                </a:lnTo>
                <a:lnTo>
                  <a:pt x="2474329" y="1447663"/>
                </a:lnTo>
                <a:lnTo>
                  <a:pt x="2477673" y="1438664"/>
                </a:lnTo>
                <a:lnTo>
                  <a:pt x="2481017" y="1443638"/>
                </a:lnTo>
                <a:lnTo>
                  <a:pt x="2491048" y="1454732"/>
                </a:lnTo>
                <a:lnTo>
                  <a:pt x="2494391" y="1450937"/>
                </a:lnTo>
                <a:lnTo>
                  <a:pt x="2497735" y="1462651"/>
                </a:lnTo>
                <a:lnTo>
                  <a:pt x="2501079" y="1458904"/>
                </a:lnTo>
                <a:lnTo>
                  <a:pt x="2507766" y="1456660"/>
                </a:lnTo>
                <a:lnTo>
                  <a:pt x="2511110" y="1459840"/>
                </a:lnTo>
                <a:lnTo>
                  <a:pt x="2517797" y="1450679"/>
                </a:lnTo>
                <a:lnTo>
                  <a:pt x="2534516" y="1473237"/>
                </a:lnTo>
                <a:lnTo>
                  <a:pt x="2541203" y="1464180"/>
                </a:lnTo>
                <a:lnTo>
                  <a:pt x="2547891" y="1482681"/>
                </a:lnTo>
                <a:lnTo>
                  <a:pt x="2554578" y="1474801"/>
                </a:lnTo>
                <a:lnTo>
                  <a:pt x="2557921" y="1478676"/>
                </a:lnTo>
                <a:lnTo>
                  <a:pt x="2561265" y="1479322"/>
                </a:lnTo>
                <a:lnTo>
                  <a:pt x="2564609" y="1471899"/>
                </a:lnTo>
                <a:lnTo>
                  <a:pt x="2571296" y="1492183"/>
                </a:lnTo>
                <a:lnTo>
                  <a:pt x="2574640" y="1482663"/>
                </a:lnTo>
                <a:lnTo>
                  <a:pt x="2577983" y="1493522"/>
                </a:lnTo>
                <a:lnTo>
                  <a:pt x="2581327" y="1488215"/>
                </a:lnTo>
                <a:lnTo>
                  <a:pt x="2588015" y="1496347"/>
                </a:lnTo>
                <a:lnTo>
                  <a:pt x="2591358" y="1485118"/>
                </a:lnTo>
                <a:lnTo>
                  <a:pt x="2598046" y="1505219"/>
                </a:lnTo>
                <a:lnTo>
                  <a:pt x="2601389" y="1491841"/>
                </a:lnTo>
                <a:lnTo>
                  <a:pt x="2604733" y="1508445"/>
                </a:lnTo>
                <a:lnTo>
                  <a:pt x="2608077" y="1499804"/>
                </a:lnTo>
                <a:lnTo>
                  <a:pt x="2614764" y="1508887"/>
                </a:lnTo>
                <a:lnTo>
                  <a:pt x="2624795" y="1489575"/>
                </a:lnTo>
                <a:lnTo>
                  <a:pt x="2628139" y="1497947"/>
                </a:lnTo>
                <a:lnTo>
                  <a:pt x="2638170" y="1514546"/>
                </a:lnTo>
                <a:lnTo>
                  <a:pt x="2648201" y="1516228"/>
                </a:lnTo>
                <a:lnTo>
                  <a:pt x="2651545" y="1509796"/>
                </a:lnTo>
                <a:lnTo>
                  <a:pt x="2654888" y="1515481"/>
                </a:lnTo>
                <a:lnTo>
                  <a:pt x="2658232" y="1501785"/>
                </a:lnTo>
                <a:lnTo>
                  <a:pt x="2661576" y="1526270"/>
                </a:lnTo>
                <a:lnTo>
                  <a:pt x="2664919" y="1520114"/>
                </a:lnTo>
                <a:lnTo>
                  <a:pt x="2674950" y="1509215"/>
                </a:lnTo>
                <a:lnTo>
                  <a:pt x="2678294" y="1516234"/>
                </a:lnTo>
                <a:lnTo>
                  <a:pt x="2684982" y="1523074"/>
                </a:lnTo>
                <a:lnTo>
                  <a:pt x="2691669" y="1507511"/>
                </a:lnTo>
                <a:lnTo>
                  <a:pt x="2695013" y="1528731"/>
                </a:lnTo>
                <a:lnTo>
                  <a:pt x="2698356" y="1527654"/>
                </a:lnTo>
                <a:lnTo>
                  <a:pt x="2701700" y="1525262"/>
                </a:lnTo>
                <a:lnTo>
                  <a:pt x="2705044" y="1511234"/>
                </a:lnTo>
                <a:lnTo>
                  <a:pt x="2708387" y="1520235"/>
                </a:lnTo>
                <a:lnTo>
                  <a:pt x="2711731" y="1513112"/>
                </a:lnTo>
                <a:lnTo>
                  <a:pt x="2715075" y="1522364"/>
                </a:lnTo>
                <a:lnTo>
                  <a:pt x="2718419" y="1514165"/>
                </a:lnTo>
                <a:lnTo>
                  <a:pt x="2721762" y="1518835"/>
                </a:lnTo>
                <a:lnTo>
                  <a:pt x="2725106" y="1515041"/>
                </a:lnTo>
                <a:lnTo>
                  <a:pt x="2728449" y="1523045"/>
                </a:lnTo>
                <a:lnTo>
                  <a:pt x="2735137" y="1515874"/>
                </a:lnTo>
                <a:lnTo>
                  <a:pt x="2741824" y="1534153"/>
                </a:lnTo>
                <a:lnTo>
                  <a:pt x="2755199" y="1533173"/>
                </a:lnTo>
                <a:lnTo>
                  <a:pt x="2761886" y="1531006"/>
                </a:lnTo>
                <a:lnTo>
                  <a:pt x="2765230" y="1520781"/>
                </a:lnTo>
                <a:lnTo>
                  <a:pt x="2768574" y="1530851"/>
                </a:lnTo>
                <a:lnTo>
                  <a:pt x="2775261" y="1514722"/>
                </a:lnTo>
                <a:lnTo>
                  <a:pt x="2781948" y="1528794"/>
                </a:lnTo>
                <a:lnTo>
                  <a:pt x="2791980" y="1526702"/>
                </a:lnTo>
                <a:lnTo>
                  <a:pt x="2795323" y="1511123"/>
                </a:lnTo>
                <a:lnTo>
                  <a:pt x="2798667" y="1519626"/>
                </a:lnTo>
                <a:lnTo>
                  <a:pt x="2812042" y="1523019"/>
                </a:lnTo>
                <a:lnTo>
                  <a:pt x="2815385" y="1523447"/>
                </a:lnTo>
                <a:lnTo>
                  <a:pt x="2818729" y="1516816"/>
                </a:lnTo>
                <a:lnTo>
                  <a:pt x="2825417" y="1524515"/>
                </a:lnTo>
                <a:lnTo>
                  <a:pt x="2842135" y="1522237"/>
                </a:lnTo>
                <a:lnTo>
                  <a:pt x="2845479" y="1505997"/>
                </a:lnTo>
                <a:lnTo>
                  <a:pt x="2848822" y="1508073"/>
                </a:lnTo>
                <a:lnTo>
                  <a:pt x="2852166" y="1507269"/>
                </a:lnTo>
                <a:lnTo>
                  <a:pt x="2858853" y="1524838"/>
                </a:lnTo>
                <a:lnTo>
                  <a:pt x="2862197" y="1521754"/>
                </a:lnTo>
                <a:lnTo>
                  <a:pt x="2875572" y="1521148"/>
                </a:lnTo>
                <a:lnTo>
                  <a:pt x="2878915" y="1522505"/>
                </a:lnTo>
                <a:lnTo>
                  <a:pt x="2882259" y="1503425"/>
                </a:lnTo>
                <a:lnTo>
                  <a:pt x="2885603" y="1522696"/>
                </a:lnTo>
                <a:lnTo>
                  <a:pt x="2888947" y="1517261"/>
                </a:lnTo>
                <a:lnTo>
                  <a:pt x="2895634" y="1518302"/>
                </a:lnTo>
                <a:lnTo>
                  <a:pt x="2925727" y="1514607"/>
                </a:lnTo>
                <a:lnTo>
                  <a:pt x="2929071" y="1498962"/>
                </a:lnTo>
                <a:lnTo>
                  <a:pt x="2932414" y="1507357"/>
                </a:lnTo>
                <a:lnTo>
                  <a:pt x="2935758" y="1515277"/>
                </a:lnTo>
                <a:lnTo>
                  <a:pt x="2939102" y="1512988"/>
                </a:lnTo>
                <a:lnTo>
                  <a:pt x="2955820" y="1512344"/>
                </a:lnTo>
                <a:lnTo>
                  <a:pt x="2962508" y="1499678"/>
                </a:lnTo>
                <a:lnTo>
                  <a:pt x="2979226" y="1510653"/>
                </a:lnTo>
                <a:lnTo>
                  <a:pt x="3005976" y="1509001"/>
                </a:lnTo>
                <a:lnTo>
                  <a:pt x="3012663" y="1512154"/>
                </a:lnTo>
                <a:lnTo>
                  <a:pt x="3029382" y="1495115"/>
                </a:lnTo>
                <a:lnTo>
                  <a:pt x="3032725" y="1499811"/>
                </a:lnTo>
                <a:lnTo>
                  <a:pt x="3036069" y="1510807"/>
                </a:lnTo>
                <a:lnTo>
                  <a:pt x="3039413" y="1509096"/>
                </a:lnTo>
                <a:lnTo>
                  <a:pt x="3052787" y="1500749"/>
                </a:lnTo>
                <a:lnTo>
                  <a:pt x="3056131" y="1495290"/>
                </a:lnTo>
                <a:lnTo>
                  <a:pt x="3059475" y="1510477"/>
                </a:lnTo>
                <a:lnTo>
                  <a:pt x="3062818" y="1509531"/>
                </a:lnTo>
                <a:lnTo>
                  <a:pt x="3092912" y="1507463"/>
                </a:lnTo>
                <a:lnTo>
                  <a:pt x="3123005" y="1509230"/>
                </a:lnTo>
                <a:lnTo>
                  <a:pt x="3189878" y="1505991"/>
                </a:lnTo>
                <a:lnTo>
                  <a:pt x="3203253" y="1502019"/>
                </a:lnTo>
                <a:lnTo>
                  <a:pt x="3209941" y="1501851"/>
                </a:lnTo>
                <a:lnTo>
                  <a:pt x="3226659" y="1497435"/>
                </a:lnTo>
                <a:lnTo>
                  <a:pt x="3236690" y="1505021"/>
                </a:lnTo>
                <a:lnTo>
                  <a:pt x="3250065" y="1504164"/>
                </a:lnTo>
                <a:lnTo>
                  <a:pt x="3280158" y="1516271"/>
                </a:lnTo>
                <a:lnTo>
                  <a:pt x="3323626" y="1525098"/>
                </a:lnTo>
                <a:lnTo>
                  <a:pt x="3340344" y="1519760"/>
                </a:lnTo>
                <a:lnTo>
                  <a:pt x="3350376" y="1522897"/>
                </a:lnTo>
                <a:lnTo>
                  <a:pt x="3370438" y="1522362"/>
                </a:lnTo>
                <a:lnTo>
                  <a:pt x="3427281" y="1526770"/>
                </a:lnTo>
                <a:lnTo>
                  <a:pt x="3443999" y="1525870"/>
                </a:lnTo>
                <a:lnTo>
                  <a:pt x="3447343" y="1515046"/>
                </a:lnTo>
                <a:lnTo>
                  <a:pt x="3454030" y="1527656"/>
                </a:lnTo>
                <a:lnTo>
                  <a:pt x="3457374" y="1526068"/>
                </a:lnTo>
                <a:lnTo>
                  <a:pt x="3470748" y="1528749"/>
                </a:lnTo>
                <a:lnTo>
                  <a:pt x="3537622" y="1526053"/>
                </a:lnTo>
                <a:lnTo>
                  <a:pt x="3544309" y="1528872"/>
                </a:lnTo>
                <a:lnTo>
                  <a:pt x="3561028" y="1526675"/>
                </a:lnTo>
                <a:lnTo>
                  <a:pt x="3594465" y="1529154"/>
                </a:lnTo>
                <a:lnTo>
                  <a:pt x="3601152" y="1528253"/>
                </a:lnTo>
                <a:lnTo>
                  <a:pt x="3668026" y="1521174"/>
                </a:lnTo>
                <a:lnTo>
                  <a:pt x="3681401" y="1521012"/>
                </a:lnTo>
                <a:lnTo>
                  <a:pt x="3688088" y="1519640"/>
                </a:lnTo>
                <a:lnTo>
                  <a:pt x="3708150" y="1503867"/>
                </a:lnTo>
                <a:lnTo>
                  <a:pt x="3754962" y="1506190"/>
                </a:lnTo>
                <a:lnTo>
                  <a:pt x="3764993" y="1501489"/>
                </a:lnTo>
                <a:lnTo>
                  <a:pt x="3771680" y="1499947"/>
                </a:lnTo>
                <a:lnTo>
                  <a:pt x="3788399" y="1494119"/>
                </a:lnTo>
                <a:lnTo>
                  <a:pt x="3801774" y="1503297"/>
                </a:lnTo>
                <a:lnTo>
                  <a:pt x="3805117" y="1497896"/>
                </a:lnTo>
                <a:lnTo>
                  <a:pt x="3808461" y="1500439"/>
                </a:lnTo>
                <a:lnTo>
                  <a:pt x="3811805" y="1504300"/>
                </a:lnTo>
                <a:lnTo>
                  <a:pt x="3815148" y="1486700"/>
                </a:lnTo>
                <a:lnTo>
                  <a:pt x="3818492" y="1496025"/>
                </a:lnTo>
                <a:lnTo>
                  <a:pt x="3828523" y="1490034"/>
                </a:lnTo>
                <a:lnTo>
                  <a:pt x="3835211" y="1489993"/>
                </a:lnTo>
                <a:lnTo>
                  <a:pt x="3855273" y="1487349"/>
                </a:lnTo>
                <a:lnTo>
                  <a:pt x="3861960" y="1490399"/>
                </a:lnTo>
                <a:lnTo>
                  <a:pt x="3885366" y="1479866"/>
                </a:lnTo>
                <a:lnTo>
                  <a:pt x="3932177" y="1476939"/>
                </a:lnTo>
                <a:lnTo>
                  <a:pt x="3952240" y="1472399"/>
                </a:lnTo>
                <a:lnTo>
                  <a:pt x="3962271" y="1476650"/>
                </a:lnTo>
                <a:lnTo>
                  <a:pt x="3965614" y="1474784"/>
                </a:lnTo>
                <a:lnTo>
                  <a:pt x="3972302" y="1477915"/>
                </a:lnTo>
                <a:lnTo>
                  <a:pt x="3975645" y="1478851"/>
                </a:lnTo>
                <a:lnTo>
                  <a:pt x="3982333" y="1466265"/>
                </a:lnTo>
                <a:lnTo>
                  <a:pt x="3992364" y="1479572"/>
                </a:lnTo>
                <a:lnTo>
                  <a:pt x="3995708" y="1476330"/>
                </a:lnTo>
                <a:lnTo>
                  <a:pt x="3999051" y="1480124"/>
                </a:lnTo>
                <a:lnTo>
                  <a:pt x="4009082" y="1477137"/>
                </a:lnTo>
                <a:lnTo>
                  <a:pt x="4015770" y="1479519"/>
                </a:lnTo>
                <a:lnTo>
                  <a:pt x="4025801" y="1467077"/>
                </a:lnTo>
                <a:lnTo>
                  <a:pt x="4029144" y="1471559"/>
                </a:lnTo>
                <a:lnTo>
                  <a:pt x="4032488" y="1468151"/>
                </a:lnTo>
                <a:lnTo>
                  <a:pt x="4035832" y="1469597"/>
                </a:lnTo>
                <a:lnTo>
                  <a:pt x="4039176" y="1461233"/>
                </a:lnTo>
                <a:lnTo>
                  <a:pt x="4042519" y="1469600"/>
                </a:lnTo>
                <a:lnTo>
                  <a:pt x="4045863" y="1460577"/>
                </a:lnTo>
                <a:lnTo>
                  <a:pt x="4052550" y="1480122"/>
                </a:lnTo>
                <a:lnTo>
                  <a:pt x="4055894" y="1468566"/>
                </a:lnTo>
                <a:lnTo>
                  <a:pt x="4059238" y="1470378"/>
                </a:lnTo>
                <a:lnTo>
                  <a:pt x="4065925" y="1470590"/>
                </a:lnTo>
                <a:lnTo>
                  <a:pt x="4072613" y="1484441"/>
                </a:lnTo>
                <a:lnTo>
                  <a:pt x="4079300" y="1468825"/>
                </a:lnTo>
                <a:lnTo>
                  <a:pt x="4106049" y="1488022"/>
                </a:lnTo>
                <a:lnTo>
                  <a:pt x="4109393" y="1488547"/>
                </a:lnTo>
                <a:lnTo>
                  <a:pt x="4112737" y="1482508"/>
                </a:lnTo>
                <a:lnTo>
                  <a:pt x="4116080" y="1491929"/>
                </a:lnTo>
                <a:lnTo>
                  <a:pt x="4119424" y="1489271"/>
                </a:lnTo>
                <a:lnTo>
                  <a:pt x="4129455" y="1490443"/>
                </a:lnTo>
                <a:lnTo>
                  <a:pt x="4226422" y="1506229"/>
                </a:lnTo>
                <a:lnTo>
                  <a:pt x="4229765" y="1512016"/>
                </a:lnTo>
                <a:lnTo>
                  <a:pt x="4233109" y="1508655"/>
                </a:lnTo>
                <a:lnTo>
                  <a:pt x="4243141" y="1512347"/>
                </a:lnTo>
                <a:lnTo>
                  <a:pt x="4253172" y="1505416"/>
                </a:lnTo>
                <a:lnTo>
                  <a:pt x="4256515" y="1509774"/>
                </a:lnTo>
                <a:lnTo>
                  <a:pt x="4259859" y="1501382"/>
                </a:lnTo>
                <a:lnTo>
                  <a:pt x="4263202" y="1514603"/>
                </a:lnTo>
                <a:lnTo>
                  <a:pt x="4266546" y="1511474"/>
                </a:lnTo>
                <a:lnTo>
                  <a:pt x="4273234" y="1516372"/>
                </a:lnTo>
                <a:lnTo>
                  <a:pt x="4276578" y="1511883"/>
                </a:lnTo>
                <a:lnTo>
                  <a:pt x="4279921" y="1514817"/>
                </a:lnTo>
                <a:lnTo>
                  <a:pt x="4283265" y="1517750"/>
                </a:lnTo>
                <a:lnTo>
                  <a:pt x="4286609" y="1504505"/>
                </a:lnTo>
                <a:lnTo>
                  <a:pt x="4289952" y="1507992"/>
                </a:lnTo>
                <a:lnTo>
                  <a:pt x="4296639" y="1514290"/>
                </a:lnTo>
                <a:lnTo>
                  <a:pt x="4320046" y="1502102"/>
                </a:lnTo>
                <a:lnTo>
                  <a:pt x="4330076" y="1493848"/>
                </a:lnTo>
                <a:lnTo>
                  <a:pt x="4336764" y="1493121"/>
                </a:lnTo>
                <a:lnTo>
                  <a:pt x="4373544" y="1502416"/>
                </a:lnTo>
                <a:lnTo>
                  <a:pt x="4376888" y="1500359"/>
                </a:lnTo>
                <a:lnTo>
                  <a:pt x="4380231" y="1505367"/>
                </a:lnTo>
                <a:lnTo>
                  <a:pt x="4383575" y="1502229"/>
                </a:lnTo>
                <a:lnTo>
                  <a:pt x="4406981" y="1501259"/>
                </a:lnTo>
                <a:lnTo>
                  <a:pt x="4427044" y="1500860"/>
                </a:lnTo>
                <a:lnTo>
                  <a:pt x="4440418" y="1499428"/>
                </a:lnTo>
                <a:lnTo>
                  <a:pt x="4530698" y="1497692"/>
                </a:lnTo>
                <a:lnTo>
                  <a:pt x="4540729" y="1500081"/>
                </a:lnTo>
                <a:lnTo>
                  <a:pt x="4550760" y="1514372"/>
                </a:lnTo>
                <a:lnTo>
                  <a:pt x="4664445" y="1492903"/>
                </a:lnTo>
                <a:lnTo>
                  <a:pt x="4681164" y="1484113"/>
                </a:lnTo>
                <a:lnTo>
                  <a:pt x="4714600" y="1475159"/>
                </a:lnTo>
                <a:lnTo>
                  <a:pt x="4724632" y="1463979"/>
                </a:lnTo>
                <a:lnTo>
                  <a:pt x="4734663" y="1464388"/>
                </a:lnTo>
                <a:lnTo>
                  <a:pt x="4738006" y="1467525"/>
                </a:lnTo>
                <a:lnTo>
                  <a:pt x="4744694" y="1456896"/>
                </a:lnTo>
                <a:lnTo>
                  <a:pt x="4778131" y="1454256"/>
                </a:lnTo>
                <a:lnTo>
                  <a:pt x="4801537" y="1467085"/>
                </a:lnTo>
                <a:lnTo>
                  <a:pt x="4808224" y="1453176"/>
                </a:lnTo>
                <a:lnTo>
                  <a:pt x="4818255" y="1454932"/>
                </a:lnTo>
                <a:lnTo>
                  <a:pt x="4861723" y="1466835"/>
                </a:lnTo>
                <a:lnTo>
                  <a:pt x="4868410" y="1471063"/>
                </a:lnTo>
                <a:lnTo>
                  <a:pt x="4885129" y="1481113"/>
                </a:lnTo>
                <a:lnTo>
                  <a:pt x="4895160" y="1485166"/>
                </a:lnTo>
                <a:lnTo>
                  <a:pt x="4901847" y="1494155"/>
                </a:lnTo>
                <a:lnTo>
                  <a:pt x="4908535" y="1486943"/>
                </a:lnTo>
                <a:lnTo>
                  <a:pt x="4915222" y="1494029"/>
                </a:lnTo>
                <a:lnTo>
                  <a:pt x="4918566" y="1493309"/>
                </a:lnTo>
                <a:lnTo>
                  <a:pt x="4925253" y="1500976"/>
                </a:lnTo>
                <a:lnTo>
                  <a:pt x="4931940" y="1500809"/>
                </a:lnTo>
                <a:lnTo>
                  <a:pt x="4938627" y="1506497"/>
                </a:lnTo>
                <a:lnTo>
                  <a:pt x="4945315" y="1508980"/>
                </a:lnTo>
                <a:lnTo>
                  <a:pt x="4962034" y="1521226"/>
                </a:lnTo>
                <a:lnTo>
                  <a:pt x="4972064" y="1521357"/>
                </a:lnTo>
                <a:lnTo>
                  <a:pt x="4985440" y="1527294"/>
                </a:lnTo>
                <a:lnTo>
                  <a:pt x="4998814" y="1520109"/>
                </a:lnTo>
                <a:lnTo>
                  <a:pt x="5005501" y="1511062"/>
                </a:lnTo>
                <a:lnTo>
                  <a:pt x="5015533" y="1519941"/>
                </a:lnTo>
                <a:lnTo>
                  <a:pt x="5018876" y="1521082"/>
                </a:lnTo>
                <a:lnTo>
                  <a:pt x="5025564" y="1511897"/>
                </a:lnTo>
                <a:lnTo>
                  <a:pt x="5028908" y="1514767"/>
                </a:lnTo>
                <a:lnTo>
                  <a:pt x="5032251" y="1518488"/>
                </a:lnTo>
                <a:lnTo>
                  <a:pt x="5042282" y="1499678"/>
                </a:lnTo>
                <a:lnTo>
                  <a:pt x="5045626" y="1504645"/>
                </a:lnTo>
                <a:lnTo>
                  <a:pt x="5048969" y="1498229"/>
                </a:lnTo>
                <a:lnTo>
                  <a:pt x="5052313" y="1500350"/>
                </a:lnTo>
                <a:lnTo>
                  <a:pt x="5065688" y="1505439"/>
                </a:lnTo>
                <a:lnTo>
                  <a:pt x="5079063" y="1495845"/>
                </a:lnTo>
                <a:lnTo>
                  <a:pt x="5082406" y="1500947"/>
                </a:lnTo>
                <a:lnTo>
                  <a:pt x="5089094" y="1492301"/>
                </a:lnTo>
                <a:lnTo>
                  <a:pt x="5092438" y="1505794"/>
                </a:lnTo>
                <a:lnTo>
                  <a:pt x="5095782" y="1500029"/>
                </a:lnTo>
                <a:lnTo>
                  <a:pt x="5099125" y="1499928"/>
                </a:lnTo>
                <a:lnTo>
                  <a:pt x="5102469" y="1493037"/>
                </a:lnTo>
                <a:lnTo>
                  <a:pt x="5105812" y="1498639"/>
                </a:lnTo>
                <a:lnTo>
                  <a:pt x="5112500" y="1480337"/>
                </a:lnTo>
                <a:lnTo>
                  <a:pt x="5115843" y="1482771"/>
                </a:lnTo>
                <a:lnTo>
                  <a:pt x="5122530" y="1502513"/>
                </a:lnTo>
                <a:lnTo>
                  <a:pt x="5125874" y="1496465"/>
                </a:lnTo>
                <a:lnTo>
                  <a:pt x="5129218" y="1479227"/>
                </a:lnTo>
                <a:lnTo>
                  <a:pt x="5132562" y="1485541"/>
                </a:lnTo>
                <a:lnTo>
                  <a:pt x="5135906" y="1479579"/>
                </a:lnTo>
                <a:lnTo>
                  <a:pt x="5139249" y="1485831"/>
                </a:lnTo>
                <a:lnTo>
                  <a:pt x="5149280" y="1471624"/>
                </a:lnTo>
                <a:lnTo>
                  <a:pt x="5159311" y="1475788"/>
                </a:lnTo>
                <a:lnTo>
                  <a:pt x="5162655" y="1464436"/>
                </a:lnTo>
                <a:lnTo>
                  <a:pt x="5165999" y="1467769"/>
                </a:lnTo>
                <a:lnTo>
                  <a:pt x="5179374" y="1451671"/>
                </a:lnTo>
                <a:lnTo>
                  <a:pt x="5182717" y="1448153"/>
                </a:lnTo>
                <a:lnTo>
                  <a:pt x="5186061" y="1457323"/>
                </a:lnTo>
                <a:lnTo>
                  <a:pt x="5192748" y="1432223"/>
                </a:lnTo>
                <a:lnTo>
                  <a:pt x="5196092" y="1445870"/>
                </a:lnTo>
                <a:lnTo>
                  <a:pt x="5199435" y="1442333"/>
                </a:lnTo>
                <a:lnTo>
                  <a:pt x="5206123" y="1426195"/>
                </a:lnTo>
                <a:lnTo>
                  <a:pt x="5209467" y="1448117"/>
                </a:lnTo>
                <a:lnTo>
                  <a:pt x="5212811" y="1446764"/>
                </a:lnTo>
                <a:lnTo>
                  <a:pt x="5219498" y="1435688"/>
                </a:lnTo>
                <a:lnTo>
                  <a:pt x="5222841" y="1446890"/>
                </a:lnTo>
                <a:lnTo>
                  <a:pt x="5226185" y="1439356"/>
                </a:lnTo>
                <a:lnTo>
                  <a:pt x="5229529" y="1439209"/>
                </a:lnTo>
                <a:lnTo>
                  <a:pt x="5239560" y="1407102"/>
                </a:lnTo>
                <a:lnTo>
                  <a:pt x="5246248" y="1433708"/>
                </a:lnTo>
                <a:lnTo>
                  <a:pt x="5256278" y="1408894"/>
                </a:lnTo>
                <a:lnTo>
                  <a:pt x="5259622" y="1441465"/>
                </a:lnTo>
                <a:lnTo>
                  <a:pt x="5262965" y="1433223"/>
                </a:lnTo>
                <a:lnTo>
                  <a:pt x="5269653" y="1427150"/>
                </a:lnTo>
                <a:lnTo>
                  <a:pt x="5272996" y="1409885"/>
                </a:lnTo>
                <a:lnTo>
                  <a:pt x="5276340" y="1429649"/>
                </a:lnTo>
                <a:lnTo>
                  <a:pt x="5279684" y="1415663"/>
                </a:lnTo>
                <a:lnTo>
                  <a:pt x="5283028" y="1422517"/>
                </a:lnTo>
                <a:lnTo>
                  <a:pt x="5286372" y="1438509"/>
                </a:lnTo>
                <a:lnTo>
                  <a:pt x="5289715" y="1431286"/>
                </a:lnTo>
                <a:lnTo>
                  <a:pt x="5293059" y="1440001"/>
                </a:lnTo>
                <a:lnTo>
                  <a:pt x="5296402" y="1436944"/>
                </a:lnTo>
                <a:lnTo>
                  <a:pt x="5299746" y="1412320"/>
                </a:lnTo>
                <a:lnTo>
                  <a:pt x="5306433" y="1442679"/>
                </a:lnTo>
                <a:lnTo>
                  <a:pt x="5309777" y="1425216"/>
                </a:lnTo>
                <a:lnTo>
                  <a:pt x="5313121" y="1433641"/>
                </a:lnTo>
                <a:lnTo>
                  <a:pt x="5319809" y="1420652"/>
                </a:lnTo>
                <a:lnTo>
                  <a:pt x="5323152" y="1437015"/>
                </a:lnTo>
                <a:lnTo>
                  <a:pt x="5326496" y="1427512"/>
                </a:lnTo>
                <a:lnTo>
                  <a:pt x="5329839" y="1416715"/>
                </a:lnTo>
                <a:lnTo>
                  <a:pt x="5336527" y="1451033"/>
                </a:lnTo>
                <a:lnTo>
                  <a:pt x="5339870" y="1442576"/>
                </a:lnTo>
                <a:lnTo>
                  <a:pt x="5346557" y="1434375"/>
                </a:lnTo>
                <a:lnTo>
                  <a:pt x="5353245" y="1436690"/>
                </a:lnTo>
                <a:lnTo>
                  <a:pt x="5356589" y="1434167"/>
                </a:lnTo>
                <a:lnTo>
                  <a:pt x="5359933" y="1414641"/>
                </a:lnTo>
                <a:lnTo>
                  <a:pt x="5363276" y="1424821"/>
                </a:lnTo>
                <a:lnTo>
                  <a:pt x="5366620" y="1456010"/>
                </a:lnTo>
                <a:lnTo>
                  <a:pt x="5369964" y="1436047"/>
                </a:lnTo>
                <a:lnTo>
                  <a:pt x="5376651" y="1427770"/>
                </a:lnTo>
                <a:lnTo>
                  <a:pt x="5383338" y="1443518"/>
                </a:lnTo>
                <a:lnTo>
                  <a:pt x="5393370" y="1429262"/>
                </a:lnTo>
                <a:lnTo>
                  <a:pt x="5396713" y="1442292"/>
                </a:lnTo>
                <a:lnTo>
                  <a:pt x="5400057" y="1435452"/>
                </a:lnTo>
                <a:lnTo>
                  <a:pt x="5413431" y="1448904"/>
                </a:lnTo>
                <a:lnTo>
                  <a:pt x="5416775" y="1442951"/>
                </a:lnTo>
                <a:lnTo>
                  <a:pt x="5423462" y="1420939"/>
                </a:lnTo>
                <a:lnTo>
                  <a:pt x="5430150" y="1449808"/>
                </a:lnTo>
                <a:lnTo>
                  <a:pt x="5436838" y="1442408"/>
                </a:lnTo>
                <a:lnTo>
                  <a:pt x="5440181" y="1437387"/>
                </a:lnTo>
                <a:lnTo>
                  <a:pt x="5446868" y="1443381"/>
                </a:lnTo>
                <a:lnTo>
                  <a:pt x="5450212" y="1441519"/>
                </a:lnTo>
                <a:lnTo>
                  <a:pt x="5456899" y="1425132"/>
                </a:lnTo>
                <a:lnTo>
                  <a:pt x="5463587" y="1429244"/>
                </a:lnTo>
                <a:lnTo>
                  <a:pt x="5466931" y="1439225"/>
                </a:lnTo>
                <a:lnTo>
                  <a:pt x="5470275" y="1436430"/>
                </a:lnTo>
                <a:lnTo>
                  <a:pt x="5473618" y="1434480"/>
                </a:lnTo>
                <a:lnTo>
                  <a:pt x="5476962" y="1424376"/>
                </a:lnTo>
                <a:lnTo>
                  <a:pt x="5480305" y="1441334"/>
                </a:lnTo>
                <a:lnTo>
                  <a:pt x="5483649" y="1435076"/>
                </a:lnTo>
                <a:lnTo>
                  <a:pt x="5486993" y="1432045"/>
                </a:lnTo>
                <a:lnTo>
                  <a:pt x="5490336" y="1444110"/>
                </a:lnTo>
                <a:lnTo>
                  <a:pt x="5493680" y="1440991"/>
                </a:lnTo>
                <a:lnTo>
                  <a:pt x="5500368" y="1430775"/>
                </a:lnTo>
                <a:lnTo>
                  <a:pt x="5503711" y="1446743"/>
                </a:lnTo>
                <a:lnTo>
                  <a:pt x="5507055" y="1445334"/>
                </a:lnTo>
                <a:lnTo>
                  <a:pt x="5513742" y="1433250"/>
                </a:lnTo>
                <a:lnTo>
                  <a:pt x="5520430" y="1418245"/>
                </a:lnTo>
                <a:lnTo>
                  <a:pt x="5530460" y="1429113"/>
                </a:lnTo>
                <a:lnTo>
                  <a:pt x="5537148" y="1424587"/>
                </a:lnTo>
                <a:lnTo>
                  <a:pt x="5543836" y="1430336"/>
                </a:lnTo>
                <a:lnTo>
                  <a:pt x="5550523" y="1422112"/>
                </a:lnTo>
                <a:lnTo>
                  <a:pt x="5583960" y="1410173"/>
                </a:lnTo>
                <a:lnTo>
                  <a:pt x="5587304" y="1418189"/>
                </a:lnTo>
                <a:lnTo>
                  <a:pt x="5590647" y="1412598"/>
                </a:lnTo>
                <a:lnTo>
                  <a:pt x="5593991" y="1395387"/>
                </a:lnTo>
                <a:lnTo>
                  <a:pt x="5597334" y="1403480"/>
                </a:lnTo>
                <a:lnTo>
                  <a:pt x="5607365" y="1403876"/>
                </a:lnTo>
                <a:lnTo>
                  <a:pt x="5617397" y="1388720"/>
                </a:lnTo>
                <a:lnTo>
                  <a:pt x="5624084" y="1410272"/>
                </a:lnTo>
                <a:lnTo>
                  <a:pt x="5627428" y="1401689"/>
                </a:lnTo>
                <a:lnTo>
                  <a:pt x="5637459" y="1390039"/>
                </a:lnTo>
                <a:lnTo>
                  <a:pt x="5660865" y="1391920"/>
                </a:lnTo>
                <a:lnTo>
                  <a:pt x="5667552" y="1394880"/>
                </a:lnTo>
                <a:lnTo>
                  <a:pt x="5674239" y="1376379"/>
                </a:lnTo>
                <a:lnTo>
                  <a:pt x="5684270" y="1382523"/>
                </a:lnTo>
                <a:lnTo>
                  <a:pt x="5690958" y="1368671"/>
                </a:lnTo>
                <a:lnTo>
                  <a:pt x="5697645" y="1379314"/>
                </a:lnTo>
                <a:lnTo>
                  <a:pt x="5721051" y="1370404"/>
                </a:lnTo>
                <a:lnTo>
                  <a:pt x="5724395" y="1374492"/>
                </a:lnTo>
                <a:lnTo>
                  <a:pt x="5727739" y="1370720"/>
                </a:lnTo>
                <a:lnTo>
                  <a:pt x="5771207" y="1360347"/>
                </a:lnTo>
                <a:lnTo>
                  <a:pt x="5777894" y="1356046"/>
                </a:lnTo>
                <a:lnTo>
                  <a:pt x="5784581" y="1357095"/>
                </a:lnTo>
                <a:lnTo>
                  <a:pt x="5794612" y="1353633"/>
                </a:lnTo>
                <a:lnTo>
                  <a:pt x="5804644" y="1354789"/>
                </a:lnTo>
                <a:lnTo>
                  <a:pt x="5811331" y="1352828"/>
                </a:lnTo>
                <a:lnTo>
                  <a:pt x="5818018" y="1345685"/>
                </a:lnTo>
                <a:lnTo>
                  <a:pt x="5821361" y="1348555"/>
                </a:lnTo>
                <a:lnTo>
                  <a:pt x="5844768" y="1335413"/>
                </a:lnTo>
                <a:lnTo>
                  <a:pt x="5851455" y="1333991"/>
                </a:lnTo>
                <a:lnTo>
                  <a:pt x="5854798" y="1337650"/>
                </a:lnTo>
                <a:lnTo>
                  <a:pt x="5864829" y="1329653"/>
                </a:lnTo>
                <a:lnTo>
                  <a:pt x="5918329" y="1326571"/>
                </a:lnTo>
                <a:lnTo>
                  <a:pt x="5921672" y="1322047"/>
                </a:lnTo>
                <a:lnTo>
                  <a:pt x="5928360" y="1330464"/>
                </a:lnTo>
                <a:lnTo>
                  <a:pt x="5945078" y="1316836"/>
                </a:lnTo>
                <a:lnTo>
                  <a:pt x="5948422" y="1321709"/>
                </a:lnTo>
                <a:lnTo>
                  <a:pt x="5951766" y="1318484"/>
                </a:lnTo>
                <a:lnTo>
                  <a:pt x="5955109" y="1303223"/>
                </a:lnTo>
                <a:lnTo>
                  <a:pt x="5958453" y="1306616"/>
                </a:lnTo>
                <a:lnTo>
                  <a:pt x="5961797" y="1307941"/>
                </a:lnTo>
                <a:lnTo>
                  <a:pt x="5965140" y="1301500"/>
                </a:lnTo>
                <a:lnTo>
                  <a:pt x="5968484" y="1305389"/>
                </a:lnTo>
                <a:lnTo>
                  <a:pt x="5985203" y="1299287"/>
                </a:lnTo>
                <a:lnTo>
                  <a:pt x="5995234" y="1312920"/>
                </a:lnTo>
                <a:lnTo>
                  <a:pt x="5998577" y="1310133"/>
                </a:lnTo>
                <a:lnTo>
                  <a:pt x="6001921" y="1298668"/>
                </a:lnTo>
                <a:lnTo>
                  <a:pt x="6005264" y="1300183"/>
                </a:lnTo>
                <a:lnTo>
                  <a:pt x="6015295" y="1302727"/>
                </a:lnTo>
                <a:lnTo>
                  <a:pt x="6025327" y="1293074"/>
                </a:lnTo>
                <a:lnTo>
                  <a:pt x="6035358" y="1292871"/>
                </a:lnTo>
                <a:lnTo>
                  <a:pt x="6045389" y="1319351"/>
                </a:lnTo>
                <a:lnTo>
                  <a:pt x="6048732" y="1321031"/>
                </a:lnTo>
                <a:lnTo>
                  <a:pt x="6055420" y="1314013"/>
                </a:lnTo>
                <a:lnTo>
                  <a:pt x="6062108" y="1319864"/>
                </a:lnTo>
                <a:lnTo>
                  <a:pt x="6065451" y="1318851"/>
                </a:lnTo>
                <a:lnTo>
                  <a:pt x="6068795" y="1310055"/>
                </a:lnTo>
                <a:lnTo>
                  <a:pt x="6072138" y="1313172"/>
                </a:lnTo>
                <a:lnTo>
                  <a:pt x="6075482" y="1314135"/>
                </a:lnTo>
                <a:lnTo>
                  <a:pt x="6085513" y="1308746"/>
                </a:lnTo>
                <a:lnTo>
                  <a:pt x="6088856" y="1307206"/>
                </a:lnTo>
                <a:lnTo>
                  <a:pt x="6095544" y="1315686"/>
                </a:lnTo>
                <a:lnTo>
                  <a:pt x="6098888" y="1312772"/>
                </a:lnTo>
                <a:lnTo>
                  <a:pt x="6135669" y="1323649"/>
                </a:lnTo>
                <a:lnTo>
                  <a:pt x="6139012" y="1331530"/>
                </a:lnTo>
                <a:lnTo>
                  <a:pt x="6142356" y="1329438"/>
                </a:lnTo>
                <a:lnTo>
                  <a:pt x="6155730" y="1326157"/>
                </a:lnTo>
                <a:lnTo>
                  <a:pt x="6162418" y="1330494"/>
                </a:lnTo>
                <a:lnTo>
                  <a:pt x="6175793" y="1333222"/>
                </a:lnTo>
                <a:lnTo>
                  <a:pt x="6205886" y="1322297"/>
                </a:lnTo>
                <a:lnTo>
                  <a:pt x="6212574" y="1332251"/>
                </a:lnTo>
                <a:lnTo>
                  <a:pt x="6215917" y="1327204"/>
                </a:lnTo>
                <a:lnTo>
                  <a:pt x="6219261" y="1329876"/>
                </a:lnTo>
                <a:lnTo>
                  <a:pt x="6229292" y="1321440"/>
                </a:lnTo>
                <a:lnTo>
                  <a:pt x="6246010" y="1345701"/>
                </a:lnTo>
                <a:lnTo>
                  <a:pt x="6249354" y="1340729"/>
                </a:lnTo>
                <a:lnTo>
                  <a:pt x="6252698" y="1343136"/>
                </a:lnTo>
                <a:lnTo>
                  <a:pt x="6262729" y="1342881"/>
                </a:lnTo>
                <a:lnTo>
                  <a:pt x="6282791" y="1345007"/>
                </a:lnTo>
                <a:lnTo>
                  <a:pt x="6286135" y="1343300"/>
                </a:lnTo>
                <a:lnTo>
                  <a:pt x="6296166" y="1354994"/>
                </a:lnTo>
                <a:lnTo>
                  <a:pt x="6299509" y="1358266"/>
                </a:lnTo>
                <a:lnTo>
                  <a:pt x="6309540" y="1340687"/>
                </a:lnTo>
                <a:lnTo>
                  <a:pt x="6312884" y="1347190"/>
                </a:lnTo>
                <a:lnTo>
                  <a:pt x="6326259" y="1356564"/>
                </a:lnTo>
                <a:lnTo>
                  <a:pt x="6339633" y="1340774"/>
                </a:lnTo>
                <a:lnTo>
                  <a:pt x="6342977" y="1344297"/>
                </a:lnTo>
                <a:lnTo>
                  <a:pt x="6349664" y="1329671"/>
                </a:lnTo>
                <a:lnTo>
                  <a:pt x="6353008" y="1328344"/>
                </a:lnTo>
                <a:lnTo>
                  <a:pt x="6369727" y="1234191"/>
                </a:lnTo>
                <a:lnTo>
                  <a:pt x="6373070" y="1255179"/>
                </a:lnTo>
                <a:lnTo>
                  <a:pt x="6376414" y="1246105"/>
                </a:lnTo>
                <a:lnTo>
                  <a:pt x="6379757" y="1243777"/>
                </a:lnTo>
                <a:lnTo>
                  <a:pt x="6409851" y="1149403"/>
                </a:lnTo>
                <a:lnTo>
                  <a:pt x="6413194" y="1145219"/>
                </a:lnTo>
                <a:lnTo>
                  <a:pt x="6416538" y="1159616"/>
                </a:lnTo>
                <a:lnTo>
                  <a:pt x="6433257" y="1085168"/>
                </a:lnTo>
                <a:lnTo>
                  <a:pt x="6443288" y="1068678"/>
                </a:lnTo>
                <a:lnTo>
                  <a:pt x="6463350" y="1023846"/>
                </a:lnTo>
                <a:lnTo>
                  <a:pt x="6466694" y="1019904"/>
                </a:lnTo>
                <a:lnTo>
                  <a:pt x="6480068" y="983071"/>
                </a:lnTo>
                <a:lnTo>
                  <a:pt x="6486756" y="976264"/>
                </a:lnTo>
                <a:lnTo>
                  <a:pt x="6490099" y="978332"/>
                </a:lnTo>
                <a:lnTo>
                  <a:pt x="6510162" y="931905"/>
                </a:lnTo>
                <a:lnTo>
                  <a:pt x="6523536" y="916435"/>
                </a:lnTo>
                <a:lnTo>
                  <a:pt x="6536911" y="878469"/>
                </a:lnTo>
                <a:lnTo>
                  <a:pt x="6563660" y="836049"/>
                </a:lnTo>
                <a:lnTo>
                  <a:pt x="6583723" y="798689"/>
                </a:lnTo>
                <a:lnTo>
                  <a:pt x="6587067" y="798877"/>
                </a:lnTo>
                <a:lnTo>
                  <a:pt x="6613816" y="732234"/>
                </a:lnTo>
                <a:lnTo>
                  <a:pt x="6677346" y="602137"/>
                </a:lnTo>
                <a:lnTo>
                  <a:pt x="6687377" y="582166"/>
                </a:lnTo>
                <a:lnTo>
                  <a:pt x="6694065" y="589287"/>
                </a:lnTo>
                <a:lnTo>
                  <a:pt x="6707439" y="555877"/>
                </a:lnTo>
                <a:lnTo>
                  <a:pt x="6714126" y="551616"/>
                </a:lnTo>
                <a:lnTo>
                  <a:pt x="6727501" y="517370"/>
                </a:lnTo>
                <a:lnTo>
                  <a:pt x="6734189" y="511349"/>
                </a:lnTo>
                <a:lnTo>
                  <a:pt x="6764282" y="447282"/>
                </a:lnTo>
                <a:lnTo>
                  <a:pt x="6781000" y="418017"/>
                </a:lnTo>
                <a:lnTo>
                  <a:pt x="6807750" y="368607"/>
                </a:lnTo>
                <a:lnTo>
                  <a:pt x="6817781" y="347362"/>
                </a:lnTo>
                <a:lnTo>
                  <a:pt x="6831155" y="321144"/>
                </a:lnTo>
                <a:lnTo>
                  <a:pt x="6834499" y="321899"/>
                </a:lnTo>
                <a:lnTo>
                  <a:pt x="6861249" y="271393"/>
                </a:lnTo>
                <a:lnTo>
                  <a:pt x="6881311" y="247612"/>
                </a:lnTo>
                <a:lnTo>
                  <a:pt x="6894686" y="224882"/>
                </a:lnTo>
                <a:lnTo>
                  <a:pt x="6901373" y="221693"/>
                </a:lnTo>
                <a:lnTo>
                  <a:pt x="6928123" y="167493"/>
                </a:lnTo>
                <a:lnTo>
                  <a:pt x="6938153" y="170719"/>
                </a:lnTo>
                <a:lnTo>
                  <a:pt x="6954872" y="136133"/>
                </a:lnTo>
                <a:lnTo>
                  <a:pt x="6958216" y="134783"/>
                </a:lnTo>
                <a:lnTo>
                  <a:pt x="6961560" y="140851"/>
                </a:lnTo>
                <a:lnTo>
                  <a:pt x="6964903" y="137465"/>
                </a:lnTo>
                <a:lnTo>
                  <a:pt x="7045152" y="50630"/>
                </a:lnTo>
                <a:lnTo>
                  <a:pt x="7058526" y="51738"/>
                </a:lnTo>
                <a:lnTo>
                  <a:pt x="7065214" y="35649"/>
                </a:lnTo>
                <a:lnTo>
                  <a:pt x="7071901" y="30996"/>
                </a:lnTo>
                <a:lnTo>
                  <a:pt x="7078589" y="56804"/>
                </a:lnTo>
                <a:lnTo>
                  <a:pt x="7085276" y="19001"/>
                </a:lnTo>
                <a:lnTo>
                  <a:pt x="7088619" y="25184"/>
                </a:lnTo>
                <a:lnTo>
                  <a:pt x="7095307" y="14309"/>
                </a:lnTo>
                <a:lnTo>
                  <a:pt x="7098651" y="5022"/>
                </a:lnTo>
                <a:lnTo>
                  <a:pt x="7101995" y="11205"/>
                </a:lnTo>
                <a:lnTo>
                  <a:pt x="7112026" y="14124"/>
                </a:lnTo>
                <a:lnTo>
                  <a:pt x="7115369" y="33591"/>
                </a:lnTo>
                <a:lnTo>
                  <a:pt x="7125400" y="13336"/>
                </a:lnTo>
                <a:lnTo>
                  <a:pt x="7132087" y="10248"/>
                </a:lnTo>
                <a:lnTo>
                  <a:pt x="7138775" y="12229"/>
                </a:lnTo>
                <a:lnTo>
                  <a:pt x="7145463" y="0"/>
                </a:lnTo>
                <a:lnTo>
                  <a:pt x="7155493" y="27539"/>
                </a:lnTo>
                <a:lnTo>
                  <a:pt x="7178900" y="523762"/>
                </a:lnTo>
                <a:lnTo>
                  <a:pt x="7195618" y="1119091"/>
                </a:lnTo>
                <a:lnTo>
                  <a:pt x="7215680" y="1248107"/>
                </a:lnTo>
                <a:lnTo>
                  <a:pt x="7219024" y="1223089"/>
                </a:lnTo>
                <a:lnTo>
                  <a:pt x="7222367" y="1246538"/>
                </a:lnTo>
                <a:lnTo>
                  <a:pt x="7225711" y="1243680"/>
                </a:lnTo>
                <a:lnTo>
                  <a:pt x="7232398" y="1254064"/>
                </a:lnTo>
                <a:lnTo>
                  <a:pt x="7239085" y="1283103"/>
                </a:lnTo>
                <a:lnTo>
                  <a:pt x="7242429" y="1279651"/>
                </a:lnTo>
                <a:lnTo>
                  <a:pt x="7245773" y="1252154"/>
                </a:lnTo>
                <a:lnTo>
                  <a:pt x="7249117" y="1265651"/>
                </a:lnTo>
                <a:lnTo>
                  <a:pt x="7262492" y="1281173"/>
                </a:lnTo>
                <a:lnTo>
                  <a:pt x="7265835" y="1268546"/>
                </a:lnTo>
                <a:lnTo>
                  <a:pt x="7269179" y="1276882"/>
                </a:lnTo>
                <a:lnTo>
                  <a:pt x="7272522" y="1269426"/>
                </a:lnTo>
                <a:lnTo>
                  <a:pt x="7279210" y="1287886"/>
                </a:lnTo>
                <a:lnTo>
                  <a:pt x="7282553" y="1279515"/>
                </a:lnTo>
                <a:lnTo>
                  <a:pt x="7295929" y="1329945"/>
                </a:lnTo>
                <a:lnTo>
                  <a:pt x="7299272" y="1325831"/>
                </a:lnTo>
                <a:lnTo>
                  <a:pt x="7302616" y="1319642"/>
                </a:lnTo>
                <a:lnTo>
                  <a:pt x="7309303" y="1340209"/>
                </a:lnTo>
                <a:lnTo>
                  <a:pt x="7326022" y="1384043"/>
                </a:lnTo>
                <a:lnTo>
                  <a:pt x="7329366" y="1382714"/>
                </a:lnTo>
                <a:lnTo>
                  <a:pt x="7352771" y="1434331"/>
                </a:lnTo>
                <a:lnTo>
                  <a:pt x="7359459" y="1438458"/>
                </a:lnTo>
                <a:lnTo>
                  <a:pt x="7369490" y="1454876"/>
                </a:lnTo>
                <a:lnTo>
                  <a:pt x="7406270" y="1494113"/>
                </a:lnTo>
                <a:lnTo>
                  <a:pt x="7412958" y="1480841"/>
                </a:lnTo>
                <a:lnTo>
                  <a:pt x="7416301" y="1484165"/>
                </a:lnTo>
                <a:lnTo>
                  <a:pt x="7426332" y="1510643"/>
                </a:lnTo>
                <a:lnTo>
                  <a:pt x="7436364" y="1504904"/>
                </a:lnTo>
                <a:lnTo>
                  <a:pt x="7443051" y="1513239"/>
                </a:lnTo>
                <a:lnTo>
                  <a:pt x="7453082" y="1503041"/>
                </a:lnTo>
                <a:lnTo>
                  <a:pt x="7456425" y="1507927"/>
                </a:lnTo>
                <a:lnTo>
                  <a:pt x="7459769" y="1504955"/>
                </a:lnTo>
                <a:lnTo>
                  <a:pt x="7476488" y="1493021"/>
                </a:lnTo>
                <a:lnTo>
                  <a:pt x="7479831" y="1493602"/>
                </a:lnTo>
                <a:lnTo>
                  <a:pt x="7483175" y="1499967"/>
                </a:lnTo>
                <a:lnTo>
                  <a:pt x="7486519" y="1495815"/>
                </a:lnTo>
                <a:lnTo>
                  <a:pt x="7493206" y="1472413"/>
                </a:lnTo>
                <a:lnTo>
                  <a:pt x="7496549" y="1479174"/>
                </a:lnTo>
                <a:lnTo>
                  <a:pt x="7499893" y="1489633"/>
                </a:lnTo>
                <a:lnTo>
                  <a:pt x="7503237" y="1477299"/>
                </a:lnTo>
                <a:lnTo>
                  <a:pt x="7506581" y="1479656"/>
                </a:lnTo>
                <a:lnTo>
                  <a:pt x="7509925" y="1476841"/>
                </a:lnTo>
                <a:lnTo>
                  <a:pt x="7513268" y="1482523"/>
                </a:lnTo>
                <a:lnTo>
                  <a:pt x="7519956" y="1464446"/>
                </a:lnTo>
                <a:lnTo>
                  <a:pt x="7523299" y="1454297"/>
                </a:lnTo>
                <a:lnTo>
                  <a:pt x="7526643" y="1458283"/>
                </a:lnTo>
                <a:lnTo>
                  <a:pt x="7536674" y="1495520"/>
                </a:lnTo>
                <a:lnTo>
                  <a:pt x="7550049" y="1448255"/>
                </a:lnTo>
                <a:lnTo>
                  <a:pt x="7556736" y="1432436"/>
                </a:lnTo>
                <a:lnTo>
                  <a:pt x="7563423" y="1465010"/>
                </a:lnTo>
                <a:lnTo>
                  <a:pt x="7573454" y="1444529"/>
                </a:lnTo>
                <a:lnTo>
                  <a:pt x="7580142" y="1468234"/>
                </a:lnTo>
                <a:lnTo>
                  <a:pt x="7583486" y="1461685"/>
                </a:lnTo>
                <a:lnTo>
                  <a:pt x="7590173" y="1436531"/>
                </a:lnTo>
                <a:lnTo>
                  <a:pt x="7593517" y="1444068"/>
                </a:lnTo>
                <a:lnTo>
                  <a:pt x="7596860" y="1476457"/>
                </a:lnTo>
                <a:lnTo>
                  <a:pt x="7600204" y="1460135"/>
                </a:lnTo>
                <a:lnTo>
                  <a:pt x="7603548" y="1463660"/>
                </a:lnTo>
                <a:lnTo>
                  <a:pt x="7610235" y="1431132"/>
                </a:lnTo>
                <a:lnTo>
                  <a:pt x="7613578" y="1439813"/>
                </a:lnTo>
                <a:lnTo>
                  <a:pt x="7620266" y="1476322"/>
                </a:lnTo>
                <a:lnTo>
                  <a:pt x="7626954" y="1428134"/>
                </a:lnTo>
                <a:lnTo>
                  <a:pt x="7630297" y="1428542"/>
                </a:lnTo>
                <a:lnTo>
                  <a:pt x="7643672" y="1485985"/>
                </a:lnTo>
                <a:lnTo>
                  <a:pt x="7650359" y="1459357"/>
                </a:lnTo>
                <a:lnTo>
                  <a:pt x="7653703" y="1463891"/>
                </a:lnTo>
                <a:lnTo>
                  <a:pt x="7657047" y="1478390"/>
                </a:lnTo>
                <a:lnTo>
                  <a:pt x="7660391" y="1474180"/>
                </a:lnTo>
                <a:lnTo>
                  <a:pt x="7667078" y="1446134"/>
                </a:lnTo>
                <a:lnTo>
                  <a:pt x="7673765" y="1475340"/>
                </a:lnTo>
                <a:lnTo>
                  <a:pt x="7677109" y="1463034"/>
                </a:lnTo>
                <a:lnTo>
                  <a:pt x="7680452" y="1478235"/>
                </a:lnTo>
                <a:lnTo>
                  <a:pt x="7683796" y="1473291"/>
                </a:lnTo>
                <a:lnTo>
                  <a:pt x="7687140" y="1471477"/>
                </a:lnTo>
                <a:lnTo>
                  <a:pt x="7697171" y="1455267"/>
                </a:lnTo>
                <a:lnTo>
                  <a:pt x="7703859" y="1475812"/>
                </a:lnTo>
                <a:lnTo>
                  <a:pt x="7713889" y="1467056"/>
                </a:lnTo>
                <a:lnTo>
                  <a:pt x="7717233" y="1468961"/>
                </a:lnTo>
                <a:lnTo>
                  <a:pt x="7720577" y="1480782"/>
                </a:lnTo>
                <a:lnTo>
                  <a:pt x="7723920" y="1477378"/>
                </a:lnTo>
                <a:lnTo>
                  <a:pt x="7727264" y="1472686"/>
                </a:lnTo>
                <a:lnTo>
                  <a:pt x="7730608" y="1455389"/>
                </a:lnTo>
                <a:lnTo>
                  <a:pt x="7733952" y="1458646"/>
                </a:lnTo>
                <a:lnTo>
                  <a:pt x="7737296" y="1490986"/>
                </a:lnTo>
                <a:lnTo>
                  <a:pt x="7740639" y="1476226"/>
                </a:lnTo>
                <a:lnTo>
                  <a:pt x="7743983" y="1489268"/>
                </a:lnTo>
                <a:lnTo>
                  <a:pt x="7747326" y="1482432"/>
                </a:lnTo>
                <a:lnTo>
                  <a:pt x="7757357" y="1448451"/>
                </a:lnTo>
                <a:lnTo>
                  <a:pt x="7760701" y="1455288"/>
                </a:lnTo>
                <a:lnTo>
                  <a:pt x="7767388" y="1485457"/>
                </a:lnTo>
                <a:lnTo>
                  <a:pt x="7770732" y="1485998"/>
                </a:lnTo>
                <a:lnTo>
                  <a:pt x="7784107" y="1448498"/>
                </a:lnTo>
                <a:lnTo>
                  <a:pt x="7787451" y="1452046"/>
                </a:lnTo>
                <a:lnTo>
                  <a:pt x="7790794" y="1475409"/>
                </a:lnTo>
                <a:lnTo>
                  <a:pt x="7794138" y="1473189"/>
                </a:lnTo>
                <a:lnTo>
                  <a:pt x="7800825" y="1468843"/>
                </a:lnTo>
                <a:lnTo>
                  <a:pt x="7807513" y="1434594"/>
                </a:lnTo>
                <a:lnTo>
                  <a:pt x="7810857" y="1435387"/>
                </a:lnTo>
                <a:lnTo>
                  <a:pt x="7817544" y="1449088"/>
                </a:lnTo>
                <a:lnTo>
                  <a:pt x="7824231" y="1436789"/>
                </a:lnTo>
                <a:lnTo>
                  <a:pt x="7827575" y="1449664"/>
                </a:lnTo>
                <a:lnTo>
                  <a:pt x="7830918" y="1446803"/>
                </a:lnTo>
                <a:lnTo>
                  <a:pt x="7834262" y="1450321"/>
                </a:lnTo>
                <a:lnTo>
                  <a:pt x="7844294" y="1409764"/>
                </a:lnTo>
                <a:lnTo>
                  <a:pt x="7850981" y="1428778"/>
                </a:lnTo>
                <a:lnTo>
                  <a:pt x="7861012" y="1407884"/>
                </a:lnTo>
                <a:lnTo>
                  <a:pt x="7864355" y="1409592"/>
                </a:lnTo>
                <a:lnTo>
                  <a:pt x="7867699" y="1426752"/>
                </a:lnTo>
                <a:lnTo>
                  <a:pt x="7871043" y="1425850"/>
                </a:lnTo>
                <a:lnTo>
                  <a:pt x="7874386" y="1425039"/>
                </a:lnTo>
                <a:lnTo>
                  <a:pt x="7877730" y="1430655"/>
                </a:lnTo>
                <a:lnTo>
                  <a:pt x="7884418" y="1406359"/>
                </a:lnTo>
                <a:lnTo>
                  <a:pt x="7887762" y="1407671"/>
                </a:lnTo>
                <a:lnTo>
                  <a:pt x="7901136" y="1439429"/>
                </a:lnTo>
                <a:lnTo>
                  <a:pt x="7907823" y="1411485"/>
                </a:lnTo>
                <a:lnTo>
                  <a:pt x="7911167" y="1414088"/>
                </a:lnTo>
                <a:lnTo>
                  <a:pt x="7917855" y="1434671"/>
                </a:lnTo>
                <a:lnTo>
                  <a:pt x="7927886" y="1414830"/>
                </a:lnTo>
                <a:lnTo>
                  <a:pt x="7937916" y="1431626"/>
                </a:lnTo>
                <a:lnTo>
                  <a:pt x="7944604" y="1424443"/>
                </a:lnTo>
                <a:lnTo>
                  <a:pt x="7951291" y="1445058"/>
                </a:lnTo>
                <a:lnTo>
                  <a:pt x="7961323" y="1449992"/>
                </a:lnTo>
                <a:lnTo>
                  <a:pt x="7964666" y="1441981"/>
                </a:lnTo>
                <a:lnTo>
                  <a:pt x="7968010" y="1450955"/>
                </a:lnTo>
                <a:lnTo>
                  <a:pt x="7971354" y="1446341"/>
                </a:lnTo>
                <a:lnTo>
                  <a:pt x="7991416" y="1444603"/>
                </a:lnTo>
                <a:lnTo>
                  <a:pt x="7994760" y="1437194"/>
                </a:lnTo>
                <a:lnTo>
                  <a:pt x="7998103" y="1442692"/>
                </a:lnTo>
                <a:lnTo>
                  <a:pt x="8004791" y="1463742"/>
                </a:lnTo>
                <a:lnTo>
                  <a:pt x="8008134" y="1465466"/>
                </a:lnTo>
                <a:lnTo>
                  <a:pt x="8011478" y="1450083"/>
                </a:lnTo>
                <a:lnTo>
                  <a:pt x="8014821" y="1452004"/>
                </a:lnTo>
                <a:lnTo>
                  <a:pt x="8018165" y="1457675"/>
                </a:lnTo>
                <a:lnTo>
                  <a:pt x="8021509" y="1450361"/>
                </a:lnTo>
                <a:lnTo>
                  <a:pt x="8028196" y="1466718"/>
                </a:lnTo>
                <a:lnTo>
                  <a:pt x="8031540" y="1459310"/>
                </a:lnTo>
                <a:lnTo>
                  <a:pt x="8034884" y="1465264"/>
                </a:lnTo>
                <a:lnTo>
                  <a:pt x="8038227" y="1457859"/>
                </a:lnTo>
                <a:lnTo>
                  <a:pt x="8041571" y="1469723"/>
                </a:lnTo>
                <a:lnTo>
                  <a:pt x="8044915" y="1463538"/>
                </a:lnTo>
                <a:lnTo>
                  <a:pt x="8048258" y="1470466"/>
                </a:lnTo>
                <a:lnTo>
                  <a:pt x="8058289" y="1461585"/>
                </a:lnTo>
                <a:lnTo>
                  <a:pt x="8068321" y="1464387"/>
                </a:lnTo>
                <a:lnTo>
                  <a:pt x="8075008" y="1460840"/>
                </a:lnTo>
                <a:lnTo>
                  <a:pt x="8081695" y="1476605"/>
                </a:lnTo>
                <a:lnTo>
                  <a:pt x="8088382" y="1464388"/>
                </a:lnTo>
                <a:lnTo>
                  <a:pt x="8091726" y="1469035"/>
                </a:lnTo>
                <a:lnTo>
                  <a:pt x="8095070" y="1466126"/>
                </a:lnTo>
                <a:lnTo>
                  <a:pt x="8108445" y="1468666"/>
                </a:lnTo>
                <a:lnTo>
                  <a:pt x="8115132" y="1459623"/>
                </a:lnTo>
                <a:lnTo>
                  <a:pt x="8128507" y="1483241"/>
                </a:lnTo>
                <a:lnTo>
                  <a:pt x="8135194" y="1467889"/>
                </a:lnTo>
                <a:lnTo>
                  <a:pt x="8138538" y="1467486"/>
                </a:lnTo>
                <a:lnTo>
                  <a:pt x="8148569" y="1477873"/>
                </a:lnTo>
                <a:lnTo>
                  <a:pt x="8158600" y="1462283"/>
                </a:lnTo>
                <a:lnTo>
                  <a:pt x="8161944" y="1472306"/>
                </a:lnTo>
                <a:lnTo>
                  <a:pt x="8165287" y="1470550"/>
                </a:lnTo>
                <a:lnTo>
                  <a:pt x="8178662" y="1479343"/>
                </a:lnTo>
                <a:lnTo>
                  <a:pt x="8182006" y="1475675"/>
                </a:lnTo>
                <a:lnTo>
                  <a:pt x="8185350" y="1463263"/>
                </a:lnTo>
                <a:lnTo>
                  <a:pt x="8188693" y="1465520"/>
                </a:lnTo>
                <a:lnTo>
                  <a:pt x="8192037" y="1460764"/>
                </a:lnTo>
                <a:lnTo>
                  <a:pt x="8195381" y="1466159"/>
                </a:lnTo>
                <a:lnTo>
                  <a:pt x="8198724" y="1458455"/>
                </a:lnTo>
                <a:lnTo>
                  <a:pt x="8205411" y="1471785"/>
                </a:lnTo>
                <a:lnTo>
                  <a:pt x="8208755" y="1472734"/>
                </a:lnTo>
                <a:lnTo>
                  <a:pt x="8212099" y="1462899"/>
                </a:lnTo>
                <a:lnTo>
                  <a:pt x="8215443" y="1466699"/>
                </a:lnTo>
                <a:lnTo>
                  <a:pt x="8222130" y="1477491"/>
                </a:lnTo>
                <a:lnTo>
                  <a:pt x="8228818" y="1461386"/>
                </a:lnTo>
                <a:lnTo>
                  <a:pt x="8232161" y="1460282"/>
                </a:lnTo>
                <a:lnTo>
                  <a:pt x="8238848" y="1478143"/>
                </a:lnTo>
                <a:lnTo>
                  <a:pt x="8248880" y="1465119"/>
                </a:lnTo>
                <a:lnTo>
                  <a:pt x="8252223" y="1469532"/>
                </a:lnTo>
                <a:lnTo>
                  <a:pt x="8258911" y="1460579"/>
                </a:lnTo>
                <a:lnTo>
                  <a:pt x="8262255" y="1476326"/>
                </a:lnTo>
                <a:lnTo>
                  <a:pt x="8265598" y="1471041"/>
                </a:lnTo>
                <a:lnTo>
                  <a:pt x="8268942" y="1475421"/>
                </a:lnTo>
                <a:lnTo>
                  <a:pt x="8275629" y="1459211"/>
                </a:lnTo>
                <a:lnTo>
                  <a:pt x="8278973" y="1461535"/>
                </a:lnTo>
                <a:lnTo>
                  <a:pt x="8282316" y="1471975"/>
                </a:lnTo>
                <a:lnTo>
                  <a:pt x="8285660" y="1464876"/>
                </a:lnTo>
                <a:lnTo>
                  <a:pt x="8299035" y="1468298"/>
                </a:lnTo>
                <a:lnTo>
                  <a:pt x="8305722" y="1459939"/>
                </a:lnTo>
                <a:lnTo>
                  <a:pt x="8315753" y="1481530"/>
                </a:lnTo>
                <a:lnTo>
                  <a:pt x="8329129" y="1453150"/>
                </a:lnTo>
                <a:lnTo>
                  <a:pt x="8335816" y="1450314"/>
                </a:lnTo>
                <a:lnTo>
                  <a:pt x="8345847" y="1471928"/>
                </a:lnTo>
                <a:lnTo>
                  <a:pt x="8349190" y="1463321"/>
                </a:lnTo>
                <a:lnTo>
                  <a:pt x="8352534" y="1463218"/>
                </a:lnTo>
                <a:lnTo>
                  <a:pt x="8359221" y="1452191"/>
                </a:lnTo>
                <a:lnTo>
                  <a:pt x="8365909" y="1466585"/>
                </a:lnTo>
                <a:lnTo>
                  <a:pt x="8369253" y="1458125"/>
                </a:lnTo>
                <a:lnTo>
                  <a:pt x="8372596" y="1465528"/>
                </a:lnTo>
                <a:lnTo>
                  <a:pt x="8379284" y="1449433"/>
                </a:lnTo>
                <a:lnTo>
                  <a:pt x="8385971" y="1467148"/>
                </a:lnTo>
                <a:lnTo>
                  <a:pt x="8392658" y="1451017"/>
                </a:lnTo>
                <a:lnTo>
                  <a:pt x="8396002" y="1458356"/>
                </a:lnTo>
                <a:lnTo>
                  <a:pt x="8402690" y="1450913"/>
                </a:lnTo>
                <a:lnTo>
                  <a:pt x="8409377" y="1456568"/>
                </a:lnTo>
                <a:lnTo>
                  <a:pt x="8412721" y="1449609"/>
                </a:lnTo>
                <a:lnTo>
                  <a:pt x="8416064" y="1451741"/>
                </a:lnTo>
                <a:lnTo>
                  <a:pt x="8419408" y="1457738"/>
                </a:lnTo>
                <a:lnTo>
                  <a:pt x="8422751" y="1452724"/>
                </a:lnTo>
                <a:lnTo>
                  <a:pt x="8426095" y="1446059"/>
                </a:lnTo>
                <a:lnTo>
                  <a:pt x="8429439" y="1449776"/>
                </a:lnTo>
                <a:lnTo>
                  <a:pt x="8432782" y="1448636"/>
                </a:lnTo>
                <a:lnTo>
                  <a:pt x="8436126" y="1457279"/>
                </a:lnTo>
                <a:lnTo>
                  <a:pt x="8439470" y="1447285"/>
                </a:lnTo>
                <a:lnTo>
                  <a:pt x="8442814" y="1452908"/>
                </a:lnTo>
                <a:lnTo>
                  <a:pt x="8452845" y="1449403"/>
                </a:lnTo>
                <a:lnTo>
                  <a:pt x="8459532" y="1437185"/>
                </a:lnTo>
                <a:lnTo>
                  <a:pt x="8462876" y="1455294"/>
                </a:lnTo>
                <a:lnTo>
                  <a:pt x="8466219" y="1447234"/>
                </a:lnTo>
                <a:lnTo>
                  <a:pt x="8472907" y="1445309"/>
                </a:lnTo>
                <a:lnTo>
                  <a:pt x="8482938" y="1437811"/>
                </a:lnTo>
                <a:lnTo>
                  <a:pt x="8489625" y="1441962"/>
                </a:lnTo>
                <a:lnTo>
                  <a:pt x="8492969" y="1445233"/>
                </a:lnTo>
                <a:lnTo>
                  <a:pt x="8496312" y="1441544"/>
                </a:lnTo>
                <a:lnTo>
                  <a:pt x="8499656" y="1442925"/>
                </a:lnTo>
                <a:lnTo>
                  <a:pt x="8506343" y="1438718"/>
                </a:lnTo>
                <a:lnTo>
                  <a:pt x="8513031" y="1445128"/>
                </a:lnTo>
                <a:lnTo>
                  <a:pt x="8516375" y="1447675"/>
                </a:lnTo>
                <a:lnTo>
                  <a:pt x="8519719" y="1440272"/>
                </a:lnTo>
                <a:lnTo>
                  <a:pt x="8523062" y="1442159"/>
                </a:lnTo>
                <a:lnTo>
                  <a:pt x="8533093" y="1441984"/>
                </a:lnTo>
                <a:lnTo>
                  <a:pt x="8539780" y="1449448"/>
                </a:lnTo>
                <a:lnTo>
                  <a:pt x="8543124" y="1437565"/>
                </a:lnTo>
                <a:lnTo>
                  <a:pt x="8546468" y="1441502"/>
                </a:lnTo>
                <a:lnTo>
                  <a:pt x="8566530" y="1452189"/>
                </a:lnTo>
                <a:lnTo>
                  <a:pt x="8569874" y="1446358"/>
                </a:lnTo>
                <a:lnTo>
                  <a:pt x="8573217" y="1449170"/>
                </a:lnTo>
                <a:lnTo>
                  <a:pt x="8579905" y="1456740"/>
                </a:lnTo>
                <a:lnTo>
                  <a:pt x="8589936" y="1440928"/>
                </a:lnTo>
                <a:lnTo>
                  <a:pt x="8593280" y="1453068"/>
                </a:lnTo>
                <a:lnTo>
                  <a:pt x="8596623" y="1451566"/>
                </a:lnTo>
                <a:lnTo>
                  <a:pt x="8599967" y="1449925"/>
                </a:lnTo>
                <a:lnTo>
                  <a:pt x="8603311" y="1430698"/>
                </a:lnTo>
                <a:lnTo>
                  <a:pt x="8606654" y="1442103"/>
                </a:lnTo>
                <a:lnTo>
                  <a:pt x="8609998" y="1451546"/>
                </a:lnTo>
                <a:lnTo>
                  <a:pt x="8613341" y="1448029"/>
                </a:lnTo>
                <a:lnTo>
                  <a:pt x="8620029" y="1454094"/>
                </a:lnTo>
                <a:lnTo>
                  <a:pt x="8623373" y="1445922"/>
                </a:lnTo>
                <a:lnTo>
                  <a:pt x="8626717" y="1454137"/>
                </a:lnTo>
                <a:lnTo>
                  <a:pt x="8630060" y="1450092"/>
                </a:lnTo>
                <a:lnTo>
                  <a:pt x="8633404" y="1447930"/>
                </a:lnTo>
                <a:lnTo>
                  <a:pt x="8636748" y="1453087"/>
                </a:lnTo>
                <a:lnTo>
                  <a:pt x="8640091" y="1446872"/>
                </a:lnTo>
                <a:lnTo>
                  <a:pt x="8650122" y="1455076"/>
                </a:lnTo>
                <a:lnTo>
                  <a:pt x="8653466" y="1446289"/>
                </a:lnTo>
                <a:lnTo>
                  <a:pt x="8656809" y="1454625"/>
                </a:lnTo>
                <a:lnTo>
                  <a:pt x="8660153" y="1453248"/>
                </a:lnTo>
                <a:lnTo>
                  <a:pt x="8686903" y="1450934"/>
                </a:lnTo>
                <a:lnTo>
                  <a:pt x="8690246" y="1440714"/>
                </a:lnTo>
                <a:lnTo>
                  <a:pt x="8696934" y="1448619"/>
                </a:lnTo>
                <a:lnTo>
                  <a:pt x="8720340" y="1455155"/>
                </a:lnTo>
                <a:lnTo>
                  <a:pt x="8727027" y="1439821"/>
                </a:lnTo>
                <a:lnTo>
                  <a:pt x="8737058" y="1456408"/>
                </a:lnTo>
                <a:lnTo>
                  <a:pt x="8747089" y="1437720"/>
                </a:lnTo>
                <a:lnTo>
                  <a:pt x="8750433" y="1445073"/>
                </a:lnTo>
                <a:lnTo>
                  <a:pt x="8760464" y="1433285"/>
                </a:lnTo>
                <a:lnTo>
                  <a:pt x="8763807" y="1442758"/>
                </a:lnTo>
                <a:lnTo>
                  <a:pt x="8767151" y="1436756"/>
                </a:lnTo>
                <a:lnTo>
                  <a:pt x="8770495" y="1430345"/>
                </a:lnTo>
                <a:lnTo>
                  <a:pt x="8773839" y="1433987"/>
                </a:lnTo>
                <a:lnTo>
                  <a:pt x="8783870" y="1430182"/>
                </a:lnTo>
                <a:lnTo>
                  <a:pt x="8790557" y="1439653"/>
                </a:lnTo>
                <a:lnTo>
                  <a:pt x="8797244" y="1433238"/>
                </a:lnTo>
                <a:lnTo>
                  <a:pt x="8800588" y="1432471"/>
                </a:lnTo>
                <a:lnTo>
                  <a:pt x="8803932" y="1440961"/>
                </a:lnTo>
                <a:lnTo>
                  <a:pt x="8807276" y="1437482"/>
                </a:lnTo>
                <a:lnTo>
                  <a:pt x="8817307" y="1428032"/>
                </a:lnTo>
                <a:lnTo>
                  <a:pt x="8827338" y="1438897"/>
                </a:lnTo>
                <a:lnTo>
                  <a:pt x="8834025" y="1435156"/>
                </a:lnTo>
                <a:lnTo>
                  <a:pt x="8837369" y="1440024"/>
                </a:lnTo>
                <a:lnTo>
                  <a:pt x="8840712" y="1432227"/>
                </a:lnTo>
                <a:lnTo>
                  <a:pt x="8844056" y="1435592"/>
                </a:lnTo>
                <a:lnTo>
                  <a:pt x="8860775" y="1424531"/>
                </a:lnTo>
                <a:lnTo>
                  <a:pt x="8864118" y="1430777"/>
                </a:lnTo>
                <a:lnTo>
                  <a:pt x="8870806" y="1419446"/>
                </a:lnTo>
                <a:lnTo>
                  <a:pt x="8877493" y="1426496"/>
                </a:lnTo>
                <a:lnTo>
                  <a:pt x="8887525" y="1415153"/>
                </a:lnTo>
                <a:lnTo>
                  <a:pt x="8897555" y="1429915"/>
                </a:lnTo>
                <a:lnTo>
                  <a:pt x="8900899" y="1433749"/>
                </a:lnTo>
                <a:lnTo>
                  <a:pt x="8910930" y="1415255"/>
                </a:lnTo>
                <a:lnTo>
                  <a:pt x="8917617" y="1429259"/>
                </a:lnTo>
                <a:lnTo>
                  <a:pt x="8920961" y="1415104"/>
                </a:lnTo>
                <a:lnTo>
                  <a:pt x="8924305" y="1416686"/>
                </a:lnTo>
                <a:lnTo>
                  <a:pt x="8927649" y="1414576"/>
                </a:lnTo>
                <a:lnTo>
                  <a:pt x="8937680" y="1425616"/>
                </a:lnTo>
                <a:lnTo>
                  <a:pt x="8944367" y="1411471"/>
                </a:lnTo>
                <a:lnTo>
                  <a:pt x="8947710" y="1424226"/>
                </a:lnTo>
                <a:lnTo>
                  <a:pt x="8951054" y="1423315"/>
                </a:lnTo>
                <a:lnTo>
                  <a:pt x="8954398" y="1413711"/>
                </a:lnTo>
                <a:lnTo>
                  <a:pt x="8957742" y="1417061"/>
                </a:lnTo>
                <a:lnTo>
                  <a:pt x="8967773" y="1423791"/>
                </a:lnTo>
                <a:lnTo>
                  <a:pt x="8974460" y="1411555"/>
                </a:lnTo>
                <a:lnTo>
                  <a:pt x="8981147" y="1420677"/>
                </a:lnTo>
                <a:lnTo>
                  <a:pt x="8991178" y="1416858"/>
                </a:lnTo>
                <a:lnTo>
                  <a:pt x="9001210" y="1417151"/>
                </a:lnTo>
                <a:lnTo>
                  <a:pt x="9004554" y="1408405"/>
                </a:lnTo>
                <a:lnTo>
                  <a:pt x="9007897" y="1414087"/>
                </a:lnTo>
                <a:lnTo>
                  <a:pt x="9014584" y="1414788"/>
                </a:lnTo>
                <a:lnTo>
                  <a:pt x="9017928" y="1409893"/>
                </a:lnTo>
                <a:lnTo>
                  <a:pt x="9021272" y="1413165"/>
                </a:lnTo>
                <a:lnTo>
                  <a:pt x="9024615" y="1417265"/>
                </a:lnTo>
                <a:lnTo>
                  <a:pt x="9027959" y="1413067"/>
                </a:lnTo>
                <a:lnTo>
                  <a:pt x="9031303" y="1411261"/>
                </a:lnTo>
                <a:lnTo>
                  <a:pt x="9037990" y="1415378"/>
                </a:lnTo>
                <a:lnTo>
                  <a:pt x="9041334" y="1404550"/>
                </a:lnTo>
                <a:lnTo>
                  <a:pt x="9048021" y="1420706"/>
                </a:lnTo>
                <a:lnTo>
                  <a:pt x="9064739" y="1415662"/>
                </a:lnTo>
                <a:lnTo>
                  <a:pt x="9068083" y="1419812"/>
                </a:lnTo>
                <a:lnTo>
                  <a:pt x="9071427" y="1414837"/>
                </a:lnTo>
                <a:lnTo>
                  <a:pt x="9078115" y="1423798"/>
                </a:lnTo>
                <a:lnTo>
                  <a:pt x="9081458" y="1421772"/>
                </a:lnTo>
                <a:lnTo>
                  <a:pt x="9091489" y="1417984"/>
                </a:lnTo>
                <a:lnTo>
                  <a:pt x="9098176" y="1411800"/>
                </a:lnTo>
                <a:lnTo>
                  <a:pt x="9108208" y="1434926"/>
                </a:lnTo>
                <a:lnTo>
                  <a:pt x="9111552" y="1432140"/>
                </a:lnTo>
                <a:lnTo>
                  <a:pt x="9114895" y="1421855"/>
                </a:lnTo>
                <a:lnTo>
                  <a:pt x="9118239" y="1427602"/>
                </a:lnTo>
                <a:lnTo>
                  <a:pt x="9121583" y="1419609"/>
                </a:lnTo>
                <a:lnTo>
                  <a:pt x="9124926" y="1424441"/>
                </a:lnTo>
                <a:lnTo>
                  <a:pt x="9128270" y="1423382"/>
                </a:lnTo>
                <a:lnTo>
                  <a:pt x="9131613" y="1416581"/>
                </a:lnTo>
                <a:lnTo>
                  <a:pt x="9134957" y="1419413"/>
                </a:lnTo>
                <a:lnTo>
                  <a:pt x="9138301" y="1436664"/>
                </a:lnTo>
                <a:lnTo>
                  <a:pt x="9141644" y="1433548"/>
                </a:lnTo>
                <a:lnTo>
                  <a:pt x="9144988" y="1431895"/>
                </a:lnTo>
                <a:lnTo>
                  <a:pt x="9148332" y="1442506"/>
                </a:lnTo>
                <a:lnTo>
                  <a:pt x="9155019" y="1426907"/>
                </a:lnTo>
                <a:lnTo>
                  <a:pt x="9161707" y="1434919"/>
                </a:lnTo>
                <a:lnTo>
                  <a:pt x="9171737" y="1430082"/>
                </a:lnTo>
                <a:lnTo>
                  <a:pt x="9181769" y="1438387"/>
                </a:lnTo>
                <a:lnTo>
                  <a:pt x="9185113" y="1439709"/>
                </a:lnTo>
                <a:lnTo>
                  <a:pt x="9188456" y="1427413"/>
                </a:lnTo>
                <a:lnTo>
                  <a:pt x="9191800" y="1432615"/>
                </a:lnTo>
                <a:lnTo>
                  <a:pt x="9198487" y="1441274"/>
                </a:lnTo>
                <a:lnTo>
                  <a:pt x="9201831" y="1430429"/>
                </a:lnTo>
                <a:lnTo>
                  <a:pt x="9208518" y="1444568"/>
                </a:lnTo>
                <a:lnTo>
                  <a:pt x="9218550" y="1434357"/>
                </a:lnTo>
                <a:lnTo>
                  <a:pt x="9221893" y="1433349"/>
                </a:lnTo>
                <a:lnTo>
                  <a:pt x="9225237" y="1441711"/>
                </a:lnTo>
                <a:lnTo>
                  <a:pt x="9228581" y="1436751"/>
                </a:lnTo>
                <a:lnTo>
                  <a:pt x="9235268" y="1437197"/>
                </a:lnTo>
                <a:lnTo>
                  <a:pt x="9241955" y="1433248"/>
                </a:lnTo>
                <a:lnTo>
                  <a:pt x="9251986" y="1440439"/>
                </a:lnTo>
                <a:lnTo>
                  <a:pt x="9258674" y="1434736"/>
                </a:lnTo>
                <a:lnTo>
                  <a:pt x="9265361" y="1440211"/>
                </a:lnTo>
                <a:lnTo>
                  <a:pt x="9268705" y="1430990"/>
                </a:lnTo>
                <a:lnTo>
                  <a:pt x="9272048" y="1439180"/>
                </a:lnTo>
                <a:lnTo>
                  <a:pt x="9275392" y="1428480"/>
                </a:lnTo>
                <a:lnTo>
                  <a:pt x="9282079" y="1438292"/>
                </a:lnTo>
                <a:lnTo>
                  <a:pt x="9285423" y="1433319"/>
                </a:lnTo>
                <a:lnTo>
                  <a:pt x="9288767" y="1435797"/>
                </a:lnTo>
                <a:lnTo>
                  <a:pt x="9292111" y="1433672"/>
                </a:lnTo>
                <a:lnTo>
                  <a:pt x="9298798" y="1447549"/>
                </a:lnTo>
                <a:lnTo>
                  <a:pt x="9302142" y="1442354"/>
                </a:lnTo>
                <a:lnTo>
                  <a:pt x="9308829" y="1432029"/>
                </a:lnTo>
                <a:lnTo>
                  <a:pt x="9315516" y="1442554"/>
                </a:lnTo>
                <a:lnTo>
                  <a:pt x="9325547" y="1435135"/>
                </a:lnTo>
                <a:lnTo>
                  <a:pt x="9335579" y="1443027"/>
                </a:lnTo>
                <a:lnTo>
                  <a:pt x="9342266" y="1438539"/>
                </a:lnTo>
                <a:lnTo>
                  <a:pt x="9358984" y="1433980"/>
                </a:lnTo>
                <a:lnTo>
                  <a:pt x="9365672" y="1446780"/>
                </a:lnTo>
              </a:path>
            </a:pathLst>
          </a:custGeom>
          <a:noFill/>
          <a:ln w="44173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9"/>
          <p:cNvSpPr/>
          <p:nvPr/>
        </p:nvSpPr>
        <p:spPr>
          <a:xfrm>
            <a:off x="1706880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path 130"/>
          <p:cNvSpPr/>
          <p:nvPr/>
        </p:nvSpPr>
        <p:spPr>
          <a:xfrm>
            <a:off x="12009119" y="9162887"/>
            <a:ext cx="0" cy="1809912"/>
          </a:xfrm>
          <a:custGeom>
            <a:avLst/>
            <a:gdLst/>
            <a:ahLst/>
            <a:cxnLst/>
            <a:rect l="l" t="t" r="r" b="b"/>
            <a:pathLst>
              <a:path w="0" h="1809912">
                <a:moveTo>
                  <a:pt x="0" y="1809912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path 131"/>
          <p:cNvSpPr/>
          <p:nvPr/>
        </p:nvSpPr>
        <p:spPr>
          <a:xfrm>
            <a:off x="1706880" y="10972799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32"/>
          <p:cNvSpPr/>
          <p:nvPr/>
        </p:nvSpPr>
        <p:spPr>
          <a:xfrm>
            <a:off x="1706880" y="9162887"/>
            <a:ext cx="10302239" cy="0"/>
          </a:xfrm>
          <a:custGeom>
            <a:avLst/>
            <a:gdLst/>
            <a:ahLst/>
            <a:cxnLst/>
            <a:rect l="l" t="t" r="r" b="b"/>
            <a:pathLst>
              <a:path w="10302239" h="0">
                <a:moveTo>
                  <a:pt x="0" y="0"/>
                </a:moveTo>
                <a:lnTo>
                  <a:pt x="10302239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33"/>
          <p:cNvSpPr/>
          <p:nvPr/>
        </p:nvSpPr>
        <p:spPr>
          <a:xfrm>
            <a:off x="1757044" y="8814523"/>
            <a:ext cx="284676" cy="0"/>
          </a:xfrm>
          <a:custGeom>
            <a:avLst/>
            <a:gdLst/>
            <a:ahLst/>
            <a:cxnLst/>
            <a:rect l="l" t="t" r="r" b="b"/>
            <a:pathLst>
              <a:path w="284676" h="0">
                <a:moveTo>
                  <a:pt x="0" y="0"/>
                </a:moveTo>
                <a:lnTo>
                  <a:pt x="142338" y="0"/>
                </a:lnTo>
                <a:lnTo>
                  <a:pt x="284676" y="0"/>
                </a:lnTo>
              </a:path>
            </a:pathLst>
          </a:custGeom>
          <a:noFill/>
          <a:ln w="44173">
            <a:solidFill>
              <a:srgbClr val="3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269461" y="8681101"/>
            <a:ext cx="869686" cy="341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41" b="0" i="0">
                <a:solidFill>
                  <a:srgbClr val="2B2B2B"/>
                </a:solidFill>
                <a:latin typeface="Times New Roman"/>
              </a:rPr>
              <a:t>A · left</a:t>
            </a:r>
          </a:p>
        </p:txBody>
      </p:sp>
      <p:sp>
        <p:nvSpPr>
          <p:cNvPr id="188" name="Editable path 134"/>
          <p:cNvSpPr/>
          <p:nvPr/>
        </p:nvSpPr>
        <p:spPr>
          <a:xfrm>
            <a:off x="3231716" y="8814523"/>
            <a:ext cx="284677" cy="0"/>
          </a:xfrm>
          <a:custGeom>
            <a:avLst/>
            <a:gdLst/>
            <a:ahLst/>
            <a:cxnLst/>
            <a:rect l="l" t="t" r="r" b="b"/>
            <a:pathLst>
              <a:path w="284677" h="0">
                <a:moveTo>
                  <a:pt x="0" y="0"/>
                </a:moveTo>
                <a:lnTo>
                  <a:pt x="142338" y="0"/>
                </a:lnTo>
                <a:lnTo>
                  <a:pt x="284677" y="0"/>
                </a:lnTo>
              </a:path>
            </a:pathLst>
          </a:custGeom>
          <a:noFill/>
          <a:ln w="44173">
            <a:solidFill>
              <a:srgbClr val="3B6C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744133" y="8681101"/>
            <a:ext cx="1027966" cy="341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41" b="0" i="0">
                <a:solidFill>
                  <a:srgbClr val="2B2B2B"/>
                </a:solidFill>
                <a:latin typeface="Times New Roman"/>
              </a:rPr>
              <a:t>A · right</a:t>
            </a:r>
          </a:p>
        </p:txBody>
      </p:sp>
      <p:sp>
        <p:nvSpPr>
          <p:cNvPr id="190" name="Editable path 135"/>
          <p:cNvSpPr/>
          <p:nvPr/>
        </p:nvSpPr>
        <p:spPr>
          <a:xfrm>
            <a:off x="4863605" y="8814523"/>
            <a:ext cx="284676" cy="0"/>
          </a:xfrm>
          <a:custGeom>
            <a:avLst/>
            <a:gdLst/>
            <a:ahLst/>
            <a:cxnLst/>
            <a:rect l="l" t="t" r="r" b="b"/>
            <a:pathLst>
              <a:path w="284676" h="0">
                <a:moveTo>
                  <a:pt x="0" y="0"/>
                </a:moveTo>
                <a:lnTo>
                  <a:pt x="142338" y="0"/>
                </a:lnTo>
                <a:lnTo>
                  <a:pt x="284676" y="0"/>
                </a:lnTo>
              </a:path>
            </a:pathLst>
          </a:custGeom>
          <a:noFill/>
          <a:ln w="44173">
            <a:solidFill>
              <a:srgbClr val="3A9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376022" y="8681101"/>
            <a:ext cx="854028" cy="341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41" b="0" i="0">
                <a:solidFill>
                  <a:srgbClr val="2B2B2B"/>
                </a:solidFill>
                <a:latin typeface="Times New Roman"/>
              </a:rPr>
              <a:t>B · left</a:t>
            </a:r>
          </a:p>
        </p:txBody>
      </p:sp>
      <p:sp>
        <p:nvSpPr>
          <p:cNvPr id="192" name="Editable path 136"/>
          <p:cNvSpPr/>
          <p:nvPr/>
        </p:nvSpPr>
        <p:spPr>
          <a:xfrm>
            <a:off x="6322939" y="8814523"/>
            <a:ext cx="284677" cy="0"/>
          </a:xfrm>
          <a:custGeom>
            <a:avLst/>
            <a:gdLst/>
            <a:ahLst/>
            <a:cxnLst/>
            <a:rect l="l" t="t" r="r" b="b"/>
            <a:pathLst>
              <a:path w="284677" h="0">
                <a:moveTo>
                  <a:pt x="0" y="0"/>
                </a:moveTo>
                <a:lnTo>
                  <a:pt x="142338" y="0"/>
                </a:lnTo>
                <a:lnTo>
                  <a:pt x="284677" y="0"/>
                </a:lnTo>
              </a:path>
            </a:pathLst>
          </a:custGeom>
          <a:noFill/>
          <a:ln w="44173">
            <a:solidFill>
              <a:srgbClr val="3A9A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835356" y="8681101"/>
            <a:ext cx="1012309" cy="3416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41" b="0" i="0">
                <a:solidFill>
                  <a:srgbClr val="2B2B2B"/>
                </a:solidFill>
                <a:latin typeface="Times New Roman"/>
              </a:rPr>
              <a:t>B ·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