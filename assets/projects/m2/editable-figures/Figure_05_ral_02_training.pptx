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089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ral_02_training.pdf.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308939"/>
          </a:xfrm>
          <a:custGeom>
            <a:avLst/>
            <a:gdLst/>
            <a:ahLst/>
            <a:cxnLst/>
            <a:rect l="l" t="t" r="r" b="b"/>
            <a:pathLst>
              <a:path w="12191999" h="6308939">
                <a:moveTo>
                  <a:pt x="0" y="0"/>
                </a:moveTo>
                <a:lnTo>
                  <a:pt x="12191999" y="0"/>
                </a:lnTo>
                <a:lnTo>
                  <a:pt x="12191999" y="6308939"/>
                </a:lnTo>
                <a:lnTo>
                  <a:pt x="0" y="63089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785786" y="1802749"/>
            <a:ext cx="3837027" cy="3098288"/>
          </a:xfrm>
          <a:custGeom>
            <a:avLst/>
            <a:gdLst/>
            <a:ahLst/>
            <a:cxnLst/>
            <a:rect l="l" t="t" r="r" b="b"/>
            <a:pathLst>
              <a:path w="3837027" h="3098288">
                <a:moveTo>
                  <a:pt x="0" y="0"/>
                </a:moveTo>
                <a:lnTo>
                  <a:pt x="3837027" y="0"/>
                </a:lnTo>
                <a:lnTo>
                  <a:pt x="3837027" y="3098288"/>
                </a:lnTo>
                <a:lnTo>
                  <a:pt x="0" y="3098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960196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348" y="5050682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103390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1694" y="5050682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275896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4200" y="5050682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10" name="Editable path 6"/>
          <p:cNvSpPr/>
          <p:nvPr/>
        </p:nvSpPr>
        <p:spPr>
          <a:xfrm>
            <a:off x="5448402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0859" y="5050682"/>
            <a:ext cx="60093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845" y="5549369"/>
            <a:ext cx="1569786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Fit epoch</a:t>
            </a:r>
          </a:p>
        </p:txBody>
      </p:sp>
      <p:sp>
        <p:nvSpPr>
          <p:cNvPr id="13" name="Editable path 7"/>
          <p:cNvSpPr/>
          <p:nvPr/>
        </p:nvSpPr>
        <p:spPr>
          <a:xfrm>
            <a:off x="1785786" y="2811339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8"/>
          <p:cNvSpPr/>
          <p:nvPr/>
        </p:nvSpPr>
        <p:spPr>
          <a:xfrm>
            <a:off x="1687674" y="2811339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780" y="2656838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1590" y="2617310"/>
            <a:ext cx="344936" cy="28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2B2B2B"/>
                </a:solidFill>
                <a:latin typeface="Times New Roman"/>
              </a:rPr>
              <a:t>−3</a:t>
            </a:r>
          </a:p>
        </p:txBody>
      </p:sp>
      <p:sp>
        <p:nvSpPr>
          <p:cNvPr id="17" name="Editable path 9"/>
          <p:cNvSpPr/>
          <p:nvPr/>
        </p:nvSpPr>
        <p:spPr>
          <a:xfrm>
            <a:off x="1687674" y="4314187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0"/>
          <p:cNvSpPr/>
          <p:nvPr/>
        </p:nvSpPr>
        <p:spPr>
          <a:xfrm>
            <a:off x="1687674" y="3935575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1"/>
          <p:cNvSpPr/>
          <p:nvPr/>
        </p:nvSpPr>
        <p:spPr>
          <a:xfrm>
            <a:off x="1687674" y="3666946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2"/>
          <p:cNvSpPr/>
          <p:nvPr/>
        </p:nvSpPr>
        <p:spPr>
          <a:xfrm>
            <a:off x="1687674" y="3458580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3"/>
          <p:cNvSpPr/>
          <p:nvPr/>
        </p:nvSpPr>
        <p:spPr>
          <a:xfrm>
            <a:off x="1687674" y="3288334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4"/>
          <p:cNvSpPr/>
          <p:nvPr/>
        </p:nvSpPr>
        <p:spPr>
          <a:xfrm>
            <a:off x="1687674" y="3144392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5"/>
          <p:cNvSpPr/>
          <p:nvPr/>
        </p:nvSpPr>
        <p:spPr>
          <a:xfrm>
            <a:off x="1687674" y="3019704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6"/>
          <p:cNvSpPr/>
          <p:nvPr/>
        </p:nvSpPr>
        <p:spPr>
          <a:xfrm>
            <a:off x="1687674" y="2909722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7"/>
          <p:cNvSpPr/>
          <p:nvPr/>
        </p:nvSpPr>
        <p:spPr>
          <a:xfrm>
            <a:off x="1687674" y="2164097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 rot="16200000">
            <a:off x="-355784" y="3108385"/>
            <a:ext cx="1896694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Label MSE</a:t>
            </a:r>
          </a:p>
        </p:txBody>
      </p:sp>
      <p:sp>
        <p:nvSpPr>
          <p:cNvPr id="27" name="Editable path 18"/>
          <p:cNvSpPr/>
          <p:nvPr/>
        </p:nvSpPr>
        <p:spPr>
          <a:xfrm>
            <a:off x="1960196" y="1943580"/>
            <a:ext cx="3488206" cy="2816626"/>
          </a:xfrm>
          <a:custGeom>
            <a:avLst/>
            <a:gdLst/>
            <a:ahLst/>
            <a:cxnLst/>
            <a:rect l="l" t="t" r="r" b="b"/>
            <a:pathLst>
              <a:path w="3488206" h="2816626">
                <a:moveTo>
                  <a:pt x="0" y="0"/>
                </a:moveTo>
                <a:lnTo>
                  <a:pt x="29313" y="678312"/>
                </a:lnTo>
                <a:lnTo>
                  <a:pt x="58625" y="845908"/>
                </a:lnTo>
                <a:lnTo>
                  <a:pt x="87938" y="1041427"/>
                </a:lnTo>
                <a:lnTo>
                  <a:pt x="117251" y="1119621"/>
                </a:lnTo>
                <a:lnTo>
                  <a:pt x="146563" y="1196055"/>
                </a:lnTo>
                <a:lnTo>
                  <a:pt x="175876" y="1278262"/>
                </a:lnTo>
                <a:lnTo>
                  <a:pt x="205189" y="1338929"/>
                </a:lnTo>
                <a:lnTo>
                  <a:pt x="234501" y="1374921"/>
                </a:lnTo>
                <a:lnTo>
                  <a:pt x="263814" y="1407889"/>
                </a:lnTo>
                <a:lnTo>
                  <a:pt x="293127" y="1477898"/>
                </a:lnTo>
                <a:lnTo>
                  <a:pt x="322439" y="1542351"/>
                </a:lnTo>
                <a:lnTo>
                  <a:pt x="351752" y="1608395"/>
                </a:lnTo>
                <a:lnTo>
                  <a:pt x="381065" y="1602142"/>
                </a:lnTo>
                <a:lnTo>
                  <a:pt x="410377" y="1642614"/>
                </a:lnTo>
                <a:lnTo>
                  <a:pt x="439690" y="1719648"/>
                </a:lnTo>
                <a:lnTo>
                  <a:pt x="469003" y="1665589"/>
                </a:lnTo>
                <a:lnTo>
                  <a:pt x="498315" y="1810731"/>
                </a:lnTo>
                <a:lnTo>
                  <a:pt x="527628" y="1748438"/>
                </a:lnTo>
                <a:lnTo>
                  <a:pt x="556941" y="1834233"/>
                </a:lnTo>
                <a:lnTo>
                  <a:pt x="586253" y="1777004"/>
                </a:lnTo>
                <a:lnTo>
                  <a:pt x="615566" y="1866987"/>
                </a:lnTo>
                <a:lnTo>
                  <a:pt x="644879" y="1872458"/>
                </a:lnTo>
                <a:lnTo>
                  <a:pt x="674191" y="1950318"/>
                </a:lnTo>
                <a:lnTo>
                  <a:pt x="703504" y="1909488"/>
                </a:lnTo>
                <a:lnTo>
                  <a:pt x="732817" y="1957195"/>
                </a:lnTo>
                <a:lnTo>
                  <a:pt x="762129" y="1860112"/>
                </a:lnTo>
                <a:lnTo>
                  <a:pt x="791442" y="2007693"/>
                </a:lnTo>
                <a:lnTo>
                  <a:pt x="820755" y="1963807"/>
                </a:lnTo>
                <a:lnTo>
                  <a:pt x="850067" y="2095208"/>
                </a:lnTo>
                <a:lnTo>
                  <a:pt x="879380" y="2050758"/>
                </a:lnTo>
                <a:lnTo>
                  <a:pt x="908692" y="1977971"/>
                </a:lnTo>
                <a:lnTo>
                  <a:pt x="938005" y="2176670"/>
                </a:lnTo>
                <a:lnTo>
                  <a:pt x="967318" y="2081580"/>
                </a:lnTo>
                <a:lnTo>
                  <a:pt x="996630" y="2129876"/>
                </a:lnTo>
                <a:lnTo>
                  <a:pt x="1025943" y="2017832"/>
                </a:lnTo>
                <a:lnTo>
                  <a:pt x="1055256" y="2118492"/>
                </a:lnTo>
                <a:lnTo>
                  <a:pt x="1084568" y="2240107"/>
                </a:lnTo>
                <a:lnTo>
                  <a:pt x="1113881" y="2098269"/>
                </a:lnTo>
                <a:lnTo>
                  <a:pt x="1143194" y="2323788"/>
                </a:lnTo>
                <a:lnTo>
                  <a:pt x="1172506" y="1507579"/>
                </a:lnTo>
                <a:lnTo>
                  <a:pt x="1201819" y="1748137"/>
                </a:lnTo>
                <a:lnTo>
                  <a:pt x="1231132" y="1843813"/>
                </a:lnTo>
                <a:lnTo>
                  <a:pt x="1260445" y="1748236"/>
                </a:lnTo>
                <a:lnTo>
                  <a:pt x="1289757" y="1903793"/>
                </a:lnTo>
                <a:lnTo>
                  <a:pt x="1319070" y="1925984"/>
                </a:lnTo>
                <a:lnTo>
                  <a:pt x="1348383" y="1930459"/>
                </a:lnTo>
                <a:lnTo>
                  <a:pt x="1377695" y="2022644"/>
                </a:lnTo>
                <a:lnTo>
                  <a:pt x="1407008" y="1915432"/>
                </a:lnTo>
                <a:lnTo>
                  <a:pt x="1436321" y="1992879"/>
                </a:lnTo>
                <a:lnTo>
                  <a:pt x="1465633" y="2121217"/>
                </a:lnTo>
                <a:lnTo>
                  <a:pt x="1494946" y="2061435"/>
                </a:lnTo>
                <a:lnTo>
                  <a:pt x="1524258" y="2105577"/>
                </a:lnTo>
                <a:lnTo>
                  <a:pt x="1553571" y="2058771"/>
                </a:lnTo>
                <a:lnTo>
                  <a:pt x="1582884" y="2110160"/>
                </a:lnTo>
                <a:lnTo>
                  <a:pt x="1612196" y="2222568"/>
                </a:lnTo>
                <a:lnTo>
                  <a:pt x="1641509" y="2232134"/>
                </a:lnTo>
                <a:lnTo>
                  <a:pt x="1670822" y="2219847"/>
                </a:lnTo>
                <a:lnTo>
                  <a:pt x="1700134" y="2239173"/>
                </a:lnTo>
                <a:lnTo>
                  <a:pt x="1729447" y="2253241"/>
                </a:lnTo>
                <a:lnTo>
                  <a:pt x="1758760" y="2233415"/>
                </a:lnTo>
                <a:lnTo>
                  <a:pt x="1788072" y="2301211"/>
                </a:lnTo>
                <a:lnTo>
                  <a:pt x="1817385" y="2310690"/>
                </a:lnTo>
                <a:lnTo>
                  <a:pt x="1846697" y="2347241"/>
                </a:lnTo>
                <a:lnTo>
                  <a:pt x="1876010" y="2202992"/>
                </a:lnTo>
                <a:lnTo>
                  <a:pt x="1905323" y="2365338"/>
                </a:lnTo>
                <a:lnTo>
                  <a:pt x="1934635" y="2454508"/>
                </a:lnTo>
                <a:lnTo>
                  <a:pt x="1963948" y="2324283"/>
                </a:lnTo>
                <a:lnTo>
                  <a:pt x="1993261" y="2281583"/>
                </a:lnTo>
                <a:lnTo>
                  <a:pt x="2022573" y="2462434"/>
                </a:lnTo>
                <a:lnTo>
                  <a:pt x="2051886" y="2500548"/>
                </a:lnTo>
                <a:lnTo>
                  <a:pt x="2081199" y="2428182"/>
                </a:lnTo>
                <a:lnTo>
                  <a:pt x="2110511" y="2321819"/>
                </a:lnTo>
                <a:lnTo>
                  <a:pt x="2139824" y="2508518"/>
                </a:lnTo>
                <a:lnTo>
                  <a:pt x="2169137" y="2511719"/>
                </a:lnTo>
                <a:lnTo>
                  <a:pt x="2198449" y="2383826"/>
                </a:lnTo>
                <a:lnTo>
                  <a:pt x="2227762" y="2346463"/>
                </a:lnTo>
                <a:lnTo>
                  <a:pt x="2257075" y="2580983"/>
                </a:lnTo>
                <a:lnTo>
                  <a:pt x="2286387" y="2441712"/>
                </a:lnTo>
                <a:lnTo>
                  <a:pt x="2315700" y="2461827"/>
                </a:lnTo>
                <a:lnTo>
                  <a:pt x="2345013" y="1900689"/>
                </a:lnTo>
                <a:lnTo>
                  <a:pt x="2374325" y="2163147"/>
                </a:lnTo>
                <a:lnTo>
                  <a:pt x="2403638" y="2213963"/>
                </a:lnTo>
                <a:lnTo>
                  <a:pt x="2432951" y="2281130"/>
                </a:lnTo>
                <a:lnTo>
                  <a:pt x="2462263" y="2237697"/>
                </a:lnTo>
                <a:lnTo>
                  <a:pt x="2491576" y="2216860"/>
                </a:lnTo>
                <a:lnTo>
                  <a:pt x="2520889" y="2281304"/>
                </a:lnTo>
                <a:lnTo>
                  <a:pt x="2550201" y="2363046"/>
                </a:lnTo>
                <a:lnTo>
                  <a:pt x="2579514" y="2238310"/>
                </a:lnTo>
                <a:lnTo>
                  <a:pt x="2608827" y="2432854"/>
                </a:lnTo>
                <a:lnTo>
                  <a:pt x="2638139" y="2499348"/>
                </a:lnTo>
                <a:lnTo>
                  <a:pt x="2667452" y="2407217"/>
                </a:lnTo>
                <a:lnTo>
                  <a:pt x="2696765" y="2442805"/>
                </a:lnTo>
                <a:lnTo>
                  <a:pt x="2726077" y="2493999"/>
                </a:lnTo>
                <a:lnTo>
                  <a:pt x="2755390" y="2437473"/>
                </a:lnTo>
                <a:lnTo>
                  <a:pt x="2784703" y="2512600"/>
                </a:lnTo>
                <a:lnTo>
                  <a:pt x="2814015" y="2408349"/>
                </a:lnTo>
                <a:lnTo>
                  <a:pt x="2843328" y="2539668"/>
                </a:lnTo>
                <a:lnTo>
                  <a:pt x="2872641" y="2582360"/>
                </a:lnTo>
                <a:lnTo>
                  <a:pt x="2901953" y="2437755"/>
                </a:lnTo>
                <a:lnTo>
                  <a:pt x="2931266" y="2724539"/>
                </a:lnTo>
                <a:lnTo>
                  <a:pt x="2960579" y="2537654"/>
                </a:lnTo>
                <a:lnTo>
                  <a:pt x="2989891" y="2664626"/>
                </a:lnTo>
                <a:lnTo>
                  <a:pt x="3019204" y="2544610"/>
                </a:lnTo>
                <a:lnTo>
                  <a:pt x="3048517" y="2586210"/>
                </a:lnTo>
                <a:lnTo>
                  <a:pt x="3077829" y="2669237"/>
                </a:lnTo>
                <a:lnTo>
                  <a:pt x="3107142" y="2720013"/>
                </a:lnTo>
                <a:lnTo>
                  <a:pt x="3136455" y="2623501"/>
                </a:lnTo>
                <a:lnTo>
                  <a:pt x="3165767" y="2590930"/>
                </a:lnTo>
                <a:lnTo>
                  <a:pt x="3195080" y="2679636"/>
                </a:lnTo>
                <a:lnTo>
                  <a:pt x="3224393" y="2675968"/>
                </a:lnTo>
                <a:lnTo>
                  <a:pt x="3253705" y="2549171"/>
                </a:lnTo>
                <a:lnTo>
                  <a:pt x="3283018" y="2780605"/>
                </a:lnTo>
                <a:lnTo>
                  <a:pt x="3312331" y="2732070"/>
                </a:lnTo>
                <a:lnTo>
                  <a:pt x="3341643" y="2768634"/>
                </a:lnTo>
                <a:lnTo>
                  <a:pt x="3370956" y="2737432"/>
                </a:lnTo>
                <a:lnTo>
                  <a:pt x="3400268" y="2781892"/>
                </a:lnTo>
                <a:lnTo>
                  <a:pt x="3429581" y="2702028"/>
                </a:lnTo>
                <a:lnTo>
                  <a:pt x="3458894" y="2816626"/>
                </a:lnTo>
                <a:lnTo>
                  <a:pt x="3488206" y="2736071"/>
                </a:lnTo>
              </a:path>
            </a:pathLst>
          </a:custGeom>
          <a:noFill/>
          <a:ln w="735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9"/>
          <p:cNvSpPr/>
          <p:nvPr/>
        </p:nvSpPr>
        <p:spPr>
          <a:xfrm>
            <a:off x="3118046" y="1802749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0"/>
          <p:cNvSpPr/>
          <p:nvPr/>
        </p:nvSpPr>
        <p:spPr>
          <a:xfrm>
            <a:off x="4290553" y="1802749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1"/>
          <p:cNvSpPr/>
          <p:nvPr/>
        </p:nvSpPr>
        <p:spPr>
          <a:xfrm>
            <a:off x="1785786" y="1802749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2"/>
          <p:cNvSpPr/>
          <p:nvPr/>
        </p:nvSpPr>
        <p:spPr>
          <a:xfrm>
            <a:off x="1785786" y="4901037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9147" y="1236183"/>
            <a:ext cx="3247888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(a) Final DAgger fit</a:t>
            </a:r>
          </a:p>
        </p:txBody>
      </p:sp>
      <p:sp>
        <p:nvSpPr>
          <p:cNvPr id="33" name="Editable path 23"/>
          <p:cNvSpPr/>
          <p:nvPr/>
        </p:nvSpPr>
        <p:spPr>
          <a:xfrm>
            <a:off x="8001770" y="1802749"/>
            <a:ext cx="3837027" cy="3098288"/>
          </a:xfrm>
          <a:custGeom>
            <a:avLst/>
            <a:gdLst/>
            <a:ahLst/>
            <a:cxnLst/>
            <a:rect l="l" t="t" r="r" b="b"/>
            <a:pathLst>
              <a:path w="3837027" h="3098288">
                <a:moveTo>
                  <a:pt x="0" y="0"/>
                </a:moveTo>
                <a:lnTo>
                  <a:pt x="3837027" y="0"/>
                </a:lnTo>
                <a:lnTo>
                  <a:pt x="3837027" y="3098288"/>
                </a:lnTo>
                <a:lnTo>
                  <a:pt x="0" y="3098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8076922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074" y="5050682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6" name="Editable path 25"/>
          <p:cNvSpPr/>
          <p:nvPr/>
        </p:nvSpPr>
        <p:spPr>
          <a:xfrm>
            <a:off x="9849384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77689" y="5050682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32</a:t>
            </a:r>
          </a:p>
        </p:txBody>
      </p:sp>
      <p:sp>
        <p:nvSpPr>
          <p:cNvPr id="38" name="Editable path 26"/>
          <p:cNvSpPr/>
          <p:nvPr/>
        </p:nvSpPr>
        <p:spPr>
          <a:xfrm>
            <a:off x="11621847" y="4901037"/>
            <a:ext cx="0" cy="98112"/>
          </a:xfrm>
          <a:custGeom>
            <a:avLst/>
            <a:gdLst/>
            <a:ahLst/>
            <a:cxnLst/>
            <a:rect l="l" t="t" r="r" b="b"/>
            <a:pathLst>
              <a:path w="0" h="98112">
                <a:moveTo>
                  <a:pt x="0" y="0"/>
                </a:moveTo>
                <a:lnTo>
                  <a:pt x="0" y="98112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50151" y="5050682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0324" y="5549369"/>
            <a:ext cx="2277760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New steps (k)</a:t>
            </a:r>
          </a:p>
        </p:txBody>
      </p:sp>
      <p:sp>
        <p:nvSpPr>
          <p:cNvPr id="41" name="Editable path 27"/>
          <p:cNvSpPr/>
          <p:nvPr/>
        </p:nvSpPr>
        <p:spPr>
          <a:xfrm>
            <a:off x="8001770" y="4901037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8"/>
          <p:cNvSpPr/>
          <p:nvPr/>
        </p:nvSpPr>
        <p:spPr>
          <a:xfrm>
            <a:off x="7903658" y="4901037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3850" y="4737185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4" name="Editable path 29"/>
          <p:cNvSpPr/>
          <p:nvPr/>
        </p:nvSpPr>
        <p:spPr>
          <a:xfrm>
            <a:off x="8001770" y="3425662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0"/>
          <p:cNvSpPr/>
          <p:nvPr/>
        </p:nvSpPr>
        <p:spPr>
          <a:xfrm>
            <a:off x="7903658" y="3425662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62155" y="3261810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47" name="Editable path 31"/>
          <p:cNvSpPr/>
          <p:nvPr/>
        </p:nvSpPr>
        <p:spPr>
          <a:xfrm>
            <a:off x="8001770" y="1950287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2"/>
          <p:cNvSpPr/>
          <p:nvPr/>
        </p:nvSpPr>
        <p:spPr>
          <a:xfrm>
            <a:off x="7903658" y="1950287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90460" y="1786435"/>
            <a:ext cx="60093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5378470" y="3108400"/>
            <a:ext cx="3203541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Rollout success (%)</a:t>
            </a:r>
          </a:p>
        </p:txBody>
      </p:sp>
      <p:sp>
        <p:nvSpPr>
          <p:cNvPr id="51" name="Editable path 33"/>
          <p:cNvSpPr/>
          <p:nvPr/>
        </p:nvSpPr>
        <p:spPr>
          <a:xfrm>
            <a:off x="8176180" y="1950287"/>
            <a:ext cx="3488206" cy="1770450"/>
          </a:xfrm>
          <a:custGeom>
            <a:avLst/>
            <a:gdLst/>
            <a:ahLst/>
            <a:cxnLst/>
            <a:rect l="l" t="t" r="r" b="b"/>
            <a:pathLst>
              <a:path w="3488206" h="1770450">
                <a:moveTo>
                  <a:pt x="0" y="0"/>
                </a:moveTo>
                <a:lnTo>
                  <a:pt x="99258" y="0"/>
                </a:lnTo>
                <a:lnTo>
                  <a:pt x="198516" y="0"/>
                </a:lnTo>
                <a:lnTo>
                  <a:pt x="198516" y="983583"/>
                </a:lnTo>
                <a:lnTo>
                  <a:pt x="290684" y="983583"/>
                </a:lnTo>
                <a:lnTo>
                  <a:pt x="290684" y="1475375"/>
                </a:lnTo>
                <a:lnTo>
                  <a:pt x="389941" y="1475375"/>
                </a:lnTo>
                <a:lnTo>
                  <a:pt x="389941" y="1770450"/>
                </a:lnTo>
                <a:lnTo>
                  <a:pt x="489200" y="1770450"/>
                </a:lnTo>
                <a:lnTo>
                  <a:pt x="489200" y="1475375"/>
                </a:lnTo>
                <a:lnTo>
                  <a:pt x="581367" y="1475375"/>
                </a:lnTo>
                <a:lnTo>
                  <a:pt x="581367" y="1686142"/>
                </a:lnTo>
                <a:lnTo>
                  <a:pt x="680626" y="1686142"/>
                </a:lnTo>
                <a:lnTo>
                  <a:pt x="680626" y="1475375"/>
                </a:lnTo>
                <a:lnTo>
                  <a:pt x="779883" y="1475375"/>
                </a:lnTo>
                <a:lnTo>
                  <a:pt x="779883" y="1639305"/>
                </a:lnTo>
                <a:lnTo>
                  <a:pt x="872052" y="1639305"/>
                </a:lnTo>
                <a:lnTo>
                  <a:pt x="872052" y="1475375"/>
                </a:lnTo>
                <a:lnTo>
                  <a:pt x="971309" y="1475375"/>
                </a:lnTo>
                <a:lnTo>
                  <a:pt x="971309" y="1609500"/>
                </a:lnTo>
                <a:lnTo>
                  <a:pt x="1070567" y="1609500"/>
                </a:lnTo>
                <a:lnTo>
                  <a:pt x="1070567" y="1475375"/>
                </a:lnTo>
                <a:lnTo>
                  <a:pt x="1162735" y="1475375"/>
                </a:lnTo>
                <a:lnTo>
                  <a:pt x="1162735" y="1361884"/>
                </a:lnTo>
                <a:lnTo>
                  <a:pt x="1261993" y="1361884"/>
                </a:lnTo>
                <a:lnTo>
                  <a:pt x="1261993" y="1264607"/>
                </a:lnTo>
                <a:lnTo>
                  <a:pt x="1361251" y="1264607"/>
                </a:lnTo>
                <a:lnTo>
                  <a:pt x="1361251" y="1377016"/>
                </a:lnTo>
                <a:lnTo>
                  <a:pt x="1453419" y="1377016"/>
                </a:lnTo>
                <a:lnTo>
                  <a:pt x="1453419" y="1475375"/>
                </a:lnTo>
                <a:lnTo>
                  <a:pt x="1552677" y="1475375"/>
                </a:lnTo>
                <a:lnTo>
                  <a:pt x="1552677" y="1562161"/>
                </a:lnTo>
                <a:lnTo>
                  <a:pt x="1651935" y="1562161"/>
                </a:lnTo>
                <a:lnTo>
                  <a:pt x="1651935" y="1475375"/>
                </a:lnTo>
                <a:lnTo>
                  <a:pt x="1744103" y="1475375"/>
                </a:lnTo>
                <a:lnTo>
                  <a:pt x="1744103" y="1553026"/>
                </a:lnTo>
                <a:lnTo>
                  <a:pt x="1843361" y="1553026"/>
                </a:lnTo>
                <a:lnTo>
                  <a:pt x="1843361" y="1622912"/>
                </a:lnTo>
                <a:lnTo>
                  <a:pt x="1942619" y="1622912"/>
                </a:lnTo>
                <a:lnTo>
                  <a:pt x="1942619" y="1545631"/>
                </a:lnTo>
                <a:lnTo>
                  <a:pt x="2034787" y="1545631"/>
                </a:lnTo>
                <a:lnTo>
                  <a:pt x="2034787" y="1475375"/>
                </a:lnTo>
                <a:lnTo>
                  <a:pt x="2134045" y="1475375"/>
                </a:lnTo>
                <a:lnTo>
                  <a:pt x="2134045" y="1539521"/>
                </a:lnTo>
                <a:lnTo>
                  <a:pt x="2233303" y="1539521"/>
                </a:lnTo>
                <a:lnTo>
                  <a:pt x="2233303" y="1475375"/>
                </a:lnTo>
                <a:lnTo>
                  <a:pt x="2325470" y="1475375"/>
                </a:lnTo>
                <a:lnTo>
                  <a:pt x="2325470" y="1416360"/>
                </a:lnTo>
                <a:lnTo>
                  <a:pt x="2424729" y="1416360"/>
                </a:lnTo>
                <a:lnTo>
                  <a:pt x="2424729" y="1361884"/>
                </a:lnTo>
                <a:lnTo>
                  <a:pt x="2523987" y="1361884"/>
                </a:lnTo>
                <a:lnTo>
                  <a:pt x="2523987" y="1311444"/>
                </a:lnTo>
                <a:lnTo>
                  <a:pt x="2616155" y="1311444"/>
                </a:lnTo>
                <a:lnTo>
                  <a:pt x="2616155" y="1264607"/>
                </a:lnTo>
                <a:lnTo>
                  <a:pt x="2715412" y="1264607"/>
                </a:lnTo>
                <a:lnTo>
                  <a:pt x="2715412" y="1322750"/>
                </a:lnTo>
                <a:lnTo>
                  <a:pt x="2814670" y="1322750"/>
                </a:lnTo>
                <a:lnTo>
                  <a:pt x="2814670" y="1377016"/>
                </a:lnTo>
                <a:lnTo>
                  <a:pt x="2906838" y="1377016"/>
                </a:lnTo>
                <a:lnTo>
                  <a:pt x="2906838" y="1427782"/>
                </a:lnTo>
                <a:lnTo>
                  <a:pt x="3006096" y="1427782"/>
                </a:lnTo>
                <a:lnTo>
                  <a:pt x="3006096" y="1383164"/>
                </a:lnTo>
                <a:lnTo>
                  <a:pt x="3105355" y="1383164"/>
                </a:lnTo>
                <a:lnTo>
                  <a:pt x="3105355" y="1341250"/>
                </a:lnTo>
                <a:lnTo>
                  <a:pt x="3197522" y="1341250"/>
                </a:lnTo>
                <a:lnTo>
                  <a:pt x="3197522" y="1388588"/>
                </a:lnTo>
                <a:lnTo>
                  <a:pt x="3296780" y="1388588"/>
                </a:lnTo>
                <a:lnTo>
                  <a:pt x="3296780" y="1348914"/>
                </a:lnTo>
                <a:lnTo>
                  <a:pt x="3396038" y="1348914"/>
                </a:lnTo>
                <a:lnTo>
                  <a:pt x="3396038" y="1311444"/>
                </a:lnTo>
                <a:lnTo>
                  <a:pt x="3488206" y="1311444"/>
                </a:lnTo>
                <a:lnTo>
                  <a:pt x="3488206" y="1276000"/>
                </a:lnTo>
              </a:path>
            </a:pathLst>
          </a:custGeom>
          <a:noFill/>
          <a:ln w="4169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8176180" y="1950287"/>
            <a:ext cx="3488206" cy="1639305"/>
          </a:xfrm>
          <a:custGeom>
            <a:avLst/>
            <a:gdLst/>
            <a:ahLst/>
            <a:cxnLst/>
            <a:rect l="l" t="t" r="r" b="b"/>
            <a:pathLst>
              <a:path w="3488206" h="1639305">
                <a:moveTo>
                  <a:pt x="0" y="0"/>
                </a:moveTo>
                <a:lnTo>
                  <a:pt x="99258" y="0"/>
                </a:lnTo>
                <a:lnTo>
                  <a:pt x="198516" y="0"/>
                </a:lnTo>
                <a:lnTo>
                  <a:pt x="198516" y="983583"/>
                </a:lnTo>
                <a:lnTo>
                  <a:pt x="290684" y="983583"/>
                </a:lnTo>
                <a:lnTo>
                  <a:pt x="290684" y="1475375"/>
                </a:lnTo>
                <a:lnTo>
                  <a:pt x="389941" y="1475375"/>
                </a:lnTo>
                <a:lnTo>
                  <a:pt x="389941" y="1180300"/>
                </a:lnTo>
                <a:lnTo>
                  <a:pt x="489200" y="1180300"/>
                </a:lnTo>
                <a:lnTo>
                  <a:pt x="489200" y="983583"/>
                </a:lnTo>
                <a:lnTo>
                  <a:pt x="581367" y="983583"/>
                </a:lnTo>
                <a:lnTo>
                  <a:pt x="581367" y="1264607"/>
                </a:lnTo>
                <a:lnTo>
                  <a:pt x="680626" y="1264607"/>
                </a:lnTo>
                <a:lnTo>
                  <a:pt x="680626" y="1475375"/>
                </a:lnTo>
                <a:lnTo>
                  <a:pt x="779883" y="1475375"/>
                </a:lnTo>
                <a:lnTo>
                  <a:pt x="779883" y="1639305"/>
                </a:lnTo>
                <a:lnTo>
                  <a:pt x="872052" y="1639305"/>
                </a:lnTo>
                <a:lnTo>
                  <a:pt x="872052" y="1475375"/>
                </a:lnTo>
                <a:lnTo>
                  <a:pt x="971309" y="1475375"/>
                </a:lnTo>
                <a:lnTo>
                  <a:pt x="971309" y="1341250"/>
                </a:lnTo>
                <a:lnTo>
                  <a:pt x="1070567" y="1341250"/>
                </a:lnTo>
                <a:lnTo>
                  <a:pt x="1070567" y="1229479"/>
                </a:lnTo>
                <a:lnTo>
                  <a:pt x="1162735" y="1229479"/>
                </a:lnTo>
                <a:lnTo>
                  <a:pt x="1162735" y="1134904"/>
                </a:lnTo>
                <a:lnTo>
                  <a:pt x="1261993" y="1134904"/>
                </a:lnTo>
                <a:lnTo>
                  <a:pt x="1261993" y="1264607"/>
                </a:lnTo>
                <a:lnTo>
                  <a:pt x="1361251" y="1264607"/>
                </a:lnTo>
                <a:lnTo>
                  <a:pt x="1361251" y="1180300"/>
                </a:lnTo>
                <a:lnTo>
                  <a:pt x="1453419" y="1180300"/>
                </a:lnTo>
                <a:lnTo>
                  <a:pt x="1453419" y="1106531"/>
                </a:lnTo>
                <a:lnTo>
                  <a:pt x="1552677" y="1106531"/>
                </a:lnTo>
                <a:lnTo>
                  <a:pt x="1552677" y="1041441"/>
                </a:lnTo>
                <a:lnTo>
                  <a:pt x="1651935" y="1041441"/>
                </a:lnTo>
                <a:lnTo>
                  <a:pt x="1651935" y="983583"/>
                </a:lnTo>
                <a:lnTo>
                  <a:pt x="1744103" y="983583"/>
                </a:lnTo>
                <a:lnTo>
                  <a:pt x="1744103" y="1087118"/>
                </a:lnTo>
                <a:lnTo>
                  <a:pt x="1843361" y="1087118"/>
                </a:lnTo>
                <a:lnTo>
                  <a:pt x="1843361" y="1032762"/>
                </a:lnTo>
                <a:lnTo>
                  <a:pt x="1942619" y="1032762"/>
                </a:lnTo>
                <a:lnTo>
                  <a:pt x="1942619" y="1124095"/>
                </a:lnTo>
                <a:lnTo>
                  <a:pt x="2034787" y="1124095"/>
                </a:lnTo>
                <a:lnTo>
                  <a:pt x="2034787" y="1073000"/>
                </a:lnTo>
                <a:lnTo>
                  <a:pt x="2134045" y="1073000"/>
                </a:lnTo>
                <a:lnTo>
                  <a:pt x="2134045" y="1026348"/>
                </a:lnTo>
                <a:lnTo>
                  <a:pt x="2233303" y="1026348"/>
                </a:lnTo>
                <a:lnTo>
                  <a:pt x="2233303" y="983583"/>
                </a:lnTo>
                <a:lnTo>
                  <a:pt x="2325470" y="983583"/>
                </a:lnTo>
                <a:lnTo>
                  <a:pt x="2325470" y="944240"/>
                </a:lnTo>
                <a:lnTo>
                  <a:pt x="2424729" y="944240"/>
                </a:lnTo>
                <a:lnTo>
                  <a:pt x="2424729" y="907923"/>
                </a:lnTo>
                <a:lnTo>
                  <a:pt x="2523987" y="907923"/>
                </a:lnTo>
                <a:lnTo>
                  <a:pt x="2523987" y="983583"/>
                </a:lnTo>
                <a:lnTo>
                  <a:pt x="2616155" y="983583"/>
                </a:lnTo>
                <a:lnTo>
                  <a:pt x="2616155" y="948455"/>
                </a:lnTo>
                <a:lnTo>
                  <a:pt x="2715412" y="948455"/>
                </a:lnTo>
                <a:lnTo>
                  <a:pt x="2715412" y="1017500"/>
                </a:lnTo>
                <a:lnTo>
                  <a:pt x="2814670" y="1017500"/>
                </a:lnTo>
                <a:lnTo>
                  <a:pt x="2814670" y="1081942"/>
                </a:lnTo>
                <a:lnTo>
                  <a:pt x="2906838" y="1081942"/>
                </a:lnTo>
                <a:lnTo>
                  <a:pt x="2906838" y="1142226"/>
                </a:lnTo>
                <a:lnTo>
                  <a:pt x="3006096" y="1142226"/>
                </a:lnTo>
                <a:lnTo>
                  <a:pt x="3006096" y="1106531"/>
                </a:lnTo>
                <a:lnTo>
                  <a:pt x="3105355" y="1106531"/>
                </a:lnTo>
                <a:lnTo>
                  <a:pt x="3105355" y="1162416"/>
                </a:lnTo>
                <a:lnTo>
                  <a:pt x="3197522" y="1162416"/>
                </a:lnTo>
                <a:lnTo>
                  <a:pt x="3197522" y="1128228"/>
                </a:lnTo>
                <a:lnTo>
                  <a:pt x="3296780" y="1128228"/>
                </a:lnTo>
                <a:lnTo>
                  <a:pt x="3296780" y="1180300"/>
                </a:lnTo>
                <a:lnTo>
                  <a:pt x="3396038" y="1180300"/>
                </a:lnTo>
                <a:lnTo>
                  <a:pt x="3396038" y="1229479"/>
                </a:lnTo>
                <a:lnTo>
                  <a:pt x="3488206" y="1229479"/>
                </a:lnTo>
                <a:lnTo>
                  <a:pt x="3488206" y="1276000"/>
                </a:lnTo>
              </a:path>
            </a:pathLst>
          </a:custGeom>
          <a:noFill/>
          <a:ln w="416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8001770" y="1802749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8001770" y="4901037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50833" y="4256148"/>
            <a:ext cx="1668231" cy="4002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Both: 21/37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2603" y="1236183"/>
            <a:ext cx="2693361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(b) PPO training</a:t>
            </a:r>
          </a:p>
        </p:txBody>
      </p:sp>
      <p:sp>
        <p:nvSpPr>
          <p:cNvPr id="57" name="Editable path 37"/>
          <p:cNvSpPr/>
          <p:nvPr/>
        </p:nvSpPr>
        <p:spPr>
          <a:xfrm>
            <a:off x="8227798" y="604184"/>
            <a:ext cx="394409" cy="0"/>
          </a:xfrm>
          <a:custGeom>
            <a:avLst/>
            <a:gdLst/>
            <a:ahLst/>
            <a:cxnLst/>
            <a:rect l="l" t="t" r="r" b="b"/>
            <a:pathLst>
              <a:path w="394409" h="0">
                <a:moveTo>
                  <a:pt x="0" y="0"/>
                </a:moveTo>
                <a:lnTo>
                  <a:pt x="197205" y="0"/>
                </a:lnTo>
                <a:lnTo>
                  <a:pt x="394409" y="0"/>
                </a:lnTo>
              </a:path>
            </a:pathLst>
          </a:custGeom>
          <a:noFill/>
          <a:ln w="4169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20809" y="450142"/>
            <a:ext cx="1177639" cy="394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87" b="0" i="0">
                <a:solidFill>
                  <a:srgbClr val="2B2B2B"/>
                </a:solidFill>
                <a:latin typeface="Times New Roman"/>
              </a:rPr>
              <a:t>Original</a:t>
            </a:r>
          </a:p>
        </p:txBody>
      </p:sp>
      <p:sp>
        <p:nvSpPr>
          <p:cNvPr id="59" name="Editable path 38"/>
          <p:cNvSpPr/>
          <p:nvPr/>
        </p:nvSpPr>
        <p:spPr>
          <a:xfrm>
            <a:off x="10021769" y="604184"/>
            <a:ext cx="394410" cy="0"/>
          </a:xfrm>
          <a:custGeom>
            <a:avLst/>
            <a:gdLst/>
            <a:ahLst/>
            <a:cxnLst/>
            <a:rect l="l" t="t" r="r" b="b"/>
            <a:pathLst>
              <a:path w="394410" h="0">
                <a:moveTo>
                  <a:pt x="0" y="0"/>
                </a:moveTo>
                <a:lnTo>
                  <a:pt x="197205" y="0"/>
                </a:lnTo>
                <a:lnTo>
                  <a:pt x="394410" y="0"/>
                </a:lnTo>
              </a:path>
            </a:pathLst>
          </a:custGeom>
          <a:noFill/>
          <a:ln w="416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4780" y="450142"/>
            <a:ext cx="867042" cy="394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87" b="0" i="0">
                <a:solidFill>
                  <a:srgbClr val="2B2B2B"/>
                </a:solidFill>
                <a:latin typeface="Times New Roman"/>
              </a:rPr>
              <a:t>Gated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